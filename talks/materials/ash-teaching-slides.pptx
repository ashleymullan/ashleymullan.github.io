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media/image1.jpeg" ContentType="image/jpe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3D4965"/>
        </a:solidFill>
        <a:effectLst/>
        <a:uFillTx/>
        <a:latin typeface="+mn-lt"/>
        <a:ea typeface="+mn-ea"/>
        <a:cs typeface="+mn-cs"/>
        <a:sym typeface="Arial"/>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3D4965"/>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3D4965"/>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3D4965"/>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3D4965"/>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3D4965"/>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3D4965"/>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3D4965"/>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3D4965"/>
        </a:solidFill>
        <a:effectLst/>
        <a:uFillTx/>
        <a:latin typeface="+mn-lt"/>
        <a:ea typeface="+mn-ea"/>
        <a:cs typeface="+mn-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9525" cap="flat">
              <a:solidFill>
                <a:srgbClr val="000000"/>
              </a:solidFill>
              <a:prstDash val="solid"/>
              <a:round/>
            </a:ln>
          </a:left>
          <a:right>
            <a:ln w="9525" cap="flat">
              <a:solidFill>
                <a:srgbClr val="000000"/>
              </a:solidFill>
              <a:prstDash val="solid"/>
              <a:round/>
            </a:ln>
          </a:right>
          <a:top>
            <a:ln w="9525" cap="flat">
              <a:solidFill>
                <a:srgbClr val="000000"/>
              </a:solidFill>
              <a:prstDash val="solid"/>
              <a:round/>
            </a:ln>
          </a:top>
          <a:bottom>
            <a:ln w="9525" cap="flat">
              <a:solidFill>
                <a:srgbClr val="000000"/>
              </a:solidFill>
              <a:prstDash val="solid"/>
              <a:round/>
            </a:ln>
          </a:bottom>
          <a:insideH>
            <a:ln w="9525" cap="flat">
              <a:solidFill>
                <a:srgbClr val="000000"/>
              </a:solidFill>
              <a:prstDash val="solid"/>
              <a:round/>
            </a:ln>
          </a:insideH>
          <a:insideV>
            <a:ln w="9525" cap="flat">
              <a:solidFill>
                <a:srgbClr val="000000"/>
              </a:solidFill>
              <a:prstDash val="solid"/>
              <a:round/>
            </a:ln>
          </a:insideV>
        </a:tcBdr>
        <a:fill>
          <a:noFill/>
        </a:fill>
      </a:tcStyle>
    </a:wholeTbl>
    <a:band2H>
      <a:tcTxStyle b="def" i="def"/>
      <a:tcStyle>
        <a:tcBdr/>
        <a:fill>
          <a:solidFill>
            <a:srgbClr val="FFFFFF"/>
          </a:solidFill>
        </a:fill>
      </a:tcStyle>
    </a:band2H>
    <a:firstCol>
      <a:tcTxStyle b="off" i="off">
        <a:fontRef idx="minor">
          <a:srgbClr val="000000"/>
        </a:fontRef>
        <a:srgbClr val="000000"/>
      </a:tcTxStyle>
      <a:tcStyle>
        <a:tcBdr>
          <a:left>
            <a:ln w="9525" cap="flat">
              <a:solidFill>
                <a:srgbClr val="000000"/>
              </a:solidFill>
              <a:prstDash val="solid"/>
              <a:round/>
            </a:ln>
          </a:left>
          <a:right>
            <a:ln w="9525" cap="flat">
              <a:solidFill>
                <a:srgbClr val="000000"/>
              </a:solidFill>
              <a:prstDash val="solid"/>
              <a:round/>
            </a:ln>
          </a:right>
          <a:top>
            <a:ln w="9525" cap="flat">
              <a:solidFill>
                <a:srgbClr val="000000"/>
              </a:solidFill>
              <a:prstDash val="solid"/>
              <a:round/>
            </a:ln>
          </a:top>
          <a:bottom>
            <a:ln w="9525" cap="flat">
              <a:solidFill>
                <a:srgbClr val="000000"/>
              </a:solidFill>
              <a:prstDash val="solid"/>
              <a:round/>
            </a:ln>
          </a:bottom>
          <a:insideH>
            <a:ln w="9525" cap="flat">
              <a:solidFill>
                <a:srgbClr val="000000"/>
              </a:solidFill>
              <a:prstDash val="solid"/>
              <a:round/>
            </a:ln>
          </a:insideH>
          <a:insideV>
            <a:ln w="9525" cap="flat">
              <a:solidFill>
                <a:srgbClr val="000000"/>
              </a:solidFill>
              <a:prstDash val="solid"/>
              <a:round/>
            </a:ln>
          </a:insideV>
        </a:tcBdr>
        <a:fill>
          <a:noFill/>
        </a:fill>
      </a:tcStyle>
    </a:firstCol>
    <a:lastRow>
      <a:tcTxStyle b="off" i="off">
        <a:fontRef idx="minor">
          <a:srgbClr val="000000"/>
        </a:fontRef>
        <a:srgbClr val="000000"/>
      </a:tcTxStyle>
      <a:tcStyle>
        <a:tcBdr>
          <a:left>
            <a:ln w="9525" cap="flat">
              <a:solidFill>
                <a:srgbClr val="000000"/>
              </a:solidFill>
              <a:prstDash val="solid"/>
              <a:round/>
            </a:ln>
          </a:left>
          <a:right>
            <a:ln w="9525" cap="flat">
              <a:solidFill>
                <a:srgbClr val="000000"/>
              </a:solidFill>
              <a:prstDash val="solid"/>
              <a:round/>
            </a:ln>
          </a:right>
          <a:top>
            <a:ln w="9525" cap="flat">
              <a:solidFill>
                <a:srgbClr val="000000"/>
              </a:solidFill>
              <a:prstDash val="solid"/>
              <a:round/>
            </a:ln>
          </a:top>
          <a:bottom>
            <a:ln w="9525" cap="flat">
              <a:solidFill>
                <a:srgbClr val="000000"/>
              </a:solidFill>
              <a:prstDash val="solid"/>
              <a:round/>
            </a:ln>
          </a:bottom>
          <a:insideH>
            <a:ln w="9525" cap="flat">
              <a:solidFill>
                <a:srgbClr val="000000"/>
              </a:solidFill>
              <a:prstDash val="solid"/>
              <a:round/>
            </a:ln>
          </a:insideH>
          <a:insideV>
            <a:ln w="9525" cap="flat">
              <a:solidFill>
                <a:srgbClr val="000000"/>
              </a:solidFill>
              <a:prstDash val="solid"/>
              <a:round/>
            </a:ln>
          </a:insideV>
        </a:tcBdr>
        <a:fill>
          <a:noFill/>
        </a:fill>
      </a:tcStyle>
    </a:lastRow>
    <a:firstRow>
      <a:tcTxStyle b="off" i="off">
        <a:fontRef idx="minor">
          <a:srgbClr val="000000"/>
        </a:fontRef>
        <a:srgbClr val="000000"/>
      </a:tcTxStyle>
      <a:tcStyle>
        <a:tcBdr>
          <a:left>
            <a:ln w="9525" cap="flat">
              <a:solidFill>
                <a:srgbClr val="000000"/>
              </a:solidFill>
              <a:prstDash val="solid"/>
              <a:round/>
            </a:ln>
          </a:left>
          <a:right>
            <a:ln w="9525" cap="flat">
              <a:solidFill>
                <a:srgbClr val="000000"/>
              </a:solidFill>
              <a:prstDash val="solid"/>
              <a:round/>
            </a:ln>
          </a:right>
          <a:top>
            <a:ln w="9525" cap="flat">
              <a:solidFill>
                <a:srgbClr val="000000"/>
              </a:solidFill>
              <a:prstDash val="solid"/>
              <a:round/>
            </a:ln>
          </a:top>
          <a:bottom>
            <a:ln w="9525" cap="flat">
              <a:solidFill>
                <a:srgbClr val="000000"/>
              </a:solidFill>
              <a:prstDash val="solid"/>
              <a:round/>
            </a:ln>
          </a:bottom>
          <a:insideH>
            <a:ln w="9525" cap="flat">
              <a:solidFill>
                <a:srgbClr val="000000"/>
              </a:solidFill>
              <a:prstDash val="solid"/>
              <a:round/>
            </a:ln>
          </a:insideH>
          <a:insideV>
            <a:ln w="9525" cap="flat">
              <a:solidFill>
                <a:srgbClr val="000000"/>
              </a:solidFill>
              <a:prstDash val="solid"/>
              <a:round/>
            </a:ln>
          </a:insideV>
        </a:tcBdr>
        <a:fill>
          <a:noFill/>
        </a:fill>
      </a:tcStyle>
    </a:firstRow>
  </a:tblStyle>
  <a:tblStyle styleId="{C7B018BB-80A7-4F77-B60F-C8B233D01FF8}" styleName="">
    <a:tblBg/>
    <a:wholeTbl>
      <a:tcTxStyle b="off" i="off">
        <a:fontRef idx="min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wholeTbl>
    <a:band2H>
      <a:tcTxStyle b="def" i="def"/>
      <a:tcStyle>
        <a:tcBdr/>
        <a:fill>
          <a:solidFill>
            <a:srgbClr val="FFFFFF"/>
          </a:solidFill>
        </a:fill>
      </a:tcStyle>
    </a:band2H>
    <a:firstCol>
      <a:tcTxStyle b="off" i="off">
        <a:fontRef idx="min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firstCol>
    <a:lastRow>
      <a:tcTxStyle b="off" i="off">
        <a:fontRef idx="min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lastRow>
    <a:firstRow>
      <a:tcTxStyle b="off" i="off">
        <a:fontRef idx="minor">
          <a:srgbClr val="000000"/>
        </a:fontRef>
        <a:srgbClr val="000000"/>
      </a:tcTxStyle>
      <a:tcStyle>
        <a:tcBdr>
          <a:left>
            <a:ln w="9525" cap="flat">
              <a:solidFill>
                <a:srgbClr val="9E9E9E"/>
              </a:solidFill>
              <a:prstDash val="solid"/>
              <a:round/>
            </a:ln>
          </a:left>
          <a:right>
            <a:ln w="9525" cap="flat">
              <a:solidFill>
                <a:srgbClr val="9E9E9E"/>
              </a:solidFill>
              <a:prstDash val="solid"/>
              <a:round/>
            </a:ln>
          </a:right>
          <a:top>
            <a:ln w="9525" cap="flat">
              <a:solidFill>
                <a:srgbClr val="9E9E9E"/>
              </a:solidFill>
              <a:prstDash val="solid"/>
              <a:round/>
            </a:ln>
          </a:top>
          <a:bottom>
            <a:ln w="9525" cap="flat">
              <a:solidFill>
                <a:srgbClr val="9E9E9E"/>
              </a:solidFill>
              <a:prstDash val="solid"/>
              <a:round/>
            </a:ln>
          </a:bottom>
          <a:insideH>
            <a:ln w="9525" cap="flat">
              <a:solidFill>
                <a:srgbClr val="9E9E9E"/>
              </a:solidFill>
              <a:prstDash val="solid"/>
              <a:round/>
            </a:ln>
          </a:insideH>
          <a:insideV>
            <a:ln w="9525" cap="flat">
              <a:solidFill>
                <a:srgbClr val="9E9E9E"/>
              </a:solidFill>
              <a:prstDash val="solid"/>
              <a:round/>
            </a:ln>
          </a:insideV>
        </a:tcBdr>
        <a:fill>
          <a:noFill/>
        </a:fill>
      </a:tcStyle>
    </a:firstRow>
  </a:tblStyle>
  <a:tblStyle styleId="{EEE7283C-3CF3-47DC-8721-378D4A62B228}" styleName="">
    <a:tblBg/>
    <a:wholeTbl>
      <a:tcTxStyle b="off" i="off">
        <a:fontRef idx="minor">
          <a:srgbClr val="3D4965"/>
        </a:fontRef>
        <a:srgbClr val="3D4965"/>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5F0"/>
          </a:solidFill>
        </a:fill>
      </a:tcStyle>
    </a:wholeTbl>
    <a:band2H>
      <a:tcTxStyle b="def" i="def"/>
      <a:tcStyle>
        <a:tcBdr/>
        <a:fill>
          <a:solidFill>
            <a:srgbClr val="E7EBF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F821DB8-F4EB-4A41-A1BA-3FCAFE7338EE}" styleName="">
    <a:tblBg/>
    <a:wholeTbl>
      <a:tcTxStyle b="off" i="off">
        <a:fontRef idx="minor">
          <a:srgbClr val="3D4965"/>
        </a:fontRef>
        <a:srgbClr val="3D4965"/>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AE0E9"/>
          </a:solidFill>
        </a:fill>
      </a:tcStyle>
    </a:wholeTbl>
    <a:band2H>
      <a:tcTxStyle b="def" i="def"/>
      <a:tcStyle>
        <a:tcBdr/>
        <a:fill>
          <a:solidFill>
            <a:srgbClr val="EDF0F4"/>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33BA23B1-9221-436E-865A-0063620EA4FD}" styleName="">
    <a:tblBg/>
    <a:wholeTbl>
      <a:tcTxStyle b="off" i="off">
        <a:fontRef idx="minor">
          <a:srgbClr val="3D4965"/>
        </a:fontRef>
        <a:srgbClr val="3D4965"/>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BF1FC"/>
          </a:solidFill>
        </a:fill>
      </a:tcStyle>
    </a:wholeTbl>
    <a:band2H>
      <a:tcTxStyle b="def" i="def"/>
      <a:tcStyle>
        <a:tcBdr/>
        <a:fill>
          <a:solidFill>
            <a:srgbClr val="F5F8FE"/>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2708684C-4D16-4618-839F-0558EEFCDFE6}" styleName="">
    <a:tblBg/>
    <a:wholeTbl>
      <a:tcTxStyle b="off" i="off">
        <a:fontRef idx="minor">
          <a:srgbClr val="3D4965"/>
        </a:fontRef>
        <a:srgbClr val="3D4965"/>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8E8EA"/>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3D4965"/>
        </a:fontRef>
        <a:srgbClr val="3D4965"/>
      </a:tcTxStyle>
      <a:tcStyle>
        <a:tcBdr>
          <a:left>
            <a:ln w="12700" cap="flat">
              <a:noFill/>
              <a:miter lim="400000"/>
            </a:ln>
          </a:left>
          <a:right>
            <a:ln w="12700" cap="flat">
              <a:noFill/>
              <a:miter lim="400000"/>
            </a:ln>
          </a:right>
          <a:top>
            <a:ln w="50800" cap="flat">
              <a:solidFill>
                <a:srgbClr val="3D4965"/>
              </a:solidFill>
              <a:prstDash val="solid"/>
              <a:round/>
            </a:ln>
          </a:top>
          <a:bottom>
            <a:ln w="25400" cap="flat">
              <a:solidFill>
                <a:srgbClr val="3D4965"/>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3D4965"/>
              </a:solidFill>
              <a:prstDash val="solid"/>
              <a:round/>
            </a:ln>
          </a:top>
          <a:bottom>
            <a:ln w="25400" cap="flat">
              <a:solidFill>
                <a:srgbClr val="3D4965"/>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556" name="Shape 1556"/>
          <p:cNvSpPr/>
          <p:nvPr>
            <p:ph type="sldImg"/>
          </p:nvPr>
        </p:nvSpPr>
        <p:spPr>
          <a:xfrm>
            <a:off x="1143000" y="685800"/>
            <a:ext cx="4572000" cy="3429000"/>
          </a:xfrm>
          <a:prstGeom prst="rect">
            <a:avLst/>
          </a:prstGeom>
        </p:spPr>
        <p:txBody>
          <a:bodyPr/>
          <a:lstStyle/>
          <a:p>
            <a:pPr/>
          </a:p>
        </p:txBody>
      </p:sp>
      <p:sp>
        <p:nvSpPr>
          <p:cNvPr id="1557" name="Shape 1557"/>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19.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0.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1.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2.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3.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_rels/notesSlide24.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25.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_rels/notesSlide26.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82" name="Shape 1582"/>
          <p:cNvSpPr/>
          <p:nvPr>
            <p:ph type="sldImg"/>
          </p:nvPr>
        </p:nvSpPr>
        <p:spPr>
          <a:prstGeom prst="rect">
            <a:avLst/>
          </a:prstGeom>
        </p:spPr>
        <p:txBody>
          <a:bodyPr/>
          <a:lstStyle/>
          <a:p>
            <a:pPr/>
          </a:p>
        </p:txBody>
      </p:sp>
      <p:sp>
        <p:nvSpPr>
          <p:cNvPr id="1583" name="Shape 1583"/>
          <p:cNvSpPr/>
          <p:nvPr>
            <p:ph type="body" sz="quarter" idx="1"/>
          </p:nvPr>
        </p:nvSpPr>
        <p:spPr>
          <a:prstGeom prst="rect">
            <a:avLst/>
          </a:prstGeom>
        </p:spPr>
        <p:txBody>
          <a:bodyPr/>
          <a:lstStyle/>
          <a:p>
            <a:pPr marL="543790" indent="-404090">
              <a:buClr>
                <a:srgbClr val="000000"/>
              </a:buClr>
              <a:buSzPts val="1400"/>
              <a:buFont typeface="Arial"/>
              <a:buChar char="●"/>
            </a:pPr>
            <a:r>
              <a:t>Different levels of algebraic comfort, logs, etc.</a:t>
            </a:r>
          </a:p>
          <a:p>
            <a:pPr marL="543790" indent="-404090">
              <a:buClr>
                <a:srgbClr val="000000"/>
              </a:buClr>
              <a:buSzPts val="1400"/>
              <a:buFont typeface="Arial"/>
              <a:buChar char="●"/>
            </a:pPr>
            <a:r>
              <a:t>Biomedical, finance, real estate, entertainment.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89" name="Shape 1589"/>
          <p:cNvSpPr/>
          <p:nvPr>
            <p:ph type="sldImg"/>
          </p:nvPr>
        </p:nvSpPr>
        <p:spPr>
          <a:prstGeom prst="rect">
            <a:avLst/>
          </a:prstGeom>
        </p:spPr>
        <p:txBody>
          <a:bodyPr/>
          <a:lstStyle/>
          <a:p>
            <a:pPr/>
          </a:p>
        </p:txBody>
      </p:sp>
      <p:sp>
        <p:nvSpPr>
          <p:cNvPr id="1590" name="Shape 1590"/>
          <p:cNvSpPr/>
          <p:nvPr>
            <p:ph type="body" sz="quarter" idx="1"/>
          </p:nvPr>
        </p:nvSpPr>
        <p:spPr>
          <a:prstGeom prst="rect">
            <a:avLst/>
          </a:prstGeom>
        </p:spPr>
        <p:txBody>
          <a:bodyPr/>
          <a:lstStyle/>
          <a:p>
            <a:pPr marL="457200" indent="-317500">
              <a:buClr>
                <a:srgbClr val="000000"/>
              </a:buClr>
              <a:buSzPts val="1100"/>
              <a:buFont typeface="Arial"/>
              <a:buChar char="●"/>
              <a:defRPr sz="1100"/>
            </a:pPr>
            <a:r>
              <a:t>6 hours of instruction, 5 days</a:t>
            </a:r>
          </a:p>
          <a:p>
            <a:pPr marL="457200" indent="-317500">
              <a:buClr>
                <a:srgbClr val="000000"/>
              </a:buClr>
              <a:buSzPts val="1100"/>
              <a:buFont typeface="Arial"/>
              <a:buChar char="●"/>
              <a:defRPr sz="1100"/>
            </a:pPr>
            <a:r>
              <a:t>Project had to be entirely in class.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97" name="Shape 1597"/>
          <p:cNvSpPr/>
          <p:nvPr>
            <p:ph type="sldImg"/>
          </p:nvPr>
        </p:nvSpPr>
        <p:spPr>
          <a:prstGeom prst="rect">
            <a:avLst/>
          </a:prstGeom>
        </p:spPr>
        <p:txBody>
          <a:bodyPr/>
          <a:lstStyle/>
          <a:p>
            <a:pPr/>
          </a:p>
        </p:txBody>
      </p:sp>
      <p:sp>
        <p:nvSpPr>
          <p:cNvPr id="1598" name="Shape 1598"/>
          <p:cNvSpPr/>
          <p:nvPr>
            <p:ph type="body" sz="quarter" idx="1"/>
          </p:nvPr>
        </p:nvSpPr>
        <p:spPr>
          <a:prstGeom prst="rect">
            <a:avLst/>
          </a:prstGeom>
        </p:spPr>
        <p:txBody>
          <a:bodyPr/>
          <a:lstStyle>
            <a:lvl1pPr marL="457200" indent="-317500">
              <a:buClr>
                <a:srgbClr val="000000"/>
              </a:buClr>
              <a:buSzPts val="1100"/>
              <a:buFont typeface="Arial"/>
              <a:buChar char="●"/>
              <a:defRPr sz="1100"/>
            </a:lvl1pPr>
          </a:lstStyle>
          <a:p>
            <a:pPr/>
            <a:r>
              <a:t>Give them the big picture of what’s out there but enough to try themselves.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27" name="Shape 1627"/>
          <p:cNvSpPr/>
          <p:nvPr>
            <p:ph type="sldImg"/>
          </p:nvPr>
        </p:nvSpPr>
        <p:spPr>
          <a:prstGeom prst="rect">
            <a:avLst/>
          </a:prstGeom>
        </p:spPr>
        <p:txBody>
          <a:bodyPr/>
          <a:lstStyle/>
          <a:p>
            <a:pPr/>
          </a:p>
        </p:txBody>
      </p:sp>
      <p:sp>
        <p:nvSpPr>
          <p:cNvPr id="1628" name="Shape 1628"/>
          <p:cNvSpPr/>
          <p:nvPr>
            <p:ph type="body" sz="quarter" idx="1"/>
          </p:nvPr>
        </p:nvSpPr>
        <p:spPr>
          <a:prstGeom prst="rect">
            <a:avLst/>
          </a:prstGeom>
        </p:spPr>
        <p:txBody>
          <a:bodyPr/>
          <a:lstStyle/>
          <a:p>
            <a:pPr marL="543790" indent="-404090">
              <a:buClr>
                <a:srgbClr val="000000"/>
              </a:buClr>
              <a:buSzPts val="1400"/>
              <a:buFont typeface="Arial"/>
              <a:buChar char="●"/>
            </a:pPr>
            <a:r>
              <a:t>Categorical v numeric, nominal v ordinal, continuous v discrete. Blurry lines. </a:t>
            </a:r>
          </a:p>
          <a:p>
            <a:pPr marL="543790" indent="-404090">
              <a:buClr>
                <a:srgbClr val="000000"/>
              </a:buClr>
              <a:buSzPts val="1400"/>
              <a:buFont typeface="Arial"/>
              <a:buChar char="●"/>
            </a:pPr>
            <a:r>
              <a:t>Different names they might see for X and Y and defining populations.</a:t>
            </a:r>
          </a:p>
          <a:p>
            <a:pPr marL="543790" indent="-404090">
              <a:buClr>
                <a:srgbClr val="000000"/>
              </a:buClr>
              <a:buSzPts val="1400"/>
              <a:buFont typeface="Arial"/>
              <a:buChar char="●"/>
            </a:pPr>
            <a:r>
              <a:t>Common study designs to get into correlation vs causation</a:t>
            </a:r>
          </a:p>
          <a:p>
            <a:pPr marL="543790" indent="-404090">
              <a:buClr>
                <a:srgbClr val="000000"/>
              </a:buClr>
              <a:buSzPts val="1400"/>
              <a:buFont typeface="Arial"/>
              <a:buChar char="●"/>
            </a:pPr>
            <a:r>
              <a:t>Bias, measurement error, missingness.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33" name="Shape 1633"/>
          <p:cNvSpPr/>
          <p:nvPr>
            <p:ph type="sldImg"/>
          </p:nvPr>
        </p:nvSpPr>
        <p:spPr>
          <a:prstGeom prst="rect">
            <a:avLst/>
          </a:prstGeom>
        </p:spPr>
        <p:txBody>
          <a:bodyPr/>
          <a:lstStyle/>
          <a:p>
            <a:pPr/>
          </a:p>
        </p:txBody>
      </p:sp>
      <p:sp>
        <p:nvSpPr>
          <p:cNvPr id="1634" name="Shape 1634"/>
          <p:cNvSpPr/>
          <p:nvPr>
            <p:ph type="body" sz="quarter" idx="1"/>
          </p:nvPr>
        </p:nvSpPr>
        <p:spPr>
          <a:prstGeom prst="rect">
            <a:avLst/>
          </a:prstGeom>
        </p:spPr>
        <p:txBody>
          <a:bodyPr/>
          <a:lstStyle/>
          <a:p>
            <a:pPr marL="457200" indent="-317500">
              <a:buClr>
                <a:srgbClr val="000000"/>
              </a:buClr>
              <a:buSzPts val="1100"/>
              <a:buFont typeface="Arial"/>
              <a:buChar char="●"/>
              <a:defRPr sz="1100"/>
            </a:pPr>
            <a:r>
              <a:t>Measures of center and spread,</a:t>
            </a:r>
          </a:p>
          <a:p>
            <a:pPr marL="457200" indent="-317500">
              <a:buClr>
                <a:srgbClr val="000000"/>
              </a:buClr>
              <a:buSzPts val="1100"/>
              <a:buFont typeface="Arial"/>
              <a:buChar char="●"/>
              <a:defRPr sz="1100"/>
            </a:pPr>
            <a:r>
              <a:t>Reading accessing and dplyr style things, ggplot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39" name="Shape 1639"/>
          <p:cNvSpPr/>
          <p:nvPr>
            <p:ph type="sldImg"/>
          </p:nvPr>
        </p:nvSpPr>
        <p:spPr>
          <a:prstGeom prst="rect">
            <a:avLst/>
          </a:prstGeom>
        </p:spPr>
        <p:txBody>
          <a:bodyPr/>
          <a:lstStyle/>
          <a:p>
            <a:pPr/>
          </a:p>
        </p:txBody>
      </p:sp>
      <p:sp>
        <p:nvSpPr>
          <p:cNvPr id="1640" name="Shape 1640"/>
          <p:cNvSpPr/>
          <p:nvPr>
            <p:ph type="body" sz="quarter" idx="1"/>
          </p:nvPr>
        </p:nvSpPr>
        <p:spPr>
          <a:prstGeom prst="rect">
            <a:avLst/>
          </a:prstGeom>
        </p:spPr>
        <p:txBody>
          <a:bodyPr/>
          <a:lstStyle/>
          <a:p>
            <a:pPr marL="457200" indent="-317500">
              <a:buClr>
                <a:srgbClr val="000000"/>
              </a:buClr>
              <a:buSzPts val="1100"/>
              <a:buFont typeface="Arial"/>
              <a:buChar char="●"/>
              <a:defRPr sz="1100"/>
            </a:pPr>
            <a:r>
              <a:t>Building up from y=mx+b to interpretations, then the parallel to logistic and poisson regression.</a:t>
            </a:r>
          </a:p>
          <a:p>
            <a:pPr marL="457200" indent="-317500">
              <a:buClr>
                <a:srgbClr val="000000"/>
              </a:buClr>
              <a:buSzPts val="1100"/>
              <a:buFont typeface="Arial"/>
              <a:buChar char="●"/>
              <a:defRPr sz="1100"/>
            </a:pPr>
            <a:r>
              <a:t>Focused on diagnostics for linear.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45" name="Shape 1645"/>
          <p:cNvSpPr/>
          <p:nvPr>
            <p:ph type="sldImg"/>
          </p:nvPr>
        </p:nvSpPr>
        <p:spPr>
          <a:prstGeom prst="rect">
            <a:avLst/>
          </a:prstGeom>
        </p:spPr>
        <p:txBody>
          <a:bodyPr/>
          <a:lstStyle/>
          <a:p>
            <a:pPr/>
          </a:p>
        </p:txBody>
      </p:sp>
      <p:sp>
        <p:nvSpPr>
          <p:cNvPr id="1646" name="Shape 1646"/>
          <p:cNvSpPr/>
          <p:nvPr>
            <p:ph type="body" sz="quarter" idx="1"/>
          </p:nvPr>
        </p:nvSpPr>
        <p:spPr>
          <a:prstGeom prst="rect">
            <a:avLst/>
          </a:prstGeom>
        </p:spPr>
        <p:txBody>
          <a:bodyPr/>
          <a:lstStyle/>
          <a:p>
            <a:pPr marL="457200" indent="-317500">
              <a:buClr>
                <a:srgbClr val="000000"/>
              </a:buClr>
              <a:buSzPts val="1100"/>
              <a:buFont typeface="Arial"/>
              <a:buChar char="●"/>
              <a:defRPr sz="1100"/>
            </a:pPr>
            <a:r>
              <a:t>PICOTS framework, places to find sources</a:t>
            </a:r>
          </a:p>
          <a:p>
            <a:pPr marL="457200" indent="-317500">
              <a:buClr>
                <a:srgbClr val="000000"/>
              </a:buClr>
              <a:buSzPts val="1100"/>
              <a:buFont typeface="Arial"/>
              <a:buChar char="●"/>
              <a:defRPr sz="1100"/>
            </a:pPr>
            <a:r>
              <a:t>what not to do when making a presentation</a:t>
            </a:r>
          </a:p>
          <a:p>
            <a:pPr marL="457200" indent="-317500">
              <a:buClr>
                <a:srgbClr val="000000"/>
              </a:buClr>
              <a:buSzPts val="1100"/>
              <a:buFont typeface="Arial"/>
              <a:buChar char="●"/>
              <a:defRPr sz="1100"/>
            </a:pPr>
            <a:r>
              <a:t>Feedback to help them as they work on projects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55" name="Shape 1655"/>
          <p:cNvSpPr/>
          <p:nvPr>
            <p:ph type="sldImg"/>
          </p:nvPr>
        </p:nvSpPr>
        <p:spPr>
          <a:prstGeom prst="rect">
            <a:avLst/>
          </a:prstGeom>
        </p:spPr>
        <p:txBody>
          <a:bodyPr/>
          <a:lstStyle/>
          <a:p>
            <a:pPr/>
          </a:p>
        </p:txBody>
      </p:sp>
      <p:sp>
        <p:nvSpPr>
          <p:cNvPr id="1656" name="Shape 1656"/>
          <p:cNvSpPr/>
          <p:nvPr>
            <p:ph type="body" sz="quarter" idx="1"/>
          </p:nvPr>
        </p:nvSpPr>
        <p:spPr>
          <a:prstGeom prst="rect">
            <a:avLst/>
          </a:prstGeom>
        </p:spPr>
        <p:txBody>
          <a:bodyPr/>
          <a:lstStyle>
            <a:lvl1pPr marL="457200" indent="-317500">
              <a:buClr>
                <a:srgbClr val="000000"/>
              </a:buClr>
              <a:buSzPts val="1100"/>
              <a:buFont typeface="Arial"/>
              <a:buChar char="●"/>
              <a:defRPr sz="1100"/>
            </a:lvl1pPr>
          </a:lstStyle>
          <a:p>
            <a:pPr/>
            <a:r>
              <a:t>Journaling gave me a sense of what they knew already and gave me something to call back to while lecturing. Also a fun lil break to play some tunes in class.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61" name="Shape 1661"/>
          <p:cNvSpPr/>
          <p:nvPr>
            <p:ph type="sldImg"/>
          </p:nvPr>
        </p:nvSpPr>
        <p:spPr>
          <a:prstGeom prst="rect">
            <a:avLst/>
          </a:prstGeom>
        </p:spPr>
        <p:txBody>
          <a:bodyPr/>
          <a:lstStyle/>
          <a:p>
            <a:pPr/>
          </a:p>
        </p:txBody>
      </p:sp>
      <p:sp>
        <p:nvSpPr>
          <p:cNvPr id="1662" name="Shape 1662"/>
          <p:cNvSpPr/>
          <p:nvPr>
            <p:ph type="body" sz="quarter" idx="1"/>
          </p:nvPr>
        </p:nvSpPr>
        <p:spPr>
          <a:prstGeom prst="rect">
            <a:avLst/>
          </a:prstGeom>
        </p:spPr>
        <p:txBody>
          <a:bodyPr/>
          <a:lstStyle>
            <a:lvl1pPr marL="543790" indent="-404090">
              <a:buClr>
                <a:srgbClr val="000000"/>
              </a:buClr>
              <a:buSzPts val="1400"/>
              <a:buFont typeface="Arial"/>
              <a:buChar char="●"/>
            </a:lvl1pPr>
          </a:lstStyle>
          <a:p>
            <a:pPr/>
            <a:r>
              <a:t>Often in small groups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71" name="Shape 1671"/>
          <p:cNvSpPr/>
          <p:nvPr>
            <p:ph type="sldImg"/>
          </p:nvPr>
        </p:nvSpPr>
        <p:spPr>
          <a:prstGeom prst="rect">
            <a:avLst/>
          </a:prstGeom>
        </p:spPr>
        <p:txBody>
          <a:bodyPr/>
          <a:lstStyle/>
          <a:p>
            <a:pPr/>
          </a:p>
        </p:txBody>
      </p:sp>
      <p:sp>
        <p:nvSpPr>
          <p:cNvPr id="1672" name="Shape 1672"/>
          <p:cNvSpPr/>
          <p:nvPr>
            <p:ph type="body" sz="quarter" idx="1"/>
          </p:nvPr>
        </p:nvSpPr>
        <p:spPr>
          <a:prstGeom prst="rect">
            <a:avLst/>
          </a:prstGeom>
        </p:spPr>
        <p:txBody>
          <a:bodyPr/>
          <a:lstStyle/>
          <a:p>
            <a:pPr marL="543790" indent="-404090">
              <a:buClr>
                <a:srgbClr val="000000"/>
              </a:buClr>
              <a:buSzPts val="1400"/>
              <a:buFont typeface="Arial"/>
              <a:buChar char="●"/>
            </a:pPr>
            <a:r>
              <a:t>Quarto notebooks they could follow along with, run code, and then a tiny change, like a variable name or a color or something.</a:t>
            </a:r>
          </a:p>
          <a:p>
            <a:pPr marL="543790" indent="-404090">
              <a:buClr>
                <a:srgbClr val="000000"/>
              </a:buClr>
              <a:buSzPts val="1400"/>
              <a:buFont typeface="Arial"/>
              <a:buChar char="●"/>
            </a:pPr>
            <a:r>
              <a:t>If a new function was needed, it was directly introduced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77" name="Shape 1677"/>
          <p:cNvSpPr/>
          <p:nvPr>
            <p:ph type="sldImg"/>
          </p:nvPr>
        </p:nvSpPr>
        <p:spPr>
          <a:prstGeom prst="rect">
            <a:avLst/>
          </a:prstGeom>
        </p:spPr>
        <p:txBody>
          <a:bodyPr/>
          <a:lstStyle/>
          <a:p>
            <a:pPr/>
          </a:p>
        </p:txBody>
      </p:sp>
      <p:sp>
        <p:nvSpPr>
          <p:cNvPr id="1678" name="Shape 1678"/>
          <p:cNvSpPr/>
          <p:nvPr>
            <p:ph type="body" sz="quarter" idx="1"/>
          </p:nvPr>
        </p:nvSpPr>
        <p:spPr>
          <a:prstGeom prst="rect">
            <a:avLst/>
          </a:prstGeom>
        </p:spPr>
        <p:txBody>
          <a:bodyPr/>
          <a:lstStyle>
            <a:lvl1pPr marL="457200" indent="-317500">
              <a:buClr>
                <a:srgbClr val="000000"/>
              </a:buClr>
              <a:buSzPts val="1100"/>
              <a:buFont typeface="Arial"/>
              <a:buChar char="●"/>
              <a:defRPr sz="1100"/>
            </a:lvl1pPr>
          </a:lstStyle>
          <a:p>
            <a:pPr/>
            <a:r>
              <a:t>Gave them the chance to move around and meet people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83" name="Shape 1683"/>
          <p:cNvSpPr/>
          <p:nvPr>
            <p:ph type="sldImg"/>
          </p:nvPr>
        </p:nvSpPr>
        <p:spPr>
          <a:prstGeom prst="rect">
            <a:avLst/>
          </a:prstGeom>
        </p:spPr>
        <p:txBody>
          <a:bodyPr/>
          <a:lstStyle/>
          <a:p>
            <a:pPr/>
          </a:p>
        </p:txBody>
      </p:sp>
      <p:sp>
        <p:nvSpPr>
          <p:cNvPr id="1684" name="Shape 1684"/>
          <p:cNvSpPr/>
          <p:nvPr>
            <p:ph type="body" sz="quarter" idx="1"/>
          </p:nvPr>
        </p:nvSpPr>
        <p:spPr>
          <a:prstGeom prst="rect">
            <a:avLst/>
          </a:prstGeom>
        </p:spPr>
        <p:txBody>
          <a:bodyPr/>
          <a:lstStyle>
            <a:lvl1pPr marL="457200" indent="-317500">
              <a:buClr>
                <a:srgbClr val="000000"/>
              </a:buClr>
              <a:buSzPts val="1100"/>
              <a:buFont typeface="Arial"/>
              <a:buChar char="●"/>
              <a:defRPr sz="1100"/>
            </a:lvl1pPr>
          </a:lstStyle>
          <a:p>
            <a:pPr/>
            <a:r>
              <a:t>This is where the key takeaways came in handy when I was making cahoot questions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89" name="Shape 1689"/>
          <p:cNvSpPr/>
          <p:nvPr>
            <p:ph type="sldImg"/>
          </p:nvPr>
        </p:nvSpPr>
        <p:spPr>
          <a:prstGeom prst="rect">
            <a:avLst/>
          </a:prstGeom>
        </p:spPr>
        <p:txBody>
          <a:bodyPr/>
          <a:lstStyle/>
          <a:p>
            <a:pPr/>
          </a:p>
        </p:txBody>
      </p:sp>
      <p:sp>
        <p:nvSpPr>
          <p:cNvPr id="1690" name="Shape 1690"/>
          <p:cNvSpPr/>
          <p:nvPr>
            <p:ph type="body" sz="quarter" idx="1"/>
          </p:nvPr>
        </p:nvSpPr>
        <p:spPr>
          <a:prstGeom prst="rect">
            <a:avLst/>
          </a:prstGeom>
        </p:spPr>
        <p:txBody>
          <a:bodyPr/>
          <a:lstStyle/>
          <a:p>
            <a:pPr/>
            <a:r>
              <a:t>Gives me a baseline of what they’re working with, helps me prompt throughout the lecture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96" name="Shape 1696"/>
          <p:cNvSpPr/>
          <p:nvPr>
            <p:ph type="sldImg"/>
          </p:nvPr>
        </p:nvSpPr>
        <p:spPr>
          <a:prstGeom prst="rect">
            <a:avLst/>
          </a:prstGeom>
        </p:spPr>
        <p:txBody>
          <a:bodyPr/>
          <a:lstStyle/>
          <a:p>
            <a:pPr/>
          </a:p>
        </p:txBody>
      </p:sp>
      <p:sp>
        <p:nvSpPr>
          <p:cNvPr id="1697" name="Shape 1697"/>
          <p:cNvSpPr/>
          <p:nvPr>
            <p:ph type="body" sz="quarter" idx="1"/>
          </p:nvPr>
        </p:nvSpPr>
        <p:spPr>
          <a:prstGeom prst="rect">
            <a:avLst/>
          </a:prstGeom>
        </p:spPr>
        <p:txBody>
          <a:bodyPr/>
          <a:lstStyle/>
          <a:p>
            <a:pPr/>
            <a:r>
              <a:t>Gets them thinking about “good” and “bad” of each</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04" name="Shape 1704"/>
          <p:cNvSpPr/>
          <p:nvPr>
            <p:ph type="sldImg"/>
          </p:nvPr>
        </p:nvSpPr>
        <p:spPr>
          <a:prstGeom prst="rect">
            <a:avLst/>
          </a:prstGeom>
        </p:spPr>
        <p:txBody>
          <a:bodyPr/>
          <a:lstStyle/>
          <a:p>
            <a:pPr/>
          </a:p>
        </p:txBody>
      </p:sp>
      <p:sp>
        <p:nvSpPr>
          <p:cNvPr id="1705" name="Shape 1705"/>
          <p:cNvSpPr/>
          <p:nvPr>
            <p:ph type="body" sz="quarter" idx="1"/>
          </p:nvPr>
        </p:nvSpPr>
        <p:spPr>
          <a:prstGeom prst="rect">
            <a:avLst/>
          </a:prstGeom>
        </p:spPr>
        <p:txBody>
          <a:bodyPr/>
          <a:lstStyle/>
          <a:p>
            <a:pPr/>
            <a:r>
              <a:t>Get them to question and not take things at face value</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0" name="Shape 1710"/>
          <p:cNvSpPr/>
          <p:nvPr>
            <p:ph type="sldImg"/>
          </p:nvPr>
        </p:nvSpPr>
        <p:spPr>
          <a:prstGeom prst="rect">
            <a:avLst/>
          </a:prstGeom>
        </p:spPr>
        <p:txBody>
          <a:bodyPr/>
          <a:lstStyle/>
          <a:p>
            <a:pPr/>
          </a:p>
        </p:txBody>
      </p:sp>
      <p:sp>
        <p:nvSpPr>
          <p:cNvPr id="1711" name="Shape 1711"/>
          <p:cNvSpPr/>
          <p:nvPr>
            <p:ph type="body" sz="quarter" idx="1"/>
          </p:nvPr>
        </p:nvSpPr>
        <p:spPr>
          <a:prstGeom prst="rect">
            <a:avLst/>
          </a:prstGeom>
        </p:spPr>
        <p:txBody>
          <a:bodyPr/>
          <a:lstStyle/>
          <a:p>
            <a:pPr marL="457200" indent="-317500">
              <a:buClr>
                <a:srgbClr val="000000"/>
              </a:buClr>
              <a:buSzPts val="1100"/>
              <a:buFont typeface="Arial"/>
              <a:buChar char="●"/>
              <a:defRPr sz="1100"/>
            </a:pPr>
            <a:r>
              <a:t>Abstract: concept to measurement, pros and cons</a:t>
            </a:r>
          </a:p>
          <a:p>
            <a:pPr marL="457200" indent="-317500">
              <a:buClr>
                <a:srgbClr val="000000"/>
              </a:buClr>
              <a:buSzPts val="1100"/>
              <a:buFont typeface="Arial"/>
              <a:buChar char="●"/>
              <a:defRPr sz="1100"/>
            </a:pPr>
            <a:r>
              <a:t>Previous: Recurring question like memes, project data comes up, course slides</a:t>
            </a:r>
          </a:p>
          <a:p>
            <a:pPr marL="457200" indent="-317500">
              <a:buClr>
                <a:srgbClr val="000000"/>
              </a:buClr>
              <a:buSzPts val="1100"/>
              <a:buFont typeface="Arial"/>
              <a:buChar char="●"/>
              <a:defRPr sz="1100"/>
            </a:pPr>
            <a:r>
              <a:t>Standard curriculum: scientific method, picots</a:t>
            </a:r>
          </a:p>
          <a:p>
            <a:pPr marL="457200" indent="-317500">
              <a:buClr>
                <a:srgbClr val="000000"/>
              </a:buClr>
              <a:buSzPts val="1100"/>
              <a:buFont typeface="Arial"/>
              <a:buChar char="●"/>
              <a:defRPr sz="1100"/>
            </a:pPr>
            <a:r>
              <a:t>Consequences: bias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6" name="Shape 1716"/>
          <p:cNvSpPr/>
          <p:nvPr>
            <p:ph type="sldImg"/>
          </p:nvPr>
        </p:nvSpPr>
        <p:spPr>
          <a:prstGeom prst="rect">
            <a:avLst/>
          </a:prstGeom>
        </p:spPr>
        <p:txBody>
          <a:bodyPr/>
          <a:lstStyle/>
          <a:p>
            <a:pPr/>
          </a:p>
        </p:txBody>
      </p:sp>
      <p:sp>
        <p:nvSpPr>
          <p:cNvPr id="1717" name="Shape 1717"/>
          <p:cNvSpPr/>
          <p:nvPr>
            <p:ph type="body" sz="quarter" idx="1"/>
          </p:nvPr>
        </p:nvSpPr>
        <p:spPr>
          <a:prstGeom prst="rect">
            <a:avLst/>
          </a:prstGeom>
        </p:spPr>
        <p:txBody>
          <a:bodyPr/>
          <a:lstStyle/>
          <a:p>
            <a:pPr marL="457200" indent="-317500">
              <a:buClr>
                <a:srgbClr val="000000"/>
              </a:buClr>
              <a:buSzPts val="1100"/>
              <a:buFont typeface="Arial"/>
              <a:buChar char="●"/>
              <a:defRPr sz="1100"/>
            </a:pPr>
            <a:r>
              <a:t>Abstract: concept to measurement, pros and cons</a:t>
            </a:r>
          </a:p>
          <a:p>
            <a:pPr marL="457200" indent="-317500">
              <a:buClr>
                <a:srgbClr val="000000"/>
              </a:buClr>
              <a:buSzPts val="1100"/>
              <a:buFont typeface="Arial"/>
              <a:buChar char="●"/>
              <a:defRPr sz="1100"/>
            </a:pPr>
            <a:r>
              <a:t>Previous: Recurring question like memes, project data comes up, course slides</a:t>
            </a:r>
          </a:p>
          <a:p>
            <a:pPr marL="457200" indent="-317500">
              <a:buClr>
                <a:srgbClr val="000000"/>
              </a:buClr>
              <a:buSzPts val="1100"/>
              <a:buFont typeface="Arial"/>
              <a:buChar char="●"/>
              <a:defRPr sz="1100"/>
            </a:pPr>
            <a:r>
              <a:t>Standard curriculum: scientific method, picots</a:t>
            </a:r>
          </a:p>
          <a:p>
            <a:pPr marL="457200" indent="-317500">
              <a:buClr>
                <a:srgbClr val="000000"/>
              </a:buClr>
              <a:buSzPts val="1100"/>
              <a:buFont typeface="Arial"/>
              <a:buChar char="●"/>
              <a:defRPr sz="1100"/>
            </a:pPr>
            <a:r>
              <a:t>Consequences: bias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22" name="Shape 1722"/>
          <p:cNvSpPr/>
          <p:nvPr>
            <p:ph type="sldImg"/>
          </p:nvPr>
        </p:nvSpPr>
        <p:spPr>
          <a:prstGeom prst="rect">
            <a:avLst/>
          </a:prstGeom>
        </p:spPr>
        <p:txBody>
          <a:bodyPr/>
          <a:lstStyle/>
          <a:p>
            <a:pPr/>
          </a:p>
        </p:txBody>
      </p:sp>
      <p:sp>
        <p:nvSpPr>
          <p:cNvPr id="1723" name="Shape 1723"/>
          <p:cNvSpPr/>
          <p:nvPr>
            <p:ph type="body" sz="quarter" idx="1"/>
          </p:nvPr>
        </p:nvSpPr>
        <p:spPr>
          <a:prstGeom prst="rect">
            <a:avLst/>
          </a:prstGeom>
        </p:spPr>
        <p:txBody>
          <a:bodyPr/>
          <a:lstStyle/>
          <a:p>
            <a:pPr marL="457200" indent="-317500">
              <a:buClr>
                <a:srgbClr val="000000"/>
              </a:buClr>
              <a:buSzPts val="1100"/>
              <a:buFont typeface="Arial"/>
              <a:buChar char="●"/>
              <a:defRPr sz="1100"/>
            </a:pPr>
            <a:r>
              <a:t>Abstract: concept to measurement, pros and cons</a:t>
            </a:r>
          </a:p>
          <a:p>
            <a:pPr marL="457200" indent="-317500">
              <a:buClr>
                <a:srgbClr val="000000"/>
              </a:buClr>
              <a:buSzPts val="1100"/>
              <a:buFont typeface="Arial"/>
              <a:buChar char="●"/>
              <a:defRPr sz="1100"/>
            </a:pPr>
            <a:r>
              <a:t>Previous: Recurring question like memes, project data comes up, course slides</a:t>
            </a:r>
          </a:p>
          <a:p>
            <a:pPr marL="457200" indent="-317500">
              <a:buClr>
                <a:srgbClr val="000000"/>
              </a:buClr>
              <a:buSzPts val="1100"/>
              <a:buFont typeface="Arial"/>
              <a:buChar char="●"/>
              <a:defRPr sz="1100"/>
            </a:pPr>
            <a:r>
              <a:t>Standard curriculum: scientific method, picots</a:t>
            </a:r>
          </a:p>
          <a:p>
            <a:pPr marL="457200" indent="-317500">
              <a:buClr>
                <a:srgbClr val="000000"/>
              </a:buClr>
              <a:buSzPts val="1100"/>
              <a:buFont typeface="Arial"/>
              <a:buChar char="●"/>
              <a:defRPr sz="1100"/>
            </a:pPr>
            <a:r>
              <a:t>Consequences: bias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28" name="Shape 1728"/>
          <p:cNvSpPr/>
          <p:nvPr>
            <p:ph type="sldImg"/>
          </p:nvPr>
        </p:nvSpPr>
        <p:spPr>
          <a:prstGeom prst="rect">
            <a:avLst/>
          </a:prstGeom>
        </p:spPr>
        <p:txBody>
          <a:bodyPr/>
          <a:lstStyle/>
          <a:p>
            <a:pPr/>
          </a:p>
        </p:txBody>
      </p:sp>
      <p:sp>
        <p:nvSpPr>
          <p:cNvPr id="1729" name="Shape 1729"/>
          <p:cNvSpPr/>
          <p:nvPr>
            <p:ph type="body" sz="quarter" idx="1"/>
          </p:nvPr>
        </p:nvSpPr>
        <p:spPr>
          <a:prstGeom prst="rect">
            <a:avLst/>
          </a:prstGeom>
        </p:spPr>
        <p:txBody>
          <a:bodyPr/>
          <a:lstStyle/>
          <a:p>
            <a:pPr marL="457200" indent="-317500">
              <a:buClr>
                <a:srgbClr val="000000"/>
              </a:buClr>
              <a:buSzPts val="1100"/>
              <a:buFont typeface="Arial"/>
              <a:buChar char="●"/>
              <a:defRPr sz="1100"/>
            </a:pPr>
            <a:r>
              <a:t>Abstract: concept to measurement, pros and cons</a:t>
            </a:r>
          </a:p>
          <a:p>
            <a:pPr marL="457200" indent="-317500">
              <a:buClr>
                <a:srgbClr val="000000"/>
              </a:buClr>
              <a:buSzPts val="1100"/>
              <a:buFont typeface="Arial"/>
              <a:buChar char="●"/>
              <a:defRPr sz="1100"/>
            </a:pPr>
            <a:r>
              <a:t>Previous: Recurring question like memes, project data comes up, course slides</a:t>
            </a:r>
          </a:p>
          <a:p>
            <a:pPr marL="457200" indent="-317500">
              <a:buClr>
                <a:srgbClr val="000000"/>
              </a:buClr>
              <a:buSzPts val="1100"/>
              <a:buFont typeface="Arial"/>
              <a:buChar char="●"/>
              <a:defRPr sz="1100"/>
            </a:pPr>
            <a:r>
              <a:t>Standard curriculum: scientific method, picots</a:t>
            </a:r>
          </a:p>
          <a:p>
            <a:pPr marL="457200" indent="-317500">
              <a:buClr>
                <a:srgbClr val="000000"/>
              </a:buClr>
              <a:buSzPts val="1100"/>
              <a:buFont typeface="Arial"/>
              <a:buChar char="●"/>
              <a:defRPr sz="1100"/>
            </a:pPr>
            <a:r>
              <a:t>Consequences: bias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34" name="Shape 1734"/>
          <p:cNvSpPr/>
          <p:nvPr>
            <p:ph type="sldImg"/>
          </p:nvPr>
        </p:nvSpPr>
        <p:spPr>
          <a:prstGeom prst="rect">
            <a:avLst/>
          </a:prstGeom>
        </p:spPr>
        <p:txBody>
          <a:bodyPr/>
          <a:lstStyle/>
          <a:p>
            <a:pPr/>
          </a:p>
        </p:txBody>
      </p:sp>
      <p:sp>
        <p:nvSpPr>
          <p:cNvPr id="1735" name="Shape 1735"/>
          <p:cNvSpPr/>
          <p:nvPr>
            <p:ph type="body" sz="quarter" idx="1"/>
          </p:nvPr>
        </p:nvSpPr>
        <p:spPr>
          <a:prstGeom prst="rect">
            <a:avLst/>
          </a:prstGeom>
        </p:spPr>
        <p:txBody>
          <a:bodyPr/>
          <a:lstStyle/>
          <a:p>
            <a:pPr marL="457200" indent="-317500">
              <a:buClr>
                <a:srgbClr val="000000"/>
              </a:buClr>
              <a:buSzPts val="1100"/>
              <a:buFont typeface="Arial"/>
              <a:buChar char="●"/>
              <a:defRPr sz="1100"/>
            </a:pPr>
            <a:r>
              <a:t>Abstract: concept to measurement, pros and cons</a:t>
            </a:r>
          </a:p>
          <a:p>
            <a:pPr marL="457200" indent="-317500">
              <a:buClr>
                <a:srgbClr val="000000"/>
              </a:buClr>
              <a:buSzPts val="1100"/>
              <a:buFont typeface="Arial"/>
              <a:buChar char="●"/>
              <a:defRPr sz="1100"/>
            </a:pPr>
            <a:r>
              <a:t>Previous: Recurring question like memes, project data comes up, course slides</a:t>
            </a:r>
          </a:p>
          <a:p>
            <a:pPr marL="457200" indent="-317500">
              <a:buClr>
                <a:srgbClr val="000000"/>
              </a:buClr>
              <a:buSzPts val="1100"/>
              <a:buFont typeface="Arial"/>
              <a:buChar char="●"/>
              <a:defRPr sz="1100"/>
            </a:pPr>
            <a:r>
              <a:t>Standard curriculum: scientific method, picots</a:t>
            </a:r>
          </a:p>
          <a:p>
            <a:pPr marL="457200" indent="-317500">
              <a:buClr>
                <a:srgbClr val="000000"/>
              </a:buClr>
              <a:buSzPts val="1100"/>
              <a:buFont typeface="Arial"/>
              <a:buChar char="●"/>
              <a:defRPr sz="1100"/>
            </a:pPr>
            <a:r>
              <a:t>Consequences: bias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40" name="Shape 1740"/>
          <p:cNvSpPr/>
          <p:nvPr>
            <p:ph type="sldImg"/>
          </p:nvPr>
        </p:nvSpPr>
        <p:spPr>
          <a:prstGeom prst="rect">
            <a:avLst/>
          </a:prstGeom>
        </p:spPr>
        <p:txBody>
          <a:bodyPr/>
          <a:lstStyle/>
          <a:p>
            <a:pPr/>
          </a:p>
        </p:txBody>
      </p:sp>
      <p:sp>
        <p:nvSpPr>
          <p:cNvPr id="1741" name="Shape 1741"/>
          <p:cNvSpPr/>
          <p:nvPr>
            <p:ph type="body" sz="quarter" idx="1"/>
          </p:nvPr>
        </p:nvSpPr>
        <p:spPr>
          <a:prstGeom prst="rect">
            <a:avLst/>
          </a:prstGeom>
        </p:spPr>
        <p:txBody>
          <a:bodyPr/>
          <a:lstStyle/>
          <a:p>
            <a:pPr marL="457200" indent="-317500">
              <a:buClr>
                <a:srgbClr val="000000"/>
              </a:buClr>
              <a:buSzPts val="1100"/>
              <a:buFont typeface="Arial"/>
              <a:buChar char="●"/>
              <a:defRPr sz="1100"/>
            </a:pPr>
            <a:r>
              <a:t>Abstract: concept to measurement, pros and cons</a:t>
            </a:r>
          </a:p>
          <a:p>
            <a:pPr marL="457200" indent="-317500">
              <a:buClr>
                <a:srgbClr val="000000"/>
              </a:buClr>
              <a:buSzPts val="1100"/>
              <a:buFont typeface="Arial"/>
              <a:buChar char="●"/>
              <a:defRPr sz="1100"/>
            </a:pPr>
            <a:r>
              <a:t>Previous: Recurring question like memes, project data comes up, course slides</a:t>
            </a:r>
          </a:p>
          <a:p>
            <a:pPr marL="457200" indent="-317500">
              <a:buClr>
                <a:srgbClr val="000000"/>
              </a:buClr>
              <a:buSzPts val="1100"/>
              <a:buFont typeface="Arial"/>
              <a:buChar char="●"/>
              <a:defRPr sz="1100"/>
            </a:pPr>
            <a:r>
              <a:t>Standard curriculum: scientific method, picots</a:t>
            </a:r>
          </a:p>
          <a:p>
            <a:pPr marL="457200" indent="-317500">
              <a:buClr>
                <a:srgbClr val="000000"/>
              </a:buClr>
              <a:buSzPts val="1100"/>
              <a:buFont typeface="Arial"/>
              <a:buChar char="●"/>
              <a:defRPr sz="1100"/>
            </a:pPr>
            <a:r>
              <a:t>Consequences: bias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47" name="Shape 1747"/>
          <p:cNvSpPr/>
          <p:nvPr>
            <p:ph type="sldImg"/>
          </p:nvPr>
        </p:nvSpPr>
        <p:spPr>
          <a:prstGeom prst="rect">
            <a:avLst/>
          </a:prstGeom>
        </p:spPr>
        <p:txBody>
          <a:bodyPr/>
          <a:lstStyle/>
          <a:p>
            <a:pPr/>
          </a:p>
        </p:txBody>
      </p:sp>
      <p:sp>
        <p:nvSpPr>
          <p:cNvPr id="1748" name="Shape 1748"/>
          <p:cNvSpPr/>
          <p:nvPr>
            <p:ph type="body" sz="quarter" idx="1"/>
          </p:nvPr>
        </p:nvSpPr>
        <p:spPr>
          <a:prstGeom prst="rect">
            <a:avLst/>
          </a:prstGeom>
        </p:spPr>
        <p:txBody>
          <a:bodyPr/>
          <a:lstStyle>
            <a:lvl1pPr marL="543790" indent="-404090">
              <a:buClr>
                <a:srgbClr val="000000"/>
              </a:buClr>
              <a:buSzPts val="1400"/>
              <a:buFont typeface="Arial"/>
              <a:buChar char="●"/>
            </a:lvl1pPr>
          </a:lstStyle>
          <a:p>
            <a:pPr/>
            <a:r>
              <a:t>Piping, base, tidy, accessing, data structures</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4" name="Shape 1754"/>
          <p:cNvSpPr/>
          <p:nvPr>
            <p:ph type="sldImg"/>
          </p:nvPr>
        </p:nvSpPr>
        <p:spPr>
          <a:prstGeom prst="rect">
            <a:avLst/>
          </a:prstGeom>
        </p:spPr>
        <p:txBody>
          <a:bodyPr/>
          <a:lstStyle/>
          <a:p>
            <a:pPr/>
          </a:p>
        </p:txBody>
      </p:sp>
      <p:sp>
        <p:nvSpPr>
          <p:cNvPr id="1755" name="Shape 1755"/>
          <p:cNvSpPr/>
          <p:nvPr>
            <p:ph type="body" sz="quarter" idx="1"/>
          </p:nvPr>
        </p:nvSpPr>
        <p:spPr>
          <a:prstGeom prst="rect">
            <a:avLst/>
          </a:prstGeom>
        </p:spPr>
        <p:txBody>
          <a:bodyPr/>
          <a:lstStyle>
            <a:lvl1pPr marL="543790" indent="-404090">
              <a:buClr>
                <a:srgbClr val="000000"/>
              </a:buClr>
              <a:buSzPts val="1400"/>
              <a:buFont typeface="Arial"/>
              <a:buChar char="●"/>
            </a:lvl1pPr>
          </a:lstStyle>
          <a:p>
            <a:pPr/>
            <a:r>
              <a:t>Talk through in words, opportunities to read documentation, translate common tasks into algorithmic thinking</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62" name="Shape 1762"/>
          <p:cNvSpPr/>
          <p:nvPr>
            <p:ph type="sldImg"/>
          </p:nvPr>
        </p:nvSpPr>
        <p:spPr>
          <a:prstGeom prst="rect">
            <a:avLst/>
          </a:prstGeom>
        </p:spPr>
        <p:txBody>
          <a:bodyPr/>
          <a:lstStyle/>
          <a:p>
            <a:pPr/>
          </a:p>
        </p:txBody>
      </p:sp>
      <p:sp>
        <p:nvSpPr>
          <p:cNvPr id="1763" name="Shape 1763"/>
          <p:cNvSpPr/>
          <p:nvPr>
            <p:ph type="body" sz="quarter" idx="1"/>
          </p:nvPr>
        </p:nvSpPr>
        <p:spPr>
          <a:prstGeom prst="rect">
            <a:avLst/>
          </a:prstGeom>
        </p:spPr>
        <p:txBody>
          <a:bodyPr/>
          <a:lstStyle>
            <a:lvl1pPr marL="543790" indent="-404090">
              <a:buClr>
                <a:srgbClr val="000000"/>
              </a:buClr>
              <a:buSzPts val="1400"/>
              <a:buFont typeface="Arial"/>
              <a:buChar char="●"/>
            </a:lvl1pPr>
          </a:lstStyle>
          <a:p>
            <a:pPr/>
            <a:r>
              <a:t>Watching plots evolve, teaching both code and design choices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69" name="Shape 1769"/>
          <p:cNvSpPr/>
          <p:nvPr>
            <p:ph type="sldImg"/>
          </p:nvPr>
        </p:nvSpPr>
        <p:spPr>
          <a:prstGeom prst="rect">
            <a:avLst/>
          </a:prstGeom>
        </p:spPr>
        <p:txBody>
          <a:bodyPr/>
          <a:lstStyle/>
          <a:p>
            <a:pPr/>
          </a:p>
        </p:txBody>
      </p:sp>
      <p:sp>
        <p:nvSpPr>
          <p:cNvPr id="1770" name="Shape 1770"/>
          <p:cNvSpPr/>
          <p:nvPr>
            <p:ph type="body" sz="quarter" idx="1"/>
          </p:nvPr>
        </p:nvSpPr>
        <p:spPr>
          <a:prstGeom prst="rect">
            <a:avLst/>
          </a:prstGeom>
        </p:spPr>
        <p:txBody>
          <a:bodyPr/>
          <a:lstStyle>
            <a:lvl1pPr marL="543790" indent="-404090">
              <a:buClr>
                <a:srgbClr val="000000"/>
              </a:buClr>
              <a:buSzPts val="1400"/>
              <a:buFont typeface="Arial"/>
              <a:buChar char="●"/>
            </a:lvl1pPr>
          </a:lstStyle>
          <a:p>
            <a:pPr/>
            <a:r>
              <a:t>Gets students to watch for details, gives them the chance to dig into syntax, also helps with interpretation</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75" name="Shape 1775"/>
          <p:cNvSpPr/>
          <p:nvPr>
            <p:ph type="sldImg"/>
          </p:nvPr>
        </p:nvSpPr>
        <p:spPr>
          <a:prstGeom prst="rect">
            <a:avLst/>
          </a:prstGeom>
        </p:spPr>
        <p:txBody>
          <a:bodyPr/>
          <a:lstStyle/>
          <a:p>
            <a:pPr/>
          </a:p>
        </p:txBody>
      </p:sp>
      <p:sp>
        <p:nvSpPr>
          <p:cNvPr id="1776" name="Shape 1776"/>
          <p:cNvSpPr/>
          <p:nvPr>
            <p:ph type="body" sz="quarter" idx="1"/>
          </p:nvPr>
        </p:nvSpPr>
        <p:spPr>
          <a:prstGeom prst="rect">
            <a:avLst/>
          </a:prstGeom>
        </p:spPr>
        <p:txBody>
          <a:bodyPr/>
          <a:lstStyle>
            <a:lvl1pPr marL="457200" indent="-317500">
              <a:buClr>
                <a:srgbClr val="000000"/>
              </a:buClr>
              <a:buSzPts val="1100"/>
              <a:buFont typeface="Arial"/>
              <a:buChar char="●"/>
              <a:defRPr sz="1100"/>
            </a:lvl1pPr>
          </a:lstStyle>
          <a:p>
            <a:pPr/>
            <a:r>
              <a:t>Spanned a wide variety of interests, pre cleaned but different formats.</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p:spTree>
      <p:nvGrpSpPr>
        <p:cNvPr id="1" name=""/>
        <p:cNvGrpSpPr/>
        <p:nvPr/>
      </p:nvGrpSpPr>
      <p:grpSpPr>
        <a:xfrm>
          <a:off x="0" y="0"/>
          <a:ext cx="0" cy="0"/>
          <a:chOff x="0" y="0"/>
          <a:chExt cx="0" cy="0"/>
        </a:xfrm>
      </p:grpSpPr>
      <p:grpSp>
        <p:nvGrpSpPr>
          <p:cNvPr id="355" name="Google Shape;6;p1"/>
          <p:cNvGrpSpPr/>
          <p:nvPr/>
        </p:nvGrpSpPr>
        <p:grpSpPr>
          <a:xfrm>
            <a:off x="-13" y="-47"/>
            <a:ext cx="9143766" cy="5143347"/>
            <a:chOff x="-6" y="-23"/>
            <a:chExt cx="9143765" cy="5143345"/>
          </a:xfrm>
        </p:grpSpPr>
        <p:sp>
          <p:nvSpPr>
            <p:cNvPr id="204" name="Google Shape;7;p1"/>
            <p:cNvSpPr/>
            <p:nvPr/>
          </p:nvSpPr>
          <p:spPr>
            <a:xfrm>
              <a:off x="-7" y="-24"/>
              <a:ext cx="9143766" cy="5143347"/>
            </a:xfrm>
            <a:prstGeom prst="rect">
              <a:avLst/>
            </a:prstGeom>
            <a:noFill/>
            <a:ln w="9525" cap="rnd">
              <a:solidFill>
                <a:schemeClr val="accent4"/>
              </a:solidFill>
              <a:prstDash val="solid"/>
              <a:round/>
            </a:ln>
            <a:effectLst/>
          </p:spPr>
          <p:txBody>
            <a:bodyPr wrap="square" lIns="0" tIns="0" rIns="0" bIns="0" numCol="1" anchor="ctr">
              <a:noAutofit/>
            </a:bodyPr>
            <a:lstStyle/>
            <a:p>
              <a:pPr>
                <a:defRPr>
                  <a:solidFill>
                    <a:srgbClr val="000000"/>
                  </a:solidFill>
                </a:defRPr>
              </a:pPr>
            </a:p>
          </p:txBody>
        </p:sp>
        <p:sp>
          <p:nvSpPr>
            <p:cNvPr id="205" name="Google Shape;8;p1"/>
            <p:cNvSpPr/>
            <p:nvPr/>
          </p:nvSpPr>
          <p:spPr>
            <a:xfrm>
              <a:off x="-7" y="504929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06" name="Google Shape;9;p1"/>
            <p:cNvSpPr/>
            <p:nvPr/>
          </p:nvSpPr>
          <p:spPr>
            <a:xfrm>
              <a:off x="-7" y="495639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07" name="Google Shape;10;p1"/>
            <p:cNvSpPr/>
            <p:nvPr/>
          </p:nvSpPr>
          <p:spPr>
            <a:xfrm>
              <a:off x="-7" y="486237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08" name="Google Shape;11;p1"/>
            <p:cNvSpPr/>
            <p:nvPr/>
          </p:nvSpPr>
          <p:spPr>
            <a:xfrm>
              <a:off x="-7" y="4769476"/>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09" name="Google Shape;12;p1"/>
            <p:cNvSpPr/>
            <p:nvPr/>
          </p:nvSpPr>
          <p:spPr>
            <a:xfrm>
              <a:off x="-7" y="4675447"/>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10" name="Google Shape;13;p1"/>
            <p:cNvSpPr/>
            <p:nvPr/>
          </p:nvSpPr>
          <p:spPr>
            <a:xfrm>
              <a:off x="-7" y="4582554"/>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11" name="Google Shape;14;p1"/>
            <p:cNvSpPr/>
            <p:nvPr/>
          </p:nvSpPr>
          <p:spPr>
            <a:xfrm>
              <a:off x="-7" y="4488524"/>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12" name="Google Shape;15;p1"/>
            <p:cNvSpPr/>
            <p:nvPr/>
          </p:nvSpPr>
          <p:spPr>
            <a:xfrm>
              <a:off x="-7" y="4395631"/>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13" name="Google Shape;16;p1"/>
            <p:cNvSpPr/>
            <p:nvPr/>
          </p:nvSpPr>
          <p:spPr>
            <a:xfrm>
              <a:off x="-7" y="430160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14" name="Google Shape;17;p1"/>
            <p:cNvSpPr/>
            <p:nvPr/>
          </p:nvSpPr>
          <p:spPr>
            <a:xfrm>
              <a:off x="-7" y="420870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15" name="Google Shape;18;p1"/>
            <p:cNvSpPr/>
            <p:nvPr/>
          </p:nvSpPr>
          <p:spPr>
            <a:xfrm>
              <a:off x="-7" y="411467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16" name="Google Shape;19;p1"/>
            <p:cNvSpPr/>
            <p:nvPr/>
          </p:nvSpPr>
          <p:spPr>
            <a:xfrm>
              <a:off x="-7" y="4020617"/>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17" name="Google Shape;20;p1"/>
            <p:cNvSpPr/>
            <p:nvPr/>
          </p:nvSpPr>
          <p:spPr>
            <a:xfrm>
              <a:off x="-7" y="3927756"/>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18" name="Google Shape;21;p1"/>
            <p:cNvSpPr/>
            <p:nvPr/>
          </p:nvSpPr>
          <p:spPr>
            <a:xfrm>
              <a:off x="-7" y="3833694"/>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19" name="Google Shape;22;p1"/>
            <p:cNvSpPr/>
            <p:nvPr/>
          </p:nvSpPr>
          <p:spPr>
            <a:xfrm>
              <a:off x="-7" y="3740833"/>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20" name="Google Shape;23;p1"/>
            <p:cNvSpPr/>
            <p:nvPr/>
          </p:nvSpPr>
          <p:spPr>
            <a:xfrm>
              <a:off x="-7" y="3646771"/>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21" name="Google Shape;24;p1"/>
            <p:cNvSpPr/>
            <p:nvPr/>
          </p:nvSpPr>
          <p:spPr>
            <a:xfrm>
              <a:off x="-7" y="355391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22" name="Google Shape;25;p1"/>
            <p:cNvSpPr/>
            <p:nvPr/>
          </p:nvSpPr>
          <p:spPr>
            <a:xfrm>
              <a:off x="-7" y="345984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23" name="Google Shape;26;p1"/>
            <p:cNvSpPr/>
            <p:nvPr/>
          </p:nvSpPr>
          <p:spPr>
            <a:xfrm>
              <a:off x="-7" y="336698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24" name="Google Shape;27;p1"/>
            <p:cNvSpPr/>
            <p:nvPr/>
          </p:nvSpPr>
          <p:spPr>
            <a:xfrm>
              <a:off x="-7" y="3272926"/>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25" name="Google Shape;28;p1"/>
            <p:cNvSpPr/>
            <p:nvPr/>
          </p:nvSpPr>
          <p:spPr>
            <a:xfrm>
              <a:off x="-7" y="3180065"/>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26" name="Google Shape;29;p1"/>
            <p:cNvSpPr/>
            <p:nvPr/>
          </p:nvSpPr>
          <p:spPr>
            <a:xfrm>
              <a:off x="-7" y="3086003"/>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27" name="Google Shape;30;p1"/>
            <p:cNvSpPr/>
            <p:nvPr/>
          </p:nvSpPr>
          <p:spPr>
            <a:xfrm>
              <a:off x="-7" y="2991941"/>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28" name="Google Shape;31;p1"/>
            <p:cNvSpPr/>
            <p:nvPr/>
          </p:nvSpPr>
          <p:spPr>
            <a:xfrm>
              <a:off x="-7" y="289908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29" name="Google Shape;32;p1"/>
            <p:cNvSpPr/>
            <p:nvPr/>
          </p:nvSpPr>
          <p:spPr>
            <a:xfrm>
              <a:off x="-7" y="280501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30" name="Google Shape;33;p1"/>
            <p:cNvSpPr/>
            <p:nvPr/>
          </p:nvSpPr>
          <p:spPr>
            <a:xfrm>
              <a:off x="-7" y="271215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31" name="Google Shape;34;p1"/>
            <p:cNvSpPr/>
            <p:nvPr/>
          </p:nvSpPr>
          <p:spPr>
            <a:xfrm>
              <a:off x="-7" y="2618096"/>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32" name="Google Shape;35;p1"/>
            <p:cNvSpPr/>
            <p:nvPr/>
          </p:nvSpPr>
          <p:spPr>
            <a:xfrm>
              <a:off x="-7" y="2525235"/>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33" name="Google Shape;36;p1"/>
            <p:cNvSpPr/>
            <p:nvPr/>
          </p:nvSpPr>
          <p:spPr>
            <a:xfrm>
              <a:off x="-7" y="2431173"/>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34" name="Google Shape;37;p1"/>
            <p:cNvSpPr/>
            <p:nvPr/>
          </p:nvSpPr>
          <p:spPr>
            <a:xfrm>
              <a:off x="-7" y="233831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35" name="Google Shape;38;p1"/>
            <p:cNvSpPr/>
            <p:nvPr/>
          </p:nvSpPr>
          <p:spPr>
            <a:xfrm>
              <a:off x="-7" y="224425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36" name="Google Shape;39;p1"/>
            <p:cNvSpPr/>
            <p:nvPr/>
          </p:nvSpPr>
          <p:spPr>
            <a:xfrm>
              <a:off x="-7" y="215138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37" name="Google Shape;40;p1"/>
            <p:cNvSpPr/>
            <p:nvPr/>
          </p:nvSpPr>
          <p:spPr>
            <a:xfrm>
              <a:off x="-7" y="205732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38" name="Google Shape;41;p1"/>
            <p:cNvSpPr/>
            <p:nvPr/>
          </p:nvSpPr>
          <p:spPr>
            <a:xfrm>
              <a:off x="-7" y="1963266"/>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39" name="Google Shape;42;p1"/>
            <p:cNvSpPr/>
            <p:nvPr/>
          </p:nvSpPr>
          <p:spPr>
            <a:xfrm>
              <a:off x="-7" y="1870405"/>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40" name="Google Shape;43;p1"/>
            <p:cNvSpPr/>
            <p:nvPr/>
          </p:nvSpPr>
          <p:spPr>
            <a:xfrm>
              <a:off x="-7" y="1776343"/>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41" name="Google Shape;44;p1"/>
            <p:cNvSpPr/>
            <p:nvPr/>
          </p:nvSpPr>
          <p:spPr>
            <a:xfrm>
              <a:off x="-7" y="168348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42" name="Google Shape;45;p1"/>
            <p:cNvSpPr/>
            <p:nvPr/>
          </p:nvSpPr>
          <p:spPr>
            <a:xfrm>
              <a:off x="-7" y="158942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43" name="Google Shape;46;p1"/>
            <p:cNvSpPr/>
            <p:nvPr/>
          </p:nvSpPr>
          <p:spPr>
            <a:xfrm>
              <a:off x="-7" y="149655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44" name="Google Shape;47;p1"/>
            <p:cNvSpPr/>
            <p:nvPr/>
          </p:nvSpPr>
          <p:spPr>
            <a:xfrm>
              <a:off x="-7" y="140249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45" name="Google Shape;48;p1"/>
            <p:cNvSpPr/>
            <p:nvPr/>
          </p:nvSpPr>
          <p:spPr>
            <a:xfrm>
              <a:off x="-7" y="1309637"/>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46" name="Google Shape;49;p1"/>
            <p:cNvSpPr/>
            <p:nvPr/>
          </p:nvSpPr>
          <p:spPr>
            <a:xfrm>
              <a:off x="-7" y="1215575"/>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47" name="Google Shape;50;p1"/>
            <p:cNvSpPr/>
            <p:nvPr/>
          </p:nvSpPr>
          <p:spPr>
            <a:xfrm>
              <a:off x="-7" y="1122714"/>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48" name="Google Shape;51;p1"/>
            <p:cNvSpPr/>
            <p:nvPr/>
          </p:nvSpPr>
          <p:spPr>
            <a:xfrm>
              <a:off x="-7" y="102865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49" name="Google Shape;52;p1"/>
            <p:cNvSpPr/>
            <p:nvPr/>
          </p:nvSpPr>
          <p:spPr>
            <a:xfrm>
              <a:off x="-7" y="93459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50" name="Google Shape;53;p1"/>
            <p:cNvSpPr/>
            <p:nvPr/>
          </p:nvSpPr>
          <p:spPr>
            <a:xfrm>
              <a:off x="-7" y="84172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51" name="Google Shape;54;p1"/>
            <p:cNvSpPr/>
            <p:nvPr/>
          </p:nvSpPr>
          <p:spPr>
            <a:xfrm>
              <a:off x="-7" y="74766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52" name="Google Shape;55;p1"/>
            <p:cNvSpPr/>
            <p:nvPr/>
          </p:nvSpPr>
          <p:spPr>
            <a:xfrm>
              <a:off x="-7" y="654807"/>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53" name="Google Shape;56;p1"/>
            <p:cNvSpPr/>
            <p:nvPr/>
          </p:nvSpPr>
          <p:spPr>
            <a:xfrm>
              <a:off x="-7" y="560745"/>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54" name="Google Shape;57;p1"/>
            <p:cNvSpPr/>
            <p:nvPr/>
          </p:nvSpPr>
          <p:spPr>
            <a:xfrm>
              <a:off x="-7" y="467884"/>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55" name="Google Shape;58;p1"/>
            <p:cNvSpPr/>
            <p:nvPr/>
          </p:nvSpPr>
          <p:spPr>
            <a:xfrm>
              <a:off x="-7" y="37382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56" name="Google Shape;59;p1"/>
            <p:cNvSpPr/>
            <p:nvPr/>
          </p:nvSpPr>
          <p:spPr>
            <a:xfrm>
              <a:off x="-7" y="280961"/>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57" name="Google Shape;60;p1"/>
            <p:cNvSpPr/>
            <p:nvPr/>
          </p:nvSpPr>
          <p:spPr>
            <a:xfrm>
              <a:off x="-7" y="18689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58" name="Google Shape;61;p1"/>
            <p:cNvSpPr/>
            <p:nvPr/>
          </p:nvSpPr>
          <p:spPr>
            <a:xfrm>
              <a:off x="-7" y="9403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59" name="Google Shape;62;p1"/>
            <p:cNvSpPr/>
            <p:nvPr/>
          </p:nvSpPr>
          <p:spPr>
            <a:xfrm flipH="1">
              <a:off x="904972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60" name="Google Shape;63;p1"/>
            <p:cNvSpPr/>
            <p:nvPr/>
          </p:nvSpPr>
          <p:spPr>
            <a:xfrm flipH="1">
              <a:off x="895566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61" name="Google Shape;64;p1"/>
            <p:cNvSpPr/>
            <p:nvPr/>
          </p:nvSpPr>
          <p:spPr>
            <a:xfrm flipH="1">
              <a:off x="886040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62" name="Google Shape;65;p1"/>
            <p:cNvSpPr/>
            <p:nvPr/>
          </p:nvSpPr>
          <p:spPr>
            <a:xfrm flipH="1">
              <a:off x="876634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63" name="Google Shape;66;p1"/>
            <p:cNvSpPr/>
            <p:nvPr/>
          </p:nvSpPr>
          <p:spPr>
            <a:xfrm flipH="1">
              <a:off x="867228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64" name="Google Shape;67;p1"/>
            <p:cNvSpPr/>
            <p:nvPr/>
          </p:nvSpPr>
          <p:spPr>
            <a:xfrm flipH="1">
              <a:off x="857825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65" name="Google Shape;68;p1"/>
            <p:cNvSpPr/>
            <p:nvPr/>
          </p:nvSpPr>
          <p:spPr>
            <a:xfrm flipH="1">
              <a:off x="848418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66" name="Google Shape;69;p1"/>
            <p:cNvSpPr/>
            <p:nvPr/>
          </p:nvSpPr>
          <p:spPr>
            <a:xfrm flipH="1">
              <a:off x="839012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67" name="Google Shape;70;p1"/>
            <p:cNvSpPr/>
            <p:nvPr/>
          </p:nvSpPr>
          <p:spPr>
            <a:xfrm flipH="1">
              <a:off x="829486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68" name="Google Shape;71;p1"/>
            <p:cNvSpPr/>
            <p:nvPr/>
          </p:nvSpPr>
          <p:spPr>
            <a:xfrm flipH="1">
              <a:off x="820083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69" name="Google Shape;72;p1"/>
            <p:cNvSpPr/>
            <p:nvPr/>
          </p:nvSpPr>
          <p:spPr>
            <a:xfrm flipH="1">
              <a:off x="810677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70" name="Google Shape;73;p1"/>
            <p:cNvSpPr/>
            <p:nvPr/>
          </p:nvSpPr>
          <p:spPr>
            <a:xfrm flipH="1">
              <a:off x="801271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71" name="Google Shape;74;p1"/>
            <p:cNvSpPr/>
            <p:nvPr/>
          </p:nvSpPr>
          <p:spPr>
            <a:xfrm flipH="1">
              <a:off x="791865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72" name="Google Shape;75;p1"/>
            <p:cNvSpPr/>
            <p:nvPr/>
          </p:nvSpPr>
          <p:spPr>
            <a:xfrm flipH="1">
              <a:off x="782458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73" name="Google Shape;76;p1"/>
            <p:cNvSpPr/>
            <p:nvPr/>
          </p:nvSpPr>
          <p:spPr>
            <a:xfrm flipH="1">
              <a:off x="772935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74" name="Google Shape;77;p1"/>
            <p:cNvSpPr/>
            <p:nvPr/>
          </p:nvSpPr>
          <p:spPr>
            <a:xfrm flipH="1">
              <a:off x="763529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75" name="Google Shape;78;p1"/>
            <p:cNvSpPr/>
            <p:nvPr/>
          </p:nvSpPr>
          <p:spPr>
            <a:xfrm flipH="1">
              <a:off x="754123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76" name="Google Shape;79;p1"/>
            <p:cNvSpPr/>
            <p:nvPr/>
          </p:nvSpPr>
          <p:spPr>
            <a:xfrm flipH="1">
              <a:off x="744717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77" name="Google Shape;80;p1"/>
            <p:cNvSpPr/>
            <p:nvPr/>
          </p:nvSpPr>
          <p:spPr>
            <a:xfrm flipH="1">
              <a:off x="735311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78" name="Google Shape;81;p1"/>
            <p:cNvSpPr/>
            <p:nvPr/>
          </p:nvSpPr>
          <p:spPr>
            <a:xfrm flipH="1">
              <a:off x="725788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79" name="Google Shape;82;p1"/>
            <p:cNvSpPr/>
            <p:nvPr/>
          </p:nvSpPr>
          <p:spPr>
            <a:xfrm flipH="1">
              <a:off x="716381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80" name="Google Shape;83;p1"/>
            <p:cNvSpPr/>
            <p:nvPr/>
          </p:nvSpPr>
          <p:spPr>
            <a:xfrm flipH="1">
              <a:off x="706975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81" name="Google Shape;84;p1"/>
            <p:cNvSpPr/>
            <p:nvPr/>
          </p:nvSpPr>
          <p:spPr>
            <a:xfrm flipH="1">
              <a:off x="697569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82" name="Google Shape;85;p1"/>
            <p:cNvSpPr/>
            <p:nvPr/>
          </p:nvSpPr>
          <p:spPr>
            <a:xfrm flipH="1">
              <a:off x="688163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83" name="Google Shape;86;p1"/>
            <p:cNvSpPr/>
            <p:nvPr/>
          </p:nvSpPr>
          <p:spPr>
            <a:xfrm flipH="1">
              <a:off x="678757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84" name="Google Shape;87;p1"/>
            <p:cNvSpPr/>
            <p:nvPr/>
          </p:nvSpPr>
          <p:spPr>
            <a:xfrm flipH="1">
              <a:off x="669234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85" name="Google Shape;88;p1"/>
            <p:cNvSpPr/>
            <p:nvPr/>
          </p:nvSpPr>
          <p:spPr>
            <a:xfrm flipH="1">
              <a:off x="659827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86" name="Google Shape;89;p1"/>
            <p:cNvSpPr/>
            <p:nvPr/>
          </p:nvSpPr>
          <p:spPr>
            <a:xfrm flipH="1">
              <a:off x="650421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87" name="Google Shape;90;p1"/>
            <p:cNvSpPr/>
            <p:nvPr/>
          </p:nvSpPr>
          <p:spPr>
            <a:xfrm flipH="1">
              <a:off x="641015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88" name="Google Shape;91;p1"/>
            <p:cNvSpPr/>
            <p:nvPr/>
          </p:nvSpPr>
          <p:spPr>
            <a:xfrm flipH="1">
              <a:off x="631609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89" name="Google Shape;92;p1"/>
            <p:cNvSpPr/>
            <p:nvPr/>
          </p:nvSpPr>
          <p:spPr>
            <a:xfrm flipH="1">
              <a:off x="622206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90" name="Google Shape;93;p1"/>
            <p:cNvSpPr/>
            <p:nvPr/>
          </p:nvSpPr>
          <p:spPr>
            <a:xfrm flipH="1">
              <a:off x="612680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91" name="Google Shape;94;p1"/>
            <p:cNvSpPr/>
            <p:nvPr/>
          </p:nvSpPr>
          <p:spPr>
            <a:xfrm flipH="1">
              <a:off x="603273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92" name="Google Shape;95;p1"/>
            <p:cNvSpPr/>
            <p:nvPr/>
          </p:nvSpPr>
          <p:spPr>
            <a:xfrm flipH="1">
              <a:off x="593867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93" name="Google Shape;96;p1"/>
            <p:cNvSpPr/>
            <p:nvPr/>
          </p:nvSpPr>
          <p:spPr>
            <a:xfrm flipH="1">
              <a:off x="584464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94" name="Google Shape;97;p1"/>
            <p:cNvSpPr/>
            <p:nvPr/>
          </p:nvSpPr>
          <p:spPr>
            <a:xfrm flipH="1">
              <a:off x="575058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95" name="Google Shape;98;p1"/>
            <p:cNvSpPr/>
            <p:nvPr/>
          </p:nvSpPr>
          <p:spPr>
            <a:xfrm flipH="1">
              <a:off x="565652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96" name="Google Shape;99;p1"/>
            <p:cNvSpPr/>
            <p:nvPr/>
          </p:nvSpPr>
          <p:spPr>
            <a:xfrm flipH="1">
              <a:off x="556126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97" name="Google Shape;100;p1"/>
            <p:cNvSpPr/>
            <p:nvPr/>
          </p:nvSpPr>
          <p:spPr>
            <a:xfrm flipH="1">
              <a:off x="546720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98" name="Google Shape;101;p1"/>
            <p:cNvSpPr/>
            <p:nvPr/>
          </p:nvSpPr>
          <p:spPr>
            <a:xfrm flipH="1">
              <a:off x="537317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99" name="Google Shape;102;p1"/>
            <p:cNvSpPr/>
            <p:nvPr/>
          </p:nvSpPr>
          <p:spPr>
            <a:xfrm flipH="1">
              <a:off x="527910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00" name="Google Shape;103;p1"/>
            <p:cNvSpPr/>
            <p:nvPr/>
          </p:nvSpPr>
          <p:spPr>
            <a:xfrm flipH="1">
              <a:off x="518504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01" name="Google Shape;104;p1"/>
            <p:cNvSpPr/>
            <p:nvPr/>
          </p:nvSpPr>
          <p:spPr>
            <a:xfrm flipH="1">
              <a:off x="508978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02" name="Google Shape;105;p1"/>
            <p:cNvSpPr/>
            <p:nvPr/>
          </p:nvSpPr>
          <p:spPr>
            <a:xfrm flipH="1">
              <a:off x="499575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03" name="Google Shape;106;p1"/>
            <p:cNvSpPr/>
            <p:nvPr/>
          </p:nvSpPr>
          <p:spPr>
            <a:xfrm flipH="1">
              <a:off x="490169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04" name="Google Shape;107;p1"/>
            <p:cNvSpPr/>
            <p:nvPr/>
          </p:nvSpPr>
          <p:spPr>
            <a:xfrm flipH="1">
              <a:off x="480763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05" name="Google Shape;108;p1"/>
            <p:cNvSpPr/>
            <p:nvPr/>
          </p:nvSpPr>
          <p:spPr>
            <a:xfrm flipH="1">
              <a:off x="471356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06" name="Google Shape;109;p1"/>
            <p:cNvSpPr/>
            <p:nvPr/>
          </p:nvSpPr>
          <p:spPr>
            <a:xfrm flipH="1">
              <a:off x="461950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07" name="Google Shape;110;p1"/>
            <p:cNvSpPr/>
            <p:nvPr/>
          </p:nvSpPr>
          <p:spPr>
            <a:xfrm flipH="1">
              <a:off x="452427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08" name="Google Shape;111;p1"/>
            <p:cNvSpPr/>
            <p:nvPr/>
          </p:nvSpPr>
          <p:spPr>
            <a:xfrm flipH="1">
              <a:off x="443021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09" name="Google Shape;112;p1"/>
            <p:cNvSpPr/>
            <p:nvPr/>
          </p:nvSpPr>
          <p:spPr>
            <a:xfrm flipH="1">
              <a:off x="433615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10" name="Google Shape;113;p1"/>
            <p:cNvSpPr/>
            <p:nvPr/>
          </p:nvSpPr>
          <p:spPr>
            <a:xfrm flipH="1">
              <a:off x="424209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11" name="Google Shape;114;p1"/>
            <p:cNvSpPr/>
            <p:nvPr/>
          </p:nvSpPr>
          <p:spPr>
            <a:xfrm flipH="1">
              <a:off x="414802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12" name="Google Shape;115;p1"/>
            <p:cNvSpPr/>
            <p:nvPr/>
          </p:nvSpPr>
          <p:spPr>
            <a:xfrm flipH="1">
              <a:off x="405396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13" name="Google Shape;116;p1"/>
            <p:cNvSpPr/>
            <p:nvPr/>
          </p:nvSpPr>
          <p:spPr>
            <a:xfrm flipH="1">
              <a:off x="395873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14" name="Google Shape;117;p1"/>
            <p:cNvSpPr/>
            <p:nvPr/>
          </p:nvSpPr>
          <p:spPr>
            <a:xfrm flipH="1">
              <a:off x="386467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15" name="Google Shape;118;p1"/>
            <p:cNvSpPr/>
            <p:nvPr/>
          </p:nvSpPr>
          <p:spPr>
            <a:xfrm flipH="1">
              <a:off x="377061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16" name="Google Shape;119;p1"/>
            <p:cNvSpPr/>
            <p:nvPr/>
          </p:nvSpPr>
          <p:spPr>
            <a:xfrm flipH="1">
              <a:off x="367655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17" name="Google Shape;120;p1"/>
            <p:cNvSpPr/>
            <p:nvPr/>
          </p:nvSpPr>
          <p:spPr>
            <a:xfrm flipH="1">
              <a:off x="358249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18" name="Google Shape;121;p1"/>
            <p:cNvSpPr/>
            <p:nvPr/>
          </p:nvSpPr>
          <p:spPr>
            <a:xfrm flipH="1">
              <a:off x="348726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19" name="Google Shape;122;p1"/>
            <p:cNvSpPr/>
            <p:nvPr/>
          </p:nvSpPr>
          <p:spPr>
            <a:xfrm flipH="1">
              <a:off x="339319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20" name="Google Shape;123;p1"/>
            <p:cNvSpPr/>
            <p:nvPr/>
          </p:nvSpPr>
          <p:spPr>
            <a:xfrm flipH="1">
              <a:off x="329913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21" name="Google Shape;124;p1"/>
            <p:cNvSpPr/>
            <p:nvPr/>
          </p:nvSpPr>
          <p:spPr>
            <a:xfrm flipH="1">
              <a:off x="320507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22" name="Google Shape;125;p1"/>
            <p:cNvSpPr/>
            <p:nvPr/>
          </p:nvSpPr>
          <p:spPr>
            <a:xfrm flipH="1">
              <a:off x="311104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23" name="Google Shape;126;p1"/>
            <p:cNvSpPr/>
            <p:nvPr/>
          </p:nvSpPr>
          <p:spPr>
            <a:xfrm flipH="1">
              <a:off x="301698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24" name="Google Shape;127;p1"/>
            <p:cNvSpPr/>
            <p:nvPr/>
          </p:nvSpPr>
          <p:spPr>
            <a:xfrm flipH="1">
              <a:off x="292172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25" name="Google Shape;128;p1"/>
            <p:cNvSpPr/>
            <p:nvPr/>
          </p:nvSpPr>
          <p:spPr>
            <a:xfrm flipH="1">
              <a:off x="282765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26" name="Google Shape;129;p1"/>
            <p:cNvSpPr/>
            <p:nvPr/>
          </p:nvSpPr>
          <p:spPr>
            <a:xfrm flipH="1">
              <a:off x="273359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27" name="Google Shape;130;p1"/>
            <p:cNvSpPr/>
            <p:nvPr/>
          </p:nvSpPr>
          <p:spPr>
            <a:xfrm flipH="1">
              <a:off x="263956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28" name="Google Shape;131;p1"/>
            <p:cNvSpPr/>
            <p:nvPr/>
          </p:nvSpPr>
          <p:spPr>
            <a:xfrm flipH="1">
              <a:off x="254550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29" name="Google Shape;132;p1"/>
            <p:cNvSpPr/>
            <p:nvPr/>
          </p:nvSpPr>
          <p:spPr>
            <a:xfrm flipH="1">
              <a:off x="245144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30" name="Google Shape;133;p1"/>
            <p:cNvSpPr/>
            <p:nvPr/>
          </p:nvSpPr>
          <p:spPr>
            <a:xfrm flipH="1">
              <a:off x="235618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31" name="Google Shape;134;p1"/>
            <p:cNvSpPr/>
            <p:nvPr/>
          </p:nvSpPr>
          <p:spPr>
            <a:xfrm flipH="1">
              <a:off x="226211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32" name="Google Shape;135;p1"/>
            <p:cNvSpPr/>
            <p:nvPr/>
          </p:nvSpPr>
          <p:spPr>
            <a:xfrm flipH="1">
              <a:off x="216808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33" name="Google Shape;136;p1"/>
            <p:cNvSpPr/>
            <p:nvPr/>
          </p:nvSpPr>
          <p:spPr>
            <a:xfrm flipH="1">
              <a:off x="207402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34" name="Google Shape;137;p1"/>
            <p:cNvSpPr/>
            <p:nvPr/>
          </p:nvSpPr>
          <p:spPr>
            <a:xfrm flipH="1">
              <a:off x="197996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35" name="Google Shape;138;p1"/>
            <p:cNvSpPr/>
            <p:nvPr/>
          </p:nvSpPr>
          <p:spPr>
            <a:xfrm flipH="1">
              <a:off x="188590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36" name="Google Shape;139;p1"/>
            <p:cNvSpPr/>
            <p:nvPr/>
          </p:nvSpPr>
          <p:spPr>
            <a:xfrm flipH="1">
              <a:off x="179067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37" name="Google Shape;140;p1"/>
            <p:cNvSpPr/>
            <p:nvPr/>
          </p:nvSpPr>
          <p:spPr>
            <a:xfrm flipH="1">
              <a:off x="169661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38" name="Google Shape;141;p1"/>
            <p:cNvSpPr/>
            <p:nvPr/>
          </p:nvSpPr>
          <p:spPr>
            <a:xfrm flipH="1">
              <a:off x="160255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39" name="Google Shape;142;p1"/>
            <p:cNvSpPr/>
            <p:nvPr/>
          </p:nvSpPr>
          <p:spPr>
            <a:xfrm flipH="1">
              <a:off x="150848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40" name="Google Shape;143;p1"/>
            <p:cNvSpPr/>
            <p:nvPr/>
          </p:nvSpPr>
          <p:spPr>
            <a:xfrm flipH="1">
              <a:off x="141442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41" name="Google Shape;144;p1"/>
            <p:cNvSpPr/>
            <p:nvPr/>
          </p:nvSpPr>
          <p:spPr>
            <a:xfrm flipH="1">
              <a:off x="131919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42" name="Google Shape;145;p1"/>
            <p:cNvSpPr/>
            <p:nvPr/>
          </p:nvSpPr>
          <p:spPr>
            <a:xfrm flipH="1">
              <a:off x="122513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43" name="Google Shape;146;p1"/>
            <p:cNvSpPr/>
            <p:nvPr/>
          </p:nvSpPr>
          <p:spPr>
            <a:xfrm flipH="1">
              <a:off x="113107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44" name="Google Shape;147;p1"/>
            <p:cNvSpPr/>
            <p:nvPr/>
          </p:nvSpPr>
          <p:spPr>
            <a:xfrm flipH="1">
              <a:off x="103701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45" name="Google Shape;148;p1"/>
            <p:cNvSpPr/>
            <p:nvPr/>
          </p:nvSpPr>
          <p:spPr>
            <a:xfrm flipH="1">
              <a:off x="94294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46" name="Google Shape;149;p1"/>
            <p:cNvSpPr/>
            <p:nvPr/>
          </p:nvSpPr>
          <p:spPr>
            <a:xfrm flipH="1">
              <a:off x="84888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47" name="Google Shape;150;p1"/>
            <p:cNvSpPr/>
            <p:nvPr/>
          </p:nvSpPr>
          <p:spPr>
            <a:xfrm flipH="1">
              <a:off x="75365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48" name="Google Shape;151;p1"/>
            <p:cNvSpPr/>
            <p:nvPr/>
          </p:nvSpPr>
          <p:spPr>
            <a:xfrm flipH="1">
              <a:off x="65959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49" name="Google Shape;152;p1"/>
            <p:cNvSpPr/>
            <p:nvPr/>
          </p:nvSpPr>
          <p:spPr>
            <a:xfrm flipH="1">
              <a:off x="56553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50" name="Google Shape;153;p1"/>
            <p:cNvSpPr/>
            <p:nvPr/>
          </p:nvSpPr>
          <p:spPr>
            <a:xfrm flipH="1">
              <a:off x="47147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51" name="Google Shape;154;p1"/>
            <p:cNvSpPr/>
            <p:nvPr/>
          </p:nvSpPr>
          <p:spPr>
            <a:xfrm flipH="1">
              <a:off x="37740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52" name="Google Shape;155;p1"/>
            <p:cNvSpPr/>
            <p:nvPr/>
          </p:nvSpPr>
          <p:spPr>
            <a:xfrm flipH="1">
              <a:off x="28338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53" name="Google Shape;156;p1"/>
            <p:cNvSpPr/>
            <p:nvPr/>
          </p:nvSpPr>
          <p:spPr>
            <a:xfrm flipH="1">
              <a:off x="18811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54" name="Google Shape;157;p1"/>
            <p:cNvSpPr/>
            <p:nvPr/>
          </p:nvSpPr>
          <p:spPr>
            <a:xfrm flipH="1">
              <a:off x="9405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grpSp>
      <p:sp>
        <p:nvSpPr>
          <p:cNvPr id="356" name="Title Text"/>
          <p:cNvSpPr txBox="1"/>
          <p:nvPr>
            <p:ph type="title"/>
          </p:nvPr>
        </p:nvSpPr>
        <p:spPr>
          <a:xfrm>
            <a:off x="2305099" y="1161049"/>
            <a:ext cx="6153002" cy="1159802"/>
          </a:xfrm>
          <a:prstGeom prst="rect">
            <a:avLst/>
          </a:prstGeom>
        </p:spPr>
        <p:txBody>
          <a:bodyPr anchor="ctr">
            <a:normAutofit fontScale="100000" lnSpcReduction="0"/>
          </a:bodyPr>
          <a:lstStyle>
            <a:lvl1pPr algn="r">
              <a:defRPr sz="4800">
                <a:solidFill>
                  <a:srgbClr val="1C4587"/>
                </a:solidFill>
              </a:defRPr>
            </a:lvl1pPr>
          </a:lstStyle>
          <a:p>
            <a:pPr/>
            <a:r>
              <a:t>Title Text</a:t>
            </a:r>
          </a:p>
        </p:txBody>
      </p:sp>
      <p:sp>
        <p:nvSpPr>
          <p:cNvPr id="357" name="Google Shape;163;p2"/>
          <p:cNvSpPr/>
          <p:nvPr/>
        </p:nvSpPr>
        <p:spPr>
          <a:xfrm>
            <a:off x="723742" y="4220090"/>
            <a:ext cx="794826" cy="98573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721" y="4505"/>
                </a:moveTo>
                <a:lnTo>
                  <a:pt x="12871" y="4545"/>
                </a:lnTo>
                <a:lnTo>
                  <a:pt x="12970" y="4586"/>
                </a:lnTo>
                <a:lnTo>
                  <a:pt x="13119" y="4746"/>
                </a:lnTo>
                <a:lnTo>
                  <a:pt x="13219" y="4988"/>
                </a:lnTo>
                <a:lnTo>
                  <a:pt x="13219" y="5310"/>
                </a:lnTo>
                <a:lnTo>
                  <a:pt x="13170" y="5350"/>
                </a:lnTo>
                <a:lnTo>
                  <a:pt x="13020" y="5430"/>
                </a:lnTo>
                <a:lnTo>
                  <a:pt x="12770" y="5430"/>
                </a:lnTo>
                <a:lnTo>
                  <a:pt x="12721" y="5390"/>
                </a:lnTo>
                <a:lnTo>
                  <a:pt x="12620" y="5310"/>
                </a:lnTo>
                <a:lnTo>
                  <a:pt x="12521" y="5148"/>
                </a:lnTo>
                <a:lnTo>
                  <a:pt x="12471" y="4988"/>
                </a:lnTo>
                <a:lnTo>
                  <a:pt x="12471" y="4746"/>
                </a:lnTo>
                <a:lnTo>
                  <a:pt x="12571" y="4505"/>
                </a:lnTo>
                <a:close/>
                <a:moveTo>
                  <a:pt x="12721" y="4063"/>
                </a:moveTo>
                <a:lnTo>
                  <a:pt x="12571" y="4103"/>
                </a:lnTo>
                <a:lnTo>
                  <a:pt x="12422" y="4143"/>
                </a:lnTo>
                <a:lnTo>
                  <a:pt x="12272" y="4224"/>
                </a:lnTo>
                <a:lnTo>
                  <a:pt x="12222" y="4304"/>
                </a:lnTo>
                <a:lnTo>
                  <a:pt x="12121" y="4384"/>
                </a:lnTo>
                <a:lnTo>
                  <a:pt x="12022" y="4625"/>
                </a:lnTo>
                <a:lnTo>
                  <a:pt x="11972" y="4907"/>
                </a:lnTo>
                <a:lnTo>
                  <a:pt x="11972" y="5109"/>
                </a:lnTo>
                <a:lnTo>
                  <a:pt x="12022" y="5269"/>
                </a:lnTo>
                <a:lnTo>
                  <a:pt x="12072" y="5430"/>
                </a:lnTo>
                <a:lnTo>
                  <a:pt x="12222" y="5591"/>
                </a:lnTo>
                <a:lnTo>
                  <a:pt x="12371" y="5712"/>
                </a:lnTo>
                <a:lnTo>
                  <a:pt x="12571" y="5792"/>
                </a:lnTo>
                <a:lnTo>
                  <a:pt x="12770" y="5872"/>
                </a:lnTo>
                <a:lnTo>
                  <a:pt x="12970" y="5872"/>
                </a:lnTo>
                <a:lnTo>
                  <a:pt x="13219" y="5833"/>
                </a:lnTo>
                <a:lnTo>
                  <a:pt x="13419" y="5751"/>
                </a:lnTo>
                <a:lnTo>
                  <a:pt x="13618" y="5631"/>
                </a:lnTo>
                <a:lnTo>
                  <a:pt x="13718" y="5471"/>
                </a:lnTo>
                <a:lnTo>
                  <a:pt x="13768" y="5269"/>
                </a:lnTo>
                <a:lnTo>
                  <a:pt x="13768" y="5109"/>
                </a:lnTo>
                <a:lnTo>
                  <a:pt x="13718" y="4907"/>
                </a:lnTo>
                <a:lnTo>
                  <a:pt x="13669" y="4706"/>
                </a:lnTo>
                <a:lnTo>
                  <a:pt x="13568" y="4545"/>
                </a:lnTo>
                <a:lnTo>
                  <a:pt x="13469" y="4384"/>
                </a:lnTo>
                <a:lnTo>
                  <a:pt x="13319" y="4263"/>
                </a:lnTo>
                <a:lnTo>
                  <a:pt x="13119" y="4143"/>
                </a:lnTo>
                <a:lnTo>
                  <a:pt x="12919" y="4103"/>
                </a:lnTo>
                <a:lnTo>
                  <a:pt x="12721" y="4063"/>
                </a:lnTo>
                <a:close/>
                <a:moveTo>
                  <a:pt x="15314" y="7321"/>
                </a:moveTo>
                <a:lnTo>
                  <a:pt x="15314" y="7441"/>
                </a:lnTo>
                <a:lnTo>
                  <a:pt x="15264" y="7521"/>
                </a:lnTo>
                <a:lnTo>
                  <a:pt x="15165" y="7602"/>
                </a:lnTo>
                <a:lnTo>
                  <a:pt x="15015" y="7682"/>
                </a:lnTo>
                <a:lnTo>
                  <a:pt x="14666" y="7803"/>
                </a:lnTo>
                <a:lnTo>
                  <a:pt x="14417" y="7884"/>
                </a:lnTo>
                <a:lnTo>
                  <a:pt x="13319" y="8286"/>
                </a:lnTo>
                <a:lnTo>
                  <a:pt x="13219" y="7964"/>
                </a:lnTo>
                <a:lnTo>
                  <a:pt x="14467" y="7482"/>
                </a:lnTo>
                <a:lnTo>
                  <a:pt x="15065" y="7321"/>
                </a:lnTo>
                <a:close/>
                <a:moveTo>
                  <a:pt x="15114" y="6879"/>
                </a:moveTo>
                <a:lnTo>
                  <a:pt x="14766" y="6959"/>
                </a:lnTo>
                <a:lnTo>
                  <a:pt x="13669" y="7280"/>
                </a:lnTo>
                <a:lnTo>
                  <a:pt x="13119" y="7482"/>
                </a:lnTo>
                <a:lnTo>
                  <a:pt x="12620" y="7682"/>
                </a:lnTo>
                <a:lnTo>
                  <a:pt x="12521" y="7764"/>
                </a:lnTo>
                <a:lnTo>
                  <a:pt x="12521" y="7964"/>
                </a:lnTo>
                <a:lnTo>
                  <a:pt x="12671" y="8044"/>
                </a:lnTo>
                <a:lnTo>
                  <a:pt x="12871" y="8044"/>
                </a:lnTo>
                <a:lnTo>
                  <a:pt x="12871" y="8326"/>
                </a:lnTo>
                <a:lnTo>
                  <a:pt x="12970" y="8567"/>
                </a:lnTo>
                <a:lnTo>
                  <a:pt x="13020" y="8649"/>
                </a:lnTo>
                <a:lnTo>
                  <a:pt x="13119" y="8688"/>
                </a:lnTo>
                <a:lnTo>
                  <a:pt x="13269" y="8688"/>
                </a:lnTo>
                <a:lnTo>
                  <a:pt x="14267" y="8367"/>
                </a:lnTo>
                <a:lnTo>
                  <a:pt x="14766" y="8206"/>
                </a:lnTo>
                <a:lnTo>
                  <a:pt x="15264" y="8044"/>
                </a:lnTo>
                <a:lnTo>
                  <a:pt x="15514" y="7884"/>
                </a:lnTo>
                <a:lnTo>
                  <a:pt x="15714" y="7682"/>
                </a:lnTo>
                <a:lnTo>
                  <a:pt x="15813" y="7562"/>
                </a:lnTo>
                <a:lnTo>
                  <a:pt x="15813" y="7321"/>
                </a:lnTo>
                <a:lnTo>
                  <a:pt x="15763" y="7200"/>
                </a:lnTo>
                <a:lnTo>
                  <a:pt x="15714" y="7039"/>
                </a:lnTo>
                <a:lnTo>
                  <a:pt x="15614" y="6959"/>
                </a:lnTo>
                <a:lnTo>
                  <a:pt x="15464" y="6879"/>
                </a:lnTo>
                <a:close/>
                <a:moveTo>
                  <a:pt x="13867" y="3137"/>
                </a:moveTo>
                <a:lnTo>
                  <a:pt x="13918" y="3540"/>
                </a:lnTo>
                <a:lnTo>
                  <a:pt x="14067" y="3942"/>
                </a:lnTo>
                <a:lnTo>
                  <a:pt x="14366" y="4706"/>
                </a:lnTo>
                <a:lnTo>
                  <a:pt x="14716" y="5551"/>
                </a:lnTo>
                <a:lnTo>
                  <a:pt x="14815" y="5792"/>
                </a:lnTo>
                <a:lnTo>
                  <a:pt x="12272" y="6636"/>
                </a:lnTo>
                <a:lnTo>
                  <a:pt x="9728" y="7441"/>
                </a:lnTo>
                <a:lnTo>
                  <a:pt x="7034" y="8326"/>
                </a:lnTo>
                <a:lnTo>
                  <a:pt x="5637" y="8769"/>
                </a:lnTo>
                <a:lnTo>
                  <a:pt x="5188" y="8929"/>
                </a:lnTo>
                <a:lnTo>
                  <a:pt x="4739" y="9090"/>
                </a:lnTo>
                <a:lnTo>
                  <a:pt x="4440" y="8649"/>
                </a:lnTo>
                <a:lnTo>
                  <a:pt x="4140" y="8165"/>
                </a:lnTo>
                <a:lnTo>
                  <a:pt x="3642" y="7200"/>
                </a:lnTo>
                <a:lnTo>
                  <a:pt x="3442" y="6757"/>
                </a:lnTo>
                <a:lnTo>
                  <a:pt x="3242" y="6436"/>
                </a:lnTo>
                <a:lnTo>
                  <a:pt x="3042" y="6154"/>
                </a:lnTo>
                <a:lnTo>
                  <a:pt x="3691" y="6074"/>
                </a:lnTo>
                <a:lnTo>
                  <a:pt x="4340" y="5953"/>
                </a:lnTo>
                <a:lnTo>
                  <a:pt x="4988" y="5792"/>
                </a:lnTo>
                <a:lnTo>
                  <a:pt x="5637" y="5591"/>
                </a:lnTo>
                <a:lnTo>
                  <a:pt x="7084" y="5109"/>
                </a:lnTo>
                <a:lnTo>
                  <a:pt x="8530" y="4625"/>
                </a:lnTo>
                <a:lnTo>
                  <a:pt x="9279" y="4425"/>
                </a:lnTo>
                <a:lnTo>
                  <a:pt x="10027" y="4224"/>
                </a:lnTo>
                <a:lnTo>
                  <a:pt x="11523" y="3902"/>
                </a:lnTo>
                <a:lnTo>
                  <a:pt x="12272" y="3740"/>
                </a:lnTo>
                <a:lnTo>
                  <a:pt x="12970" y="3499"/>
                </a:lnTo>
                <a:lnTo>
                  <a:pt x="13419" y="3378"/>
                </a:lnTo>
                <a:lnTo>
                  <a:pt x="13618" y="3258"/>
                </a:lnTo>
                <a:lnTo>
                  <a:pt x="13867" y="3137"/>
                </a:lnTo>
                <a:close/>
                <a:moveTo>
                  <a:pt x="11773" y="8487"/>
                </a:moveTo>
                <a:lnTo>
                  <a:pt x="11822" y="8688"/>
                </a:lnTo>
                <a:lnTo>
                  <a:pt x="10975" y="9050"/>
                </a:lnTo>
                <a:lnTo>
                  <a:pt x="10476" y="9252"/>
                </a:lnTo>
                <a:lnTo>
                  <a:pt x="10326" y="9252"/>
                </a:lnTo>
                <a:lnTo>
                  <a:pt x="10276" y="9171"/>
                </a:lnTo>
                <a:lnTo>
                  <a:pt x="10276" y="8970"/>
                </a:lnTo>
                <a:lnTo>
                  <a:pt x="11773" y="8487"/>
                </a:lnTo>
                <a:close/>
                <a:moveTo>
                  <a:pt x="13867" y="2614"/>
                </a:moveTo>
                <a:lnTo>
                  <a:pt x="13568" y="2695"/>
                </a:lnTo>
                <a:lnTo>
                  <a:pt x="13319" y="2816"/>
                </a:lnTo>
                <a:lnTo>
                  <a:pt x="12770" y="3057"/>
                </a:lnTo>
                <a:lnTo>
                  <a:pt x="12022" y="3258"/>
                </a:lnTo>
                <a:lnTo>
                  <a:pt x="11324" y="3460"/>
                </a:lnTo>
                <a:lnTo>
                  <a:pt x="9877" y="3740"/>
                </a:lnTo>
                <a:lnTo>
                  <a:pt x="9178" y="3902"/>
                </a:lnTo>
                <a:lnTo>
                  <a:pt x="8481" y="4103"/>
                </a:lnTo>
                <a:lnTo>
                  <a:pt x="7084" y="4545"/>
                </a:lnTo>
                <a:lnTo>
                  <a:pt x="5736" y="5028"/>
                </a:lnTo>
                <a:lnTo>
                  <a:pt x="4988" y="5269"/>
                </a:lnTo>
                <a:lnTo>
                  <a:pt x="4240" y="5471"/>
                </a:lnTo>
                <a:lnTo>
                  <a:pt x="2743" y="5833"/>
                </a:lnTo>
                <a:lnTo>
                  <a:pt x="2644" y="5872"/>
                </a:lnTo>
                <a:lnTo>
                  <a:pt x="2593" y="5913"/>
                </a:lnTo>
                <a:lnTo>
                  <a:pt x="2593" y="5994"/>
                </a:lnTo>
                <a:lnTo>
                  <a:pt x="2644" y="6074"/>
                </a:lnTo>
                <a:lnTo>
                  <a:pt x="2694" y="6114"/>
                </a:lnTo>
                <a:lnTo>
                  <a:pt x="2644" y="6235"/>
                </a:lnTo>
                <a:lnTo>
                  <a:pt x="2644" y="6315"/>
                </a:lnTo>
                <a:lnTo>
                  <a:pt x="2743" y="6556"/>
                </a:lnTo>
                <a:lnTo>
                  <a:pt x="2943" y="7079"/>
                </a:lnTo>
                <a:lnTo>
                  <a:pt x="3242" y="7602"/>
                </a:lnTo>
                <a:lnTo>
                  <a:pt x="3741" y="8608"/>
                </a:lnTo>
                <a:lnTo>
                  <a:pt x="4040" y="9090"/>
                </a:lnTo>
                <a:lnTo>
                  <a:pt x="4340" y="9533"/>
                </a:lnTo>
                <a:lnTo>
                  <a:pt x="4440" y="9614"/>
                </a:lnTo>
                <a:lnTo>
                  <a:pt x="4489" y="9654"/>
                </a:lnTo>
                <a:lnTo>
                  <a:pt x="4639" y="9654"/>
                </a:lnTo>
                <a:lnTo>
                  <a:pt x="4788" y="9573"/>
                </a:lnTo>
                <a:lnTo>
                  <a:pt x="4889" y="9452"/>
                </a:lnTo>
                <a:lnTo>
                  <a:pt x="5437" y="9332"/>
                </a:lnTo>
                <a:lnTo>
                  <a:pt x="5986" y="9171"/>
                </a:lnTo>
                <a:lnTo>
                  <a:pt x="7034" y="8809"/>
                </a:lnTo>
                <a:lnTo>
                  <a:pt x="9926" y="7884"/>
                </a:lnTo>
                <a:lnTo>
                  <a:pt x="12620" y="7039"/>
                </a:lnTo>
                <a:lnTo>
                  <a:pt x="13918" y="6636"/>
                </a:lnTo>
                <a:lnTo>
                  <a:pt x="14566" y="6395"/>
                </a:lnTo>
                <a:lnTo>
                  <a:pt x="15165" y="6154"/>
                </a:lnTo>
                <a:lnTo>
                  <a:pt x="15314" y="6154"/>
                </a:lnTo>
                <a:lnTo>
                  <a:pt x="15414" y="6074"/>
                </a:lnTo>
                <a:lnTo>
                  <a:pt x="15464" y="5913"/>
                </a:lnTo>
                <a:lnTo>
                  <a:pt x="15464" y="5792"/>
                </a:lnTo>
                <a:lnTo>
                  <a:pt x="15365" y="5510"/>
                </a:lnTo>
                <a:lnTo>
                  <a:pt x="15015" y="4666"/>
                </a:lnTo>
                <a:lnTo>
                  <a:pt x="14666" y="3822"/>
                </a:lnTo>
                <a:lnTo>
                  <a:pt x="14467" y="3419"/>
                </a:lnTo>
                <a:lnTo>
                  <a:pt x="14217" y="3017"/>
                </a:lnTo>
                <a:lnTo>
                  <a:pt x="14167" y="2976"/>
                </a:lnTo>
                <a:lnTo>
                  <a:pt x="14067" y="2937"/>
                </a:lnTo>
                <a:lnTo>
                  <a:pt x="14118" y="2816"/>
                </a:lnTo>
                <a:lnTo>
                  <a:pt x="14118" y="2735"/>
                </a:lnTo>
                <a:lnTo>
                  <a:pt x="14017" y="2655"/>
                </a:lnTo>
                <a:lnTo>
                  <a:pt x="13867" y="2614"/>
                </a:lnTo>
                <a:close/>
                <a:moveTo>
                  <a:pt x="11822" y="7964"/>
                </a:moveTo>
                <a:lnTo>
                  <a:pt x="9977" y="8567"/>
                </a:lnTo>
                <a:lnTo>
                  <a:pt x="9877" y="8608"/>
                </a:lnTo>
                <a:lnTo>
                  <a:pt x="9827" y="8688"/>
                </a:lnTo>
                <a:lnTo>
                  <a:pt x="9777" y="8769"/>
                </a:lnTo>
                <a:lnTo>
                  <a:pt x="9827" y="8849"/>
                </a:lnTo>
                <a:lnTo>
                  <a:pt x="9777" y="8929"/>
                </a:lnTo>
                <a:lnTo>
                  <a:pt x="9728" y="9171"/>
                </a:lnTo>
                <a:lnTo>
                  <a:pt x="9777" y="9452"/>
                </a:lnTo>
                <a:lnTo>
                  <a:pt x="9827" y="9573"/>
                </a:lnTo>
                <a:lnTo>
                  <a:pt x="9926" y="9694"/>
                </a:lnTo>
                <a:lnTo>
                  <a:pt x="10077" y="9734"/>
                </a:lnTo>
                <a:lnTo>
                  <a:pt x="10276" y="9734"/>
                </a:lnTo>
                <a:lnTo>
                  <a:pt x="10476" y="9694"/>
                </a:lnTo>
                <a:lnTo>
                  <a:pt x="10725" y="9654"/>
                </a:lnTo>
                <a:lnTo>
                  <a:pt x="11175" y="9452"/>
                </a:lnTo>
                <a:lnTo>
                  <a:pt x="12321" y="9010"/>
                </a:lnTo>
                <a:lnTo>
                  <a:pt x="12371" y="8970"/>
                </a:lnTo>
                <a:lnTo>
                  <a:pt x="12471" y="8890"/>
                </a:lnTo>
                <a:lnTo>
                  <a:pt x="12471" y="8729"/>
                </a:lnTo>
                <a:lnTo>
                  <a:pt x="12172" y="8125"/>
                </a:lnTo>
                <a:lnTo>
                  <a:pt x="12121" y="8044"/>
                </a:lnTo>
                <a:lnTo>
                  <a:pt x="12022" y="8005"/>
                </a:lnTo>
                <a:lnTo>
                  <a:pt x="11923" y="7964"/>
                </a:lnTo>
                <a:close/>
                <a:moveTo>
                  <a:pt x="15913" y="9131"/>
                </a:moveTo>
                <a:lnTo>
                  <a:pt x="16163" y="9533"/>
                </a:lnTo>
                <a:lnTo>
                  <a:pt x="16462" y="9935"/>
                </a:lnTo>
                <a:lnTo>
                  <a:pt x="15913" y="10137"/>
                </a:lnTo>
                <a:lnTo>
                  <a:pt x="15414" y="10297"/>
                </a:lnTo>
                <a:lnTo>
                  <a:pt x="14866" y="10417"/>
                </a:lnTo>
                <a:lnTo>
                  <a:pt x="14316" y="10539"/>
                </a:lnTo>
                <a:lnTo>
                  <a:pt x="14118" y="10137"/>
                </a:lnTo>
                <a:lnTo>
                  <a:pt x="13867" y="9734"/>
                </a:lnTo>
                <a:lnTo>
                  <a:pt x="13818" y="9694"/>
                </a:lnTo>
                <a:lnTo>
                  <a:pt x="14366" y="9573"/>
                </a:lnTo>
                <a:lnTo>
                  <a:pt x="14866" y="9452"/>
                </a:lnTo>
                <a:lnTo>
                  <a:pt x="15913" y="9131"/>
                </a:lnTo>
                <a:close/>
                <a:moveTo>
                  <a:pt x="16013" y="8649"/>
                </a:moveTo>
                <a:lnTo>
                  <a:pt x="15365" y="8849"/>
                </a:lnTo>
                <a:lnTo>
                  <a:pt x="14716" y="9010"/>
                </a:lnTo>
                <a:lnTo>
                  <a:pt x="13419" y="9332"/>
                </a:lnTo>
                <a:lnTo>
                  <a:pt x="13370" y="9332"/>
                </a:lnTo>
                <a:lnTo>
                  <a:pt x="13319" y="9412"/>
                </a:lnTo>
                <a:lnTo>
                  <a:pt x="13269" y="9533"/>
                </a:lnTo>
                <a:lnTo>
                  <a:pt x="13370" y="9654"/>
                </a:lnTo>
                <a:lnTo>
                  <a:pt x="13419" y="9694"/>
                </a:lnTo>
                <a:lnTo>
                  <a:pt x="13519" y="9734"/>
                </a:lnTo>
                <a:lnTo>
                  <a:pt x="13469" y="9814"/>
                </a:lnTo>
                <a:lnTo>
                  <a:pt x="13469" y="9895"/>
                </a:lnTo>
                <a:lnTo>
                  <a:pt x="13718" y="10337"/>
                </a:lnTo>
                <a:lnTo>
                  <a:pt x="13867" y="10820"/>
                </a:lnTo>
                <a:lnTo>
                  <a:pt x="13918" y="10901"/>
                </a:lnTo>
                <a:lnTo>
                  <a:pt x="13968" y="10940"/>
                </a:lnTo>
                <a:lnTo>
                  <a:pt x="14017" y="10981"/>
                </a:lnTo>
                <a:lnTo>
                  <a:pt x="14118" y="11022"/>
                </a:lnTo>
                <a:lnTo>
                  <a:pt x="14866" y="10860"/>
                </a:lnTo>
                <a:lnTo>
                  <a:pt x="15565" y="10699"/>
                </a:lnTo>
                <a:lnTo>
                  <a:pt x="16262" y="10498"/>
                </a:lnTo>
                <a:lnTo>
                  <a:pt x="16911" y="10217"/>
                </a:lnTo>
                <a:lnTo>
                  <a:pt x="17010" y="10176"/>
                </a:lnTo>
                <a:lnTo>
                  <a:pt x="17111" y="10096"/>
                </a:lnTo>
                <a:lnTo>
                  <a:pt x="17111" y="9975"/>
                </a:lnTo>
                <a:lnTo>
                  <a:pt x="17061" y="9895"/>
                </a:lnTo>
                <a:lnTo>
                  <a:pt x="16662" y="9372"/>
                </a:lnTo>
                <a:lnTo>
                  <a:pt x="16313" y="8769"/>
                </a:lnTo>
                <a:lnTo>
                  <a:pt x="16262" y="8688"/>
                </a:lnTo>
                <a:lnTo>
                  <a:pt x="16212" y="8649"/>
                </a:lnTo>
                <a:close/>
                <a:moveTo>
                  <a:pt x="12121" y="10257"/>
                </a:moveTo>
                <a:lnTo>
                  <a:pt x="12321" y="10699"/>
                </a:lnTo>
                <a:lnTo>
                  <a:pt x="12620" y="11142"/>
                </a:lnTo>
                <a:lnTo>
                  <a:pt x="11773" y="11504"/>
                </a:lnTo>
                <a:lnTo>
                  <a:pt x="10825" y="11825"/>
                </a:lnTo>
                <a:lnTo>
                  <a:pt x="10625" y="11906"/>
                </a:lnTo>
                <a:lnTo>
                  <a:pt x="10526" y="11906"/>
                </a:lnTo>
                <a:lnTo>
                  <a:pt x="10476" y="11866"/>
                </a:lnTo>
                <a:lnTo>
                  <a:pt x="10376" y="11705"/>
                </a:lnTo>
                <a:lnTo>
                  <a:pt x="10326" y="11504"/>
                </a:lnTo>
                <a:lnTo>
                  <a:pt x="10227" y="11142"/>
                </a:lnTo>
                <a:lnTo>
                  <a:pt x="10027" y="10820"/>
                </a:lnTo>
                <a:lnTo>
                  <a:pt x="12121" y="10257"/>
                </a:lnTo>
                <a:close/>
                <a:moveTo>
                  <a:pt x="12172" y="9814"/>
                </a:moveTo>
                <a:lnTo>
                  <a:pt x="9728" y="10458"/>
                </a:lnTo>
                <a:lnTo>
                  <a:pt x="9677" y="10498"/>
                </a:lnTo>
                <a:lnTo>
                  <a:pt x="9627" y="10539"/>
                </a:lnTo>
                <a:lnTo>
                  <a:pt x="9578" y="10660"/>
                </a:lnTo>
                <a:lnTo>
                  <a:pt x="9627" y="10780"/>
                </a:lnTo>
                <a:lnTo>
                  <a:pt x="9777" y="10860"/>
                </a:lnTo>
                <a:lnTo>
                  <a:pt x="9777" y="11102"/>
                </a:lnTo>
                <a:lnTo>
                  <a:pt x="9827" y="11383"/>
                </a:lnTo>
                <a:lnTo>
                  <a:pt x="10027" y="11906"/>
                </a:lnTo>
                <a:lnTo>
                  <a:pt x="10077" y="12067"/>
                </a:lnTo>
                <a:lnTo>
                  <a:pt x="10227" y="12187"/>
                </a:lnTo>
                <a:lnTo>
                  <a:pt x="10376" y="12268"/>
                </a:lnTo>
                <a:lnTo>
                  <a:pt x="10575" y="12309"/>
                </a:lnTo>
                <a:lnTo>
                  <a:pt x="10924" y="12228"/>
                </a:lnTo>
                <a:lnTo>
                  <a:pt x="11274" y="12148"/>
                </a:lnTo>
                <a:lnTo>
                  <a:pt x="11923" y="11906"/>
                </a:lnTo>
                <a:lnTo>
                  <a:pt x="12571" y="11625"/>
                </a:lnTo>
                <a:lnTo>
                  <a:pt x="13170" y="11343"/>
                </a:lnTo>
                <a:lnTo>
                  <a:pt x="13219" y="11263"/>
                </a:lnTo>
                <a:lnTo>
                  <a:pt x="13269" y="11182"/>
                </a:lnTo>
                <a:lnTo>
                  <a:pt x="13269" y="11142"/>
                </a:lnTo>
                <a:lnTo>
                  <a:pt x="13219" y="11061"/>
                </a:lnTo>
                <a:lnTo>
                  <a:pt x="12970" y="10820"/>
                </a:lnTo>
                <a:lnTo>
                  <a:pt x="12770" y="10539"/>
                </a:lnTo>
                <a:lnTo>
                  <a:pt x="12620" y="10257"/>
                </a:lnTo>
                <a:lnTo>
                  <a:pt x="12521" y="9935"/>
                </a:lnTo>
                <a:lnTo>
                  <a:pt x="12471" y="9855"/>
                </a:lnTo>
                <a:lnTo>
                  <a:pt x="12371" y="9814"/>
                </a:lnTo>
                <a:close/>
                <a:moveTo>
                  <a:pt x="16961" y="11343"/>
                </a:moveTo>
                <a:lnTo>
                  <a:pt x="17160" y="11745"/>
                </a:lnTo>
                <a:lnTo>
                  <a:pt x="16262" y="12148"/>
                </a:lnTo>
                <a:lnTo>
                  <a:pt x="15365" y="12550"/>
                </a:lnTo>
                <a:lnTo>
                  <a:pt x="15165" y="11946"/>
                </a:lnTo>
                <a:lnTo>
                  <a:pt x="15215" y="11906"/>
                </a:lnTo>
                <a:lnTo>
                  <a:pt x="15215" y="11825"/>
                </a:lnTo>
                <a:lnTo>
                  <a:pt x="15614" y="11705"/>
                </a:lnTo>
                <a:lnTo>
                  <a:pt x="16013" y="11625"/>
                </a:lnTo>
                <a:lnTo>
                  <a:pt x="16961" y="11343"/>
                </a:lnTo>
                <a:close/>
                <a:moveTo>
                  <a:pt x="8530" y="11424"/>
                </a:moveTo>
                <a:lnTo>
                  <a:pt x="8630" y="11463"/>
                </a:lnTo>
                <a:lnTo>
                  <a:pt x="8729" y="11584"/>
                </a:lnTo>
                <a:lnTo>
                  <a:pt x="8929" y="11946"/>
                </a:lnTo>
                <a:lnTo>
                  <a:pt x="7882" y="12348"/>
                </a:lnTo>
                <a:lnTo>
                  <a:pt x="6934" y="12871"/>
                </a:lnTo>
                <a:lnTo>
                  <a:pt x="6734" y="12389"/>
                </a:lnTo>
                <a:lnTo>
                  <a:pt x="6585" y="12148"/>
                </a:lnTo>
                <a:lnTo>
                  <a:pt x="6435" y="11946"/>
                </a:lnTo>
                <a:lnTo>
                  <a:pt x="7632" y="11625"/>
                </a:lnTo>
                <a:lnTo>
                  <a:pt x="8081" y="11504"/>
                </a:lnTo>
                <a:lnTo>
                  <a:pt x="8481" y="11424"/>
                </a:lnTo>
                <a:close/>
                <a:moveTo>
                  <a:pt x="17111" y="10820"/>
                </a:moveTo>
                <a:lnTo>
                  <a:pt x="17010" y="10860"/>
                </a:lnTo>
                <a:lnTo>
                  <a:pt x="15664" y="11263"/>
                </a:lnTo>
                <a:lnTo>
                  <a:pt x="15114" y="11383"/>
                </a:lnTo>
                <a:lnTo>
                  <a:pt x="14866" y="11504"/>
                </a:lnTo>
                <a:lnTo>
                  <a:pt x="14766" y="11584"/>
                </a:lnTo>
                <a:lnTo>
                  <a:pt x="14666" y="11665"/>
                </a:lnTo>
                <a:lnTo>
                  <a:pt x="14666" y="11786"/>
                </a:lnTo>
                <a:lnTo>
                  <a:pt x="14716" y="11866"/>
                </a:lnTo>
                <a:lnTo>
                  <a:pt x="14766" y="11906"/>
                </a:lnTo>
                <a:lnTo>
                  <a:pt x="14766" y="11946"/>
                </a:lnTo>
                <a:lnTo>
                  <a:pt x="14815" y="12429"/>
                </a:lnTo>
                <a:lnTo>
                  <a:pt x="14965" y="12871"/>
                </a:lnTo>
                <a:lnTo>
                  <a:pt x="14965" y="12992"/>
                </a:lnTo>
                <a:lnTo>
                  <a:pt x="15065" y="13033"/>
                </a:lnTo>
                <a:lnTo>
                  <a:pt x="15165" y="13072"/>
                </a:lnTo>
                <a:lnTo>
                  <a:pt x="15264" y="13072"/>
                </a:lnTo>
                <a:lnTo>
                  <a:pt x="16511" y="12550"/>
                </a:lnTo>
                <a:lnTo>
                  <a:pt x="17659" y="11986"/>
                </a:lnTo>
                <a:lnTo>
                  <a:pt x="17760" y="11906"/>
                </a:lnTo>
                <a:lnTo>
                  <a:pt x="17808" y="11825"/>
                </a:lnTo>
                <a:lnTo>
                  <a:pt x="17808" y="11745"/>
                </a:lnTo>
                <a:lnTo>
                  <a:pt x="17760" y="11665"/>
                </a:lnTo>
                <a:lnTo>
                  <a:pt x="17509" y="11343"/>
                </a:lnTo>
                <a:lnTo>
                  <a:pt x="17360" y="10981"/>
                </a:lnTo>
                <a:lnTo>
                  <a:pt x="17309" y="10901"/>
                </a:lnTo>
                <a:lnTo>
                  <a:pt x="17210" y="10860"/>
                </a:lnTo>
                <a:lnTo>
                  <a:pt x="17111" y="10820"/>
                </a:lnTo>
                <a:close/>
                <a:moveTo>
                  <a:pt x="8430" y="10940"/>
                </a:moveTo>
                <a:lnTo>
                  <a:pt x="8131" y="10981"/>
                </a:lnTo>
                <a:lnTo>
                  <a:pt x="7832" y="11061"/>
                </a:lnTo>
                <a:lnTo>
                  <a:pt x="7283" y="11222"/>
                </a:lnTo>
                <a:lnTo>
                  <a:pt x="6585" y="11383"/>
                </a:lnTo>
                <a:lnTo>
                  <a:pt x="5886" y="11584"/>
                </a:lnTo>
                <a:lnTo>
                  <a:pt x="5837" y="11625"/>
                </a:lnTo>
                <a:lnTo>
                  <a:pt x="5787" y="11665"/>
                </a:lnTo>
                <a:lnTo>
                  <a:pt x="5736" y="11825"/>
                </a:lnTo>
                <a:lnTo>
                  <a:pt x="5787" y="11946"/>
                </a:lnTo>
                <a:lnTo>
                  <a:pt x="5837" y="11986"/>
                </a:lnTo>
                <a:lnTo>
                  <a:pt x="5936" y="12027"/>
                </a:lnTo>
                <a:lnTo>
                  <a:pt x="6136" y="12389"/>
                </a:lnTo>
                <a:lnTo>
                  <a:pt x="6335" y="12831"/>
                </a:lnTo>
                <a:lnTo>
                  <a:pt x="6484" y="13314"/>
                </a:lnTo>
                <a:lnTo>
                  <a:pt x="6585" y="13394"/>
                </a:lnTo>
                <a:lnTo>
                  <a:pt x="6684" y="13435"/>
                </a:lnTo>
                <a:lnTo>
                  <a:pt x="6785" y="13435"/>
                </a:lnTo>
                <a:lnTo>
                  <a:pt x="6934" y="13394"/>
                </a:lnTo>
                <a:lnTo>
                  <a:pt x="7533" y="13072"/>
                </a:lnTo>
                <a:lnTo>
                  <a:pt x="8131" y="12791"/>
                </a:lnTo>
                <a:lnTo>
                  <a:pt x="8729" y="12550"/>
                </a:lnTo>
                <a:lnTo>
                  <a:pt x="9428" y="12309"/>
                </a:lnTo>
                <a:lnTo>
                  <a:pt x="9477" y="12268"/>
                </a:lnTo>
                <a:lnTo>
                  <a:pt x="9578" y="12187"/>
                </a:lnTo>
                <a:lnTo>
                  <a:pt x="9578" y="11986"/>
                </a:lnTo>
                <a:lnTo>
                  <a:pt x="9378" y="11625"/>
                </a:lnTo>
                <a:lnTo>
                  <a:pt x="9178" y="11302"/>
                </a:lnTo>
                <a:lnTo>
                  <a:pt x="9079" y="11142"/>
                </a:lnTo>
                <a:lnTo>
                  <a:pt x="8879" y="11022"/>
                </a:lnTo>
                <a:lnTo>
                  <a:pt x="8679" y="10981"/>
                </a:lnTo>
                <a:lnTo>
                  <a:pt x="8430" y="10940"/>
                </a:lnTo>
                <a:close/>
                <a:moveTo>
                  <a:pt x="13370" y="12469"/>
                </a:moveTo>
                <a:lnTo>
                  <a:pt x="13768" y="13072"/>
                </a:lnTo>
                <a:lnTo>
                  <a:pt x="13219" y="13314"/>
                </a:lnTo>
                <a:lnTo>
                  <a:pt x="12671" y="13475"/>
                </a:lnTo>
                <a:lnTo>
                  <a:pt x="12121" y="13636"/>
                </a:lnTo>
                <a:lnTo>
                  <a:pt x="11573" y="13756"/>
                </a:lnTo>
                <a:lnTo>
                  <a:pt x="11324" y="13194"/>
                </a:lnTo>
                <a:lnTo>
                  <a:pt x="11822" y="13072"/>
                </a:lnTo>
                <a:lnTo>
                  <a:pt x="12371" y="12871"/>
                </a:lnTo>
                <a:lnTo>
                  <a:pt x="13370" y="12469"/>
                </a:lnTo>
                <a:close/>
                <a:moveTo>
                  <a:pt x="13419" y="11946"/>
                </a:moveTo>
                <a:lnTo>
                  <a:pt x="12172" y="12389"/>
                </a:lnTo>
                <a:lnTo>
                  <a:pt x="11523" y="12590"/>
                </a:lnTo>
                <a:lnTo>
                  <a:pt x="10975" y="12871"/>
                </a:lnTo>
                <a:lnTo>
                  <a:pt x="10874" y="12871"/>
                </a:lnTo>
                <a:lnTo>
                  <a:pt x="10775" y="12912"/>
                </a:lnTo>
                <a:lnTo>
                  <a:pt x="10725" y="13033"/>
                </a:lnTo>
                <a:lnTo>
                  <a:pt x="10725" y="13113"/>
                </a:lnTo>
                <a:lnTo>
                  <a:pt x="10924" y="13595"/>
                </a:lnTo>
                <a:lnTo>
                  <a:pt x="11124" y="14079"/>
                </a:lnTo>
                <a:lnTo>
                  <a:pt x="11224" y="14199"/>
                </a:lnTo>
                <a:lnTo>
                  <a:pt x="11324" y="14239"/>
                </a:lnTo>
                <a:lnTo>
                  <a:pt x="11373" y="14239"/>
                </a:lnTo>
                <a:lnTo>
                  <a:pt x="12172" y="14079"/>
                </a:lnTo>
                <a:lnTo>
                  <a:pt x="12871" y="13877"/>
                </a:lnTo>
                <a:lnTo>
                  <a:pt x="13618" y="13676"/>
                </a:lnTo>
                <a:lnTo>
                  <a:pt x="14316" y="13394"/>
                </a:lnTo>
                <a:lnTo>
                  <a:pt x="14366" y="13314"/>
                </a:lnTo>
                <a:lnTo>
                  <a:pt x="14417" y="13274"/>
                </a:lnTo>
                <a:lnTo>
                  <a:pt x="14417" y="13113"/>
                </a:lnTo>
                <a:lnTo>
                  <a:pt x="13768" y="12107"/>
                </a:lnTo>
                <a:lnTo>
                  <a:pt x="13718" y="12027"/>
                </a:lnTo>
                <a:lnTo>
                  <a:pt x="13618" y="11946"/>
                </a:lnTo>
                <a:close/>
                <a:moveTo>
                  <a:pt x="17859" y="13475"/>
                </a:moveTo>
                <a:lnTo>
                  <a:pt x="18008" y="13515"/>
                </a:lnTo>
                <a:lnTo>
                  <a:pt x="18158" y="13676"/>
                </a:lnTo>
                <a:lnTo>
                  <a:pt x="18507" y="14239"/>
                </a:lnTo>
                <a:lnTo>
                  <a:pt x="17459" y="14521"/>
                </a:lnTo>
                <a:lnTo>
                  <a:pt x="16462" y="14882"/>
                </a:lnTo>
                <a:lnTo>
                  <a:pt x="16313" y="14641"/>
                </a:lnTo>
                <a:lnTo>
                  <a:pt x="16163" y="14400"/>
                </a:lnTo>
                <a:lnTo>
                  <a:pt x="15963" y="13918"/>
                </a:lnTo>
                <a:lnTo>
                  <a:pt x="16361" y="13836"/>
                </a:lnTo>
                <a:lnTo>
                  <a:pt x="16711" y="13756"/>
                </a:lnTo>
                <a:lnTo>
                  <a:pt x="17459" y="13556"/>
                </a:lnTo>
                <a:lnTo>
                  <a:pt x="17709" y="13475"/>
                </a:lnTo>
                <a:close/>
                <a:moveTo>
                  <a:pt x="9578" y="13515"/>
                </a:moveTo>
                <a:lnTo>
                  <a:pt x="9977" y="14279"/>
                </a:lnTo>
                <a:lnTo>
                  <a:pt x="7931" y="15124"/>
                </a:lnTo>
                <a:lnTo>
                  <a:pt x="7632" y="14400"/>
                </a:lnTo>
                <a:lnTo>
                  <a:pt x="8081" y="14118"/>
                </a:lnTo>
                <a:lnTo>
                  <a:pt x="8530" y="13877"/>
                </a:lnTo>
                <a:lnTo>
                  <a:pt x="9079" y="13676"/>
                </a:lnTo>
                <a:lnTo>
                  <a:pt x="9578" y="13515"/>
                </a:lnTo>
                <a:close/>
                <a:moveTo>
                  <a:pt x="17760" y="13033"/>
                </a:moveTo>
                <a:lnTo>
                  <a:pt x="17459" y="13072"/>
                </a:lnTo>
                <a:lnTo>
                  <a:pt x="16961" y="13233"/>
                </a:lnTo>
                <a:lnTo>
                  <a:pt x="16212" y="13394"/>
                </a:lnTo>
                <a:lnTo>
                  <a:pt x="15864" y="13475"/>
                </a:lnTo>
                <a:lnTo>
                  <a:pt x="15565" y="13595"/>
                </a:lnTo>
                <a:lnTo>
                  <a:pt x="15464" y="13636"/>
                </a:lnTo>
                <a:lnTo>
                  <a:pt x="15464" y="13797"/>
                </a:lnTo>
                <a:lnTo>
                  <a:pt x="15565" y="13877"/>
                </a:lnTo>
                <a:lnTo>
                  <a:pt x="15664" y="13918"/>
                </a:lnTo>
                <a:lnTo>
                  <a:pt x="15614" y="14079"/>
                </a:lnTo>
                <a:lnTo>
                  <a:pt x="15614" y="14279"/>
                </a:lnTo>
                <a:lnTo>
                  <a:pt x="15664" y="14441"/>
                </a:lnTo>
                <a:lnTo>
                  <a:pt x="15714" y="14601"/>
                </a:lnTo>
                <a:lnTo>
                  <a:pt x="15913" y="14964"/>
                </a:lnTo>
                <a:lnTo>
                  <a:pt x="16163" y="15244"/>
                </a:lnTo>
                <a:lnTo>
                  <a:pt x="16313" y="15325"/>
                </a:lnTo>
                <a:lnTo>
                  <a:pt x="16462" y="15325"/>
                </a:lnTo>
                <a:lnTo>
                  <a:pt x="17709" y="14923"/>
                </a:lnTo>
                <a:lnTo>
                  <a:pt x="18956" y="14561"/>
                </a:lnTo>
                <a:lnTo>
                  <a:pt x="19056" y="14480"/>
                </a:lnTo>
                <a:lnTo>
                  <a:pt x="19106" y="14441"/>
                </a:lnTo>
                <a:lnTo>
                  <a:pt x="19156" y="14359"/>
                </a:lnTo>
                <a:lnTo>
                  <a:pt x="19106" y="14279"/>
                </a:lnTo>
                <a:lnTo>
                  <a:pt x="18556" y="13314"/>
                </a:lnTo>
                <a:lnTo>
                  <a:pt x="18457" y="13194"/>
                </a:lnTo>
                <a:lnTo>
                  <a:pt x="18308" y="13113"/>
                </a:lnTo>
                <a:lnTo>
                  <a:pt x="18158" y="13033"/>
                </a:lnTo>
                <a:close/>
                <a:moveTo>
                  <a:pt x="9777" y="12992"/>
                </a:moveTo>
                <a:lnTo>
                  <a:pt x="9677" y="13033"/>
                </a:lnTo>
                <a:lnTo>
                  <a:pt x="9029" y="13194"/>
                </a:lnTo>
                <a:lnTo>
                  <a:pt x="8380" y="13394"/>
                </a:lnTo>
                <a:lnTo>
                  <a:pt x="7782" y="13716"/>
                </a:lnTo>
                <a:lnTo>
                  <a:pt x="7234" y="14038"/>
                </a:lnTo>
                <a:lnTo>
                  <a:pt x="7133" y="14079"/>
                </a:lnTo>
                <a:lnTo>
                  <a:pt x="7084" y="14118"/>
                </a:lnTo>
                <a:lnTo>
                  <a:pt x="7034" y="14159"/>
                </a:lnTo>
                <a:lnTo>
                  <a:pt x="7034" y="14239"/>
                </a:lnTo>
                <a:lnTo>
                  <a:pt x="7133" y="14561"/>
                </a:lnTo>
                <a:lnTo>
                  <a:pt x="7234" y="14882"/>
                </a:lnTo>
                <a:lnTo>
                  <a:pt x="7533" y="15526"/>
                </a:lnTo>
                <a:lnTo>
                  <a:pt x="7582" y="15567"/>
                </a:lnTo>
                <a:lnTo>
                  <a:pt x="7682" y="15647"/>
                </a:lnTo>
                <a:lnTo>
                  <a:pt x="7882" y="15647"/>
                </a:lnTo>
                <a:lnTo>
                  <a:pt x="10425" y="14601"/>
                </a:lnTo>
                <a:lnTo>
                  <a:pt x="10526" y="14561"/>
                </a:lnTo>
                <a:lnTo>
                  <a:pt x="10575" y="14480"/>
                </a:lnTo>
                <a:lnTo>
                  <a:pt x="10625" y="14400"/>
                </a:lnTo>
                <a:lnTo>
                  <a:pt x="10575" y="14320"/>
                </a:lnTo>
                <a:lnTo>
                  <a:pt x="10027" y="13153"/>
                </a:lnTo>
                <a:lnTo>
                  <a:pt x="9977" y="13072"/>
                </a:lnTo>
                <a:lnTo>
                  <a:pt x="9877" y="13033"/>
                </a:lnTo>
                <a:lnTo>
                  <a:pt x="9777" y="12992"/>
                </a:lnTo>
                <a:close/>
                <a:moveTo>
                  <a:pt x="14316" y="14561"/>
                </a:moveTo>
                <a:lnTo>
                  <a:pt x="14815" y="15325"/>
                </a:lnTo>
                <a:lnTo>
                  <a:pt x="12671" y="16009"/>
                </a:lnTo>
                <a:lnTo>
                  <a:pt x="12272" y="15244"/>
                </a:lnTo>
                <a:lnTo>
                  <a:pt x="12371" y="15164"/>
                </a:lnTo>
                <a:lnTo>
                  <a:pt x="12371" y="15124"/>
                </a:lnTo>
                <a:lnTo>
                  <a:pt x="12422" y="15084"/>
                </a:lnTo>
                <a:lnTo>
                  <a:pt x="12871" y="14923"/>
                </a:lnTo>
                <a:lnTo>
                  <a:pt x="13269" y="14842"/>
                </a:lnTo>
                <a:lnTo>
                  <a:pt x="14316" y="14561"/>
                </a:lnTo>
                <a:close/>
                <a:moveTo>
                  <a:pt x="14467" y="14079"/>
                </a:moveTo>
                <a:lnTo>
                  <a:pt x="14366" y="14118"/>
                </a:lnTo>
                <a:lnTo>
                  <a:pt x="12919" y="14521"/>
                </a:lnTo>
                <a:lnTo>
                  <a:pt x="12321" y="14641"/>
                </a:lnTo>
                <a:lnTo>
                  <a:pt x="12072" y="14762"/>
                </a:lnTo>
                <a:lnTo>
                  <a:pt x="11923" y="14802"/>
                </a:lnTo>
                <a:lnTo>
                  <a:pt x="11872" y="14882"/>
                </a:lnTo>
                <a:lnTo>
                  <a:pt x="11773" y="15003"/>
                </a:lnTo>
                <a:lnTo>
                  <a:pt x="11822" y="15164"/>
                </a:lnTo>
                <a:lnTo>
                  <a:pt x="11872" y="15205"/>
                </a:lnTo>
                <a:lnTo>
                  <a:pt x="11872" y="15244"/>
                </a:lnTo>
                <a:lnTo>
                  <a:pt x="11923" y="15526"/>
                </a:lnTo>
                <a:lnTo>
                  <a:pt x="12022" y="15808"/>
                </a:lnTo>
                <a:lnTo>
                  <a:pt x="12272" y="16331"/>
                </a:lnTo>
                <a:lnTo>
                  <a:pt x="12371" y="16371"/>
                </a:lnTo>
                <a:lnTo>
                  <a:pt x="12422" y="16411"/>
                </a:lnTo>
                <a:lnTo>
                  <a:pt x="12521" y="16452"/>
                </a:lnTo>
                <a:lnTo>
                  <a:pt x="12620" y="16452"/>
                </a:lnTo>
                <a:lnTo>
                  <a:pt x="15264" y="15647"/>
                </a:lnTo>
                <a:lnTo>
                  <a:pt x="15314" y="15606"/>
                </a:lnTo>
                <a:lnTo>
                  <a:pt x="15365" y="15526"/>
                </a:lnTo>
                <a:lnTo>
                  <a:pt x="15414" y="15446"/>
                </a:lnTo>
                <a:lnTo>
                  <a:pt x="15414" y="15365"/>
                </a:lnTo>
                <a:lnTo>
                  <a:pt x="14716" y="14239"/>
                </a:lnTo>
                <a:lnTo>
                  <a:pt x="14666" y="14159"/>
                </a:lnTo>
                <a:lnTo>
                  <a:pt x="14566" y="14118"/>
                </a:lnTo>
                <a:lnTo>
                  <a:pt x="14467" y="14079"/>
                </a:lnTo>
                <a:close/>
                <a:moveTo>
                  <a:pt x="10874" y="15727"/>
                </a:moveTo>
                <a:lnTo>
                  <a:pt x="11024" y="15888"/>
                </a:lnTo>
                <a:lnTo>
                  <a:pt x="11074" y="16009"/>
                </a:lnTo>
                <a:lnTo>
                  <a:pt x="11024" y="16170"/>
                </a:lnTo>
                <a:lnTo>
                  <a:pt x="10924" y="16331"/>
                </a:lnTo>
                <a:lnTo>
                  <a:pt x="10775" y="16452"/>
                </a:lnTo>
                <a:lnTo>
                  <a:pt x="10625" y="16612"/>
                </a:lnTo>
                <a:lnTo>
                  <a:pt x="10276" y="16773"/>
                </a:lnTo>
                <a:lnTo>
                  <a:pt x="9578" y="17014"/>
                </a:lnTo>
                <a:lnTo>
                  <a:pt x="9229" y="17095"/>
                </a:lnTo>
                <a:lnTo>
                  <a:pt x="8929" y="17255"/>
                </a:lnTo>
                <a:lnTo>
                  <a:pt x="8580" y="16572"/>
                </a:lnTo>
                <a:lnTo>
                  <a:pt x="8679" y="16532"/>
                </a:lnTo>
                <a:lnTo>
                  <a:pt x="8780" y="16411"/>
                </a:lnTo>
                <a:lnTo>
                  <a:pt x="8780" y="16371"/>
                </a:lnTo>
                <a:lnTo>
                  <a:pt x="8879" y="16452"/>
                </a:lnTo>
                <a:lnTo>
                  <a:pt x="8980" y="16411"/>
                </a:lnTo>
                <a:lnTo>
                  <a:pt x="9229" y="16371"/>
                </a:lnTo>
                <a:lnTo>
                  <a:pt x="9827" y="16210"/>
                </a:lnTo>
                <a:lnTo>
                  <a:pt x="10376" y="16009"/>
                </a:lnTo>
                <a:lnTo>
                  <a:pt x="10874" y="15727"/>
                </a:lnTo>
                <a:close/>
                <a:moveTo>
                  <a:pt x="20602" y="16854"/>
                </a:moveTo>
                <a:lnTo>
                  <a:pt x="20602" y="16934"/>
                </a:lnTo>
                <a:lnTo>
                  <a:pt x="20702" y="16975"/>
                </a:lnTo>
                <a:lnTo>
                  <a:pt x="20751" y="17014"/>
                </a:lnTo>
                <a:lnTo>
                  <a:pt x="20602" y="17255"/>
                </a:lnTo>
                <a:lnTo>
                  <a:pt x="20403" y="17537"/>
                </a:lnTo>
                <a:lnTo>
                  <a:pt x="20203" y="17135"/>
                </a:lnTo>
                <a:lnTo>
                  <a:pt x="20602" y="16854"/>
                </a:lnTo>
                <a:close/>
                <a:moveTo>
                  <a:pt x="10874" y="15244"/>
                </a:moveTo>
                <a:lnTo>
                  <a:pt x="10725" y="15285"/>
                </a:lnTo>
                <a:lnTo>
                  <a:pt x="10376" y="15486"/>
                </a:lnTo>
                <a:lnTo>
                  <a:pt x="9977" y="15647"/>
                </a:lnTo>
                <a:lnTo>
                  <a:pt x="9578" y="15808"/>
                </a:lnTo>
                <a:lnTo>
                  <a:pt x="9178" y="15929"/>
                </a:lnTo>
                <a:lnTo>
                  <a:pt x="8630" y="16009"/>
                </a:lnTo>
                <a:lnTo>
                  <a:pt x="8380" y="16090"/>
                </a:lnTo>
                <a:lnTo>
                  <a:pt x="8281" y="16170"/>
                </a:lnTo>
                <a:lnTo>
                  <a:pt x="8181" y="16250"/>
                </a:lnTo>
                <a:lnTo>
                  <a:pt x="8181" y="16371"/>
                </a:lnTo>
                <a:lnTo>
                  <a:pt x="8081" y="16452"/>
                </a:lnTo>
                <a:lnTo>
                  <a:pt x="8081" y="16572"/>
                </a:lnTo>
                <a:lnTo>
                  <a:pt x="8331" y="17095"/>
                </a:lnTo>
                <a:lnTo>
                  <a:pt x="8530" y="17658"/>
                </a:lnTo>
                <a:lnTo>
                  <a:pt x="8630" y="17739"/>
                </a:lnTo>
                <a:lnTo>
                  <a:pt x="8729" y="17778"/>
                </a:lnTo>
                <a:lnTo>
                  <a:pt x="8829" y="17778"/>
                </a:lnTo>
                <a:lnTo>
                  <a:pt x="8929" y="17739"/>
                </a:lnTo>
                <a:lnTo>
                  <a:pt x="9229" y="17578"/>
                </a:lnTo>
                <a:lnTo>
                  <a:pt x="9528" y="17457"/>
                </a:lnTo>
                <a:lnTo>
                  <a:pt x="10176" y="17255"/>
                </a:lnTo>
                <a:lnTo>
                  <a:pt x="10476" y="17175"/>
                </a:lnTo>
                <a:lnTo>
                  <a:pt x="10775" y="17055"/>
                </a:lnTo>
                <a:lnTo>
                  <a:pt x="11074" y="16894"/>
                </a:lnTo>
                <a:lnTo>
                  <a:pt x="11324" y="16693"/>
                </a:lnTo>
                <a:lnTo>
                  <a:pt x="11474" y="16532"/>
                </a:lnTo>
                <a:lnTo>
                  <a:pt x="11573" y="16331"/>
                </a:lnTo>
                <a:lnTo>
                  <a:pt x="11573" y="15929"/>
                </a:lnTo>
                <a:lnTo>
                  <a:pt x="11523" y="15727"/>
                </a:lnTo>
                <a:lnTo>
                  <a:pt x="11373" y="15526"/>
                </a:lnTo>
                <a:lnTo>
                  <a:pt x="11224" y="15406"/>
                </a:lnTo>
                <a:lnTo>
                  <a:pt x="10975" y="15285"/>
                </a:lnTo>
                <a:lnTo>
                  <a:pt x="10874" y="15244"/>
                </a:lnTo>
                <a:close/>
                <a:moveTo>
                  <a:pt x="20003" y="17255"/>
                </a:moveTo>
                <a:lnTo>
                  <a:pt x="20054" y="17537"/>
                </a:lnTo>
                <a:lnTo>
                  <a:pt x="20153" y="17819"/>
                </a:lnTo>
                <a:lnTo>
                  <a:pt x="19704" y="18101"/>
                </a:lnTo>
                <a:lnTo>
                  <a:pt x="19605" y="17980"/>
                </a:lnTo>
                <a:lnTo>
                  <a:pt x="19455" y="17537"/>
                </a:lnTo>
                <a:lnTo>
                  <a:pt x="19555" y="17497"/>
                </a:lnTo>
                <a:lnTo>
                  <a:pt x="20003" y="17255"/>
                </a:lnTo>
                <a:close/>
                <a:moveTo>
                  <a:pt x="19205" y="17658"/>
                </a:moveTo>
                <a:lnTo>
                  <a:pt x="19255" y="17980"/>
                </a:lnTo>
                <a:lnTo>
                  <a:pt x="19355" y="18302"/>
                </a:lnTo>
                <a:lnTo>
                  <a:pt x="18807" y="18502"/>
                </a:lnTo>
                <a:lnTo>
                  <a:pt x="18657" y="18342"/>
                </a:lnTo>
                <a:lnTo>
                  <a:pt x="18358" y="18020"/>
                </a:lnTo>
                <a:lnTo>
                  <a:pt x="19205" y="17658"/>
                </a:lnTo>
                <a:close/>
                <a:moveTo>
                  <a:pt x="18257" y="18060"/>
                </a:moveTo>
                <a:lnTo>
                  <a:pt x="18358" y="18342"/>
                </a:lnTo>
                <a:lnTo>
                  <a:pt x="18407" y="18502"/>
                </a:lnTo>
                <a:lnTo>
                  <a:pt x="18457" y="18624"/>
                </a:lnTo>
                <a:lnTo>
                  <a:pt x="17808" y="18825"/>
                </a:lnTo>
                <a:lnTo>
                  <a:pt x="17659" y="18704"/>
                </a:lnTo>
                <a:lnTo>
                  <a:pt x="17509" y="18502"/>
                </a:lnTo>
                <a:lnTo>
                  <a:pt x="17459" y="18342"/>
                </a:lnTo>
                <a:lnTo>
                  <a:pt x="18257" y="18060"/>
                </a:lnTo>
                <a:close/>
                <a:moveTo>
                  <a:pt x="17111" y="18463"/>
                </a:moveTo>
                <a:lnTo>
                  <a:pt x="17210" y="18745"/>
                </a:lnTo>
                <a:lnTo>
                  <a:pt x="17410" y="18945"/>
                </a:lnTo>
                <a:lnTo>
                  <a:pt x="16861" y="19146"/>
                </a:lnTo>
                <a:lnTo>
                  <a:pt x="16761" y="19066"/>
                </a:lnTo>
                <a:lnTo>
                  <a:pt x="16662" y="18945"/>
                </a:lnTo>
                <a:lnTo>
                  <a:pt x="16612" y="18825"/>
                </a:lnTo>
                <a:lnTo>
                  <a:pt x="16612" y="18663"/>
                </a:lnTo>
                <a:lnTo>
                  <a:pt x="17111" y="18463"/>
                </a:lnTo>
                <a:close/>
                <a:moveTo>
                  <a:pt x="16361" y="18745"/>
                </a:moveTo>
                <a:lnTo>
                  <a:pt x="16313" y="18905"/>
                </a:lnTo>
                <a:lnTo>
                  <a:pt x="16361" y="19066"/>
                </a:lnTo>
                <a:lnTo>
                  <a:pt x="16462" y="19267"/>
                </a:lnTo>
                <a:lnTo>
                  <a:pt x="16062" y="19348"/>
                </a:lnTo>
                <a:lnTo>
                  <a:pt x="16013" y="19348"/>
                </a:lnTo>
                <a:lnTo>
                  <a:pt x="15963" y="19186"/>
                </a:lnTo>
                <a:lnTo>
                  <a:pt x="15864" y="18905"/>
                </a:lnTo>
                <a:lnTo>
                  <a:pt x="16361" y="18745"/>
                </a:lnTo>
                <a:close/>
                <a:moveTo>
                  <a:pt x="15565" y="19025"/>
                </a:moveTo>
                <a:lnTo>
                  <a:pt x="15614" y="19307"/>
                </a:lnTo>
                <a:lnTo>
                  <a:pt x="15664" y="19509"/>
                </a:lnTo>
                <a:lnTo>
                  <a:pt x="15215" y="19629"/>
                </a:lnTo>
                <a:lnTo>
                  <a:pt x="15114" y="19669"/>
                </a:lnTo>
                <a:lnTo>
                  <a:pt x="15114" y="19428"/>
                </a:lnTo>
                <a:lnTo>
                  <a:pt x="14965" y="19307"/>
                </a:lnTo>
                <a:lnTo>
                  <a:pt x="14916" y="19227"/>
                </a:lnTo>
                <a:lnTo>
                  <a:pt x="15565" y="19025"/>
                </a:lnTo>
                <a:close/>
                <a:moveTo>
                  <a:pt x="14467" y="19348"/>
                </a:moveTo>
                <a:lnTo>
                  <a:pt x="14617" y="19509"/>
                </a:lnTo>
                <a:lnTo>
                  <a:pt x="14766" y="19629"/>
                </a:lnTo>
                <a:lnTo>
                  <a:pt x="14866" y="19710"/>
                </a:lnTo>
                <a:lnTo>
                  <a:pt x="14916" y="19710"/>
                </a:lnTo>
                <a:lnTo>
                  <a:pt x="14217" y="19951"/>
                </a:lnTo>
                <a:lnTo>
                  <a:pt x="14167" y="19871"/>
                </a:lnTo>
                <a:lnTo>
                  <a:pt x="14067" y="19871"/>
                </a:lnTo>
                <a:lnTo>
                  <a:pt x="13918" y="19910"/>
                </a:lnTo>
                <a:lnTo>
                  <a:pt x="13818" y="19629"/>
                </a:lnTo>
                <a:lnTo>
                  <a:pt x="13768" y="19548"/>
                </a:lnTo>
                <a:lnTo>
                  <a:pt x="14467" y="19348"/>
                </a:lnTo>
                <a:close/>
                <a:moveTo>
                  <a:pt x="13968" y="482"/>
                </a:moveTo>
                <a:lnTo>
                  <a:pt x="14217" y="523"/>
                </a:lnTo>
                <a:lnTo>
                  <a:pt x="14366" y="603"/>
                </a:lnTo>
                <a:lnTo>
                  <a:pt x="14516" y="684"/>
                </a:lnTo>
                <a:lnTo>
                  <a:pt x="14666" y="805"/>
                </a:lnTo>
                <a:lnTo>
                  <a:pt x="14916" y="1086"/>
                </a:lnTo>
                <a:lnTo>
                  <a:pt x="14965" y="1327"/>
                </a:lnTo>
                <a:lnTo>
                  <a:pt x="15015" y="1569"/>
                </a:lnTo>
                <a:lnTo>
                  <a:pt x="15414" y="2575"/>
                </a:lnTo>
                <a:lnTo>
                  <a:pt x="16163" y="4384"/>
                </a:lnTo>
                <a:lnTo>
                  <a:pt x="17760" y="8005"/>
                </a:lnTo>
                <a:lnTo>
                  <a:pt x="19355" y="11584"/>
                </a:lnTo>
                <a:lnTo>
                  <a:pt x="20203" y="13394"/>
                </a:lnTo>
                <a:lnTo>
                  <a:pt x="20652" y="14359"/>
                </a:lnTo>
                <a:lnTo>
                  <a:pt x="20951" y="14964"/>
                </a:lnTo>
                <a:lnTo>
                  <a:pt x="20852" y="15003"/>
                </a:lnTo>
                <a:lnTo>
                  <a:pt x="20802" y="15164"/>
                </a:lnTo>
                <a:lnTo>
                  <a:pt x="20802" y="15285"/>
                </a:lnTo>
                <a:lnTo>
                  <a:pt x="20751" y="15567"/>
                </a:lnTo>
                <a:lnTo>
                  <a:pt x="20702" y="15767"/>
                </a:lnTo>
                <a:lnTo>
                  <a:pt x="20652" y="15929"/>
                </a:lnTo>
                <a:lnTo>
                  <a:pt x="20403" y="16290"/>
                </a:lnTo>
                <a:lnTo>
                  <a:pt x="20054" y="16612"/>
                </a:lnTo>
                <a:lnTo>
                  <a:pt x="19654" y="16854"/>
                </a:lnTo>
                <a:lnTo>
                  <a:pt x="19205" y="17095"/>
                </a:lnTo>
                <a:lnTo>
                  <a:pt x="18756" y="17296"/>
                </a:lnTo>
                <a:lnTo>
                  <a:pt x="17760" y="17698"/>
                </a:lnTo>
                <a:lnTo>
                  <a:pt x="16761" y="18060"/>
                </a:lnTo>
                <a:lnTo>
                  <a:pt x="14766" y="18745"/>
                </a:lnTo>
                <a:lnTo>
                  <a:pt x="13618" y="19106"/>
                </a:lnTo>
                <a:lnTo>
                  <a:pt x="13568" y="19066"/>
                </a:lnTo>
                <a:lnTo>
                  <a:pt x="13519" y="19066"/>
                </a:lnTo>
                <a:lnTo>
                  <a:pt x="13469" y="19106"/>
                </a:lnTo>
                <a:lnTo>
                  <a:pt x="13469" y="19146"/>
                </a:lnTo>
                <a:lnTo>
                  <a:pt x="12022" y="19509"/>
                </a:lnTo>
                <a:lnTo>
                  <a:pt x="10575" y="19871"/>
                </a:lnTo>
                <a:lnTo>
                  <a:pt x="9477" y="20071"/>
                </a:lnTo>
                <a:lnTo>
                  <a:pt x="8380" y="20272"/>
                </a:lnTo>
                <a:lnTo>
                  <a:pt x="7882" y="20313"/>
                </a:lnTo>
                <a:lnTo>
                  <a:pt x="7632" y="20313"/>
                </a:lnTo>
                <a:lnTo>
                  <a:pt x="7383" y="20233"/>
                </a:lnTo>
                <a:lnTo>
                  <a:pt x="7183" y="20151"/>
                </a:lnTo>
                <a:lnTo>
                  <a:pt x="7034" y="19991"/>
                </a:lnTo>
                <a:lnTo>
                  <a:pt x="6884" y="19871"/>
                </a:lnTo>
                <a:lnTo>
                  <a:pt x="6734" y="19710"/>
                </a:lnTo>
                <a:lnTo>
                  <a:pt x="6634" y="19387"/>
                </a:lnTo>
                <a:lnTo>
                  <a:pt x="6484" y="19066"/>
                </a:lnTo>
                <a:lnTo>
                  <a:pt x="6086" y="18101"/>
                </a:lnTo>
                <a:lnTo>
                  <a:pt x="5338" y="16250"/>
                </a:lnTo>
                <a:lnTo>
                  <a:pt x="4590" y="14441"/>
                </a:lnTo>
                <a:lnTo>
                  <a:pt x="3741" y="12630"/>
                </a:lnTo>
                <a:lnTo>
                  <a:pt x="2943" y="10820"/>
                </a:lnTo>
                <a:lnTo>
                  <a:pt x="2045" y="9050"/>
                </a:lnTo>
                <a:lnTo>
                  <a:pt x="1148" y="7241"/>
                </a:lnTo>
                <a:lnTo>
                  <a:pt x="798" y="6636"/>
                </a:lnTo>
                <a:lnTo>
                  <a:pt x="649" y="6356"/>
                </a:lnTo>
                <a:lnTo>
                  <a:pt x="449" y="6074"/>
                </a:lnTo>
                <a:lnTo>
                  <a:pt x="499" y="6033"/>
                </a:lnTo>
                <a:lnTo>
                  <a:pt x="548" y="5953"/>
                </a:lnTo>
                <a:lnTo>
                  <a:pt x="499" y="5712"/>
                </a:lnTo>
                <a:lnTo>
                  <a:pt x="548" y="5510"/>
                </a:lnTo>
                <a:lnTo>
                  <a:pt x="548" y="5350"/>
                </a:lnTo>
                <a:lnTo>
                  <a:pt x="649" y="5148"/>
                </a:lnTo>
                <a:lnTo>
                  <a:pt x="847" y="4827"/>
                </a:lnTo>
                <a:lnTo>
                  <a:pt x="1148" y="4545"/>
                </a:lnTo>
                <a:lnTo>
                  <a:pt x="1496" y="4263"/>
                </a:lnTo>
                <a:lnTo>
                  <a:pt x="1896" y="4022"/>
                </a:lnTo>
                <a:lnTo>
                  <a:pt x="2345" y="3822"/>
                </a:lnTo>
                <a:lnTo>
                  <a:pt x="2743" y="3620"/>
                </a:lnTo>
                <a:lnTo>
                  <a:pt x="3792" y="3218"/>
                </a:lnTo>
                <a:lnTo>
                  <a:pt x="4889" y="2896"/>
                </a:lnTo>
                <a:lnTo>
                  <a:pt x="7084" y="2212"/>
                </a:lnTo>
                <a:lnTo>
                  <a:pt x="9229" y="1529"/>
                </a:lnTo>
                <a:lnTo>
                  <a:pt x="10276" y="1206"/>
                </a:lnTo>
                <a:lnTo>
                  <a:pt x="11373" y="885"/>
                </a:lnTo>
                <a:lnTo>
                  <a:pt x="12422" y="644"/>
                </a:lnTo>
                <a:lnTo>
                  <a:pt x="12970" y="564"/>
                </a:lnTo>
                <a:lnTo>
                  <a:pt x="13519" y="482"/>
                </a:lnTo>
                <a:close/>
                <a:moveTo>
                  <a:pt x="13419" y="19669"/>
                </a:moveTo>
                <a:lnTo>
                  <a:pt x="13419" y="19710"/>
                </a:lnTo>
                <a:lnTo>
                  <a:pt x="13469" y="19910"/>
                </a:lnTo>
                <a:lnTo>
                  <a:pt x="13618" y="20112"/>
                </a:lnTo>
                <a:lnTo>
                  <a:pt x="13020" y="20313"/>
                </a:lnTo>
                <a:lnTo>
                  <a:pt x="13020" y="20272"/>
                </a:lnTo>
                <a:lnTo>
                  <a:pt x="12970" y="20112"/>
                </a:lnTo>
                <a:lnTo>
                  <a:pt x="12871" y="19991"/>
                </a:lnTo>
                <a:lnTo>
                  <a:pt x="12770" y="19830"/>
                </a:lnTo>
                <a:lnTo>
                  <a:pt x="13419" y="19669"/>
                </a:lnTo>
                <a:close/>
                <a:moveTo>
                  <a:pt x="12371" y="19951"/>
                </a:moveTo>
                <a:lnTo>
                  <a:pt x="12471" y="20192"/>
                </a:lnTo>
                <a:lnTo>
                  <a:pt x="12571" y="20313"/>
                </a:lnTo>
                <a:lnTo>
                  <a:pt x="12671" y="20394"/>
                </a:lnTo>
                <a:lnTo>
                  <a:pt x="12022" y="20594"/>
                </a:lnTo>
                <a:lnTo>
                  <a:pt x="11923" y="20514"/>
                </a:lnTo>
                <a:lnTo>
                  <a:pt x="11822" y="20394"/>
                </a:lnTo>
                <a:lnTo>
                  <a:pt x="11723" y="20272"/>
                </a:lnTo>
                <a:lnTo>
                  <a:pt x="11672" y="20112"/>
                </a:lnTo>
                <a:lnTo>
                  <a:pt x="12371" y="19951"/>
                </a:lnTo>
                <a:close/>
                <a:moveTo>
                  <a:pt x="11224" y="20192"/>
                </a:moveTo>
                <a:lnTo>
                  <a:pt x="11274" y="20353"/>
                </a:lnTo>
                <a:lnTo>
                  <a:pt x="11373" y="20554"/>
                </a:lnTo>
                <a:lnTo>
                  <a:pt x="11573" y="20756"/>
                </a:lnTo>
                <a:lnTo>
                  <a:pt x="11124" y="20876"/>
                </a:lnTo>
                <a:lnTo>
                  <a:pt x="11074" y="20795"/>
                </a:lnTo>
                <a:lnTo>
                  <a:pt x="11024" y="20756"/>
                </a:lnTo>
                <a:lnTo>
                  <a:pt x="10874" y="20675"/>
                </a:lnTo>
                <a:lnTo>
                  <a:pt x="10825" y="20635"/>
                </a:lnTo>
                <a:lnTo>
                  <a:pt x="10676" y="20433"/>
                </a:lnTo>
                <a:lnTo>
                  <a:pt x="10676" y="20353"/>
                </a:lnTo>
                <a:lnTo>
                  <a:pt x="11224" y="20192"/>
                </a:lnTo>
                <a:close/>
                <a:moveTo>
                  <a:pt x="7133" y="20635"/>
                </a:moveTo>
                <a:lnTo>
                  <a:pt x="7383" y="20715"/>
                </a:lnTo>
                <a:lnTo>
                  <a:pt x="7682" y="20756"/>
                </a:lnTo>
                <a:lnTo>
                  <a:pt x="7982" y="20795"/>
                </a:lnTo>
                <a:lnTo>
                  <a:pt x="8081" y="21077"/>
                </a:lnTo>
                <a:lnTo>
                  <a:pt x="7832" y="20997"/>
                </a:lnTo>
                <a:lnTo>
                  <a:pt x="7582" y="20876"/>
                </a:lnTo>
                <a:lnTo>
                  <a:pt x="7333" y="20756"/>
                </a:lnTo>
                <a:lnTo>
                  <a:pt x="7133" y="20635"/>
                </a:lnTo>
                <a:close/>
                <a:moveTo>
                  <a:pt x="10276" y="20433"/>
                </a:moveTo>
                <a:lnTo>
                  <a:pt x="10276" y="20594"/>
                </a:lnTo>
                <a:lnTo>
                  <a:pt x="10376" y="20756"/>
                </a:lnTo>
                <a:lnTo>
                  <a:pt x="10476" y="20876"/>
                </a:lnTo>
                <a:lnTo>
                  <a:pt x="10575" y="20997"/>
                </a:lnTo>
                <a:lnTo>
                  <a:pt x="10476" y="21036"/>
                </a:lnTo>
                <a:lnTo>
                  <a:pt x="9827" y="21157"/>
                </a:lnTo>
                <a:lnTo>
                  <a:pt x="9728" y="21036"/>
                </a:lnTo>
                <a:lnTo>
                  <a:pt x="9627" y="20916"/>
                </a:lnTo>
                <a:lnTo>
                  <a:pt x="9477" y="20756"/>
                </a:lnTo>
                <a:lnTo>
                  <a:pt x="9378" y="20594"/>
                </a:lnTo>
                <a:lnTo>
                  <a:pt x="9677" y="20514"/>
                </a:lnTo>
                <a:lnTo>
                  <a:pt x="10276" y="20433"/>
                </a:lnTo>
                <a:close/>
                <a:moveTo>
                  <a:pt x="8980" y="20675"/>
                </a:moveTo>
                <a:lnTo>
                  <a:pt x="9079" y="20956"/>
                </a:lnTo>
                <a:lnTo>
                  <a:pt x="9178" y="21077"/>
                </a:lnTo>
                <a:lnTo>
                  <a:pt x="9279" y="21198"/>
                </a:lnTo>
                <a:lnTo>
                  <a:pt x="8829" y="21198"/>
                </a:lnTo>
                <a:lnTo>
                  <a:pt x="8829" y="21077"/>
                </a:lnTo>
                <a:lnTo>
                  <a:pt x="8729" y="21036"/>
                </a:lnTo>
                <a:lnTo>
                  <a:pt x="8679" y="21036"/>
                </a:lnTo>
                <a:lnTo>
                  <a:pt x="8580" y="21077"/>
                </a:lnTo>
                <a:lnTo>
                  <a:pt x="8530" y="21077"/>
                </a:lnTo>
                <a:lnTo>
                  <a:pt x="8430" y="21036"/>
                </a:lnTo>
                <a:lnTo>
                  <a:pt x="8380" y="20916"/>
                </a:lnTo>
                <a:lnTo>
                  <a:pt x="8331" y="20756"/>
                </a:lnTo>
                <a:lnTo>
                  <a:pt x="8980" y="20675"/>
                </a:lnTo>
                <a:close/>
                <a:moveTo>
                  <a:pt x="13768" y="0"/>
                </a:moveTo>
                <a:lnTo>
                  <a:pt x="13219" y="41"/>
                </a:lnTo>
                <a:lnTo>
                  <a:pt x="12671" y="121"/>
                </a:lnTo>
                <a:lnTo>
                  <a:pt x="11972" y="241"/>
                </a:lnTo>
                <a:lnTo>
                  <a:pt x="11274" y="442"/>
                </a:lnTo>
                <a:lnTo>
                  <a:pt x="9926" y="805"/>
                </a:lnTo>
                <a:lnTo>
                  <a:pt x="7234" y="1649"/>
                </a:lnTo>
                <a:lnTo>
                  <a:pt x="4590" y="2494"/>
                </a:lnTo>
                <a:lnTo>
                  <a:pt x="3292" y="2937"/>
                </a:lnTo>
                <a:lnTo>
                  <a:pt x="2644" y="3178"/>
                </a:lnTo>
                <a:lnTo>
                  <a:pt x="2045" y="3419"/>
                </a:lnTo>
                <a:lnTo>
                  <a:pt x="1696" y="3620"/>
                </a:lnTo>
                <a:lnTo>
                  <a:pt x="1297" y="3822"/>
                </a:lnTo>
                <a:lnTo>
                  <a:pt x="948" y="4103"/>
                </a:lnTo>
                <a:lnTo>
                  <a:pt x="598" y="4384"/>
                </a:lnTo>
                <a:lnTo>
                  <a:pt x="299" y="4706"/>
                </a:lnTo>
                <a:lnTo>
                  <a:pt x="99" y="5068"/>
                </a:lnTo>
                <a:lnTo>
                  <a:pt x="50" y="5229"/>
                </a:lnTo>
                <a:lnTo>
                  <a:pt x="50" y="5591"/>
                </a:lnTo>
                <a:lnTo>
                  <a:pt x="99" y="5751"/>
                </a:lnTo>
                <a:lnTo>
                  <a:pt x="0" y="5792"/>
                </a:lnTo>
                <a:lnTo>
                  <a:pt x="0" y="5833"/>
                </a:lnTo>
                <a:lnTo>
                  <a:pt x="50" y="6275"/>
                </a:lnTo>
                <a:lnTo>
                  <a:pt x="200" y="6636"/>
                </a:lnTo>
                <a:lnTo>
                  <a:pt x="598" y="7441"/>
                </a:lnTo>
                <a:lnTo>
                  <a:pt x="1447" y="9211"/>
                </a:lnTo>
                <a:lnTo>
                  <a:pt x="3192" y="12791"/>
                </a:lnTo>
                <a:lnTo>
                  <a:pt x="3990" y="14601"/>
                </a:lnTo>
                <a:lnTo>
                  <a:pt x="4788" y="16452"/>
                </a:lnTo>
                <a:lnTo>
                  <a:pt x="5536" y="18261"/>
                </a:lnTo>
                <a:lnTo>
                  <a:pt x="5837" y="19106"/>
                </a:lnTo>
                <a:lnTo>
                  <a:pt x="6035" y="19548"/>
                </a:lnTo>
                <a:lnTo>
                  <a:pt x="6136" y="19790"/>
                </a:lnTo>
                <a:lnTo>
                  <a:pt x="6286" y="19991"/>
                </a:lnTo>
                <a:lnTo>
                  <a:pt x="6335" y="20233"/>
                </a:lnTo>
                <a:lnTo>
                  <a:pt x="6435" y="20433"/>
                </a:lnTo>
                <a:lnTo>
                  <a:pt x="6535" y="20594"/>
                </a:lnTo>
                <a:lnTo>
                  <a:pt x="6684" y="20756"/>
                </a:lnTo>
                <a:lnTo>
                  <a:pt x="6834" y="20916"/>
                </a:lnTo>
                <a:lnTo>
                  <a:pt x="7034" y="21077"/>
                </a:lnTo>
                <a:lnTo>
                  <a:pt x="7482" y="21278"/>
                </a:lnTo>
                <a:lnTo>
                  <a:pt x="7931" y="21439"/>
                </a:lnTo>
                <a:lnTo>
                  <a:pt x="8481" y="21559"/>
                </a:lnTo>
                <a:lnTo>
                  <a:pt x="8980" y="21600"/>
                </a:lnTo>
                <a:lnTo>
                  <a:pt x="9528" y="21600"/>
                </a:lnTo>
                <a:lnTo>
                  <a:pt x="10176" y="21520"/>
                </a:lnTo>
                <a:lnTo>
                  <a:pt x="10775" y="21399"/>
                </a:lnTo>
                <a:lnTo>
                  <a:pt x="12022" y="21036"/>
                </a:lnTo>
                <a:lnTo>
                  <a:pt x="15065" y="20112"/>
                </a:lnTo>
                <a:lnTo>
                  <a:pt x="17958" y="19267"/>
                </a:lnTo>
                <a:lnTo>
                  <a:pt x="18807" y="18986"/>
                </a:lnTo>
                <a:lnTo>
                  <a:pt x="19605" y="18663"/>
                </a:lnTo>
                <a:lnTo>
                  <a:pt x="19755" y="18663"/>
                </a:lnTo>
                <a:lnTo>
                  <a:pt x="19954" y="18583"/>
                </a:lnTo>
                <a:lnTo>
                  <a:pt x="20003" y="18502"/>
                </a:lnTo>
                <a:lnTo>
                  <a:pt x="20003" y="18463"/>
                </a:lnTo>
                <a:lnTo>
                  <a:pt x="20254" y="18302"/>
                </a:lnTo>
                <a:lnTo>
                  <a:pt x="20652" y="18020"/>
                </a:lnTo>
                <a:lnTo>
                  <a:pt x="20951" y="17658"/>
                </a:lnTo>
                <a:lnTo>
                  <a:pt x="21151" y="17296"/>
                </a:lnTo>
                <a:lnTo>
                  <a:pt x="21351" y="16894"/>
                </a:lnTo>
                <a:lnTo>
                  <a:pt x="21450" y="16491"/>
                </a:lnTo>
                <a:lnTo>
                  <a:pt x="21501" y="16049"/>
                </a:lnTo>
                <a:lnTo>
                  <a:pt x="21550" y="15205"/>
                </a:lnTo>
                <a:lnTo>
                  <a:pt x="21600" y="15164"/>
                </a:lnTo>
                <a:lnTo>
                  <a:pt x="21600" y="15084"/>
                </a:lnTo>
                <a:lnTo>
                  <a:pt x="21550" y="14882"/>
                </a:lnTo>
                <a:lnTo>
                  <a:pt x="21501" y="14682"/>
                </a:lnTo>
                <a:lnTo>
                  <a:pt x="21301" y="14320"/>
                </a:lnTo>
                <a:lnTo>
                  <a:pt x="20852" y="13354"/>
                </a:lnTo>
                <a:lnTo>
                  <a:pt x="20003" y="11584"/>
                </a:lnTo>
                <a:lnTo>
                  <a:pt x="18358" y="7964"/>
                </a:lnTo>
                <a:lnTo>
                  <a:pt x="16761" y="4345"/>
                </a:lnTo>
                <a:lnTo>
                  <a:pt x="16013" y="2534"/>
                </a:lnTo>
                <a:lnTo>
                  <a:pt x="15565" y="1569"/>
                </a:lnTo>
                <a:lnTo>
                  <a:pt x="15464" y="1287"/>
                </a:lnTo>
                <a:lnTo>
                  <a:pt x="15514" y="1126"/>
                </a:lnTo>
                <a:lnTo>
                  <a:pt x="15514" y="1006"/>
                </a:lnTo>
                <a:lnTo>
                  <a:pt x="15464" y="844"/>
                </a:lnTo>
                <a:lnTo>
                  <a:pt x="15365" y="684"/>
                </a:lnTo>
                <a:lnTo>
                  <a:pt x="15165" y="442"/>
                </a:lnTo>
                <a:lnTo>
                  <a:pt x="14815" y="241"/>
                </a:lnTo>
                <a:lnTo>
                  <a:pt x="14566" y="121"/>
                </a:lnTo>
                <a:lnTo>
                  <a:pt x="14316" y="41"/>
                </a:lnTo>
                <a:lnTo>
                  <a:pt x="14067" y="0"/>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358" name="Google Shape;164;p2"/>
          <p:cNvSpPr/>
          <p:nvPr/>
        </p:nvSpPr>
        <p:spPr>
          <a:xfrm>
            <a:off x="-58269" y="3053337"/>
            <a:ext cx="781965" cy="89025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552" y="0"/>
                </a:moveTo>
                <a:lnTo>
                  <a:pt x="14451" y="44"/>
                </a:lnTo>
                <a:lnTo>
                  <a:pt x="14247" y="267"/>
                </a:lnTo>
                <a:lnTo>
                  <a:pt x="14095" y="534"/>
                </a:lnTo>
                <a:lnTo>
                  <a:pt x="13842" y="1068"/>
                </a:lnTo>
                <a:lnTo>
                  <a:pt x="13588" y="1781"/>
                </a:lnTo>
                <a:lnTo>
                  <a:pt x="13386" y="2538"/>
                </a:lnTo>
                <a:lnTo>
                  <a:pt x="13386" y="2671"/>
                </a:lnTo>
                <a:lnTo>
                  <a:pt x="13436" y="2805"/>
                </a:lnTo>
                <a:lnTo>
                  <a:pt x="13538" y="2850"/>
                </a:lnTo>
                <a:lnTo>
                  <a:pt x="13639" y="2895"/>
                </a:lnTo>
                <a:lnTo>
                  <a:pt x="13740" y="2938"/>
                </a:lnTo>
                <a:lnTo>
                  <a:pt x="13892" y="2895"/>
                </a:lnTo>
                <a:lnTo>
                  <a:pt x="13995" y="2805"/>
                </a:lnTo>
                <a:lnTo>
                  <a:pt x="14095" y="2716"/>
                </a:lnTo>
                <a:lnTo>
                  <a:pt x="14147" y="2494"/>
                </a:lnTo>
                <a:lnTo>
                  <a:pt x="14147" y="2404"/>
                </a:lnTo>
                <a:lnTo>
                  <a:pt x="14451" y="1381"/>
                </a:lnTo>
                <a:lnTo>
                  <a:pt x="14704" y="756"/>
                </a:lnTo>
                <a:lnTo>
                  <a:pt x="14755" y="444"/>
                </a:lnTo>
                <a:lnTo>
                  <a:pt x="14806" y="134"/>
                </a:lnTo>
                <a:lnTo>
                  <a:pt x="14755" y="44"/>
                </a:lnTo>
                <a:lnTo>
                  <a:pt x="14654" y="0"/>
                </a:lnTo>
                <a:close/>
                <a:moveTo>
                  <a:pt x="4918" y="1247"/>
                </a:moveTo>
                <a:lnTo>
                  <a:pt x="4867" y="1291"/>
                </a:lnTo>
                <a:lnTo>
                  <a:pt x="4816" y="1336"/>
                </a:lnTo>
                <a:lnTo>
                  <a:pt x="4816" y="1381"/>
                </a:lnTo>
                <a:lnTo>
                  <a:pt x="4918" y="1603"/>
                </a:lnTo>
                <a:lnTo>
                  <a:pt x="5070" y="1781"/>
                </a:lnTo>
                <a:lnTo>
                  <a:pt x="5374" y="2137"/>
                </a:lnTo>
                <a:lnTo>
                  <a:pt x="5679" y="2494"/>
                </a:lnTo>
                <a:lnTo>
                  <a:pt x="6034" y="2850"/>
                </a:lnTo>
                <a:lnTo>
                  <a:pt x="6186" y="3162"/>
                </a:lnTo>
                <a:lnTo>
                  <a:pt x="6338" y="3474"/>
                </a:lnTo>
                <a:lnTo>
                  <a:pt x="6490" y="3607"/>
                </a:lnTo>
                <a:lnTo>
                  <a:pt x="6591" y="3696"/>
                </a:lnTo>
                <a:lnTo>
                  <a:pt x="6794" y="3741"/>
                </a:lnTo>
                <a:lnTo>
                  <a:pt x="6997" y="3741"/>
                </a:lnTo>
                <a:lnTo>
                  <a:pt x="7098" y="3696"/>
                </a:lnTo>
                <a:lnTo>
                  <a:pt x="7199" y="3651"/>
                </a:lnTo>
                <a:lnTo>
                  <a:pt x="7250" y="3562"/>
                </a:lnTo>
                <a:lnTo>
                  <a:pt x="7250" y="3474"/>
                </a:lnTo>
                <a:lnTo>
                  <a:pt x="7199" y="3295"/>
                </a:lnTo>
                <a:lnTo>
                  <a:pt x="7149" y="3207"/>
                </a:lnTo>
                <a:lnTo>
                  <a:pt x="7047" y="3162"/>
                </a:lnTo>
                <a:lnTo>
                  <a:pt x="6895" y="3162"/>
                </a:lnTo>
                <a:lnTo>
                  <a:pt x="6895" y="3028"/>
                </a:lnTo>
                <a:lnTo>
                  <a:pt x="6845" y="2895"/>
                </a:lnTo>
                <a:lnTo>
                  <a:pt x="6642" y="2583"/>
                </a:lnTo>
                <a:lnTo>
                  <a:pt x="6389" y="2270"/>
                </a:lnTo>
                <a:lnTo>
                  <a:pt x="6084" y="1960"/>
                </a:lnTo>
                <a:lnTo>
                  <a:pt x="5730" y="1691"/>
                </a:lnTo>
                <a:lnTo>
                  <a:pt x="5374" y="1424"/>
                </a:lnTo>
                <a:lnTo>
                  <a:pt x="4968" y="1247"/>
                </a:lnTo>
                <a:close/>
                <a:moveTo>
                  <a:pt x="21195" y="4854"/>
                </a:moveTo>
                <a:lnTo>
                  <a:pt x="21093" y="4898"/>
                </a:lnTo>
                <a:lnTo>
                  <a:pt x="20992" y="4988"/>
                </a:lnTo>
                <a:lnTo>
                  <a:pt x="20840" y="5076"/>
                </a:lnTo>
                <a:lnTo>
                  <a:pt x="20688" y="5166"/>
                </a:lnTo>
                <a:lnTo>
                  <a:pt x="20484" y="5255"/>
                </a:lnTo>
                <a:lnTo>
                  <a:pt x="20281" y="5255"/>
                </a:lnTo>
                <a:lnTo>
                  <a:pt x="20079" y="5344"/>
                </a:lnTo>
                <a:lnTo>
                  <a:pt x="20028" y="5388"/>
                </a:lnTo>
                <a:lnTo>
                  <a:pt x="19977" y="5522"/>
                </a:lnTo>
                <a:lnTo>
                  <a:pt x="19927" y="5567"/>
                </a:lnTo>
                <a:lnTo>
                  <a:pt x="19876" y="5611"/>
                </a:lnTo>
                <a:lnTo>
                  <a:pt x="19673" y="5744"/>
                </a:lnTo>
                <a:lnTo>
                  <a:pt x="19268" y="5878"/>
                </a:lnTo>
                <a:lnTo>
                  <a:pt x="18964" y="6056"/>
                </a:lnTo>
                <a:lnTo>
                  <a:pt x="18710" y="6280"/>
                </a:lnTo>
                <a:lnTo>
                  <a:pt x="18658" y="6368"/>
                </a:lnTo>
                <a:lnTo>
                  <a:pt x="18658" y="6457"/>
                </a:lnTo>
                <a:lnTo>
                  <a:pt x="18761" y="6502"/>
                </a:lnTo>
                <a:lnTo>
                  <a:pt x="19116" y="6502"/>
                </a:lnTo>
                <a:lnTo>
                  <a:pt x="19369" y="6457"/>
                </a:lnTo>
                <a:lnTo>
                  <a:pt x="19876" y="6280"/>
                </a:lnTo>
                <a:lnTo>
                  <a:pt x="20281" y="6101"/>
                </a:lnTo>
                <a:lnTo>
                  <a:pt x="20433" y="6013"/>
                </a:lnTo>
                <a:lnTo>
                  <a:pt x="20536" y="5834"/>
                </a:lnTo>
                <a:lnTo>
                  <a:pt x="20840" y="5789"/>
                </a:lnTo>
                <a:lnTo>
                  <a:pt x="21093" y="5656"/>
                </a:lnTo>
                <a:lnTo>
                  <a:pt x="21245" y="5701"/>
                </a:lnTo>
                <a:lnTo>
                  <a:pt x="21347" y="5701"/>
                </a:lnTo>
                <a:lnTo>
                  <a:pt x="21499" y="5611"/>
                </a:lnTo>
                <a:lnTo>
                  <a:pt x="21600" y="5522"/>
                </a:lnTo>
                <a:lnTo>
                  <a:pt x="21600" y="5433"/>
                </a:lnTo>
                <a:lnTo>
                  <a:pt x="21549" y="5300"/>
                </a:lnTo>
                <a:lnTo>
                  <a:pt x="21600" y="5255"/>
                </a:lnTo>
                <a:lnTo>
                  <a:pt x="21600" y="5166"/>
                </a:lnTo>
                <a:lnTo>
                  <a:pt x="21549" y="5076"/>
                </a:lnTo>
                <a:lnTo>
                  <a:pt x="21499" y="4988"/>
                </a:lnTo>
                <a:lnTo>
                  <a:pt x="21397" y="4898"/>
                </a:lnTo>
                <a:lnTo>
                  <a:pt x="21296" y="4898"/>
                </a:lnTo>
                <a:lnTo>
                  <a:pt x="21195" y="4854"/>
                </a:lnTo>
                <a:close/>
                <a:moveTo>
                  <a:pt x="3092" y="9041"/>
                </a:moveTo>
                <a:lnTo>
                  <a:pt x="2940" y="9086"/>
                </a:lnTo>
                <a:lnTo>
                  <a:pt x="1469" y="9664"/>
                </a:lnTo>
                <a:lnTo>
                  <a:pt x="658" y="9976"/>
                </a:lnTo>
                <a:lnTo>
                  <a:pt x="354" y="10154"/>
                </a:lnTo>
                <a:lnTo>
                  <a:pt x="202" y="10288"/>
                </a:lnTo>
                <a:lnTo>
                  <a:pt x="152" y="10243"/>
                </a:lnTo>
                <a:lnTo>
                  <a:pt x="101" y="10243"/>
                </a:lnTo>
                <a:lnTo>
                  <a:pt x="0" y="10333"/>
                </a:lnTo>
                <a:lnTo>
                  <a:pt x="0" y="10421"/>
                </a:lnTo>
                <a:lnTo>
                  <a:pt x="50" y="10466"/>
                </a:lnTo>
                <a:lnTo>
                  <a:pt x="152" y="10555"/>
                </a:lnTo>
                <a:lnTo>
                  <a:pt x="304" y="10600"/>
                </a:lnTo>
                <a:lnTo>
                  <a:pt x="506" y="10555"/>
                </a:lnTo>
                <a:lnTo>
                  <a:pt x="709" y="10510"/>
                </a:lnTo>
                <a:lnTo>
                  <a:pt x="1116" y="10376"/>
                </a:lnTo>
                <a:lnTo>
                  <a:pt x="1420" y="10288"/>
                </a:lnTo>
                <a:lnTo>
                  <a:pt x="3295" y="9575"/>
                </a:lnTo>
                <a:lnTo>
                  <a:pt x="3396" y="9530"/>
                </a:lnTo>
                <a:lnTo>
                  <a:pt x="3499" y="9441"/>
                </a:lnTo>
                <a:lnTo>
                  <a:pt x="3499" y="9308"/>
                </a:lnTo>
                <a:lnTo>
                  <a:pt x="3447" y="9219"/>
                </a:lnTo>
                <a:lnTo>
                  <a:pt x="3347" y="9129"/>
                </a:lnTo>
                <a:lnTo>
                  <a:pt x="3244" y="9086"/>
                </a:lnTo>
                <a:lnTo>
                  <a:pt x="3092" y="9041"/>
                </a:lnTo>
                <a:close/>
                <a:moveTo>
                  <a:pt x="9228" y="9486"/>
                </a:moveTo>
                <a:lnTo>
                  <a:pt x="9126" y="9575"/>
                </a:lnTo>
                <a:lnTo>
                  <a:pt x="9126" y="9797"/>
                </a:lnTo>
                <a:lnTo>
                  <a:pt x="9582" y="10288"/>
                </a:lnTo>
                <a:lnTo>
                  <a:pt x="9736" y="10555"/>
                </a:lnTo>
                <a:lnTo>
                  <a:pt x="9888" y="10822"/>
                </a:lnTo>
                <a:lnTo>
                  <a:pt x="9989" y="10867"/>
                </a:lnTo>
                <a:lnTo>
                  <a:pt x="10040" y="10910"/>
                </a:lnTo>
                <a:lnTo>
                  <a:pt x="10242" y="10910"/>
                </a:lnTo>
                <a:lnTo>
                  <a:pt x="10496" y="10777"/>
                </a:lnTo>
                <a:lnTo>
                  <a:pt x="10749" y="10643"/>
                </a:lnTo>
                <a:lnTo>
                  <a:pt x="10952" y="10466"/>
                </a:lnTo>
                <a:lnTo>
                  <a:pt x="10952" y="10510"/>
                </a:lnTo>
                <a:lnTo>
                  <a:pt x="11053" y="10643"/>
                </a:lnTo>
                <a:lnTo>
                  <a:pt x="11155" y="10777"/>
                </a:lnTo>
                <a:lnTo>
                  <a:pt x="11307" y="10867"/>
                </a:lnTo>
                <a:lnTo>
                  <a:pt x="11509" y="10955"/>
                </a:lnTo>
                <a:lnTo>
                  <a:pt x="11864" y="11000"/>
                </a:lnTo>
                <a:lnTo>
                  <a:pt x="12119" y="11000"/>
                </a:lnTo>
                <a:lnTo>
                  <a:pt x="12372" y="10910"/>
                </a:lnTo>
                <a:lnTo>
                  <a:pt x="12828" y="10733"/>
                </a:lnTo>
                <a:lnTo>
                  <a:pt x="13284" y="10510"/>
                </a:lnTo>
                <a:lnTo>
                  <a:pt x="13436" y="10376"/>
                </a:lnTo>
                <a:lnTo>
                  <a:pt x="13487" y="10288"/>
                </a:lnTo>
                <a:lnTo>
                  <a:pt x="13487" y="10154"/>
                </a:lnTo>
                <a:lnTo>
                  <a:pt x="13386" y="10021"/>
                </a:lnTo>
                <a:lnTo>
                  <a:pt x="13335" y="9976"/>
                </a:lnTo>
                <a:lnTo>
                  <a:pt x="13081" y="9976"/>
                </a:lnTo>
                <a:lnTo>
                  <a:pt x="13031" y="10065"/>
                </a:lnTo>
                <a:lnTo>
                  <a:pt x="12777" y="10243"/>
                </a:lnTo>
                <a:lnTo>
                  <a:pt x="12423" y="10376"/>
                </a:lnTo>
                <a:lnTo>
                  <a:pt x="12119" y="10466"/>
                </a:lnTo>
                <a:lnTo>
                  <a:pt x="11864" y="10510"/>
                </a:lnTo>
                <a:lnTo>
                  <a:pt x="11712" y="10510"/>
                </a:lnTo>
                <a:lnTo>
                  <a:pt x="11611" y="10466"/>
                </a:lnTo>
                <a:lnTo>
                  <a:pt x="11560" y="10421"/>
                </a:lnTo>
                <a:lnTo>
                  <a:pt x="11509" y="10376"/>
                </a:lnTo>
                <a:lnTo>
                  <a:pt x="11408" y="10021"/>
                </a:lnTo>
                <a:lnTo>
                  <a:pt x="11307" y="9887"/>
                </a:lnTo>
                <a:lnTo>
                  <a:pt x="11155" y="9842"/>
                </a:lnTo>
                <a:lnTo>
                  <a:pt x="11003" y="9842"/>
                </a:lnTo>
                <a:lnTo>
                  <a:pt x="10901" y="9887"/>
                </a:lnTo>
                <a:lnTo>
                  <a:pt x="10698" y="10021"/>
                </a:lnTo>
                <a:lnTo>
                  <a:pt x="10546" y="10199"/>
                </a:lnTo>
                <a:lnTo>
                  <a:pt x="10242" y="10376"/>
                </a:lnTo>
                <a:lnTo>
                  <a:pt x="10040" y="10154"/>
                </a:lnTo>
                <a:lnTo>
                  <a:pt x="9837" y="9931"/>
                </a:lnTo>
                <a:lnTo>
                  <a:pt x="9633" y="9708"/>
                </a:lnTo>
                <a:lnTo>
                  <a:pt x="9380" y="9530"/>
                </a:lnTo>
                <a:lnTo>
                  <a:pt x="9278" y="9486"/>
                </a:lnTo>
                <a:close/>
                <a:moveTo>
                  <a:pt x="17797" y="13361"/>
                </a:moveTo>
                <a:lnTo>
                  <a:pt x="17696" y="13406"/>
                </a:lnTo>
                <a:lnTo>
                  <a:pt x="17645" y="13449"/>
                </a:lnTo>
                <a:lnTo>
                  <a:pt x="17645" y="13539"/>
                </a:lnTo>
                <a:lnTo>
                  <a:pt x="17594" y="13628"/>
                </a:lnTo>
                <a:lnTo>
                  <a:pt x="17645" y="13716"/>
                </a:lnTo>
                <a:lnTo>
                  <a:pt x="17949" y="14207"/>
                </a:lnTo>
                <a:lnTo>
                  <a:pt x="18354" y="14653"/>
                </a:lnTo>
                <a:lnTo>
                  <a:pt x="18658" y="15053"/>
                </a:lnTo>
                <a:lnTo>
                  <a:pt x="18862" y="15187"/>
                </a:lnTo>
                <a:lnTo>
                  <a:pt x="19116" y="15320"/>
                </a:lnTo>
                <a:lnTo>
                  <a:pt x="19318" y="15320"/>
                </a:lnTo>
                <a:lnTo>
                  <a:pt x="19369" y="15275"/>
                </a:lnTo>
                <a:lnTo>
                  <a:pt x="19470" y="15232"/>
                </a:lnTo>
                <a:lnTo>
                  <a:pt x="19572" y="15098"/>
                </a:lnTo>
                <a:lnTo>
                  <a:pt x="19572" y="14875"/>
                </a:lnTo>
                <a:lnTo>
                  <a:pt x="19521" y="14741"/>
                </a:lnTo>
                <a:lnTo>
                  <a:pt x="19470" y="14653"/>
                </a:lnTo>
                <a:lnTo>
                  <a:pt x="19420" y="14608"/>
                </a:lnTo>
                <a:lnTo>
                  <a:pt x="19217" y="14608"/>
                </a:lnTo>
                <a:lnTo>
                  <a:pt x="19116" y="14429"/>
                </a:lnTo>
                <a:lnTo>
                  <a:pt x="18761" y="14073"/>
                </a:lnTo>
                <a:lnTo>
                  <a:pt x="18405" y="13716"/>
                </a:lnTo>
                <a:lnTo>
                  <a:pt x="18050" y="13406"/>
                </a:lnTo>
                <a:lnTo>
                  <a:pt x="18000" y="13361"/>
                </a:lnTo>
                <a:close/>
                <a:moveTo>
                  <a:pt x="11307" y="3874"/>
                </a:moveTo>
                <a:lnTo>
                  <a:pt x="11763" y="3918"/>
                </a:lnTo>
                <a:lnTo>
                  <a:pt x="12271" y="3963"/>
                </a:lnTo>
                <a:lnTo>
                  <a:pt x="12727" y="4053"/>
                </a:lnTo>
                <a:lnTo>
                  <a:pt x="13183" y="4142"/>
                </a:lnTo>
                <a:lnTo>
                  <a:pt x="13639" y="4275"/>
                </a:lnTo>
                <a:lnTo>
                  <a:pt x="14095" y="4454"/>
                </a:lnTo>
                <a:lnTo>
                  <a:pt x="14552" y="4676"/>
                </a:lnTo>
                <a:lnTo>
                  <a:pt x="14958" y="4898"/>
                </a:lnTo>
                <a:lnTo>
                  <a:pt x="15312" y="5166"/>
                </a:lnTo>
                <a:lnTo>
                  <a:pt x="15667" y="5433"/>
                </a:lnTo>
                <a:lnTo>
                  <a:pt x="16022" y="5744"/>
                </a:lnTo>
                <a:lnTo>
                  <a:pt x="16326" y="6056"/>
                </a:lnTo>
                <a:lnTo>
                  <a:pt x="16581" y="6457"/>
                </a:lnTo>
                <a:lnTo>
                  <a:pt x="16783" y="6769"/>
                </a:lnTo>
                <a:lnTo>
                  <a:pt x="16935" y="7126"/>
                </a:lnTo>
                <a:lnTo>
                  <a:pt x="17087" y="7527"/>
                </a:lnTo>
                <a:lnTo>
                  <a:pt x="17189" y="7927"/>
                </a:lnTo>
                <a:lnTo>
                  <a:pt x="17290" y="8283"/>
                </a:lnTo>
                <a:lnTo>
                  <a:pt x="17290" y="9086"/>
                </a:lnTo>
                <a:lnTo>
                  <a:pt x="17239" y="9486"/>
                </a:lnTo>
                <a:lnTo>
                  <a:pt x="17138" y="9887"/>
                </a:lnTo>
                <a:lnTo>
                  <a:pt x="16986" y="10333"/>
                </a:lnTo>
                <a:lnTo>
                  <a:pt x="16783" y="10688"/>
                </a:lnTo>
                <a:lnTo>
                  <a:pt x="16581" y="11089"/>
                </a:lnTo>
                <a:lnTo>
                  <a:pt x="16326" y="11446"/>
                </a:lnTo>
                <a:lnTo>
                  <a:pt x="16022" y="11802"/>
                </a:lnTo>
                <a:lnTo>
                  <a:pt x="15363" y="12469"/>
                </a:lnTo>
                <a:lnTo>
                  <a:pt x="14299" y="13494"/>
                </a:lnTo>
                <a:lnTo>
                  <a:pt x="13740" y="14028"/>
                </a:lnTo>
                <a:lnTo>
                  <a:pt x="13234" y="14608"/>
                </a:lnTo>
                <a:lnTo>
                  <a:pt x="12828" y="15187"/>
                </a:lnTo>
                <a:lnTo>
                  <a:pt x="12423" y="15810"/>
                </a:lnTo>
                <a:lnTo>
                  <a:pt x="12321" y="16122"/>
                </a:lnTo>
                <a:lnTo>
                  <a:pt x="12168" y="16479"/>
                </a:lnTo>
                <a:lnTo>
                  <a:pt x="12119" y="16789"/>
                </a:lnTo>
                <a:lnTo>
                  <a:pt x="12068" y="17146"/>
                </a:lnTo>
                <a:lnTo>
                  <a:pt x="11357" y="17013"/>
                </a:lnTo>
                <a:lnTo>
                  <a:pt x="10648" y="16923"/>
                </a:lnTo>
                <a:lnTo>
                  <a:pt x="11864" y="14162"/>
                </a:lnTo>
                <a:lnTo>
                  <a:pt x="12524" y="12648"/>
                </a:lnTo>
                <a:lnTo>
                  <a:pt x="12879" y="11935"/>
                </a:lnTo>
                <a:lnTo>
                  <a:pt x="12980" y="11579"/>
                </a:lnTo>
                <a:lnTo>
                  <a:pt x="12980" y="11401"/>
                </a:lnTo>
                <a:lnTo>
                  <a:pt x="12929" y="11223"/>
                </a:lnTo>
                <a:lnTo>
                  <a:pt x="12879" y="11179"/>
                </a:lnTo>
                <a:lnTo>
                  <a:pt x="12828" y="11179"/>
                </a:lnTo>
                <a:lnTo>
                  <a:pt x="12676" y="11267"/>
                </a:lnTo>
                <a:lnTo>
                  <a:pt x="12575" y="11401"/>
                </a:lnTo>
                <a:lnTo>
                  <a:pt x="12423" y="11668"/>
                </a:lnTo>
                <a:lnTo>
                  <a:pt x="12119" y="12247"/>
                </a:lnTo>
                <a:lnTo>
                  <a:pt x="11357" y="13895"/>
                </a:lnTo>
                <a:lnTo>
                  <a:pt x="10141" y="16656"/>
                </a:lnTo>
                <a:lnTo>
                  <a:pt x="9989" y="16879"/>
                </a:lnTo>
                <a:lnTo>
                  <a:pt x="9633" y="16789"/>
                </a:lnTo>
                <a:lnTo>
                  <a:pt x="8873" y="16612"/>
                </a:lnTo>
                <a:lnTo>
                  <a:pt x="8873" y="16567"/>
                </a:lnTo>
                <a:lnTo>
                  <a:pt x="8974" y="16255"/>
                </a:lnTo>
                <a:lnTo>
                  <a:pt x="9025" y="15899"/>
                </a:lnTo>
                <a:lnTo>
                  <a:pt x="9025" y="15232"/>
                </a:lnTo>
                <a:lnTo>
                  <a:pt x="9126" y="13806"/>
                </a:lnTo>
                <a:lnTo>
                  <a:pt x="9228" y="12292"/>
                </a:lnTo>
                <a:lnTo>
                  <a:pt x="9278" y="11535"/>
                </a:lnTo>
                <a:lnTo>
                  <a:pt x="9228" y="10777"/>
                </a:lnTo>
                <a:lnTo>
                  <a:pt x="9228" y="10688"/>
                </a:lnTo>
                <a:lnTo>
                  <a:pt x="9177" y="10643"/>
                </a:lnTo>
                <a:lnTo>
                  <a:pt x="9025" y="10555"/>
                </a:lnTo>
                <a:lnTo>
                  <a:pt x="8873" y="10600"/>
                </a:lnTo>
                <a:lnTo>
                  <a:pt x="8822" y="10643"/>
                </a:lnTo>
                <a:lnTo>
                  <a:pt x="8772" y="10733"/>
                </a:lnTo>
                <a:lnTo>
                  <a:pt x="8670" y="11401"/>
                </a:lnTo>
                <a:lnTo>
                  <a:pt x="8620" y="12114"/>
                </a:lnTo>
                <a:lnTo>
                  <a:pt x="8569" y="13494"/>
                </a:lnTo>
                <a:lnTo>
                  <a:pt x="8417" y="14920"/>
                </a:lnTo>
                <a:lnTo>
                  <a:pt x="8315" y="15676"/>
                </a:lnTo>
                <a:lnTo>
                  <a:pt x="8315" y="16434"/>
                </a:lnTo>
                <a:lnTo>
                  <a:pt x="7657" y="16212"/>
                </a:lnTo>
                <a:lnTo>
                  <a:pt x="7047" y="16033"/>
                </a:lnTo>
                <a:lnTo>
                  <a:pt x="6389" y="15943"/>
                </a:lnTo>
                <a:lnTo>
                  <a:pt x="5779" y="15943"/>
                </a:lnTo>
                <a:lnTo>
                  <a:pt x="5983" y="15632"/>
                </a:lnTo>
                <a:lnTo>
                  <a:pt x="6135" y="15320"/>
                </a:lnTo>
                <a:lnTo>
                  <a:pt x="6287" y="15008"/>
                </a:lnTo>
                <a:lnTo>
                  <a:pt x="6389" y="14653"/>
                </a:lnTo>
                <a:lnTo>
                  <a:pt x="6490" y="13940"/>
                </a:lnTo>
                <a:lnTo>
                  <a:pt x="6490" y="13227"/>
                </a:lnTo>
                <a:lnTo>
                  <a:pt x="6389" y="12336"/>
                </a:lnTo>
                <a:lnTo>
                  <a:pt x="6236" y="11446"/>
                </a:lnTo>
                <a:lnTo>
                  <a:pt x="6034" y="10555"/>
                </a:lnTo>
                <a:lnTo>
                  <a:pt x="5831" y="9664"/>
                </a:lnTo>
                <a:lnTo>
                  <a:pt x="5779" y="9219"/>
                </a:lnTo>
                <a:lnTo>
                  <a:pt x="5779" y="8283"/>
                </a:lnTo>
                <a:lnTo>
                  <a:pt x="5831" y="7837"/>
                </a:lnTo>
                <a:lnTo>
                  <a:pt x="5931" y="7393"/>
                </a:lnTo>
                <a:lnTo>
                  <a:pt x="6135" y="6992"/>
                </a:lnTo>
                <a:lnTo>
                  <a:pt x="6338" y="6590"/>
                </a:lnTo>
                <a:lnTo>
                  <a:pt x="6591" y="6146"/>
                </a:lnTo>
                <a:lnTo>
                  <a:pt x="6946" y="5789"/>
                </a:lnTo>
                <a:lnTo>
                  <a:pt x="7250" y="5433"/>
                </a:lnTo>
                <a:lnTo>
                  <a:pt x="7605" y="5121"/>
                </a:lnTo>
                <a:lnTo>
                  <a:pt x="8010" y="4854"/>
                </a:lnTo>
                <a:lnTo>
                  <a:pt x="8417" y="4587"/>
                </a:lnTo>
                <a:lnTo>
                  <a:pt x="8873" y="4364"/>
                </a:lnTo>
                <a:lnTo>
                  <a:pt x="9380" y="4186"/>
                </a:lnTo>
                <a:lnTo>
                  <a:pt x="9837" y="4053"/>
                </a:lnTo>
                <a:lnTo>
                  <a:pt x="10344" y="3963"/>
                </a:lnTo>
                <a:lnTo>
                  <a:pt x="10800" y="3918"/>
                </a:lnTo>
                <a:lnTo>
                  <a:pt x="11307" y="3874"/>
                </a:lnTo>
                <a:close/>
                <a:moveTo>
                  <a:pt x="5475" y="16300"/>
                </a:moveTo>
                <a:lnTo>
                  <a:pt x="6389" y="16434"/>
                </a:lnTo>
                <a:lnTo>
                  <a:pt x="7250" y="16656"/>
                </a:lnTo>
                <a:lnTo>
                  <a:pt x="8214" y="16923"/>
                </a:lnTo>
                <a:lnTo>
                  <a:pt x="9126" y="17235"/>
                </a:lnTo>
                <a:lnTo>
                  <a:pt x="9481" y="17325"/>
                </a:lnTo>
                <a:lnTo>
                  <a:pt x="9888" y="17369"/>
                </a:lnTo>
                <a:lnTo>
                  <a:pt x="10648" y="17458"/>
                </a:lnTo>
                <a:lnTo>
                  <a:pt x="11357" y="17592"/>
                </a:lnTo>
                <a:lnTo>
                  <a:pt x="11712" y="17681"/>
                </a:lnTo>
                <a:lnTo>
                  <a:pt x="12068" y="17769"/>
                </a:lnTo>
                <a:lnTo>
                  <a:pt x="12119" y="17948"/>
                </a:lnTo>
                <a:lnTo>
                  <a:pt x="12220" y="18038"/>
                </a:lnTo>
                <a:lnTo>
                  <a:pt x="12372" y="18081"/>
                </a:lnTo>
                <a:lnTo>
                  <a:pt x="12524" y="18081"/>
                </a:lnTo>
                <a:lnTo>
                  <a:pt x="12524" y="18215"/>
                </a:lnTo>
                <a:lnTo>
                  <a:pt x="12473" y="18393"/>
                </a:lnTo>
                <a:lnTo>
                  <a:pt x="12321" y="18482"/>
                </a:lnTo>
                <a:lnTo>
                  <a:pt x="12119" y="18616"/>
                </a:lnTo>
                <a:lnTo>
                  <a:pt x="11104" y="18260"/>
                </a:lnTo>
                <a:lnTo>
                  <a:pt x="8822" y="17592"/>
                </a:lnTo>
                <a:lnTo>
                  <a:pt x="7706" y="17325"/>
                </a:lnTo>
                <a:lnTo>
                  <a:pt x="6591" y="17102"/>
                </a:lnTo>
                <a:lnTo>
                  <a:pt x="5931" y="17013"/>
                </a:lnTo>
                <a:lnTo>
                  <a:pt x="5627" y="17013"/>
                </a:lnTo>
                <a:lnTo>
                  <a:pt x="5323" y="17058"/>
                </a:lnTo>
                <a:lnTo>
                  <a:pt x="5171" y="17013"/>
                </a:lnTo>
                <a:lnTo>
                  <a:pt x="5070" y="16923"/>
                </a:lnTo>
                <a:lnTo>
                  <a:pt x="5019" y="16789"/>
                </a:lnTo>
                <a:lnTo>
                  <a:pt x="5019" y="16522"/>
                </a:lnTo>
                <a:lnTo>
                  <a:pt x="5120" y="16434"/>
                </a:lnTo>
                <a:lnTo>
                  <a:pt x="5274" y="16345"/>
                </a:lnTo>
                <a:lnTo>
                  <a:pt x="5426" y="16300"/>
                </a:lnTo>
                <a:close/>
                <a:moveTo>
                  <a:pt x="5882" y="19106"/>
                </a:moveTo>
                <a:lnTo>
                  <a:pt x="6490" y="19240"/>
                </a:lnTo>
                <a:lnTo>
                  <a:pt x="6186" y="19507"/>
                </a:lnTo>
                <a:lnTo>
                  <a:pt x="5931" y="19774"/>
                </a:lnTo>
                <a:lnTo>
                  <a:pt x="5931" y="19729"/>
                </a:lnTo>
                <a:lnTo>
                  <a:pt x="5882" y="19595"/>
                </a:lnTo>
                <a:lnTo>
                  <a:pt x="5882" y="19106"/>
                </a:lnTo>
                <a:close/>
                <a:moveTo>
                  <a:pt x="6693" y="19328"/>
                </a:moveTo>
                <a:lnTo>
                  <a:pt x="6895" y="19373"/>
                </a:lnTo>
                <a:lnTo>
                  <a:pt x="7098" y="19418"/>
                </a:lnTo>
                <a:lnTo>
                  <a:pt x="6743" y="19595"/>
                </a:lnTo>
                <a:lnTo>
                  <a:pt x="6389" y="19863"/>
                </a:lnTo>
                <a:lnTo>
                  <a:pt x="6541" y="19595"/>
                </a:lnTo>
                <a:lnTo>
                  <a:pt x="6693" y="19328"/>
                </a:lnTo>
                <a:close/>
                <a:moveTo>
                  <a:pt x="5730" y="17547"/>
                </a:moveTo>
                <a:lnTo>
                  <a:pt x="6439" y="17592"/>
                </a:lnTo>
                <a:lnTo>
                  <a:pt x="7402" y="17814"/>
                </a:lnTo>
                <a:lnTo>
                  <a:pt x="8366" y="18038"/>
                </a:lnTo>
                <a:lnTo>
                  <a:pt x="10242" y="18616"/>
                </a:lnTo>
                <a:lnTo>
                  <a:pt x="11104" y="18883"/>
                </a:lnTo>
                <a:lnTo>
                  <a:pt x="11611" y="19016"/>
                </a:lnTo>
                <a:lnTo>
                  <a:pt x="12016" y="19151"/>
                </a:lnTo>
                <a:lnTo>
                  <a:pt x="12068" y="19240"/>
                </a:lnTo>
                <a:lnTo>
                  <a:pt x="12119" y="19285"/>
                </a:lnTo>
                <a:lnTo>
                  <a:pt x="12220" y="19373"/>
                </a:lnTo>
                <a:lnTo>
                  <a:pt x="12372" y="19373"/>
                </a:lnTo>
                <a:lnTo>
                  <a:pt x="12321" y="19507"/>
                </a:lnTo>
                <a:lnTo>
                  <a:pt x="12220" y="19685"/>
                </a:lnTo>
                <a:lnTo>
                  <a:pt x="12016" y="19907"/>
                </a:lnTo>
                <a:lnTo>
                  <a:pt x="11813" y="20041"/>
                </a:lnTo>
                <a:lnTo>
                  <a:pt x="11611" y="20131"/>
                </a:lnTo>
                <a:lnTo>
                  <a:pt x="9989" y="19595"/>
                </a:lnTo>
                <a:lnTo>
                  <a:pt x="8315" y="19151"/>
                </a:lnTo>
                <a:lnTo>
                  <a:pt x="6541" y="18661"/>
                </a:lnTo>
                <a:lnTo>
                  <a:pt x="5627" y="18482"/>
                </a:lnTo>
                <a:lnTo>
                  <a:pt x="4766" y="18348"/>
                </a:lnTo>
                <a:lnTo>
                  <a:pt x="4766" y="18038"/>
                </a:lnTo>
                <a:lnTo>
                  <a:pt x="4867" y="17814"/>
                </a:lnTo>
                <a:lnTo>
                  <a:pt x="5019" y="17681"/>
                </a:lnTo>
                <a:lnTo>
                  <a:pt x="5120" y="17592"/>
                </a:lnTo>
                <a:lnTo>
                  <a:pt x="5426" y="17592"/>
                </a:lnTo>
                <a:lnTo>
                  <a:pt x="5475" y="17636"/>
                </a:lnTo>
                <a:lnTo>
                  <a:pt x="5526" y="17636"/>
                </a:lnTo>
                <a:lnTo>
                  <a:pt x="5578" y="17592"/>
                </a:lnTo>
                <a:lnTo>
                  <a:pt x="5730" y="17547"/>
                </a:lnTo>
                <a:close/>
                <a:moveTo>
                  <a:pt x="7605" y="19507"/>
                </a:moveTo>
                <a:lnTo>
                  <a:pt x="7910" y="19595"/>
                </a:lnTo>
                <a:lnTo>
                  <a:pt x="7605" y="19774"/>
                </a:lnTo>
                <a:lnTo>
                  <a:pt x="7250" y="19952"/>
                </a:lnTo>
                <a:lnTo>
                  <a:pt x="6946" y="20175"/>
                </a:lnTo>
                <a:lnTo>
                  <a:pt x="6693" y="20442"/>
                </a:lnTo>
                <a:lnTo>
                  <a:pt x="6439" y="20353"/>
                </a:lnTo>
                <a:lnTo>
                  <a:pt x="6541" y="20264"/>
                </a:lnTo>
                <a:lnTo>
                  <a:pt x="7605" y="19507"/>
                </a:lnTo>
                <a:close/>
                <a:moveTo>
                  <a:pt x="8265" y="19685"/>
                </a:moveTo>
                <a:lnTo>
                  <a:pt x="8569" y="19774"/>
                </a:lnTo>
                <a:lnTo>
                  <a:pt x="8569" y="19819"/>
                </a:lnTo>
                <a:lnTo>
                  <a:pt x="8214" y="19952"/>
                </a:lnTo>
                <a:lnTo>
                  <a:pt x="7910" y="20131"/>
                </a:lnTo>
                <a:lnTo>
                  <a:pt x="7657" y="20308"/>
                </a:lnTo>
                <a:lnTo>
                  <a:pt x="7453" y="20575"/>
                </a:lnTo>
                <a:lnTo>
                  <a:pt x="7250" y="20532"/>
                </a:lnTo>
                <a:lnTo>
                  <a:pt x="7758" y="20086"/>
                </a:lnTo>
                <a:lnTo>
                  <a:pt x="8265" y="19685"/>
                </a:lnTo>
                <a:close/>
                <a:moveTo>
                  <a:pt x="8822" y="19863"/>
                </a:moveTo>
                <a:lnTo>
                  <a:pt x="9532" y="20086"/>
                </a:lnTo>
                <a:lnTo>
                  <a:pt x="8873" y="20398"/>
                </a:lnTo>
                <a:lnTo>
                  <a:pt x="8569" y="20575"/>
                </a:lnTo>
                <a:lnTo>
                  <a:pt x="8265" y="20799"/>
                </a:lnTo>
                <a:lnTo>
                  <a:pt x="8010" y="20709"/>
                </a:lnTo>
                <a:lnTo>
                  <a:pt x="8062" y="20620"/>
                </a:lnTo>
                <a:lnTo>
                  <a:pt x="8062" y="20487"/>
                </a:lnTo>
                <a:lnTo>
                  <a:pt x="8417" y="20175"/>
                </a:lnTo>
                <a:lnTo>
                  <a:pt x="8822" y="19907"/>
                </a:lnTo>
                <a:lnTo>
                  <a:pt x="8822" y="19863"/>
                </a:lnTo>
                <a:close/>
                <a:moveTo>
                  <a:pt x="9785" y="20131"/>
                </a:moveTo>
                <a:lnTo>
                  <a:pt x="10242" y="20264"/>
                </a:lnTo>
                <a:lnTo>
                  <a:pt x="9888" y="20532"/>
                </a:lnTo>
                <a:lnTo>
                  <a:pt x="9380" y="21021"/>
                </a:lnTo>
                <a:lnTo>
                  <a:pt x="8924" y="20932"/>
                </a:lnTo>
                <a:lnTo>
                  <a:pt x="8974" y="20842"/>
                </a:lnTo>
                <a:lnTo>
                  <a:pt x="8924" y="20799"/>
                </a:lnTo>
                <a:lnTo>
                  <a:pt x="9329" y="20442"/>
                </a:lnTo>
                <a:lnTo>
                  <a:pt x="9785" y="20131"/>
                </a:lnTo>
                <a:close/>
                <a:moveTo>
                  <a:pt x="11104" y="3250"/>
                </a:moveTo>
                <a:lnTo>
                  <a:pt x="10648" y="3295"/>
                </a:lnTo>
                <a:lnTo>
                  <a:pt x="10192" y="3340"/>
                </a:lnTo>
                <a:lnTo>
                  <a:pt x="9736" y="3429"/>
                </a:lnTo>
                <a:lnTo>
                  <a:pt x="9329" y="3517"/>
                </a:lnTo>
                <a:lnTo>
                  <a:pt x="8873" y="3651"/>
                </a:lnTo>
                <a:lnTo>
                  <a:pt x="8467" y="3829"/>
                </a:lnTo>
                <a:lnTo>
                  <a:pt x="8062" y="4008"/>
                </a:lnTo>
                <a:lnTo>
                  <a:pt x="7706" y="4275"/>
                </a:lnTo>
                <a:lnTo>
                  <a:pt x="6946" y="4809"/>
                </a:lnTo>
                <a:lnTo>
                  <a:pt x="6642" y="5121"/>
                </a:lnTo>
                <a:lnTo>
                  <a:pt x="6338" y="5477"/>
                </a:lnTo>
                <a:lnTo>
                  <a:pt x="6034" y="5789"/>
                </a:lnTo>
                <a:lnTo>
                  <a:pt x="5779" y="6190"/>
                </a:lnTo>
                <a:lnTo>
                  <a:pt x="5526" y="6547"/>
                </a:lnTo>
                <a:lnTo>
                  <a:pt x="5323" y="6947"/>
                </a:lnTo>
                <a:lnTo>
                  <a:pt x="5171" y="7482"/>
                </a:lnTo>
                <a:lnTo>
                  <a:pt x="5070" y="8016"/>
                </a:lnTo>
                <a:lnTo>
                  <a:pt x="5019" y="8550"/>
                </a:lnTo>
                <a:lnTo>
                  <a:pt x="5019" y="9129"/>
                </a:lnTo>
                <a:lnTo>
                  <a:pt x="5120" y="9664"/>
                </a:lnTo>
                <a:lnTo>
                  <a:pt x="5222" y="10243"/>
                </a:lnTo>
                <a:lnTo>
                  <a:pt x="5475" y="11312"/>
                </a:lnTo>
                <a:lnTo>
                  <a:pt x="5679" y="12514"/>
                </a:lnTo>
                <a:lnTo>
                  <a:pt x="5779" y="13094"/>
                </a:lnTo>
                <a:lnTo>
                  <a:pt x="5831" y="13673"/>
                </a:lnTo>
                <a:lnTo>
                  <a:pt x="5779" y="14252"/>
                </a:lnTo>
                <a:lnTo>
                  <a:pt x="5679" y="14830"/>
                </a:lnTo>
                <a:lnTo>
                  <a:pt x="5526" y="15320"/>
                </a:lnTo>
                <a:lnTo>
                  <a:pt x="5274" y="15855"/>
                </a:lnTo>
                <a:lnTo>
                  <a:pt x="4968" y="15943"/>
                </a:lnTo>
                <a:lnTo>
                  <a:pt x="4766" y="16122"/>
                </a:lnTo>
                <a:lnTo>
                  <a:pt x="4563" y="16300"/>
                </a:lnTo>
                <a:lnTo>
                  <a:pt x="4462" y="16567"/>
                </a:lnTo>
                <a:lnTo>
                  <a:pt x="4462" y="16789"/>
                </a:lnTo>
                <a:lnTo>
                  <a:pt x="4512" y="16968"/>
                </a:lnTo>
                <a:lnTo>
                  <a:pt x="4614" y="17191"/>
                </a:lnTo>
                <a:lnTo>
                  <a:pt x="4715" y="17325"/>
                </a:lnTo>
                <a:lnTo>
                  <a:pt x="4614" y="17414"/>
                </a:lnTo>
                <a:lnTo>
                  <a:pt x="4512" y="17502"/>
                </a:lnTo>
                <a:lnTo>
                  <a:pt x="4411" y="17636"/>
                </a:lnTo>
                <a:lnTo>
                  <a:pt x="4310" y="17814"/>
                </a:lnTo>
                <a:lnTo>
                  <a:pt x="4259" y="18038"/>
                </a:lnTo>
                <a:lnTo>
                  <a:pt x="4208" y="18260"/>
                </a:lnTo>
                <a:lnTo>
                  <a:pt x="4208" y="18438"/>
                </a:lnTo>
                <a:lnTo>
                  <a:pt x="4259" y="18661"/>
                </a:lnTo>
                <a:lnTo>
                  <a:pt x="4411" y="18794"/>
                </a:lnTo>
                <a:lnTo>
                  <a:pt x="4563" y="18928"/>
                </a:lnTo>
                <a:lnTo>
                  <a:pt x="4715" y="18973"/>
                </a:lnTo>
                <a:lnTo>
                  <a:pt x="4816" y="18928"/>
                </a:lnTo>
                <a:lnTo>
                  <a:pt x="4867" y="18883"/>
                </a:lnTo>
                <a:lnTo>
                  <a:pt x="4918" y="18883"/>
                </a:lnTo>
                <a:lnTo>
                  <a:pt x="5627" y="19061"/>
                </a:lnTo>
                <a:lnTo>
                  <a:pt x="5526" y="19195"/>
                </a:lnTo>
                <a:lnTo>
                  <a:pt x="5426" y="19373"/>
                </a:lnTo>
                <a:lnTo>
                  <a:pt x="5426" y="19819"/>
                </a:lnTo>
                <a:lnTo>
                  <a:pt x="5526" y="20041"/>
                </a:lnTo>
                <a:lnTo>
                  <a:pt x="5627" y="20219"/>
                </a:lnTo>
                <a:lnTo>
                  <a:pt x="5730" y="20398"/>
                </a:lnTo>
                <a:lnTo>
                  <a:pt x="5931" y="20487"/>
                </a:lnTo>
                <a:lnTo>
                  <a:pt x="5882" y="20575"/>
                </a:lnTo>
                <a:lnTo>
                  <a:pt x="5931" y="20665"/>
                </a:lnTo>
                <a:lnTo>
                  <a:pt x="5983" y="20709"/>
                </a:lnTo>
                <a:lnTo>
                  <a:pt x="6084" y="20754"/>
                </a:lnTo>
                <a:lnTo>
                  <a:pt x="6338" y="20842"/>
                </a:lnTo>
                <a:lnTo>
                  <a:pt x="6642" y="20976"/>
                </a:lnTo>
                <a:lnTo>
                  <a:pt x="7301" y="21111"/>
                </a:lnTo>
                <a:lnTo>
                  <a:pt x="7453" y="21154"/>
                </a:lnTo>
                <a:lnTo>
                  <a:pt x="7706" y="21199"/>
                </a:lnTo>
                <a:lnTo>
                  <a:pt x="8721" y="21466"/>
                </a:lnTo>
                <a:lnTo>
                  <a:pt x="9228" y="21555"/>
                </a:lnTo>
                <a:lnTo>
                  <a:pt x="9481" y="21600"/>
                </a:lnTo>
                <a:lnTo>
                  <a:pt x="9736" y="21555"/>
                </a:lnTo>
                <a:lnTo>
                  <a:pt x="9837" y="21511"/>
                </a:lnTo>
                <a:lnTo>
                  <a:pt x="9888" y="21466"/>
                </a:lnTo>
                <a:lnTo>
                  <a:pt x="9888" y="21378"/>
                </a:lnTo>
                <a:lnTo>
                  <a:pt x="9837" y="21288"/>
                </a:lnTo>
                <a:lnTo>
                  <a:pt x="10293" y="20887"/>
                </a:lnTo>
                <a:lnTo>
                  <a:pt x="10496" y="20665"/>
                </a:lnTo>
                <a:lnTo>
                  <a:pt x="10698" y="20442"/>
                </a:lnTo>
                <a:lnTo>
                  <a:pt x="11509" y="20665"/>
                </a:lnTo>
                <a:lnTo>
                  <a:pt x="11661" y="20665"/>
                </a:lnTo>
                <a:lnTo>
                  <a:pt x="11813" y="20620"/>
                </a:lnTo>
                <a:lnTo>
                  <a:pt x="12068" y="20532"/>
                </a:lnTo>
                <a:lnTo>
                  <a:pt x="12321" y="20353"/>
                </a:lnTo>
                <a:lnTo>
                  <a:pt x="12575" y="20131"/>
                </a:lnTo>
                <a:lnTo>
                  <a:pt x="12727" y="19863"/>
                </a:lnTo>
                <a:lnTo>
                  <a:pt x="12828" y="19595"/>
                </a:lnTo>
                <a:lnTo>
                  <a:pt x="12879" y="19285"/>
                </a:lnTo>
                <a:lnTo>
                  <a:pt x="12828" y="19061"/>
                </a:lnTo>
                <a:lnTo>
                  <a:pt x="12727" y="18928"/>
                </a:lnTo>
                <a:lnTo>
                  <a:pt x="12676" y="18839"/>
                </a:lnTo>
                <a:lnTo>
                  <a:pt x="12777" y="18705"/>
                </a:lnTo>
                <a:lnTo>
                  <a:pt x="12929" y="18527"/>
                </a:lnTo>
                <a:lnTo>
                  <a:pt x="12980" y="18348"/>
                </a:lnTo>
                <a:lnTo>
                  <a:pt x="13031" y="18215"/>
                </a:lnTo>
                <a:lnTo>
                  <a:pt x="13132" y="18126"/>
                </a:lnTo>
                <a:lnTo>
                  <a:pt x="13234" y="18038"/>
                </a:lnTo>
                <a:lnTo>
                  <a:pt x="13234" y="17948"/>
                </a:lnTo>
                <a:lnTo>
                  <a:pt x="13183" y="17814"/>
                </a:lnTo>
                <a:lnTo>
                  <a:pt x="12980" y="17636"/>
                </a:lnTo>
                <a:lnTo>
                  <a:pt x="12777" y="17458"/>
                </a:lnTo>
                <a:lnTo>
                  <a:pt x="12777" y="17058"/>
                </a:lnTo>
                <a:lnTo>
                  <a:pt x="12879" y="16612"/>
                </a:lnTo>
                <a:lnTo>
                  <a:pt x="13031" y="16212"/>
                </a:lnTo>
                <a:lnTo>
                  <a:pt x="13183" y="15855"/>
                </a:lnTo>
                <a:lnTo>
                  <a:pt x="13436" y="15499"/>
                </a:lnTo>
                <a:lnTo>
                  <a:pt x="13690" y="15142"/>
                </a:lnTo>
                <a:lnTo>
                  <a:pt x="14247" y="14429"/>
                </a:lnTo>
                <a:lnTo>
                  <a:pt x="14907" y="13761"/>
                </a:lnTo>
                <a:lnTo>
                  <a:pt x="15617" y="13138"/>
                </a:lnTo>
                <a:lnTo>
                  <a:pt x="16275" y="12514"/>
                </a:lnTo>
                <a:lnTo>
                  <a:pt x="16834" y="11847"/>
                </a:lnTo>
                <a:lnTo>
                  <a:pt x="17087" y="11535"/>
                </a:lnTo>
                <a:lnTo>
                  <a:pt x="17341" y="11179"/>
                </a:lnTo>
                <a:lnTo>
                  <a:pt x="17493" y="10867"/>
                </a:lnTo>
                <a:lnTo>
                  <a:pt x="17696" y="10510"/>
                </a:lnTo>
                <a:lnTo>
                  <a:pt x="17797" y="10154"/>
                </a:lnTo>
                <a:lnTo>
                  <a:pt x="17898" y="9753"/>
                </a:lnTo>
                <a:lnTo>
                  <a:pt x="17949" y="9396"/>
                </a:lnTo>
                <a:lnTo>
                  <a:pt x="18000" y="9041"/>
                </a:lnTo>
                <a:lnTo>
                  <a:pt x="18000" y="8283"/>
                </a:lnTo>
                <a:lnTo>
                  <a:pt x="17848" y="7570"/>
                </a:lnTo>
                <a:lnTo>
                  <a:pt x="17594" y="6814"/>
                </a:lnTo>
                <a:lnTo>
                  <a:pt x="17189" y="6101"/>
                </a:lnTo>
                <a:lnTo>
                  <a:pt x="16935" y="5789"/>
                </a:lnTo>
                <a:lnTo>
                  <a:pt x="16682" y="5433"/>
                </a:lnTo>
                <a:lnTo>
                  <a:pt x="16378" y="5166"/>
                </a:lnTo>
                <a:lnTo>
                  <a:pt x="16074" y="4854"/>
                </a:lnTo>
                <a:lnTo>
                  <a:pt x="15718" y="4631"/>
                </a:lnTo>
                <a:lnTo>
                  <a:pt x="15363" y="4364"/>
                </a:lnTo>
                <a:lnTo>
                  <a:pt x="14603" y="3963"/>
                </a:lnTo>
                <a:lnTo>
                  <a:pt x="13791" y="3651"/>
                </a:lnTo>
                <a:lnTo>
                  <a:pt x="12929" y="3429"/>
                </a:lnTo>
                <a:lnTo>
                  <a:pt x="12016" y="3295"/>
                </a:lnTo>
                <a:lnTo>
                  <a:pt x="11104" y="3250"/>
                </a:lnTo>
                <a:close/>
              </a:path>
            </a:pathLst>
          </a:custGeom>
          <a:solidFill>
            <a:schemeClr val="accent1"/>
          </a:solidFill>
          <a:ln w="12700">
            <a:miter lim="400000"/>
          </a:ln>
        </p:spPr>
        <p:txBody>
          <a:bodyPr lIns="0" tIns="0" rIns="0" bIns="0" anchor="ctr"/>
          <a:lstStyle/>
          <a:p>
            <a:pPr>
              <a:defRPr>
                <a:solidFill>
                  <a:srgbClr val="A4C2F4"/>
                </a:solidFill>
              </a:defRPr>
            </a:pPr>
          </a:p>
        </p:txBody>
      </p:sp>
      <p:sp>
        <p:nvSpPr>
          <p:cNvPr id="359" name="Google Shape;165;p2"/>
          <p:cNvSpPr/>
          <p:nvPr/>
        </p:nvSpPr>
        <p:spPr>
          <a:xfrm>
            <a:off x="4025150" y="3422470"/>
            <a:ext cx="370766" cy="80948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732" y="195"/>
                </a:moveTo>
                <a:lnTo>
                  <a:pt x="9411" y="588"/>
                </a:lnTo>
                <a:lnTo>
                  <a:pt x="9195" y="979"/>
                </a:lnTo>
                <a:lnTo>
                  <a:pt x="9090" y="1812"/>
                </a:lnTo>
                <a:lnTo>
                  <a:pt x="8982" y="3967"/>
                </a:lnTo>
                <a:lnTo>
                  <a:pt x="9090" y="5976"/>
                </a:lnTo>
                <a:lnTo>
                  <a:pt x="9090" y="7444"/>
                </a:lnTo>
                <a:lnTo>
                  <a:pt x="9195" y="7641"/>
                </a:lnTo>
                <a:lnTo>
                  <a:pt x="9411" y="7837"/>
                </a:lnTo>
                <a:lnTo>
                  <a:pt x="9516" y="7885"/>
                </a:lnTo>
                <a:lnTo>
                  <a:pt x="9732" y="7934"/>
                </a:lnTo>
                <a:lnTo>
                  <a:pt x="9836" y="7934"/>
                </a:lnTo>
                <a:lnTo>
                  <a:pt x="10052" y="7837"/>
                </a:lnTo>
                <a:lnTo>
                  <a:pt x="10160" y="7690"/>
                </a:lnTo>
                <a:lnTo>
                  <a:pt x="10265" y="7542"/>
                </a:lnTo>
                <a:lnTo>
                  <a:pt x="10265" y="6122"/>
                </a:lnTo>
                <a:lnTo>
                  <a:pt x="10160" y="3967"/>
                </a:lnTo>
                <a:lnTo>
                  <a:pt x="10265" y="2007"/>
                </a:lnTo>
                <a:lnTo>
                  <a:pt x="10265" y="1078"/>
                </a:lnTo>
                <a:lnTo>
                  <a:pt x="10160" y="636"/>
                </a:lnTo>
                <a:lnTo>
                  <a:pt x="9944" y="391"/>
                </a:lnTo>
                <a:lnTo>
                  <a:pt x="9836" y="195"/>
                </a:lnTo>
                <a:close/>
                <a:moveTo>
                  <a:pt x="5026" y="0"/>
                </a:moveTo>
                <a:lnTo>
                  <a:pt x="4918" y="48"/>
                </a:lnTo>
                <a:lnTo>
                  <a:pt x="4705" y="195"/>
                </a:lnTo>
                <a:lnTo>
                  <a:pt x="4598" y="391"/>
                </a:lnTo>
                <a:lnTo>
                  <a:pt x="4490" y="832"/>
                </a:lnTo>
                <a:lnTo>
                  <a:pt x="4598" y="1713"/>
                </a:lnTo>
                <a:lnTo>
                  <a:pt x="4705" y="3868"/>
                </a:lnTo>
                <a:lnTo>
                  <a:pt x="5026" y="8326"/>
                </a:lnTo>
                <a:lnTo>
                  <a:pt x="5131" y="8473"/>
                </a:lnTo>
                <a:lnTo>
                  <a:pt x="5239" y="8522"/>
                </a:lnTo>
                <a:lnTo>
                  <a:pt x="5455" y="8571"/>
                </a:lnTo>
                <a:lnTo>
                  <a:pt x="5667" y="8619"/>
                </a:lnTo>
                <a:lnTo>
                  <a:pt x="5880" y="8571"/>
                </a:lnTo>
                <a:lnTo>
                  <a:pt x="6096" y="8522"/>
                </a:lnTo>
                <a:lnTo>
                  <a:pt x="6309" y="8473"/>
                </a:lnTo>
                <a:lnTo>
                  <a:pt x="6309" y="7934"/>
                </a:lnTo>
                <a:lnTo>
                  <a:pt x="5988" y="4015"/>
                </a:lnTo>
                <a:lnTo>
                  <a:pt x="5775" y="1860"/>
                </a:lnTo>
                <a:lnTo>
                  <a:pt x="5667" y="782"/>
                </a:lnTo>
                <a:lnTo>
                  <a:pt x="5560" y="391"/>
                </a:lnTo>
                <a:lnTo>
                  <a:pt x="5455" y="195"/>
                </a:lnTo>
                <a:lnTo>
                  <a:pt x="5131" y="48"/>
                </a:lnTo>
                <a:lnTo>
                  <a:pt x="5026" y="0"/>
                </a:lnTo>
                <a:close/>
                <a:moveTo>
                  <a:pt x="14437" y="244"/>
                </a:moveTo>
                <a:lnTo>
                  <a:pt x="14221" y="294"/>
                </a:lnTo>
                <a:lnTo>
                  <a:pt x="14116" y="342"/>
                </a:lnTo>
                <a:lnTo>
                  <a:pt x="14116" y="441"/>
                </a:lnTo>
                <a:lnTo>
                  <a:pt x="13900" y="1469"/>
                </a:lnTo>
                <a:lnTo>
                  <a:pt x="13796" y="2546"/>
                </a:lnTo>
                <a:lnTo>
                  <a:pt x="13796" y="6857"/>
                </a:lnTo>
                <a:lnTo>
                  <a:pt x="13688" y="7837"/>
                </a:lnTo>
                <a:lnTo>
                  <a:pt x="13688" y="8375"/>
                </a:lnTo>
                <a:lnTo>
                  <a:pt x="13900" y="8865"/>
                </a:lnTo>
                <a:lnTo>
                  <a:pt x="14008" y="8963"/>
                </a:lnTo>
                <a:lnTo>
                  <a:pt x="14329" y="9012"/>
                </a:lnTo>
                <a:lnTo>
                  <a:pt x="14650" y="8963"/>
                </a:lnTo>
                <a:lnTo>
                  <a:pt x="14865" y="8865"/>
                </a:lnTo>
                <a:lnTo>
                  <a:pt x="15078" y="8375"/>
                </a:lnTo>
                <a:lnTo>
                  <a:pt x="15078" y="7837"/>
                </a:lnTo>
                <a:lnTo>
                  <a:pt x="14970" y="6857"/>
                </a:lnTo>
                <a:lnTo>
                  <a:pt x="14970" y="4702"/>
                </a:lnTo>
                <a:lnTo>
                  <a:pt x="15078" y="2546"/>
                </a:lnTo>
                <a:lnTo>
                  <a:pt x="14970" y="1518"/>
                </a:lnTo>
                <a:lnTo>
                  <a:pt x="14865" y="441"/>
                </a:lnTo>
                <a:lnTo>
                  <a:pt x="14865" y="342"/>
                </a:lnTo>
                <a:lnTo>
                  <a:pt x="14758" y="294"/>
                </a:lnTo>
                <a:lnTo>
                  <a:pt x="14437" y="244"/>
                </a:lnTo>
                <a:close/>
                <a:moveTo>
                  <a:pt x="18285" y="3575"/>
                </a:moveTo>
                <a:lnTo>
                  <a:pt x="18285" y="3624"/>
                </a:lnTo>
                <a:lnTo>
                  <a:pt x="18072" y="4015"/>
                </a:lnTo>
                <a:lnTo>
                  <a:pt x="17965" y="4408"/>
                </a:lnTo>
                <a:lnTo>
                  <a:pt x="17860" y="5240"/>
                </a:lnTo>
                <a:lnTo>
                  <a:pt x="17860" y="6906"/>
                </a:lnTo>
                <a:lnTo>
                  <a:pt x="17752" y="10236"/>
                </a:lnTo>
                <a:lnTo>
                  <a:pt x="17752" y="10530"/>
                </a:lnTo>
                <a:lnTo>
                  <a:pt x="17860" y="10628"/>
                </a:lnTo>
                <a:lnTo>
                  <a:pt x="17965" y="10727"/>
                </a:lnTo>
                <a:lnTo>
                  <a:pt x="18180" y="10775"/>
                </a:lnTo>
                <a:lnTo>
                  <a:pt x="18606" y="10775"/>
                </a:lnTo>
                <a:lnTo>
                  <a:pt x="18822" y="10727"/>
                </a:lnTo>
                <a:lnTo>
                  <a:pt x="18927" y="10628"/>
                </a:lnTo>
                <a:lnTo>
                  <a:pt x="19034" y="10530"/>
                </a:lnTo>
                <a:lnTo>
                  <a:pt x="19034" y="5289"/>
                </a:lnTo>
                <a:lnTo>
                  <a:pt x="18927" y="4457"/>
                </a:lnTo>
                <a:lnTo>
                  <a:pt x="18822" y="4015"/>
                </a:lnTo>
                <a:lnTo>
                  <a:pt x="18606" y="3624"/>
                </a:lnTo>
                <a:lnTo>
                  <a:pt x="18501" y="3575"/>
                </a:lnTo>
                <a:close/>
                <a:moveTo>
                  <a:pt x="9516" y="10530"/>
                </a:moveTo>
                <a:lnTo>
                  <a:pt x="8982" y="10824"/>
                </a:lnTo>
                <a:lnTo>
                  <a:pt x="8341" y="11070"/>
                </a:lnTo>
                <a:lnTo>
                  <a:pt x="7807" y="11217"/>
                </a:lnTo>
                <a:lnTo>
                  <a:pt x="7163" y="11314"/>
                </a:lnTo>
                <a:lnTo>
                  <a:pt x="7592" y="11070"/>
                </a:lnTo>
                <a:lnTo>
                  <a:pt x="8020" y="10873"/>
                </a:lnTo>
                <a:lnTo>
                  <a:pt x="8662" y="10677"/>
                </a:lnTo>
                <a:lnTo>
                  <a:pt x="9303" y="10580"/>
                </a:lnTo>
                <a:lnTo>
                  <a:pt x="9516" y="10530"/>
                </a:lnTo>
                <a:close/>
                <a:moveTo>
                  <a:pt x="14008" y="12685"/>
                </a:moveTo>
                <a:lnTo>
                  <a:pt x="13154" y="12735"/>
                </a:lnTo>
                <a:lnTo>
                  <a:pt x="12618" y="12783"/>
                </a:lnTo>
                <a:lnTo>
                  <a:pt x="11868" y="12783"/>
                </a:lnTo>
                <a:lnTo>
                  <a:pt x="11868" y="12930"/>
                </a:lnTo>
                <a:lnTo>
                  <a:pt x="11976" y="13029"/>
                </a:lnTo>
                <a:lnTo>
                  <a:pt x="12084" y="13126"/>
                </a:lnTo>
                <a:lnTo>
                  <a:pt x="12297" y="13176"/>
                </a:lnTo>
                <a:lnTo>
                  <a:pt x="12513" y="13225"/>
                </a:lnTo>
                <a:lnTo>
                  <a:pt x="13046" y="13273"/>
                </a:lnTo>
                <a:lnTo>
                  <a:pt x="13580" y="13225"/>
                </a:lnTo>
                <a:lnTo>
                  <a:pt x="14008" y="13273"/>
                </a:lnTo>
                <a:lnTo>
                  <a:pt x="14437" y="13322"/>
                </a:lnTo>
                <a:lnTo>
                  <a:pt x="14865" y="13372"/>
                </a:lnTo>
                <a:lnTo>
                  <a:pt x="15291" y="13519"/>
                </a:lnTo>
                <a:lnTo>
                  <a:pt x="15507" y="13666"/>
                </a:lnTo>
                <a:lnTo>
                  <a:pt x="15828" y="13861"/>
                </a:lnTo>
                <a:lnTo>
                  <a:pt x="15933" y="14057"/>
                </a:lnTo>
                <a:lnTo>
                  <a:pt x="16040" y="14253"/>
                </a:lnTo>
                <a:lnTo>
                  <a:pt x="16148" y="14351"/>
                </a:lnTo>
                <a:lnTo>
                  <a:pt x="16361" y="14449"/>
                </a:lnTo>
                <a:lnTo>
                  <a:pt x="17002" y="14449"/>
                </a:lnTo>
                <a:lnTo>
                  <a:pt x="17218" y="14351"/>
                </a:lnTo>
                <a:lnTo>
                  <a:pt x="17323" y="14301"/>
                </a:lnTo>
                <a:lnTo>
                  <a:pt x="17431" y="14154"/>
                </a:lnTo>
                <a:lnTo>
                  <a:pt x="17218" y="13763"/>
                </a:lnTo>
                <a:lnTo>
                  <a:pt x="16790" y="13420"/>
                </a:lnTo>
                <a:lnTo>
                  <a:pt x="16253" y="13126"/>
                </a:lnTo>
                <a:lnTo>
                  <a:pt x="15612" y="12882"/>
                </a:lnTo>
                <a:lnTo>
                  <a:pt x="14865" y="12735"/>
                </a:lnTo>
                <a:lnTo>
                  <a:pt x="14008" y="12685"/>
                </a:lnTo>
                <a:close/>
                <a:moveTo>
                  <a:pt x="14221" y="11412"/>
                </a:moveTo>
                <a:lnTo>
                  <a:pt x="14970" y="11510"/>
                </a:lnTo>
                <a:lnTo>
                  <a:pt x="15720" y="11657"/>
                </a:lnTo>
                <a:lnTo>
                  <a:pt x="16469" y="11852"/>
                </a:lnTo>
                <a:lnTo>
                  <a:pt x="17218" y="12098"/>
                </a:lnTo>
                <a:lnTo>
                  <a:pt x="17752" y="12342"/>
                </a:lnTo>
                <a:lnTo>
                  <a:pt x="18393" y="12636"/>
                </a:lnTo>
                <a:lnTo>
                  <a:pt x="18822" y="12930"/>
                </a:lnTo>
                <a:lnTo>
                  <a:pt x="19247" y="13273"/>
                </a:lnTo>
                <a:lnTo>
                  <a:pt x="19571" y="13616"/>
                </a:lnTo>
                <a:lnTo>
                  <a:pt x="19784" y="14007"/>
                </a:lnTo>
                <a:lnTo>
                  <a:pt x="19997" y="14351"/>
                </a:lnTo>
                <a:lnTo>
                  <a:pt x="20212" y="14791"/>
                </a:lnTo>
                <a:lnTo>
                  <a:pt x="20212" y="16016"/>
                </a:lnTo>
                <a:lnTo>
                  <a:pt x="19892" y="16849"/>
                </a:lnTo>
                <a:lnTo>
                  <a:pt x="19463" y="17633"/>
                </a:lnTo>
                <a:lnTo>
                  <a:pt x="19034" y="18024"/>
                </a:lnTo>
                <a:lnTo>
                  <a:pt x="18606" y="18417"/>
                </a:lnTo>
                <a:lnTo>
                  <a:pt x="18393" y="18612"/>
                </a:lnTo>
                <a:lnTo>
                  <a:pt x="17965" y="18760"/>
                </a:lnTo>
                <a:lnTo>
                  <a:pt x="17218" y="19054"/>
                </a:lnTo>
                <a:lnTo>
                  <a:pt x="16148" y="19395"/>
                </a:lnTo>
                <a:lnTo>
                  <a:pt x="15078" y="19837"/>
                </a:lnTo>
                <a:lnTo>
                  <a:pt x="14650" y="19984"/>
                </a:lnTo>
                <a:lnTo>
                  <a:pt x="13580" y="20278"/>
                </a:lnTo>
                <a:lnTo>
                  <a:pt x="14008" y="19837"/>
                </a:lnTo>
                <a:lnTo>
                  <a:pt x="14329" y="19542"/>
                </a:lnTo>
                <a:lnTo>
                  <a:pt x="14437" y="19347"/>
                </a:lnTo>
                <a:lnTo>
                  <a:pt x="14542" y="19200"/>
                </a:lnTo>
                <a:lnTo>
                  <a:pt x="14437" y="19054"/>
                </a:lnTo>
                <a:lnTo>
                  <a:pt x="14329" y="18907"/>
                </a:lnTo>
                <a:lnTo>
                  <a:pt x="14116" y="18857"/>
                </a:lnTo>
                <a:lnTo>
                  <a:pt x="13580" y="18857"/>
                </a:lnTo>
                <a:lnTo>
                  <a:pt x="13367" y="18907"/>
                </a:lnTo>
                <a:lnTo>
                  <a:pt x="13259" y="19004"/>
                </a:lnTo>
                <a:lnTo>
                  <a:pt x="13154" y="19151"/>
                </a:lnTo>
                <a:lnTo>
                  <a:pt x="13259" y="19298"/>
                </a:lnTo>
                <a:lnTo>
                  <a:pt x="13154" y="19395"/>
                </a:lnTo>
                <a:lnTo>
                  <a:pt x="12938" y="19739"/>
                </a:lnTo>
                <a:lnTo>
                  <a:pt x="12726" y="20032"/>
                </a:lnTo>
                <a:lnTo>
                  <a:pt x="12618" y="20376"/>
                </a:lnTo>
                <a:lnTo>
                  <a:pt x="12726" y="20473"/>
                </a:lnTo>
                <a:lnTo>
                  <a:pt x="12513" y="20522"/>
                </a:lnTo>
                <a:lnTo>
                  <a:pt x="11656" y="20669"/>
                </a:lnTo>
                <a:lnTo>
                  <a:pt x="10586" y="20816"/>
                </a:lnTo>
                <a:lnTo>
                  <a:pt x="11122" y="20473"/>
                </a:lnTo>
                <a:lnTo>
                  <a:pt x="11976" y="19689"/>
                </a:lnTo>
                <a:lnTo>
                  <a:pt x="11976" y="19494"/>
                </a:lnTo>
                <a:lnTo>
                  <a:pt x="11868" y="19395"/>
                </a:lnTo>
                <a:lnTo>
                  <a:pt x="11764" y="19347"/>
                </a:lnTo>
                <a:lnTo>
                  <a:pt x="11548" y="19298"/>
                </a:lnTo>
                <a:lnTo>
                  <a:pt x="11335" y="19298"/>
                </a:lnTo>
                <a:lnTo>
                  <a:pt x="11122" y="19347"/>
                </a:lnTo>
                <a:lnTo>
                  <a:pt x="11014" y="19445"/>
                </a:lnTo>
                <a:lnTo>
                  <a:pt x="10160" y="20229"/>
                </a:lnTo>
                <a:lnTo>
                  <a:pt x="9732" y="20572"/>
                </a:lnTo>
                <a:lnTo>
                  <a:pt x="9411" y="20914"/>
                </a:lnTo>
                <a:lnTo>
                  <a:pt x="8449" y="20963"/>
                </a:lnTo>
                <a:lnTo>
                  <a:pt x="7379" y="20866"/>
                </a:lnTo>
                <a:lnTo>
                  <a:pt x="8020" y="20572"/>
                </a:lnTo>
                <a:lnTo>
                  <a:pt x="8554" y="20278"/>
                </a:lnTo>
                <a:lnTo>
                  <a:pt x="9090" y="19885"/>
                </a:lnTo>
                <a:lnTo>
                  <a:pt x="9516" y="19494"/>
                </a:lnTo>
                <a:lnTo>
                  <a:pt x="9732" y="19494"/>
                </a:lnTo>
                <a:lnTo>
                  <a:pt x="9836" y="19395"/>
                </a:lnTo>
                <a:lnTo>
                  <a:pt x="9944" y="19347"/>
                </a:lnTo>
                <a:lnTo>
                  <a:pt x="10052" y="19200"/>
                </a:lnTo>
                <a:lnTo>
                  <a:pt x="9944" y="19151"/>
                </a:lnTo>
                <a:lnTo>
                  <a:pt x="9944" y="19054"/>
                </a:lnTo>
                <a:lnTo>
                  <a:pt x="9732" y="19004"/>
                </a:lnTo>
                <a:lnTo>
                  <a:pt x="9411" y="18955"/>
                </a:lnTo>
                <a:lnTo>
                  <a:pt x="9195" y="18955"/>
                </a:lnTo>
                <a:lnTo>
                  <a:pt x="8874" y="19004"/>
                </a:lnTo>
                <a:lnTo>
                  <a:pt x="8554" y="19200"/>
                </a:lnTo>
                <a:lnTo>
                  <a:pt x="8020" y="19592"/>
                </a:lnTo>
                <a:lnTo>
                  <a:pt x="7271" y="20131"/>
                </a:lnTo>
                <a:lnTo>
                  <a:pt x="6522" y="20620"/>
                </a:lnTo>
                <a:lnTo>
                  <a:pt x="6417" y="20767"/>
                </a:lnTo>
                <a:lnTo>
                  <a:pt x="5560" y="20522"/>
                </a:lnTo>
                <a:lnTo>
                  <a:pt x="4705" y="20278"/>
                </a:lnTo>
                <a:lnTo>
                  <a:pt x="5131" y="20131"/>
                </a:lnTo>
                <a:lnTo>
                  <a:pt x="5455" y="19984"/>
                </a:lnTo>
                <a:lnTo>
                  <a:pt x="6522" y="19445"/>
                </a:lnTo>
                <a:lnTo>
                  <a:pt x="7484" y="18955"/>
                </a:lnTo>
                <a:lnTo>
                  <a:pt x="7912" y="18661"/>
                </a:lnTo>
                <a:lnTo>
                  <a:pt x="8128" y="18367"/>
                </a:lnTo>
                <a:lnTo>
                  <a:pt x="8128" y="18270"/>
                </a:lnTo>
                <a:lnTo>
                  <a:pt x="8020" y="18171"/>
                </a:lnTo>
                <a:lnTo>
                  <a:pt x="7700" y="18171"/>
                </a:lnTo>
                <a:lnTo>
                  <a:pt x="7058" y="18318"/>
                </a:lnTo>
                <a:lnTo>
                  <a:pt x="6522" y="18514"/>
                </a:lnTo>
                <a:lnTo>
                  <a:pt x="5667" y="19004"/>
                </a:lnTo>
                <a:lnTo>
                  <a:pt x="4598" y="19592"/>
                </a:lnTo>
                <a:lnTo>
                  <a:pt x="4385" y="19788"/>
                </a:lnTo>
                <a:lnTo>
                  <a:pt x="4169" y="20032"/>
                </a:lnTo>
                <a:lnTo>
                  <a:pt x="3315" y="19542"/>
                </a:lnTo>
                <a:lnTo>
                  <a:pt x="4277" y="19102"/>
                </a:lnTo>
                <a:lnTo>
                  <a:pt x="5131" y="18612"/>
                </a:lnTo>
                <a:lnTo>
                  <a:pt x="6737" y="17633"/>
                </a:lnTo>
                <a:lnTo>
                  <a:pt x="6737" y="17436"/>
                </a:lnTo>
                <a:lnTo>
                  <a:pt x="6522" y="17290"/>
                </a:lnTo>
                <a:lnTo>
                  <a:pt x="6417" y="17240"/>
                </a:lnTo>
                <a:lnTo>
                  <a:pt x="5988" y="17240"/>
                </a:lnTo>
                <a:lnTo>
                  <a:pt x="5775" y="17290"/>
                </a:lnTo>
                <a:lnTo>
                  <a:pt x="4169" y="18220"/>
                </a:lnTo>
                <a:lnTo>
                  <a:pt x="3528" y="18710"/>
                </a:lnTo>
                <a:lnTo>
                  <a:pt x="2886" y="19200"/>
                </a:lnTo>
                <a:lnTo>
                  <a:pt x="2458" y="18760"/>
                </a:lnTo>
                <a:lnTo>
                  <a:pt x="2032" y="18318"/>
                </a:lnTo>
                <a:lnTo>
                  <a:pt x="2994" y="17927"/>
                </a:lnTo>
                <a:lnTo>
                  <a:pt x="3956" y="17486"/>
                </a:lnTo>
                <a:lnTo>
                  <a:pt x="5455" y="16605"/>
                </a:lnTo>
                <a:lnTo>
                  <a:pt x="5560" y="16506"/>
                </a:lnTo>
                <a:lnTo>
                  <a:pt x="5560" y="16408"/>
                </a:lnTo>
                <a:lnTo>
                  <a:pt x="5455" y="16309"/>
                </a:lnTo>
                <a:lnTo>
                  <a:pt x="5347" y="16261"/>
                </a:lnTo>
                <a:lnTo>
                  <a:pt x="5131" y="16212"/>
                </a:lnTo>
                <a:lnTo>
                  <a:pt x="4918" y="16163"/>
                </a:lnTo>
                <a:lnTo>
                  <a:pt x="4705" y="16163"/>
                </a:lnTo>
                <a:lnTo>
                  <a:pt x="4490" y="16261"/>
                </a:lnTo>
                <a:lnTo>
                  <a:pt x="3102" y="16996"/>
                </a:lnTo>
                <a:lnTo>
                  <a:pt x="2353" y="17387"/>
                </a:lnTo>
                <a:lnTo>
                  <a:pt x="1816" y="17829"/>
                </a:lnTo>
                <a:lnTo>
                  <a:pt x="1711" y="17633"/>
                </a:lnTo>
                <a:lnTo>
                  <a:pt x="1603" y="17192"/>
                </a:lnTo>
                <a:lnTo>
                  <a:pt x="2245" y="16898"/>
                </a:lnTo>
                <a:lnTo>
                  <a:pt x="2994" y="16555"/>
                </a:lnTo>
                <a:lnTo>
                  <a:pt x="3848" y="16115"/>
                </a:lnTo>
                <a:lnTo>
                  <a:pt x="4277" y="15869"/>
                </a:lnTo>
                <a:lnTo>
                  <a:pt x="4385" y="15722"/>
                </a:lnTo>
                <a:lnTo>
                  <a:pt x="4385" y="15478"/>
                </a:lnTo>
                <a:lnTo>
                  <a:pt x="4277" y="15428"/>
                </a:lnTo>
                <a:lnTo>
                  <a:pt x="4064" y="15379"/>
                </a:lnTo>
                <a:lnTo>
                  <a:pt x="3956" y="15428"/>
                </a:lnTo>
                <a:lnTo>
                  <a:pt x="3423" y="15527"/>
                </a:lnTo>
                <a:lnTo>
                  <a:pt x="2994" y="15722"/>
                </a:lnTo>
                <a:lnTo>
                  <a:pt x="2245" y="16163"/>
                </a:lnTo>
                <a:lnTo>
                  <a:pt x="1496" y="16605"/>
                </a:lnTo>
                <a:lnTo>
                  <a:pt x="1496" y="15918"/>
                </a:lnTo>
                <a:lnTo>
                  <a:pt x="1816" y="15771"/>
                </a:lnTo>
                <a:lnTo>
                  <a:pt x="2137" y="15624"/>
                </a:lnTo>
                <a:lnTo>
                  <a:pt x="2353" y="15331"/>
                </a:lnTo>
                <a:lnTo>
                  <a:pt x="2886" y="15281"/>
                </a:lnTo>
                <a:lnTo>
                  <a:pt x="3315" y="15232"/>
                </a:lnTo>
                <a:lnTo>
                  <a:pt x="3635" y="15085"/>
                </a:lnTo>
                <a:lnTo>
                  <a:pt x="3956" y="14938"/>
                </a:lnTo>
                <a:lnTo>
                  <a:pt x="4277" y="14791"/>
                </a:lnTo>
                <a:lnTo>
                  <a:pt x="4385" y="14596"/>
                </a:lnTo>
                <a:lnTo>
                  <a:pt x="4385" y="14400"/>
                </a:lnTo>
                <a:lnTo>
                  <a:pt x="4277" y="14301"/>
                </a:lnTo>
                <a:lnTo>
                  <a:pt x="4064" y="14253"/>
                </a:lnTo>
                <a:lnTo>
                  <a:pt x="3423" y="14253"/>
                </a:lnTo>
                <a:lnTo>
                  <a:pt x="3207" y="14351"/>
                </a:lnTo>
                <a:lnTo>
                  <a:pt x="3102" y="14449"/>
                </a:lnTo>
                <a:lnTo>
                  <a:pt x="2994" y="14596"/>
                </a:lnTo>
                <a:lnTo>
                  <a:pt x="2778" y="14694"/>
                </a:lnTo>
                <a:lnTo>
                  <a:pt x="2458" y="14743"/>
                </a:lnTo>
                <a:lnTo>
                  <a:pt x="2032" y="14791"/>
                </a:lnTo>
                <a:lnTo>
                  <a:pt x="2566" y="14400"/>
                </a:lnTo>
                <a:lnTo>
                  <a:pt x="2778" y="14253"/>
                </a:lnTo>
                <a:lnTo>
                  <a:pt x="3207" y="14106"/>
                </a:lnTo>
                <a:lnTo>
                  <a:pt x="3528" y="13959"/>
                </a:lnTo>
                <a:lnTo>
                  <a:pt x="4064" y="13910"/>
                </a:lnTo>
                <a:lnTo>
                  <a:pt x="4490" y="13812"/>
                </a:lnTo>
                <a:lnTo>
                  <a:pt x="5026" y="13812"/>
                </a:lnTo>
                <a:lnTo>
                  <a:pt x="6096" y="13763"/>
                </a:lnTo>
                <a:lnTo>
                  <a:pt x="7058" y="13714"/>
                </a:lnTo>
                <a:lnTo>
                  <a:pt x="7912" y="13567"/>
                </a:lnTo>
                <a:lnTo>
                  <a:pt x="8769" y="13322"/>
                </a:lnTo>
                <a:lnTo>
                  <a:pt x="9411" y="12979"/>
                </a:lnTo>
                <a:lnTo>
                  <a:pt x="9944" y="12636"/>
                </a:lnTo>
                <a:lnTo>
                  <a:pt x="10373" y="12245"/>
                </a:lnTo>
                <a:lnTo>
                  <a:pt x="10801" y="11804"/>
                </a:lnTo>
                <a:lnTo>
                  <a:pt x="10801" y="11705"/>
                </a:lnTo>
                <a:lnTo>
                  <a:pt x="11443" y="11657"/>
                </a:lnTo>
                <a:lnTo>
                  <a:pt x="12084" y="11558"/>
                </a:lnTo>
                <a:lnTo>
                  <a:pt x="12726" y="11461"/>
                </a:lnTo>
                <a:lnTo>
                  <a:pt x="13367" y="11412"/>
                </a:lnTo>
                <a:close/>
                <a:moveTo>
                  <a:pt x="9516" y="9992"/>
                </a:moveTo>
                <a:lnTo>
                  <a:pt x="8769" y="10090"/>
                </a:lnTo>
                <a:lnTo>
                  <a:pt x="8128" y="10286"/>
                </a:lnTo>
                <a:lnTo>
                  <a:pt x="7484" y="10481"/>
                </a:lnTo>
                <a:lnTo>
                  <a:pt x="7058" y="10677"/>
                </a:lnTo>
                <a:lnTo>
                  <a:pt x="6630" y="10922"/>
                </a:lnTo>
                <a:lnTo>
                  <a:pt x="6309" y="11167"/>
                </a:lnTo>
                <a:lnTo>
                  <a:pt x="6096" y="11461"/>
                </a:lnTo>
                <a:lnTo>
                  <a:pt x="5880" y="11020"/>
                </a:lnTo>
                <a:lnTo>
                  <a:pt x="5667" y="10580"/>
                </a:lnTo>
                <a:lnTo>
                  <a:pt x="5455" y="10481"/>
                </a:lnTo>
                <a:lnTo>
                  <a:pt x="5347" y="10481"/>
                </a:lnTo>
                <a:lnTo>
                  <a:pt x="5131" y="10530"/>
                </a:lnTo>
                <a:lnTo>
                  <a:pt x="4918" y="10677"/>
                </a:lnTo>
                <a:lnTo>
                  <a:pt x="4810" y="10824"/>
                </a:lnTo>
                <a:lnTo>
                  <a:pt x="4705" y="11167"/>
                </a:lnTo>
                <a:lnTo>
                  <a:pt x="4810" y="11558"/>
                </a:lnTo>
                <a:lnTo>
                  <a:pt x="5026" y="11902"/>
                </a:lnTo>
                <a:lnTo>
                  <a:pt x="5455" y="12294"/>
                </a:lnTo>
                <a:lnTo>
                  <a:pt x="5988" y="12588"/>
                </a:lnTo>
                <a:lnTo>
                  <a:pt x="6630" y="12832"/>
                </a:lnTo>
                <a:lnTo>
                  <a:pt x="7271" y="13029"/>
                </a:lnTo>
                <a:lnTo>
                  <a:pt x="6737" y="13126"/>
                </a:lnTo>
                <a:lnTo>
                  <a:pt x="6201" y="13176"/>
                </a:lnTo>
                <a:lnTo>
                  <a:pt x="4918" y="13176"/>
                </a:lnTo>
                <a:lnTo>
                  <a:pt x="4277" y="13225"/>
                </a:lnTo>
                <a:lnTo>
                  <a:pt x="3635" y="13273"/>
                </a:lnTo>
                <a:lnTo>
                  <a:pt x="3102" y="13372"/>
                </a:lnTo>
                <a:lnTo>
                  <a:pt x="2566" y="13519"/>
                </a:lnTo>
                <a:lnTo>
                  <a:pt x="1711" y="13861"/>
                </a:lnTo>
                <a:lnTo>
                  <a:pt x="1283" y="14057"/>
                </a:lnTo>
                <a:lnTo>
                  <a:pt x="962" y="14301"/>
                </a:lnTo>
                <a:lnTo>
                  <a:pt x="641" y="14596"/>
                </a:lnTo>
                <a:lnTo>
                  <a:pt x="426" y="14841"/>
                </a:lnTo>
                <a:lnTo>
                  <a:pt x="105" y="15478"/>
                </a:lnTo>
                <a:lnTo>
                  <a:pt x="0" y="16115"/>
                </a:lnTo>
                <a:lnTo>
                  <a:pt x="0" y="16751"/>
                </a:lnTo>
                <a:lnTo>
                  <a:pt x="213" y="17387"/>
                </a:lnTo>
                <a:lnTo>
                  <a:pt x="426" y="17976"/>
                </a:lnTo>
                <a:lnTo>
                  <a:pt x="749" y="18564"/>
                </a:lnTo>
                <a:lnTo>
                  <a:pt x="1175" y="19054"/>
                </a:lnTo>
                <a:lnTo>
                  <a:pt x="1711" y="19592"/>
                </a:lnTo>
                <a:lnTo>
                  <a:pt x="2458" y="20082"/>
                </a:lnTo>
                <a:lnTo>
                  <a:pt x="3207" y="20473"/>
                </a:lnTo>
                <a:lnTo>
                  <a:pt x="4169" y="20866"/>
                </a:lnTo>
                <a:lnTo>
                  <a:pt x="5131" y="21159"/>
                </a:lnTo>
                <a:lnTo>
                  <a:pt x="6309" y="21404"/>
                </a:lnTo>
                <a:lnTo>
                  <a:pt x="7484" y="21551"/>
                </a:lnTo>
                <a:lnTo>
                  <a:pt x="8128" y="21600"/>
                </a:lnTo>
                <a:lnTo>
                  <a:pt x="8769" y="21600"/>
                </a:lnTo>
                <a:lnTo>
                  <a:pt x="10160" y="21551"/>
                </a:lnTo>
                <a:lnTo>
                  <a:pt x="11443" y="21404"/>
                </a:lnTo>
                <a:lnTo>
                  <a:pt x="12618" y="21209"/>
                </a:lnTo>
                <a:lnTo>
                  <a:pt x="13688" y="20963"/>
                </a:lnTo>
                <a:lnTo>
                  <a:pt x="14865" y="20719"/>
                </a:lnTo>
                <a:lnTo>
                  <a:pt x="15828" y="20425"/>
                </a:lnTo>
                <a:lnTo>
                  <a:pt x="16361" y="20229"/>
                </a:lnTo>
                <a:lnTo>
                  <a:pt x="16682" y="20032"/>
                </a:lnTo>
                <a:lnTo>
                  <a:pt x="18393" y="19347"/>
                </a:lnTo>
                <a:lnTo>
                  <a:pt x="19142" y="19054"/>
                </a:lnTo>
                <a:lnTo>
                  <a:pt x="19571" y="18907"/>
                </a:lnTo>
                <a:lnTo>
                  <a:pt x="19784" y="18710"/>
                </a:lnTo>
                <a:lnTo>
                  <a:pt x="20317" y="18270"/>
                </a:lnTo>
                <a:lnTo>
                  <a:pt x="20746" y="17780"/>
                </a:lnTo>
                <a:lnTo>
                  <a:pt x="21066" y="17290"/>
                </a:lnTo>
                <a:lnTo>
                  <a:pt x="21279" y="16849"/>
                </a:lnTo>
                <a:lnTo>
                  <a:pt x="21495" y="16359"/>
                </a:lnTo>
                <a:lnTo>
                  <a:pt x="21600" y="15869"/>
                </a:lnTo>
                <a:lnTo>
                  <a:pt x="21600" y="15379"/>
                </a:lnTo>
                <a:lnTo>
                  <a:pt x="21495" y="14890"/>
                </a:lnTo>
                <a:lnTo>
                  <a:pt x="21387" y="14400"/>
                </a:lnTo>
                <a:lnTo>
                  <a:pt x="21174" y="13910"/>
                </a:lnTo>
                <a:lnTo>
                  <a:pt x="20854" y="13519"/>
                </a:lnTo>
                <a:lnTo>
                  <a:pt x="20425" y="13077"/>
                </a:lnTo>
                <a:lnTo>
                  <a:pt x="19997" y="12735"/>
                </a:lnTo>
                <a:lnTo>
                  <a:pt x="19463" y="12342"/>
                </a:lnTo>
                <a:lnTo>
                  <a:pt x="18822" y="11999"/>
                </a:lnTo>
                <a:lnTo>
                  <a:pt x="18180" y="11705"/>
                </a:lnTo>
                <a:lnTo>
                  <a:pt x="17431" y="11461"/>
                </a:lnTo>
                <a:lnTo>
                  <a:pt x="16574" y="11217"/>
                </a:lnTo>
                <a:lnTo>
                  <a:pt x="15720" y="11070"/>
                </a:lnTo>
                <a:lnTo>
                  <a:pt x="14865" y="10922"/>
                </a:lnTo>
                <a:lnTo>
                  <a:pt x="13900" y="10873"/>
                </a:lnTo>
                <a:lnTo>
                  <a:pt x="13046" y="10873"/>
                </a:lnTo>
                <a:lnTo>
                  <a:pt x="12297" y="10922"/>
                </a:lnTo>
                <a:lnTo>
                  <a:pt x="11443" y="11070"/>
                </a:lnTo>
                <a:lnTo>
                  <a:pt x="11122" y="11167"/>
                </a:lnTo>
                <a:lnTo>
                  <a:pt x="10801" y="11265"/>
                </a:lnTo>
                <a:lnTo>
                  <a:pt x="10586" y="11412"/>
                </a:lnTo>
                <a:lnTo>
                  <a:pt x="10373" y="11558"/>
                </a:lnTo>
                <a:lnTo>
                  <a:pt x="10373" y="11608"/>
                </a:lnTo>
                <a:lnTo>
                  <a:pt x="10265" y="11657"/>
                </a:lnTo>
                <a:lnTo>
                  <a:pt x="10160" y="11705"/>
                </a:lnTo>
                <a:lnTo>
                  <a:pt x="9303" y="12245"/>
                </a:lnTo>
                <a:lnTo>
                  <a:pt x="8769" y="12489"/>
                </a:lnTo>
                <a:lnTo>
                  <a:pt x="8233" y="12735"/>
                </a:lnTo>
                <a:lnTo>
                  <a:pt x="8128" y="12636"/>
                </a:lnTo>
                <a:lnTo>
                  <a:pt x="7163" y="12245"/>
                </a:lnTo>
                <a:lnTo>
                  <a:pt x="6842" y="12049"/>
                </a:lnTo>
                <a:lnTo>
                  <a:pt x="6417" y="11852"/>
                </a:lnTo>
                <a:lnTo>
                  <a:pt x="6630" y="11852"/>
                </a:lnTo>
                <a:lnTo>
                  <a:pt x="6737" y="11804"/>
                </a:lnTo>
                <a:lnTo>
                  <a:pt x="7379" y="11804"/>
                </a:lnTo>
                <a:lnTo>
                  <a:pt x="7912" y="11755"/>
                </a:lnTo>
                <a:lnTo>
                  <a:pt x="8449" y="11657"/>
                </a:lnTo>
                <a:lnTo>
                  <a:pt x="8874" y="11510"/>
                </a:lnTo>
                <a:lnTo>
                  <a:pt x="9516" y="11314"/>
                </a:lnTo>
                <a:lnTo>
                  <a:pt x="10160" y="11020"/>
                </a:lnTo>
                <a:lnTo>
                  <a:pt x="10694" y="10727"/>
                </a:lnTo>
                <a:lnTo>
                  <a:pt x="11122" y="10433"/>
                </a:lnTo>
                <a:lnTo>
                  <a:pt x="11227" y="10334"/>
                </a:lnTo>
                <a:lnTo>
                  <a:pt x="11227" y="10236"/>
                </a:lnTo>
                <a:lnTo>
                  <a:pt x="11014" y="10090"/>
                </a:lnTo>
                <a:lnTo>
                  <a:pt x="10694" y="9992"/>
                </a:lnTo>
                <a:lnTo>
                  <a:pt x="10481" y="9992"/>
                </a:lnTo>
                <a:lnTo>
                  <a:pt x="10265" y="10040"/>
                </a:lnTo>
                <a:lnTo>
                  <a:pt x="9944" y="9992"/>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360" name="Google Shape;166;p2"/>
          <p:cNvSpPr/>
          <p:nvPr/>
        </p:nvSpPr>
        <p:spPr>
          <a:xfrm>
            <a:off x="3078095" y="3128354"/>
            <a:ext cx="730571" cy="89581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522" y="5224"/>
                </a:moveTo>
                <a:lnTo>
                  <a:pt x="16065" y="5754"/>
                </a:lnTo>
                <a:lnTo>
                  <a:pt x="15847" y="5754"/>
                </a:lnTo>
                <a:lnTo>
                  <a:pt x="15847" y="5666"/>
                </a:lnTo>
                <a:lnTo>
                  <a:pt x="15793" y="5577"/>
                </a:lnTo>
                <a:lnTo>
                  <a:pt x="15739" y="5577"/>
                </a:lnTo>
                <a:lnTo>
                  <a:pt x="15685" y="5489"/>
                </a:lnTo>
                <a:lnTo>
                  <a:pt x="15630" y="5444"/>
                </a:lnTo>
                <a:lnTo>
                  <a:pt x="15467" y="5400"/>
                </a:lnTo>
                <a:lnTo>
                  <a:pt x="15304" y="5444"/>
                </a:lnTo>
                <a:lnTo>
                  <a:pt x="15250" y="5489"/>
                </a:lnTo>
                <a:lnTo>
                  <a:pt x="15196" y="5577"/>
                </a:lnTo>
                <a:lnTo>
                  <a:pt x="15196" y="5666"/>
                </a:lnTo>
                <a:lnTo>
                  <a:pt x="14871" y="5577"/>
                </a:lnTo>
                <a:lnTo>
                  <a:pt x="15522" y="5224"/>
                </a:lnTo>
                <a:close/>
                <a:moveTo>
                  <a:pt x="10203" y="4160"/>
                </a:moveTo>
                <a:lnTo>
                  <a:pt x="10420" y="4205"/>
                </a:lnTo>
                <a:lnTo>
                  <a:pt x="10691" y="4250"/>
                </a:lnTo>
                <a:lnTo>
                  <a:pt x="10909" y="4338"/>
                </a:lnTo>
                <a:lnTo>
                  <a:pt x="11071" y="4471"/>
                </a:lnTo>
                <a:lnTo>
                  <a:pt x="11126" y="4603"/>
                </a:lnTo>
                <a:lnTo>
                  <a:pt x="11126" y="4693"/>
                </a:lnTo>
                <a:lnTo>
                  <a:pt x="11071" y="4825"/>
                </a:lnTo>
                <a:lnTo>
                  <a:pt x="11017" y="4958"/>
                </a:lnTo>
                <a:lnTo>
                  <a:pt x="10746" y="5179"/>
                </a:lnTo>
                <a:lnTo>
                  <a:pt x="10583" y="5356"/>
                </a:lnTo>
                <a:lnTo>
                  <a:pt x="10258" y="5710"/>
                </a:lnTo>
                <a:lnTo>
                  <a:pt x="9932" y="5975"/>
                </a:lnTo>
                <a:lnTo>
                  <a:pt x="9607" y="6153"/>
                </a:lnTo>
                <a:lnTo>
                  <a:pt x="9444" y="6197"/>
                </a:lnTo>
                <a:lnTo>
                  <a:pt x="9335" y="6197"/>
                </a:lnTo>
                <a:lnTo>
                  <a:pt x="9226" y="6108"/>
                </a:lnTo>
                <a:lnTo>
                  <a:pt x="9172" y="6020"/>
                </a:lnTo>
                <a:lnTo>
                  <a:pt x="9117" y="5799"/>
                </a:lnTo>
                <a:lnTo>
                  <a:pt x="9117" y="5002"/>
                </a:lnTo>
                <a:lnTo>
                  <a:pt x="9064" y="4338"/>
                </a:lnTo>
                <a:lnTo>
                  <a:pt x="9280" y="4250"/>
                </a:lnTo>
                <a:lnTo>
                  <a:pt x="9497" y="4205"/>
                </a:lnTo>
                <a:lnTo>
                  <a:pt x="9715" y="4160"/>
                </a:lnTo>
                <a:close/>
                <a:moveTo>
                  <a:pt x="9552" y="3762"/>
                </a:moveTo>
                <a:lnTo>
                  <a:pt x="9226" y="3852"/>
                </a:lnTo>
                <a:lnTo>
                  <a:pt x="8901" y="3940"/>
                </a:lnTo>
                <a:lnTo>
                  <a:pt x="8629" y="4072"/>
                </a:lnTo>
                <a:lnTo>
                  <a:pt x="8466" y="4293"/>
                </a:lnTo>
                <a:lnTo>
                  <a:pt x="8466" y="4383"/>
                </a:lnTo>
                <a:lnTo>
                  <a:pt x="8521" y="4426"/>
                </a:lnTo>
                <a:lnTo>
                  <a:pt x="8575" y="4471"/>
                </a:lnTo>
                <a:lnTo>
                  <a:pt x="8683" y="4471"/>
                </a:lnTo>
                <a:lnTo>
                  <a:pt x="8846" y="4426"/>
                </a:lnTo>
                <a:lnTo>
                  <a:pt x="8792" y="5091"/>
                </a:lnTo>
                <a:lnTo>
                  <a:pt x="8792" y="5975"/>
                </a:lnTo>
                <a:lnTo>
                  <a:pt x="8846" y="6153"/>
                </a:lnTo>
                <a:lnTo>
                  <a:pt x="8954" y="6285"/>
                </a:lnTo>
                <a:lnTo>
                  <a:pt x="9117" y="6418"/>
                </a:lnTo>
                <a:lnTo>
                  <a:pt x="9226" y="6507"/>
                </a:lnTo>
                <a:lnTo>
                  <a:pt x="9660" y="6507"/>
                </a:lnTo>
                <a:lnTo>
                  <a:pt x="9932" y="6373"/>
                </a:lnTo>
                <a:lnTo>
                  <a:pt x="10203" y="6197"/>
                </a:lnTo>
                <a:lnTo>
                  <a:pt x="10691" y="5799"/>
                </a:lnTo>
                <a:lnTo>
                  <a:pt x="11017" y="5444"/>
                </a:lnTo>
                <a:lnTo>
                  <a:pt x="11234" y="5224"/>
                </a:lnTo>
                <a:lnTo>
                  <a:pt x="11452" y="5046"/>
                </a:lnTo>
                <a:lnTo>
                  <a:pt x="11560" y="4781"/>
                </a:lnTo>
                <a:lnTo>
                  <a:pt x="11614" y="4648"/>
                </a:lnTo>
                <a:lnTo>
                  <a:pt x="11614" y="4515"/>
                </a:lnTo>
                <a:lnTo>
                  <a:pt x="11505" y="4338"/>
                </a:lnTo>
                <a:lnTo>
                  <a:pt x="11342" y="4160"/>
                </a:lnTo>
                <a:lnTo>
                  <a:pt x="11126" y="3984"/>
                </a:lnTo>
                <a:lnTo>
                  <a:pt x="10909" y="3895"/>
                </a:lnTo>
                <a:lnTo>
                  <a:pt x="10637" y="3807"/>
                </a:lnTo>
                <a:lnTo>
                  <a:pt x="10311" y="3762"/>
                </a:lnTo>
                <a:close/>
                <a:moveTo>
                  <a:pt x="4125" y="4250"/>
                </a:moveTo>
                <a:lnTo>
                  <a:pt x="4341" y="4426"/>
                </a:lnTo>
                <a:lnTo>
                  <a:pt x="4559" y="4560"/>
                </a:lnTo>
                <a:lnTo>
                  <a:pt x="5102" y="4736"/>
                </a:lnTo>
                <a:lnTo>
                  <a:pt x="5372" y="4825"/>
                </a:lnTo>
                <a:lnTo>
                  <a:pt x="5427" y="4913"/>
                </a:lnTo>
                <a:lnTo>
                  <a:pt x="5482" y="5002"/>
                </a:lnTo>
                <a:lnTo>
                  <a:pt x="5482" y="5091"/>
                </a:lnTo>
                <a:lnTo>
                  <a:pt x="5535" y="5134"/>
                </a:lnTo>
                <a:lnTo>
                  <a:pt x="5590" y="5179"/>
                </a:lnTo>
                <a:lnTo>
                  <a:pt x="5698" y="5224"/>
                </a:lnTo>
                <a:lnTo>
                  <a:pt x="5970" y="5312"/>
                </a:lnTo>
                <a:lnTo>
                  <a:pt x="6241" y="5400"/>
                </a:lnTo>
                <a:lnTo>
                  <a:pt x="6513" y="5534"/>
                </a:lnTo>
                <a:lnTo>
                  <a:pt x="6729" y="5666"/>
                </a:lnTo>
                <a:lnTo>
                  <a:pt x="7164" y="6065"/>
                </a:lnTo>
                <a:lnTo>
                  <a:pt x="7544" y="6418"/>
                </a:lnTo>
                <a:lnTo>
                  <a:pt x="7056" y="6463"/>
                </a:lnTo>
                <a:lnTo>
                  <a:pt x="6621" y="6463"/>
                </a:lnTo>
                <a:lnTo>
                  <a:pt x="5644" y="6418"/>
                </a:lnTo>
                <a:lnTo>
                  <a:pt x="5156" y="6418"/>
                </a:lnTo>
                <a:lnTo>
                  <a:pt x="4668" y="6507"/>
                </a:lnTo>
                <a:lnTo>
                  <a:pt x="4396" y="6595"/>
                </a:lnTo>
                <a:lnTo>
                  <a:pt x="4125" y="6728"/>
                </a:lnTo>
                <a:lnTo>
                  <a:pt x="3853" y="6816"/>
                </a:lnTo>
                <a:lnTo>
                  <a:pt x="3690" y="6861"/>
                </a:lnTo>
                <a:lnTo>
                  <a:pt x="3474" y="6861"/>
                </a:lnTo>
                <a:lnTo>
                  <a:pt x="3419" y="6906"/>
                </a:lnTo>
                <a:lnTo>
                  <a:pt x="3365" y="6994"/>
                </a:lnTo>
                <a:lnTo>
                  <a:pt x="3365" y="7038"/>
                </a:lnTo>
                <a:lnTo>
                  <a:pt x="3474" y="8056"/>
                </a:lnTo>
                <a:lnTo>
                  <a:pt x="3147" y="7835"/>
                </a:lnTo>
                <a:lnTo>
                  <a:pt x="2822" y="7702"/>
                </a:lnTo>
                <a:lnTo>
                  <a:pt x="2822" y="7392"/>
                </a:lnTo>
                <a:lnTo>
                  <a:pt x="2714" y="7126"/>
                </a:lnTo>
                <a:lnTo>
                  <a:pt x="2551" y="6994"/>
                </a:lnTo>
                <a:lnTo>
                  <a:pt x="2333" y="6906"/>
                </a:lnTo>
                <a:lnTo>
                  <a:pt x="1900" y="6816"/>
                </a:lnTo>
                <a:lnTo>
                  <a:pt x="1628" y="6816"/>
                </a:lnTo>
                <a:lnTo>
                  <a:pt x="1357" y="6861"/>
                </a:lnTo>
                <a:lnTo>
                  <a:pt x="1628" y="6463"/>
                </a:lnTo>
                <a:lnTo>
                  <a:pt x="1900" y="6065"/>
                </a:lnTo>
                <a:lnTo>
                  <a:pt x="2171" y="5710"/>
                </a:lnTo>
                <a:lnTo>
                  <a:pt x="2496" y="5356"/>
                </a:lnTo>
                <a:lnTo>
                  <a:pt x="2876" y="5046"/>
                </a:lnTo>
                <a:lnTo>
                  <a:pt x="3256" y="4781"/>
                </a:lnTo>
                <a:lnTo>
                  <a:pt x="3690" y="4515"/>
                </a:lnTo>
                <a:lnTo>
                  <a:pt x="4125" y="4250"/>
                </a:lnTo>
                <a:close/>
                <a:moveTo>
                  <a:pt x="15739" y="9074"/>
                </a:moveTo>
                <a:lnTo>
                  <a:pt x="16336" y="9295"/>
                </a:lnTo>
                <a:lnTo>
                  <a:pt x="16771" y="9472"/>
                </a:lnTo>
                <a:lnTo>
                  <a:pt x="16987" y="9561"/>
                </a:lnTo>
                <a:lnTo>
                  <a:pt x="17204" y="9605"/>
                </a:lnTo>
                <a:lnTo>
                  <a:pt x="17096" y="9960"/>
                </a:lnTo>
                <a:lnTo>
                  <a:pt x="16607" y="9782"/>
                </a:lnTo>
                <a:lnTo>
                  <a:pt x="16118" y="9605"/>
                </a:lnTo>
                <a:lnTo>
                  <a:pt x="15956" y="9517"/>
                </a:lnTo>
                <a:lnTo>
                  <a:pt x="15739" y="9074"/>
                </a:lnTo>
                <a:close/>
                <a:moveTo>
                  <a:pt x="15196" y="9738"/>
                </a:moveTo>
                <a:lnTo>
                  <a:pt x="15359" y="9827"/>
                </a:lnTo>
                <a:lnTo>
                  <a:pt x="15577" y="9915"/>
                </a:lnTo>
                <a:lnTo>
                  <a:pt x="15630" y="10048"/>
                </a:lnTo>
                <a:lnTo>
                  <a:pt x="15685" y="10136"/>
                </a:lnTo>
                <a:lnTo>
                  <a:pt x="15847" y="10180"/>
                </a:lnTo>
                <a:lnTo>
                  <a:pt x="16173" y="10268"/>
                </a:lnTo>
                <a:lnTo>
                  <a:pt x="16336" y="10313"/>
                </a:lnTo>
                <a:lnTo>
                  <a:pt x="16336" y="10446"/>
                </a:lnTo>
                <a:lnTo>
                  <a:pt x="16390" y="10535"/>
                </a:lnTo>
                <a:lnTo>
                  <a:pt x="16498" y="10623"/>
                </a:lnTo>
                <a:lnTo>
                  <a:pt x="16771" y="10668"/>
                </a:lnTo>
                <a:lnTo>
                  <a:pt x="16498" y="11154"/>
                </a:lnTo>
                <a:lnTo>
                  <a:pt x="16390" y="11066"/>
                </a:lnTo>
                <a:lnTo>
                  <a:pt x="15685" y="10579"/>
                </a:lnTo>
                <a:lnTo>
                  <a:pt x="15685" y="10313"/>
                </a:lnTo>
                <a:lnTo>
                  <a:pt x="15630" y="10092"/>
                </a:lnTo>
                <a:lnTo>
                  <a:pt x="15522" y="9960"/>
                </a:lnTo>
                <a:lnTo>
                  <a:pt x="15304" y="9870"/>
                </a:lnTo>
                <a:lnTo>
                  <a:pt x="15196" y="9738"/>
                </a:lnTo>
                <a:close/>
                <a:moveTo>
                  <a:pt x="13514" y="5799"/>
                </a:moveTo>
                <a:lnTo>
                  <a:pt x="14056" y="5843"/>
                </a:lnTo>
                <a:lnTo>
                  <a:pt x="14165" y="5887"/>
                </a:lnTo>
                <a:lnTo>
                  <a:pt x="14219" y="5843"/>
                </a:lnTo>
                <a:lnTo>
                  <a:pt x="14653" y="5932"/>
                </a:lnTo>
                <a:lnTo>
                  <a:pt x="15087" y="6065"/>
                </a:lnTo>
                <a:lnTo>
                  <a:pt x="14816" y="6330"/>
                </a:lnTo>
                <a:lnTo>
                  <a:pt x="14816" y="6418"/>
                </a:lnTo>
                <a:lnTo>
                  <a:pt x="14871" y="6507"/>
                </a:lnTo>
                <a:lnTo>
                  <a:pt x="14979" y="6551"/>
                </a:lnTo>
                <a:lnTo>
                  <a:pt x="15087" y="6551"/>
                </a:lnTo>
                <a:lnTo>
                  <a:pt x="15413" y="6418"/>
                </a:lnTo>
                <a:lnTo>
                  <a:pt x="15739" y="6330"/>
                </a:lnTo>
                <a:lnTo>
                  <a:pt x="16065" y="6285"/>
                </a:lnTo>
                <a:lnTo>
                  <a:pt x="16444" y="6241"/>
                </a:lnTo>
                <a:lnTo>
                  <a:pt x="16771" y="6773"/>
                </a:lnTo>
                <a:lnTo>
                  <a:pt x="16065" y="6906"/>
                </a:lnTo>
                <a:lnTo>
                  <a:pt x="15685" y="6994"/>
                </a:lnTo>
                <a:lnTo>
                  <a:pt x="15359" y="7126"/>
                </a:lnTo>
                <a:lnTo>
                  <a:pt x="15304" y="7171"/>
                </a:lnTo>
                <a:lnTo>
                  <a:pt x="15304" y="7259"/>
                </a:lnTo>
                <a:lnTo>
                  <a:pt x="15359" y="7304"/>
                </a:lnTo>
                <a:lnTo>
                  <a:pt x="15739" y="7392"/>
                </a:lnTo>
                <a:lnTo>
                  <a:pt x="16173" y="7392"/>
                </a:lnTo>
                <a:lnTo>
                  <a:pt x="16607" y="7347"/>
                </a:lnTo>
                <a:lnTo>
                  <a:pt x="16987" y="7259"/>
                </a:lnTo>
                <a:lnTo>
                  <a:pt x="17204" y="7923"/>
                </a:lnTo>
                <a:lnTo>
                  <a:pt x="17259" y="8012"/>
                </a:lnTo>
                <a:lnTo>
                  <a:pt x="16661" y="7879"/>
                </a:lnTo>
                <a:lnTo>
                  <a:pt x="16173" y="7790"/>
                </a:lnTo>
                <a:lnTo>
                  <a:pt x="15902" y="7747"/>
                </a:lnTo>
                <a:lnTo>
                  <a:pt x="15630" y="7790"/>
                </a:lnTo>
                <a:lnTo>
                  <a:pt x="15577" y="7790"/>
                </a:lnTo>
                <a:lnTo>
                  <a:pt x="15630" y="7879"/>
                </a:lnTo>
                <a:lnTo>
                  <a:pt x="15847" y="8012"/>
                </a:lnTo>
                <a:lnTo>
                  <a:pt x="16118" y="8145"/>
                </a:lnTo>
                <a:lnTo>
                  <a:pt x="16771" y="8366"/>
                </a:lnTo>
                <a:lnTo>
                  <a:pt x="17312" y="8498"/>
                </a:lnTo>
                <a:lnTo>
                  <a:pt x="17259" y="9162"/>
                </a:lnTo>
                <a:lnTo>
                  <a:pt x="16987" y="9074"/>
                </a:lnTo>
                <a:lnTo>
                  <a:pt x="16716" y="8986"/>
                </a:lnTo>
                <a:lnTo>
                  <a:pt x="15956" y="8720"/>
                </a:lnTo>
                <a:lnTo>
                  <a:pt x="15577" y="8631"/>
                </a:lnTo>
                <a:lnTo>
                  <a:pt x="15142" y="8588"/>
                </a:lnTo>
                <a:lnTo>
                  <a:pt x="15087" y="8588"/>
                </a:lnTo>
                <a:lnTo>
                  <a:pt x="15087" y="8720"/>
                </a:lnTo>
                <a:lnTo>
                  <a:pt x="15522" y="8941"/>
                </a:lnTo>
                <a:lnTo>
                  <a:pt x="15413" y="8986"/>
                </a:lnTo>
                <a:lnTo>
                  <a:pt x="14816" y="9162"/>
                </a:lnTo>
                <a:lnTo>
                  <a:pt x="14653" y="9029"/>
                </a:lnTo>
                <a:lnTo>
                  <a:pt x="14545" y="8986"/>
                </a:lnTo>
                <a:lnTo>
                  <a:pt x="14491" y="9029"/>
                </a:lnTo>
                <a:lnTo>
                  <a:pt x="14436" y="9074"/>
                </a:lnTo>
                <a:lnTo>
                  <a:pt x="14383" y="9119"/>
                </a:lnTo>
                <a:lnTo>
                  <a:pt x="14383" y="9295"/>
                </a:lnTo>
                <a:lnTo>
                  <a:pt x="14328" y="9339"/>
                </a:lnTo>
                <a:lnTo>
                  <a:pt x="14328" y="9427"/>
                </a:lnTo>
                <a:lnTo>
                  <a:pt x="14383" y="9561"/>
                </a:lnTo>
                <a:lnTo>
                  <a:pt x="14708" y="9870"/>
                </a:lnTo>
                <a:lnTo>
                  <a:pt x="14219" y="9605"/>
                </a:lnTo>
                <a:lnTo>
                  <a:pt x="13730" y="9384"/>
                </a:lnTo>
                <a:lnTo>
                  <a:pt x="13677" y="9384"/>
                </a:lnTo>
                <a:lnTo>
                  <a:pt x="13622" y="9427"/>
                </a:lnTo>
                <a:lnTo>
                  <a:pt x="13568" y="9472"/>
                </a:lnTo>
                <a:lnTo>
                  <a:pt x="13568" y="9561"/>
                </a:lnTo>
                <a:lnTo>
                  <a:pt x="13893" y="9870"/>
                </a:lnTo>
                <a:lnTo>
                  <a:pt x="14273" y="10180"/>
                </a:lnTo>
                <a:lnTo>
                  <a:pt x="15034" y="10711"/>
                </a:lnTo>
                <a:lnTo>
                  <a:pt x="15142" y="10801"/>
                </a:lnTo>
                <a:lnTo>
                  <a:pt x="15034" y="11021"/>
                </a:lnTo>
                <a:lnTo>
                  <a:pt x="14871" y="11242"/>
                </a:lnTo>
                <a:lnTo>
                  <a:pt x="14653" y="11332"/>
                </a:lnTo>
                <a:lnTo>
                  <a:pt x="14545" y="11287"/>
                </a:lnTo>
                <a:lnTo>
                  <a:pt x="13948" y="10977"/>
                </a:lnTo>
                <a:lnTo>
                  <a:pt x="13785" y="10756"/>
                </a:lnTo>
                <a:lnTo>
                  <a:pt x="13568" y="10490"/>
                </a:lnTo>
                <a:lnTo>
                  <a:pt x="13242" y="10313"/>
                </a:lnTo>
                <a:lnTo>
                  <a:pt x="12971" y="10136"/>
                </a:lnTo>
                <a:lnTo>
                  <a:pt x="12808" y="10003"/>
                </a:lnTo>
                <a:lnTo>
                  <a:pt x="12646" y="9782"/>
                </a:lnTo>
                <a:lnTo>
                  <a:pt x="12591" y="9517"/>
                </a:lnTo>
                <a:lnTo>
                  <a:pt x="12536" y="9517"/>
                </a:lnTo>
                <a:lnTo>
                  <a:pt x="12536" y="9384"/>
                </a:lnTo>
                <a:lnTo>
                  <a:pt x="12483" y="9339"/>
                </a:lnTo>
                <a:lnTo>
                  <a:pt x="12374" y="9339"/>
                </a:lnTo>
                <a:lnTo>
                  <a:pt x="11668" y="9251"/>
                </a:lnTo>
                <a:lnTo>
                  <a:pt x="10909" y="9207"/>
                </a:lnTo>
                <a:lnTo>
                  <a:pt x="10529" y="9207"/>
                </a:lnTo>
                <a:lnTo>
                  <a:pt x="10148" y="9251"/>
                </a:lnTo>
                <a:lnTo>
                  <a:pt x="9823" y="9339"/>
                </a:lnTo>
                <a:lnTo>
                  <a:pt x="9552" y="9517"/>
                </a:lnTo>
                <a:lnTo>
                  <a:pt x="9444" y="9384"/>
                </a:lnTo>
                <a:lnTo>
                  <a:pt x="9389" y="9295"/>
                </a:lnTo>
                <a:lnTo>
                  <a:pt x="9444" y="9207"/>
                </a:lnTo>
                <a:lnTo>
                  <a:pt x="9497" y="9119"/>
                </a:lnTo>
                <a:lnTo>
                  <a:pt x="9769" y="8941"/>
                </a:lnTo>
                <a:lnTo>
                  <a:pt x="10040" y="8853"/>
                </a:lnTo>
                <a:lnTo>
                  <a:pt x="10474" y="8808"/>
                </a:lnTo>
                <a:lnTo>
                  <a:pt x="10909" y="8720"/>
                </a:lnTo>
                <a:lnTo>
                  <a:pt x="11126" y="8631"/>
                </a:lnTo>
                <a:lnTo>
                  <a:pt x="11397" y="8454"/>
                </a:lnTo>
                <a:lnTo>
                  <a:pt x="11452" y="8321"/>
                </a:lnTo>
                <a:lnTo>
                  <a:pt x="11505" y="8233"/>
                </a:lnTo>
                <a:lnTo>
                  <a:pt x="11452" y="8145"/>
                </a:lnTo>
                <a:lnTo>
                  <a:pt x="11342" y="8056"/>
                </a:lnTo>
                <a:lnTo>
                  <a:pt x="11234" y="7967"/>
                </a:lnTo>
                <a:lnTo>
                  <a:pt x="11071" y="7967"/>
                </a:lnTo>
                <a:lnTo>
                  <a:pt x="10691" y="8012"/>
                </a:lnTo>
                <a:lnTo>
                  <a:pt x="10366" y="8100"/>
                </a:lnTo>
                <a:lnTo>
                  <a:pt x="10040" y="8188"/>
                </a:lnTo>
                <a:lnTo>
                  <a:pt x="9932" y="8188"/>
                </a:lnTo>
                <a:lnTo>
                  <a:pt x="9823" y="8145"/>
                </a:lnTo>
                <a:lnTo>
                  <a:pt x="9823" y="8056"/>
                </a:lnTo>
                <a:lnTo>
                  <a:pt x="9877" y="7967"/>
                </a:lnTo>
                <a:lnTo>
                  <a:pt x="9986" y="7790"/>
                </a:lnTo>
                <a:lnTo>
                  <a:pt x="10095" y="7657"/>
                </a:lnTo>
                <a:lnTo>
                  <a:pt x="10474" y="7480"/>
                </a:lnTo>
                <a:lnTo>
                  <a:pt x="10854" y="7259"/>
                </a:lnTo>
                <a:lnTo>
                  <a:pt x="11397" y="6949"/>
                </a:lnTo>
                <a:lnTo>
                  <a:pt x="11995" y="6595"/>
                </a:lnTo>
                <a:lnTo>
                  <a:pt x="12103" y="6684"/>
                </a:lnTo>
                <a:lnTo>
                  <a:pt x="12157" y="6684"/>
                </a:lnTo>
                <a:lnTo>
                  <a:pt x="12211" y="6640"/>
                </a:lnTo>
                <a:lnTo>
                  <a:pt x="12591" y="6241"/>
                </a:lnTo>
                <a:lnTo>
                  <a:pt x="12917" y="5799"/>
                </a:lnTo>
                <a:close/>
                <a:moveTo>
                  <a:pt x="15522" y="11066"/>
                </a:moveTo>
                <a:lnTo>
                  <a:pt x="15902" y="11332"/>
                </a:lnTo>
                <a:lnTo>
                  <a:pt x="16228" y="11597"/>
                </a:lnTo>
                <a:lnTo>
                  <a:pt x="15793" y="12216"/>
                </a:lnTo>
                <a:lnTo>
                  <a:pt x="15685" y="12305"/>
                </a:lnTo>
                <a:lnTo>
                  <a:pt x="15630" y="12261"/>
                </a:lnTo>
                <a:lnTo>
                  <a:pt x="15577" y="12173"/>
                </a:lnTo>
                <a:lnTo>
                  <a:pt x="15413" y="11995"/>
                </a:lnTo>
                <a:lnTo>
                  <a:pt x="15250" y="11774"/>
                </a:lnTo>
                <a:lnTo>
                  <a:pt x="15034" y="11597"/>
                </a:lnTo>
                <a:lnTo>
                  <a:pt x="15196" y="11464"/>
                </a:lnTo>
                <a:lnTo>
                  <a:pt x="15304" y="11375"/>
                </a:lnTo>
                <a:lnTo>
                  <a:pt x="15522" y="11066"/>
                </a:lnTo>
                <a:close/>
                <a:moveTo>
                  <a:pt x="814" y="8808"/>
                </a:moveTo>
                <a:lnTo>
                  <a:pt x="1194" y="9029"/>
                </a:lnTo>
                <a:lnTo>
                  <a:pt x="1465" y="9295"/>
                </a:lnTo>
                <a:lnTo>
                  <a:pt x="1790" y="9561"/>
                </a:lnTo>
                <a:lnTo>
                  <a:pt x="2116" y="9827"/>
                </a:lnTo>
                <a:lnTo>
                  <a:pt x="2931" y="10358"/>
                </a:lnTo>
                <a:lnTo>
                  <a:pt x="3310" y="10668"/>
                </a:lnTo>
                <a:lnTo>
                  <a:pt x="3474" y="10844"/>
                </a:lnTo>
                <a:lnTo>
                  <a:pt x="3582" y="11021"/>
                </a:lnTo>
                <a:lnTo>
                  <a:pt x="3256" y="11199"/>
                </a:lnTo>
                <a:lnTo>
                  <a:pt x="2984" y="11420"/>
                </a:lnTo>
                <a:lnTo>
                  <a:pt x="2768" y="11685"/>
                </a:lnTo>
                <a:lnTo>
                  <a:pt x="2605" y="12040"/>
                </a:lnTo>
                <a:lnTo>
                  <a:pt x="2551" y="12481"/>
                </a:lnTo>
                <a:lnTo>
                  <a:pt x="2605" y="12881"/>
                </a:lnTo>
                <a:lnTo>
                  <a:pt x="2822" y="13765"/>
                </a:lnTo>
                <a:lnTo>
                  <a:pt x="2280" y="13234"/>
                </a:lnTo>
                <a:lnTo>
                  <a:pt x="1845" y="12703"/>
                </a:lnTo>
                <a:lnTo>
                  <a:pt x="1465" y="12083"/>
                </a:lnTo>
                <a:lnTo>
                  <a:pt x="1194" y="11464"/>
                </a:lnTo>
                <a:lnTo>
                  <a:pt x="977" y="10801"/>
                </a:lnTo>
                <a:lnTo>
                  <a:pt x="814" y="10136"/>
                </a:lnTo>
                <a:lnTo>
                  <a:pt x="759" y="9472"/>
                </a:lnTo>
                <a:lnTo>
                  <a:pt x="814" y="8808"/>
                </a:lnTo>
                <a:close/>
                <a:moveTo>
                  <a:pt x="10203" y="10401"/>
                </a:moveTo>
                <a:lnTo>
                  <a:pt x="10258" y="10490"/>
                </a:lnTo>
                <a:lnTo>
                  <a:pt x="10366" y="10535"/>
                </a:lnTo>
                <a:lnTo>
                  <a:pt x="10746" y="10711"/>
                </a:lnTo>
                <a:lnTo>
                  <a:pt x="11071" y="10889"/>
                </a:lnTo>
                <a:lnTo>
                  <a:pt x="11397" y="11110"/>
                </a:lnTo>
                <a:lnTo>
                  <a:pt x="11668" y="11375"/>
                </a:lnTo>
                <a:lnTo>
                  <a:pt x="11885" y="11642"/>
                </a:lnTo>
                <a:lnTo>
                  <a:pt x="12103" y="11951"/>
                </a:lnTo>
                <a:lnTo>
                  <a:pt x="12211" y="12261"/>
                </a:lnTo>
                <a:lnTo>
                  <a:pt x="12211" y="12571"/>
                </a:lnTo>
                <a:lnTo>
                  <a:pt x="12157" y="12836"/>
                </a:lnTo>
                <a:lnTo>
                  <a:pt x="11397" y="12173"/>
                </a:lnTo>
                <a:lnTo>
                  <a:pt x="10583" y="11597"/>
                </a:lnTo>
                <a:lnTo>
                  <a:pt x="10474" y="11597"/>
                </a:lnTo>
                <a:lnTo>
                  <a:pt x="10420" y="11642"/>
                </a:lnTo>
                <a:lnTo>
                  <a:pt x="10474" y="11685"/>
                </a:lnTo>
                <a:lnTo>
                  <a:pt x="11180" y="12481"/>
                </a:lnTo>
                <a:lnTo>
                  <a:pt x="11940" y="13234"/>
                </a:lnTo>
                <a:lnTo>
                  <a:pt x="11668" y="13500"/>
                </a:lnTo>
                <a:lnTo>
                  <a:pt x="11452" y="13765"/>
                </a:lnTo>
                <a:lnTo>
                  <a:pt x="11126" y="14031"/>
                </a:lnTo>
                <a:lnTo>
                  <a:pt x="10691" y="13722"/>
                </a:lnTo>
                <a:lnTo>
                  <a:pt x="10148" y="13279"/>
                </a:lnTo>
                <a:lnTo>
                  <a:pt x="10040" y="12969"/>
                </a:lnTo>
                <a:lnTo>
                  <a:pt x="9986" y="12659"/>
                </a:lnTo>
                <a:lnTo>
                  <a:pt x="9823" y="12349"/>
                </a:lnTo>
                <a:lnTo>
                  <a:pt x="9660" y="12040"/>
                </a:lnTo>
                <a:lnTo>
                  <a:pt x="9552" y="11907"/>
                </a:lnTo>
                <a:lnTo>
                  <a:pt x="9335" y="11907"/>
                </a:lnTo>
                <a:lnTo>
                  <a:pt x="8683" y="12083"/>
                </a:lnTo>
                <a:lnTo>
                  <a:pt x="8358" y="12173"/>
                </a:lnTo>
                <a:lnTo>
                  <a:pt x="8250" y="12173"/>
                </a:lnTo>
                <a:lnTo>
                  <a:pt x="8086" y="12083"/>
                </a:lnTo>
                <a:lnTo>
                  <a:pt x="7707" y="11951"/>
                </a:lnTo>
                <a:lnTo>
                  <a:pt x="7435" y="11774"/>
                </a:lnTo>
                <a:lnTo>
                  <a:pt x="7327" y="11642"/>
                </a:lnTo>
                <a:lnTo>
                  <a:pt x="7219" y="11509"/>
                </a:lnTo>
                <a:lnTo>
                  <a:pt x="7164" y="11375"/>
                </a:lnTo>
                <a:lnTo>
                  <a:pt x="7164" y="11199"/>
                </a:lnTo>
                <a:lnTo>
                  <a:pt x="7219" y="11021"/>
                </a:lnTo>
                <a:lnTo>
                  <a:pt x="7327" y="10844"/>
                </a:lnTo>
                <a:lnTo>
                  <a:pt x="7489" y="10711"/>
                </a:lnTo>
                <a:lnTo>
                  <a:pt x="7707" y="10623"/>
                </a:lnTo>
                <a:lnTo>
                  <a:pt x="8250" y="10490"/>
                </a:lnTo>
                <a:lnTo>
                  <a:pt x="8683" y="10446"/>
                </a:lnTo>
                <a:lnTo>
                  <a:pt x="9444" y="10446"/>
                </a:lnTo>
                <a:lnTo>
                  <a:pt x="10203" y="10401"/>
                </a:lnTo>
                <a:close/>
                <a:moveTo>
                  <a:pt x="12754" y="12173"/>
                </a:moveTo>
                <a:lnTo>
                  <a:pt x="13840" y="12748"/>
                </a:lnTo>
                <a:lnTo>
                  <a:pt x="14056" y="12924"/>
                </a:lnTo>
                <a:lnTo>
                  <a:pt x="14273" y="13102"/>
                </a:lnTo>
                <a:lnTo>
                  <a:pt x="14436" y="13279"/>
                </a:lnTo>
                <a:lnTo>
                  <a:pt x="14599" y="13455"/>
                </a:lnTo>
                <a:lnTo>
                  <a:pt x="13840" y="14031"/>
                </a:lnTo>
                <a:lnTo>
                  <a:pt x="13785" y="13987"/>
                </a:lnTo>
                <a:lnTo>
                  <a:pt x="13622" y="13855"/>
                </a:lnTo>
                <a:lnTo>
                  <a:pt x="13405" y="13765"/>
                </a:lnTo>
                <a:lnTo>
                  <a:pt x="13134" y="13633"/>
                </a:lnTo>
                <a:lnTo>
                  <a:pt x="12971" y="13500"/>
                </a:lnTo>
                <a:lnTo>
                  <a:pt x="12591" y="13190"/>
                </a:lnTo>
                <a:lnTo>
                  <a:pt x="12646" y="13057"/>
                </a:lnTo>
                <a:lnTo>
                  <a:pt x="12754" y="12836"/>
                </a:lnTo>
                <a:lnTo>
                  <a:pt x="12808" y="12615"/>
                </a:lnTo>
                <a:lnTo>
                  <a:pt x="12808" y="12393"/>
                </a:lnTo>
                <a:lnTo>
                  <a:pt x="12754" y="12173"/>
                </a:lnTo>
                <a:close/>
                <a:moveTo>
                  <a:pt x="10148" y="13943"/>
                </a:moveTo>
                <a:lnTo>
                  <a:pt x="10637" y="14341"/>
                </a:lnTo>
                <a:lnTo>
                  <a:pt x="10366" y="14429"/>
                </a:lnTo>
                <a:lnTo>
                  <a:pt x="10203" y="14429"/>
                </a:lnTo>
                <a:lnTo>
                  <a:pt x="10040" y="14386"/>
                </a:lnTo>
                <a:lnTo>
                  <a:pt x="10148" y="13943"/>
                </a:lnTo>
                <a:close/>
                <a:moveTo>
                  <a:pt x="12320" y="13589"/>
                </a:moveTo>
                <a:lnTo>
                  <a:pt x="12536" y="13810"/>
                </a:lnTo>
                <a:lnTo>
                  <a:pt x="12808" y="14031"/>
                </a:lnTo>
                <a:lnTo>
                  <a:pt x="13134" y="14208"/>
                </a:lnTo>
                <a:lnTo>
                  <a:pt x="13297" y="14253"/>
                </a:lnTo>
                <a:lnTo>
                  <a:pt x="13459" y="14296"/>
                </a:lnTo>
                <a:lnTo>
                  <a:pt x="12917" y="14606"/>
                </a:lnTo>
                <a:lnTo>
                  <a:pt x="12320" y="14872"/>
                </a:lnTo>
                <a:lnTo>
                  <a:pt x="12265" y="14828"/>
                </a:lnTo>
                <a:lnTo>
                  <a:pt x="11560" y="14341"/>
                </a:lnTo>
                <a:lnTo>
                  <a:pt x="11940" y="13987"/>
                </a:lnTo>
                <a:lnTo>
                  <a:pt x="12320" y="13589"/>
                </a:lnTo>
                <a:close/>
                <a:moveTo>
                  <a:pt x="10311" y="3231"/>
                </a:moveTo>
                <a:lnTo>
                  <a:pt x="10909" y="3276"/>
                </a:lnTo>
                <a:lnTo>
                  <a:pt x="11505" y="3364"/>
                </a:lnTo>
                <a:lnTo>
                  <a:pt x="12103" y="3497"/>
                </a:lnTo>
                <a:lnTo>
                  <a:pt x="12646" y="3630"/>
                </a:lnTo>
                <a:lnTo>
                  <a:pt x="13189" y="3852"/>
                </a:lnTo>
                <a:lnTo>
                  <a:pt x="13730" y="4072"/>
                </a:lnTo>
                <a:lnTo>
                  <a:pt x="14219" y="4338"/>
                </a:lnTo>
                <a:lnTo>
                  <a:pt x="14056" y="4383"/>
                </a:lnTo>
                <a:lnTo>
                  <a:pt x="13730" y="4603"/>
                </a:lnTo>
                <a:lnTo>
                  <a:pt x="13568" y="4736"/>
                </a:lnTo>
                <a:lnTo>
                  <a:pt x="13405" y="4869"/>
                </a:lnTo>
                <a:lnTo>
                  <a:pt x="13405" y="4958"/>
                </a:lnTo>
                <a:lnTo>
                  <a:pt x="13514" y="4958"/>
                </a:lnTo>
                <a:lnTo>
                  <a:pt x="13677" y="4913"/>
                </a:lnTo>
                <a:lnTo>
                  <a:pt x="13840" y="4913"/>
                </a:lnTo>
                <a:lnTo>
                  <a:pt x="14328" y="4736"/>
                </a:lnTo>
                <a:lnTo>
                  <a:pt x="14653" y="4603"/>
                </a:lnTo>
                <a:lnTo>
                  <a:pt x="15087" y="4869"/>
                </a:lnTo>
                <a:lnTo>
                  <a:pt x="14653" y="5134"/>
                </a:lnTo>
                <a:lnTo>
                  <a:pt x="14219" y="5444"/>
                </a:lnTo>
                <a:lnTo>
                  <a:pt x="13730" y="5400"/>
                </a:lnTo>
                <a:lnTo>
                  <a:pt x="12917" y="5400"/>
                </a:lnTo>
                <a:lnTo>
                  <a:pt x="12699" y="5444"/>
                </a:lnTo>
                <a:lnTo>
                  <a:pt x="12646" y="5489"/>
                </a:lnTo>
                <a:lnTo>
                  <a:pt x="12591" y="5577"/>
                </a:lnTo>
                <a:lnTo>
                  <a:pt x="12320" y="6020"/>
                </a:lnTo>
                <a:lnTo>
                  <a:pt x="11995" y="6463"/>
                </a:lnTo>
                <a:lnTo>
                  <a:pt x="11614" y="6595"/>
                </a:lnTo>
                <a:lnTo>
                  <a:pt x="11234" y="6773"/>
                </a:lnTo>
                <a:lnTo>
                  <a:pt x="10529" y="7126"/>
                </a:lnTo>
                <a:lnTo>
                  <a:pt x="9932" y="7437"/>
                </a:lnTo>
                <a:lnTo>
                  <a:pt x="9660" y="7614"/>
                </a:lnTo>
                <a:lnTo>
                  <a:pt x="9552" y="7702"/>
                </a:lnTo>
                <a:lnTo>
                  <a:pt x="9497" y="7835"/>
                </a:lnTo>
                <a:lnTo>
                  <a:pt x="9444" y="8056"/>
                </a:lnTo>
                <a:lnTo>
                  <a:pt x="9497" y="8188"/>
                </a:lnTo>
                <a:lnTo>
                  <a:pt x="9552" y="8321"/>
                </a:lnTo>
                <a:lnTo>
                  <a:pt x="9715" y="8410"/>
                </a:lnTo>
                <a:lnTo>
                  <a:pt x="9877" y="8410"/>
                </a:lnTo>
                <a:lnTo>
                  <a:pt x="10095" y="8454"/>
                </a:lnTo>
                <a:lnTo>
                  <a:pt x="10529" y="8366"/>
                </a:lnTo>
                <a:lnTo>
                  <a:pt x="10801" y="8278"/>
                </a:lnTo>
                <a:lnTo>
                  <a:pt x="11017" y="8233"/>
                </a:lnTo>
                <a:lnTo>
                  <a:pt x="11071" y="8278"/>
                </a:lnTo>
                <a:lnTo>
                  <a:pt x="10963" y="8321"/>
                </a:lnTo>
                <a:lnTo>
                  <a:pt x="10691" y="8454"/>
                </a:lnTo>
                <a:lnTo>
                  <a:pt x="10148" y="8543"/>
                </a:lnTo>
                <a:lnTo>
                  <a:pt x="9660" y="8631"/>
                </a:lnTo>
                <a:lnTo>
                  <a:pt x="9389" y="8720"/>
                </a:lnTo>
                <a:lnTo>
                  <a:pt x="9226" y="8853"/>
                </a:lnTo>
                <a:lnTo>
                  <a:pt x="9117" y="9029"/>
                </a:lnTo>
                <a:lnTo>
                  <a:pt x="9064" y="9207"/>
                </a:lnTo>
                <a:lnTo>
                  <a:pt x="9064" y="9384"/>
                </a:lnTo>
                <a:lnTo>
                  <a:pt x="9117" y="9561"/>
                </a:lnTo>
                <a:lnTo>
                  <a:pt x="9226" y="9738"/>
                </a:lnTo>
                <a:lnTo>
                  <a:pt x="9444" y="9870"/>
                </a:lnTo>
                <a:lnTo>
                  <a:pt x="9607" y="9870"/>
                </a:lnTo>
                <a:lnTo>
                  <a:pt x="9715" y="9827"/>
                </a:lnTo>
                <a:lnTo>
                  <a:pt x="9823" y="9738"/>
                </a:lnTo>
                <a:lnTo>
                  <a:pt x="9932" y="9649"/>
                </a:lnTo>
                <a:lnTo>
                  <a:pt x="10203" y="9561"/>
                </a:lnTo>
                <a:lnTo>
                  <a:pt x="10854" y="9561"/>
                </a:lnTo>
                <a:lnTo>
                  <a:pt x="12320" y="9649"/>
                </a:lnTo>
                <a:lnTo>
                  <a:pt x="12320" y="9827"/>
                </a:lnTo>
                <a:lnTo>
                  <a:pt x="12374" y="10048"/>
                </a:lnTo>
                <a:lnTo>
                  <a:pt x="12483" y="10225"/>
                </a:lnTo>
                <a:lnTo>
                  <a:pt x="12646" y="10358"/>
                </a:lnTo>
                <a:lnTo>
                  <a:pt x="12971" y="10579"/>
                </a:lnTo>
                <a:lnTo>
                  <a:pt x="12646" y="10490"/>
                </a:lnTo>
                <a:lnTo>
                  <a:pt x="12320" y="10446"/>
                </a:lnTo>
                <a:lnTo>
                  <a:pt x="12265" y="10446"/>
                </a:lnTo>
                <a:lnTo>
                  <a:pt x="12265" y="10535"/>
                </a:lnTo>
                <a:lnTo>
                  <a:pt x="12591" y="10801"/>
                </a:lnTo>
                <a:lnTo>
                  <a:pt x="12971" y="11066"/>
                </a:lnTo>
                <a:lnTo>
                  <a:pt x="13840" y="11464"/>
                </a:lnTo>
                <a:lnTo>
                  <a:pt x="13948" y="11552"/>
                </a:lnTo>
                <a:lnTo>
                  <a:pt x="14111" y="11642"/>
                </a:lnTo>
                <a:lnTo>
                  <a:pt x="14273" y="11685"/>
                </a:lnTo>
                <a:lnTo>
                  <a:pt x="14491" y="11818"/>
                </a:lnTo>
                <a:lnTo>
                  <a:pt x="14708" y="11995"/>
                </a:lnTo>
                <a:lnTo>
                  <a:pt x="14979" y="12305"/>
                </a:lnTo>
                <a:lnTo>
                  <a:pt x="15196" y="12481"/>
                </a:lnTo>
                <a:lnTo>
                  <a:pt x="15413" y="12659"/>
                </a:lnTo>
                <a:lnTo>
                  <a:pt x="14979" y="13102"/>
                </a:lnTo>
                <a:lnTo>
                  <a:pt x="14762" y="12836"/>
                </a:lnTo>
                <a:lnTo>
                  <a:pt x="14491" y="12615"/>
                </a:lnTo>
                <a:lnTo>
                  <a:pt x="13948" y="12261"/>
                </a:lnTo>
                <a:lnTo>
                  <a:pt x="13297" y="11951"/>
                </a:lnTo>
                <a:lnTo>
                  <a:pt x="12428" y="11464"/>
                </a:lnTo>
                <a:lnTo>
                  <a:pt x="12048" y="11066"/>
                </a:lnTo>
                <a:lnTo>
                  <a:pt x="11614" y="10711"/>
                </a:lnTo>
                <a:lnTo>
                  <a:pt x="11180" y="10446"/>
                </a:lnTo>
                <a:lnTo>
                  <a:pt x="10691" y="10180"/>
                </a:lnTo>
                <a:lnTo>
                  <a:pt x="10637" y="10180"/>
                </a:lnTo>
                <a:lnTo>
                  <a:pt x="10637" y="10136"/>
                </a:lnTo>
                <a:lnTo>
                  <a:pt x="10583" y="10136"/>
                </a:lnTo>
                <a:lnTo>
                  <a:pt x="10420" y="10092"/>
                </a:lnTo>
                <a:lnTo>
                  <a:pt x="9877" y="10048"/>
                </a:lnTo>
                <a:lnTo>
                  <a:pt x="9280" y="10003"/>
                </a:lnTo>
                <a:lnTo>
                  <a:pt x="8683" y="10048"/>
                </a:lnTo>
                <a:lnTo>
                  <a:pt x="8086" y="10092"/>
                </a:lnTo>
                <a:lnTo>
                  <a:pt x="7652" y="10180"/>
                </a:lnTo>
                <a:lnTo>
                  <a:pt x="7381" y="10268"/>
                </a:lnTo>
                <a:lnTo>
                  <a:pt x="7164" y="10401"/>
                </a:lnTo>
                <a:lnTo>
                  <a:pt x="7001" y="10535"/>
                </a:lnTo>
                <a:lnTo>
                  <a:pt x="6838" y="10668"/>
                </a:lnTo>
                <a:lnTo>
                  <a:pt x="6729" y="10844"/>
                </a:lnTo>
                <a:lnTo>
                  <a:pt x="6621" y="11066"/>
                </a:lnTo>
                <a:lnTo>
                  <a:pt x="6621" y="11420"/>
                </a:lnTo>
                <a:lnTo>
                  <a:pt x="6676" y="11597"/>
                </a:lnTo>
                <a:lnTo>
                  <a:pt x="6729" y="11730"/>
                </a:lnTo>
                <a:lnTo>
                  <a:pt x="7001" y="12040"/>
                </a:lnTo>
                <a:lnTo>
                  <a:pt x="7327" y="12261"/>
                </a:lnTo>
                <a:lnTo>
                  <a:pt x="7760" y="12481"/>
                </a:lnTo>
                <a:lnTo>
                  <a:pt x="8250" y="12659"/>
                </a:lnTo>
                <a:lnTo>
                  <a:pt x="8413" y="12659"/>
                </a:lnTo>
                <a:lnTo>
                  <a:pt x="8575" y="12571"/>
                </a:lnTo>
                <a:lnTo>
                  <a:pt x="9009" y="12438"/>
                </a:lnTo>
                <a:lnTo>
                  <a:pt x="9009" y="12703"/>
                </a:lnTo>
                <a:lnTo>
                  <a:pt x="9117" y="13014"/>
                </a:lnTo>
                <a:lnTo>
                  <a:pt x="9335" y="13234"/>
                </a:lnTo>
                <a:lnTo>
                  <a:pt x="9607" y="13500"/>
                </a:lnTo>
                <a:lnTo>
                  <a:pt x="9607" y="13987"/>
                </a:lnTo>
                <a:lnTo>
                  <a:pt x="9497" y="14429"/>
                </a:lnTo>
                <a:lnTo>
                  <a:pt x="9444" y="14606"/>
                </a:lnTo>
                <a:lnTo>
                  <a:pt x="9497" y="14651"/>
                </a:lnTo>
                <a:lnTo>
                  <a:pt x="9552" y="14696"/>
                </a:lnTo>
                <a:lnTo>
                  <a:pt x="9932" y="14828"/>
                </a:lnTo>
                <a:lnTo>
                  <a:pt x="10311" y="14872"/>
                </a:lnTo>
                <a:lnTo>
                  <a:pt x="10691" y="14784"/>
                </a:lnTo>
                <a:lnTo>
                  <a:pt x="11017" y="14651"/>
                </a:lnTo>
                <a:lnTo>
                  <a:pt x="11723" y="15094"/>
                </a:lnTo>
                <a:lnTo>
                  <a:pt x="11071" y="15270"/>
                </a:lnTo>
                <a:lnTo>
                  <a:pt x="10420" y="15447"/>
                </a:lnTo>
                <a:lnTo>
                  <a:pt x="9932" y="15537"/>
                </a:lnTo>
                <a:lnTo>
                  <a:pt x="9769" y="15403"/>
                </a:lnTo>
                <a:lnTo>
                  <a:pt x="9607" y="15182"/>
                </a:lnTo>
                <a:lnTo>
                  <a:pt x="9335" y="14828"/>
                </a:lnTo>
                <a:lnTo>
                  <a:pt x="9009" y="14518"/>
                </a:lnTo>
                <a:lnTo>
                  <a:pt x="8683" y="14253"/>
                </a:lnTo>
                <a:lnTo>
                  <a:pt x="8086" y="13722"/>
                </a:lnTo>
                <a:lnTo>
                  <a:pt x="7544" y="13146"/>
                </a:lnTo>
                <a:lnTo>
                  <a:pt x="7489" y="13102"/>
                </a:lnTo>
                <a:lnTo>
                  <a:pt x="7381" y="13102"/>
                </a:lnTo>
                <a:lnTo>
                  <a:pt x="7327" y="13146"/>
                </a:lnTo>
                <a:lnTo>
                  <a:pt x="7327" y="13455"/>
                </a:lnTo>
                <a:lnTo>
                  <a:pt x="7435" y="13677"/>
                </a:lnTo>
                <a:lnTo>
                  <a:pt x="7544" y="13898"/>
                </a:lnTo>
                <a:lnTo>
                  <a:pt x="7760" y="14120"/>
                </a:lnTo>
                <a:lnTo>
                  <a:pt x="8195" y="14518"/>
                </a:lnTo>
                <a:lnTo>
                  <a:pt x="8629" y="14872"/>
                </a:lnTo>
                <a:lnTo>
                  <a:pt x="8901" y="15182"/>
                </a:lnTo>
                <a:lnTo>
                  <a:pt x="9172" y="15580"/>
                </a:lnTo>
                <a:lnTo>
                  <a:pt x="8358" y="15625"/>
                </a:lnTo>
                <a:lnTo>
                  <a:pt x="7435" y="14916"/>
                </a:lnTo>
                <a:lnTo>
                  <a:pt x="6892" y="14474"/>
                </a:lnTo>
                <a:lnTo>
                  <a:pt x="6676" y="14253"/>
                </a:lnTo>
                <a:lnTo>
                  <a:pt x="6566" y="13943"/>
                </a:lnTo>
                <a:lnTo>
                  <a:pt x="6513" y="13898"/>
                </a:lnTo>
                <a:lnTo>
                  <a:pt x="6404" y="13855"/>
                </a:lnTo>
                <a:lnTo>
                  <a:pt x="6295" y="13855"/>
                </a:lnTo>
                <a:lnTo>
                  <a:pt x="6241" y="13943"/>
                </a:lnTo>
                <a:lnTo>
                  <a:pt x="6241" y="14253"/>
                </a:lnTo>
                <a:lnTo>
                  <a:pt x="6350" y="14518"/>
                </a:lnTo>
                <a:lnTo>
                  <a:pt x="6513" y="14784"/>
                </a:lnTo>
                <a:lnTo>
                  <a:pt x="6784" y="15005"/>
                </a:lnTo>
                <a:lnTo>
                  <a:pt x="7327" y="15537"/>
                </a:lnTo>
                <a:lnTo>
                  <a:pt x="7219" y="15537"/>
                </a:lnTo>
                <a:lnTo>
                  <a:pt x="7219" y="15447"/>
                </a:lnTo>
                <a:lnTo>
                  <a:pt x="7164" y="15403"/>
                </a:lnTo>
                <a:lnTo>
                  <a:pt x="6729" y="15315"/>
                </a:lnTo>
                <a:lnTo>
                  <a:pt x="6566" y="15270"/>
                </a:lnTo>
                <a:lnTo>
                  <a:pt x="6458" y="15137"/>
                </a:lnTo>
                <a:lnTo>
                  <a:pt x="6350" y="14916"/>
                </a:lnTo>
                <a:lnTo>
                  <a:pt x="6025" y="14474"/>
                </a:lnTo>
                <a:lnTo>
                  <a:pt x="5807" y="14296"/>
                </a:lnTo>
                <a:lnTo>
                  <a:pt x="5644" y="14163"/>
                </a:lnTo>
                <a:lnTo>
                  <a:pt x="5644" y="13987"/>
                </a:lnTo>
                <a:lnTo>
                  <a:pt x="5590" y="13943"/>
                </a:lnTo>
                <a:lnTo>
                  <a:pt x="5535" y="13898"/>
                </a:lnTo>
                <a:lnTo>
                  <a:pt x="5427" y="13943"/>
                </a:lnTo>
                <a:lnTo>
                  <a:pt x="5264" y="14031"/>
                </a:lnTo>
                <a:lnTo>
                  <a:pt x="5210" y="14120"/>
                </a:lnTo>
                <a:lnTo>
                  <a:pt x="5210" y="14296"/>
                </a:lnTo>
                <a:lnTo>
                  <a:pt x="5264" y="14429"/>
                </a:lnTo>
                <a:lnTo>
                  <a:pt x="5427" y="14606"/>
                </a:lnTo>
                <a:lnTo>
                  <a:pt x="5590" y="14784"/>
                </a:lnTo>
                <a:lnTo>
                  <a:pt x="5753" y="15005"/>
                </a:lnTo>
                <a:lnTo>
                  <a:pt x="5862" y="15270"/>
                </a:lnTo>
                <a:lnTo>
                  <a:pt x="4993" y="15005"/>
                </a:lnTo>
                <a:lnTo>
                  <a:pt x="4178" y="14606"/>
                </a:lnTo>
                <a:lnTo>
                  <a:pt x="4125" y="14563"/>
                </a:lnTo>
                <a:lnTo>
                  <a:pt x="4016" y="14429"/>
                </a:lnTo>
                <a:lnTo>
                  <a:pt x="3853" y="14341"/>
                </a:lnTo>
                <a:lnTo>
                  <a:pt x="3474" y="14253"/>
                </a:lnTo>
                <a:lnTo>
                  <a:pt x="3419" y="14163"/>
                </a:lnTo>
                <a:lnTo>
                  <a:pt x="3202" y="13412"/>
                </a:lnTo>
                <a:lnTo>
                  <a:pt x="3094" y="12969"/>
                </a:lnTo>
                <a:lnTo>
                  <a:pt x="3039" y="12526"/>
                </a:lnTo>
                <a:lnTo>
                  <a:pt x="3039" y="12128"/>
                </a:lnTo>
                <a:lnTo>
                  <a:pt x="3094" y="11907"/>
                </a:lnTo>
                <a:lnTo>
                  <a:pt x="3202" y="11774"/>
                </a:lnTo>
                <a:lnTo>
                  <a:pt x="3310" y="11597"/>
                </a:lnTo>
                <a:lnTo>
                  <a:pt x="3474" y="11509"/>
                </a:lnTo>
                <a:lnTo>
                  <a:pt x="3690" y="11420"/>
                </a:lnTo>
                <a:lnTo>
                  <a:pt x="3962" y="11332"/>
                </a:lnTo>
                <a:lnTo>
                  <a:pt x="4016" y="11332"/>
                </a:lnTo>
                <a:lnTo>
                  <a:pt x="4070" y="11287"/>
                </a:lnTo>
                <a:lnTo>
                  <a:pt x="4125" y="11199"/>
                </a:lnTo>
                <a:lnTo>
                  <a:pt x="4125" y="11110"/>
                </a:lnTo>
                <a:lnTo>
                  <a:pt x="4016" y="10889"/>
                </a:lnTo>
                <a:lnTo>
                  <a:pt x="3853" y="10668"/>
                </a:lnTo>
                <a:lnTo>
                  <a:pt x="3690" y="10490"/>
                </a:lnTo>
                <a:lnTo>
                  <a:pt x="3474" y="10268"/>
                </a:lnTo>
                <a:lnTo>
                  <a:pt x="3039" y="9960"/>
                </a:lnTo>
                <a:lnTo>
                  <a:pt x="2551" y="9605"/>
                </a:lnTo>
                <a:lnTo>
                  <a:pt x="2225" y="9427"/>
                </a:lnTo>
                <a:lnTo>
                  <a:pt x="1900" y="9207"/>
                </a:lnTo>
                <a:lnTo>
                  <a:pt x="1737" y="8986"/>
                </a:lnTo>
                <a:lnTo>
                  <a:pt x="1465" y="8808"/>
                </a:lnTo>
                <a:lnTo>
                  <a:pt x="1139" y="8631"/>
                </a:lnTo>
                <a:lnTo>
                  <a:pt x="814" y="8588"/>
                </a:lnTo>
                <a:lnTo>
                  <a:pt x="977" y="7923"/>
                </a:lnTo>
                <a:lnTo>
                  <a:pt x="1139" y="7347"/>
                </a:lnTo>
                <a:lnTo>
                  <a:pt x="1194" y="7259"/>
                </a:lnTo>
                <a:lnTo>
                  <a:pt x="1411" y="7171"/>
                </a:lnTo>
                <a:lnTo>
                  <a:pt x="1628" y="7126"/>
                </a:lnTo>
                <a:lnTo>
                  <a:pt x="1845" y="7126"/>
                </a:lnTo>
                <a:lnTo>
                  <a:pt x="2062" y="7171"/>
                </a:lnTo>
                <a:lnTo>
                  <a:pt x="2225" y="7259"/>
                </a:lnTo>
                <a:lnTo>
                  <a:pt x="2388" y="7392"/>
                </a:lnTo>
                <a:lnTo>
                  <a:pt x="2443" y="7525"/>
                </a:lnTo>
                <a:lnTo>
                  <a:pt x="2443" y="7879"/>
                </a:lnTo>
                <a:lnTo>
                  <a:pt x="2496" y="7923"/>
                </a:lnTo>
                <a:lnTo>
                  <a:pt x="2551" y="7923"/>
                </a:lnTo>
                <a:lnTo>
                  <a:pt x="2876" y="8056"/>
                </a:lnTo>
                <a:lnTo>
                  <a:pt x="3147" y="8188"/>
                </a:lnTo>
                <a:lnTo>
                  <a:pt x="3365" y="8410"/>
                </a:lnTo>
                <a:lnTo>
                  <a:pt x="3527" y="8631"/>
                </a:lnTo>
                <a:lnTo>
                  <a:pt x="3637" y="8720"/>
                </a:lnTo>
                <a:lnTo>
                  <a:pt x="3745" y="8720"/>
                </a:lnTo>
                <a:lnTo>
                  <a:pt x="3853" y="8676"/>
                </a:lnTo>
                <a:lnTo>
                  <a:pt x="3908" y="8543"/>
                </a:lnTo>
                <a:lnTo>
                  <a:pt x="3745" y="7171"/>
                </a:lnTo>
                <a:lnTo>
                  <a:pt x="4070" y="7126"/>
                </a:lnTo>
                <a:lnTo>
                  <a:pt x="4450" y="6994"/>
                </a:lnTo>
                <a:lnTo>
                  <a:pt x="4776" y="6906"/>
                </a:lnTo>
                <a:lnTo>
                  <a:pt x="5102" y="6861"/>
                </a:lnTo>
                <a:lnTo>
                  <a:pt x="5427" y="6816"/>
                </a:lnTo>
                <a:lnTo>
                  <a:pt x="5753" y="6861"/>
                </a:lnTo>
                <a:lnTo>
                  <a:pt x="6350" y="6906"/>
                </a:lnTo>
                <a:lnTo>
                  <a:pt x="7544" y="6906"/>
                </a:lnTo>
                <a:lnTo>
                  <a:pt x="7815" y="6816"/>
                </a:lnTo>
                <a:lnTo>
                  <a:pt x="8141" y="6728"/>
                </a:lnTo>
                <a:lnTo>
                  <a:pt x="8250" y="6684"/>
                </a:lnTo>
                <a:lnTo>
                  <a:pt x="8303" y="6595"/>
                </a:lnTo>
                <a:lnTo>
                  <a:pt x="8303" y="6463"/>
                </a:lnTo>
                <a:lnTo>
                  <a:pt x="8250" y="6373"/>
                </a:lnTo>
                <a:lnTo>
                  <a:pt x="7760" y="5932"/>
                </a:lnTo>
                <a:lnTo>
                  <a:pt x="7219" y="5489"/>
                </a:lnTo>
                <a:lnTo>
                  <a:pt x="6947" y="5267"/>
                </a:lnTo>
                <a:lnTo>
                  <a:pt x="6676" y="5091"/>
                </a:lnTo>
                <a:lnTo>
                  <a:pt x="6350" y="4958"/>
                </a:lnTo>
                <a:lnTo>
                  <a:pt x="5970" y="4825"/>
                </a:lnTo>
                <a:lnTo>
                  <a:pt x="5915" y="4693"/>
                </a:lnTo>
                <a:lnTo>
                  <a:pt x="5862" y="4603"/>
                </a:lnTo>
                <a:lnTo>
                  <a:pt x="5698" y="4515"/>
                </a:lnTo>
                <a:lnTo>
                  <a:pt x="5535" y="4426"/>
                </a:lnTo>
                <a:lnTo>
                  <a:pt x="4993" y="4250"/>
                </a:lnTo>
                <a:lnTo>
                  <a:pt x="4721" y="4160"/>
                </a:lnTo>
                <a:lnTo>
                  <a:pt x="4396" y="4117"/>
                </a:lnTo>
                <a:lnTo>
                  <a:pt x="5047" y="3895"/>
                </a:lnTo>
                <a:lnTo>
                  <a:pt x="5644" y="3674"/>
                </a:lnTo>
                <a:lnTo>
                  <a:pt x="6295" y="3541"/>
                </a:lnTo>
                <a:lnTo>
                  <a:pt x="6947" y="3452"/>
                </a:lnTo>
                <a:lnTo>
                  <a:pt x="7598" y="3364"/>
                </a:lnTo>
                <a:lnTo>
                  <a:pt x="9607" y="3364"/>
                </a:lnTo>
                <a:lnTo>
                  <a:pt x="9715" y="3319"/>
                </a:lnTo>
                <a:lnTo>
                  <a:pt x="9715" y="3231"/>
                </a:lnTo>
                <a:close/>
                <a:moveTo>
                  <a:pt x="7544" y="18811"/>
                </a:moveTo>
                <a:lnTo>
                  <a:pt x="7760" y="18856"/>
                </a:lnTo>
                <a:lnTo>
                  <a:pt x="8141" y="18944"/>
                </a:lnTo>
                <a:lnTo>
                  <a:pt x="7978" y="18989"/>
                </a:lnTo>
                <a:lnTo>
                  <a:pt x="7870" y="19077"/>
                </a:lnTo>
                <a:lnTo>
                  <a:pt x="7760" y="19210"/>
                </a:lnTo>
                <a:lnTo>
                  <a:pt x="7760" y="19342"/>
                </a:lnTo>
                <a:lnTo>
                  <a:pt x="7707" y="19520"/>
                </a:lnTo>
                <a:lnTo>
                  <a:pt x="7760" y="19741"/>
                </a:lnTo>
                <a:lnTo>
                  <a:pt x="7760" y="19830"/>
                </a:lnTo>
                <a:lnTo>
                  <a:pt x="7815" y="19918"/>
                </a:lnTo>
                <a:lnTo>
                  <a:pt x="7923" y="20006"/>
                </a:lnTo>
                <a:lnTo>
                  <a:pt x="8032" y="20051"/>
                </a:lnTo>
                <a:lnTo>
                  <a:pt x="8195" y="20051"/>
                </a:lnTo>
                <a:lnTo>
                  <a:pt x="8683" y="20449"/>
                </a:lnTo>
                <a:lnTo>
                  <a:pt x="9226" y="20714"/>
                </a:lnTo>
                <a:lnTo>
                  <a:pt x="9715" y="20936"/>
                </a:lnTo>
                <a:lnTo>
                  <a:pt x="9986" y="21024"/>
                </a:lnTo>
                <a:lnTo>
                  <a:pt x="5102" y="20980"/>
                </a:lnTo>
                <a:lnTo>
                  <a:pt x="5319" y="20892"/>
                </a:lnTo>
                <a:lnTo>
                  <a:pt x="5807" y="20714"/>
                </a:lnTo>
                <a:lnTo>
                  <a:pt x="6295" y="20494"/>
                </a:lnTo>
                <a:lnTo>
                  <a:pt x="6621" y="20316"/>
                </a:lnTo>
                <a:lnTo>
                  <a:pt x="6947" y="20095"/>
                </a:lnTo>
                <a:lnTo>
                  <a:pt x="7056" y="20139"/>
                </a:lnTo>
                <a:lnTo>
                  <a:pt x="7219" y="20139"/>
                </a:lnTo>
                <a:lnTo>
                  <a:pt x="7327" y="20095"/>
                </a:lnTo>
                <a:lnTo>
                  <a:pt x="7435" y="20006"/>
                </a:lnTo>
                <a:lnTo>
                  <a:pt x="7598" y="19785"/>
                </a:lnTo>
                <a:lnTo>
                  <a:pt x="7707" y="19564"/>
                </a:lnTo>
                <a:lnTo>
                  <a:pt x="7652" y="19430"/>
                </a:lnTo>
                <a:lnTo>
                  <a:pt x="7544" y="19342"/>
                </a:lnTo>
                <a:lnTo>
                  <a:pt x="7489" y="19298"/>
                </a:lnTo>
                <a:lnTo>
                  <a:pt x="7544" y="19032"/>
                </a:lnTo>
                <a:lnTo>
                  <a:pt x="7544" y="18811"/>
                </a:lnTo>
                <a:close/>
                <a:moveTo>
                  <a:pt x="14491" y="0"/>
                </a:moveTo>
                <a:lnTo>
                  <a:pt x="14273" y="89"/>
                </a:lnTo>
                <a:lnTo>
                  <a:pt x="13893" y="133"/>
                </a:lnTo>
                <a:lnTo>
                  <a:pt x="13568" y="265"/>
                </a:lnTo>
                <a:lnTo>
                  <a:pt x="13405" y="355"/>
                </a:lnTo>
                <a:lnTo>
                  <a:pt x="13297" y="487"/>
                </a:lnTo>
                <a:lnTo>
                  <a:pt x="13242" y="620"/>
                </a:lnTo>
                <a:lnTo>
                  <a:pt x="13189" y="798"/>
                </a:lnTo>
                <a:lnTo>
                  <a:pt x="13189" y="1063"/>
                </a:lnTo>
                <a:lnTo>
                  <a:pt x="13297" y="1239"/>
                </a:lnTo>
                <a:lnTo>
                  <a:pt x="13351" y="1372"/>
                </a:lnTo>
                <a:lnTo>
                  <a:pt x="12211" y="2833"/>
                </a:lnTo>
                <a:lnTo>
                  <a:pt x="11289" y="2656"/>
                </a:lnTo>
                <a:lnTo>
                  <a:pt x="10366" y="2612"/>
                </a:lnTo>
                <a:lnTo>
                  <a:pt x="9444" y="2612"/>
                </a:lnTo>
                <a:lnTo>
                  <a:pt x="8575" y="2700"/>
                </a:lnTo>
                <a:lnTo>
                  <a:pt x="8358" y="2745"/>
                </a:lnTo>
                <a:lnTo>
                  <a:pt x="8250" y="2878"/>
                </a:lnTo>
                <a:lnTo>
                  <a:pt x="7544" y="2833"/>
                </a:lnTo>
                <a:lnTo>
                  <a:pt x="6838" y="2921"/>
                </a:lnTo>
                <a:lnTo>
                  <a:pt x="6078" y="3011"/>
                </a:lnTo>
                <a:lnTo>
                  <a:pt x="5372" y="3187"/>
                </a:lnTo>
                <a:lnTo>
                  <a:pt x="4721" y="3409"/>
                </a:lnTo>
                <a:lnTo>
                  <a:pt x="4016" y="3674"/>
                </a:lnTo>
                <a:lnTo>
                  <a:pt x="3419" y="3984"/>
                </a:lnTo>
                <a:lnTo>
                  <a:pt x="2876" y="4293"/>
                </a:lnTo>
                <a:lnTo>
                  <a:pt x="2225" y="4736"/>
                </a:lnTo>
                <a:lnTo>
                  <a:pt x="1682" y="5267"/>
                </a:lnTo>
                <a:lnTo>
                  <a:pt x="1194" y="5799"/>
                </a:lnTo>
                <a:lnTo>
                  <a:pt x="814" y="6373"/>
                </a:lnTo>
                <a:lnTo>
                  <a:pt x="488" y="6994"/>
                </a:lnTo>
                <a:lnTo>
                  <a:pt x="271" y="7657"/>
                </a:lnTo>
                <a:lnTo>
                  <a:pt x="108" y="8321"/>
                </a:lnTo>
                <a:lnTo>
                  <a:pt x="0" y="8986"/>
                </a:lnTo>
                <a:lnTo>
                  <a:pt x="0" y="9649"/>
                </a:lnTo>
                <a:lnTo>
                  <a:pt x="55" y="10313"/>
                </a:lnTo>
                <a:lnTo>
                  <a:pt x="217" y="10977"/>
                </a:lnTo>
                <a:lnTo>
                  <a:pt x="434" y="11642"/>
                </a:lnTo>
                <a:lnTo>
                  <a:pt x="706" y="12261"/>
                </a:lnTo>
                <a:lnTo>
                  <a:pt x="1031" y="12836"/>
                </a:lnTo>
                <a:lnTo>
                  <a:pt x="1465" y="13412"/>
                </a:lnTo>
                <a:lnTo>
                  <a:pt x="2008" y="13943"/>
                </a:lnTo>
                <a:lnTo>
                  <a:pt x="2551" y="14429"/>
                </a:lnTo>
                <a:lnTo>
                  <a:pt x="3202" y="14872"/>
                </a:lnTo>
                <a:lnTo>
                  <a:pt x="3962" y="15270"/>
                </a:lnTo>
                <a:lnTo>
                  <a:pt x="4668" y="15580"/>
                </a:lnTo>
                <a:lnTo>
                  <a:pt x="5482" y="15846"/>
                </a:lnTo>
                <a:lnTo>
                  <a:pt x="6295" y="16023"/>
                </a:lnTo>
                <a:lnTo>
                  <a:pt x="7109" y="16156"/>
                </a:lnTo>
                <a:lnTo>
                  <a:pt x="7978" y="16244"/>
                </a:lnTo>
                <a:lnTo>
                  <a:pt x="8792" y="16244"/>
                </a:lnTo>
                <a:lnTo>
                  <a:pt x="9607" y="16200"/>
                </a:lnTo>
                <a:lnTo>
                  <a:pt x="10420" y="16111"/>
                </a:lnTo>
                <a:lnTo>
                  <a:pt x="11234" y="15935"/>
                </a:lnTo>
                <a:lnTo>
                  <a:pt x="11995" y="15713"/>
                </a:lnTo>
                <a:lnTo>
                  <a:pt x="12754" y="15447"/>
                </a:lnTo>
                <a:lnTo>
                  <a:pt x="13459" y="15094"/>
                </a:lnTo>
                <a:lnTo>
                  <a:pt x="14111" y="14739"/>
                </a:lnTo>
                <a:lnTo>
                  <a:pt x="14871" y="14208"/>
                </a:lnTo>
                <a:lnTo>
                  <a:pt x="15522" y="13589"/>
                </a:lnTo>
                <a:lnTo>
                  <a:pt x="16173" y="12924"/>
                </a:lnTo>
                <a:lnTo>
                  <a:pt x="16716" y="12261"/>
                </a:lnTo>
                <a:lnTo>
                  <a:pt x="17204" y="11509"/>
                </a:lnTo>
                <a:lnTo>
                  <a:pt x="17584" y="10756"/>
                </a:lnTo>
                <a:lnTo>
                  <a:pt x="17910" y="10003"/>
                </a:lnTo>
                <a:lnTo>
                  <a:pt x="18018" y="9561"/>
                </a:lnTo>
                <a:lnTo>
                  <a:pt x="18073" y="9162"/>
                </a:lnTo>
                <a:lnTo>
                  <a:pt x="18127" y="8543"/>
                </a:lnTo>
                <a:lnTo>
                  <a:pt x="18073" y="7967"/>
                </a:lnTo>
                <a:lnTo>
                  <a:pt x="17910" y="7392"/>
                </a:lnTo>
                <a:lnTo>
                  <a:pt x="17638" y="6816"/>
                </a:lnTo>
                <a:lnTo>
                  <a:pt x="17367" y="6241"/>
                </a:lnTo>
                <a:lnTo>
                  <a:pt x="16987" y="5710"/>
                </a:lnTo>
                <a:lnTo>
                  <a:pt x="16553" y="5224"/>
                </a:lnTo>
                <a:lnTo>
                  <a:pt x="16065" y="4781"/>
                </a:lnTo>
                <a:lnTo>
                  <a:pt x="16010" y="4648"/>
                </a:lnTo>
                <a:lnTo>
                  <a:pt x="15847" y="4603"/>
                </a:lnTo>
                <a:lnTo>
                  <a:pt x="15196" y="4072"/>
                </a:lnTo>
                <a:lnTo>
                  <a:pt x="15034" y="3984"/>
                </a:lnTo>
                <a:lnTo>
                  <a:pt x="14545" y="3719"/>
                </a:lnTo>
                <a:lnTo>
                  <a:pt x="14056" y="3452"/>
                </a:lnTo>
                <a:lnTo>
                  <a:pt x="13514" y="3231"/>
                </a:lnTo>
                <a:lnTo>
                  <a:pt x="12971" y="3054"/>
                </a:lnTo>
                <a:lnTo>
                  <a:pt x="13025" y="2966"/>
                </a:lnTo>
                <a:lnTo>
                  <a:pt x="13079" y="2921"/>
                </a:lnTo>
                <a:lnTo>
                  <a:pt x="13025" y="2833"/>
                </a:lnTo>
                <a:lnTo>
                  <a:pt x="13568" y="2258"/>
                </a:lnTo>
                <a:lnTo>
                  <a:pt x="14056" y="1682"/>
                </a:lnTo>
                <a:lnTo>
                  <a:pt x="14436" y="1682"/>
                </a:lnTo>
                <a:lnTo>
                  <a:pt x="14599" y="1639"/>
                </a:lnTo>
                <a:lnTo>
                  <a:pt x="14762" y="1549"/>
                </a:lnTo>
                <a:lnTo>
                  <a:pt x="14871" y="1461"/>
                </a:lnTo>
                <a:lnTo>
                  <a:pt x="15685" y="1771"/>
                </a:lnTo>
                <a:lnTo>
                  <a:pt x="16390" y="2170"/>
                </a:lnTo>
                <a:lnTo>
                  <a:pt x="17096" y="2568"/>
                </a:lnTo>
                <a:lnTo>
                  <a:pt x="17747" y="3054"/>
                </a:lnTo>
                <a:lnTo>
                  <a:pt x="18344" y="3586"/>
                </a:lnTo>
                <a:lnTo>
                  <a:pt x="18886" y="4117"/>
                </a:lnTo>
                <a:lnTo>
                  <a:pt x="19321" y="4736"/>
                </a:lnTo>
                <a:lnTo>
                  <a:pt x="19755" y="5356"/>
                </a:lnTo>
                <a:lnTo>
                  <a:pt x="20080" y="6020"/>
                </a:lnTo>
                <a:lnTo>
                  <a:pt x="20353" y="6684"/>
                </a:lnTo>
                <a:lnTo>
                  <a:pt x="20569" y="7392"/>
                </a:lnTo>
                <a:lnTo>
                  <a:pt x="20732" y="8100"/>
                </a:lnTo>
                <a:lnTo>
                  <a:pt x="20841" y="8808"/>
                </a:lnTo>
                <a:lnTo>
                  <a:pt x="20841" y="10268"/>
                </a:lnTo>
                <a:lnTo>
                  <a:pt x="20732" y="10977"/>
                </a:lnTo>
                <a:lnTo>
                  <a:pt x="20515" y="11774"/>
                </a:lnTo>
                <a:lnTo>
                  <a:pt x="20298" y="12526"/>
                </a:lnTo>
                <a:lnTo>
                  <a:pt x="19918" y="13279"/>
                </a:lnTo>
                <a:lnTo>
                  <a:pt x="19538" y="13987"/>
                </a:lnTo>
                <a:lnTo>
                  <a:pt x="19049" y="14696"/>
                </a:lnTo>
                <a:lnTo>
                  <a:pt x="18453" y="15315"/>
                </a:lnTo>
                <a:lnTo>
                  <a:pt x="17855" y="15935"/>
                </a:lnTo>
                <a:lnTo>
                  <a:pt x="17150" y="16510"/>
                </a:lnTo>
                <a:lnTo>
                  <a:pt x="16390" y="16952"/>
                </a:lnTo>
                <a:lnTo>
                  <a:pt x="15630" y="17395"/>
                </a:lnTo>
                <a:lnTo>
                  <a:pt x="14762" y="17750"/>
                </a:lnTo>
                <a:lnTo>
                  <a:pt x="13893" y="18059"/>
                </a:lnTo>
                <a:lnTo>
                  <a:pt x="13025" y="18281"/>
                </a:lnTo>
                <a:lnTo>
                  <a:pt x="12103" y="18413"/>
                </a:lnTo>
                <a:lnTo>
                  <a:pt x="11180" y="18501"/>
                </a:lnTo>
                <a:lnTo>
                  <a:pt x="10203" y="18546"/>
                </a:lnTo>
                <a:lnTo>
                  <a:pt x="9497" y="18501"/>
                </a:lnTo>
                <a:lnTo>
                  <a:pt x="8792" y="18457"/>
                </a:lnTo>
                <a:lnTo>
                  <a:pt x="8086" y="18324"/>
                </a:lnTo>
                <a:lnTo>
                  <a:pt x="7435" y="18191"/>
                </a:lnTo>
                <a:lnTo>
                  <a:pt x="6729" y="17970"/>
                </a:lnTo>
                <a:lnTo>
                  <a:pt x="6078" y="17705"/>
                </a:lnTo>
                <a:lnTo>
                  <a:pt x="5372" y="17440"/>
                </a:lnTo>
                <a:lnTo>
                  <a:pt x="5427" y="17395"/>
                </a:lnTo>
                <a:lnTo>
                  <a:pt x="5482" y="17307"/>
                </a:lnTo>
                <a:lnTo>
                  <a:pt x="5482" y="17129"/>
                </a:lnTo>
                <a:lnTo>
                  <a:pt x="5427" y="17041"/>
                </a:lnTo>
                <a:lnTo>
                  <a:pt x="5210" y="16909"/>
                </a:lnTo>
                <a:lnTo>
                  <a:pt x="4993" y="16819"/>
                </a:lnTo>
                <a:lnTo>
                  <a:pt x="4776" y="16776"/>
                </a:lnTo>
                <a:lnTo>
                  <a:pt x="4450" y="16776"/>
                </a:lnTo>
                <a:lnTo>
                  <a:pt x="4288" y="16819"/>
                </a:lnTo>
                <a:lnTo>
                  <a:pt x="4070" y="16909"/>
                </a:lnTo>
                <a:lnTo>
                  <a:pt x="3908" y="17041"/>
                </a:lnTo>
                <a:lnTo>
                  <a:pt x="3853" y="17217"/>
                </a:lnTo>
                <a:lnTo>
                  <a:pt x="3853" y="17395"/>
                </a:lnTo>
                <a:lnTo>
                  <a:pt x="3908" y="17572"/>
                </a:lnTo>
                <a:lnTo>
                  <a:pt x="4016" y="17750"/>
                </a:lnTo>
                <a:lnTo>
                  <a:pt x="4178" y="17882"/>
                </a:lnTo>
                <a:lnTo>
                  <a:pt x="4396" y="17926"/>
                </a:lnTo>
                <a:lnTo>
                  <a:pt x="4613" y="17970"/>
                </a:lnTo>
                <a:lnTo>
                  <a:pt x="4831" y="17926"/>
                </a:lnTo>
                <a:lnTo>
                  <a:pt x="4993" y="17793"/>
                </a:lnTo>
                <a:lnTo>
                  <a:pt x="5210" y="17926"/>
                </a:lnTo>
                <a:lnTo>
                  <a:pt x="5970" y="18281"/>
                </a:lnTo>
                <a:lnTo>
                  <a:pt x="6566" y="18501"/>
                </a:lnTo>
                <a:lnTo>
                  <a:pt x="7109" y="18679"/>
                </a:lnTo>
                <a:lnTo>
                  <a:pt x="7056" y="18767"/>
                </a:lnTo>
                <a:lnTo>
                  <a:pt x="7001" y="18811"/>
                </a:lnTo>
                <a:lnTo>
                  <a:pt x="6892" y="19077"/>
                </a:lnTo>
                <a:lnTo>
                  <a:pt x="6838" y="19342"/>
                </a:lnTo>
                <a:lnTo>
                  <a:pt x="6784" y="19873"/>
                </a:lnTo>
                <a:lnTo>
                  <a:pt x="5862" y="20095"/>
                </a:lnTo>
                <a:lnTo>
                  <a:pt x="4993" y="20404"/>
                </a:lnTo>
                <a:lnTo>
                  <a:pt x="4070" y="20714"/>
                </a:lnTo>
                <a:lnTo>
                  <a:pt x="3147" y="20980"/>
                </a:lnTo>
                <a:lnTo>
                  <a:pt x="3039" y="21024"/>
                </a:lnTo>
                <a:lnTo>
                  <a:pt x="2984" y="21113"/>
                </a:lnTo>
                <a:lnTo>
                  <a:pt x="2931" y="21202"/>
                </a:lnTo>
                <a:lnTo>
                  <a:pt x="2931" y="21290"/>
                </a:lnTo>
                <a:lnTo>
                  <a:pt x="2984" y="21378"/>
                </a:lnTo>
                <a:lnTo>
                  <a:pt x="3039" y="21467"/>
                </a:lnTo>
                <a:lnTo>
                  <a:pt x="3147" y="21512"/>
                </a:lnTo>
                <a:lnTo>
                  <a:pt x="3256" y="21555"/>
                </a:lnTo>
                <a:lnTo>
                  <a:pt x="12428" y="21600"/>
                </a:lnTo>
                <a:lnTo>
                  <a:pt x="12536" y="21600"/>
                </a:lnTo>
                <a:lnTo>
                  <a:pt x="12646" y="21555"/>
                </a:lnTo>
                <a:lnTo>
                  <a:pt x="12754" y="21467"/>
                </a:lnTo>
                <a:lnTo>
                  <a:pt x="12754" y="21202"/>
                </a:lnTo>
                <a:lnTo>
                  <a:pt x="12699" y="21113"/>
                </a:lnTo>
                <a:lnTo>
                  <a:pt x="12536" y="21024"/>
                </a:lnTo>
                <a:lnTo>
                  <a:pt x="11995" y="20847"/>
                </a:lnTo>
                <a:lnTo>
                  <a:pt x="11342" y="20714"/>
                </a:lnTo>
                <a:lnTo>
                  <a:pt x="10746" y="20582"/>
                </a:lnTo>
                <a:lnTo>
                  <a:pt x="10148" y="20449"/>
                </a:lnTo>
                <a:lnTo>
                  <a:pt x="9607" y="20228"/>
                </a:lnTo>
                <a:lnTo>
                  <a:pt x="9117" y="19963"/>
                </a:lnTo>
                <a:lnTo>
                  <a:pt x="8738" y="19697"/>
                </a:lnTo>
                <a:lnTo>
                  <a:pt x="8575" y="19564"/>
                </a:lnTo>
                <a:lnTo>
                  <a:pt x="8358" y="19475"/>
                </a:lnTo>
                <a:lnTo>
                  <a:pt x="8358" y="19430"/>
                </a:lnTo>
                <a:lnTo>
                  <a:pt x="8413" y="19210"/>
                </a:lnTo>
                <a:lnTo>
                  <a:pt x="8358" y="18989"/>
                </a:lnTo>
                <a:lnTo>
                  <a:pt x="9064" y="19077"/>
                </a:lnTo>
                <a:lnTo>
                  <a:pt x="9823" y="19122"/>
                </a:lnTo>
                <a:lnTo>
                  <a:pt x="11289" y="19122"/>
                </a:lnTo>
                <a:lnTo>
                  <a:pt x="12157" y="19032"/>
                </a:lnTo>
                <a:lnTo>
                  <a:pt x="13079" y="18856"/>
                </a:lnTo>
                <a:lnTo>
                  <a:pt x="13948" y="18679"/>
                </a:lnTo>
                <a:lnTo>
                  <a:pt x="14816" y="18413"/>
                </a:lnTo>
                <a:lnTo>
                  <a:pt x="15630" y="18059"/>
                </a:lnTo>
                <a:lnTo>
                  <a:pt x="16390" y="17705"/>
                </a:lnTo>
                <a:lnTo>
                  <a:pt x="17150" y="17262"/>
                </a:lnTo>
                <a:lnTo>
                  <a:pt x="17855" y="16776"/>
                </a:lnTo>
                <a:lnTo>
                  <a:pt x="18506" y="16244"/>
                </a:lnTo>
                <a:lnTo>
                  <a:pt x="19104" y="15669"/>
                </a:lnTo>
                <a:lnTo>
                  <a:pt x="19647" y="15049"/>
                </a:lnTo>
                <a:lnTo>
                  <a:pt x="20080" y="14386"/>
                </a:lnTo>
                <a:lnTo>
                  <a:pt x="20515" y="13722"/>
                </a:lnTo>
                <a:lnTo>
                  <a:pt x="20841" y="13014"/>
                </a:lnTo>
                <a:lnTo>
                  <a:pt x="21166" y="12305"/>
                </a:lnTo>
                <a:lnTo>
                  <a:pt x="21329" y="11552"/>
                </a:lnTo>
                <a:lnTo>
                  <a:pt x="21492" y="10801"/>
                </a:lnTo>
                <a:lnTo>
                  <a:pt x="21600" y="10048"/>
                </a:lnTo>
                <a:lnTo>
                  <a:pt x="21600" y="9295"/>
                </a:lnTo>
                <a:lnTo>
                  <a:pt x="21547" y="8543"/>
                </a:lnTo>
                <a:lnTo>
                  <a:pt x="21437" y="7790"/>
                </a:lnTo>
                <a:lnTo>
                  <a:pt x="21274" y="7038"/>
                </a:lnTo>
                <a:lnTo>
                  <a:pt x="21004" y="6285"/>
                </a:lnTo>
                <a:lnTo>
                  <a:pt x="20678" y="5577"/>
                </a:lnTo>
                <a:lnTo>
                  <a:pt x="20298" y="4825"/>
                </a:lnTo>
                <a:lnTo>
                  <a:pt x="19755" y="4117"/>
                </a:lnTo>
                <a:lnTo>
                  <a:pt x="19212" y="3452"/>
                </a:lnTo>
                <a:lnTo>
                  <a:pt x="18506" y="2789"/>
                </a:lnTo>
                <a:lnTo>
                  <a:pt x="17801" y="2213"/>
                </a:lnTo>
                <a:lnTo>
                  <a:pt x="16987" y="1682"/>
                </a:lnTo>
                <a:lnTo>
                  <a:pt x="16118" y="1239"/>
                </a:lnTo>
                <a:lnTo>
                  <a:pt x="15685" y="1063"/>
                </a:lnTo>
                <a:lnTo>
                  <a:pt x="15196" y="886"/>
                </a:lnTo>
                <a:lnTo>
                  <a:pt x="15250" y="708"/>
                </a:lnTo>
                <a:lnTo>
                  <a:pt x="15250" y="532"/>
                </a:lnTo>
                <a:lnTo>
                  <a:pt x="15196" y="355"/>
                </a:lnTo>
                <a:lnTo>
                  <a:pt x="15087" y="177"/>
                </a:lnTo>
                <a:lnTo>
                  <a:pt x="14924" y="89"/>
                </a:lnTo>
                <a:lnTo>
                  <a:pt x="14708" y="0"/>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361" name="Google Shape;167;p2"/>
          <p:cNvSpPr/>
          <p:nvPr/>
        </p:nvSpPr>
        <p:spPr>
          <a:xfrm>
            <a:off x="5401697" y="3285711"/>
            <a:ext cx="805835" cy="75078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664" y="845"/>
                </a:moveTo>
                <a:lnTo>
                  <a:pt x="17713" y="898"/>
                </a:lnTo>
                <a:lnTo>
                  <a:pt x="17812" y="952"/>
                </a:lnTo>
                <a:lnTo>
                  <a:pt x="17910" y="1003"/>
                </a:lnTo>
                <a:lnTo>
                  <a:pt x="18255" y="1110"/>
                </a:lnTo>
                <a:lnTo>
                  <a:pt x="18550" y="1215"/>
                </a:lnTo>
                <a:lnTo>
                  <a:pt x="18795" y="1373"/>
                </a:lnTo>
                <a:lnTo>
                  <a:pt x="18992" y="1690"/>
                </a:lnTo>
                <a:lnTo>
                  <a:pt x="19190" y="2007"/>
                </a:lnTo>
                <a:lnTo>
                  <a:pt x="19238" y="2377"/>
                </a:lnTo>
                <a:lnTo>
                  <a:pt x="19190" y="2747"/>
                </a:lnTo>
                <a:lnTo>
                  <a:pt x="19090" y="3064"/>
                </a:lnTo>
                <a:lnTo>
                  <a:pt x="18894" y="3380"/>
                </a:lnTo>
                <a:lnTo>
                  <a:pt x="18648" y="3644"/>
                </a:lnTo>
                <a:lnTo>
                  <a:pt x="18353" y="3856"/>
                </a:lnTo>
                <a:lnTo>
                  <a:pt x="18057" y="4014"/>
                </a:lnTo>
                <a:lnTo>
                  <a:pt x="17664" y="4067"/>
                </a:lnTo>
                <a:lnTo>
                  <a:pt x="17222" y="4014"/>
                </a:lnTo>
                <a:lnTo>
                  <a:pt x="16975" y="3961"/>
                </a:lnTo>
                <a:lnTo>
                  <a:pt x="16827" y="3909"/>
                </a:lnTo>
                <a:lnTo>
                  <a:pt x="16680" y="3802"/>
                </a:lnTo>
                <a:lnTo>
                  <a:pt x="16582" y="3592"/>
                </a:lnTo>
                <a:lnTo>
                  <a:pt x="16483" y="3592"/>
                </a:lnTo>
                <a:lnTo>
                  <a:pt x="16434" y="3275"/>
                </a:lnTo>
                <a:lnTo>
                  <a:pt x="16434" y="2694"/>
                </a:lnTo>
                <a:lnTo>
                  <a:pt x="16483" y="2482"/>
                </a:lnTo>
                <a:lnTo>
                  <a:pt x="16630" y="2007"/>
                </a:lnTo>
                <a:lnTo>
                  <a:pt x="16877" y="1532"/>
                </a:lnTo>
                <a:lnTo>
                  <a:pt x="17222" y="1162"/>
                </a:lnTo>
                <a:lnTo>
                  <a:pt x="17418" y="1003"/>
                </a:lnTo>
                <a:lnTo>
                  <a:pt x="17664" y="845"/>
                </a:lnTo>
                <a:close/>
                <a:moveTo>
                  <a:pt x="12153" y="4806"/>
                </a:moveTo>
                <a:lnTo>
                  <a:pt x="12400" y="4912"/>
                </a:lnTo>
                <a:lnTo>
                  <a:pt x="12400" y="4964"/>
                </a:lnTo>
                <a:lnTo>
                  <a:pt x="12300" y="5229"/>
                </a:lnTo>
                <a:lnTo>
                  <a:pt x="12300" y="5281"/>
                </a:lnTo>
                <a:lnTo>
                  <a:pt x="12252" y="5229"/>
                </a:lnTo>
                <a:lnTo>
                  <a:pt x="12153" y="5071"/>
                </a:lnTo>
                <a:lnTo>
                  <a:pt x="12055" y="4964"/>
                </a:lnTo>
                <a:lnTo>
                  <a:pt x="12055" y="4859"/>
                </a:lnTo>
                <a:lnTo>
                  <a:pt x="12153" y="4806"/>
                </a:lnTo>
                <a:close/>
                <a:moveTo>
                  <a:pt x="18943" y="633"/>
                </a:moveTo>
                <a:lnTo>
                  <a:pt x="19090" y="687"/>
                </a:lnTo>
                <a:lnTo>
                  <a:pt x="19190" y="845"/>
                </a:lnTo>
                <a:lnTo>
                  <a:pt x="19337" y="952"/>
                </a:lnTo>
                <a:lnTo>
                  <a:pt x="19387" y="1162"/>
                </a:lnTo>
                <a:lnTo>
                  <a:pt x="19485" y="1162"/>
                </a:lnTo>
                <a:lnTo>
                  <a:pt x="19435" y="898"/>
                </a:lnTo>
                <a:lnTo>
                  <a:pt x="19387" y="687"/>
                </a:lnTo>
                <a:lnTo>
                  <a:pt x="19583" y="793"/>
                </a:lnTo>
                <a:lnTo>
                  <a:pt x="19829" y="898"/>
                </a:lnTo>
                <a:lnTo>
                  <a:pt x="20075" y="1110"/>
                </a:lnTo>
                <a:lnTo>
                  <a:pt x="20272" y="1268"/>
                </a:lnTo>
                <a:lnTo>
                  <a:pt x="20420" y="1532"/>
                </a:lnTo>
                <a:lnTo>
                  <a:pt x="20567" y="1743"/>
                </a:lnTo>
                <a:lnTo>
                  <a:pt x="20715" y="2272"/>
                </a:lnTo>
                <a:lnTo>
                  <a:pt x="20862" y="2799"/>
                </a:lnTo>
                <a:lnTo>
                  <a:pt x="20960" y="3434"/>
                </a:lnTo>
                <a:lnTo>
                  <a:pt x="21010" y="3697"/>
                </a:lnTo>
                <a:lnTo>
                  <a:pt x="20960" y="4014"/>
                </a:lnTo>
                <a:lnTo>
                  <a:pt x="20912" y="4279"/>
                </a:lnTo>
                <a:lnTo>
                  <a:pt x="20764" y="4489"/>
                </a:lnTo>
                <a:lnTo>
                  <a:pt x="20370" y="4912"/>
                </a:lnTo>
                <a:lnTo>
                  <a:pt x="20025" y="5176"/>
                </a:lnTo>
                <a:lnTo>
                  <a:pt x="19583" y="5334"/>
                </a:lnTo>
                <a:lnTo>
                  <a:pt x="19140" y="5441"/>
                </a:lnTo>
                <a:lnTo>
                  <a:pt x="18697" y="5493"/>
                </a:lnTo>
                <a:lnTo>
                  <a:pt x="18402" y="5441"/>
                </a:lnTo>
                <a:lnTo>
                  <a:pt x="18107" y="5387"/>
                </a:lnTo>
                <a:lnTo>
                  <a:pt x="17860" y="5281"/>
                </a:lnTo>
                <a:lnTo>
                  <a:pt x="17615" y="5176"/>
                </a:lnTo>
                <a:lnTo>
                  <a:pt x="17369" y="5017"/>
                </a:lnTo>
                <a:lnTo>
                  <a:pt x="17172" y="4806"/>
                </a:lnTo>
                <a:lnTo>
                  <a:pt x="16975" y="4596"/>
                </a:lnTo>
                <a:lnTo>
                  <a:pt x="16827" y="4384"/>
                </a:lnTo>
                <a:lnTo>
                  <a:pt x="17222" y="4489"/>
                </a:lnTo>
                <a:lnTo>
                  <a:pt x="17615" y="4542"/>
                </a:lnTo>
                <a:lnTo>
                  <a:pt x="18008" y="4489"/>
                </a:lnTo>
                <a:lnTo>
                  <a:pt x="18402" y="4384"/>
                </a:lnTo>
                <a:lnTo>
                  <a:pt x="18747" y="4226"/>
                </a:lnTo>
                <a:lnTo>
                  <a:pt x="19090" y="3961"/>
                </a:lnTo>
                <a:lnTo>
                  <a:pt x="19337" y="3592"/>
                </a:lnTo>
                <a:lnTo>
                  <a:pt x="19583" y="3222"/>
                </a:lnTo>
                <a:lnTo>
                  <a:pt x="19682" y="2852"/>
                </a:lnTo>
                <a:lnTo>
                  <a:pt x="19730" y="2482"/>
                </a:lnTo>
                <a:lnTo>
                  <a:pt x="19682" y="2113"/>
                </a:lnTo>
                <a:lnTo>
                  <a:pt x="19583" y="1743"/>
                </a:lnTo>
                <a:lnTo>
                  <a:pt x="19435" y="1427"/>
                </a:lnTo>
                <a:lnTo>
                  <a:pt x="19238" y="1110"/>
                </a:lnTo>
                <a:lnTo>
                  <a:pt x="18992" y="845"/>
                </a:lnTo>
                <a:lnTo>
                  <a:pt x="18697" y="633"/>
                </a:lnTo>
                <a:close/>
                <a:moveTo>
                  <a:pt x="18452" y="0"/>
                </a:moveTo>
                <a:lnTo>
                  <a:pt x="18255" y="107"/>
                </a:lnTo>
                <a:lnTo>
                  <a:pt x="17910" y="158"/>
                </a:lnTo>
                <a:lnTo>
                  <a:pt x="17615" y="212"/>
                </a:lnTo>
                <a:lnTo>
                  <a:pt x="17320" y="370"/>
                </a:lnTo>
                <a:lnTo>
                  <a:pt x="17073" y="582"/>
                </a:lnTo>
                <a:lnTo>
                  <a:pt x="16778" y="793"/>
                </a:lnTo>
                <a:lnTo>
                  <a:pt x="16582" y="1057"/>
                </a:lnTo>
                <a:lnTo>
                  <a:pt x="16385" y="1320"/>
                </a:lnTo>
                <a:lnTo>
                  <a:pt x="16188" y="1637"/>
                </a:lnTo>
                <a:lnTo>
                  <a:pt x="16090" y="1902"/>
                </a:lnTo>
                <a:lnTo>
                  <a:pt x="15990" y="2272"/>
                </a:lnTo>
                <a:lnTo>
                  <a:pt x="15892" y="2589"/>
                </a:lnTo>
                <a:lnTo>
                  <a:pt x="15892" y="3275"/>
                </a:lnTo>
                <a:lnTo>
                  <a:pt x="15942" y="3644"/>
                </a:lnTo>
                <a:lnTo>
                  <a:pt x="16040" y="3961"/>
                </a:lnTo>
                <a:lnTo>
                  <a:pt x="16139" y="4279"/>
                </a:lnTo>
                <a:lnTo>
                  <a:pt x="16287" y="4596"/>
                </a:lnTo>
                <a:lnTo>
                  <a:pt x="16434" y="4859"/>
                </a:lnTo>
                <a:lnTo>
                  <a:pt x="16630" y="5122"/>
                </a:lnTo>
                <a:lnTo>
                  <a:pt x="16877" y="5334"/>
                </a:lnTo>
                <a:lnTo>
                  <a:pt x="17123" y="5546"/>
                </a:lnTo>
                <a:lnTo>
                  <a:pt x="17418" y="5757"/>
                </a:lnTo>
                <a:lnTo>
                  <a:pt x="17713" y="5863"/>
                </a:lnTo>
                <a:lnTo>
                  <a:pt x="18008" y="5968"/>
                </a:lnTo>
                <a:lnTo>
                  <a:pt x="18353" y="6074"/>
                </a:lnTo>
                <a:lnTo>
                  <a:pt x="18943" y="6074"/>
                </a:lnTo>
                <a:lnTo>
                  <a:pt x="19534" y="5968"/>
                </a:lnTo>
                <a:lnTo>
                  <a:pt x="20124" y="5757"/>
                </a:lnTo>
                <a:lnTo>
                  <a:pt x="20617" y="5441"/>
                </a:lnTo>
                <a:lnTo>
                  <a:pt x="20912" y="5229"/>
                </a:lnTo>
                <a:lnTo>
                  <a:pt x="21108" y="4964"/>
                </a:lnTo>
                <a:lnTo>
                  <a:pt x="21305" y="4701"/>
                </a:lnTo>
                <a:lnTo>
                  <a:pt x="21452" y="4384"/>
                </a:lnTo>
                <a:lnTo>
                  <a:pt x="21550" y="4014"/>
                </a:lnTo>
                <a:lnTo>
                  <a:pt x="21600" y="3592"/>
                </a:lnTo>
                <a:lnTo>
                  <a:pt x="21550" y="3222"/>
                </a:lnTo>
                <a:lnTo>
                  <a:pt x="21452" y="2852"/>
                </a:lnTo>
                <a:lnTo>
                  <a:pt x="21305" y="2060"/>
                </a:lnTo>
                <a:lnTo>
                  <a:pt x="21157" y="1690"/>
                </a:lnTo>
                <a:lnTo>
                  <a:pt x="21010" y="1373"/>
                </a:lnTo>
                <a:lnTo>
                  <a:pt x="20813" y="1057"/>
                </a:lnTo>
                <a:lnTo>
                  <a:pt x="20617" y="793"/>
                </a:lnTo>
                <a:lnTo>
                  <a:pt x="20320" y="528"/>
                </a:lnTo>
                <a:lnTo>
                  <a:pt x="20025" y="317"/>
                </a:lnTo>
                <a:lnTo>
                  <a:pt x="19632" y="107"/>
                </a:lnTo>
                <a:lnTo>
                  <a:pt x="19140" y="0"/>
                </a:lnTo>
                <a:close/>
                <a:moveTo>
                  <a:pt x="14908" y="6549"/>
                </a:moveTo>
                <a:lnTo>
                  <a:pt x="15352" y="6971"/>
                </a:lnTo>
                <a:lnTo>
                  <a:pt x="15155" y="7129"/>
                </a:lnTo>
                <a:lnTo>
                  <a:pt x="14908" y="7078"/>
                </a:lnTo>
                <a:lnTo>
                  <a:pt x="14662" y="7078"/>
                </a:lnTo>
                <a:lnTo>
                  <a:pt x="14269" y="7129"/>
                </a:lnTo>
                <a:lnTo>
                  <a:pt x="14565" y="6813"/>
                </a:lnTo>
                <a:lnTo>
                  <a:pt x="14908" y="6549"/>
                </a:lnTo>
                <a:close/>
                <a:moveTo>
                  <a:pt x="9200" y="5229"/>
                </a:moveTo>
                <a:lnTo>
                  <a:pt x="9398" y="5281"/>
                </a:lnTo>
                <a:lnTo>
                  <a:pt x="9447" y="5334"/>
                </a:lnTo>
                <a:lnTo>
                  <a:pt x="9447" y="5441"/>
                </a:lnTo>
                <a:lnTo>
                  <a:pt x="9496" y="5546"/>
                </a:lnTo>
                <a:lnTo>
                  <a:pt x="9644" y="5599"/>
                </a:lnTo>
                <a:lnTo>
                  <a:pt x="9890" y="5599"/>
                </a:lnTo>
                <a:lnTo>
                  <a:pt x="9940" y="5651"/>
                </a:lnTo>
                <a:lnTo>
                  <a:pt x="9988" y="5809"/>
                </a:lnTo>
                <a:lnTo>
                  <a:pt x="10037" y="5968"/>
                </a:lnTo>
                <a:lnTo>
                  <a:pt x="10037" y="6126"/>
                </a:lnTo>
                <a:lnTo>
                  <a:pt x="9988" y="6496"/>
                </a:lnTo>
                <a:lnTo>
                  <a:pt x="9890" y="6866"/>
                </a:lnTo>
                <a:lnTo>
                  <a:pt x="9693" y="7236"/>
                </a:lnTo>
                <a:lnTo>
                  <a:pt x="9595" y="7394"/>
                </a:lnTo>
                <a:lnTo>
                  <a:pt x="9447" y="7499"/>
                </a:lnTo>
                <a:lnTo>
                  <a:pt x="9300" y="7553"/>
                </a:lnTo>
                <a:lnTo>
                  <a:pt x="9103" y="7553"/>
                </a:lnTo>
                <a:lnTo>
                  <a:pt x="9103" y="7183"/>
                </a:lnTo>
                <a:lnTo>
                  <a:pt x="9053" y="6866"/>
                </a:lnTo>
                <a:lnTo>
                  <a:pt x="8905" y="6549"/>
                </a:lnTo>
                <a:lnTo>
                  <a:pt x="8709" y="6233"/>
                </a:lnTo>
                <a:lnTo>
                  <a:pt x="8463" y="5968"/>
                </a:lnTo>
                <a:lnTo>
                  <a:pt x="8168" y="5809"/>
                </a:lnTo>
                <a:lnTo>
                  <a:pt x="8168" y="5651"/>
                </a:lnTo>
                <a:lnTo>
                  <a:pt x="8265" y="5546"/>
                </a:lnTo>
                <a:lnTo>
                  <a:pt x="8365" y="5441"/>
                </a:lnTo>
                <a:lnTo>
                  <a:pt x="8512" y="5387"/>
                </a:lnTo>
                <a:lnTo>
                  <a:pt x="8807" y="5334"/>
                </a:lnTo>
                <a:lnTo>
                  <a:pt x="9200" y="5229"/>
                </a:lnTo>
                <a:close/>
                <a:moveTo>
                  <a:pt x="8758" y="4596"/>
                </a:moveTo>
                <a:lnTo>
                  <a:pt x="8709" y="4647"/>
                </a:lnTo>
                <a:lnTo>
                  <a:pt x="8660" y="4754"/>
                </a:lnTo>
                <a:lnTo>
                  <a:pt x="8660" y="4912"/>
                </a:lnTo>
                <a:lnTo>
                  <a:pt x="8315" y="5017"/>
                </a:lnTo>
                <a:lnTo>
                  <a:pt x="8020" y="5122"/>
                </a:lnTo>
                <a:lnTo>
                  <a:pt x="7775" y="5387"/>
                </a:lnTo>
                <a:lnTo>
                  <a:pt x="7725" y="5493"/>
                </a:lnTo>
                <a:lnTo>
                  <a:pt x="7627" y="5651"/>
                </a:lnTo>
                <a:lnTo>
                  <a:pt x="7627" y="5863"/>
                </a:lnTo>
                <a:lnTo>
                  <a:pt x="7775" y="6074"/>
                </a:lnTo>
                <a:lnTo>
                  <a:pt x="7922" y="6179"/>
                </a:lnTo>
                <a:lnTo>
                  <a:pt x="8118" y="6284"/>
                </a:lnTo>
                <a:lnTo>
                  <a:pt x="8265" y="6391"/>
                </a:lnTo>
                <a:lnTo>
                  <a:pt x="8414" y="6496"/>
                </a:lnTo>
                <a:lnTo>
                  <a:pt x="8512" y="6654"/>
                </a:lnTo>
                <a:lnTo>
                  <a:pt x="8610" y="6866"/>
                </a:lnTo>
                <a:lnTo>
                  <a:pt x="8709" y="7236"/>
                </a:lnTo>
                <a:lnTo>
                  <a:pt x="8660" y="7605"/>
                </a:lnTo>
                <a:lnTo>
                  <a:pt x="8709" y="7763"/>
                </a:lnTo>
                <a:lnTo>
                  <a:pt x="8758" y="7869"/>
                </a:lnTo>
                <a:lnTo>
                  <a:pt x="9053" y="7975"/>
                </a:lnTo>
                <a:lnTo>
                  <a:pt x="9300" y="7975"/>
                </a:lnTo>
                <a:lnTo>
                  <a:pt x="9545" y="7923"/>
                </a:lnTo>
                <a:lnTo>
                  <a:pt x="9742" y="7816"/>
                </a:lnTo>
                <a:lnTo>
                  <a:pt x="9940" y="7605"/>
                </a:lnTo>
                <a:lnTo>
                  <a:pt x="10087" y="7394"/>
                </a:lnTo>
                <a:lnTo>
                  <a:pt x="10235" y="7129"/>
                </a:lnTo>
                <a:lnTo>
                  <a:pt x="10333" y="6866"/>
                </a:lnTo>
                <a:lnTo>
                  <a:pt x="10382" y="6601"/>
                </a:lnTo>
                <a:lnTo>
                  <a:pt x="10430" y="6284"/>
                </a:lnTo>
                <a:lnTo>
                  <a:pt x="10430" y="5651"/>
                </a:lnTo>
                <a:lnTo>
                  <a:pt x="10333" y="5441"/>
                </a:lnTo>
                <a:lnTo>
                  <a:pt x="10235" y="5281"/>
                </a:lnTo>
                <a:lnTo>
                  <a:pt x="10037" y="5176"/>
                </a:lnTo>
                <a:lnTo>
                  <a:pt x="9840" y="5176"/>
                </a:lnTo>
                <a:lnTo>
                  <a:pt x="9792" y="5017"/>
                </a:lnTo>
                <a:lnTo>
                  <a:pt x="9693" y="4964"/>
                </a:lnTo>
                <a:lnTo>
                  <a:pt x="9447" y="4859"/>
                </a:lnTo>
                <a:lnTo>
                  <a:pt x="9152" y="4754"/>
                </a:lnTo>
                <a:lnTo>
                  <a:pt x="8955" y="4647"/>
                </a:lnTo>
                <a:lnTo>
                  <a:pt x="8807" y="4596"/>
                </a:lnTo>
                <a:close/>
                <a:moveTo>
                  <a:pt x="15745" y="7394"/>
                </a:moveTo>
                <a:lnTo>
                  <a:pt x="16335" y="8186"/>
                </a:lnTo>
                <a:lnTo>
                  <a:pt x="15795" y="8345"/>
                </a:lnTo>
                <a:lnTo>
                  <a:pt x="15302" y="8661"/>
                </a:lnTo>
                <a:lnTo>
                  <a:pt x="14810" y="8978"/>
                </a:lnTo>
                <a:lnTo>
                  <a:pt x="14613" y="9190"/>
                </a:lnTo>
                <a:lnTo>
                  <a:pt x="14465" y="9453"/>
                </a:lnTo>
                <a:lnTo>
                  <a:pt x="14417" y="9560"/>
                </a:lnTo>
                <a:lnTo>
                  <a:pt x="14465" y="9612"/>
                </a:lnTo>
                <a:lnTo>
                  <a:pt x="14565" y="9665"/>
                </a:lnTo>
                <a:lnTo>
                  <a:pt x="14662" y="9665"/>
                </a:lnTo>
                <a:lnTo>
                  <a:pt x="15105" y="9348"/>
                </a:lnTo>
                <a:lnTo>
                  <a:pt x="15499" y="9085"/>
                </a:lnTo>
                <a:lnTo>
                  <a:pt x="15892" y="8925"/>
                </a:lnTo>
                <a:lnTo>
                  <a:pt x="16287" y="8766"/>
                </a:lnTo>
                <a:lnTo>
                  <a:pt x="16434" y="8715"/>
                </a:lnTo>
                <a:lnTo>
                  <a:pt x="16582" y="8661"/>
                </a:lnTo>
                <a:lnTo>
                  <a:pt x="16630" y="8608"/>
                </a:lnTo>
                <a:lnTo>
                  <a:pt x="16925" y="9295"/>
                </a:lnTo>
                <a:lnTo>
                  <a:pt x="17222" y="9928"/>
                </a:lnTo>
                <a:lnTo>
                  <a:pt x="17172" y="9982"/>
                </a:lnTo>
                <a:lnTo>
                  <a:pt x="16532" y="10140"/>
                </a:lnTo>
                <a:lnTo>
                  <a:pt x="15843" y="10246"/>
                </a:lnTo>
                <a:lnTo>
                  <a:pt x="15155" y="10246"/>
                </a:lnTo>
                <a:lnTo>
                  <a:pt x="14417" y="10193"/>
                </a:lnTo>
                <a:lnTo>
                  <a:pt x="14318" y="10246"/>
                </a:lnTo>
                <a:lnTo>
                  <a:pt x="14269" y="10298"/>
                </a:lnTo>
                <a:lnTo>
                  <a:pt x="14269" y="10405"/>
                </a:lnTo>
                <a:lnTo>
                  <a:pt x="14367" y="10510"/>
                </a:lnTo>
                <a:lnTo>
                  <a:pt x="14662" y="10615"/>
                </a:lnTo>
                <a:lnTo>
                  <a:pt x="15007" y="10722"/>
                </a:lnTo>
                <a:lnTo>
                  <a:pt x="15695" y="10773"/>
                </a:lnTo>
                <a:lnTo>
                  <a:pt x="16040" y="10773"/>
                </a:lnTo>
                <a:lnTo>
                  <a:pt x="16385" y="10722"/>
                </a:lnTo>
                <a:lnTo>
                  <a:pt x="16877" y="10615"/>
                </a:lnTo>
                <a:lnTo>
                  <a:pt x="17025" y="10615"/>
                </a:lnTo>
                <a:lnTo>
                  <a:pt x="17123" y="10563"/>
                </a:lnTo>
                <a:lnTo>
                  <a:pt x="17172" y="10668"/>
                </a:lnTo>
                <a:lnTo>
                  <a:pt x="17222" y="10722"/>
                </a:lnTo>
                <a:lnTo>
                  <a:pt x="17270" y="10773"/>
                </a:lnTo>
                <a:lnTo>
                  <a:pt x="17418" y="10827"/>
                </a:lnTo>
                <a:lnTo>
                  <a:pt x="17467" y="11197"/>
                </a:lnTo>
                <a:lnTo>
                  <a:pt x="17517" y="11618"/>
                </a:lnTo>
                <a:lnTo>
                  <a:pt x="17418" y="11672"/>
                </a:lnTo>
                <a:lnTo>
                  <a:pt x="17025" y="11513"/>
                </a:lnTo>
                <a:lnTo>
                  <a:pt x="16730" y="11355"/>
                </a:lnTo>
                <a:lnTo>
                  <a:pt x="16434" y="11197"/>
                </a:lnTo>
                <a:lnTo>
                  <a:pt x="15942" y="11197"/>
                </a:lnTo>
                <a:lnTo>
                  <a:pt x="15795" y="11248"/>
                </a:lnTo>
                <a:lnTo>
                  <a:pt x="15057" y="11197"/>
                </a:lnTo>
                <a:lnTo>
                  <a:pt x="14613" y="11143"/>
                </a:lnTo>
                <a:lnTo>
                  <a:pt x="14417" y="11143"/>
                </a:lnTo>
                <a:lnTo>
                  <a:pt x="14318" y="11090"/>
                </a:lnTo>
                <a:lnTo>
                  <a:pt x="14170" y="10773"/>
                </a:lnTo>
                <a:lnTo>
                  <a:pt x="14122" y="10773"/>
                </a:lnTo>
                <a:lnTo>
                  <a:pt x="14122" y="11460"/>
                </a:lnTo>
                <a:lnTo>
                  <a:pt x="14220" y="11513"/>
                </a:lnTo>
                <a:lnTo>
                  <a:pt x="14810" y="11672"/>
                </a:lnTo>
                <a:lnTo>
                  <a:pt x="15400" y="11725"/>
                </a:lnTo>
                <a:lnTo>
                  <a:pt x="15400" y="11988"/>
                </a:lnTo>
                <a:lnTo>
                  <a:pt x="15450" y="12200"/>
                </a:lnTo>
                <a:lnTo>
                  <a:pt x="15548" y="12305"/>
                </a:lnTo>
                <a:lnTo>
                  <a:pt x="15597" y="12358"/>
                </a:lnTo>
                <a:lnTo>
                  <a:pt x="15795" y="12464"/>
                </a:lnTo>
                <a:lnTo>
                  <a:pt x="16040" y="12622"/>
                </a:lnTo>
                <a:lnTo>
                  <a:pt x="15302" y="12464"/>
                </a:lnTo>
                <a:lnTo>
                  <a:pt x="14712" y="12200"/>
                </a:lnTo>
                <a:lnTo>
                  <a:pt x="14367" y="12147"/>
                </a:lnTo>
                <a:lnTo>
                  <a:pt x="14023" y="12094"/>
                </a:lnTo>
                <a:lnTo>
                  <a:pt x="13678" y="11830"/>
                </a:lnTo>
                <a:lnTo>
                  <a:pt x="13482" y="11777"/>
                </a:lnTo>
                <a:lnTo>
                  <a:pt x="13335" y="11725"/>
                </a:lnTo>
                <a:lnTo>
                  <a:pt x="13039" y="11777"/>
                </a:lnTo>
                <a:lnTo>
                  <a:pt x="12842" y="11883"/>
                </a:lnTo>
                <a:lnTo>
                  <a:pt x="12695" y="12042"/>
                </a:lnTo>
                <a:lnTo>
                  <a:pt x="12547" y="12252"/>
                </a:lnTo>
                <a:lnTo>
                  <a:pt x="12400" y="12358"/>
                </a:lnTo>
                <a:lnTo>
                  <a:pt x="12202" y="12410"/>
                </a:lnTo>
                <a:lnTo>
                  <a:pt x="11858" y="12358"/>
                </a:lnTo>
                <a:lnTo>
                  <a:pt x="11563" y="12410"/>
                </a:lnTo>
                <a:lnTo>
                  <a:pt x="11267" y="12517"/>
                </a:lnTo>
                <a:lnTo>
                  <a:pt x="10972" y="12675"/>
                </a:lnTo>
                <a:lnTo>
                  <a:pt x="10628" y="12675"/>
                </a:lnTo>
                <a:lnTo>
                  <a:pt x="10530" y="12622"/>
                </a:lnTo>
                <a:lnTo>
                  <a:pt x="10480" y="12569"/>
                </a:lnTo>
                <a:lnTo>
                  <a:pt x="10480" y="12517"/>
                </a:lnTo>
                <a:lnTo>
                  <a:pt x="10578" y="12410"/>
                </a:lnTo>
                <a:lnTo>
                  <a:pt x="10727" y="12252"/>
                </a:lnTo>
                <a:lnTo>
                  <a:pt x="10923" y="12147"/>
                </a:lnTo>
                <a:lnTo>
                  <a:pt x="11267" y="11988"/>
                </a:lnTo>
                <a:lnTo>
                  <a:pt x="11710" y="11777"/>
                </a:lnTo>
                <a:lnTo>
                  <a:pt x="11957" y="11618"/>
                </a:lnTo>
                <a:lnTo>
                  <a:pt x="12104" y="11408"/>
                </a:lnTo>
                <a:lnTo>
                  <a:pt x="12252" y="11197"/>
                </a:lnTo>
                <a:lnTo>
                  <a:pt x="12350" y="10985"/>
                </a:lnTo>
                <a:lnTo>
                  <a:pt x="12350" y="10722"/>
                </a:lnTo>
                <a:lnTo>
                  <a:pt x="12300" y="10405"/>
                </a:lnTo>
                <a:lnTo>
                  <a:pt x="12202" y="10246"/>
                </a:lnTo>
                <a:lnTo>
                  <a:pt x="12055" y="10087"/>
                </a:lnTo>
                <a:lnTo>
                  <a:pt x="11858" y="9928"/>
                </a:lnTo>
                <a:lnTo>
                  <a:pt x="11660" y="9876"/>
                </a:lnTo>
                <a:lnTo>
                  <a:pt x="11465" y="9823"/>
                </a:lnTo>
                <a:lnTo>
                  <a:pt x="11267" y="9823"/>
                </a:lnTo>
                <a:lnTo>
                  <a:pt x="11070" y="9876"/>
                </a:lnTo>
                <a:lnTo>
                  <a:pt x="10874" y="9982"/>
                </a:lnTo>
                <a:lnTo>
                  <a:pt x="10628" y="10246"/>
                </a:lnTo>
                <a:lnTo>
                  <a:pt x="10727" y="10035"/>
                </a:lnTo>
                <a:lnTo>
                  <a:pt x="10874" y="9876"/>
                </a:lnTo>
                <a:lnTo>
                  <a:pt x="11120" y="9506"/>
                </a:lnTo>
                <a:lnTo>
                  <a:pt x="11415" y="9190"/>
                </a:lnTo>
                <a:lnTo>
                  <a:pt x="11760" y="8820"/>
                </a:lnTo>
                <a:lnTo>
                  <a:pt x="12005" y="8556"/>
                </a:lnTo>
                <a:lnTo>
                  <a:pt x="12252" y="8345"/>
                </a:lnTo>
                <a:lnTo>
                  <a:pt x="12300" y="8345"/>
                </a:lnTo>
                <a:lnTo>
                  <a:pt x="12595" y="8291"/>
                </a:lnTo>
                <a:lnTo>
                  <a:pt x="12892" y="8186"/>
                </a:lnTo>
                <a:lnTo>
                  <a:pt x="13482" y="7975"/>
                </a:lnTo>
                <a:lnTo>
                  <a:pt x="14023" y="7711"/>
                </a:lnTo>
                <a:lnTo>
                  <a:pt x="14269" y="7605"/>
                </a:lnTo>
                <a:lnTo>
                  <a:pt x="14613" y="7553"/>
                </a:lnTo>
                <a:lnTo>
                  <a:pt x="14220" y="7923"/>
                </a:lnTo>
                <a:lnTo>
                  <a:pt x="14072" y="8133"/>
                </a:lnTo>
                <a:lnTo>
                  <a:pt x="13974" y="8398"/>
                </a:lnTo>
                <a:lnTo>
                  <a:pt x="14023" y="8450"/>
                </a:lnTo>
                <a:lnTo>
                  <a:pt x="14269" y="8345"/>
                </a:lnTo>
                <a:lnTo>
                  <a:pt x="14515" y="8239"/>
                </a:lnTo>
                <a:lnTo>
                  <a:pt x="14958" y="7923"/>
                </a:lnTo>
                <a:lnTo>
                  <a:pt x="15745" y="7394"/>
                </a:lnTo>
                <a:close/>
                <a:moveTo>
                  <a:pt x="16090" y="11883"/>
                </a:moveTo>
                <a:lnTo>
                  <a:pt x="16827" y="12094"/>
                </a:lnTo>
                <a:lnTo>
                  <a:pt x="17073" y="12358"/>
                </a:lnTo>
                <a:lnTo>
                  <a:pt x="17172" y="12410"/>
                </a:lnTo>
                <a:lnTo>
                  <a:pt x="17270" y="12464"/>
                </a:lnTo>
                <a:lnTo>
                  <a:pt x="17369" y="12410"/>
                </a:lnTo>
                <a:lnTo>
                  <a:pt x="17467" y="12358"/>
                </a:lnTo>
                <a:lnTo>
                  <a:pt x="17369" y="12992"/>
                </a:lnTo>
                <a:lnTo>
                  <a:pt x="16778" y="12834"/>
                </a:lnTo>
                <a:lnTo>
                  <a:pt x="16630" y="12464"/>
                </a:lnTo>
                <a:lnTo>
                  <a:pt x="16385" y="12200"/>
                </a:lnTo>
                <a:lnTo>
                  <a:pt x="16139" y="11988"/>
                </a:lnTo>
                <a:lnTo>
                  <a:pt x="16040" y="11935"/>
                </a:lnTo>
                <a:lnTo>
                  <a:pt x="16090" y="11883"/>
                </a:lnTo>
                <a:close/>
                <a:moveTo>
                  <a:pt x="14662" y="12728"/>
                </a:moveTo>
                <a:lnTo>
                  <a:pt x="15450" y="13097"/>
                </a:lnTo>
                <a:lnTo>
                  <a:pt x="16237" y="13309"/>
                </a:lnTo>
                <a:lnTo>
                  <a:pt x="16139" y="13520"/>
                </a:lnTo>
                <a:lnTo>
                  <a:pt x="15990" y="13731"/>
                </a:lnTo>
                <a:lnTo>
                  <a:pt x="15795" y="13837"/>
                </a:lnTo>
                <a:lnTo>
                  <a:pt x="15695" y="13837"/>
                </a:lnTo>
                <a:lnTo>
                  <a:pt x="15597" y="13784"/>
                </a:lnTo>
                <a:lnTo>
                  <a:pt x="15450" y="13731"/>
                </a:lnTo>
                <a:lnTo>
                  <a:pt x="15302" y="13572"/>
                </a:lnTo>
                <a:lnTo>
                  <a:pt x="15057" y="13309"/>
                </a:lnTo>
                <a:lnTo>
                  <a:pt x="14662" y="12728"/>
                </a:lnTo>
                <a:close/>
                <a:moveTo>
                  <a:pt x="16778" y="13467"/>
                </a:moveTo>
                <a:lnTo>
                  <a:pt x="17270" y="13520"/>
                </a:lnTo>
                <a:lnTo>
                  <a:pt x="16975" y="14629"/>
                </a:lnTo>
                <a:lnTo>
                  <a:pt x="16877" y="14524"/>
                </a:lnTo>
                <a:lnTo>
                  <a:pt x="16582" y="14524"/>
                </a:lnTo>
                <a:lnTo>
                  <a:pt x="16385" y="14471"/>
                </a:lnTo>
                <a:lnTo>
                  <a:pt x="15942" y="14365"/>
                </a:lnTo>
                <a:lnTo>
                  <a:pt x="16237" y="14207"/>
                </a:lnTo>
                <a:lnTo>
                  <a:pt x="16483" y="14049"/>
                </a:lnTo>
                <a:lnTo>
                  <a:pt x="16630" y="13784"/>
                </a:lnTo>
                <a:lnTo>
                  <a:pt x="16778" y="13467"/>
                </a:lnTo>
                <a:close/>
                <a:moveTo>
                  <a:pt x="13925" y="13995"/>
                </a:moveTo>
                <a:lnTo>
                  <a:pt x="15302" y="14629"/>
                </a:lnTo>
                <a:lnTo>
                  <a:pt x="15990" y="14946"/>
                </a:lnTo>
                <a:lnTo>
                  <a:pt x="16434" y="15104"/>
                </a:lnTo>
                <a:lnTo>
                  <a:pt x="16630" y="15104"/>
                </a:lnTo>
                <a:lnTo>
                  <a:pt x="16778" y="15052"/>
                </a:lnTo>
                <a:lnTo>
                  <a:pt x="16532" y="15791"/>
                </a:lnTo>
                <a:lnTo>
                  <a:pt x="16139" y="15632"/>
                </a:lnTo>
                <a:lnTo>
                  <a:pt x="15942" y="15527"/>
                </a:lnTo>
                <a:lnTo>
                  <a:pt x="15795" y="15421"/>
                </a:lnTo>
                <a:lnTo>
                  <a:pt x="15450" y="15157"/>
                </a:lnTo>
                <a:lnTo>
                  <a:pt x="15302" y="14999"/>
                </a:lnTo>
                <a:lnTo>
                  <a:pt x="15105" y="14892"/>
                </a:lnTo>
                <a:lnTo>
                  <a:pt x="14860" y="14841"/>
                </a:lnTo>
                <a:lnTo>
                  <a:pt x="14613" y="14787"/>
                </a:lnTo>
                <a:lnTo>
                  <a:pt x="14072" y="14734"/>
                </a:lnTo>
                <a:lnTo>
                  <a:pt x="14023" y="14365"/>
                </a:lnTo>
                <a:lnTo>
                  <a:pt x="13925" y="13995"/>
                </a:lnTo>
                <a:close/>
                <a:moveTo>
                  <a:pt x="14023" y="15157"/>
                </a:moveTo>
                <a:lnTo>
                  <a:pt x="14465" y="15262"/>
                </a:lnTo>
                <a:lnTo>
                  <a:pt x="14712" y="15316"/>
                </a:lnTo>
                <a:lnTo>
                  <a:pt x="14908" y="15421"/>
                </a:lnTo>
                <a:lnTo>
                  <a:pt x="15204" y="15579"/>
                </a:lnTo>
                <a:lnTo>
                  <a:pt x="15450" y="15791"/>
                </a:lnTo>
                <a:lnTo>
                  <a:pt x="15695" y="16002"/>
                </a:lnTo>
                <a:lnTo>
                  <a:pt x="15942" y="16214"/>
                </a:lnTo>
                <a:lnTo>
                  <a:pt x="16237" y="16319"/>
                </a:lnTo>
                <a:lnTo>
                  <a:pt x="15745" y="17164"/>
                </a:lnTo>
                <a:lnTo>
                  <a:pt x="15597" y="17164"/>
                </a:lnTo>
                <a:lnTo>
                  <a:pt x="15400" y="17111"/>
                </a:lnTo>
                <a:lnTo>
                  <a:pt x="15057" y="16899"/>
                </a:lnTo>
                <a:lnTo>
                  <a:pt x="14170" y="16531"/>
                </a:lnTo>
                <a:lnTo>
                  <a:pt x="13777" y="16319"/>
                </a:lnTo>
                <a:lnTo>
                  <a:pt x="13925" y="15791"/>
                </a:lnTo>
                <a:lnTo>
                  <a:pt x="14023" y="15262"/>
                </a:lnTo>
                <a:lnTo>
                  <a:pt x="14023" y="15157"/>
                </a:lnTo>
                <a:close/>
                <a:moveTo>
                  <a:pt x="13580" y="16794"/>
                </a:moveTo>
                <a:lnTo>
                  <a:pt x="14465" y="17216"/>
                </a:lnTo>
                <a:lnTo>
                  <a:pt x="14908" y="17481"/>
                </a:lnTo>
                <a:lnTo>
                  <a:pt x="15155" y="17586"/>
                </a:lnTo>
                <a:lnTo>
                  <a:pt x="15400" y="17693"/>
                </a:lnTo>
                <a:lnTo>
                  <a:pt x="15057" y="18220"/>
                </a:lnTo>
                <a:lnTo>
                  <a:pt x="14613" y="18061"/>
                </a:lnTo>
                <a:lnTo>
                  <a:pt x="14023" y="17851"/>
                </a:lnTo>
                <a:lnTo>
                  <a:pt x="13482" y="17639"/>
                </a:lnTo>
                <a:lnTo>
                  <a:pt x="13235" y="17481"/>
                </a:lnTo>
                <a:lnTo>
                  <a:pt x="13580" y="16794"/>
                </a:lnTo>
                <a:close/>
                <a:moveTo>
                  <a:pt x="12547" y="13784"/>
                </a:moveTo>
                <a:lnTo>
                  <a:pt x="12842" y="13837"/>
                </a:lnTo>
                <a:lnTo>
                  <a:pt x="13137" y="13890"/>
                </a:lnTo>
                <a:lnTo>
                  <a:pt x="13383" y="14049"/>
                </a:lnTo>
                <a:lnTo>
                  <a:pt x="13482" y="14207"/>
                </a:lnTo>
                <a:lnTo>
                  <a:pt x="13530" y="14312"/>
                </a:lnTo>
                <a:lnTo>
                  <a:pt x="13580" y="14524"/>
                </a:lnTo>
                <a:lnTo>
                  <a:pt x="13580" y="14682"/>
                </a:lnTo>
                <a:lnTo>
                  <a:pt x="13187" y="14629"/>
                </a:lnTo>
                <a:lnTo>
                  <a:pt x="13137" y="14682"/>
                </a:lnTo>
                <a:lnTo>
                  <a:pt x="13137" y="14734"/>
                </a:lnTo>
                <a:lnTo>
                  <a:pt x="13335" y="14892"/>
                </a:lnTo>
                <a:lnTo>
                  <a:pt x="13530" y="15052"/>
                </a:lnTo>
                <a:lnTo>
                  <a:pt x="13432" y="15527"/>
                </a:lnTo>
                <a:lnTo>
                  <a:pt x="13335" y="15949"/>
                </a:lnTo>
                <a:lnTo>
                  <a:pt x="13285" y="16107"/>
                </a:lnTo>
                <a:lnTo>
                  <a:pt x="12940" y="16002"/>
                </a:lnTo>
                <a:lnTo>
                  <a:pt x="12595" y="15949"/>
                </a:lnTo>
                <a:lnTo>
                  <a:pt x="12547" y="15949"/>
                </a:lnTo>
                <a:lnTo>
                  <a:pt x="12497" y="16002"/>
                </a:lnTo>
                <a:lnTo>
                  <a:pt x="12497" y="16054"/>
                </a:lnTo>
                <a:lnTo>
                  <a:pt x="12547" y="16107"/>
                </a:lnTo>
                <a:lnTo>
                  <a:pt x="12793" y="16372"/>
                </a:lnTo>
                <a:lnTo>
                  <a:pt x="13137" y="16583"/>
                </a:lnTo>
                <a:lnTo>
                  <a:pt x="12743" y="17269"/>
                </a:lnTo>
                <a:lnTo>
                  <a:pt x="12153" y="17006"/>
                </a:lnTo>
                <a:lnTo>
                  <a:pt x="11513" y="16741"/>
                </a:lnTo>
                <a:lnTo>
                  <a:pt x="11465" y="16741"/>
                </a:lnTo>
                <a:lnTo>
                  <a:pt x="11465" y="16848"/>
                </a:lnTo>
                <a:lnTo>
                  <a:pt x="11710" y="17058"/>
                </a:lnTo>
                <a:lnTo>
                  <a:pt x="11957" y="17323"/>
                </a:lnTo>
                <a:lnTo>
                  <a:pt x="12497" y="17693"/>
                </a:lnTo>
                <a:lnTo>
                  <a:pt x="12153" y="18114"/>
                </a:lnTo>
                <a:lnTo>
                  <a:pt x="11809" y="18431"/>
                </a:lnTo>
                <a:lnTo>
                  <a:pt x="11465" y="18273"/>
                </a:lnTo>
                <a:lnTo>
                  <a:pt x="11267" y="17376"/>
                </a:lnTo>
                <a:lnTo>
                  <a:pt x="11120" y="16478"/>
                </a:lnTo>
                <a:lnTo>
                  <a:pt x="11022" y="16266"/>
                </a:lnTo>
                <a:lnTo>
                  <a:pt x="10923" y="16107"/>
                </a:lnTo>
                <a:lnTo>
                  <a:pt x="10775" y="16002"/>
                </a:lnTo>
                <a:lnTo>
                  <a:pt x="9890" y="16002"/>
                </a:lnTo>
                <a:lnTo>
                  <a:pt x="9742" y="15949"/>
                </a:lnTo>
                <a:lnTo>
                  <a:pt x="9595" y="15896"/>
                </a:lnTo>
                <a:lnTo>
                  <a:pt x="9398" y="15686"/>
                </a:lnTo>
                <a:lnTo>
                  <a:pt x="9250" y="15369"/>
                </a:lnTo>
                <a:lnTo>
                  <a:pt x="9200" y="15052"/>
                </a:lnTo>
                <a:lnTo>
                  <a:pt x="9200" y="14892"/>
                </a:lnTo>
                <a:lnTo>
                  <a:pt x="9250" y="14734"/>
                </a:lnTo>
                <a:lnTo>
                  <a:pt x="9300" y="14576"/>
                </a:lnTo>
                <a:lnTo>
                  <a:pt x="9398" y="14471"/>
                </a:lnTo>
                <a:lnTo>
                  <a:pt x="9693" y="14365"/>
                </a:lnTo>
                <a:lnTo>
                  <a:pt x="9988" y="14259"/>
                </a:lnTo>
                <a:lnTo>
                  <a:pt x="11170" y="13995"/>
                </a:lnTo>
                <a:lnTo>
                  <a:pt x="11267" y="14049"/>
                </a:lnTo>
                <a:lnTo>
                  <a:pt x="11465" y="14049"/>
                </a:lnTo>
                <a:lnTo>
                  <a:pt x="11858" y="13890"/>
                </a:lnTo>
                <a:lnTo>
                  <a:pt x="12252" y="13784"/>
                </a:lnTo>
                <a:close/>
                <a:moveTo>
                  <a:pt x="1378" y="10615"/>
                </a:moveTo>
                <a:lnTo>
                  <a:pt x="1378" y="11355"/>
                </a:lnTo>
                <a:lnTo>
                  <a:pt x="1476" y="12147"/>
                </a:lnTo>
                <a:lnTo>
                  <a:pt x="1525" y="12200"/>
                </a:lnTo>
                <a:lnTo>
                  <a:pt x="1623" y="12252"/>
                </a:lnTo>
                <a:lnTo>
                  <a:pt x="1722" y="12252"/>
                </a:lnTo>
                <a:lnTo>
                  <a:pt x="1820" y="12200"/>
                </a:lnTo>
                <a:lnTo>
                  <a:pt x="2510" y="11618"/>
                </a:lnTo>
                <a:lnTo>
                  <a:pt x="2608" y="12887"/>
                </a:lnTo>
                <a:lnTo>
                  <a:pt x="2657" y="13837"/>
                </a:lnTo>
                <a:lnTo>
                  <a:pt x="2657" y="14259"/>
                </a:lnTo>
                <a:lnTo>
                  <a:pt x="2510" y="14417"/>
                </a:lnTo>
                <a:lnTo>
                  <a:pt x="2362" y="14524"/>
                </a:lnTo>
                <a:lnTo>
                  <a:pt x="2165" y="14787"/>
                </a:lnTo>
                <a:lnTo>
                  <a:pt x="2017" y="15052"/>
                </a:lnTo>
                <a:lnTo>
                  <a:pt x="1968" y="15316"/>
                </a:lnTo>
                <a:lnTo>
                  <a:pt x="1968" y="15632"/>
                </a:lnTo>
                <a:lnTo>
                  <a:pt x="2017" y="15949"/>
                </a:lnTo>
                <a:lnTo>
                  <a:pt x="2115" y="16266"/>
                </a:lnTo>
                <a:lnTo>
                  <a:pt x="2263" y="16848"/>
                </a:lnTo>
                <a:lnTo>
                  <a:pt x="2903" y="18538"/>
                </a:lnTo>
                <a:lnTo>
                  <a:pt x="2460" y="18009"/>
                </a:lnTo>
                <a:lnTo>
                  <a:pt x="2017" y="17481"/>
                </a:lnTo>
                <a:lnTo>
                  <a:pt x="1623" y="16794"/>
                </a:lnTo>
                <a:lnTo>
                  <a:pt x="1230" y="16107"/>
                </a:lnTo>
                <a:lnTo>
                  <a:pt x="985" y="15369"/>
                </a:lnTo>
                <a:lnTo>
                  <a:pt x="787" y="14629"/>
                </a:lnTo>
                <a:lnTo>
                  <a:pt x="738" y="14154"/>
                </a:lnTo>
                <a:lnTo>
                  <a:pt x="688" y="13679"/>
                </a:lnTo>
                <a:lnTo>
                  <a:pt x="738" y="13204"/>
                </a:lnTo>
                <a:lnTo>
                  <a:pt x="787" y="12728"/>
                </a:lnTo>
                <a:lnTo>
                  <a:pt x="1033" y="11777"/>
                </a:lnTo>
                <a:lnTo>
                  <a:pt x="1280" y="10880"/>
                </a:lnTo>
                <a:lnTo>
                  <a:pt x="1378" y="10615"/>
                </a:lnTo>
                <a:close/>
                <a:moveTo>
                  <a:pt x="12892" y="17956"/>
                </a:moveTo>
                <a:lnTo>
                  <a:pt x="13335" y="18168"/>
                </a:lnTo>
                <a:lnTo>
                  <a:pt x="14318" y="18590"/>
                </a:lnTo>
                <a:lnTo>
                  <a:pt x="14613" y="18696"/>
                </a:lnTo>
                <a:lnTo>
                  <a:pt x="14122" y="19171"/>
                </a:lnTo>
                <a:lnTo>
                  <a:pt x="13630" y="19593"/>
                </a:lnTo>
                <a:lnTo>
                  <a:pt x="12990" y="19118"/>
                </a:lnTo>
                <a:lnTo>
                  <a:pt x="12300" y="18696"/>
                </a:lnTo>
                <a:lnTo>
                  <a:pt x="12595" y="18326"/>
                </a:lnTo>
                <a:lnTo>
                  <a:pt x="12892" y="17956"/>
                </a:lnTo>
                <a:close/>
                <a:moveTo>
                  <a:pt x="3445" y="7499"/>
                </a:moveTo>
                <a:lnTo>
                  <a:pt x="3887" y="7658"/>
                </a:lnTo>
                <a:lnTo>
                  <a:pt x="4380" y="7711"/>
                </a:lnTo>
                <a:lnTo>
                  <a:pt x="5363" y="7711"/>
                </a:lnTo>
                <a:lnTo>
                  <a:pt x="6347" y="7816"/>
                </a:lnTo>
                <a:lnTo>
                  <a:pt x="7332" y="7975"/>
                </a:lnTo>
                <a:lnTo>
                  <a:pt x="7135" y="8133"/>
                </a:lnTo>
                <a:lnTo>
                  <a:pt x="6938" y="8239"/>
                </a:lnTo>
                <a:lnTo>
                  <a:pt x="6545" y="8398"/>
                </a:lnTo>
                <a:lnTo>
                  <a:pt x="6298" y="8556"/>
                </a:lnTo>
                <a:lnTo>
                  <a:pt x="6052" y="8715"/>
                </a:lnTo>
                <a:lnTo>
                  <a:pt x="5855" y="8978"/>
                </a:lnTo>
                <a:lnTo>
                  <a:pt x="5757" y="9243"/>
                </a:lnTo>
                <a:lnTo>
                  <a:pt x="5708" y="9348"/>
                </a:lnTo>
                <a:lnTo>
                  <a:pt x="5757" y="9506"/>
                </a:lnTo>
                <a:lnTo>
                  <a:pt x="5805" y="9612"/>
                </a:lnTo>
                <a:lnTo>
                  <a:pt x="5855" y="9718"/>
                </a:lnTo>
                <a:lnTo>
                  <a:pt x="5953" y="9823"/>
                </a:lnTo>
                <a:lnTo>
                  <a:pt x="6101" y="9823"/>
                </a:lnTo>
                <a:lnTo>
                  <a:pt x="6249" y="9876"/>
                </a:lnTo>
                <a:lnTo>
                  <a:pt x="6298" y="9982"/>
                </a:lnTo>
                <a:lnTo>
                  <a:pt x="6347" y="10246"/>
                </a:lnTo>
                <a:lnTo>
                  <a:pt x="6397" y="10510"/>
                </a:lnTo>
                <a:lnTo>
                  <a:pt x="6397" y="11038"/>
                </a:lnTo>
                <a:lnTo>
                  <a:pt x="6445" y="11248"/>
                </a:lnTo>
                <a:lnTo>
                  <a:pt x="6150" y="10827"/>
                </a:lnTo>
                <a:lnTo>
                  <a:pt x="5855" y="10457"/>
                </a:lnTo>
                <a:lnTo>
                  <a:pt x="5708" y="10352"/>
                </a:lnTo>
                <a:lnTo>
                  <a:pt x="5560" y="10298"/>
                </a:lnTo>
                <a:lnTo>
                  <a:pt x="5363" y="10246"/>
                </a:lnTo>
                <a:lnTo>
                  <a:pt x="5215" y="10298"/>
                </a:lnTo>
                <a:lnTo>
                  <a:pt x="4870" y="10405"/>
                </a:lnTo>
                <a:lnTo>
                  <a:pt x="4575" y="10615"/>
                </a:lnTo>
                <a:lnTo>
                  <a:pt x="4280" y="10932"/>
                </a:lnTo>
                <a:lnTo>
                  <a:pt x="3985" y="11248"/>
                </a:lnTo>
                <a:lnTo>
                  <a:pt x="3788" y="11618"/>
                </a:lnTo>
                <a:lnTo>
                  <a:pt x="3640" y="12042"/>
                </a:lnTo>
                <a:lnTo>
                  <a:pt x="3543" y="12464"/>
                </a:lnTo>
                <a:lnTo>
                  <a:pt x="3493" y="12887"/>
                </a:lnTo>
                <a:lnTo>
                  <a:pt x="3493" y="13309"/>
                </a:lnTo>
                <a:lnTo>
                  <a:pt x="3592" y="13731"/>
                </a:lnTo>
                <a:lnTo>
                  <a:pt x="3592" y="13837"/>
                </a:lnTo>
                <a:lnTo>
                  <a:pt x="3690" y="13890"/>
                </a:lnTo>
                <a:lnTo>
                  <a:pt x="3740" y="13942"/>
                </a:lnTo>
                <a:lnTo>
                  <a:pt x="4232" y="13942"/>
                </a:lnTo>
                <a:lnTo>
                  <a:pt x="4625" y="14049"/>
                </a:lnTo>
                <a:lnTo>
                  <a:pt x="4970" y="14207"/>
                </a:lnTo>
                <a:lnTo>
                  <a:pt x="5314" y="14417"/>
                </a:lnTo>
                <a:lnTo>
                  <a:pt x="5610" y="14682"/>
                </a:lnTo>
                <a:lnTo>
                  <a:pt x="5905" y="14999"/>
                </a:lnTo>
                <a:lnTo>
                  <a:pt x="6397" y="15632"/>
                </a:lnTo>
                <a:lnTo>
                  <a:pt x="5905" y="16054"/>
                </a:lnTo>
                <a:lnTo>
                  <a:pt x="5510" y="16478"/>
                </a:lnTo>
                <a:lnTo>
                  <a:pt x="5117" y="16953"/>
                </a:lnTo>
                <a:lnTo>
                  <a:pt x="4822" y="17481"/>
                </a:lnTo>
                <a:lnTo>
                  <a:pt x="4575" y="18061"/>
                </a:lnTo>
                <a:lnTo>
                  <a:pt x="4380" y="18696"/>
                </a:lnTo>
                <a:lnTo>
                  <a:pt x="4280" y="19330"/>
                </a:lnTo>
                <a:lnTo>
                  <a:pt x="4232" y="19963"/>
                </a:lnTo>
                <a:lnTo>
                  <a:pt x="4133" y="19910"/>
                </a:lnTo>
                <a:lnTo>
                  <a:pt x="3985" y="19751"/>
                </a:lnTo>
                <a:lnTo>
                  <a:pt x="3887" y="19540"/>
                </a:lnTo>
                <a:lnTo>
                  <a:pt x="3297" y="18114"/>
                </a:lnTo>
                <a:lnTo>
                  <a:pt x="2805" y="16848"/>
                </a:lnTo>
                <a:lnTo>
                  <a:pt x="2608" y="16214"/>
                </a:lnTo>
                <a:lnTo>
                  <a:pt x="2510" y="15579"/>
                </a:lnTo>
                <a:lnTo>
                  <a:pt x="2510" y="15316"/>
                </a:lnTo>
                <a:lnTo>
                  <a:pt x="2608" y="15104"/>
                </a:lnTo>
                <a:lnTo>
                  <a:pt x="2755" y="14946"/>
                </a:lnTo>
                <a:lnTo>
                  <a:pt x="2952" y="14787"/>
                </a:lnTo>
                <a:lnTo>
                  <a:pt x="3100" y="14629"/>
                </a:lnTo>
                <a:lnTo>
                  <a:pt x="3198" y="14471"/>
                </a:lnTo>
                <a:lnTo>
                  <a:pt x="3198" y="13995"/>
                </a:lnTo>
                <a:lnTo>
                  <a:pt x="3100" y="12569"/>
                </a:lnTo>
                <a:lnTo>
                  <a:pt x="2903" y="11143"/>
                </a:lnTo>
                <a:lnTo>
                  <a:pt x="2903" y="11038"/>
                </a:lnTo>
                <a:lnTo>
                  <a:pt x="2805" y="10932"/>
                </a:lnTo>
                <a:lnTo>
                  <a:pt x="2608" y="10932"/>
                </a:lnTo>
                <a:lnTo>
                  <a:pt x="1820" y="11618"/>
                </a:lnTo>
                <a:lnTo>
                  <a:pt x="1771" y="11038"/>
                </a:lnTo>
                <a:lnTo>
                  <a:pt x="1820" y="10457"/>
                </a:lnTo>
                <a:lnTo>
                  <a:pt x="1870" y="9876"/>
                </a:lnTo>
                <a:lnTo>
                  <a:pt x="2017" y="9295"/>
                </a:lnTo>
                <a:lnTo>
                  <a:pt x="2017" y="9190"/>
                </a:lnTo>
                <a:lnTo>
                  <a:pt x="1968" y="9085"/>
                </a:lnTo>
                <a:lnTo>
                  <a:pt x="2313" y="8345"/>
                </a:lnTo>
                <a:lnTo>
                  <a:pt x="2657" y="7658"/>
                </a:lnTo>
                <a:lnTo>
                  <a:pt x="3002" y="7711"/>
                </a:lnTo>
                <a:lnTo>
                  <a:pt x="3345" y="7763"/>
                </a:lnTo>
                <a:lnTo>
                  <a:pt x="3445" y="7711"/>
                </a:lnTo>
                <a:lnTo>
                  <a:pt x="3493" y="7658"/>
                </a:lnTo>
                <a:lnTo>
                  <a:pt x="3493" y="7605"/>
                </a:lnTo>
                <a:lnTo>
                  <a:pt x="3445" y="7499"/>
                </a:lnTo>
                <a:close/>
                <a:moveTo>
                  <a:pt x="11809" y="20068"/>
                </a:moveTo>
                <a:lnTo>
                  <a:pt x="12202" y="20121"/>
                </a:lnTo>
                <a:lnTo>
                  <a:pt x="12595" y="20227"/>
                </a:lnTo>
                <a:lnTo>
                  <a:pt x="12350" y="20280"/>
                </a:lnTo>
                <a:lnTo>
                  <a:pt x="12300" y="20227"/>
                </a:lnTo>
                <a:lnTo>
                  <a:pt x="12153" y="20227"/>
                </a:lnTo>
                <a:lnTo>
                  <a:pt x="12055" y="20121"/>
                </a:lnTo>
                <a:lnTo>
                  <a:pt x="11809" y="20068"/>
                </a:lnTo>
                <a:close/>
                <a:moveTo>
                  <a:pt x="7799" y="20412"/>
                </a:moveTo>
                <a:lnTo>
                  <a:pt x="7775" y="20438"/>
                </a:lnTo>
                <a:lnTo>
                  <a:pt x="7725" y="20438"/>
                </a:lnTo>
                <a:lnTo>
                  <a:pt x="7799" y="20412"/>
                </a:lnTo>
                <a:close/>
                <a:moveTo>
                  <a:pt x="9595" y="4226"/>
                </a:moveTo>
                <a:lnTo>
                  <a:pt x="10185" y="4331"/>
                </a:lnTo>
                <a:lnTo>
                  <a:pt x="10775" y="4437"/>
                </a:lnTo>
                <a:lnTo>
                  <a:pt x="11317" y="4542"/>
                </a:lnTo>
                <a:lnTo>
                  <a:pt x="11267" y="4596"/>
                </a:lnTo>
                <a:lnTo>
                  <a:pt x="11267" y="4701"/>
                </a:lnTo>
                <a:lnTo>
                  <a:pt x="11317" y="4701"/>
                </a:lnTo>
                <a:lnTo>
                  <a:pt x="11563" y="4647"/>
                </a:lnTo>
                <a:lnTo>
                  <a:pt x="11760" y="4701"/>
                </a:lnTo>
                <a:lnTo>
                  <a:pt x="11809" y="4701"/>
                </a:lnTo>
                <a:lnTo>
                  <a:pt x="11760" y="4806"/>
                </a:lnTo>
                <a:lnTo>
                  <a:pt x="11760" y="4964"/>
                </a:lnTo>
                <a:lnTo>
                  <a:pt x="11809" y="5017"/>
                </a:lnTo>
                <a:lnTo>
                  <a:pt x="11858" y="5017"/>
                </a:lnTo>
                <a:lnTo>
                  <a:pt x="11957" y="5071"/>
                </a:lnTo>
                <a:lnTo>
                  <a:pt x="12055" y="5122"/>
                </a:lnTo>
                <a:lnTo>
                  <a:pt x="12202" y="5281"/>
                </a:lnTo>
                <a:lnTo>
                  <a:pt x="12350" y="5493"/>
                </a:lnTo>
                <a:lnTo>
                  <a:pt x="12400" y="5546"/>
                </a:lnTo>
                <a:lnTo>
                  <a:pt x="12448" y="5599"/>
                </a:lnTo>
                <a:lnTo>
                  <a:pt x="12497" y="5546"/>
                </a:lnTo>
                <a:lnTo>
                  <a:pt x="12595" y="5387"/>
                </a:lnTo>
                <a:lnTo>
                  <a:pt x="12695" y="5229"/>
                </a:lnTo>
                <a:lnTo>
                  <a:pt x="12793" y="5122"/>
                </a:lnTo>
                <a:lnTo>
                  <a:pt x="13088" y="5229"/>
                </a:lnTo>
                <a:lnTo>
                  <a:pt x="12892" y="5493"/>
                </a:lnTo>
                <a:lnTo>
                  <a:pt x="12743" y="5757"/>
                </a:lnTo>
                <a:lnTo>
                  <a:pt x="12695" y="5863"/>
                </a:lnTo>
                <a:lnTo>
                  <a:pt x="12695" y="6021"/>
                </a:lnTo>
                <a:lnTo>
                  <a:pt x="12842" y="6021"/>
                </a:lnTo>
                <a:lnTo>
                  <a:pt x="12940" y="5968"/>
                </a:lnTo>
                <a:lnTo>
                  <a:pt x="13137" y="5809"/>
                </a:lnTo>
                <a:lnTo>
                  <a:pt x="13482" y="5493"/>
                </a:lnTo>
                <a:lnTo>
                  <a:pt x="13825" y="5704"/>
                </a:lnTo>
                <a:lnTo>
                  <a:pt x="13728" y="5809"/>
                </a:lnTo>
                <a:lnTo>
                  <a:pt x="13383" y="6284"/>
                </a:lnTo>
                <a:lnTo>
                  <a:pt x="13235" y="6496"/>
                </a:lnTo>
                <a:lnTo>
                  <a:pt x="13137" y="6761"/>
                </a:lnTo>
                <a:lnTo>
                  <a:pt x="13137" y="6813"/>
                </a:lnTo>
                <a:lnTo>
                  <a:pt x="13187" y="6813"/>
                </a:lnTo>
                <a:lnTo>
                  <a:pt x="13432" y="6708"/>
                </a:lnTo>
                <a:lnTo>
                  <a:pt x="13678" y="6549"/>
                </a:lnTo>
                <a:lnTo>
                  <a:pt x="14072" y="6233"/>
                </a:lnTo>
                <a:lnTo>
                  <a:pt x="14269" y="6021"/>
                </a:lnTo>
                <a:lnTo>
                  <a:pt x="14515" y="6179"/>
                </a:lnTo>
                <a:lnTo>
                  <a:pt x="14170" y="6549"/>
                </a:lnTo>
                <a:lnTo>
                  <a:pt x="13777" y="7024"/>
                </a:lnTo>
                <a:lnTo>
                  <a:pt x="13482" y="7499"/>
                </a:lnTo>
                <a:lnTo>
                  <a:pt x="13335" y="7553"/>
                </a:lnTo>
                <a:lnTo>
                  <a:pt x="12940" y="7763"/>
                </a:lnTo>
                <a:lnTo>
                  <a:pt x="12595" y="7975"/>
                </a:lnTo>
                <a:lnTo>
                  <a:pt x="12448" y="7975"/>
                </a:lnTo>
                <a:lnTo>
                  <a:pt x="12252" y="8028"/>
                </a:lnTo>
                <a:lnTo>
                  <a:pt x="11809" y="8291"/>
                </a:lnTo>
                <a:lnTo>
                  <a:pt x="11465" y="8608"/>
                </a:lnTo>
                <a:lnTo>
                  <a:pt x="11218" y="8766"/>
                </a:lnTo>
                <a:lnTo>
                  <a:pt x="10825" y="9136"/>
                </a:lnTo>
                <a:lnTo>
                  <a:pt x="10628" y="9453"/>
                </a:lnTo>
                <a:lnTo>
                  <a:pt x="10382" y="9718"/>
                </a:lnTo>
                <a:lnTo>
                  <a:pt x="10235" y="10035"/>
                </a:lnTo>
                <a:lnTo>
                  <a:pt x="10185" y="10298"/>
                </a:lnTo>
                <a:lnTo>
                  <a:pt x="10235" y="10405"/>
                </a:lnTo>
                <a:lnTo>
                  <a:pt x="10283" y="10510"/>
                </a:lnTo>
                <a:lnTo>
                  <a:pt x="10382" y="10615"/>
                </a:lnTo>
                <a:lnTo>
                  <a:pt x="10530" y="10668"/>
                </a:lnTo>
                <a:lnTo>
                  <a:pt x="10727" y="10668"/>
                </a:lnTo>
                <a:lnTo>
                  <a:pt x="10923" y="10563"/>
                </a:lnTo>
                <a:lnTo>
                  <a:pt x="11267" y="10352"/>
                </a:lnTo>
                <a:lnTo>
                  <a:pt x="11465" y="10298"/>
                </a:lnTo>
                <a:lnTo>
                  <a:pt x="11710" y="10405"/>
                </a:lnTo>
                <a:lnTo>
                  <a:pt x="11809" y="10457"/>
                </a:lnTo>
                <a:lnTo>
                  <a:pt x="11907" y="10563"/>
                </a:lnTo>
                <a:lnTo>
                  <a:pt x="11957" y="10668"/>
                </a:lnTo>
                <a:lnTo>
                  <a:pt x="11957" y="10773"/>
                </a:lnTo>
                <a:lnTo>
                  <a:pt x="11858" y="10932"/>
                </a:lnTo>
                <a:lnTo>
                  <a:pt x="11710" y="11143"/>
                </a:lnTo>
                <a:lnTo>
                  <a:pt x="11513" y="11302"/>
                </a:lnTo>
                <a:lnTo>
                  <a:pt x="11267" y="11460"/>
                </a:lnTo>
                <a:lnTo>
                  <a:pt x="10923" y="11618"/>
                </a:lnTo>
                <a:lnTo>
                  <a:pt x="10677" y="11725"/>
                </a:lnTo>
                <a:lnTo>
                  <a:pt x="10382" y="11883"/>
                </a:lnTo>
                <a:lnTo>
                  <a:pt x="10135" y="12094"/>
                </a:lnTo>
                <a:lnTo>
                  <a:pt x="10087" y="12200"/>
                </a:lnTo>
                <a:lnTo>
                  <a:pt x="10037" y="12358"/>
                </a:lnTo>
                <a:lnTo>
                  <a:pt x="9988" y="12622"/>
                </a:lnTo>
                <a:lnTo>
                  <a:pt x="10087" y="12834"/>
                </a:lnTo>
                <a:lnTo>
                  <a:pt x="10235" y="13045"/>
                </a:lnTo>
                <a:lnTo>
                  <a:pt x="10430" y="13150"/>
                </a:lnTo>
                <a:lnTo>
                  <a:pt x="10578" y="13204"/>
                </a:lnTo>
                <a:lnTo>
                  <a:pt x="10775" y="13255"/>
                </a:lnTo>
                <a:lnTo>
                  <a:pt x="11070" y="13150"/>
                </a:lnTo>
                <a:lnTo>
                  <a:pt x="11660" y="12887"/>
                </a:lnTo>
                <a:lnTo>
                  <a:pt x="12350" y="12887"/>
                </a:lnTo>
                <a:lnTo>
                  <a:pt x="12595" y="12780"/>
                </a:lnTo>
                <a:lnTo>
                  <a:pt x="12842" y="12622"/>
                </a:lnTo>
                <a:lnTo>
                  <a:pt x="12990" y="12464"/>
                </a:lnTo>
                <a:lnTo>
                  <a:pt x="13137" y="12305"/>
                </a:lnTo>
                <a:lnTo>
                  <a:pt x="13285" y="12305"/>
                </a:lnTo>
                <a:lnTo>
                  <a:pt x="13482" y="12358"/>
                </a:lnTo>
                <a:lnTo>
                  <a:pt x="13530" y="12410"/>
                </a:lnTo>
                <a:lnTo>
                  <a:pt x="13580" y="12410"/>
                </a:lnTo>
                <a:lnTo>
                  <a:pt x="13678" y="12464"/>
                </a:lnTo>
                <a:lnTo>
                  <a:pt x="13925" y="12675"/>
                </a:lnTo>
                <a:lnTo>
                  <a:pt x="14170" y="12939"/>
                </a:lnTo>
                <a:lnTo>
                  <a:pt x="14908" y="13890"/>
                </a:lnTo>
                <a:lnTo>
                  <a:pt x="13925" y="13520"/>
                </a:lnTo>
                <a:lnTo>
                  <a:pt x="13432" y="13362"/>
                </a:lnTo>
                <a:lnTo>
                  <a:pt x="12940" y="13204"/>
                </a:lnTo>
                <a:lnTo>
                  <a:pt x="12892" y="13255"/>
                </a:lnTo>
                <a:lnTo>
                  <a:pt x="12448" y="13204"/>
                </a:lnTo>
                <a:lnTo>
                  <a:pt x="12005" y="13255"/>
                </a:lnTo>
                <a:lnTo>
                  <a:pt x="11563" y="13362"/>
                </a:lnTo>
                <a:lnTo>
                  <a:pt x="11170" y="13520"/>
                </a:lnTo>
                <a:lnTo>
                  <a:pt x="11120" y="13572"/>
                </a:lnTo>
                <a:lnTo>
                  <a:pt x="10923" y="13572"/>
                </a:lnTo>
                <a:lnTo>
                  <a:pt x="10235" y="13731"/>
                </a:lnTo>
                <a:lnTo>
                  <a:pt x="9545" y="13890"/>
                </a:lnTo>
                <a:lnTo>
                  <a:pt x="9300" y="13942"/>
                </a:lnTo>
                <a:lnTo>
                  <a:pt x="9103" y="14101"/>
                </a:lnTo>
                <a:lnTo>
                  <a:pt x="8955" y="14259"/>
                </a:lnTo>
                <a:lnTo>
                  <a:pt x="8807" y="14524"/>
                </a:lnTo>
                <a:lnTo>
                  <a:pt x="8709" y="14787"/>
                </a:lnTo>
                <a:lnTo>
                  <a:pt x="8709" y="15262"/>
                </a:lnTo>
                <a:lnTo>
                  <a:pt x="8758" y="15527"/>
                </a:lnTo>
                <a:lnTo>
                  <a:pt x="8857" y="15791"/>
                </a:lnTo>
                <a:lnTo>
                  <a:pt x="9005" y="16002"/>
                </a:lnTo>
                <a:lnTo>
                  <a:pt x="9152" y="16161"/>
                </a:lnTo>
                <a:lnTo>
                  <a:pt x="9348" y="16319"/>
                </a:lnTo>
                <a:lnTo>
                  <a:pt x="9545" y="16424"/>
                </a:lnTo>
                <a:lnTo>
                  <a:pt x="9792" y="16478"/>
                </a:lnTo>
                <a:lnTo>
                  <a:pt x="10037" y="16531"/>
                </a:lnTo>
                <a:lnTo>
                  <a:pt x="10430" y="16531"/>
                </a:lnTo>
                <a:lnTo>
                  <a:pt x="10530" y="16636"/>
                </a:lnTo>
                <a:lnTo>
                  <a:pt x="10628" y="16794"/>
                </a:lnTo>
                <a:lnTo>
                  <a:pt x="10677" y="17006"/>
                </a:lnTo>
                <a:lnTo>
                  <a:pt x="10775" y="17428"/>
                </a:lnTo>
                <a:lnTo>
                  <a:pt x="10825" y="17798"/>
                </a:lnTo>
                <a:lnTo>
                  <a:pt x="10874" y="18009"/>
                </a:lnTo>
                <a:lnTo>
                  <a:pt x="10530" y="17903"/>
                </a:lnTo>
                <a:lnTo>
                  <a:pt x="10235" y="17851"/>
                </a:lnTo>
                <a:lnTo>
                  <a:pt x="10135" y="17798"/>
                </a:lnTo>
                <a:lnTo>
                  <a:pt x="10087" y="17586"/>
                </a:lnTo>
                <a:lnTo>
                  <a:pt x="10087" y="17534"/>
                </a:lnTo>
                <a:lnTo>
                  <a:pt x="9988" y="17534"/>
                </a:lnTo>
                <a:lnTo>
                  <a:pt x="9988" y="17586"/>
                </a:lnTo>
                <a:lnTo>
                  <a:pt x="9940" y="17956"/>
                </a:lnTo>
                <a:lnTo>
                  <a:pt x="9940" y="18009"/>
                </a:lnTo>
                <a:lnTo>
                  <a:pt x="9988" y="18061"/>
                </a:lnTo>
                <a:lnTo>
                  <a:pt x="10530" y="18326"/>
                </a:lnTo>
                <a:lnTo>
                  <a:pt x="11070" y="18643"/>
                </a:lnTo>
                <a:lnTo>
                  <a:pt x="11317" y="19171"/>
                </a:lnTo>
                <a:lnTo>
                  <a:pt x="11365" y="19276"/>
                </a:lnTo>
                <a:lnTo>
                  <a:pt x="11465" y="19330"/>
                </a:lnTo>
                <a:lnTo>
                  <a:pt x="11563" y="19330"/>
                </a:lnTo>
                <a:lnTo>
                  <a:pt x="11660" y="19276"/>
                </a:lnTo>
                <a:lnTo>
                  <a:pt x="11858" y="19118"/>
                </a:lnTo>
                <a:lnTo>
                  <a:pt x="12645" y="19593"/>
                </a:lnTo>
                <a:lnTo>
                  <a:pt x="12448" y="19593"/>
                </a:lnTo>
                <a:lnTo>
                  <a:pt x="11465" y="19488"/>
                </a:lnTo>
                <a:lnTo>
                  <a:pt x="10530" y="19488"/>
                </a:lnTo>
                <a:lnTo>
                  <a:pt x="9890" y="19013"/>
                </a:lnTo>
                <a:lnTo>
                  <a:pt x="9200" y="18590"/>
                </a:lnTo>
                <a:lnTo>
                  <a:pt x="9152" y="18538"/>
                </a:lnTo>
                <a:lnTo>
                  <a:pt x="9053" y="18590"/>
                </a:lnTo>
                <a:lnTo>
                  <a:pt x="9053" y="18748"/>
                </a:lnTo>
                <a:lnTo>
                  <a:pt x="9348" y="19171"/>
                </a:lnTo>
                <a:lnTo>
                  <a:pt x="9693" y="19540"/>
                </a:lnTo>
                <a:lnTo>
                  <a:pt x="9250" y="19593"/>
                </a:lnTo>
                <a:lnTo>
                  <a:pt x="8807" y="19646"/>
                </a:lnTo>
                <a:lnTo>
                  <a:pt x="8463" y="19330"/>
                </a:lnTo>
                <a:lnTo>
                  <a:pt x="8168" y="18960"/>
                </a:lnTo>
                <a:lnTo>
                  <a:pt x="8070" y="18960"/>
                </a:lnTo>
                <a:lnTo>
                  <a:pt x="7970" y="19065"/>
                </a:lnTo>
                <a:lnTo>
                  <a:pt x="7922" y="19276"/>
                </a:lnTo>
                <a:lnTo>
                  <a:pt x="7970" y="19435"/>
                </a:lnTo>
                <a:lnTo>
                  <a:pt x="8020" y="19646"/>
                </a:lnTo>
                <a:lnTo>
                  <a:pt x="8168" y="19805"/>
                </a:lnTo>
                <a:lnTo>
                  <a:pt x="7725" y="19910"/>
                </a:lnTo>
                <a:lnTo>
                  <a:pt x="7282" y="20068"/>
                </a:lnTo>
                <a:lnTo>
                  <a:pt x="7233" y="20016"/>
                </a:lnTo>
                <a:lnTo>
                  <a:pt x="6938" y="19698"/>
                </a:lnTo>
                <a:lnTo>
                  <a:pt x="6740" y="19593"/>
                </a:lnTo>
                <a:lnTo>
                  <a:pt x="6593" y="19540"/>
                </a:lnTo>
                <a:lnTo>
                  <a:pt x="6545" y="19540"/>
                </a:lnTo>
                <a:lnTo>
                  <a:pt x="6545" y="19698"/>
                </a:lnTo>
                <a:lnTo>
                  <a:pt x="6593" y="19858"/>
                </a:lnTo>
                <a:lnTo>
                  <a:pt x="6692" y="20068"/>
                </a:lnTo>
                <a:lnTo>
                  <a:pt x="6840" y="20280"/>
                </a:lnTo>
                <a:lnTo>
                  <a:pt x="6888" y="20280"/>
                </a:lnTo>
                <a:lnTo>
                  <a:pt x="6495" y="20597"/>
                </a:lnTo>
                <a:lnTo>
                  <a:pt x="6200" y="20543"/>
                </a:lnTo>
                <a:lnTo>
                  <a:pt x="5510" y="20438"/>
                </a:lnTo>
                <a:lnTo>
                  <a:pt x="5167" y="20385"/>
                </a:lnTo>
                <a:lnTo>
                  <a:pt x="4822" y="20280"/>
                </a:lnTo>
                <a:lnTo>
                  <a:pt x="4920" y="20175"/>
                </a:lnTo>
                <a:lnTo>
                  <a:pt x="4970" y="20016"/>
                </a:lnTo>
                <a:lnTo>
                  <a:pt x="4970" y="19910"/>
                </a:lnTo>
                <a:lnTo>
                  <a:pt x="4920" y="19751"/>
                </a:lnTo>
                <a:lnTo>
                  <a:pt x="4870" y="19646"/>
                </a:lnTo>
                <a:lnTo>
                  <a:pt x="4773" y="19593"/>
                </a:lnTo>
                <a:lnTo>
                  <a:pt x="4870" y="19065"/>
                </a:lnTo>
                <a:lnTo>
                  <a:pt x="5018" y="18538"/>
                </a:lnTo>
                <a:lnTo>
                  <a:pt x="5215" y="18009"/>
                </a:lnTo>
                <a:lnTo>
                  <a:pt x="5462" y="17534"/>
                </a:lnTo>
                <a:lnTo>
                  <a:pt x="5757" y="17058"/>
                </a:lnTo>
                <a:lnTo>
                  <a:pt x="6101" y="16636"/>
                </a:lnTo>
                <a:lnTo>
                  <a:pt x="6495" y="16266"/>
                </a:lnTo>
                <a:lnTo>
                  <a:pt x="6938" y="16002"/>
                </a:lnTo>
                <a:lnTo>
                  <a:pt x="7035" y="15896"/>
                </a:lnTo>
                <a:lnTo>
                  <a:pt x="7085" y="15737"/>
                </a:lnTo>
                <a:lnTo>
                  <a:pt x="7085" y="15632"/>
                </a:lnTo>
                <a:lnTo>
                  <a:pt x="6987" y="15527"/>
                </a:lnTo>
                <a:lnTo>
                  <a:pt x="6397" y="14734"/>
                </a:lnTo>
                <a:lnTo>
                  <a:pt x="6101" y="14365"/>
                </a:lnTo>
                <a:lnTo>
                  <a:pt x="5757" y="14049"/>
                </a:lnTo>
                <a:lnTo>
                  <a:pt x="5363" y="13784"/>
                </a:lnTo>
                <a:lnTo>
                  <a:pt x="4970" y="13572"/>
                </a:lnTo>
                <a:lnTo>
                  <a:pt x="4527" y="13414"/>
                </a:lnTo>
                <a:lnTo>
                  <a:pt x="4084" y="13362"/>
                </a:lnTo>
                <a:lnTo>
                  <a:pt x="4084" y="12780"/>
                </a:lnTo>
                <a:lnTo>
                  <a:pt x="4182" y="12252"/>
                </a:lnTo>
                <a:lnTo>
                  <a:pt x="4380" y="11777"/>
                </a:lnTo>
                <a:lnTo>
                  <a:pt x="4675" y="11355"/>
                </a:lnTo>
                <a:lnTo>
                  <a:pt x="4870" y="11143"/>
                </a:lnTo>
                <a:lnTo>
                  <a:pt x="5117" y="10932"/>
                </a:lnTo>
                <a:lnTo>
                  <a:pt x="5215" y="10880"/>
                </a:lnTo>
                <a:lnTo>
                  <a:pt x="5314" y="10880"/>
                </a:lnTo>
                <a:lnTo>
                  <a:pt x="5412" y="10932"/>
                </a:lnTo>
                <a:lnTo>
                  <a:pt x="5510" y="10985"/>
                </a:lnTo>
                <a:lnTo>
                  <a:pt x="5658" y="11143"/>
                </a:lnTo>
                <a:lnTo>
                  <a:pt x="5805" y="11355"/>
                </a:lnTo>
                <a:lnTo>
                  <a:pt x="6593" y="12464"/>
                </a:lnTo>
                <a:lnTo>
                  <a:pt x="6740" y="12569"/>
                </a:lnTo>
                <a:lnTo>
                  <a:pt x="6888" y="12622"/>
                </a:lnTo>
                <a:lnTo>
                  <a:pt x="6987" y="12569"/>
                </a:lnTo>
                <a:lnTo>
                  <a:pt x="7035" y="12517"/>
                </a:lnTo>
                <a:lnTo>
                  <a:pt x="7085" y="12410"/>
                </a:lnTo>
                <a:lnTo>
                  <a:pt x="7085" y="12305"/>
                </a:lnTo>
                <a:lnTo>
                  <a:pt x="6888" y="10087"/>
                </a:lnTo>
                <a:lnTo>
                  <a:pt x="6840" y="9823"/>
                </a:lnTo>
                <a:lnTo>
                  <a:pt x="6692" y="9560"/>
                </a:lnTo>
                <a:lnTo>
                  <a:pt x="6545" y="9348"/>
                </a:lnTo>
                <a:lnTo>
                  <a:pt x="6249" y="9295"/>
                </a:lnTo>
                <a:lnTo>
                  <a:pt x="6347" y="9243"/>
                </a:lnTo>
                <a:lnTo>
                  <a:pt x="6495" y="9136"/>
                </a:lnTo>
                <a:lnTo>
                  <a:pt x="6740" y="8925"/>
                </a:lnTo>
                <a:lnTo>
                  <a:pt x="7282" y="8661"/>
                </a:lnTo>
                <a:lnTo>
                  <a:pt x="7528" y="8556"/>
                </a:lnTo>
                <a:lnTo>
                  <a:pt x="7725" y="8345"/>
                </a:lnTo>
                <a:lnTo>
                  <a:pt x="7872" y="8133"/>
                </a:lnTo>
                <a:lnTo>
                  <a:pt x="8020" y="7869"/>
                </a:lnTo>
                <a:lnTo>
                  <a:pt x="8020" y="7763"/>
                </a:lnTo>
                <a:lnTo>
                  <a:pt x="7970" y="7658"/>
                </a:lnTo>
                <a:lnTo>
                  <a:pt x="7922" y="7553"/>
                </a:lnTo>
                <a:lnTo>
                  <a:pt x="7823" y="7499"/>
                </a:lnTo>
                <a:lnTo>
                  <a:pt x="6692" y="7341"/>
                </a:lnTo>
                <a:lnTo>
                  <a:pt x="5510" y="7183"/>
                </a:lnTo>
                <a:lnTo>
                  <a:pt x="5018" y="7183"/>
                </a:lnTo>
                <a:lnTo>
                  <a:pt x="4428" y="7129"/>
                </a:lnTo>
                <a:lnTo>
                  <a:pt x="3887" y="7183"/>
                </a:lnTo>
                <a:lnTo>
                  <a:pt x="3640" y="7236"/>
                </a:lnTo>
                <a:lnTo>
                  <a:pt x="3395" y="7341"/>
                </a:lnTo>
                <a:lnTo>
                  <a:pt x="3345" y="7394"/>
                </a:lnTo>
                <a:lnTo>
                  <a:pt x="3395" y="7499"/>
                </a:lnTo>
                <a:lnTo>
                  <a:pt x="2903" y="7288"/>
                </a:lnTo>
                <a:lnTo>
                  <a:pt x="3297" y="6813"/>
                </a:lnTo>
                <a:lnTo>
                  <a:pt x="3690" y="6338"/>
                </a:lnTo>
                <a:lnTo>
                  <a:pt x="4133" y="5968"/>
                </a:lnTo>
                <a:lnTo>
                  <a:pt x="4625" y="5599"/>
                </a:lnTo>
                <a:lnTo>
                  <a:pt x="5117" y="5281"/>
                </a:lnTo>
                <a:lnTo>
                  <a:pt x="5658" y="4964"/>
                </a:lnTo>
                <a:lnTo>
                  <a:pt x="6200" y="4754"/>
                </a:lnTo>
                <a:lnTo>
                  <a:pt x="6740" y="4542"/>
                </a:lnTo>
                <a:lnTo>
                  <a:pt x="7332" y="4384"/>
                </a:lnTo>
                <a:lnTo>
                  <a:pt x="7922" y="4279"/>
                </a:lnTo>
                <a:lnTo>
                  <a:pt x="8463" y="4226"/>
                </a:lnTo>
                <a:close/>
                <a:moveTo>
                  <a:pt x="7233" y="20650"/>
                </a:moveTo>
                <a:lnTo>
                  <a:pt x="7282" y="20702"/>
                </a:lnTo>
                <a:lnTo>
                  <a:pt x="7183" y="20702"/>
                </a:lnTo>
                <a:lnTo>
                  <a:pt x="7233" y="20650"/>
                </a:lnTo>
                <a:close/>
                <a:moveTo>
                  <a:pt x="10333" y="20016"/>
                </a:moveTo>
                <a:lnTo>
                  <a:pt x="10677" y="20227"/>
                </a:lnTo>
                <a:lnTo>
                  <a:pt x="11120" y="20438"/>
                </a:lnTo>
                <a:lnTo>
                  <a:pt x="11513" y="20597"/>
                </a:lnTo>
                <a:lnTo>
                  <a:pt x="10972" y="20702"/>
                </a:lnTo>
                <a:lnTo>
                  <a:pt x="10382" y="20755"/>
                </a:lnTo>
                <a:lnTo>
                  <a:pt x="10333" y="20597"/>
                </a:lnTo>
                <a:lnTo>
                  <a:pt x="10235" y="20491"/>
                </a:lnTo>
                <a:lnTo>
                  <a:pt x="9742" y="20333"/>
                </a:lnTo>
                <a:lnTo>
                  <a:pt x="9348" y="20068"/>
                </a:lnTo>
                <a:lnTo>
                  <a:pt x="10087" y="20016"/>
                </a:lnTo>
                <a:close/>
                <a:moveTo>
                  <a:pt x="8610" y="20175"/>
                </a:moveTo>
                <a:lnTo>
                  <a:pt x="8807" y="20333"/>
                </a:lnTo>
                <a:lnTo>
                  <a:pt x="9103" y="20597"/>
                </a:lnTo>
                <a:lnTo>
                  <a:pt x="9398" y="20808"/>
                </a:lnTo>
                <a:lnTo>
                  <a:pt x="8118" y="20755"/>
                </a:lnTo>
                <a:lnTo>
                  <a:pt x="8118" y="20543"/>
                </a:lnTo>
                <a:lnTo>
                  <a:pt x="8020" y="20438"/>
                </a:lnTo>
                <a:lnTo>
                  <a:pt x="7922" y="20385"/>
                </a:lnTo>
                <a:lnTo>
                  <a:pt x="7872" y="20385"/>
                </a:lnTo>
                <a:lnTo>
                  <a:pt x="8020" y="20333"/>
                </a:lnTo>
                <a:lnTo>
                  <a:pt x="8610" y="20175"/>
                </a:lnTo>
                <a:close/>
                <a:moveTo>
                  <a:pt x="9152" y="3434"/>
                </a:moveTo>
                <a:lnTo>
                  <a:pt x="9053" y="3486"/>
                </a:lnTo>
                <a:lnTo>
                  <a:pt x="8955" y="3592"/>
                </a:lnTo>
                <a:lnTo>
                  <a:pt x="8217" y="3644"/>
                </a:lnTo>
                <a:lnTo>
                  <a:pt x="7430" y="3750"/>
                </a:lnTo>
                <a:lnTo>
                  <a:pt x="6740" y="3909"/>
                </a:lnTo>
                <a:lnTo>
                  <a:pt x="6003" y="4119"/>
                </a:lnTo>
                <a:lnTo>
                  <a:pt x="5265" y="4437"/>
                </a:lnTo>
                <a:lnTo>
                  <a:pt x="4527" y="4859"/>
                </a:lnTo>
                <a:lnTo>
                  <a:pt x="3887" y="5334"/>
                </a:lnTo>
                <a:lnTo>
                  <a:pt x="3297" y="5916"/>
                </a:lnTo>
                <a:lnTo>
                  <a:pt x="2706" y="6496"/>
                </a:lnTo>
                <a:lnTo>
                  <a:pt x="2215" y="7183"/>
                </a:lnTo>
                <a:lnTo>
                  <a:pt x="1771" y="7869"/>
                </a:lnTo>
                <a:lnTo>
                  <a:pt x="1427" y="8661"/>
                </a:lnTo>
                <a:lnTo>
                  <a:pt x="985" y="9665"/>
                </a:lnTo>
                <a:lnTo>
                  <a:pt x="640" y="10722"/>
                </a:lnTo>
                <a:lnTo>
                  <a:pt x="295" y="11777"/>
                </a:lnTo>
                <a:lnTo>
                  <a:pt x="98" y="12834"/>
                </a:lnTo>
                <a:lnTo>
                  <a:pt x="50" y="13309"/>
                </a:lnTo>
                <a:lnTo>
                  <a:pt x="0" y="13837"/>
                </a:lnTo>
                <a:lnTo>
                  <a:pt x="50" y="14312"/>
                </a:lnTo>
                <a:lnTo>
                  <a:pt x="98" y="14787"/>
                </a:lnTo>
                <a:lnTo>
                  <a:pt x="197" y="15262"/>
                </a:lnTo>
                <a:lnTo>
                  <a:pt x="345" y="15737"/>
                </a:lnTo>
                <a:lnTo>
                  <a:pt x="492" y="16214"/>
                </a:lnTo>
                <a:lnTo>
                  <a:pt x="688" y="16636"/>
                </a:lnTo>
                <a:lnTo>
                  <a:pt x="1180" y="17481"/>
                </a:lnTo>
                <a:lnTo>
                  <a:pt x="1722" y="18273"/>
                </a:lnTo>
                <a:lnTo>
                  <a:pt x="2313" y="19013"/>
                </a:lnTo>
                <a:lnTo>
                  <a:pt x="2952" y="19751"/>
                </a:lnTo>
                <a:lnTo>
                  <a:pt x="3297" y="20121"/>
                </a:lnTo>
                <a:lnTo>
                  <a:pt x="3690" y="20491"/>
                </a:lnTo>
                <a:lnTo>
                  <a:pt x="3788" y="20650"/>
                </a:lnTo>
                <a:lnTo>
                  <a:pt x="3887" y="20755"/>
                </a:lnTo>
                <a:lnTo>
                  <a:pt x="4035" y="20808"/>
                </a:lnTo>
                <a:lnTo>
                  <a:pt x="4182" y="20808"/>
                </a:lnTo>
                <a:lnTo>
                  <a:pt x="4280" y="20913"/>
                </a:lnTo>
                <a:lnTo>
                  <a:pt x="4773" y="21072"/>
                </a:lnTo>
                <a:lnTo>
                  <a:pt x="5215" y="21230"/>
                </a:lnTo>
                <a:lnTo>
                  <a:pt x="6200" y="21337"/>
                </a:lnTo>
                <a:lnTo>
                  <a:pt x="8070" y="21547"/>
                </a:lnTo>
                <a:lnTo>
                  <a:pt x="9005" y="21600"/>
                </a:lnTo>
                <a:lnTo>
                  <a:pt x="9940" y="21600"/>
                </a:lnTo>
                <a:lnTo>
                  <a:pt x="10874" y="21495"/>
                </a:lnTo>
                <a:lnTo>
                  <a:pt x="11760" y="21283"/>
                </a:lnTo>
                <a:lnTo>
                  <a:pt x="12695" y="21020"/>
                </a:lnTo>
                <a:lnTo>
                  <a:pt x="13088" y="20808"/>
                </a:lnTo>
                <a:lnTo>
                  <a:pt x="13530" y="20597"/>
                </a:lnTo>
                <a:lnTo>
                  <a:pt x="13925" y="20385"/>
                </a:lnTo>
                <a:lnTo>
                  <a:pt x="14318" y="20121"/>
                </a:lnTo>
                <a:lnTo>
                  <a:pt x="14958" y="19488"/>
                </a:lnTo>
                <a:lnTo>
                  <a:pt x="15597" y="18801"/>
                </a:lnTo>
                <a:lnTo>
                  <a:pt x="16139" y="18009"/>
                </a:lnTo>
                <a:lnTo>
                  <a:pt x="16630" y="17216"/>
                </a:lnTo>
                <a:lnTo>
                  <a:pt x="17073" y="16372"/>
                </a:lnTo>
                <a:lnTo>
                  <a:pt x="17418" y="15474"/>
                </a:lnTo>
                <a:lnTo>
                  <a:pt x="17762" y="14629"/>
                </a:lnTo>
                <a:lnTo>
                  <a:pt x="18008" y="13625"/>
                </a:lnTo>
                <a:lnTo>
                  <a:pt x="18107" y="13097"/>
                </a:lnTo>
                <a:lnTo>
                  <a:pt x="18205" y="12569"/>
                </a:lnTo>
                <a:lnTo>
                  <a:pt x="18205" y="11038"/>
                </a:lnTo>
                <a:lnTo>
                  <a:pt x="18107" y="10510"/>
                </a:lnTo>
                <a:lnTo>
                  <a:pt x="18008" y="10035"/>
                </a:lnTo>
                <a:lnTo>
                  <a:pt x="17910" y="9560"/>
                </a:lnTo>
                <a:lnTo>
                  <a:pt x="17713" y="9136"/>
                </a:lnTo>
                <a:lnTo>
                  <a:pt x="17517" y="8715"/>
                </a:lnTo>
                <a:lnTo>
                  <a:pt x="17025" y="7869"/>
                </a:lnTo>
                <a:lnTo>
                  <a:pt x="16483" y="7078"/>
                </a:lnTo>
                <a:lnTo>
                  <a:pt x="15892" y="6443"/>
                </a:lnTo>
                <a:lnTo>
                  <a:pt x="15253" y="5809"/>
                </a:lnTo>
                <a:lnTo>
                  <a:pt x="14613" y="5281"/>
                </a:lnTo>
                <a:lnTo>
                  <a:pt x="13875" y="4806"/>
                </a:lnTo>
                <a:lnTo>
                  <a:pt x="13137" y="4384"/>
                </a:lnTo>
                <a:lnTo>
                  <a:pt x="12350" y="4014"/>
                </a:lnTo>
                <a:lnTo>
                  <a:pt x="11513" y="3750"/>
                </a:lnTo>
                <a:lnTo>
                  <a:pt x="10727" y="3539"/>
                </a:lnTo>
                <a:lnTo>
                  <a:pt x="9988" y="3434"/>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362" name="Google Shape;168;p2"/>
          <p:cNvSpPr/>
          <p:nvPr/>
        </p:nvSpPr>
        <p:spPr>
          <a:xfrm>
            <a:off x="8364509" y="3346842"/>
            <a:ext cx="873743" cy="600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071" y="4030"/>
                </a:moveTo>
                <a:lnTo>
                  <a:pt x="12025" y="4095"/>
                </a:lnTo>
                <a:lnTo>
                  <a:pt x="11934" y="4162"/>
                </a:lnTo>
                <a:lnTo>
                  <a:pt x="11889" y="4426"/>
                </a:lnTo>
                <a:lnTo>
                  <a:pt x="11934" y="4624"/>
                </a:lnTo>
                <a:lnTo>
                  <a:pt x="12025" y="4691"/>
                </a:lnTo>
                <a:lnTo>
                  <a:pt x="12071" y="4756"/>
                </a:lnTo>
                <a:lnTo>
                  <a:pt x="12297" y="4756"/>
                </a:lnTo>
                <a:lnTo>
                  <a:pt x="12343" y="4691"/>
                </a:lnTo>
                <a:lnTo>
                  <a:pt x="12433" y="4558"/>
                </a:lnTo>
                <a:lnTo>
                  <a:pt x="12433" y="4228"/>
                </a:lnTo>
                <a:lnTo>
                  <a:pt x="12343" y="4095"/>
                </a:lnTo>
                <a:lnTo>
                  <a:pt x="12297" y="4030"/>
                </a:lnTo>
                <a:close/>
                <a:moveTo>
                  <a:pt x="12116" y="5746"/>
                </a:moveTo>
                <a:lnTo>
                  <a:pt x="12025" y="5879"/>
                </a:lnTo>
                <a:lnTo>
                  <a:pt x="11979" y="5944"/>
                </a:lnTo>
                <a:lnTo>
                  <a:pt x="11979" y="6276"/>
                </a:lnTo>
                <a:lnTo>
                  <a:pt x="12071" y="6342"/>
                </a:lnTo>
                <a:lnTo>
                  <a:pt x="12116" y="6407"/>
                </a:lnTo>
                <a:lnTo>
                  <a:pt x="12297" y="6407"/>
                </a:lnTo>
                <a:lnTo>
                  <a:pt x="12343" y="6342"/>
                </a:lnTo>
                <a:lnTo>
                  <a:pt x="12388" y="6276"/>
                </a:lnTo>
                <a:lnTo>
                  <a:pt x="12433" y="6078"/>
                </a:lnTo>
                <a:lnTo>
                  <a:pt x="12388" y="5944"/>
                </a:lnTo>
                <a:lnTo>
                  <a:pt x="12343" y="5813"/>
                </a:lnTo>
                <a:lnTo>
                  <a:pt x="12297" y="5746"/>
                </a:lnTo>
                <a:close/>
                <a:moveTo>
                  <a:pt x="14249" y="5483"/>
                </a:moveTo>
                <a:lnTo>
                  <a:pt x="14113" y="5548"/>
                </a:lnTo>
                <a:lnTo>
                  <a:pt x="14021" y="5615"/>
                </a:lnTo>
                <a:lnTo>
                  <a:pt x="13976" y="5746"/>
                </a:lnTo>
                <a:lnTo>
                  <a:pt x="13931" y="5879"/>
                </a:lnTo>
                <a:lnTo>
                  <a:pt x="13931" y="6144"/>
                </a:lnTo>
                <a:lnTo>
                  <a:pt x="13976" y="6276"/>
                </a:lnTo>
                <a:lnTo>
                  <a:pt x="14067" y="6342"/>
                </a:lnTo>
                <a:lnTo>
                  <a:pt x="14158" y="6474"/>
                </a:lnTo>
                <a:lnTo>
                  <a:pt x="14339" y="6474"/>
                </a:lnTo>
                <a:lnTo>
                  <a:pt x="14430" y="6342"/>
                </a:lnTo>
                <a:lnTo>
                  <a:pt x="14475" y="6276"/>
                </a:lnTo>
                <a:lnTo>
                  <a:pt x="14521" y="6144"/>
                </a:lnTo>
                <a:lnTo>
                  <a:pt x="14475" y="5879"/>
                </a:lnTo>
                <a:lnTo>
                  <a:pt x="14475" y="5681"/>
                </a:lnTo>
                <a:lnTo>
                  <a:pt x="14385" y="5548"/>
                </a:lnTo>
                <a:lnTo>
                  <a:pt x="14249" y="5483"/>
                </a:lnTo>
                <a:close/>
                <a:moveTo>
                  <a:pt x="19241" y="2775"/>
                </a:moveTo>
                <a:lnTo>
                  <a:pt x="19059" y="3369"/>
                </a:lnTo>
                <a:lnTo>
                  <a:pt x="18787" y="3897"/>
                </a:lnTo>
                <a:lnTo>
                  <a:pt x="18515" y="4426"/>
                </a:lnTo>
                <a:lnTo>
                  <a:pt x="18197" y="4889"/>
                </a:lnTo>
                <a:lnTo>
                  <a:pt x="17833" y="5285"/>
                </a:lnTo>
                <a:lnTo>
                  <a:pt x="17471" y="5681"/>
                </a:lnTo>
                <a:lnTo>
                  <a:pt x="16744" y="6474"/>
                </a:lnTo>
                <a:lnTo>
                  <a:pt x="16426" y="5879"/>
                </a:lnTo>
                <a:lnTo>
                  <a:pt x="16064" y="5350"/>
                </a:lnTo>
                <a:lnTo>
                  <a:pt x="16200" y="5285"/>
                </a:lnTo>
                <a:lnTo>
                  <a:pt x="16926" y="4558"/>
                </a:lnTo>
                <a:lnTo>
                  <a:pt x="17697" y="3897"/>
                </a:lnTo>
                <a:lnTo>
                  <a:pt x="18469" y="3303"/>
                </a:lnTo>
                <a:lnTo>
                  <a:pt x="19241" y="2775"/>
                </a:lnTo>
                <a:close/>
                <a:moveTo>
                  <a:pt x="11026" y="5813"/>
                </a:moveTo>
                <a:lnTo>
                  <a:pt x="10936" y="5944"/>
                </a:lnTo>
                <a:lnTo>
                  <a:pt x="10890" y="6078"/>
                </a:lnTo>
                <a:lnTo>
                  <a:pt x="10890" y="6407"/>
                </a:lnTo>
                <a:lnTo>
                  <a:pt x="10981" y="6540"/>
                </a:lnTo>
                <a:lnTo>
                  <a:pt x="11072" y="6605"/>
                </a:lnTo>
                <a:lnTo>
                  <a:pt x="11254" y="6605"/>
                </a:lnTo>
                <a:lnTo>
                  <a:pt x="11299" y="6540"/>
                </a:lnTo>
                <a:lnTo>
                  <a:pt x="11390" y="6407"/>
                </a:lnTo>
                <a:lnTo>
                  <a:pt x="11390" y="6078"/>
                </a:lnTo>
                <a:lnTo>
                  <a:pt x="11344" y="6011"/>
                </a:lnTo>
                <a:lnTo>
                  <a:pt x="11299" y="5879"/>
                </a:lnTo>
                <a:lnTo>
                  <a:pt x="11208" y="5813"/>
                </a:lnTo>
                <a:close/>
                <a:moveTo>
                  <a:pt x="20193" y="1983"/>
                </a:moveTo>
                <a:lnTo>
                  <a:pt x="19966" y="2775"/>
                </a:lnTo>
                <a:lnTo>
                  <a:pt x="19649" y="3501"/>
                </a:lnTo>
                <a:lnTo>
                  <a:pt x="19285" y="4228"/>
                </a:lnTo>
                <a:lnTo>
                  <a:pt x="18923" y="4954"/>
                </a:lnTo>
                <a:lnTo>
                  <a:pt x="18515" y="5548"/>
                </a:lnTo>
                <a:lnTo>
                  <a:pt x="18061" y="6144"/>
                </a:lnTo>
                <a:lnTo>
                  <a:pt x="17107" y="7333"/>
                </a:lnTo>
                <a:lnTo>
                  <a:pt x="17016" y="7068"/>
                </a:lnTo>
                <a:lnTo>
                  <a:pt x="17289" y="6803"/>
                </a:lnTo>
                <a:lnTo>
                  <a:pt x="17743" y="6407"/>
                </a:lnTo>
                <a:lnTo>
                  <a:pt x="18151" y="5944"/>
                </a:lnTo>
                <a:lnTo>
                  <a:pt x="18559" y="5417"/>
                </a:lnTo>
                <a:lnTo>
                  <a:pt x="18923" y="4889"/>
                </a:lnTo>
                <a:lnTo>
                  <a:pt x="19241" y="4293"/>
                </a:lnTo>
                <a:lnTo>
                  <a:pt x="19513" y="3634"/>
                </a:lnTo>
                <a:lnTo>
                  <a:pt x="19739" y="2973"/>
                </a:lnTo>
                <a:lnTo>
                  <a:pt x="19921" y="2181"/>
                </a:lnTo>
                <a:lnTo>
                  <a:pt x="19921" y="2047"/>
                </a:lnTo>
                <a:lnTo>
                  <a:pt x="20193" y="1983"/>
                </a:lnTo>
                <a:close/>
                <a:moveTo>
                  <a:pt x="13023" y="7135"/>
                </a:moveTo>
                <a:lnTo>
                  <a:pt x="12933" y="7199"/>
                </a:lnTo>
                <a:lnTo>
                  <a:pt x="12841" y="7333"/>
                </a:lnTo>
                <a:lnTo>
                  <a:pt x="12841" y="7397"/>
                </a:lnTo>
                <a:lnTo>
                  <a:pt x="12797" y="7597"/>
                </a:lnTo>
                <a:lnTo>
                  <a:pt x="12841" y="7795"/>
                </a:lnTo>
                <a:lnTo>
                  <a:pt x="12933" y="7927"/>
                </a:lnTo>
                <a:lnTo>
                  <a:pt x="12977" y="7994"/>
                </a:lnTo>
                <a:lnTo>
                  <a:pt x="13159" y="7994"/>
                </a:lnTo>
                <a:lnTo>
                  <a:pt x="13295" y="7860"/>
                </a:lnTo>
                <a:lnTo>
                  <a:pt x="13341" y="7729"/>
                </a:lnTo>
                <a:lnTo>
                  <a:pt x="13387" y="7597"/>
                </a:lnTo>
                <a:lnTo>
                  <a:pt x="13341" y="7397"/>
                </a:lnTo>
                <a:lnTo>
                  <a:pt x="13295" y="7333"/>
                </a:lnTo>
                <a:lnTo>
                  <a:pt x="13251" y="7199"/>
                </a:lnTo>
                <a:lnTo>
                  <a:pt x="13205" y="7135"/>
                </a:lnTo>
                <a:close/>
                <a:moveTo>
                  <a:pt x="20329" y="859"/>
                </a:moveTo>
                <a:lnTo>
                  <a:pt x="20556" y="926"/>
                </a:lnTo>
                <a:lnTo>
                  <a:pt x="20738" y="1057"/>
                </a:lnTo>
                <a:lnTo>
                  <a:pt x="20828" y="1322"/>
                </a:lnTo>
                <a:lnTo>
                  <a:pt x="20920" y="1585"/>
                </a:lnTo>
                <a:lnTo>
                  <a:pt x="20964" y="1916"/>
                </a:lnTo>
                <a:lnTo>
                  <a:pt x="20964" y="2246"/>
                </a:lnTo>
                <a:lnTo>
                  <a:pt x="20920" y="2775"/>
                </a:lnTo>
                <a:lnTo>
                  <a:pt x="20738" y="3369"/>
                </a:lnTo>
                <a:lnTo>
                  <a:pt x="20466" y="3832"/>
                </a:lnTo>
                <a:lnTo>
                  <a:pt x="19921" y="4756"/>
                </a:lnTo>
                <a:lnTo>
                  <a:pt x="18651" y="6605"/>
                </a:lnTo>
                <a:lnTo>
                  <a:pt x="17425" y="8192"/>
                </a:lnTo>
                <a:lnTo>
                  <a:pt x="17334" y="7927"/>
                </a:lnTo>
                <a:lnTo>
                  <a:pt x="17471" y="7795"/>
                </a:lnTo>
                <a:lnTo>
                  <a:pt x="18515" y="6540"/>
                </a:lnTo>
                <a:lnTo>
                  <a:pt x="19013" y="5813"/>
                </a:lnTo>
                <a:lnTo>
                  <a:pt x="19467" y="5087"/>
                </a:lnTo>
                <a:lnTo>
                  <a:pt x="19875" y="4293"/>
                </a:lnTo>
                <a:lnTo>
                  <a:pt x="20239" y="3436"/>
                </a:lnTo>
                <a:lnTo>
                  <a:pt x="20556" y="2577"/>
                </a:lnTo>
                <a:lnTo>
                  <a:pt x="20738" y="1585"/>
                </a:lnTo>
                <a:lnTo>
                  <a:pt x="20738" y="1387"/>
                </a:lnTo>
                <a:lnTo>
                  <a:pt x="20692" y="1255"/>
                </a:lnTo>
                <a:lnTo>
                  <a:pt x="20602" y="1188"/>
                </a:lnTo>
                <a:lnTo>
                  <a:pt x="20466" y="1188"/>
                </a:lnTo>
                <a:lnTo>
                  <a:pt x="19694" y="1387"/>
                </a:lnTo>
                <a:lnTo>
                  <a:pt x="18967" y="1718"/>
                </a:lnTo>
                <a:lnTo>
                  <a:pt x="19285" y="1453"/>
                </a:lnTo>
                <a:lnTo>
                  <a:pt x="19649" y="1188"/>
                </a:lnTo>
                <a:lnTo>
                  <a:pt x="20012" y="990"/>
                </a:lnTo>
                <a:lnTo>
                  <a:pt x="20329" y="859"/>
                </a:lnTo>
                <a:close/>
                <a:moveTo>
                  <a:pt x="11571" y="7531"/>
                </a:moveTo>
                <a:lnTo>
                  <a:pt x="11390" y="7662"/>
                </a:lnTo>
                <a:lnTo>
                  <a:pt x="11299" y="7860"/>
                </a:lnTo>
                <a:lnTo>
                  <a:pt x="11299" y="7994"/>
                </a:lnTo>
                <a:lnTo>
                  <a:pt x="11344" y="8125"/>
                </a:lnTo>
                <a:lnTo>
                  <a:pt x="11390" y="8256"/>
                </a:lnTo>
                <a:lnTo>
                  <a:pt x="11480" y="8323"/>
                </a:lnTo>
                <a:lnTo>
                  <a:pt x="11662" y="8323"/>
                </a:lnTo>
                <a:lnTo>
                  <a:pt x="11798" y="8256"/>
                </a:lnTo>
                <a:lnTo>
                  <a:pt x="11889" y="8058"/>
                </a:lnTo>
                <a:lnTo>
                  <a:pt x="11934" y="7927"/>
                </a:lnTo>
                <a:lnTo>
                  <a:pt x="11934" y="7729"/>
                </a:lnTo>
                <a:lnTo>
                  <a:pt x="11889" y="7662"/>
                </a:lnTo>
                <a:lnTo>
                  <a:pt x="11798" y="7531"/>
                </a:lnTo>
                <a:close/>
                <a:moveTo>
                  <a:pt x="16382" y="11824"/>
                </a:moveTo>
                <a:lnTo>
                  <a:pt x="16290" y="11955"/>
                </a:lnTo>
                <a:lnTo>
                  <a:pt x="16246" y="12088"/>
                </a:lnTo>
                <a:lnTo>
                  <a:pt x="16246" y="12485"/>
                </a:lnTo>
                <a:lnTo>
                  <a:pt x="16336" y="12551"/>
                </a:lnTo>
                <a:lnTo>
                  <a:pt x="16472" y="12616"/>
                </a:lnTo>
                <a:lnTo>
                  <a:pt x="16654" y="12551"/>
                </a:lnTo>
                <a:lnTo>
                  <a:pt x="16744" y="12485"/>
                </a:lnTo>
                <a:lnTo>
                  <a:pt x="16744" y="12353"/>
                </a:lnTo>
                <a:lnTo>
                  <a:pt x="16790" y="12155"/>
                </a:lnTo>
                <a:lnTo>
                  <a:pt x="16744" y="12022"/>
                </a:lnTo>
                <a:lnTo>
                  <a:pt x="16654" y="11890"/>
                </a:lnTo>
                <a:lnTo>
                  <a:pt x="16472" y="11824"/>
                </a:lnTo>
                <a:close/>
                <a:moveTo>
                  <a:pt x="15111" y="13145"/>
                </a:moveTo>
                <a:lnTo>
                  <a:pt x="14974" y="13210"/>
                </a:lnTo>
                <a:lnTo>
                  <a:pt x="14884" y="13344"/>
                </a:lnTo>
                <a:lnTo>
                  <a:pt x="14838" y="13542"/>
                </a:lnTo>
                <a:lnTo>
                  <a:pt x="14838" y="13740"/>
                </a:lnTo>
                <a:lnTo>
                  <a:pt x="14884" y="13871"/>
                </a:lnTo>
                <a:lnTo>
                  <a:pt x="14974" y="14004"/>
                </a:lnTo>
                <a:lnTo>
                  <a:pt x="15111" y="14004"/>
                </a:lnTo>
                <a:lnTo>
                  <a:pt x="15202" y="13938"/>
                </a:lnTo>
                <a:lnTo>
                  <a:pt x="15292" y="13871"/>
                </a:lnTo>
                <a:lnTo>
                  <a:pt x="15384" y="13740"/>
                </a:lnTo>
                <a:lnTo>
                  <a:pt x="15384" y="13344"/>
                </a:lnTo>
                <a:lnTo>
                  <a:pt x="15247" y="13210"/>
                </a:lnTo>
                <a:lnTo>
                  <a:pt x="15111" y="13145"/>
                </a:lnTo>
                <a:close/>
                <a:moveTo>
                  <a:pt x="15746" y="14465"/>
                </a:moveTo>
                <a:lnTo>
                  <a:pt x="15656" y="14599"/>
                </a:lnTo>
                <a:lnTo>
                  <a:pt x="15656" y="14664"/>
                </a:lnTo>
                <a:lnTo>
                  <a:pt x="15610" y="14862"/>
                </a:lnTo>
                <a:lnTo>
                  <a:pt x="15610" y="15126"/>
                </a:lnTo>
                <a:lnTo>
                  <a:pt x="15656" y="15193"/>
                </a:lnTo>
                <a:lnTo>
                  <a:pt x="15700" y="15260"/>
                </a:lnTo>
                <a:lnTo>
                  <a:pt x="15746" y="15260"/>
                </a:lnTo>
                <a:lnTo>
                  <a:pt x="15836" y="15324"/>
                </a:lnTo>
                <a:lnTo>
                  <a:pt x="15972" y="15260"/>
                </a:lnTo>
                <a:lnTo>
                  <a:pt x="16064" y="15193"/>
                </a:lnTo>
                <a:lnTo>
                  <a:pt x="16108" y="15126"/>
                </a:lnTo>
                <a:lnTo>
                  <a:pt x="16108" y="14730"/>
                </a:lnTo>
                <a:lnTo>
                  <a:pt x="16018" y="14599"/>
                </a:lnTo>
                <a:lnTo>
                  <a:pt x="15972" y="14465"/>
                </a:lnTo>
                <a:close/>
                <a:moveTo>
                  <a:pt x="12433" y="3832"/>
                </a:moveTo>
                <a:lnTo>
                  <a:pt x="12933" y="3897"/>
                </a:lnTo>
                <a:lnTo>
                  <a:pt x="13431" y="4030"/>
                </a:lnTo>
                <a:lnTo>
                  <a:pt x="13931" y="4228"/>
                </a:lnTo>
                <a:lnTo>
                  <a:pt x="13885" y="4426"/>
                </a:lnTo>
                <a:lnTo>
                  <a:pt x="13931" y="4624"/>
                </a:lnTo>
                <a:lnTo>
                  <a:pt x="14021" y="4756"/>
                </a:lnTo>
                <a:lnTo>
                  <a:pt x="14158" y="4889"/>
                </a:lnTo>
                <a:lnTo>
                  <a:pt x="14385" y="4889"/>
                </a:lnTo>
                <a:lnTo>
                  <a:pt x="14566" y="5020"/>
                </a:lnTo>
                <a:lnTo>
                  <a:pt x="14974" y="5285"/>
                </a:lnTo>
                <a:lnTo>
                  <a:pt x="15066" y="5350"/>
                </a:lnTo>
                <a:lnTo>
                  <a:pt x="15156" y="5417"/>
                </a:lnTo>
                <a:lnTo>
                  <a:pt x="15428" y="5746"/>
                </a:lnTo>
                <a:lnTo>
                  <a:pt x="15700" y="6144"/>
                </a:lnTo>
                <a:lnTo>
                  <a:pt x="16200" y="6936"/>
                </a:lnTo>
                <a:lnTo>
                  <a:pt x="14203" y="8719"/>
                </a:lnTo>
                <a:lnTo>
                  <a:pt x="12207" y="10437"/>
                </a:lnTo>
                <a:lnTo>
                  <a:pt x="7533" y="14532"/>
                </a:lnTo>
                <a:lnTo>
                  <a:pt x="6443" y="15522"/>
                </a:lnTo>
                <a:lnTo>
                  <a:pt x="6625" y="14995"/>
                </a:lnTo>
                <a:lnTo>
                  <a:pt x="6987" y="14334"/>
                </a:lnTo>
                <a:lnTo>
                  <a:pt x="7351" y="13608"/>
                </a:lnTo>
                <a:lnTo>
                  <a:pt x="7305" y="13475"/>
                </a:lnTo>
                <a:lnTo>
                  <a:pt x="7261" y="13475"/>
                </a:lnTo>
                <a:lnTo>
                  <a:pt x="7033" y="13673"/>
                </a:lnTo>
                <a:lnTo>
                  <a:pt x="6851" y="13938"/>
                </a:lnTo>
                <a:lnTo>
                  <a:pt x="6443" y="14532"/>
                </a:lnTo>
                <a:lnTo>
                  <a:pt x="6171" y="15193"/>
                </a:lnTo>
                <a:lnTo>
                  <a:pt x="5899" y="15919"/>
                </a:lnTo>
                <a:lnTo>
                  <a:pt x="5853" y="15985"/>
                </a:lnTo>
                <a:lnTo>
                  <a:pt x="5717" y="15458"/>
                </a:lnTo>
                <a:lnTo>
                  <a:pt x="6080" y="14599"/>
                </a:lnTo>
                <a:lnTo>
                  <a:pt x="6534" y="13740"/>
                </a:lnTo>
                <a:lnTo>
                  <a:pt x="6987" y="12947"/>
                </a:lnTo>
                <a:lnTo>
                  <a:pt x="7441" y="12220"/>
                </a:lnTo>
                <a:lnTo>
                  <a:pt x="7441" y="12088"/>
                </a:lnTo>
                <a:lnTo>
                  <a:pt x="7351" y="12088"/>
                </a:lnTo>
                <a:lnTo>
                  <a:pt x="6851" y="12683"/>
                </a:lnTo>
                <a:lnTo>
                  <a:pt x="6398" y="13344"/>
                </a:lnTo>
                <a:lnTo>
                  <a:pt x="5989" y="14004"/>
                </a:lnTo>
                <a:lnTo>
                  <a:pt x="5581" y="14730"/>
                </a:lnTo>
                <a:lnTo>
                  <a:pt x="5536" y="14267"/>
                </a:lnTo>
                <a:lnTo>
                  <a:pt x="5490" y="13806"/>
                </a:lnTo>
                <a:lnTo>
                  <a:pt x="5762" y="13210"/>
                </a:lnTo>
                <a:lnTo>
                  <a:pt x="6035" y="12749"/>
                </a:lnTo>
                <a:lnTo>
                  <a:pt x="7033" y="10833"/>
                </a:lnTo>
                <a:lnTo>
                  <a:pt x="7079" y="10702"/>
                </a:lnTo>
                <a:lnTo>
                  <a:pt x="7033" y="10635"/>
                </a:lnTo>
                <a:lnTo>
                  <a:pt x="6897" y="10635"/>
                </a:lnTo>
                <a:lnTo>
                  <a:pt x="6534" y="11163"/>
                </a:lnTo>
                <a:lnTo>
                  <a:pt x="6126" y="11757"/>
                </a:lnTo>
                <a:lnTo>
                  <a:pt x="5445" y="12881"/>
                </a:lnTo>
                <a:lnTo>
                  <a:pt x="5445" y="11757"/>
                </a:lnTo>
                <a:lnTo>
                  <a:pt x="5717" y="11163"/>
                </a:lnTo>
                <a:lnTo>
                  <a:pt x="6126" y="10371"/>
                </a:lnTo>
                <a:lnTo>
                  <a:pt x="6353" y="9908"/>
                </a:lnTo>
                <a:lnTo>
                  <a:pt x="6489" y="9710"/>
                </a:lnTo>
                <a:lnTo>
                  <a:pt x="6671" y="9578"/>
                </a:lnTo>
                <a:lnTo>
                  <a:pt x="6715" y="9578"/>
                </a:lnTo>
                <a:lnTo>
                  <a:pt x="6715" y="9512"/>
                </a:lnTo>
                <a:lnTo>
                  <a:pt x="6671" y="9447"/>
                </a:lnTo>
                <a:lnTo>
                  <a:pt x="6671" y="9380"/>
                </a:lnTo>
                <a:lnTo>
                  <a:pt x="6398" y="9380"/>
                </a:lnTo>
                <a:lnTo>
                  <a:pt x="6262" y="9512"/>
                </a:lnTo>
                <a:lnTo>
                  <a:pt x="6126" y="9645"/>
                </a:lnTo>
                <a:lnTo>
                  <a:pt x="5899" y="9974"/>
                </a:lnTo>
                <a:lnTo>
                  <a:pt x="5717" y="10304"/>
                </a:lnTo>
                <a:lnTo>
                  <a:pt x="5536" y="10569"/>
                </a:lnTo>
                <a:lnTo>
                  <a:pt x="5672" y="9843"/>
                </a:lnTo>
                <a:lnTo>
                  <a:pt x="5853" y="9115"/>
                </a:lnTo>
                <a:lnTo>
                  <a:pt x="6035" y="8719"/>
                </a:lnTo>
                <a:lnTo>
                  <a:pt x="6216" y="8323"/>
                </a:lnTo>
                <a:lnTo>
                  <a:pt x="6443" y="7927"/>
                </a:lnTo>
                <a:lnTo>
                  <a:pt x="6671" y="7597"/>
                </a:lnTo>
                <a:lnTo>
                  <a:pt x="7169" y="6936"/>
                </a:lnTo>
                <a:lnTo>
                  <a:pt x="7713" y="6342"/>
                </a:lnTo>
                <a:lnTo>
                  <a:pt x="8259" y="5813"/>
                </a:lnTo>
                <a:lnTo>
                  <a:pt x="8803" y="5285"/>
                </a:lnTo>
                <a:lnTo>
                  <a:pt x="9393" y="4889"/>
                </a:lnTo>
                <a:lnTo>
                  <a:pt x="9982" y="4491"/>
                </a:lnTo>
                <a:lnTo>
                  <a:pt x="10482" y="4228"/>
                </a:lnTo>
                <a:lnTo>
                  <a:pt x="10936" y="4030"/>
                </a:lnTo>
                <a:lnTo>
                  <a:pt x="11435" y="3897"/>
                </a:lnTo>
                <a:lnTo>
                  <a:pt x="11934" y="3832"/>
                </a:lnTo>
                <a:close/>
                <a:moveTo>
                  <a:pt x="16472" y="7597"/>
                </a:moveTo>
                <a:lnTo>
                  <a:pt x="16608" y="7860"/>
                </a:lnTo>
                <a:lnTo>
                  <a:pt x="15564" y="9051"/>
                </a:lnTo>
                <a:lnTo>
                  <a:pt x="14475" y="10172"/>
                </a:lnTo>
                <a:lnTo>
                  <a:pt x="13341" y="11296"/>
                </a:lnTo>
                <a:lnTo>
                  <a:pt x="12207" y="12353"/>
                </a:lnTo>
                <a:lnTo>
                  <a:pt x="10981" y="13408"/>
                </a:lnTo>
                <a:lnTo>
                  <a:pt x="9756" y="14465"/>
                </a:lnTo>
                <a:lnTo>
                  <a:pt x="8485" y="15458"/>
                </a:lnTo>
                <a:lnTo>
                  <a:pt x="7169" y="16381"/>
                </a:lnTo>
                <a:lnTo>
                  <a:pt x="6171" y="17042"/>
                </a:lnTo>
                <a:lnTo>
                  <a:pt x="6080" y="16778"/>
                </a:lnTo>
                <a:lnTo>
                  <a:pt x="6126" y="16580"/>
                </a:lnTo>
                <a:lnTo>
                  <a:pt x="7487" y="15458"/>
                </a:lnTo>
                <a:lnTo>
                  <a:pt x="12615" y="10965"/>
                </a:lnTo>
                <a:lnTo>
                  <a:pt x="14566" y="9249"/>
                </a:lnTo>
                <a:lnTo>
                  <a:pt x="16472" y="7597"/>
                </a:lnTo>
                <a:close/>
                <a:moveTo>
                  <a:pt x="4900" y="14334"/>
                </a:moveTo>
                <a:lnTo>
                  <a:pt x="4946" y="14532"/>
                </a:lnTo>
                <a:lnTo>
                  <a:pt x="4946" y="14599"/>
                </a:lnTo>
                <a:lnTo>
                  <a:pt x="5128" y="15656"/>
                </a:lnTo>
                <a:lnTo>
                  <a:pt x="4900" y="16250"/>
                </a:lnTo>
                <a:lnTo>
                  <a:pt x="4854" y="16381"/>
                </a:lnTo>
                <a:lnTo>
                  <a:pt x="4854" y="16448"/>
                </a:lnTo>
                <a:lnTo>
                  <a:pt x="4946" y="16646"/>
                </a:lnTo>
                <a:lnTo>
                  <a:pt x="4129" y="17109"/>
                </a:lnTo>
                <a:lnTo>
                  <a:pt x="3720" y="17307"/>
                </a:lnTo>
                <a:lnTo>
                  <a:pt x="3267" y="17438"/>
                </a:lnTo>
                <a:lnTo>
                  <a:pt x="3584" y="16515"/>
                </a:lnTo>
                <a:lnTo>
                  <a:pt x="3993" y="15656"/>
                </a:lnTo>
                <a:lnTo>
                  <a:pt x="4402" y="14995"/>
                </a:lnTo>
                <a:lnTo>
                  <a:pt x="4900" y="14334"/>
                </a:lnTo>
                <a:close/>
                <a:moveTo>
                  <a:pt x="16835" y="8521"/>
                </a:moveTo>
                <a:lnTo>
                  <a:pt x="16926" y="8851"/>
                </a:lnTo>
                <a:lnTo>
                  <a:pt x="16064" y="9908"/>
                </a:lnTo>
                <a:lnTo>
                  <a:pt x="14974" y="11163"/>
                </a:lnTo>
                <a:lnTo>
                  <a:pt x="13885" y="12287"/>
                </a:lnTo>
                <a:lnTo>
                  <a:pt x="12751" y="13408"/>
                </a:lnTo>
                <a:lnTo>
                  <a:pt x="11571" y="14465"/>
                </a:lnTo>
                <a:lnTo>
                  <a:pt x="10392" y="15458"/>
                </a:lnTo>
                <a:lnTo>
                  <a:pt x="9212" y="16381"/>
                </a:lnTo>
                <a:lnTo>
                  <a:pt x="7986" y="17240"/>
                </a:lnTo>
                <a:lnTo>
                  <a:pt x="6715" y="18033"/>
                </a:lnTo>
                <a:lnTo>
                  <a:pt x="6489" y="17637"/>
                </a:lnTo>
                <a:lnTo>
                  <a:pt x="6761" y="17438"/>
                </a:lnTo>
                <a:lnTo>
                  <a:pt x="8167" y="16448"/>
                </a:lnTo>
                <a:lnTo>
                  <a:pt x="9574" y="15391"/>
                </a:lnTo>
                <a:lnTo>
                  <a:pt x="10981" y="14267"/>
                </a:lnTo>
                <a:lnTo>
                  <a:pt x="12343" y="13079"/>
                </a:lnTo>
                <a:lnTo>
                  <a:pt x="13477" y="12022"/>
                </a:lnTo>
                <a:lnTo>
                  <a:pt x="14612" y="10900"/>
                </a:lnTo>
                <a:lnTo>
                  <a:pt x="15746" y="9710"/>
                </a:lnTo>
                <a:lnTo>
                  <a:pt x="16835" y="8521"/>
                </a:lnTo>
                <a:close/>
                <a:moveTo>
                  <a:pt x="14838" y="17505"/>
                </a:moveTo>
                <a:lnTo>
                  <a:pt x="15428" y="17703"/>
                </a:lnTo>
                <a:lnTo>
                  <a:pt x="15384" y="17768"/>
                </a:lnTo>
                <a:lnTo>
                  <a:pt x="14884" y="18496"/>
                </a:lnTo>
                <a:lnTo>
                  <a:pt x="14884" y="18364"/>
                </a:lnTo>
                <a:lnTo>
                  <a:pt x="14838" y="17505"/>
                </a:lnTo>
                <a:close/>
                <a:moveTo>
                  <a:pt x="3358" y="15854"/>
                </a:moveTo>
                <a:lnTo>
                  <a:pt x="2995" y="16778"/>
                </a:lnTo>
                <a:lnTo>
                  <a:pt x="2677" y="17768"/>
                </a:lnTo>
                <a:lnTo>
                  <a:pt x="2677" y="17901"/>
                </a:lnTo>
                <a:lnTo>
                  <a:pt x="2722" y="18099"/>
                </a:lnTo>
                <a:lnTo>
                  <a:pt x="2813" y="18166"/>
                </a:lnTo>
                <a:lnTo>
                  <a:pt x="2904" y="18231"/>
                </a:lnTo>
                <a:lnTo>
                  <a:pt x="3584" y="18033"/>
                </a:lnTo>
                <a:lnTo>
                  <a:pt x="4266" y="17768"/>
                </a:lnTo>
                <a:lnTo>
                  <a:pt x="4854" y="17438"/>
                </a:lnTo>
                <a:lnTo>
                  <a:pt x="5490" y="17042"/>
                </a:lnTo>
                <a:lnTo>
                  <a:pt x="5626" y="17438"/>
                </a:lnTo>
                <a:lnTo>
                  <a:pt x="4402" y="18231"/>
                </a:lnTo>
                <a:lnTo>
                  <a:pt x="3812" y="18562"/>
                </a:lnTo>
                <a:lnTo>
                  <a:pt x="3176" y="18958"/>
                </a:lnTo>
                <a:lnTo>
                  <a:pt x="2813" y="19156"/>
                </a:lnTo>
                <a:lnTo>
                  <a:pt x="2495" y="19221"/>
                </a:lnTo>
                <a:lnTo>
                  <a:pt x="2177" y="19288"/>
                </a:lnTo>
                <a:lnTo>
                  <a:pt x="1815" y="19288"/>
                </a:lnTo>
                <a:lnTo>
                  <a:pt x="2586" y="17637"/>
                </a:lnTo>
                <a:lnTo>
                  <a:pt x="2904" y="16778"/>
                </a:lnTo>
                <a:lnTo>
                  <a:pt x="3267" y="15985"/>
                </a:lnTo>
                <a:lnTo>
                  <a:pt x="3358" y="15854"/>
                </a:lnTo>
                <a:close/>
                <a:moveTo>
                  <a:pt x="17107" y="9776"/>
                </a:moveTo>
                <a:lnTo>
                  <a:pt x="17244" y="10702"/>
                </a:lnTo>
                <a:lnTo>
                  <a:pt x="17244" y="12418"/>
                </a:lnTo>
                <a:lnTo>
                  <a:pt x="17153" y="13210"/>
                </a:lnTo>
                <a:lnTo>
                  <a:pt x="17016" y="13938"/>
                </a:lnTo>
                <a:lnTo>
                  <a:pt x="16835" y="14664"/>
                </a:lnTo>
                <a:lnTo>
                  <a:pt x="16608" y="15391"/>
                </a:lnTo>
                <a:lnTo>
                  <a:pt x="16336" y="16052"/>
                </a:lnTo>
                <a:lnTo>
                  <a:pt x="16018" y="16713"/>
                </a:lnTo>
                <a:lnTo>
                  <a:pt x="15656" y="17372"/>
                </a:lnTo>
                <a:lnTo>
                  <a:pt x="15202" y="17307"/>
                </a:lnTo>
                <a:lnTo>
                  <a:pt x="14748" y="17174"/>
                </a:lnTo>
                <a:lnTo>
                  <a:pt x="14657" y="17240"/>
                </a:lnTo>
                <a:lnTo>
                  <a:pt x="14612" y="17240"/>
                </a:lnTo>
                <a:lnTo>
                  <a:pt x="14566" y="17372"/>
                </a:lnTo>
                <a:lnTo>
                  <a:pt x="14475" y="18760"/>
                </a:lnTo>
                <a:lnTo>
                  <a:pt x="14475" y="18892"/>
                </a:lnTo>
                <a:lnTo>
                  <a:pt x="14113" y="19288"/>
                </a:lnTo>
                <a:lnTo>
                  <a:pt x="13840" y="19486"/>
                </a:lnTo>
                <a:lnTo>
                  <a:pt x="13795" y="19553"/>
                </a:lnTo>
                <a:lnTo>
                  <a:pt x="13659" y="19684"/>
                </a:lnTo>
                <a:lnTo>
                  <a:pt x="13659" y="19023"/>
                </a:lnTo>
                <a:lnTo>
                  <a:pt x="13749" y="18364"/>
                </a:lnTo>
                <a:lnTo>
                  <a:pt x="13840" y="17768"/>
                </a:lnTo>
                <a:lnTo>
                  <a:pt x="13976" y="17109"/>
                </a:lnTo>
                <a:lnTo>
                  <a:pt x="13976" y="17042"/>
                </a:lnTo>
                <a:lnTo>
                  <a:pt x="13931" y="16976"/>
                </a:lnTo>
                <a:lnTo>
                  <a:pt x="13885" y="16976"/>
                </a:lnTo>
                <a:lnTo>
                  <a:pt x="13840" y="17042"/>
                </a:lnTo>
                <a:lnTo>
                  <a:pt x="13704" y="17372"/>
                </a:lnTo>
                <a:lnTo>
                  <a:pt x="13567" y="17703"/>
                </a:lnTo>
                <a:lnTo>
                  <a:pt x="13341" y="18429"/>
                </a:lnTo>
                <a:lnTo>
                  <a:pt x="13251" y="19156"/>
                </a:lnTo>
                <a:lnTo>
                  <a:pt x="13251" y="19949"/>
                </a:lnTo>
                <a:lnTo>
                  <a:pt x="12705" y="20278"/>
                </a:lnTo>
                <a:lnTo>
                  <a:pt x="12161" y="20476"/>
                </a:lnTo>
                <a:lnTo>
                  <a:pt x="12207" y="19817"/>
                </a:lnTo>
                <a:lnTo>
                  <a:pt x="12343" y="19156"/>
                </a:lnTo>
                <a:lnTo>
                  <a:pt x="12433" y="18627"/>
                </a:lnTo>
                <a:lnTo>
                  <a:pt x="12569" y="18166"/>
                </a:lnTo>
                <a:lnTo>
                  <a:pt x="12887" y="17240"/>
                </a:lnTo>
                <a:lnTo>
                  <a:pt x="12887" y="17174"/>
                </a:lnTo>
                <a:lnTo>
                  <a:pt x="12841" y="17109"/>
                </a:lnTo>
                <a:lnTo>
                  <a:pt x="12797" y="17109"/>
                </a:lnTo>
                <a:lnTo>
                  <a:pt x="12797" y="17174"/>
                </a:lnTo>
                <a:lnTo>
                  <a:pt x="12388" y="17901"/>
                </a:lnTo>
                <a:lnTo>
                  <a:pt x="12071" y="18760"/>
                </a:lnTo>
                <a:lnTo>
                  <a:pt x="11798" y="19619"/>
                </a:lnTo>
                <a:lnTo>
                  <a:pt x="11753" y="20080"/>
                </a:lnTo>
                <a:lnTo>
                  <a:pt x="11662" y="20543"/>
                </a:lnTo>
                <a:lnTo>
                  <a:pt x="11072" y="20543"/>
                </a:lnTo>
                <a:lnTo>
                  <a:pt x="11072" y="20278"/>
                </a:lnTo>
                <a:lnTo>
                  <a:pt x="11026" y="20213"/>
                </a:lnTo>
                <a:lnTo>
                  <a:pt x="10981" y="20147"/>
                </a:lnTo>
                <a:lnTo>
                  <a:pt x="10936" y="20147"/>
                </a:lnTo>
                <a:lnTo>
                  <a:pt x="10890" y="20213"/>
                </a:lnTo>
                <a:lnTo>
                  <a:pt x="10800" y="20345"/>
                </a:lnTo>
                <a:lnTo>
                  <a:pt x="11344" y="18825"/>
                </a:lnTo>
                <a:lnTo>
                  <a:pt x="11616" y="18099"/>
                </a:lnTo>
                <a:lnTo>
                  <a:pt x="11979" y="17372"/>
                </a:lnTo>
                <a:lnTo>
                  <a:pt x="11979" y="17307"/>
                </a:lnTo>
                <a:lnTo>
                  <a:pt x="11934" y="17307"/>
                </a:lnTo>
                <a:lnTo>
                  <a:pt x="11934" y="17240"/>
                </a:lnTo>
                <a:lnTo>
                  <a:pt x="11889" y="17307"/>
                </a:lnTo>
                <a:lnTo>
                  <a:pt x="11435" y="18033"/>
                </a:lnTo>
                <a:lnTo>
                  <a:pt x="11026" y="18760"/>
                </a:lnTo>
                <a:lnTo>
                  <a:pt x="10664" y="19553"/>
                </a:lnTo>
                <a:lnTo>
                  <a:pt x="10300" y="20412"/>
                </a:lnTo>
                <a:lnTo>
                  <a:pt x="9846" y="20213"/>
                </a:lnTo>
                <a:lnTo>
                  <a:pt x="9892" y="20147"/>
                </a:lnTo>
                <a:lnTo>
                  <a:pt x="9892" y="20080"/>
                </a:lnTo>
                <a:lnTo>
                  <a:pt x="9846" y="20015"/>
                </a:lnTo>
                <a:lnTo>
                  <a:pt x="9846" y="19949"/>
                </a:lnTo>
                <a:lnTo>
                  <a:pt x="9802" y="19751"/>
                </a:lnTo>
                <a:lnTo>
                  <a:pt x="9846" y="19553"/>
                </a:lnTo>
                <a:lnTo>
                  <a:pt x="9938" y="19090"/>
                </a:lnTo>
                <a:lnTo>
                  <a:pt x="10120" y="18562"/>
                </a:lnTo>
                <a:lnTo>
                  <a:pt x="10482" y="17703"/>
                </a:lnTo>
                <a:lnTo>
                  <a:pt x="10845" y="16976"/>
                </a:lnTo>
                <a:lnTo>
                  <a:pt x="10890" y="16911"/>
                </a:lnTo>
                <a:lnTo>
                  <a:pt x="10845" y="16778"/>
                </a:lnTo>
                <a:lnTo>
                  <a:pt x="10754" y="16778"/>
                </a:lnTo>
                <a:lnTo>
                  <a:pt x="10346" y="17174"/>
                </a:lnTo>
                <a:lnTo>
                  <a:pt x="10028" y="17703"/>
                </a:lnTo>
                <a:lnTo>
                  <a:pt x="9756" y="18231"/>
                </a:lnTo>
                <a:lnTo>
                  <a:pt x="9529" y="18825"/>
                </a:lnTo>
                <a:lnTo>
                  <a:pt x="9393" y="19419"/>
                </a:lnTo>
                <a:lnTo>
                  <a:pt x="9348" y="19751"/>
                </a:lnTo>
                <a:lnTo>
                  <a:pt x="9393" y="20015"/>
                </a:lnTo>
                <a:lnTo>
                  <a:pt x="8848" y="19751"/>
                </a:lnTo>
                <a:lnTo>
                  <a:pt x="8304" y="19419"/>
                </a:lnTo>
                <a:lnTo>
                  <a:pt x="8576" y="19023"/>
                </a:lnTo>
                <a:lnTo>
                  <a:pt x="8758" y="18627"/>
                </a:lnTo>
                <a:lnTo>
                  <a:pt x="8848" y="18429"/>
                </a:lnTo>
                <a:lnTo>
                  <a:pt x="8894" y="18231"/>
                </a:lnTo>
                <a:lnTo>
                  <a:pt x="8894" y="18166"/>
                </a:lnTo>
                <a:lnTo>
                  <a:pt x="8848" y="18166"/>
                </a:lnTo>
                <a:lnTo>
                  <a:pt x="8758" y="18231"/>
                </a:lnTo>
                <a:lnTo>
                  <a:pt x="8667" y="18297"/>
                </a:lnTo>
                <a:lnTo>
                  <a:pt x="8440" y="18562"/>
                </a:lnTo>
                <a:lnTo>
                  <a:pt x="8031" y="19023"/>
                </a:lnTo>
                <a:lnTo>
                  <a:pt x="7941" y="19156"/>
                </a:lnTo>
                <a:lnTo>
                  <a:pt x="7305" y="18627"/>
                </a:lnTo>
                <a:lnTo>
                  <a:pt x="8531" y="17835"/>
                </a:lnTo>
                <a:lnTo>
                  <a:pt x="9756" y="16911"/>
                </a:lnTo>
                <a:lnTo>
                  <a:pt x="10981" y="15985"/>
                </a:lnTo>
                <a:lnTo>
                  <a:pt x="12116" y="14995"/>
                </a:lnTo>
                <a:lnTo>
                  <a:pt x="13295" y="13938"/>
                </a:lnTo>
                <a:lnTo>
                  <a:pt x="14430" y="12814"/>
                </a:lnTo>
                <a:lnTo>
                  <a:pt x="15520" y="11626"/>
                </a:lnTo>
                <a:lnTo>
                  <a:pt x="16608" y="10437"/>
                </a:lnTo>
                <a:lnTo>
                  <a:pt x="17107" y="9776"/>
                </a:lnTo>
                <a:close/>
                <a:moveTo>
                  <a:pt x="2041" y="17570"/>
                </a:moveTo>
                <a:lnTo>
                  <a:pt x="1271" y="19288"/>
                </a:lnTo>
                <a:lnTo>
                  <a:pt x="1225" y="19419"/>
                </a:lnTo>
                <a:lnTo>
                  <a:pt x="1271" y="19553"/>
                </a:lnTo>
                <a:lnTo>
                  <a:pt x="1271" y="19684"/>
                </a:lnTo>
                <a:lnTo>
                  <a:pt x="1361" y="19751"/>
                </a:lnTo>
                <a:lnTo>
                  <a:pt x="1679" y="19882"/>
                </a:lnTo>
                <a:lnTo>
                  <a:pt x="2041" y="19949"/>
                </a:lnTo>
                <a:lnTo>
                  <a:pt x="2359" y="19949"/>
                </a:lnTo>
                <a:lnTo>
                  <a:pt x="2677" y="19882"/>
                </a:lnTo>
                <a:lnTo>
                  <a:pt x="3358" y="19553"/>
                </a:lnTo>
                <a:lnTo>
                  <a:pt x="3993" y="19156"/>
                </a:lnTo>
                <a:lnTo>
                  <a:pt x="5899" y="18033"/>
                </a:lnTo>
                <a:lnTo>
                  <a:pt x="6126" y="18364"/>
                </a:lnTo>
                <a:lnTo>
                  <a:pt x="5036" y="19023"/>
                </a:lnTo>
                <a:lnTo>
                  <a:pt x="3948" y="19619"/>
                </a:lnTo>
                <a:lnTo>
                  <a:pt x="2767" y="20147"/>
                </a:lnTo>
                <a:lnTo>
                  <a:pt x="1543" y="20610"/>
                </a:lnTo>
                <a:lnTo>
                  <a:pt x="1361" y="20741"/>
                </a:lnTo>
                <a:lnTo>
                  <a:pt x="1043" y="20808"/>
                </a:lnTo>
                <a:lnTo>
                  <a:pt x="771" y="20808"/>
                </a:lnTo>
                <a:lnTo>
                  <a:pt x="680" y="20741"/>
                </a:lnTo>
                <a:lnTo>
                  <a:pt x="589" y="20674"/>
                </a:lnTo>
                <a:lnTo>
                  <a:pt x="589" y="20543"/>
                </a:lnTo>
                <a:lnTo>
                  <a:pt x="635" y="20345"/>
                </a:lnTo>
                <a:lnTo>
                  <a:pt x="816" y="19817"/>
                </a:lnTo>
                <a:lnTo>
                  <a:pt x="1225" y="19090"/>
                </a:lnTo>
                <a:lnTo>
                  <a:pt x="1633" y="18297"/>
                </a:lnTo>
                <a:lnTo>
                  <a:pt x="2041" y="17570"/>
                </a:lnTo>
                <a:close/>
                <a:moveTo>
                  <a:pt x="20193" y="0"/>
                </a:moveTo>
                <a:lnTo>
                  <a:pt x="19966" y="67"/>
                </a:lnTo>
                <a:lnTo>
                  <a:pt x="19513" y="265"/>
                </a:lnTo>
                <a:lnTo>
                  <a:pt x="19149" y="594"/>
                </a:lnTo>
                <a:lnTo>
                  <a:pt x="18105" y="1453"/>
                </a:lnTo>
                <a:lnTo>
                  <a:pt x="17153" y="2444"/>
                </a:lnTo>
                <a:lnTo>
                  <a:pt x="16154" y="3436"/>
                </a:lnTo>
                <a:lnTo>
                  <a:pt x="15202" y="4426"/>
                </a:lnTo>
                <a:lnTo>
                  <a:pt x="14884" y="4162"/>
                </a:lnTo>
                <a:lnTo>
                  <a:pt x="14612" y="4030"/>
                </a:lnTo>
                <a:lnTo>
                  <a:pt x="14385" y="4030"/>
                </a:lnTo>
                <a:lnTo>
                  <a:pt x="14067" y="3765"/>
                </a:lnTo>
                <a:lnTo>
                  <a:pt x="13749" y="3567"/>
                </a:lnTo>
                <a:lnTo>
                  <a:pt x="13431" y="3436"/>
                </a:lnTo>
                <a:lnTo>
                  <a:pt x="13069" y="3303"/>
                </a:lnTo>
                <a:lnTo>
                  <a:pt x="12388" y="3171"/>
                </a:lnTo>
                <a:lnTo>
                  <a:pt x="11707" y="3171"/>
                </a:lnTo>
                <a:lnTo>
                  <a:pt x="11026" y="3303"/>
                </a:lnTo>
                <a:lnTo>
                  <a:pt x="10346" y="3567"/>
                </a:lnTo>
                <a:lnTo>
                  <a:pt x="9666" y="3897"/>
                </a:lnTo>
                <a:lnTo>
                  <a:pt x="9030" y="4293"/>
                </a:lnTo>
                <a:lnTo>
                  <a:pt x="8259" y="4889"/>
                </a:lnTo>
                <a:lnTo>
                  <a:pt x="7533" y="5548"/>
                </a:lnTo>
                <a:lnTo>
                  <a:pt x="6807" y="6342"/>
                </a:lnTo>
                <a:lnTo>
                  <a:pt x="6171" y="7135"/>
                </a:lnTo>
                <a:lnTo>
                  <a:pt x="5899" y="7597"/>
                </a:lnTo>
                <a:lnTo>
                  <a:pt x="5626" y="8058"/>
                </a:lnTo>
                <a:lnTo>
                  <a:pt x="5445" y="8588"/>
                </a:lnTo>
                <a:lnTo>
                  <a:pt x="5264" y="9115"/>
                </a:lnTo>
                <a:lnTo>
                  <a:pt x="5128" y="9645"/>
                </a:lnTo>
                <a:lnTo>
                  <a:pt x="4991" y="10239"/>
                </a:lnTo>
                <a:lnTo>
                  <a:pt x="4946" y="10833"/>
                </a:lnTo>
                <a:lnTo>
                  <a:pt x="4854" y="11428"/>
                </a:lnTo>
                <a:lnTo>
                  <a:pt x="4810" y="12551"/>
                </a:lnTo>
                <a:lnTo>
                  <a:pt x="4854" y="13740"/>
                </a:lnTo>
                <a:lnTo>
                  <a:pt x="4129" y="14334"/>
                </a:lnTo>
                <a:lnTo>
                  <a:pt x="3403" y="14928"/>
                </a:lnTo>
                <a:lnTo>
                  <a:pt x="2767" y="15589"/>
                </a:lnTo>
                <a:lnTo>
                  <a:pt x="2133" y="16381"/>
                </a:lnTo>
                <a:lnTo>
                  <a:pt x="1543" y="17240"/>
                </a:lnTo>
                <a:lnTo>
                  <a:pt x="998" y="18099"/>
                </a:lnTo>
                <a:lnTo>
                  <a:pt x="499" y="19090"/>
                </a:lnTo>
                <a:lnTo>
                  <a:pt x="272" y="19553"/>
                </a:lnTo>
                <a:lnTo>
                  <a:pt x="90" y="20080"/>
                </a:lnTo>
                <a:lnTo>
                  <a:pt x="0" y="20476"/>
                </a:lnTo>
                <a:lnTo>
                  <a:pt x="45" y="20808"/>
                </a:lnTo>
                <a:lnTo>
                  <a:pt x="136" y="21137"/>
                </a:lnTo>
                <a:lnTo>
                  <a:pt x="226" y="21270"/>
                </a:lnTo>
                <a:lnTo>
                  <a:pt x="317" y="21402"/>
                </a:lnTo>
                <a:lnTo>
                  <a:pt x="589" y="21533"/>
                </a:lnTo>
                <a:lnTo>
                  <a:pt x="861" y="21600"/>
                </a:lnTo>
                <a:lnTo>
                  <a:pt x="1134" y="21600"/>
                </a:lnTo>
                <a:lnTo>
                  <a:pt x="1451" y="21533"/>
                </a:lnTo>
                <a:lnTo>
                  <a:pt x="2269" y="21270"/>
                </a:lnTo>
                <a:lnTo>
                  <a:pt x="3085" y="20872"/>
                </a:lnTo>
                <a:lnTo>
                  <a:pt x="4718" y="20080"/>
                </a:lnTo>
                <a:lnTo>
                  <a:pt x="5672" y="19553"/>
                </a:lnTo>
                <a:lnTo>
                  <a:pt x="6625" y="19023"/>
                </a:lnTo>
                <a:lnTo>
                  <a:pt x="7125" y="19553"/>
                </a:lnTo>
                <a:lnTo>
                  <a:pt x="7669" y="19949"/>
                </a:lnTo>
                <a:lnTo>
                  <a:pt x="7713" y="20278"/>
                </a:lnTo>
                <a:lnTo>
                  <a:pt x="7759" y="20412"/>
                </a:lnTo>
                <a:lnTo>
                  <a:pt x="7849" y="20476"/>
                </a:lnTo>
                <a:lnTo>
                  <a:pt x="8031" y="20476"/>
                </a:lnTo>
                <a:lnTo>
                  <a:pt x="8167" y="20278"/>
                </a:lnTo>
                <a:lnTo>
                  <a:pt x="9166" y="20872"/>
                </a:lnTo>
                <a:lnTo>
                  <a:pt x="9666" y="21072"/>
                </a:lnTo>
                <a:lnTo>
                  <a:pt x="10164" y="21270"/>
                </a:lnTo>
                <a:lnTo>
                  <a:pt x="10256" y="21335"/>
                </a:lnTo>
                <a:lnTo>
                  <a:pt x="10346" y="21402"/>
                </a:lnTo>
                <a:lnTo>
                  <a:pt x="10482" y="21335"/>
                </a:lnTo>
                <a:lnTo>
                  <a:pt x="10572" y="21402"/>
                </a:lnTo>
                <a:lnTo>
                  <a:pt x="10981" y="21469"/>
                </a:lnTo>
                <a:lnTo>
                  <a:pt x="11843" y="21469"/>
                </a:lnTo>
                <a:lnTo>
                  <a:pt x="12252" y="21402"/>
                </a:lnTo>
                <a:lnTo>
                  <a:pt x="12661" y="21270"/>
                </a:lnTo>
                <a:lnTo>
                  <a:pt x="13069" y="21072"/>
                </a:lnTo>
                <a:lnTo>
                  <a:pt x="13477" y="20808"/>
                </a:lnTo>
                <a:lnTo>
                  <a:pt x="13885" y="20543"/>
                </a:lnTo>
                <a:lnTo>
                  <a:pt x="14294" y="20213"/>
                </a:lnTo>
                <a:lnTo>
                  <a:pt x="14702" y="19882"/>
                </a:lnTo>
                <a:lnTo>
                  <a:pt x="15066" y="19419"/>
                </a:lnTo>
                <a:lnTo>
                  <a:pt x="15428" y="19023"/>
                </a:lnTo>
                <a:lnTo>
                  <a:pt x="15792" y="18562"/>
                </a:lnTo>
                <a:lnTo>
                  <a:pt x="16108" y="18033"/>
                </a:lnTo>
                <a:lnTo>
                  <a:pt x="16426" y="17505"/>
                </a:lnTo>
                <a:lnTo>
                  <a:pt x="16699" y="16911"/>
                </a:lnTo>
                <a:lnTo>
                  <a:pt x="16971" y="16381"/>
                </a:lnTo>
                <a:lnTo>
                  <a:pt x="17198" y="15721"/>
                </a:lnTo>
                <a:lnTo>
                  <a:pt x="17380" y="15126"/>
                </a:lnTo>
                <a:lnTo>
                  <a:pt x="17561" y="14465"/>
                </a:lnTo>
                <a:lnTo>
                  <a:pt x="17697" y="13806"/>
                </a:lnTo>
                <a:lnTo>
                  <a:pt x="17788" y="13145"/>
                </a:lnTo>
                <a:lnTo>
                  <a:pt x="17879" y="12485"/>
                </a:lnTo>
                <a:lnTo>
                  <a:pt x="17925" y="11757"/>
                </a:lnTo>
                <a:lnTo>
                  <a:pt x="17925" y="11098"/>
                </a:lnTo>
                <a:lnTo>
                  <a:pt x="17879" y="10437"/>
                </a:lnTo>
                <a:lnTo>
                  <a:pt x="17788" y="9776"/>
                </a:lnTo>
                <a:lnTo>
                  <a:pt x="17652" y="9115"/>
                </a:lnTo>
                <a:lnTo>
                  <a:pt x="18695" y="7795"/>
                </a:lnTo>
                <a:lnTo>
                  <a:pt x="19694" y="6407"/>
                </a:lnTo>
                <a:lnTo>
                  <a:pt x="20329" y="5483"/>
                </a:lnTo>
                <a:lnTo>
                  <a:pt x="20647" y="4954"/>
                </a:lnTo>
                <a:lnTo>
                  <a:pt x="20964" y="4426"/>
                </a:lnTo>
                <a:lnTo>
                  <a:pt x="21238" y="3832"/>
                </a:lnTo>
                <a:lnTo>
                  <a:pt x="21464" y="3238"/>
                </a:lnTo>
                <a:lnTo>
                  <a:pt x="21600" y="2577"/>
                </a:lnTo>
                <a:lnTo>
                  <a:pt x="21600" y="1916"/>
                </a:lnTo>
                <a:lnTo>
                  <a:pt x="21510" y="1387"/>
                </a:lnTo>
                <a:lnTo>
                  <a:pt x="21374" y="926"/>
                </a:lnTo>
                <a:lnTo>
                  <a:pt x="21146" y="463"/>
                </a:lnTo>
                <a:lnTo>
                  <a:pt x="20828" y="133"/>
                </a:lnTo>
                <a:lnTo>
                  <a:pt x="20647" y="67"/>
                </a:lnTo>
                <a:lnTo>
                  <a:pt x="20420" y="0"/>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363" name="Google Shape;169;p2"/>
          <p:cNvSpPr/>
          <p:nvPr/>
        </p:nvSpPr>
        <p:spPr>
          <a:xfrm>
            <a:off x="4551116" y="3125540"/>
            <a:ext cx="657158" cy="6791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464" y="2862"/>
                </a:moveTo>
                <a:lnTo>
                  <a:pt x="4887" y="3037"/>
                </a:lnTo>
                <a:lnTo>
                  <a:pt x="5129" y="3212"/>
                </a:lnTo>
                <a:lnTo>
                  <a:pt x="5370" y="3387"/>
                </a:lnTo>
                <a:lnTo>
                  <a:pt x="5611" y="3678"/>
                </a:lnTo>
                <a:lnTo>
                  <a:pt x="5732" y="3912"/>
                </a:lnTo>
                <a:lnTo>
                  <a:pt x="5551" y="3912"/>
                </a:lnTo>
                <a:lnTo>
                  <a:pt x="5430" y="3971"/>
                </a:lnTo>
                <a:lnTo>
                  <a:pt x="5370" y="4087"/>
                </a:lnTo>
                <a:lnTo>
                  <a:pt x="5310" y="4146"/>
                </a:lnTo>
                <a:lnTo>
                  <a:pt x="5189" y="4087"/>
                </a:lnTo>
                <a:lnTo>
                  <a:pt x="4948" y="3737"/>
                </a:lnTo>
                <a:lnTo>
                  <a:pt x="4647" y="3153"/>
                </a:lnTo>
                <a:lnTo>
                  <a:pt x="4464" y="2862"/>
                </a:lnTo>
                <a:close/>
                <a:moveTo>
                  <a:pt x="3138" y="4496"/>
                </a:moveTo>
                <a:lnTo>
                  <a:pt x="2956" y="4553"/>
                </a:lnTo>
                <a:lnTo>
                  <a:pt x="2897" y="4612"/>
                </a:lnTo>
                <a:lnTo>
                  <a:pt x="2775" y="4728"/>
                </a:lnTo>
                <a:lnTo>
                  <a:pt x="2775" y="4962"/>
                </a:lnTo>
                <a:lnTo>
                  <a:pt x="2836" y="5079"/>
                </a:lnTo>
                <a:lnTo>
                  <a:pt x="2956" y="5137"/>
                </a:lnTo>
                <a:lnTo>
                  <a:pt x="3198" y="5254"/>
                </a:lnTo>
                <a:lnTo>
                  <a:pt x="3378" y="5430"/>
                </a:lnTo>
                <a:lnTo>
                  <a:pt x="3559" y="5605"/>
                </a:lnTo>
                <a:lnTo>
                  <a:pt x="3620" y="5721"/>
                </a:lnTo>
                <a:lnTo>
                  <a:pt x="3740" y="5780"/>
                </a:lnTo>
                <a:lnTo>
                  <a:pt x="3921" y="5780"/>
                </a:lnTo>
                <a:lnTo>
                  <a:pt x="4043" y="5663"/>
                </a:lnTo>
                <a:lnTo>
                  <a:pt x="4102" y="5488"/>
                </a:lnTo>
                <a:lnTo>
                  <a:pt x="4102" y="5312"/>
                </a:lnTo>
                <a:lnTo>
                  <a:pt x="3982" y="5137"/>
                </a:lnTo>
                <a:lnTo>
                  <a:pt x="3862" y="5021"/>
                </a:lnTo>
                <a:lnTo>
                  <a:pt x="3559" y="4728"/>
                </a:lnTo>
                <a:lnTo>
                  <a:pt x="3258" y="4553"/>
                </a:lnTo>
                <a:lnTo>
                  <a:pt x="3138" y="4496"/>
                </a:lnTo>
                <a:close/>
                <a:moveTo>
                  <a:pt x="1870" y="3678"/>
                </a:moveTo>
                <a:lnTo>
                  <a:pt x="2655" y="3912"/>
                </a:lnTo>
                <a:lnTo>
                  <a:pt x="3378" y="4262"/>
                </a:lnTo>
                <a:lnTo>
                  <a:pt x="3620" y="4378"/>
                </a:lnTo>
                <a:lnTo>
                  <a:pt x="3862" y="4612"/>
                </a:lnTo>
                <a:lnTo>
                  <a:pt x="4043" y="4787"/>
                </a:lnTo>
                <a:lnTo>
                  <a:pt x="4163" y="5079"/>
                </a:lnTo>
                <a:lnTo>
                  <a:pt x="4224" y="5196"/>
                </a:lnTo>
                <a:lnTo>
                  <a:pt x="4224" y="5312"/>
                </a:lnTo>
                <a:lnTo>
                  <a:pt x="4163" y="5546"/>
                </a:lnTo>
                <a:lnTo>
                  <a:pt x="3921" y="5955"/>
                </a:lnTo>
                <a:lnTo>
                  <a:pt x="3740" y="6131"/>
                </a:lnTo>
                <a:lnTo>
                  <a:pt x="3559" y="6306"/>
                </a:lnTo>
                <a:lnTo>
                  <a:pt x="3017" y="5780"/>
                </a:lnTo>
                <a:lnTo>
                  <a:pt x="2535" y="5137"/>
                </a:lnTo>
                <a:lnTo>
                  <a:pt x="2173" y="4437"/>
                </a:lnTo>
                <a:lnTo>
                  <a:pt x="1870" y="3678"/>
                </a:lnTo>
                <a:close/>
                <a:moveTo>
                  <a:pt x="14481" y="818"/>
                </a:moveTo>
                <a:lnTo>
                  <a:pt x="14300" y="4028"/>
                </a:lnTo>
                <a:lnTo>
                  <a:pt x="14239" y="5780"/>
                </a:lnTo>
                <a:lnTo>
                  <a:pt x="14239" y="7240"/>
                </a:lnTo>
                <a:lnTo>
                  <a:pt x="12428" y="6013"/>
                </a:lnTo>
                <a:lnTo>
                  <a:pt x="11585" y="5371"/>
                </a:lnTo>
                <a:lnTo>
                  <a:pt x="10739" y="4728"/>
                </a:lnTo>
                <a:lnTo>
                  <a:pt x="10920" y="4437"/>
                </a:lnTo>
                <a:lnTo>
                  <a:pt x="11042" y="4262"/>
                </a:lnTo>
                <a:lnTo>
                  <a:pt x="12428" y="2862"/>
                </a:lnTo>
                <a:lnTo>
                  <a:pt x="13636" y="1577"/>
                </a:lnTo>
                <a:lnTo>
                  <a:pt x="13998" y="1168"/>
                </a:lnTo>
                <a:lnTo>
                  <a:pt x="14239" y="993"/>
                </a:lnTo>
                <a:lnTo>
                  <a:pt x="14481" y="818"/>
                </a:lnTo>
                <a:close/>
                <a:moveTo>
                  <a:pt x="1086" y="6597"/>
                </a:moveTo>
                <a:lnTo>
                  <a:pt x="1447" y="6715"/>
                </a:lnTo>
                <a:lnTo>
                  <a:pt x="1750" y="6772"/>
                </a:lnTo>
                <a:lnTo>
                  <a:pt x="2051" y="6890"/>
                </a:lnTo>
                <a:lnTo>
                  <a:pt x="2232" y="7065"/>
                </a:lnTo>
                <a:lnTo>
                  <a:pt x="2354" y="7297"/>
                </a:lnTo>
                <a:lnTo>
                  <a:pt x="2413" y="7415"/>
                </a:lnTo>
                <a:lnTo>
                  <a:pt x="2413" y="7647"/>
                </a:lnTo>
                <a:lnTo>
                  <a:pt x="2293" y="7706"/>
                </a:lnTo>
                <a:lnTo>
                  <a:pt x="2112" y="7647"/>
                </a:lnTo>
                <a:lnTo>
                  <a:pt x="1992" y="7590"/>
                </a:lnTo>
                <a:lnTo>
                  <a:pt x="1628" y="7297"/>
                </a:lnTo>
                <a:lnTo>
                  <a:pt x="1388" y="7006"/>
                </a:lnTo>
                <a:lnTo>
                  <a:pt x="1086" y="6597"/>
                </a:lnTo>
                <a:close/>
                <a:moveTo>
                  <a:pt x="6517" y="4671"/>
                </a:moveTo>
                <a:lnTo>
                  <a:pt x="6938" y="5021"/>
                </a:lnTo>
                <a:lnTo>
                  <a:pt x="6637" y="5312"/>
                </a:lnTo>
                <a:lnTo>
                  <a:pt x="4344" y="7415"/>
                </a:lnTo>
                <a:lnTo>
                  <a:pt x="3801" y="7999"/>
                </a:lnTo>
                <a:lnTo>
                  <a:pt x="3378" y="8581"/>
                </a:lnTo>
                <a:lnTo>
                  <a:pt x="2956" y="8231"/>
                </a:lnTo>
                <a:lnTo>
                  <a:pt x="4887" y="6481"/>
                </a:lnTo>
                <a:lnTo>
                  <a:pt x="5732" y="5605"/>
                </a:lnTo>
                <a:lnTo>
                  <a:pt x="6155" y="5196"/>
                </a:lnTo>
                <a:lnTo>
                  <a:pt x="6517" y="4671"/>
                </a:lnTo>
                <a:close/>
                <a:moveTo>
                  <a:pt x="8206" y="8290"/>
                </a:moveTo>
                <a:lnTo>
                  <a:pt x="8810" y="9049"/>
                </a:lnTo>
                <a:lnTo>
                  <a:pt x="9353" y="9866"/>
                </a:lnTo>
                <a:lnTo>
                  <a:pt x="10196" y="11268"/>
                </a:lnTo>
                <a:lnTo>
                  <a:pt x="8688" y="10568"/>
                </a:lnTo>
                <a:lnTo>
                  <a:pt x="7180" y="9866"/>
                </a:lnTo>
                <a:lnTo>
                  <a:pt x="7422" y="9458"/>
                </a:lnTo>
                <a:lnTo>
                  <a:pt x="8206" y="8290"/>
                </a:lnTo>
                <a:close/>
                <a:moveTo>
                  <a:pt x="8025" y="7472"/>
                </a:moveTo>
                <a:lnTo>
                  <a:pt x="7903" y="7647"/>
                </a:lnTo>
                <a:lnTo>
                  <a:pt x="6938" y="8990"/>
                </a:lnTo>
                <a:lnTo>
                  <a:pt x="6517" y="9633"/>
                </a:lnTo>
                <a:lnTo>
                  <a:pt x="6336" y="9633"/>
                </a:lnTo>
                <a:lnTo>
                  <a:pt x="6214" y="9750"/>
                </a:lnTo>
                <a:lnTo>
                  <a:pt x="6155" y="9866"/>
                </a:lnTo>
                <a:lnTo>
                  <a:pt x="6094" y="9984"/>
                </a:lnTo>
                <a:lnTo>
                  <a:pt x="6155" y="10100"/>
                </a:lnTo>
                <a:lnTo>
                  <a:pt x="6214" y="10334"/>
                </a:lnTo>
                <a:lnTo>
                  <a:pt x="6336" y="10391"/>
                </a:lnTo>
                <a:lnTo>
                  <a:pt x="6456" y="10450"/>
                </a:lnTo>
                <a:lnTo>
                  <a:pt x="6576" y="10450"/>
                </a:lnTo>
                <a:lnTo>
                  <a:pt x="8507" y="11268"/>
                </a:lnTo>
                <a:lnTo>
                  <a:pt x="9412" y="11675"/>
                </a:lnTo>
                <a:lnTo>
                  <a:pt x="9956" y="11852"/>
                </a:lnTo>
                <a:lnTo>
                  <a:pt x="10438" y="11909"/>
                </a:lnTo>
                <a:lnTo>
                  <a:pt x="10558" y="11909"/>
                </a:lnTo>
                <a:lnTo>
                  <a:pt x="10680" y="11852"/>
                </a:lnTo>
                <a:lnTo>
                  <a:pt x="10739" y="11909"/>
                </a:lnTo>
                <a:lnTo>
                  <a:pt x="10861" y="11909"/>
                </a:lnTo>
                <a:lnTo>
                  <a:pt x="10920" y="11852"/>
                </a:lnTo>
                <a:lnTo>
                  <a:pt x="10920" y="11793"/>
                </a:lnTo>
                <a:lnTo>
                  <a:pt x="10800" y="11268"/>
                </a:lnTo>
                <a:lnTo>
                  <a:pt x="10619" y="10743"/>
                </a:lnTo>
                <a:lnTo>
                  <a:pt x="10318" y="10216"/>
                </a:lnTo>
                <a:lnTo>
                  <a:pt x="10015" y="9691"/>
                </a:lnTo>
                <a:lnTo>
                  <a:pt x="9292" y="8640"/>
                </a:lnTo>
                <a:lnTo>
                  <a:pt x="8446" y="7590"/>
                </a:lnTo>
                <a:lnTo>
                  <a:pt x="8326" y="7472"/>
                </a:lnTo>
                <a:close/>
                <a:moveTo>
                  <a:pt x="16049" y="15178"/>
                </a:moveTo>
                <a:lnTo>
                  <a:pt x="16110" y="15353"/>
                </a:lnTo>
                <a:lnTo>
                  <a:pt x="16170" y="15528"/>
                </a:lnTo>
                <a:lnTo>
                  <a:pt x="16230" y="15703"/>
                </a:lnTo>
                <a:lnTo>
                  <a:pt x="16230" y="15880"/>
                </a:lnTo>
                <a:lnTo>
                  <a:pt x="16170" y="16055"/>
                </a:lnTo>
                <a:lnTo>
                  <a:pt x="16110" y="15528"/>
                </a:lnTo>
                <a:lnTo>
                  <a:pt x="16049" y="15178"/>
                </a:lnTo>
                <a:close/>
                <a:moveTo>
                  <a:pt x="14721" y="14128"/>
                </a:moveTo>
                <a:lnTo>
                  <a:pt x="15144" y="14362"/>
                </a:lnTo>
                <a:lnTo>
                  <a:pt x="15144" y="14653"/>
                </a:lnTo>
                <a:lnTo>
                  <a:pt x="15266" y="14946"/>
                </a:lnTo>
                <a:lnTo>
                  <a:pt x="15447" y="15528"/>
                </a:lnTo>
                <a:lnTo>
                  <a:pt x="15748" y="16580"/>
                </a:lnTo>
                <a:lnTo>
                  <a:pt x="15567" y="16697"/>
                </a:lnTo>
                <a:lnTo>
                  <a:pt x="15447" y="16346"/>
                </a:lnTo>
                <a:lnTo>
                  <a:pt x="15266" y="16055"/>
                </a:lnTo>
                <a:lnTo>
                  <a:pt x="14662" y="14771"/>
                </a:lnTo>
                <a:lnTo>
                  <a:pt x="14540" y="14537"/>
                </a:lnTo>
                <a:lnTo>
                  <a:pt x="14420" y="14362"/>
                </a:lnTo>
                <a:lnTo>
                  <a:pt x="14721" y="14128"/>
                </a:lnTo>
                <a:close/>
                <a:moveTo>
                  <a:pt x="14058" y="14712"/>
                </a:moveTo>
                <a:lnTo>
                  <a:pt x="14058" y="14771"/>
                </a:lnTo>
                <a:lnTo>
                  <a:pt x="14239" y="14771"/>
                </a:lnTo>
                <a:lnTo>
                  <a:pt x="14300" y="14712"/>
                </a:lnTo>
                <a:lnTo>
                  <a:pt x="14239" y="14887"/>
                </a:lnTo>
                <a:lnTo>
                  <a:pt x="14239" y="15062"/>
                </a:lnTo>
                <a:lnTo>
                  <a:pt x="14420" y="15471"/>
                </a:lnTo>
                <a:lnTo>
                  <a:pt x="14843" y="16230"/>
                </a:lnTo>
                <a:lnTo>
                  <a:pt x="15083" y="16755"/>
                </a:lnTo>
                <a:lnTo>
                  <a:pt x="14481" y="16288"/>
                </a:lnTo>
                <a:lnTo>
                  <a:pt x="14481" y="16230"/>
                </a:lnTo>
                <a:lnTo>
                  <a:pt x="14420" y="15762"/>
                </a:lnTo>
                <a:lnTo>
                  <a:pt x="14239" y="15296"/>
                </a:lnTo>
                <a:lnTo>
                  <a:pt x="14119" y="15062"/>
                </a:lnTo>
                <a:lnTo>
                  <a:pt x="13938" y="14828"/>
                </a:lnTo>
                <a:lnTo>
                  <a:pt x="14058" y="14712"/>
                </a:lnTo>
                <a:close/>
                <a:moveTo>
                  <a:pt x="15567" y="16872"/>
                </a:moveTo>
                <a:lnTo>
                  <a:pt x="15748" y="16931"/>
                </a:lnTo>
                <a:lnTo>
                  <a:pt x="15567" y="16931"/>
                </a:lnTo>
                <a:lnTo>
                  <a:pt x="15567" y="16872"/>
                </a:lnTo>
                <a:close/>
                <a:moveTo>
                  <a:pt x="14601" y="13544"/>
                </a:moveTo>
                <a:lnTo>
                  <a:pt x="14119" y="13894"/>
                </a:lnTo>
                <a:lnTo>
                  <a:pt x="13697" y="14187"/>
                </a:lnTo>
                <a:lnTo>
                  <a:pt x="13394" y="14596"/>
                </a:lnTo>
                <a:lnTo>
                  <a:pt x="13274" y="14887"/>
                </a:lnTo>
                <a:lnTo>
                  <a:pt x="13154" y="15121"/>
                </a:lnTo>
                <a:lnTo>
                  <a:pt x="13154" y="15353"/>
                </a:lnTo>
                <a:lnTo>
                  <a:pt x="13213" y="15646"/>
                </a:lnTo>
                <a:lnTo>
                  <a:pt x="13274" y="15880"/>
                </a:lnTo>
                <a:lnTo>
                  <a:pt x="13394" y="16055"/>
                </a:lnTo>
                <a:lnTo>
                  <a:pt x="13756" y="16463"/>
                </a:lnTo>
                <a:lnTo>
                  <a:pt x="14119" y="16813"/>
                </a:lnTo>
                <a:lnTo>
                  <a:pt x="14662" y="17164"/>
                </a:lnTo>
                <a:lnTo>
                  <a:pt x="15205" y="17456"/>
                </a:lnTo>
                <a:lnTo>
                  <a:pt x="15447" y="17572"/>
                </a:lnTo>
                <a:lnTo>
                  <a:pt x="15687" y="17631"/>
                </a:lnTo>
                <a:lnTo>
                  <a:pt x="15929" y="17572"/>
                </a:lnTo>
                <a:lnTo>
                  <a:pt x="16230" y="17456"/>
                </a:lnTo>
                <a:lnTo>
                  <a:pt x="16532" y="17222"/>
                </a:lnTo>
                <a:lnTo>
                  <a:pt x="16833" y="16872"/>
                </a:lnTo>
                <a:lnTo>
                  <a:pt x="16894" y="16697"/>
                </a:lnTo>
                <a:lnTo>
                  <a:pt x="16894" y="16346"/>
                </a:lnTo>
                <a:lnTo>
                  <a:pt x="16774" y="16171"/>
                </a:lnTo>
                <a:lnTo>
                  <a:pt x="16774" y="15762"/>
                </a:lnTo>
                <a:lnTo>
                  <a:pt x="16713" y="15412"/>
                </a:lnTo>
                <a:lnTo>
                  <a:pt x="16593" y="15062"/>
                </a:lnTo>
                <a:lnTo>
                  <a:pt x="16411" y="14712"/>
                </a:lnTo>
                <a:lnTo>
                  <a:pt x="16170" y="14419"/>
                </a:lnTo>
                <a:lnTo>
                  <a:pt x="15868" y="14187"/>
                </a:lnTo>
                <a:lnTo>
                  <a:pt x="15567" y="13953"/>
                </a:lnTo>
                <a:lnTo>
                  <a:pt x="14902" y="13544"/>
                </a:lnTo>
                <a:close/>
                <a:moveTo>
                  <a:pt x="4283" y="13544"/>
                </a:moveTo>
                <a:lnTo>
                  <a:pt x="6275" y="15528"/>
                </a:lnTo>
                <a:lnTo>
                  <a:pt x="7060" y="16346"/>
                </a:lnTo>
                <a:lnTo>
                  <a:pt x="6336" y="16463"/>
                </a:lnTo>
                <a:lnTo>
                  <a:pt x="4405" y="16988"/>
                </a:lnTo>
                <a:lnTo>
                  <a:pt x="2594" y="17456"/>
                </a:lnTo>
                <a:lnTo>
                  <a:pt x="1750" y="17690"/>
                </a:lnTo>
                <a:lnTo>
                  <a:pt x="1146" y="17806"/>
                </a:lnTo>
                <a:lnTo>
                  <a:pt x="966" y="17806"/>
                </a:lnTo>
                <a:lnTo>
                  <a:pt x="785" y="17747"/>
                </a:lnTo>
                <a:lnTo>
                  <a:pt x="2594" y="15471"/>
                </a:lnTo>
                <a:lnTo>
                  <a:pt x="3138" y="14828"/>
                </a:lnTo>
                <a:lnTo>
                  <a:pt x="3620" y="14187"/>
                </a:lnTo>
                <a:lnTo>
                  <a:pt x="3982" y="13894"/>
                </a:lnTo>
                <a:lnTo>
                  <a:pt x="4283" y="13544"/>
                </a:lnTo>
                <a:close/>
                <a:moveTo>
                  <a:pt x="14662" y="13019"/>
                </a:moveTo>
                <a:lnTo>
                  <a:pt x="14963" y="13077"/>
                </a:lnTo>
                <a:lnTo>
                  <a:pt x="15205" y="13135"/>
                </a:lnTo>
                <a:lnTo>
                  <a:pt x="15748" y="13369"/>
                </a:lnTo>
                <a:lnTo>
                  <a:pt x="16230" y="13662"/>
                </a:lnTo>
                <a:lnTo>
                  <a:pt x="16652" y="14069"/>
                </a:lnTo>
                <a:lnTo>
                  <a:pt x="16955" y="14596"/>
                </a:lnTo>
                <a:lnTo>
                  <a:pt x="17195" y="15062"/>
                </a:lnTo>
                <a:lnTo>
                  <a:pt x="17376" y="15587"/>
                </a:lnTo>
                <a:lnTo>
                  <a:pt x="17437" y="16171"/>
                </a:lnTo>
                <a:lnTo>
                  <a:pt x="17437" y="16755"/>
                </a:lnTo>
                <a:lnTo>
                  <a:pt x="17256" y="17281"/>
                </a:lnTo>
                <a:lnTo>
                  <a:pt x="17256" y="17340"/>
                </a:lnTo>
                <a:lnTo>
                  <a:pt x="17195" y="17281"/>
                </a:lnTo>
                <a:lnTo>
                  <a:pt x="17014" y="17164"/>
                </a:lnTo>
                <a:lnTo>
                  <a:pt x="16894" y="17164"/>
                </a:lnTo>
                <a:lnTo>
                  <a:pt x="16713" y="17222"/>
                </a:lnTo>
                <a:lnTo>
                  <a:pt x="16652" y="17397"/>
                </a:lnTo>
                <a:lnTo>
                  <a:pt x="16593" y="17631"/>
                </a:lnTo>
                <a:lnTo>
                  <a:pt x="16532" y="17806"/>
                </a:lnTo>
                <a:lnTo>
                  <a:pt x="16230" y="17981"/>
                </a:lnTo>
                <a:lnTo>
                  <a:pt x="16110" y="18097"/>
                </a:lnTo>
                <a:lnTo>
                  <a:pt x="16049" y="18215"/>
                </a:lnTo>
                <a:lnTo>
                  <a:pt x="15809" y="18272"/>
                </a:lnTo>
                <a:lnTo>
                  <a:pt x="15567" y="18272"/>
                </a:lnTo>
                <a:lnTo>
                  <a:pt x="15386" y="18215"/>
                </a:lnTo>
                <a:lnTo>
                  <a:pt x="15144" y="18156"/>
                </a:lnTo>
                <a:lnTo>
                  <a:pt x="14178" y="17631"/>
                </a:lnTo>
                <a:lnTo>
                  <a:pt x="13697" y="17340"/>
                </a:lnTo>
                <a:lnTo>
                  <a:pt x="13274" y="16988"/>
                </a:lnTo>
                <a:lnTo>
                  <a:pt x="12912" y="16580"/>
                </a:lnTo>
                <a:lnTo>
                  <a:pt x="12670" y="16112"/>
                </a:lnTo>
                <a:lnTo>
                  <a:pt x="12489" y="15587"/>
                </a:lnTo>
                <a:lnTo>
                  <a:pt x="12489" y="15121"/>
                </a:lnTo>
                <a:lnTo>
                  <a:pt x="12550" y="14596"/>
                </a:lnTo>
                <a:lnTo>
                  <a:pt x="12792" y="14128"/>
                </a:lnTo>
                <a:lnTo>
                  <a:pt x="13093" y="13719"/>
                </a:lnTo>
                <a:lnTo>
                  <a:pt x="13516" y="13369"/>
                </a:lnTo>
                <a:lnTo>
                  <a:pt x="13817" y="13194"/>
                </a:lnTo>
                <a:lnTo>
                  <a:pt x="14119" y="13077"/>
                </a:lnTo>
                <a:lnTo>
                  <a:pt x="14359" y="13019"/>
                </a:lnTo>
                <a:close/>
                <a:moveTo>
                  <a:pt x="14420" y="12377"/>
                </a:moveTo>
                <a:lnTo>
                  <a:pt x="14058" y="12434"/>
                </a:lnTo>
                <a:lnTo>
                  <a:pt x="13756" y="12493"/>
                </a:lnTo>
                <a:lnTo>
                  <a:pt x="13394" y="12668"/>
                </a:lnTo>
                <a:lnTo>
                  <a:pt x="13093" y="12785"/>
                </a:lnTo>
                <a:lnTo>
                  <a:pt x="12792" y="13019"/>
                </a:lnTo>
                <a:lnTo>
                  <a:pt x="12489" y="13311"/>
                </a:lnTo>
                <a:lnTo>
                  <a:pt x="12247" y="13544"/>
                </a:lnTo>
                <a:lnTo>
                  <a:pt x="12067" y="13778"/>
                </a:lnTo>
                <a:lnTo>
                  <a:pt x="11826" y="14362"/>
                </a:lnTo>
                <a:lnTo>
                  <a:pt x="11705" y="15003"/>
                </a:lnTo>
                <a:lnTo>
                  <a:pt x="11705" y="15646"/>
                </a:lnTo>
                <a:lnTo>
                  <a:pt x="11766" y="15996"/>
                </a:lnTo>
                <a:lnTo>
                  <a:pt x="11886" y="16346"/>
                </a:lnTo>
                <a:lnTo>
                  <a:pt x="12067" y="16638"/>
                </a:lnTo>
                <a:lnTo>
                  <a:pt x="12247" y="16931"/>
                </a:lnTo>
                <a:lnTo>
                  <a:pt x="12731" y="17515"/>
                </a:lnTo>
                <a:lnTo>
                  <a:pt x="13335" y="17981"/>
                </a:lnTo>
                <a:lnTo>
                  <a:pt x="13998" y="18390"/>
                </a:lnTo>
                <a:lnTo>
                  <a:pt x="14662" y="18740"/>
                </a:lnTo>
                <a:lnTo>
                  <a:pt x="15024" y="18915"/>
                </a:lnTo>
                <a:lnTo>
                  <a:pt x="15386" y="19031"/>
                </a:lnTo>
                <a:lnTo>
                  <a:pt x="15748" y="19031"/>
                </a:lnTo>
                <a:lnTo>
                  <a:pt x="16049" y="18974"/>
                </a:lnTo>
                <a:lnTo>
                  <a:pt x="16411" y="18856"/>
                </a:lnTo>
                <a:lnTo>
                  <a:pt x="16774" y="18624"/>
                </a:lnTo>
                <a:lnTo>
                  <a:pt x="17075" y="18390"/>
                </a:lnTo>
                <a:lnTo>
                  <a:pt x="17256" y="18097"/>
                </a:lnTo>
                <a:lnTo>
                  <a:pt x="17557" y="17981"/>
                </a:lnTo>
                <a:lnTo>
                  <a:pt x="17738" y="17747"/>
                </a:lnTo>
                <a:lnTo>
                  <a:pt x="17920" y="17456"/>
                </a:lnTo>
                <a:lnTo>
                  <a:pt x="18041" y="17164"/>
                </a:lnTo>
                <a:lnTo>
                  <a:pt x="18101" y="16872"/>
                </a:lnTo>
                <a:lnTo>
                  <a:pt x="18101" y="16112"/>
                </a:lnTo>
                <a:lnTo>
                  <a:pt x="18041" y="15412"/>
                </a:lnTo>
                <a:lnTo>
                  <a:pt x="17799" y="14653"/>
                </a:lnTo>
                <a:lnTo>
                  <a:pt x="17498" y="14012"/>
                </a:lnTo>
                <a:lnTo>
                  <a:pt x="17256" y="13719"/>
                </a:lnTo>
                <a:lnTo>
                  <a:pt x="17014" y="13428"/>
                </a:lnTo>
                <a:lnTo>
                  <a:pt x="16774" y="13194"/>
                </a:lnTo>
                <a:lnTo>
                  <a:pt x="16471" y="12960"/>
                </a:lnTo>
                <a:lnTo>
                  <a:pt x="16170" y="12785"/>
                </a:lnTo>
                <a:lnTo>
                  <a:pt x="15809" y="12610"/>
                </a:lnTo>
                <a:lnTo>
                  <a:pt x="15506" y="12493"/>
                </a:lnTo>
                <a:lnTo>
                  <a:pt x="15144" y="12434"/>
                </a:lnTo>
                <a:lnTo>
                  <a:pt x="14782" y="12377"/>
                </a:lnTo>
                <a:close/>
                <a:moveTo>
                  <a:pt x="14843" y="0"/>
                </a:moveTo>
                <a:lnTo>
                  <a:pt x="14420" y="59"/>
                </a:lnTo>
                <a:lnTo>
                  <a:pt x="14058" y="175"/>
                </a:lnTo>
                <a:lnTo>
                  <a:pt x="13756" y="409"/>
                </a:lnTo>
                <a:lnTo>
                  <a:pt x="13455" y="700"/>
                </a:lnTo>
                <a:lnTo>
                  <a:pt x="12489" y="1634"/>
                </a:lnTo>
                <a:lnTo>
                  <a:pt x="11524" y="2628"/>
                </a:lnTo>
                <a:lnTo>
                  <a:pt x="10920" y="3269"/>
                </a:lnTo>
                <a:lnTo>
                  <a:pt x="10499" y="3678"/>
                </a:lnTo>
                <a:lnTo>
                  <a:pt x="10196" y="4146"/>
                </a:lnTo>
                <a:lnTo>
                  <a:pt x="9533" y="3503"/>
                </a:lnTo>
                <a:lnTo>
                  <a:pt x="9412" y="3387"/>
                </a:lnTo>
                <a:lnTo>
                  <a:pt x="9050" y="3387"/>
                </a:lnTo>
                <a:lnTo>
                  <a:pt x="8869" y="3503"/>
                </a:lnTo>
                <a:lnTo>
                  <a:pt x="8810" y="3562"/>
                </a:lnTo>
                <a:lnTo>
                  <a:pt x="8084" y="4028"/>
                </a:lnTo>
                <a:lnTo>
                  <a:pt x="7422" y="4612"/>
                </a:lnTo>
                <a:lnTo>
                  <a:pt x="7060" y="4321"/>
                </a:lnTo>
                <a:lnTo>
                  <a:pt x="6698" y="3971"/>
                </a:lnTo>
                <a:lnTo>
                  <a:pt x="6576" y="3912"/>
                </a:lnTo>
                <a:lnTo>
                  <a:pt x="6395" y="3912"/>
                </a:lnTo>
                <a:lnTo>
                  <a:pt x="6275" y="3971"/>
                </a:lnTo>
                <a:lnTo>
                  <a:pt x="6214" y="4087"/>
                </a:lnTo>
                <a:lnTo>
                  <a:pt x="6214" y="3678"/>
                </a:lnTo>
                <a:lnTo>
                  <a:pt x="6033" y="3387"/>
                </a:lnTo>
                <a:lnTo>
                  <a:pt x="5791" y="3037"/>
                </a:lnTo>
                <a:lnTo>
                  <a:pt x="5490" y="2803"/>
                </a:lnTo>
                <a:lnTo>
                  <a:pt x="5129" y="2569"/>
                </a:lnTo>
                <a:lnTo>
                  <a:pt x="4706" y="2394"/>
                </a:lnTo>
                <a:lnTo>
                  <a:pt x="4043" y="2102"/>
                </a:lnTo>
                <a:lnTo>
                  <a:pt x="3862" y="2102"/>
                </a:lnTo>
                <a:lnTo>
                  <a:pt x="3681" y="2160"/>
                </a:lnTo>
                <a:lnTo>
                  <a:pt x="3620" y="2277"/>
                </a:lnTo>
                <a:lnTo>
                  <a:pt x="3620" y="2394"/>
                </a:lnTo>
                <a:lnTo>
                  <a:pt x="4163" y="3562"/>
                </a:lnTo>
                <a:lnTo>
                  <a:pt x="4405" y="4028"/>
                </a:lnTo>
                <a:lnTo>
                  <a:pt x="4525" y="4262"/>
                </a:lnTo>
                <a:lnTo>
                  <a:pt x="4706" y="4496"/>
                </a:lnTo>
                <a:lnTo>
                  <a:pt x="4948" y="4612"/>
                </a:lnTo>
                <a:lnTo>
                  <a:pt x="5249" y="4671"/>
                </a:lnTo>
                <a:lnTo>
                  <a:pt x="5490" y="4671"/>
                </a:lnTo>
                <a:lnTo>
                  <a:pt x="5732" y="4553"/>
                </a:lnTo>
                <a:lnTo>
                  <a:pt x="5974" y="4437"/>
                </a:lnTo>
                <a:lnTo>
                  <a:pt x="5430" y="5021"/>
                </a:lnTo>
                <a:lnTo>
                  <a:pt x="4887" y="5546"/>
                </a:lnTo>
                <a:lnTo>
                  <a:pt x="4828" y="5430"/>
                </a:lnTo>
                <a:lnTo>
                  <a:pt x="4828" y="5196"/>
                </a:lnTo>
                <a:lnTo>
                  <a:pt x="4767" y="4903"/>
                </a:lnTo>
                <a:lnTo>
                  <a:pt x="4647" y="4496"/>
                </a:lnTo>
                <a:lnTo>
                  <a:pt x="4405" y="4146"/>
                </a:lnTo>
                <a:lnTo>
                  <a:pt x="4043" y="3794"/>
                </a:lnTo>
                <a:lnTo>
                  <a:pt x="3681" y="3562"/>
                </a:lnTo>
                <a:lnTo>
                  <a:pt x="3258" y="3328"/>
                </a:lnTo>
                <a:lnTo>
                  <a:pt x="2775" y="3153"/>
                </a:lnTo>
                <a:lnTo>
                  <a:pt x="2354" y="3037"/>
                </a:lnTo>
                <a:lnTo>
                  <a:pt x="1447" y="2919"/>
                </a:lnTo>
                <a:lnTo>
                  <a:pt x="1267" y="2919"/>
                </a:lnTo>
                <a:lnTo>
                  <a:pt x="1146" y="2978"/>
                </a:lnTo>
                <a:lnTo>
                  <a:pt x="1026" y="3094"/>
                </a:lnTo>
                <a:lnTo>
                  <a:pt x="1026" y="3269"/>
                </a:lnTo>
                <a:lnTo>
                  <a:pt x="1146" y="3794"/>
                </a:lnTo>
                <a:lnTo>
                  <a:pt x="1327" y="4378"/>
                </a:lnTo>
                <a:lnTo>
                  <a:pt x="1508" y="4846"/>
                </a:lnTo>
                <a:lnTo>
                  <a:pt x="1811" y="5371"/>
                </a:lnTo>
                <a:lnTo>
                  <a:pt x="2112" y="5838"/>
                </a:lnTo>
                <a:lnTo>
                  <a:pt x="2474" y="6247"/>
                </a:lnTo>
                <a:lnTo>
                  <a:pt x="2836" y="6656"/>
                </a:lnTo>
                <a:lnTo>
                  <a:pt x="3258" y="7065"/>
                </a:lnTo>
                <a:lnTo>
                  <a:pt x="3319" y="7065"/>
                </a:lnTo>
                <a:lnTo>
                  <a:pt x="2897" y="7472"/>
                </a:lnTo>
                <a:lnTo>
                  <a:pt x="2897" y="7240"/>
                </a:lnTo>
                <a:lnTo>
                  <a:pt x="2836" y="7006"/>
                </a:lnTo>
                <a:lnTo>
                  <a:pt x="2655" y="6772"/>
                </a:lnTo>
                <a:lnTo>
                  <a:pt x="2413" y="6538"/>
                </a:lnTo>
                <a:lnTo>
                  <a:pt x="2173" y="6363"/>
                </a:lnTo>
                <a:lnTo>
                  <a:pt x="1811" y="6247"/>
                </a:lnTo>
                <a:lnTo>
                  <a:pt x="1146" y="6072"/>
                </a:lnTo>
                <a:lnTo>
                  <a:pt x="543" y="5955"/>
                </a:lnTo>
                <a:lnTo>
                  <a:pt x="362" y="5955"/>
                </a:lnTo>
                <a:lnTo>
                  <a:pt x="242" y="6072"/>
                </a:lnTo>
                <a:lnTo>
                  <a:pt x="181" y="6247"/>
                </a:lnTo>
                <a:lnTo>
                  <a:pt x="242" y="6363"/>
                </a:lnTo>
                <a:lnTo>
                  <a:pt x="604" y="6890"/>
                </a:lnTo>
                <a:lnTo>
                  <a:pt x="1026" y="7531"/>
                </a:lnTo>
                <a:lnTo>
                  <a:pt x="1327" y="7822"/>
                </a:lnTo>
                <a:lnTo>
                  <a:pt x="1569" y="8056"/>
                </a:lnTo>
                <a:lnTo>
                  <a:pt x="1870" y="8231"/>
                </a:lnTo>
                <a:lnTo>
                  <a:pt x="2173" y="8349"/>
                </a:lnTo>
                <a:lnTo>
                  <a:pt x="2173" y="8406"/>
                </a:lnTo>
                <a:lnTo>
                  <a:pt x="2293" y="8524"/>
                </a:lnTo>
                <a:lnTo>
                  <a:pt x="3017" y="9166"/>
                </a:lnTo>
                <a:lnTo>
                  <a:pt x="2716" y="9750"/>
                </a:lnTo>
                <a:lnTo>
                  <a:pt x="2474" y="10334"/>
                </a:lnTo>
                <a:lnTo>
                  <a:pt x="2293" y="10975"/>
                </a:lnTo>
                <a:lnTo>
                  <a:pt x="2173" y="11034"/>
                </a:lnTo>
                <a:lnTo>
                  <a:pt x="2173" y="11384"/>
                </a:lnTo>
                <a:lnTo>
                  <a:pt x="2232" y="11559"/>
                </a:lnTo>
                <a:lnTo>
                  <a:pt x="2354" y="11734"/>
                </a:lnTo>
                <a:lnTo>
                  <a:pt x="2413" y="11793"/>
                </a:lnTo>
                <a:lnTo>
                  <a:pt x="2535" y="11852"/>
                </a:lnTo>
                <a:lnTo>
                  <a:pt x="2716" y="12084"/>
                </a:lnTo>
                <a:lnTo>
                  <a:pt x="3801" y="13077"/>
                </a:lnTo>
                <a:lnTo>
                  <a:pt x="3559" y="13253"/>
                </a:lnTo>
                <a:lnTo>
                  <a:pt x="3319" y="13428"/>
                </a:lnTo>
                <a:lnTo>
                  <a:pt x="2897" y="13837"/>
                </a:lnTo>
                <a:lnTo>
                  <a:pt x="2293" y="14653"/>
                </a:lnTo>
                <a:lnTo>
                  <a:pt x="1628" y="15471"/>
                </a:lnTo>
                <a:lnTo>
                  <a:pt x="362" y="17106"/>
                </a:lnTo>
                <a:lnTo>
                  <a:pt x="120" y="17456"/>
                </a:lnTo>
                <a:lnTo>
                  <a:pt x="0" y="17747"/>
                </a:lnTo>
                <a:lnTo>
                  <a:pt x="0" y="17865"/>
                </a:lnTo>
                <a:lnTo>
                  <a:pt x="61" y="18040"/>
                </a:lnTo>
                <a:lnTo>
                  <a:pt x="301" y="18331"/>
                </a:lnTo>
                <a:lnTo>
                  <a:pt x="423" y="18449"/>
                </a:lnTo>
                <a:lnTo>
                  <a:pt x="604" y="18506"/>
                </a:lnTo>
                <a:lnTo>
                  <a:pt x="905" y="18565"/>
                </a:lnTo>
                <a:lnTo>
                  <a:pt x="1267" y="18506"/>
                </a:lnTo>
                <a:lnTo>
                  <a:pt x="1628" y="18449"/>
                </a:lnTo>
                <a:lnTo>
                  <a:pt x="3862" y="17806"/>
                </a:lnTo>
                <a:lnTo>
                  <a:pt x="5913" y="17222"/>
                </a:lnTo>
                <a:lnTo>
                  <a:pt x="6698" y="17047"/>
                </a:lnTo>
                <a:lnTo>
                  <a:pt x="7060" y="16931"/>
                </a:lnTo>
                <a:lnTo>
                  <a:pt x="7422" y="16697"/>
                </a:lnTo>
                <a:lnTo>
                  <a:pt x="8265" y="17515"/>
                </a:lnTo>
                <a:lnTo>
                  <a:pt x="9111" y="18331"/>
                </a:lnTo>
                <a:lnTo>
                  <a:pt x="10015" y="19090"/>
                </a:lnTo>
                <a:lnTo>
                  <a:pt x="10981" y="19732"/>
                </a:lnTo>
                <a:lnTo>
                  <a:pt x="11524" y="20083"/>
                </a:lnTo>
                <a:lnTo>
                  <a:pt x="12127" y="20375"/>
                </a:lnTo>
                <a:lnTo>
                  <a:pt x="12731" y="20666"/>
                </a:lnTo>
                <a:lnTo>
                  <a:pt x="13274" y="20900"/>
                </a:lnTo>
                <a:lnTo>
                  <a:pt x="13938" y="21075"/>
                </a:lnTo>
                <a:lnTo>
                  <a:pt x="14540" y="21250"/>
                </a:lnTo>
                <a:lnTo>
                  <a:pt x="15144" y="21368"/>
                </a:lnTo>
                <a:lnTo>
                  <a:pt x="15809" y="21484"/>
                </a:lnTo>
                <a:lnTo>
                  <a:pt x="16411" y="21543"/>
                </a:lnTo>
                <a:lnTo>
                  <a:pt x="17075" y="21600"/>
                </a:lnTo>
                <a:lnTo>
                  <a:pt x="18282" y="21543"/>
                </a:lnTo>
                <a:lnTo>
                  <a:pt x="19429" y="21368"/>
                </a:lnTo>
                <a:lnTo>
                  <a:pt x="20092" y="21193"/>
                </a:lnTo>
                <a:lnTo>
                  <a:pt x="20333" y="21134"/>
                </a:lnTo>
                <a:lnTo>
                  <a:pt x="20454" y="21134"/>
                </a:lnTo>
                <a:lnTo>
                  <a:pt x="20454" y="21193"/>
                </a:lnTo>
                <a:lnTo>
                  <a:pt x="20575" y="21250"/>
                </a:lnTo>
                <a:lnTo>
                  <a:pt x="20634" y="21250"/>
                </a:lnTo>
                <a:lnTo>
                  <a:pt x="20695" y="21193"/>
                </a:lnTo>
                <a:lnTo>
                  <a:pt x="20756" y="21134"/>
                </a:lnTo>
                <a:lnTo>
                  <a:pt x="20815" y="20959"/>
                </a:lnTo>
                <a:lnTo>
                  <a:pt x="20815" y="20725"/>
                </a:lnTo>
                <a:lnTo>
                  <a:pt x="20634" y="20608"/>
                </a:lnTo>
                <a:lnTo>
                  <a:pt x="20454" y="20550"/>
                </a:lnTo>
                <a:lnTo>
                  <a:pt x="20031" y="20550"/>
                </a:lnTo>
                <a:lnTo>
                  <a:pt x="19248" y="20725"/>
                </a:lnTo>
                <a:lnTo>
                  <a:pt x="18402" y="20841"/>
                </a:lnTo>
                <a:lnTo>
                  <a:pt x="17679" y="20900"/>
                </a:lnTo>
                <a:lnTo>
                  <a:pt x="16955" y="20841"/>
                </a:lnTo>
                <a:lnTo>
                  <a:pt x="16230" y="20841"/>
                </a:lnTo>
                <a:lnTo>
                  <a:pt x="15567" y="20725"/>
                </a:lnTo>
                <a:lnTo>
                  <a:pt x="14843" y="20608"/>
                </a:lnTo>
                <a:lnTo>
                  <a:pt x="14119" y="20375"/>
                </a:lnTo>
                <a:lnTo>
                  <a:pt x="13455" y="20141"/>
                </a:lnTo>
                <a:lnTo>
                  <a:pt x="12792" y="19908"/>
                </a:lnTo>
                <a:lnTo>
                  <a:pt x="12007" y="19499"/>
                </a:lnTo>
                <a:lnTo>
                  <a:pt x="11284" y="19031"/>
                </a:lnTo>
                <a:lnTo>
                  <a:pt x="10558" y="18506"/>
                </a:lnTo>
                <a:lnTo>
                  <a:pt x="9895" y="17981"/>
                </a:lnTo>
                <a:lnTo>
                  <a:pt x="8629" y="16813"/>
                </a:lnTo>
                <a:lnTo>
                  <a:pt x="7422" y="15587"/>
                </a:lnTo>
                <a:lnTo>
                  <a:pt x="4948" y="13194"/>
                </a:lnTo>
                <a:lnTo>
                  <a:pt x="3740" y="11968"/>
                </a:lnTo>
                <a:lnTo>
                  <a:pt x="3439" y="11618"/>
                </a:lnTo>
                <a:lnTo>
                  <a:pt x="3077" y="11268"/>
                </a:lnTo>
                <a:lnTo>
                  <a:pt x="3198" y="10684"/>
                </a:lnTo>
                <a:lnTo>
                  <a:pt x="3378" y="10159"/>
                </a:lnTo>
                <a:lnTo>
                  <a:pt x="3681" y="9633"/>
                </a:lnTo>
                <a:lnTo>
                  <a:pt x="3982" y="9107"/>
                </a:lnTo>
                <a:lnTo>
                  <a:pt x="4344" y="8640"/>
                </a:lnTo>
                <a:lnTo>
                  <a:pt x="4767" y="8231"/>
                </a:lnTo>
                <a:lnTo>
                  <a:pt x="5611" y="7356"/>
                </a:lnTo>
                <a:lnTo>
                  <a:pt x="7361" y="5663"/>
                </a:lnTo>
                <a:lnTo>
                  <a:pt x="8265" y="4846"/>
                </a:lnTo>
                <a:lnTo>
                  <a:pt x="8629" y="4496"/>
                </a:lnTo>
                <a:lnTo>
                  <a:pt x="8869" y="4262"/>
                </a:lnTo>
                <a:lnTo>
                  <a:pt x="9050" y="4146"/>
                </a:lnTo>
                <a:lnTo>
                  <a:pt x="9231" y="4321"/>
                </a:lnTo>
                <a:lnTo>
                  <a:pt x="8869" y="4496"/>
                </a:lnTo>
                <a:lnTo>
                  <a:pt x="8629" y="4728"/>
                </a:lnTo>
                <a:lnTo>
                  <a:pt x="8145" y="5254"/>
                </a:lnTo>
                <a:lnTo>
                  <a:pt x="7903" y="5546"/>
                </a:lnTo>
                <a:lnTo>
                  <a:pt x="7723" y="5838"/>
                </a:lnTo>
                <a:lnTo>
                  <a:pt x="7542" y="6188"/>
                </a:lnTo>
                <a:lnTo>
                  <a:pt x="7542" y="6306"/>
                </a:lnTo>
                <a:lnTo>
                  <a:pt x="7602" y="6481"/>
                </a:lnTo>
                <a:lnTo>
                  <a:pt x="7663" y="6597"/>
                </a:lnTo>
                <a:lnTo>
                  <a:pt x="7783" y="6597"/>
                </a:lnTo>
                <a:lnTo>
                  <a:pt x="8084" y="6422"/>
                </a:lnTo>
                <a:lnTo>
                  <a:pt x="8265" y="6188"/>
                </a:lnTo>
                <a:lnTo>
                  <a:pt x="8568" y="5663"/>
                </a:lnTo>
                <a:lnTo>
                  <a:pt x="9050" y="5137"/>
                </a:lnTo>
                <a:lnTo>
                  <a:pt x="9473" y="4612"/>
                </a:lnTo>
                <a:lnTo>
                  <a:pt x="9895" y="4962"/>
                </a:lnTo>
                <a:lnTo>
                  <a:pt x="9593" y="5254"/>
                </a:lnTo>
                <a:lnTo>
                  <a:pt x="9231" y="5605"/>
                </a:lnTo>
                <a:lnTo>
                  <a:pt x="8991" y="5955"/>
                </a:lnTo>
                <a:lnTo>
                  <a:pt x="8810" y="6306"/>
                </a:lnTo>
                <a:lnTo>
                  <a:pt x="8749" y="6481"/>
                </a:lnTo>
                <a:lnTo>
                  <a:pt x="8869" y="6656"/>
                </a:lnTo>
                <a:lnTo>
                  <a:pt x="9050" y="6715"/>
                </a:lnTo>
                <a:lnTo>
                  <a:pt x="9111" y="6715"/>
                </a:lnTo>
                <a:lnTo>
                  <a:pt x="9231" y="6656"/>
                </a:lnTo>
                <a:lnTo>
                  <a:pt x="9533" y="6363"/>
                </a:lnTo>
                <a:lnTo>
                  <a:pt x="9774" y="6013"/>
                </a:lnTo>
                <a:lnTo>
                  <a:pt x="10015" y="5663"/>
                </a:lnTo>
                <a:lnTo>
                  <a:pt x="10196" y="5254"/>
                </a:lnTo>
                <a:lnTo>
                  <a:pt x="10377" y="5371"/>
                </a:lnTo>
                <a:lnTo>
                  <a:pt x="10619" y="5546"/>
                </a:lnTo>
                <a:lnTo>
                  <a:pt x="10438" y="5721"/>
                </a:lnTo>
                <a:lnTo>
                  <a:pt x="10257" y="5897"/>
                </a:lnTo>
                <a:lnTo>
                  <a:pt x="10015" y="6306"/>
                </a:lnTo>
                <a:lnTo>
                  <a:pt x="9654" y="6772"/>
                </a:lnTo>
                <a:lnTo>
                  <a:pt x="9533" y="7006"/>
                </a:lnTo>
                <a:lnTo>
                  <a:pt x="9412" y="7297"/>
                </a:lnTo>
                <a:lnTo>
                  <a:pt x="9412" y="7472"/>
                </a:lnTo>
                <a:lnTo>
                  <a:pt x="9533" y="7531"/>
                </a:lnTo>
                <a:lnTo>
                  <a:pt x="9714" y="7590"/>
                </a:lnTo>
                <a:lnTo>
                  <a:pt x="9895" y="7472"/>
                </a:lnTo>
                <a:lnTo>
                  <a:pt x="10076" y="7297"/>
                </a:lnTo>
                <a:lnTo>
                  <a:pt x="10196" y="7065"/>
                </a:lnTo>
                <a:lnTo>
                  <a:pt x="10499" y="6597"/>
                </a:lnTo>
                <a:lnTo>
                  <a:pt x="10619" y="6306"/>
                </a:lnTo>
                <a:lnTo>
                  <a:pt x="10861" y="5780"/>
                </a:lnTo>
                <a:lnTo>
                  <a:pt x="12007" y="6597"/>
                </a:lnTo>
                <a:lnTo>
                  <a:pt x="11705" y="6831"/>
                </a:lnTo>
                <a:lnTo>
                  <a:pt x="11404" y="7065"/>
                </a:lnTo>
                <a:lnTo>
                  <a:pt x="11042" y="7472"/>
                </a:lnTo>
                <a:lnTo>
                  <a:pt x="10739" y="7999"/>
                </a:lnTo>
                <a:lnTo>
                  <a:pt x="10739" y="8231"/>
                </a:lnTo>
                <a:lnTo>
                  <a:pt x="10800" y="8290"/>
                </a:lnTo>
                <a:lnTo>
                  <a:pt x="10920" y="8349"/>
                </a:lnTo>
                <a:lnTo>
                  <a:pt x="10981" y="8406"/>
                </a:lnTo>
                <a:lnTo>
                  <a:pt x="11101" y="8406"/>
                </a:lnTo>
                <a:lnTo>
                  <a:pt x="11223" y="8349"/>
                </a:lnTo>
                <a:lnTo>
                  <a:pt x="11284" y="8231"/>
                </a:lnTo>
                <a:lnTo>
                  <a:pt x="11766" y="7472"/>
                </a:lnTo>
                <a:lnTo>
                  <a:pt x="12188" y="6772"/>
                </a:lnTo>
                <a:lnTo>
                  <a:pt x="12731" y="7122"/>
                </a:lnTo>
                <a:lnTo>
                  <a:pt x="12308" y="7531"/>
                </a:lnTo>
                <a:lnTo>
                  <a:pt x="11705" y="8174"/>
                </a:lnTo>
                <a:lnTo>
                  <a:pt x="11645" y="8290"/>
                </a:lnTo>
                <a:lnTo>
                  <a:pt x="11585" y="8349"/>
                </a:lnTo>
                <a:lnTo>
                  <a:pt x="11645" y="8465"/>
                </a:lnTo>
                <a:lnTo>
                  <a:pt x="11705" y="8524"/>
                </a:lnTo>
                <a:lnTo>
                  <a:pt x="11826" y="8581"/>
                </a:lnTo>
                <a:lnTo>
                  <a:pt x="11946" y="8640"/>
                </a:lnTo>
                <a:lnTo>
                  <a:pt x="12067" y="8640"/>
                </a:lnTo>
                <a:lnTo>
                  <a:pt x="12127" y="8524"/>
                </a:lnTo>
                <a:lnTo>
                  <a:pt x="12428" y="8231"/>
                </a:lnTo>
                <a:lnTo>
                  <a:pt x="12731" y="7940"/>
                </a:lnTo>
                <a:lnTo>
                  <a:pt x="12851" y="7647"/>
                </a:lnTo>
                <a:lnTo>
                  <a:pt x="12912" y="7472"/>
                </a:lnTo>
                <a:lnTo>
                  <a:pt x="12973" y="7297"/>
                </a:lnTo>
                <a:lnTo>
                  <a:pt x="13938" y="7940"/>
                </a:lnTo>
                <a:lnTo>
                  <a:pt x="13335" y="8465"/>
                </a:lnTo>
                <a:lnTo>
                  <a:pt x="12851" y="9107"/>
                </a:lnTo>
                <a:lnTo>
                  <a:pt x="12792" y="9224"/>
                </a:lnTo>
                <a:lnTo>
                  <a:pt x="12792" y="9283"/>
                </a:lnTo>
                <a:lnTo>
                  <a:pt x="12851" y="9458"/>
                </a:lnTo>
                <a:lnTo>
                  <a:pt x="12973" y="9516"/>
                </a:lnTo>
                <a:lnTo>
                  <a:pt x="13154" y="9516"/>
                </a:lnTo>
                <a:lnTo>
                  <a:pt x="13213" y="9458"/>
                </a:lnTo>
                <a:lnTo>
                  <a:pt x="13697" y="8756"/>
                </a:lnTo>
                <a:lnTo>
                  <a:pt x="14119" y="8056"/>
                </a:lnTo>
                <a:lnTo>
                  <a:pt x="14843" y="8524"/>
                </a:lnTo>
                <a:lnTo>
                  <a:pt x="14420" y="8932"/>
                </a:lnTo>
                <a:lnTo>
                  <a:pt x="14119" y="9224"/>
                </a:lnTo>
                <a:lnTo>
                  <a:pt x="13998" y="9399"/>
                </a:lnTo>
                <a:lnTo>
                  <a:pt x="13938" y="9633"/>
                </a:lnTo>
                <a:lnTo>
                  <a:pt x="13575" y="10159"/>
                </a:lnTo>
                <a:lnTo>
                  <a:pt x="13516" y="10275"/>
                </a:lnTo>
                <a:lnTo>
                  <a:pt x="13575" y="10450"/>
                </a:lnTo>
                <a:lnTo>
                  <a:pt x="13636" y="10509"/>
                </a:lnTo>
                <a:lnTo>
                  <a:pt x="13756" y="10568"/>
                </a:lnTo>
                <a:lnTo>
                  <a:pt x="13938" y="10568"/>
                </a:lnTo>
                <a:lnTo>
                  <a:pt x="14058" y="10450"/>
                </a:lnTo>
                <a:lnTo>
                  <a:pt x="14481" y="9866"/>
                </a:lnTo>
                <a:lnTo>
                  <a:pt x="14601" y="9750"/>
                </a:lnTo>
                <a:lnTo>
                  <a:pt x="14721" y="9575"/>
                </a:lnTo>
                <a:lnTo>
                  <a:pt x="14963" y="9224"/>
                </a:lnTo>
                <a:lnTo>
                  <a:pt x="15205" y="8815"/>
                </a:lnTo>
                <a:lnTo>
                  <a:pt x="15687" y="9107"/>
                </a:lnTo>
                <a:lnTo>
                  <a:pt x="15386" y="9399"/>
                </a:lnTo>
                <a:lnTo>
                  <a:pt x="15144" y="9750"/>
                </a:lnTo>
                <a:lnTo>
                  <a:pt x="14721" y="10216"/>
                </a:lnTo>
                <a:lnTo>
                  <a:pt x="14601" y="10450"/>
                </a:lnTo>
                <a:lnTo>
                  <a:pt x="14540" y="10743"/>
                </a:lnTo>
                <a:lnTo>
                  <a:pt x="14662" y="10859"/>
                </a:lnTo>
                <a:lnTo>
                  <a:pt x="14721" y="10918"/>
                </a:lnTo>
                <a:lnTo>
                  <a:pt x="14782" y="10918"/>
                </a:lnTo>
                <a:lnTo>
                  <a:pt x="15024" y="10800"/>
                </a:lnTo>
                <a:lnTo>
                  <a:pt x="15205" y="10568"/>
                </a:lnTo>
                <a:lnTo>
                  <a:pt x="15447" y="10159"/>
                </a:lnTo>
                <a:lnTo>
                  <a:pt x="15687" y="9750"/>
                </a:lnTo>
                <a:lnTo>
                  <a:pt x="15989" y="9341"/>
                </a:lnTo>
                <a:lnTo>
                  <a:pt x="16774" y="9925"/>
                </a:lnTo>
                <a:lnTo>
                  <a:pt x="16532" y="10216"/>
                </a:lnTo>
                <a:lnTo>
                  <a:pt x="16230" y="10568"/>
                </a:lnTo>
                <a:lnTo>
                  <a:pt x="15929" y="10918"/>
                </a:lnTo>
                <a:lnTo>
                  <a:pt x="15809" y="11150"/>
                </a:lnTo>
                <a:lnTo>
                  <a:pt x="15748" y="11325"/>
                </a:lnTo>
                <a:lnTo>
                  <a:pt x="15748" y="11443"/>
                </a:lnTo>
                <a:lnTo>
                  <a:pt x="15809" y="11559"/>
                </a:lnTo>
                <a:lnTo>
                  <a:pt x="16049" y="11559"/>
                </a:lnTo>
                <a:lnTo>
                  <a:pt x="16230" y="11443"/>
                </a:lnTo>
                <a:lnTo>
                  <a:pt x="16351" y="11268"/>
                </a:lnTo>
                <a:lnTo>
                  <a:pt x="16652" y="10859"/>
                </a:lnTo>
                <a:lnTo>
                  <a:pt x="16894" y="10509"/>
                </a:lnTo>
                <a:lnTo>
                  <a:pt x="17075" y="10159"/>
                </a:lnTo>
                <a:lnTo>
                  <a:pt x="17920" y="10859"/>
                </a:lnTo>
                <a:lnTo>
                  <a:pt x="17980" y="10918"/>
                </a:lnTo>
                <a:lnTo>
                  <a:pt x="17498" y="11500"/>
                </a:lnTo>
                <a:lnTo>
                  <a:pt x="17075" y="12084"/>
                </a:lnTo>
                <a:lnTo>
                  <a:pt x="16894" y="12259"/>
                </a:lnTo>
                <a:lnTo>
                  <a:pt x="16894" y="12434"/>
                </a:lnTo>
                <a:lnTo>
                  <a:pt x="17014" y="12610"/>
                </a:lnTo>
                <a:lnTo>
                  <a:pt x="17136" y="12668"/>
                </a:lnTo>
                <a:lnTo>
                  <a:pt x="17256" y="12610"/>
                </a:lnTo>
                <a:lnTo>
                  <a:pt x="17317" y="12552"/>
                </a:lnTo>
                <a:lnTo>
                  <a:pt x="17799" y="11909"/>
                </a:lnTo>
                <a:lnTo>
                  <a:pt x="18282" y="11209"/>
                </a:lnTo>
                <a:lnTo>
                  <a:pt x="18825" y="11852"/>
                </a:lnTo>
                <a:lnTo>
                  <a:pt x="18583" y="12259"/>
                </a:lnTo>
                <a:lnTo>
                  <a:pt x="18342" y="12668"/>
                </a:lnTo>
                <a:lnTo>
                  <a:pt x="18041" y="13135"/>
                </a:lnTo>
                <a:lnTo>
                  <a:pt x="17980" y="13428"/>
                </a:lnTo>
                <a:lnTo>
                  <a:pt x="17980" y="13662"/>
                </a:lnTo>
                <a:lnTo>
                  <a:pt x="18041" y="13778"/>
                </a:lnTo>
                <a:lnTo>
                  <a:pt x="18161" y="13778"/>
                </a:lnTo>
                <a:lnTo>
                  <a:pt x="18402" y="13662"/>
                </a:lnTo>
                <a:lnTo>
                  <a:pt x="18523" y="13486"/>
                </a:lnTo>
                <a:lnTo>
                  <a:pt x="18764" y="13019"/>
                </a:lnTo>
                <a:lnTo>
                  <a:pt x="19126" y="12259"/>
                </a:lnTo>
                <a:lnTo>
                  <a:pt x="19429" y="12727"/>
                </a:lnTo>
                <a:lnTo>
                  <a:pt x="19730" y="13194"/>
                </a:lnTo>
                <a:lnTo>
                  <a:pt x="19429" y="13837"/>
                </a:lnTo>
                <a:lnTo>
                  <a:pt x="19126" y="14478"/>
                </a:lnTo>
                <a:lnTo>
                  <a:pt x="18945" y="14478"/>
                </a:lnTo>
                <a:lnTo>
                  <a:pt x="18764" y="14828"/>
                </a:lnTo>
                <a:lnTo>
                  <a:pt x="18644" y="15121"/>
                </a:lnTo>
                <a:lnTo>
                  <a:pt x="18644" y="15353"/>
                </a:lnTo>
                <a:lnTo>
                  <a:pt x="18764" y="15471"/>
                </a:lnTo>
                <a:lnTo>
                  <a:pt x="19065" y="15471"/>
                </a:lnTo>
                <a:lnTo>
                  <a:pt x="19126" y="15412"/>
                </a:lnTo>
                <a:lnTo>
                  <a:pt x="19429" y="15003"/>
                </a:lnTo>
                <a:lnTo>
                  <a:pt x="19669" y="14596"/>
                </a:lnTo>
                <a:lnTo>
                  <a:pt x="19911" y="14187"/>
                </a:lnTo>
                <a:lnTo>
                  <a:pt x="20031" y="13778"/>
                </a:lnTo>
                <a:lnTo>
                  <a:pt x="20273" y="14362"/>
                </a:lnTo>
                <a:lnTo>
                  <a:pt x="20514" y="15003"/>
                </a:lnTo>
                <a:lnTo>
                  <a:pt x="19850" y="16055"/>
                </a:lnTo>
                <a:lnTo>
                  <a:pt x="19730" y="16055"/>
                </a:lnTo>
                <a:lnTo>
                  <a:pt x="19610" y="16346"/>
                </a:lnTo>
                <a:lnTo>
                  <a:pt x="19488" y="16580"/>
                </a:lnTo>
                <a:lnTo>
                  <a:pt x="19488" y="16755"/>
                </a:lnTo>
                <a:lnTo>
                  <a:pt x="19610" y="16872"/>
                </a:lnTo>
                <a:lnTo>
                  <a:pt x="19850" y="16872"/>
                </a:lnTo>
                <a:lnTo>
                  <a:pt x="19972" y="16813"/>
                </a:lnTo>
                <a:lnTo>
                  <a:pt x="20333" y="16230"/>
                </a:lnTo>
                <a:lnTo>
                  <a:pt x="20695" y="15646"/>
                </a:lnTo>
                <a:lnTo>
                  <a:pt x="20876" y="16638"/>
                </a:lnTo>
                <a:lnTo>
                  <a:pt x="20575" y="16931"/>
                </a:lnTo>
                <a:lnTo>
                  <a:pt x="20333" y="17281"/>
                </a:lnTo>
                <a:lnTo>
                  <a:pt x="20092" y="17631"/>
                </a:lnTo>
                <a:lnTo>
                  <a:pt x="20031" y="17865"/>
                </a:lnTo>
                <a:lnTo>
                  <a:pt x="20031" y="18097"/>
                </a:lnTo>
                <a:lnTo>
                  <a:pt x="20092" y="18156"/>
                </a:lnTo>
                <a:lnTo>
                  <a:pt x="20153" y="18156"/>
                </a:lnTo>
                <a:lnTo>
                  <a:pt x="20333" y="18097"/>
                </a:lnTo>
                <a:lnTo>
                  <a:pt x="20514" y="17981"/>
                </a:lnTo>
                <a:lnTo>
                  <a:pt x="20695" y="17631"/>
                </a:lnTo>
                <a:lnTo>
                  <a:pt x="20876" y="17281"/>
                </a:lnTo>
                <a:lnTo>
                  <a:pt x="20937" y="17806"/>
                </a:lnTo>
                <a:lnTo>
                  <a:pt x="20815" y="18740"/>
                </a:lnTo>
                <a:lnTo>
                  <a:pt x="20575" y="18974"/>
                </a:lnTo>
                <a:lnTo>
                  <a:pt x="20333" y="19206"/>
                </a:lnTo>
                <a:lnTo>
                  <a:pt x="20273" y="19440"/>
                </a:lnTo>
                <a:lnTo>
                  <a:pt x="20273" y="19556"/>
                </a:lnTo>
                <a:lnTo>
                  <a:pt x="20333" y="19674"/>
                </a:lnTo>
                <a:lnTo>
                  <a:pt x="20454" y="19732"/>
                </a:lnTo>
                <a:lnTo>
                  <a:pt x="20514" y="19732"/>
                </a:lnTo>
                <a:lnTo>
                  <a:pt x="20756" y="19556"/>
                </a:lnTo>
                <a:lnTo>
                  <a:pt x="20815" y="20141"/>
                </a:lnTo>
                <a:lnTo>
                  <a:pt x="20876" y="20199"/>
                </a:lnTo>
                <a:lnTo>
                  <a:pt x="20937" y="20141"/>
                </a:lnTo>
                <a:lnTo>
                  <a:pt x="21057" y="19966"/>
                </a:lnTo>
                <a:lnTo>
                  <a:pt x="21238" y="19732"/>
                </a:lnTo>
                <a:lnTo>
                  <a:pt x="21419" y="19206"/>
                </a:lnTo>
                <a:lnTo>
                  <a:pt x="21539" y="18681"/>
                </a:lnTo>
                <a:lnTo>
                  <a:pt x="21600" y="18156"/>
                </a:lnTo>
                <a:lnTo>
                  <a:pt x="21600" y="16931"/>
                </a:lnTo>
                <a:lnTo>
                  <a:pt x="21539" y="16288"/>
                </a:lnTo>
                <a:lnTo>
                  <a:pt x="21419" y="15703"/>
                </a:lnTo>
                <a:lnTo>
                  <a:pt x="21299" y="15062"/>
                </a:lnTo>
                <a:lnTo>
                  <a:pt x="21118" y="14419"/>
                </a:lnTo>
                <a:lnTo>
                  <a:pt x="20876" y="13837"/>
                </a:lnTo>
                <a:lnTo>
                  <a:pt x="20634" y="13253"/>
                </a:lnTo>
                <a:lnTo>
                  <a:pt x="20273" y="12668"/>
                </a:lnTo>
                <a:lnTo>
                  <a:pt x="19972" y="12143"/>
                </a:lnTo>
                <a:lnTo>
                  <a:pt x="19549" y="11618"/>
                </a:lnTo>
                <a:lnTo>
                  <a:pt x="19126" y="11093"/>
                </a:lnTo>
                <a:lnTo>
                  <a:pt x="18644" y="10568"/>
                </a:lnTo>
                <a:lnTo>
                  <a:pt x="18161" y="10100"/>
                </a:lnTo>
                <a:lnTo>
                  <a:pt x="17014" y="9166"/>
                </a:lnTo>
                <a:lnTo>
                  <a:pt x="15868" y="8349"/>
                </a:lnTo>
                <a:lnTo>
                  <a:pt x="14662" y="7531"/>
                </a:lnTo>
                <a:lnTo>
                  <a:pt x="14782" y="7065"/>
                </a:lnTo>
                <a:lnTo>
                  <a:pt x="14843" y="6656"/>
                </a:lnTo>
                <a:lnTo>
                  <a:pt x="14902" y="5663"/>
                </a:lnTo>
                <a:lnTo>
                  <a:pt x="14963" y="4612"/>
                </a:lnTo>
                <a:lnTo>
                  <a:pt x="15266" y="350"/>
                </a:lnTo>
                <a:lnTo>
                  <a:pt x="15205" y="175"/>
                </a:lnTo>
                <a:lnTo>
                  <a:pt x="15144" y="59"/>
                </a:lnTo>
                <a:lnTo>
                  <a:pt x="14963" y="0"/>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364" name="Google Shape;170;p2"/>
          <p:cNvSpPr/>
          <p:nvPr/>
        </p:nvSpPr>
        <p:spPr>
          <a:xfrm>
            <a:off x="4419880" y="3994834"/>
            <a:ext cx="919682" cy="95085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211" y="6172"/>
                </a:moveTo>
                <a:lnTo>
                  <a:pt x="16081" y="6214"/>
                </a:lnTo>
                <a:lnTo>
                  <a:pt x="15951" y="6255"/>
                </a:lnTo>
                <a:lnTo>
                  <a:pt x="15866" y="6339"/>
                </a:lnTo>
                <a:lnTo>
                  <a:pt x="15693" y="6547"/>
                </a:lnTo>
                <a:lnTo>
                  <a:pt x="15693" y="6797"/>
                </a:lnTo>
                <a:lnTo>
                  <a:pt x="15736" y="6839"/>
                </a:lnTo>
                <a:lnTo>
                  <a:pt x="15780" y="6881"/>
                </a:lnTo>
                <a:lnTo>
                  <a:pt x="15866" y="6881"/>
                </a:lnTo>
                <a:lnTo>
                  <a:pt x="15951" y="6797"/>
                </a:lnTo>
                <a:lnTo>
                  <a:pt x="16038" y="6756"/>
                </a:lnTo>
                <a:lnTo>
                  <a:pt x="16124" y="6589"/>
                </a:lnTo>
                <a:lnTo>
                  <a:pt x="16253" y="6422"/>
                </a:lnTo>
                <a:lnTo>
                  <a:pt x="16340" y="6255"/>
                </a:lnTo>
                <a:lnTo>
                  <a:pt x="16340" y="6172"/>
                </a:lnTo>
                <a:close/>
                <a:moveTo>
                  <a:pt x="15564" y="6922"/>
                </a:moveTo>
                <a:lnTo>
                  <a:pt x="15478" y="6964"/>
                </a:lnTo>
                <a:lnTo>
                  <a:pt x="15305" y="7172"/>
                </a:lnTo>
                <a:lnTo>
                  <a:pt x="15176" y="7381"/>
                </a:lnTo>
                <a:lnTo>
                  <a:pt x="15132" y="7422"/>
                </a:lnTo>
                <a:lnTo>
                  <a:pt x="15132" y="7506"/>
                </a:lnTo>
                <a:lnTo>
                  <a:pt x="15219" y="7589"/>
                </a:lnTo>
                <a:lnTo>
                  <a:pt x="15305" y="7631"/>
                </a:lnTo>
                <a:lnTo>
                  <a:pt x="15392" y="7589"/>
                </a:lnTo>
                <a:lnTo>
                  <a:pt x="15434" y="7547"/>
                </a:lnTo>
                <a:lnTo>
                  <a:pt x="15564" y="7339"/>
                </a:lnTo>
                <a:lnTo>
                  <a:pt x="15693" y="7131"/>
                </a:lnTo>
                <a:lnTo>
                  <a:pt x="15736" y="7047"/>
                </a:lnTo>
                <a:lnTo>
                  <a:pt x="15651" y="6964"/>
                </a:lnTo>
                <a:lnTo>
                  <a:pt x="15564" y="6922"/>
                </a:lnTo>
                <a:close/>
                <a:moveTo>
                  <a:pt x="20264" y="7297"/>
                </a:moveTo>
                <a:lnTo>
                  <a:pt x="20608" y="7631"/>
                </a:lnTo>
                <a:lnTo>
                  <a:pt x="20565" y="7631"/>
                </a:lnTo>
                <a:lnTo>
                  <a:pt x="20435" y="7756"/>
                </a:lnTo>
                <a:lnTo>
                  <a:pt x="20393" y="7589"/>
                </a:lnTo>
                <a:lnTo>
                  <a:pt x="20264" y="7297"/>
                </a:lnTo>
                <a:close/>
                <a:moveTo>
                  <a:pt x="14917" y="7714"/>
                </a:moveTo>
                <a:lnTo>
                  <a:pt x="14788" y="7798"/>
                </a:lnTo>
                <a:lnTo>
                  <a:pt x="14615" y="7923"/>
                </a:lnTo>
                <a:lnTo>
                  <a:pt x="14573" y="8089"/>
                </a:lnTo>
                <a:lnTo>
                  <a:pt x="14529" y="8173"/>
                </a:lnTo>
                <a:lnTo>
                  <a:pt x="14573" y="8214"/>
                </a:lnTo>
                <a:lnTo>
                  <a:pt x="14659" y="8299"/>
                </a:lnTo>
                <a:lnTo>
                  <a:pt x="14788" y="8299"/>
                </a:lnTo>
                <a:lnTo>
                  <a:pt x="14831" y="8256"/>
                </a:lnTo>
                <a:lnTo>
                  <a:pt x="14874" y="8173"/>
                </a:lnTo>
                <a:lnTo>
                  <a:pt x="14961" y="8006"/>
                </a:lnTo>
                <a:lnTo>
                  <a:pt x="15046" y="7964"/>
                </a:lnTo>
                <a:lnTo>
                  <a:pt x="15090" y="7881"/>
                </a:lnTo>
                <a:lnTo>
                  <a:pt x="15132" y="7798"/>
                </a:lnTo>
                <a:lnTo>
                  <a:pt x="15132" y="7756"/>
                </a:lnTo>
                <a:lnTo>
                  <a:pt x="15090" y="7756"/>
                </a:lnTo>
                <a:lnTo>
                  <a:pt x="15003" y="7714"/>
                </a:lnTo>
                <a:close/>
                <a:moveTo>
                  <a:pt x="20652" y="7673"/>
                </a:moveTo>
                <a:lnTo>
                  <a:pt x="20954" y="8006"/>
                </a:lnTo>
                <a:lnTo>
                  <a:pt x="21212" y="8381"/>
                </a:lnTo>
                <a:lnTo>
                  <a:pt x="20954" y="8632"/>
                </a:lnTo>
                <a:lnTo>
                  <a:pt x="20954" y="8549"/>
                </a:lnTo>
                <a:lnTo>
                  <a:pt x="20996" y="8339"/>
                </a:lnTo>
                <a:lnTo>
                  <a:pt x="20954" y="8089"/>
                </a:lnTo>
                <a:lnTo>
                  <a:pt x="20954" y="8048"/>
                </a:lnTo>
                <a:lnTo>
                  <a:pt x="20867" y="7964"/>
                </a:lnTo>
                <a:lnTo>
                  <a:pt x="20781" y="7964"/>
                </a:lnTo>
                <a:lnTo>
                  <a:pt x="20737" y="8006"/>
                </a:lnTo>
                <a:lnTo>
                  <a:pt x="20781" y="8048"/>
                </a:lnTo>
                <a:lnTo>
                  <a:pt x="20737" y="8214"/>
                </a:lnTo>
                <a:lnTo>
                  <a:pt x="20694" y="8464"/>
                </a:lnTo>
                <a:lnTo>
                  <a:pt x="20608" y="8716"/>
                </a:lnTo>
                <a:lnTo>
                  <a:pt x="20608" y="9049"/>
                </a:lnTo>
                <a:lnTo>
                  <a:pt x="20134" y="9758"/>
                </a:lnTo>
                <a:lnTo>
                  <a:pt x="20177" y="9341"/>
                </a:lnTo>
                <a:lnTo>
                  <a:pt x="20264" y="8924"/>
                </a:lnTo>
                <a:lnTo>
                  <a:pt x="20435" y="8674"/>
                </a:lnTo>
                <a:lnTo>
                  <a:pt x="20435" y="8549"/>
                </a:lnTo>
                <a:lnTo>
                  <a:pt x="20522" y="8507"/>
                </a:lnTo>
                <a:lnTo>
                  <a:pt x="20565" y="8464"/>
                </a:lnTo>
                <a:lnTo>
                  <a:pt x="20608" y="8381"/>
                </a:lnTo>
                <a:lnTo>
                  <a:pt x="20608" y="8256"/>
                </a:lnTo>
                <a:lnTo>
                  <a:pt x="20565" y="8048"/>
                </a:lnTo>
                <a:lnTo>
                  <a:pt x="20652" y="7673"/>
                </a:lnTo>
                <a:close/>
                <a:moveTo>
                  <a:pt x="19832" y="10049"/>
                </a:moveTo>
                <a:lnTo>
                  <a:pt x="19918" y="10091"/>
                </a:lnTo>
                <a:lnTo>
                  <a:pt x="19832" y="10174"/>
                </a:lnTo>
                <a:lnTo>
                  <a:pt x="19832" y="10049"/>
                </a:lnTo>
                <a:close/>
                <a:moveTo>
                  <a:pt x="13452" y="9758"/>
                </a:moveTo>
                <a:lnTo>
                  <a:pt x="13408" y="9799"/>
                </a:lnTo>
                <a:lnTo>
                  <a:pt x="13279" y="9841"/>
                </a:lnTo>
                <a:lnTo>
                  <a:pt x="13149" y="10008"/>
                </a:lnTo>
                <a:lnTo>
                  <a:pt x="13149" y="10216"/>
                </a:lnTo>
                <a:lnTo>
                  <a:pt x="13193" y="10258"/>
                </a:lnTo>
                <a:lnTo>
                  <a:pt x="13408" y="10258"/>
                </a:lnTo>
                <a:lnTo>
                  <a:pt x="13452" y="10216"/>
                </a:lnTo>
                <a:lnTo>
                  <a:pt x="13581" y="10008"/>
                </a:lnTo>
                <a:lnTo>
                  <a:pt x="13581" y="9841"/>
                </a:lnTo>
                <a:lnTo>
                  <a:pt x="13537" y="9799"/>
                </a:lnTo>
                <a:lnTo>
                  <a:pt x="13452" y="9758"/>
                </a:lnTo>
                <a:close/>
                <a:moveTo>
                  <a:pt x="19487" y="10008"/>
                </a:moveTo>
                <a:lnTo>
                  <a:pt x="19487" y="10299"/>
                </a:lnTo>
                <a:lnTo>
                  <a:pt x="19530" y="10424"/>
                </a:lnTo>
                <a:lnTo>
                  <a:pt x="19574" y="10508"/>
                </a:lnTo>
                <a:lnTo>
                  <a:pt x="19272" y="10926"/>
                </a:lnTo>
                <a:lnTo>
                  <a:pt x="19228" y="10676"/>
                </a:lnTo>
                <a:lnTo>
                  <a:pt x="19186" y="10424"/>
                </a:lnTo>
                <a:lnTo>
                  <a:pt x="19186" y="10341"/>
                </a:lnTo>
                <a:lnTo>
                  <a:pt x="19487" y="10008"/>
                </a:lnTo>
                <a:close/>
                <a:moveTo>
                  <a:pt x="18884" y="10676"/>
                </a:moveTo>
                <a:lnTo>
                  <a:pt x="18884" y="11009"/>
                </a:lnTo>
                <a:lnTo>
                  <a:pt x="18926" y="11134"/>
                </a:lnTo>
                <a:lnTo>
                  <a:pt x="19013" y="11301"/>
                </a:lnTo>
                <a:lnTo>
                  <a:pt x="18797" y="11551"/>
                </a:lnTo>
                <a:lnTo>
                  <a:pt x="18711" y="11718"/>
                </a:lnTo>
                <a:lnTo>
                  <a:pt x="18755" y="11217"/>
                </a:lnTo>
                <a:lnTo>
                  <a:pt x="18711" y="11134"/>
                </a:lnTo>
                <a:lnTo>
                  <a:pt x="18625" y="11092"/>
                </a:lnTo>
                <a:lnTo>
                  <a:pt x="18582" y="11051"/>
                </a:lnTo>
                <a:lnTo>
                  <a:pt x="18884" y="10676"/>
                </a:lnTo>
                <a:close/>
                <a:moveTo>
                  <a:pt x="11296" y="2669"/>
                </a:moveTo>
                <a:lnTo>
                  <a:pt x="11252" y="2752"/>
                </a:lnTo>
                <a:lnTo>
                  <a:pt x="10735" y="3252"/>
                </a:lnTo>
                <a:lnTo>
                  <a:pt x="10304" y="3837"/>
                </a:lnTo>
                <a:lnTo>
                  <a:pt x="9399" y="4962"/>
                </a:lnTo>
                <a:lnTo>
                  <a:pt x="8968" y="5546"/>
                </a:lnTo>
                <a:lnTo>
                  <a:pt x="8494" y="6089"/>
                </a:lnTo>
                <a:lnTo>
                  <a:pt x="8019" y="6630"/>
                </a:lnTo>
                <a:lnTo>
                  <a:pt x="7459" y="7131"/>
                </a:lnTo>
                <a:lnTo>
                  <a:pt x="7373" y="7214"/>
                </a:lnTo>
                <a:lnTo>
                  <a:pt x="7373" y="7339"/>
                </a:lnTo>
                <a:lnTo>
                  <a:pt x="7329" y="7339"/>
                </a:lnTo>
                <a:lnTo>
                  <a:pt x="7243" y="7381"/>
                </a:lnTo>
                <a:lnTo>
                  <a:pt x="7243" y="7464"/>
                </a:lnTo>
                <a:lnTo>
                  <a:pt x="7286" y="7506"/>
                </a:lnTo>
                <a:lnTo>
                  <a:pt x="7415" y="7714"/>
                </a:lnTo>
                <a:lnTo>
                  <a:pt x="7631" y="7923"/>
                </a:lnTo>
                <a:lnTo>
                  <a:pt x="8019" y="8256"/>
                </a:lnTo>
                <a:lnTo>
                  <a:pt x="8924" y="8882"/>
                </a:lnTo>
                <a:lnTo>
                  <a:pt x="9916" y="9507"/>
                </a:lnTo>
                <a:lnTo>
                  <a:pt x="10131" y="9674"/>
                </a:lnTo>
                <a:lnTo>
                  <a:pt x="10304" y="9883"/>
                </a:lnTo>
                <a:lnTo>
                  <a:pt x="10650" y="10299"/>
                </a:lnTo>
                <a:lnTo>
                  <a:pt x="10821" y="10466"/>
                </a:lnTo>
                <a:lnTo>
                  <a:pt x="11037" y="10633"/>
                </a:lnTo>
                <a:lnTo>
                  <a:pt x="11469" y="10884"/>
                </a:lnTo>
                <a:lnTo>
                  <a:pt x="12503" y="11551"/>
                </a:lnTo>
                <a:lnTo>
                  <a:pt x="13495" y="12259"/>
                </a:lnTo>
                <a:lnTo>
                  <a:pt x="14443" y="12968"/>
                </a:lnTo>
                <a:lnTo>
                  <a:pt x="14529" y="13010"/>
                </a:lnTo>
                <a:lnTo>
                  <a:pt x="14659" y="13010"/>
                </a:lnTo>
                <a:lnTo>
                  <a:pt x="14744" y="12968"/>
                </a:lnTo>
                <a:lnTo>
                  <a:pt x="14788" y="12926"/>
                </a:lnTo>
                <a:lnTo>
                  <a:pt x="14831" y="12843"/>
                </a:lnTo>
                <a:lnTo>
                  <a:pt x="14874" y="12718"/>
                </a:lnTo>
                <a:lnTo>
                  <a:pt x="14831" y="12635"/>
                </a:lnTo>
                <a:lnTo>
                  <a:pt x="14744" y="12551"/>
                </a:lnTo>
                <a:lnTo>
                  <a:pt x="13839" y="11843"/>
                </a:lnTo>
                <a:lnTo>
                  <a:pt x="13883" y="11801"/>
                </a:lnTo>
                <a:lnTo>
                  <a:pt x="14012" y="11593"/>
                </a:lnTo>
                <a:lnTo>
                  <a:pt x="14098" y="11384"/>
                </a:lnTo>
                <a:lnTo>
                  <a:pt x="14098" y="11301"/>
                </a:lnTo>
                <a:lnTo>
                  <a:pt x="14054" y="11259"/>
                </a:lnTo>
                <a:lnTo>
                  <a:pt x="13969" y="11259"/>
                </a:lnTo>
                <a:lnTo>
                  <a:pt x="13796" y="11426"/>
                </a:lnTo>
                <a:lnTo>
                  <a:pt x="13624" y="11634"/>
                </a:lnTo>
                <a:lnTo>
                  <a:pt x="13581" y="11676"/>
                </a:lnTo>
                <a:lnTo>
                  <a:pt x="12934" y="11217"/>
                </a:lnTo>
                <a:lnTo>
                  <a:pt x="12718" y="11092"/>
                </a:lnTo>
                <a:lnTo>
                  <a:pt x="12762" y="11009"/>
                </a:lnTo>
                <a:lnTo>
                  <a:pt x="12805" y="10926"/>
                </a:lnTo>
                <a:lnTo>
                  <a:pt x="12977" y="10759"/>
                </a:lnTo>
                <a:lnTo>
                  <a:pt x="13020" y="10716"/>
                </a:lnTo>
                <a:lnTo>
                  <a:pt x="13020" y="10591"/>
                </a:lnTo>
                <a:lnTo>
                  <a:pt x="12934" y="10550"/>
                </a:lnTo>
                <a:lnTo>
                  <a:pt x="12891" y="10591"/>
                </a:lnTo>
                <a:lnTo>
                  <a:pt x="12805" y="10550"/>
                </a:lnTo>
                <a:lnTo>
                  <a:pt x="12718" y="10591"/>
                </a:lnTo>
                <a:lnTo>
                  <a:pt x="12589" y="10716"/>
                </a:lnTo>
                <a:lnTo>
                  <a:pt x="12460" y="10884"/>
                </a:lnTo>
                <a:lnTo>
                  <a:pt x="11899" y="10550"/>
                </a:lnTo>
                <a:lnTo>
                  <a:pt x="11813" y="10466"/>
                </a:lnTo>
                <a:lnTo>
                  <a:pt x="12028" y="10133"/>
                </a:lnTo>
                <a:lnTo>
                  <a:pt x="12028" y="10008"/>
                </a:lnTo>
                <a:lnTo>
                  <a:pt x="11986" y="9924"/>
                </a:lnTo>
                <a:lnTo>
                  <a:pt x="11857" y="9883"/>
                </a:lnTo>
                <a:lnTo>
                  <a:pt x="11813" y="9924"/>
                </a:lnTo>
                <a:lnTo>
                  <a:pt x="11770" y="9966"/>
                </a:lnTo>
                <a:lnTo>
                  <a:pt x="11469" y="10299"/>
                </a:lnTo>
                <a:lnTo>
                  <a:pt x="11209" y="10091"/>
                </a:lnTo>
                <a:lnTo>
                  <a:pt x="10994" y="9883"/>
                </a:lnTo>
                <a:lnTo>
                  <a:pt x="10735" y="9591"/>
                </a:lnTo>
                <a:lnTo>
                  <a:pt x="10821" y="9466"/>
                </a:lnTo>
                <a:lnTo>
                  <a:pt x="10908" y="9341"/>
                </a:lnTo>
                <a:lnTo>
                  <a:pt x="10994" y="9049"/>
                </a:lnTo>
                <a:lnTo>
                  <a:pt x="10994" y="8966"/>
                </a:lnTo>
                <a:lnTo>
                  <a:pt x="10950" y="8924"/>
                </a:lnTo>
                <a:lnTo>
                  <a:pt x="10865" y="8924"/>
                </a:lnTo>
                <a:lnTo>
                  <a:pt x="10779" y="8966"/>
                </a:lnTo>
                <a:lnTo>
                  <a:pt x="10563" y="9216"/>
                </a:lnTo>
                <a:lnTo>
                  <a:pt x="10520" y="9299"/>
                </a:lnTo>
                <a:lnTo>
                  <a:pt x="10304" y="9132"/>
                </a:lnTo>
                <a:lnTo>
                  <a:pt x="9787" y="8799"/>
                </a:lnTo>
                <a:lnTo>
                  <a:pt x="9830" y="8464"/>
                </a:lnTo>
                <a:lnTo>
                  <a:pt x="9830" y="8424"/>
                </a:lnTo>
                <a:lnTo>
                  <a:pt x="9787" y="8339"/>
                </a:lnTo>
                <a:lnTo>
                  <a:pt x="9743" y="8299"/>
                </a:lnTo>
                <a:lnTo>
                  <a:pt x="9614" y="8299"/>
                </a:lnTo>
                <a:lnTo>
                  <a:pt x="9528" y="8339"/>
                </a:lnTo>
                <a:lnTo>
                  <a:pt x="9485" y="8464"/>
                </a:lnTo>
                <a:lnTo>
                  <a:pt x="9443" y="8590"/>
                </a:lnTo>
                <a:lnTo>
                  <a:pt x="9356" y="8549"/>
                </a:lnTo>
                <a:lnTo>
                  <a:pt x="8709" y="8089"/>
                </a:lnTo>
                <a:lnTo>
                  <a:pt x="8753" y="8048"/>
                </a:lnTo>
                <a:lnTo>
                  <a:pt x="8838" y="7923"/>
                </a:lnTo>
                <a:lnTo>
                  <a:pt x="8838" y="7798"/>
                </a:lnTo>
                <a:lnTo>
                  <a:pt x="8882" y="7673"/>
                </a:lnTo>
                <a:lnTo>
                  <a:pt x="8838" y="7631"/>
                </a:lnTo>
                <a:lnTo>
                  <a:pt x="8795" y="7631"/>
                </a:lnTo>
                <a:lnTo>
                  <a:pt x="8709" y="7673"/>
                </a:lnTo>
                <a:lnTo>
                  <a:pt x="8623" y="7673"/>
                </a:lnTo>
                <a:lnTo>
                  <a:pt x="8494" y="7756"/>
                </a:lnTo>
                <a:lnTo>
                  <a:pt x="8364" y="7839"/>
                </a:lnTo>
                <a:lnTo>
                  <a:pt x="7804" y="7547"/>
                </a:lnTo>
                <a:lnTo>
                  <a:pt x="7804" y="7506"/>
                </a:lnTo>
                <a:lnTo>
                  <a:pt x="8364" y="7006"/>
                </a:lnTo>
                <a:lnTo>
                  <a:pt x="8882" y="6422"/>
                </a:lnTo>
                <a:lnTo>
                  <a:pt x="8924" y="6505"/>
                </a:lnTo>
                <a:lnTo>
                  <a:pt x="8968" y="6547"/>
                </a:lnTo>
                <a:lnTo>
                  <a:pt x="9097" y="6547"/>
                </a:lnTo>
                <a:lnTo>
                  <a:pt x="9443" y="6339"/>
                </a:lnTo>
                <a:lnTo>
                  <a:pt x="9787" y="6130"/>
                </a:lnTo>
                <a:lnTo>
                  <a:pt x="10131" y="5921"/>
                </a:lnTo>
                <a:lnTo>
                  <a:pt x="10477" y="5712"/>
                </a:lnTo>
                <a:lnTo>
                  <a:pt x="10865" y="5546"/>
                </a:lnTo>
                <a:lnTo>
                  <a:pt x="11252" y="5379"/>
                </a:lnTo>
                <a:lnTo>
                  <a:pt x="11684" y="5296"/>
                </a:lnTo>
                <a:lnTo>
                  <a:pt x="12115" y="5254"/>
                </a:lnTo>
                <a:lnTo>
                  <a:pt x="12330" y="5254"/>
                </a:lnTo>
                <a:lnTo>
                  <a:pt x="12547" y="5296"/>
                </a:lnTo>
                <a:lnTo>
                  <a:pt x="12718" y="5379"/>
                </a:lnTo>
                <a:lnTo>
                  <a:pt x="12847" y="5504"/>
                </a:lnTo>
                <a:lnTo>
                  <a:pt x="12977" y="5671"/>
                </a:lnTo>
                <a:lnTo>
                  <a:pt x="13020" y="5839"/>
                </a:lnTo>
                <a:lnTo>
                  <a:pt x="13106" y="6255"/>
                </a:lnTo>
                <a:lnTo>
                  <a:pt x="13106" y="7589"/>
                </a:lnTo>
                <a:lnTo>
                  <a:pt x="13149" y="7964"/>
                </a:lnTo>
                <a:lnTo>
                  <a:pt x="13235" y="8381"/>
                </a:lnTo>
                <a:lnTo>
                  <a:pt x="13452" y="8757"/>
                </a:lnTo>
                <a:lnTo>
                  <a:pt x="13408" y="8882"/>
                </a:lnTo>
                <a:lnTo>
                  <a:pt x="13366" y="9007"/>
                </a:lnTo>
                <a:lnTo>
                  <a:pt x="13366" y="9257"/>
                </a:lnTo>
                <a:lnTo>
                  <a:pt x="13452" y="9382"/>
                </a:lnTo>
                <a:lnTo>
                  <a:pt x="13495" y="9466"/>
                </a:lnTo>
                <a:lnTo>
                  <a:pt x="13624" y="9549"/>
                </a:lnTo>
                <a:lnTo>
                  <a:pt x="13710" y="9633"/>
                </a:lnTo>
                <a:lnTo>
                  <a:pt x="13839" y="9674"/>
                </a:lnTo>
                <a:lnTo>
                  <a:pt x="14227" y="9674"/>
                </a:lnTo>
                <a:lnTo>
                  <a:pt x="14615" y="9883"/>
                </a:lnTo>
                <a:lnTo>
                  <a:pt x="15003" y="10049"/>
                </a:lnTo>
                <a:lnTo>
                  <a:pt x="15305" y="10091"/>
                </a:lnTo>
                <a:lnTo>
                  <a:pt x="15651" y="10091"/>
                </a:lnTo>
                <a:lnTo>
                  <a:pt x="16038" y="10008"/>
                </a:lnTo>
                <a:lnTo>
                  <a:pt x="16383" y="9883"/>
                </a:lnTo>
                <a:lnTo>
                  <a:pt x="16728" y="9758"/>
                </a:lnTo>
                <a:lnTo>
                  <a:pt x="17029" y="9549"/>
                </a:lnTo>
                <a:lnTo>
                  <a:pt x="17331" y="9341"/>
                </a:lnTo>
                <a:lnTo>
                  <a:pt x="17548" y="9132"/>
                </a:lnTo>
                <a:lnTo>
                  <a:pt x="17590" y="9091"/>
                </a:lnTo>
                <a:lnTo>
                  <a:pt x="17590" y="9007"/>
                </a:lnTo>
                <a:lnTo>
                  <a:pt x="17548" y="8882"/>
                </a:lnTo>
                <a:lnTo>
                  <a:pt x="17418" y="8841"/>
                </a:lnTo>
                <a:lnTo>
                  <a:pt x="17289" y="8841"/>
                </a:lnTo>
                <a:lnTo>
                  <a:pt x="16599" y="9257"/>
                </a:lnTo>
                <a:lnTo>
                  <a:pt x="16253" y="9424"/>
                </a:lnTo>
                <a:lnTo>
                  <a:pt x="15822" y="9549"/>
                </a:lnTo>
                <a:lnTo>
                  <a:pt x="15521" y="9633"/>
                </a:lnTo>
                <a:lnTo>
                  <a:pt x="15176" y="9591"/>
                </a:lnTo>
                <a:lnTo>
                  <a:pt x="14917" y="9507"/>
                </a:lnTo>
                <a:lnTo>
                  <a:pt x="14659" y="9341"/>
                </a:lnTo>
                <a:lnTo>
                  <a:pt x="14744" y="9216"/>
                </a:lnTo>
                <a:lnTo>
                  <a:pt x="14788" y="9049"/>
                </a:lnTo>
                <a:lnTo>
                  <a:pt x="14788" y="8924"/>
                </a:lnTo>
                <a:lnTo>
                  <a:pt x="14744" y="8841"/>
                </a:lnTo>
                <a:lnTo>
                  <a:pt x="14702" y="8799"/>
                </a:lnTo>
                <a:lnTo>
                  <a:pt x="14486" y="8674"/>
                </a:lnTo>
                <a:lnTo>
                  <a:pt x="14271" y="8549"/>
                </a:lnTo>
                <a:lnTo>
                  <a:pt x="13883" y="8549"/>
                </a:lnTo>
                <a:lnTo>
                  <a:pt x="13667" y="8089"/>
                </a:lnTo>
                <a:lnTo>
                  <a:pt x="13537" y="7631"/>
                </a:lnTo>
                <a:lnTo>
                  <a:pt x="13537" y="6839"/>
                </a:lnTo>
                <a:lnTo>
                  <a:pt x="13581" y="6422"/>
                </a:lnTo>
                <a:lnTo>
                  <a:pt x="13537" y="6004"/>
                </a:lnTo>
                <a:lnTo>
                  <a:pt x="13452" y="5671"/>
                </a:lnTo>
                <a:lnTo>
                  <a:pt x="13322" y="5379"/>
                </a:lnTo>
                <a:lnTo>
                  <a:pt x="13149" y="5171"/>
                </a:lnTo>
                <a:lnTo>
                  <a:pt x="12934" y="5004"/>
                </a:lnTo>
                <a:lnTo>
                  <a:pt x="12676" y="4921"/>
                </a:lnTo>
                <a:lnTo>
                  <a:pt x="12417" y="4837"/>
                </a:lnTo>
                <a:lnTo>
                  <a:pt x="11813" y="4837"/>
                </a:lnTo>
                <a:lnTo>
                  <a:pt x="11469" y="4879"/>
                </a:lnTo>
                <a:lnTo>
                  <a:pt x="11123" y="4962"/>
                </a:lnTo>
                <a:lnTo>
                  <a:pt x="10477" y="5212"/>
                </a:lnTo>
                <a:lnTo>
                  <a:pt x="9873" y="5546"/>
                </a:lnTo>
                <a:lnTo>
                  <a:pt x="9356" y="5921"/>
                </a:lnTo>
                <a:lnTo>
                  <a:pt x="9743" y="5421"/>
                </a:lnTo>
                <a:lnTo>
                  <a:pt x="10650" y="4254"/>
                </a:lnTo>
                <a:lnTo>
                  <a:pt x="11123" y="3627"/>
                </a:lnTo>
                <a:lnTo>
                  <a:pt x="11555" y="3002"/>
                </a:lnTo>
                <a:lnTo>
                  <a:pt x="11598" y="2919"/>
                </a:lnTo>
                <a:lnTo>
                  <a:pt x="11598" y="2877"/>
                </a:lnTo>
                <a:lnTo>
                  <a:pt x="11511" y="2752"/>
                </a:lnTo>
                <a:lnTo>
                  <a:pt x="11425" y="2710"/>
                </a:lnTo>
                <a:lnTo>
                  <a:pt x="11382" y="2669"/>
                </a:lnTo>
                <a:close/>
                <a:moveTo>
                  <a:pt x="18409" y="11217"/>
                </a:moveTo>
                <a:lnTo>
                  <a:pt x="18452" y="11259"/>
                </a:lnTo>
                <a:lnTo>
                  <a:pt x="18367" y="11801"/>
                </a:lnTo>
                <a:lnTo>
                  <a:pt x="18409" y="11843"/>
                </a:lnTo>
                <a:lnTo>
                  <a:pt x="18409" y="11884"/>
                </a:lnTo>
                <a:lnTo>
                  <a:pt x="18538" y="11926"/>
                </a:lnTo>
                <a:lnTo>
                  <a:pt x="18150" y="12385"/>
                </a:lnTo>
                <a:lnTo>
                  <a:pt x="18150" y="12301"/>
                </a:lnTo>
                <a:lnTo>
                  <a:pt x="18021" y="11926"/>
                </a:lnTo>
                <a:lnTo>
                  <a:pt x="17978" y="11884"/>
                </a:lnTo>
                <a:lnTo>
                  <a:pt x="17935" y="11884"/>
                </a:lnTo>
                <a:lnTo>
                  <a:pt x="17892" y="11926"/>
                </a:lnTo>
                <a:lnTo>
                  <a:pt x="17892" y="11968"/>
                </a:lnTo>
                <a:lnTo>
                  <a:pt x="17848" y="12301"/>
                </a:lnTo>
                <a:lnTo>
                  <a:pt x="17848" y="12718"/>
                </a:lnTo>
                <a:lnTo>
                  <a:pt x="17892" y="12760"/>
                </a:lnTo>
                <a:lnTo>
                  <a:pt x="17331" y="13469"/>
                </a:lnTo>
                <a:lnTo>
                  <a:pt x="17331" y="12635"/>
                </a:lnTo>
                <a:lnTo>
                  <a:pt x="17289" y="12593"/>
                </a:lnTo>
                <a:lnTo>
                  <a:pt x="18021" y="11718"/>
                </a:lnTo>
                <a:lnTo>
                  <a:pt x="18409" y="11217"/>
                </a:lnTo>
                <a:close/>
                <a:moveTo>
                  <a:pt x="17073" y="12843"/>
                </a:moveTo>
                <a:lnTo>
                  <a:pt x="16987" y="13136"/>
                </a:lnTo>
                <a:lnTo>
                  <a:pt x="16943" y="13386"/>
                </a:lnTo>
                <a:lnTo>
                  <a:pt x="16987" y="13511"/>
                </a:lnTo>
                <a:lnTo>
                  <a:pt x="17029" y="13594"/>
                </a:lnTo>
                <a:lnTo>
                  <a:pt x="17116" y="13636"/>
                </a:lnTo>
                <a:lnTo>
                  <a:pt x="17160" y="13636"/>
                </a:lnTo>
                <a:lnTo>
                  <a:pt x="16599" y="14345"/>
                </a:lnTo>
                <a:lnTo>
                  <a:pt x="16512" y="14386"/>
                </a:lnTo>
                <a:lnTo>
                  <a:pt x="16512" y="13678"/>
                </a:lnTo>
                <a:lnTo>
                  <a:pt x="16470" y="13553"/>
                </a:lnTo>
                <a:lnTo>
                  <a:pt x="17073" y="12843"/>
                </a:lnTo>
                <a:close/>
                <a:moveTo>
                  <a:pt x="5649" y="9091"/>
                </a:moveTo>
                <a:lnTo>
                  <a:pt x="5605" y="9132"/>
                </a:lnTo>
                <a:lnTo>
                  <a:pt x="5605" y="9174"/>
                </a:lnTo>
                <a:lnTo>
                  <a:pt x="5820" y="9341"/>
                </a:lnTo>
                <a:lnTo>
                  <a:pt x="5993" y="9466"/>
                </a:lnTo>
                <a:lnTo>
                  <a:pt x="6554" y="9758"/>
                </a:lnTo>
                <a:lnTo>
                  <a:pt x="7200" y="10049"/>
                </a:lnTo>
                <a:lnTo>
                  <a:pt x="7804" y="10383"/>
                </a:lnTo>
                <a:lnTo>
                  <a:pt x="8364" y="10801"/>
                </a:lnTo>
                <a:lnTo>
                  <a:pt x="8882" y="11176"/>
                </a:lnTo>
                <a:lnTo>
                  <a:pt x="9916" y="12093"/>
                </a:lnTo>
                <a:lnTo>
                  <a:pt x="10865" y="12926"/>
                </a:lnTo>
                <a:lnTo>
                  <a:pt x="11857" y="13761"/>
                </a:lnTo>
                <a:lnTo>
                  <a:pt x="12157" y="14011"/>
                </a:lnTo>
                <a:lnTo>
                  <a:pt x="12632" y="14386"/>
                </a:lnTo>
                <a:lnTo>
                  <a:pt x="12847" y="14511"/>
                </a:lnTo>
                <a:lnTo>
                  <a:pt x="13064" y="14595"/>
                </a:lnTo>
                <a:lnTo>
                  <a:pt x="13193" y="14595"/>
                </a:lnTo>
                <a:lnTo>
                  <a:pt x="13279" y="14553"/>
                </a:lnTo>
                <a:lnTo>
                  <a:pt x="13322" y="14511"/>
                </a:lnTo>
                <a:lnTo>
                  <a:pt x="13366" y="14428"/>
                </a:lnTo>
                <a:lnTo>
                  <a:pt x="13366" y="14303"/>
                </a:lnTo>
                <a:lnTo>
                  <a:pt x="13322" y="14178"/>
                </a:lnTo>
                <a:lnTo>
                  <a:pt x="13106" y="14011"/>
                </a:lnTo>
                <a:lnTo>
                  <a:pt x="12589" y="13636"/>
                </a:lnTo>
                <a:lnTo>
                  <a:pt x="12072" y="13219"/>
                </a:lnTo>
                <a:lnTo>
                  <a:pt x="11037" y="12343"/>
                </a:lnTo>
                <a:lnTo>
                  <a:pt x="10045" y="11426"/>
                </a:lnTo>
                <a:lnTo>
                  <a:pt x="9528" y="11009"/>
                </a:lnTo>
                <a:lnTo>
                  <a:pt x="9053" y="10633"/>
                </a:lnTo>
                <a:lnTo>
                  <a:pt x="8494" y="10258"/>
                </a:lnTo>
                <a:lnTo>
                  <a:pt x="7976" y="9883"/>
                </a:lnTo>
                <a:lnTo>
                  <a:pt x="7415" y="9591"/>
                </a:lnTo>
                <a:lnTo>
                  <a:pt x="6856" y="9341"/>
                </a:lnTo>
                <a:lnTo>
                  <a:pt x="6295" y="9132"/>
                </a:lnTo>
                <a:lnTo>
                  <a:pt x="6122" y="9091"/>
                </a:lnTo>
                <a:close/>
                <a:moveTo>
                  <a:pt x="1121" y="14303"/>
                </a:moveTo>
                <a:lnTo>
                  <a:pt x="1294" y="14428"/>
                </a:lnTo>
                <a:lnTo>
                  <a:pt x="1251" y="14511"/>
                </a:lnTo>
                <a:lnTo>
                  <a:pt x="1251" y="14636"/>
                </a:lnTo>
                <a:lnTo>
                  <a:pt x="1294" y="14595"/>
                </a:lnTo>
                <a:lnTo>
                  <a:pt x="1423" y="14678"/>
                </a:lnTo>
                <a:lnTo>
                  <a:pt x="1466" y="14761"/>
                </a:lnTo>
                <a:lnTo>
                  <a:pt x="1466" y="14845"/>
                </a:lnTo>
                <a:lnTo>
                  <a:pt x="1509" y="15053"/>
                </a:lnTo>
                <a:lnTo>
                  <a:pt x="1165" y="14886"/>
                </a:lnTo>
                <a:lnTo>
                  <a:pt x="992" y="14845"/>
                </a:lnTo>
                <a:lnTo>
                  <a:pt x="819" y="14803"/>
                </a:lnTo>
                <a:lnTo>
                  <a:pt x="992" y="14511"/>
                </a:lnTo>
                <a:lnTo>
                  <a:pt x="1121" y="14303"/>
                </a:lnTo>
                <a:close/>
                <a:moveTo>
                  <a:pt x="3191" y="12343"/>
                </a:moveTo>
                <a:lnTo>
                  <a:pt x="3104" y="12426"/>
                </a:lnTo>
                <a:lnTo>
                  <a:pt x="3104" y="12468"/>
                </a:lnTo>
                <a:lnTo>
                  <a:pt x="3277" y="12676"/>
                </a:lnTo>
                <a:lnTo>
                  <a:pt x="3450" y="12801"/>
                </a:lnTo>
                <a:lnTo>
                  <a:pt x="3881" y="13010"/>
                </a:lnTo>
                <a:lnTo>
                  <a:pt x="4440" y="13386"/>
                </a:lnTo>
                <a:lnTo>
                  <a:pt x="5001" y="13761"/>
                </a:lnTo>
                <a:lnTo>
                  <a:pt x="5993" y="14511"/>
                </a:lnTo>
                <a:lnTo>
                  <a:pt x="6510" y="14886"/>
                </a:lnTo>
                <a:lnTo>
                  <a:pt x="6769" y="15053"/>
                </a:lnTo>
                <a:lnTo>
                  <a:pt x="6898" y="15095"/>
                </a:lnTo>
                <a:lnTo>
                  <a:pt x="7114" y="15095"/>
                </a:lnTo>
                <a:lnTo>
                  <a:pt x="7200" y="15053"/>
                </a:lnTo>
                <a:lnTo>
                  <a:pt x="7243" y="14970"/>
                </a:lnTo>
                <a:lnTo>
                  <a:pt x="7200" y="14845"/>
                </a:lnTo>
                <a:lnTo>
                  <a:pt x="7157" y="14761"/>
                </a:lnTo>
                <a:lnTo>
                  <a:pt x="7071" y="14636"/>
                </a:lnTo>
                <a:lnTo>
                  <a:pt x="6898" y="14470"/>
                </a:lnTo>
                <a:lnTo>
                  <a:pt x="6467" y="14178"/>
                </a:lnTo>
                <a:lnTo>
                  <a:pt x="5303" y="13344"/>
                </a:lnTo>
                <a:lnTo>
                  <a:pt x="4742" y="12968"/>
                </a:lnTo>
                <a:lnTo>
                  <a:pt x="4139" y="12593"/>
                </a:lnTo>
                <a:lnTo>
                  <a:pt x="3923" y="12510"/>
                </a:lnTo>
                <a:lnTo>
                  <a:pt x="3665" y="12385"/>
                </a:lnTo>
                <a:lnTo>
                  <a:pt x="3450" y="12343"/>
                </a:lnTo>
                <a:close/>
                <a:moveTo>
                  <a:pt x="16168" y="13928"/>
                </a:moveTo>
                <a:lnTo>
                  <a:pt x="16124" y="14053"/>
                </a:lnTo>
                <a:lnTo>
                  <a:pt x="16124" y="14678"/>
                </a:lnTo>
                <a:lnTo>
                  <a:pt x="16168" y="14761"/>
                </a:lnTo>
                <a:lnTo>
                  <a:pt x="16211" y="14803"/>
                </a:lnTo>
                <a:lnTo>
                  <a:pt x="16124" y="14886"/>
                </a:lnTo>
                <a:lnTo>
                  <a:pt x="15736" y="15387"/>
                </a:lnTo>
                <a:lnTo>
                  <a:pt x="15780" y="14928"/>
                </a:lnTo>
                <a:lnTo>
                  <a:pt x="15822" y="14678"/>
                </a:lnTo>
                <a:lnTo>
                  <a:pt x="15822" y="14511"/>
                </a:lnTo>
                <a:lnTo>
                  <a:pt x="15780" y="14386"/>
                </a:lnTo>
                <a:lnTo>
                  <a:pt x="16168" y="13928"/>
                </a:lnTo>
                <a:close/>
                <a:moveTo>
                  <a:pt x="5174" y="9883"/>
                </a:moveTo>
                <a:lnTo>
                  <a:pt x="5088" y="9924"/>
                </a:lnTo>
                <a:lnTo>
                  <a:pt x="5001" y="10008"/>
                </a:lnTo>
                <a:lnTo>
                  <a:pt x="5001" y="10216"/>
                </a:lnTo>
                <a:lnTo>
                  <a:pt x="5044" y="10299"/>
                </a:lnTo>
                <a:lnTo>
                  <a:pt x="5130" y="10383"/>
                </a:lnTo>
                <a:lnTo>
                  <a:pt x="5303" y="10466"/>
                </a:lnTo>
                <a:lnTo>
                  <a:pt x="5691" y="10633"/>
                </a:lnTo>
                <a:lnTo>
                  <a:pt x="6036" y="10801"/>
                </a:lnTo>
                <a:lnTo>
                  <a:pt x="6337" y="10967"/>
                </a:lnTo>
                <a:lnTo>
                  <a:pt x="6898" y="11384"/>
                </a:lnTo>
                <a:lnTo>
                  <a:pt x="7459" y="11843"/>
                </a:lnTo>
                <a:lnTo>
                  <a:pt x="7976" y="12343"/>
                </a:lnTo>
                <a:lnTo>
                  <a:pt x="10089" y="14094"/>
                </a:lnTo>
                <a:lnTo>
                  <a:pt x="11167" y="14970"/>
                </a:lnTo>
                <a:lnTo>
                  <a:pt x="11425" y="15136"/>
                </a:lnTo>
                <a:lnTo>
                  <a:pt x="11684" y="15303"/>
                </a:lnTo>
                <a:lnTo>
                  <a:pt x="11942" y="15428"/>
                </a:lnTo>
                <a:lnTo>
                  <a:pt x="12072" y="15470"/>
                </a:lnTo>
                <a:lnTo>
                  <a:pt x="12201" y="15470"/>
                </a:lnTo>
                <a:lnTo>
                  <a:pt x="12287" y="15428"/>
                </a:lnTo>
                <a:lnTo>
                  <a:pt x="12330" y="15387"/>
                </a:lnTo>
                <a:lnTo>
                  <a:pt x="12374" y="15303"/>
                </a:lnTo>
                <a:lnTo>
                  <a:pt x="12330" y="15220"/>
                </a:lnTo>
                <a:lnTo>
                  <a:pt x="12244" y="15053"/>
                </a:lnTo>
                <a:lnTo>
                  <a:pt x="12072" y="14928"/>
                </a:lnTo>
                <a:lnTo>
                  <a:pt x="11727" y="14720"/>
                </a:lnTo>
                <a:lnTo>
                  <a:pt x="11209" y="14345"/>
                </a:lnTo>
                <a:lnTo>
                  <a:pt x="10735" y="13969"/>
                </a:lnTo>
                <a:lnTo>
                  <a:pt x="8882" y="12426"/>
                </a:lnTo>
                <a:lnTo>
                  <a:pt x="8019" y="11676"/>
                </a:lnTo>
                <a:lnTo>
                  <a:pt x="7157" y="10967"/>
                </a:lnTo>
                <a:lnTo>
                  <a:pt x="6683" y="10633"/>
                </a:lnTo>
                <a:lnTo>
                  <a:pt x="6166" y="10341"/>
                </a:lnTo>
                <a:lnTo>
                  <a:pt x="5605" y="10174"/>
                </a:lnTo>
                <a:lnTo>
                  <a:pt x="5347" y="10049"/>
                </a:lnTo>
                <a:lnTo>
                  <a:pt x="5260" y="9966"/>
                </a:lnTo>
                <a:lnTo>
                  <a:pt x="5217" y="9883"/>
                </a:lnTo>
                <a:close/>
                <a:moveTo>
                  <a:pt x="1811" y="14803"/>
                </a:moveTo>
                <a:lnTo>
                  <a:pt x="2458" y="15220"/>
                </a:lnTo>
                <a:lnTo>
                  <a:pt x="2458" y="15428"/>
                </a:lnTo>
                <a:lnTo>
                  <a:pt x="2499" y="15630"/>
                </a:lnTo>
                <a:lnTo>
                  <a:pt x="1768" y="15220"/>
                </a:lnTo>
                <a:lnTo>
                  <a:pt x="1855" y="15178"/>
                </a:lnTo>
                <a:lnTo>
                  <a:pt x="1897" y="15136"/>
                </a:lnTo>
                <a:lnTo>
                  <a:pt x="1897" y="15011"/>
                </a:lnTo>
                <a:lnTo>
                  <a:pt x="1811" y="14886"/>
                </a:lnTo>
                <a:lnTo>
                  <a:pt x="1811" y="14803"/>
                </a:lnTo>
                <a:close/>
                <a:moveTo>
                  <a:pt x="15521" y="14720"/>
                </a:moveTo>
                <a:lnTo>
                  <a:pt x="15478" y="14803"/>
                </a:lnTo>
                <a:lnTo>
                  <a:pt x="15348" y="15638"/>
                </a:lnTo>
                <a:lnTo>
                  <a:pt x="15348" y="15721"/>
                </a:lnTo>
                <a:lnTo>
                  <a:pt x="15392" y="15763"/>
                </a:lnTo>
                <a:lnTo>
                  <a:pt x="15176" y="16013"/>
                </a:lnTo>
                <a:lnTo>
                  <a:pt x="15176" y="15596"/>
                </a:lnTo>
                <a:lnTo>
                  <a:pt x="15132" y="15178"/>
                </a:lnTo>
                <a:lnTo>
                  <a:pt x="15521" y="14720"/>
                </a:lnTo>
                <a:close/>
                <a:moveTo>
                  <a:pt x="2889" y="15513"/>
                </a:moveTo>
                <a:lnTo>
                  <a:pt x="3104" y="15679"/>
                </a:lnTo>
                <a:lnTo>
                  <a:pt x="3277" y="15804"/>
                </a:lnTo>
                <a:lnTo>
                  <a:pt x="3277" y="16013"/>
                </a:lnTo>
                <a:lnTo>
                  <a:pt x="3320" y="16180"/>
                </a:lnTo>
                <a:lnTo>
                  <a:pt x="3062" y="16013"/>
                </a:lnTo>
                <a:lnTo>
                  <a:pt x="2803" y="15846"/>
                </a:lnTo>
                <a:lnTo>
                  <a:pt x="2932" y="15846"/>
                </a:lnTo>
                <a:lnTo>
                  <a:pt x="3018" y="15763"/>
                </a:lnTo>
                <a:lnTo>
                  <a:pt x="3018" y="15638"/>
                </a:lnTo>
                <a:lnTo>
                  <a:pt x="2889" y="15513"/>
                </a:lnTo>
                <a:close/>
                <a:moveTo>
                  <a:pt x="4225" y="11134"/>
                </a:moveTo>
                <a:lnTo>
                  <a:pt x="4182" y="11176"/>
                </a:lnTo>
                <a:lnTo>
                  <a:pt x="4139" y="11217"/>
                </a:lnTo>
                <a:lnTo>
                  <a:pt x="4182" y="11342"/>
                </a:lnTo>
                <a:lnTo>
                  <a:pt x="4225" y="11468"/>
                </a:lnTo>
                <a:lnTo>
                  <a:pt x="4484" y="11634"/>
                </a:lnTo>
                <a:lnTo>
                  <a:pt x="5476" y="12301"/>
                </a:lnTo>
                <a:lnTo>
                  <a:pt x="6424" y="13093"/>
                </a:lnTo>
                <a:lnTo>
                  <a:pt x="7329" y="13844"/>
                </a:lnTo>
                <a:lnTo>
                  <a:pt x="8321" y="14595"/>
                </a:lnTo>
                <a:lnTo>
                  <a:pt x="9312" y="15303"/>
                </a:lnTo>
                <a:lnTo>
                  <a:pt x="10261" y="15971"/>
                </a:lnTo>
                <a:lnTo>
                  <a:pt x="10735" y="16305"/>
                </a:lnTo>
                <a:lnTo>
                  <a:pt x="11252" y="16555"/>
                </a:lnTo>
                <a:lnTo>
                  <a:pt x="11382" y="16555"/>
                </a:lnTo>
                <a:lnTo>
                  <a:pt x="11511" y="16513"/>
                </a:lnTo>
                <a:lnTo>
                  <a:pt x="11598" y="16430"/>
                </a:lnTo>
                <a:lnTo>
                  <a:pt x="11640" y="16388"/>
                </a:lnTo>
                <a:lnTo>
                  <a:pt x="11640" y="16263"/>
                </a:lnTo>
                <a:lnTo>
                  <a:pt x="11598" y="16221"/>
                </a:lnTo>
                <a:lnTo>
                  <a:pt x="11511" y="16138"/>
                </a:lnTo>
                <a:lnTo>
                  <a:pt x="11425" y="16096"/>
                </a:lnTo>
                <a:lnTo>
                  <a:pt x="11167" y="15929"/>
                </a:lnTo>
                <a:lnTo>
                  <a:pt x="10908" y="15763"/>
                </a:lnTo>
                <a:lnTo>
                  <a:pt x="9743" y="15011"/>
                </a:lnTo>
                <a:lnTo>
                  <a:pt x="8666" y="14219"/>
                </a:lnTo>
                <a:lnTo>
                  <a:pt x="7631" y="13428"/>
                </a:lnTo>
                <a:lnTo>
                  <a:pt x="6639" y="12635"/>
                </a:lnTo>
                <a:lnTo>
                  <a:pt x="5605" y="11843"/>
                </a:lnTo>
                <a:lnTo>
                  <a:pt x="5347" y="11634"/>
                </a:lnTo>
                <a:lnTo>
                  <a:pt x="4872" y="11342"/>
                </a:lnTo>
                <a:lnTo>
                  <a:pt x="4613" y="11217"/>
                </a:lnTo>
                <a:lnTo>
                  <a:pt x="4398" y="11134"/>
                </a:lnTo>
                <a:close/>
                <a:moveTo>
                  <a:pt x="3708" y="16054"/>
                </a:moveTo>
                <a:lnTo>
                  <a:pt x="4440" y="16555"/>
                </a:lnTo>
                <a:lnTo>
                  <a:pt x="4398" y="16763"/>
                </a:lnTo>
                <a:lnTo>
                  <a:pt x="4398" y="16888"/>
                </a:lnTo>
                <a:lnTo>
                  <a:pt x="3923" y="16555"/>
                </a:lnTo>
                <a:lnTo>
                  <a:pt x="3923" y="16471"/>
                </a:lnTo>
                <a:lnTo>
                  <a:pt x="3881" y="16388"/>
                </a:lnTo>
                <a:lnTo>
                  <a:pt x="3752" y="16221"/>
                </a:lnTo>
                <a:lnTo>
                  <a:pt x="3708" y="16054"/>
                </a:lnTo>
                <a:close/>
                <a:moveTo>
                  <a:pt x="14917" y="15387"/>
                </a:moveTo>
                <a:lnTo>
                  <a:pt x="14831" y="15888"/>
                </a:lnTo>
                <a:lnTo>
                  <a:pt x="14788" y="16388"/>
                </a:lnTo>
                <a:lnTo>
                  <a:pt x="14788" y="16471"/>
                </a:lnTo>
                <a:lnTo>
                  <a:pt x="14271" y="17097"/>
                </a:lnTo>
                <a:lnTo>
                  <a:pt x="14271" y="16555"/>
                </a:lnTo>
                <a:lnTo>
                  <a:pt x="14227" y="16221"/>
                </a:lnTo>
                <a:lnTo>
                  <a:pt x="14917" y="15387"/>
                </a:lnTo>
                <a:close/>
                <a:moveTo>
                  <a:pt x="4742" y="16763"/>
                </a:moveTo>
                <a:lnTo>
                  <a:pt x="5174" y="17055"/>
                </a:lnTo>
                <a:lnTo>
                  <a:pt x="5174" y="17222"/>
                </a:lnTo>
                <a:lnTo>
                  <a:pt x="5217" y="17305"/>
                </a:lnTo>
                <a:lnTo>
                  <a:pt x="5347" y="17472"/>
                </a:lnTo>
                <a:lnTo>
                  <a:pt x="5476" y="17680"/>
                </a:lnTo>
                <a:lnTo>
                  <a:pt x="5001" y="17305"/>
                </a:lnTo>
                <a:lnTo>
                  <a:pt x="5001" y="17222"/>
                </a:lnTo>
                <a:lnTo>
                  <a:pt x="4959" y="17138"/>
                </a:lnTo>
                <a:lnTo>
                  <a:pt x="4829" y="17013"/>
                </a:lnTo>
                <a:lnTo>
                  <a:pt x="4742" y="16888"/>
                </a:lnTo>
                <a:lnTo>
                  <a:pt x="4742" y="16763"/>
                </a:lnTo>
                <a:close/>
                <a:moveTo>
                  <a:pt x="14012" y="16471"/>
                </a:moveTo>
                <a:lnTo>
                  <a:pt x="13969" y="16888"/>
                </a:lnTo>
                <a:lnTo>
                  <a:pt x="13925" y="17180"/>
                </a:lnTo>
                <a:lnTo>
                  <a:pt x="13925" y="17472"/>
                </a:lnTo>
                <a:lnTo>
                  <a:pt x="13581" y="17847"/>
                </a:lnTo>
                <a:lnTo>
                  <a:pt x="13624" y="17597"/>
                </a:lnTo>
                <a:lnTo>
                  <a:pt x="13581" y="17305"/>
                </a:lnTo>
                <a:lnTo>
                  <a:pt x="13581" y="17222"/>
                </a:lnTo>
                <a:lnTo>
                  <a:pt x="13495" y="17180"/>
                </a:lnTo>
                <a:lnTo>
                  <a:pt x="13452" y="17180"/>
                </a:lnTo>
                <a:lnTo>
                  <a:pt x="14012" y="16471"/>
                </a:lnTo>
                <a:close/>
                <a:moveTo>
                  <a:pt x="5605" y="17305"/>
                </a:moveTo>
                <a:lnTo>
                  <a:pt x="5907" y="17513"/>
                </a:lnTo>
                <a:lnTo>
                  <a:pt x="6554" y="17973"/>
                </a:lnTo>
                <a:lnTo>
                  <a:pt x="6554" y="18515"/>
                </a:lnTo>
                <a:lnTo>
                  <a:pt x="5778" y="17930"/>
                </a:lnTo>
                <a:lnTo>
                  <a:pt x="5820" y="17805"/>
                </a:lnTo>
                <a:lnTo>
                  <a:pt x="5820" y="17680"/>
                </a:lnTo>
                <a:lnTo>
                  <a:pt x="5778" y="17597"/>
                </a:lnTo>
                <a:lnTo>
                  <a:pt x="5734" y="17472"/>
                </a:lnTo>
                <a:lnTo>
                  <a:pt x="5605" y="17305"/>
                </a:lnTo>
                <a:close/>
                <a:moveTo>
                  <a:pt x="6856" y="18181"/>
                </a:moveTo>
                <a:lnTo>
                  <a:pt x="7588" y="18765"/>
                </a:lnTo>
                <a:lnTo>
                  <a:pt x="7546" y="18848"/>
                </a:lnTo>
                <a:lnTo>
                  <a:pt x="7502" y="18973"/>
                </a:lnTo>
                <a:lnTo>
                  <a:pt x="7459" y="19182"/>
                </a:lnTo>
                <a:lnTo>
                  <a:pt x="6898" y="18765"/>
                </a:lnTo>
                <a:lnTo>
                  <a:pt x="6898" y="18348"/>
                </a:lnTo>
                <a:lnTo>
                  <a:pt x="6856" y="18181"/>
                </a:lnTo>
                <a:close/>
                <a:moveTo>
                  <a:pt x="13279" y="17347"/>
                </a:moveTo>
                <a:lnTo>
                  <a:pt x="13279" y="17555"/>
                </a:lnTo>
                <a:lnTo>
                  <a:pt x="13193" y="18140"/>
                </a:lnTo>
                <a:lnTo>
                  <a:pt x="13193" y="18223"/>
                </a:lnTo>
                <a:lnTo>
                  <a:pt x="13235" y="18265"/>
                </a:lnTo>
                <a:lnTo>
                  <a:pt x="11857" y="19765"/>
                </a:lnTo>
                <a:lnTo>
                  <a:pt x="11857" y="19307"/>
                </a:lnTo>
                <a:lnTo>
                  <a:pt x="12115" y="18931"/>
                </a:lnTo>
                <a:lnTo>
                  <a:pt x="12718" y="18098"/>
                </a:lnTo>
                <a:lnTo>
                  <a:pt x="12676" y="18265"/>
                </a:lnTo>
                <a:lnTo>
                  <a:pt x="12589" y="18515"/>
                </a:lnTo>
                <a:lnTo>
                  <a:pt x="12589" y="18765"/>
                </a:lnTo>
                <a:lnTo>
                  <a:pt x="12632" y="18806"/>
                </a:lnTo>
                <a:lnTo>
                  <a:pt x="12676" y="18806"/>
                </a:lnTo>
                <a:lnTo>
                  <a:pt x="12805" y="18723"/>
                </a:lnTo>
                <a:lnTo>
                  <a:pt x="12891" y="18598"/>
                </a:lnTo>
                <a:lnTo>
                  <a:pt x="12934" y="18306"/>
                </a:lnTo>
                <a:lnTo>
                  <a:pt x="12934" y="17805"/>
                </a:lnTo>
                <a:lnTo>
                  <a:pt x="13193" y="17472"/>
                </a:lnTo>
                <a:lnTo>
                  <a:pt x="13279" y="17347"/>
                </a:lnTo>
                <a:close/>
                <a:moveTo>
                  <a:pt x="7717" y="18848"/>
                </a:moveTo>
                <a:lnTo>
                  <a:pt x="8234" y="19348"/>
                </a:lnTo>
                <a:lnTo>
                  <a:pt x="8234" y="19848"/>
                </a:lnTo>
                <a:lnTo>
                  <a:pt x="8105" y="19723"/>
                </a:lnTo>
                <a:lnTo>
                  <a:pt x="7804" y="19473"/>
                </a:lnTo>
                <a:lnTo>
                  <a:pt x="7804" y="19348"/>
                </a:lnTo>
                <a:lnTo>
                  <a:pt x="7761" y="19098"/>
                </a:lnTo>
                <a:lnTo>
                  <a:pt x="7717" y="18848"/>
                </a:lnTo>
                <a:close/>
                <a:moveTo>
                  <a:pt x="11123" y="459"/>
                </a:moveTo>
                <a:lnTo>
                  <a:pt x="11382" y="500"/>
                </a:lnTo>
                <a:lnTo>
                  <a:pt x="11598" y="542"/>
                </a:lnTo>
                <a:lnTo>
                  <a:pt x="11813" y="667"/>
                </a:lnTo>
                <a:lnTo>
                  <a:pt x="12244" y="959"/>
                </a:lnTo>
                <a:lnTo>
                  <a:pt x="12589" y="1210"/>
                </a:lnTo>
                <a:lnTo>
                  <a:pt x="14788" y="2752"/>
                </a:lnTo>
                <a:lnTo>
                  <a:pt x="17029" y="4337"/>
                </a:lnTo>
                <a:lnTo>
                  <a:pt x="18150" y="5129"/>
                </a:lnTo>
                <a:lnTo>
                  <a:pt x="18452" y="5379"/>
                </a:lnTo>
                <a:lnTo>
                  <a:pt x="18625" y="5462"/>
                </a:lnTo>
                <a:lnTo>
                  <a:pt x="18797" y="5546"/>
                </a:lnTo>
                <a:lnTo>
                  <a:pt x="18323" y="6089"/>
                </a:lnTo>
                <a:lnTo>
                  <a:pt x="17892" y="6672"/>
                </a:lnTo>
                <a:lnTo>
                  <a:pt x="17677" y="6922"/>
                </a:lnTo>
                <a:lnTo>
                  <a:pt x="17461" y="7256"/>
                </a:lnTo>
                <a:lnTo>
                  <a:pt x="17375" y="7422"/>
                </a:lnTo>
                <a:lnTo>
                  <a:pt x="17331" y="7547"/>
                </a:lnTo>
                <a:lnTo>
                  <a:pt x="17331" y="7714"/>
                </a:lnTo>
                <a:lnTo>
                  <a:pt x="17461" y="7839"/>
                </a:lnTo>
                <a:lnTo>
                  <a:pt x="17590" y="7964"/>
                </a:lnTo>
                <a:lnTo>
                  <a:pt x="17719" y="8048"/>
                </a:lnTo>
                <a:lnTo>
                  <a:pt x="18065" y="8173"/>
                </a:lnTo>
                <a:lnTo>
                  <a:pt x="18755" y="8299"/>
                </a:lnTo>
                <a:lnTo>
                  <a:pt x="19660" y="8464"/>
                </a:lnTo>
                <a:lnTo>
                  <a:pt x="20005" y="8549"/>
                </a:lnTo>
                <a:lnTo>
                  <a:pt x="19962" y="8632"/>
                </a:lnTo>
                <a:lnTo>
                  <a:pt x="19357" y="9257"/>
                </a:lnTo>
                <a:lnTo>
                  <a:pt x="18797" y="9924"/>
                </a:lnTo>
                <a:lnTo>
                  <a:pt x="17677" y="11259"/>
                </a:lnTo>
                <a:lnTo>
                  <a:pt x="15176" y="14219"/>
                </a:lnTo>
                <a:lnTo>
                  <a:pt x="13925" y="15679"/>
                </a:lnTo>
                <a:lnTo>
                  <a:pt x="12718" y="17180"/>
                </a:lnTo>
                <a:lnTo>
                  <a:pt x="12157" y="17888"/>
                </a:lnTo>
                <a:lnTo>
                  <a:pt x="11640" y="18640"/>
                </a:lnTo>
                <a:lnTo>
                  <a:pt x="11123" y="19390"/>
                </a:lnTo>
                <a:lnTo>
                  <a:pt x="10950" y="19640"/>
                </a:lnTo>
                <a:lnTo>
                  <a:pt x="10821" y="19890"/>
                </a:lnTo>
                <a:lnTo>
                  <a:pt x="10563" y="19765"/>
                </a:lnTo>
                <a:lnTo>
                  <a:pt x="10304" y="19723"/>
                </a:lnTo>
                <a:lnTo>
                  <a:pt x="9743" y="19557"/>
                </a:lnTo>
                <a:lnTo>
                  <a:pt x="9399" y="19432"/>
                </a:lnTo>
                <a:lnTo>
                  <a:pt x="9097" y="19223"/>
                </a:lnTo>
                <a:lnTo>
                  <a:pt x="8795" y="19015"/>
                </a:lnTo>
                <a:lnTo>
                  <a:pt x="8494" y="18765"/>
                </a:lnTo>
                <a:lnTo>
                  <a:pt x="7933" y="18265"/>
                </a:lnTo>
                <a:lnTo>
                  <a:pt x="7373" y="17805"/>
                </a:lnTo>
                <a:lnTo>
                  <a:pt x="6726" y="17388"/>
                </a:lnTo>
                <a:lnTo>
                  <a:pt x="6122" y="16971"/>
                </a:lnTo>
                <a:lnTo>
                  <a:pt x="3579" y="15303"/>
                </a:lnTo>
                <a:lnTo>
                  <a:pt x="2243" y="14345"/>
                </a:lnTo>
                <a:lnTo>
                  <a:pt x="1553" y="13886"/>
                </a:lnTo>
                <a:lnTo>
                  <a:pt x="819" y="13469"/>
                </a:lnTo>
                <a:lnTo>
                  <a:pt x="733" y="13428"/>
                </a:lnTo>
                <a:lnTo>
                  <a:pt x="1897" y="11801"/>
                </a:lnTo>
                <a:lnTo>
                  <a:pt x="3104" y="10174"/>
                </a:lnTo>
                <a:lnTo>
                  <a:pt x="4311" y="8590"/>
                </a:lnTo>
                <a:lnTo>
                  <a:pt x="5562" y="7006"/>
                </a:lnTo>
                <a:lnTo>
                  <a:pt x="8192" y="3795"/>
                </a:lnTo>
                <a:lnTo>
                  <a:pt x="9572" y="2210"/>
                </a:lnTo>
                <a:lnTo>
                  <a:pt x="10261" y="1460"/>
                </a:lnTo>
                <a:lnTo>
                  <a:pt x="10865" y="625"/>
                </a:lnTo>
                <a:lnTo>
                  <a:pt x="10908" y="542"/>
                </a:lnTo>
                <a:lnTo>
                  <a:pt x="10908" y="459"/>
                </a:lnTo>
                <a:close/>
                <a:moveTo>
                  <a:pt x="8494" y="19557"/>
                </a:moveTo>
                <a:lnTo>
                  <a:pt x="9011" y="19848"/>
                </a:lnTo>
                <a:lnTo>
                  <a:pt x="9528" y="20099"/>
                </a:lnTo>
                <a:lnTo>
                  <a:pt x="9485" y="20390"/>
                </a:lnTo>
                <a:lnTo>
                  <a:pt x="9528" y="20683"/>
                </a:lnTo>
                <a:lnTo>
                  <a:pt x="9226" y="20558"/>
                </a:lnTo>
                <a:lnTo>
                  <a:pt x="8753" y="20224"/>
                </a:lnTo>
                <a:lnTo>
                  <a:pt x="8709" y="20057"/>
                </a:lnTo>
                <a:lnTo>
                  <a:pt x="8623" y="19890"/>
                </a:lnTo>
                <a:lnTo>
                  <a:pt x="8494" y="19557"/>
                </a:lnTo>
                <a:close/>
                <a:moveTo>
                  <a:pt x="11555" y="19848"/>
                </a:moveTo>
                <a:lnTo>
                  <a:pt x="11598" y="19932"/>
                </a:lnTo>
                <a:lnTo>
                  <a:pt x="11640" y="19974"/>
                </a:lnTo>
                <a:lnTo>
                  <a:pt x="11123" y="20558"/>
                </a:lnTo>
                <a:lnTo>
                  <a:pt x="10821" y="20850"/>
                </a:lnTo>
                <a:lnTo>
                  <a:pt x="10779" y="20725"/>
                </a:lnTo>
                <a:lnTo>
                  <a:pt x="10735" y="20600"/>
                </a:lnTo>
                <a:lnTo>
                  <a:pt x="10735" y="20433"/>
                </a:lnTo>
                <a:lnTo>
                  <a:pt x="10950" y="20433"/>
                </a:lnTo>
                <a:lnTo>
                  <a:pt x="10950" y="20390"/>
                </a:lnTo>
                <a:lnTo>
                  <a:pt x="11037" y="20390"/>
                </a:lnTo>
                <a:lnTo>
                  <a:pt x="11123" y="20350"/>
                </a:lnTo>
                <a:lnTo>
                  <a:pt x="11252" y="20265"/>
                </a:lnTo>
                <a:lnTo>
                  <a:pt x="11338" y="20099"/>
                </a:lnTo>
                <a:lnTo>
                  <a:pt x="11511" y="19848"/>
                </a:lnTo>
                <a:close/>
                <a:moveTo>
                  <a:pt x="11123" y="0"/>
                </a:moveTo>
                <a:lnTo>
                  <a:pt x="10908" y="42"/>
                </a:lnTo>
                <a:lnTo>
                  <a:pt x="10735" y="125"/>
                </a:lnTo>
                <a:lnTo>
                  <a:pt x="10606" y="167"/>
                </a:lnTo>
                <a:lnTo>
                  <a:pt x="10520" y="292"/>
                </a:lnTo>
                <a:lnTo>
                  <a:pt x="10477" y="334"/>
                </a:lnTo>
                <a:lnTo>
                  <a:pt x="10477" y="375"/>
                </a:lnTo>
                <a:lnTo>
                  <a:pt x="9787" y="1084"/>
                </a:lnTo>
                <a:lnTo>
                  <a:pt x="9097" y="1835"/>
                </a:lnTo>
                <a:lnTo>
                  <a:pt x="7804" y="3377"/>
                </a:lnTo>
                <a:lnTo>
                  <a:pt x="6467" y="4962"/>
                </a:lnTo>
                <a:lnTo>
                  <a:pt x="5174" y="6547"/>
                </a:lnTo>
                <a:lnTo>
                  <a:pt x="2845" y="9549"/>
                </a:lnTo>
                <a:lnTo>
                  <a:pt x="561" y="12551"/>
                </a:lnTo>
                <a:lnTo>
                  <a:pt x="388" y="12801"/>
                </a:lnTo>
                <a:lnTo>
                  <a:pt x="43" y="13301"/>
                </a:lnTo>
                <a:lnTo>
                  <a:pt x="0" y="13386"/>
                </a:lnTo>
                <a:lnTo>
                  <a:pt x="0" y="13511"/>
                </a:lnTo>
                <a:lnTo>
                  <a:pt x="43" y="13594"/>
                </a:lnTo>
                <a:lnTo>
                  <a:pt x="87" y="13678"/>
                </a:lnTo>
                <a:lnTo>
                  <a:pt x="173" y="13719"/>
                </a:lnTo>
                <a:lnTo>
                  <a:pt x="259" y="13761"/>
                </a:lnTo>
                <a:lnTo>
                  <a:pt x="346" y="13761"/>
                </a:lnTo>
                <a:lnTo>
                  <a:pt x="475" y="13719"/>
                </a:lnTo>
                <a:lnTo>
                  <a:pt x="517" y="13803"/>
                </a:lnTo>
                <a:lnTo>
                  <a:pt x="819" y="14094"/>
                </a:lnTo>
                <a:lnTo>
                  <a:pt x="690" y="14219"/>
                </a:lnTo>
                <a:lnTo>
                  <a:pt x="604" y="14386"/>
                </a:lnTo>
                <a:lnTo>
                  <a:pt x="517" y="14553"/>
                </a:lnTo>
                <a:lnTo>
                  <a:pt x="475" y="14720"/>
                </a:lnTo>
                <a:lnTo>
                  <a:pt x="475" y="14803"/>
                </a:lnTo>
                <a:lnTo>
                  <a:pt x="517" y="14845"/>
                </a:lnTo>
                <a:lnTo>
                  <a:pt x="604" y="14886"/>
                </a:lnTo>
                <a:lnTo>
                  <a:pt x="646" y="14886"/>
                </a:lnTo>
                <a:lnTo>
                  <a:pt x="733" y="15011"/>
                </a:lnTo>
                <a:lnTo>
                  <a:pt x="819" y="15136"/>
                </a:lnTo>
                <a:lnTo>
                  <a:pt x="1035" y="15303"/>
                </a:lnTo>
                <a:lnTo>
                  <a:pt x="1509" y="15596"/>
                </a:lnTo>
                <a:lnTo>
                  <a:pt x="2803" y="16388"/>
                </a:lnTo>
                <a:lnTo>
                  <a:pt x="4182" y="17305"/>
                </a:lnTo>
                <a:lnTo>
                  <a:pt x="5476" y="18306"/>
                </a:lnTo>
                <a:lnTo>
                  <a:pt x="7546" y="19932"/>
                </a:lnTo>
                <a:lnTo>
                  <a:pt x="7546" y="19974"/>
                </a:lnTo>
                <a:lnTo>
                  <a:pt x="7631" y="20057"/>
                </a:lnTo>
                <a:lnTo>
                  <a:pt x="7717" y="20057"/>
                </a:lnTo>
                <a:lnTo>
                  <a:pt x="8019" y="20307"/>
                </a:lnTo>
                <a:lnTo>
                  <a:pt x="8580" y="20725"/>
                </a:lnTo>
                <a:lnTo>
                  <a:pt x="9140" y="21100"/>
                </a:lnTo>
                <a:lnTo>
                  <a:pt x="9443" y="21225"/>
                </a:lnTo>
                <a:lnTo>
                  <a:pt x="9701" y="21350"/>
                </a:lnTo>
                <a:lnTo>
                  <a:pt x="10002" y="21433"/>
                </a:lnTo>
                <a:lnTo>
                  <a:pt x="10131" y="21433"/>
                </a:lnTo>
                <a:lnTo>
                  <a:pt x="10304" y="21392"/>
                </a:lnTo>
                <a:lnTo>
                  <a:pt x="10348" y="21308"/>
                </a:lnTo>
                <a:lnTo>
                  <a:pt x="10390" y="21267"/>
                </a:lnTo>
                <a:lnTo>
                  <a:pt x="10390" y="21183"/>
                </a:lnTo>
                <a:lnTo>
                  <a:pt x="10348" y="21100"/>
                </a:lnTo>
                <a:lnTo>
                  <a:pt x="10261" y="21017"/>
                </a:lnTo>
                <a:lnTo>
                  <a:pt x="10131" y="20933"/>
                </a:lnTo>
                <a:lnTo>
                  <a:pt x="9916" y="20850"/>
                </a:lnTo>
                <a:lnTo>
                  <a:pt x="9873" y="20850"/>
                </a:lnTo>
                <a:lnTo>
                  <a:pt x="9873" y="20433"/>
                </a:lnTo>
                <a:lnTo>
                  <a:pt x="9830" y="20224"/>
                </a:lnTo>
                <a:lnTo>
                  <a:pt x="10131" y="20307"/>
                </a:lnTo>
                <a:lnTo>
                  <a:pt x="10520" y="20390"/>
                </a:lnTo>
                <a:lnTo>
                  <a:pt x="10433" y="20600"/>
                </a:lnTo>
                <a:lnTo>
                  <a:pt x="10433" y="20766"/>
                </a:lnTo>
                <a:lnTo>
                  <a:pt x="10477" y="20975"/>
                </a:lnTo>
                <a:lnTo>
                  <a:pt x="10563" y="21142"/>
                </a:lnTo>
                <a:lnTo>
                  <a:pt x="10433" y="21350"/>
                </a:lnTo>
                <a:lnTo>
                  <a:pt x="10433" y="21433"/>
                </a:lnTo>
                <a:lnTo>
                  <a:pt x="10477" y="21558"/>
                </a:lnTo>
                <a:lnTo>
                  <a:pt x="10606" y="21600"/>
                </a:lnTo>
                <a:lnTo>
                  <a:pt x="10692" y="21558"/>
                </a:lnTo>
                <a:lnTo>
                  <a:pt x="10908" y="21433"/>
                </a:lnTo>
                <a:lnTo>
                  <a:pt x="11080" y="21267"/>
                </a:lnTo>
                <a:lnTo>
                  <a:pt x="11425" y="20933"/>
                </a:lnTo>
                <a:lnTo>
                  <a:pt x="12157" y="20140"/>
                </a:lnTo>
                <a:lnTo>
                  <a:pt x="13581" y="18640"/>
                </a:lnTo>
                <a:lnTo>
                  <a:pt x="15046" y="16971"/>
                </a:lnTo>
                <a:lnTo>
                  <a:pt x="16470" y="15303"/>
                </a:lnTo>
                <a:lnTo>
                  <a:pt x="17806" y="13594"/>
                </a:lnTo>
                <a:lnTo>
                  <a:pt x="19057" y="11884"/>
                </a:lnTo>
                <a:lnTo>
                  <a:pt x="20349" y="10174"/>
                </a:lnTo>
                <a:lnTo>
                  <a:pt x="20910" y="9382"/>
                </a:lnTo>
                <a:lnTo>
                  <a:pt x="21169" y="8966"/>
                </a:lnTo>
                <a:lnTo>
                  <a:pt x="21427" y="8507"/>
                </a:lnTo>
                <a:lnTo>
                  <a:pt x="21513" y="8507"/>
                </a:lnTo>
                <a:lnTo>
                  <a:pt x="21557" y="8464"/>
                </a:lnTo>
                <a:lnTo>
                  <a:pt x="21600" y="8381"/>
                </a:lnTo>
                <a:lnTo>
                  <a:pt x="21600" y="8299"/>
                </a:lnTo>
                <a:lnTo>
                  <a:pt x="21471" y="8048"/>
                </a:lnTo>
                <a:lnTo>
                  <a:pt x="21341" y="7798"/>
                </a:lnTo>
                <a:lnTo>
                  <a:pt x="20954" y="7381"/>
                </a:lnTo>
                <a:lnTo>
                  <a:pt x="20737" y="7214"/>
                </a:lnTo>
                <a:lnTo>
                  <a:pt x="20479" y="7047"/>
                </a:lnTo>
                <a:lnTo>
                  <a:pt x="20306" y="6964"/>
                </a:lnTo>
                <a:lnTo>
                  <a:pt x="20134" y="6922"/>
                </a:lnTo>
                <a:lnTo>
                  <a:pt x="19875" y="6339"/>
                </a:lnTo>
                <a:lnTo>
                  <a:pt x="19789" y="6047"/>
                </a:lnTo>
                <a:lnTo>
                  <a:pt x="19745" y="5754"/>
                </a:lnTo>
                <a:lnTo>
                  <a:pt x="19745" y="5587"/>
                </a:lnTo>
                <a:lnTo>
                  <a:pt x="19660" y="5421"/>
                </a:lnTo>
                <a:lnTo>
                  <a:pt x="19574" y="5337"/>
                </a:lnTo>
                <a:lnTo>
                  <a:pt x="19357" y="5337"/>
                </a:lnTo>
                <a:lnTo>
                  <a:pt x="19272" y="5379"/>
                </a:lnTo>
                <a:lnTo>
                  <a:pt x="19228" y="5421"/>
                </a:lnTo>
                <a:lnTo>
                  <a:pt x="19272" y="5504"/>
                </a:lnTo>
                <a:lnTo>
                  <a:pt x="19315" y="5546"/>
                </a:lnTo>
                <a:lnTo>
                  <a:pt x="19315" y="6089"/>
                </a:lnTo>
                <a:lnTo>
                  <a:pt x="19357" y="6297"/>
                </a:lnTo>
                <a:lnTo>
                  <a:pt x="19444" y="6547"/>
                </a:lnTo>
                <a:lnTo>
                  <a:pt x="19616" y="6964"/>
                </a:lnTo>
                <a:lnTo>
                  <a:pt x="19962" y="7964"/>
                </a:lnTo>
                <a:lnTo>
                  <a:pt x="20005" y="8048"/>
                </a:lnTo>
                <a:lnTo>
                  <a:pt x="19444" y="7923"/>
                </a:lnTo>
                <a:lnTo>
                  <a:pt x="18711" y="7798"/>
                </a:lnTo>
                <a:lnTo>
                  <a:pt x="17978" y="7631"/>
                </a:lnTo>
                <a:lnTo>
                  <a:pt x="17848" y="7547"/>
                </a:lnTo>
                <a:lnTo>
                  <a:pt x="17892" y="7506"/>
                </a:lnTo>
                <a:lnTo>
                  <a:pt x="18021" y="7297"/>
                </a:lnTo>
                <a:lnTo>
                  <a:pt x="18452" y="6714"/>
                </a:lnTo>
                <a:lnTo>
                  <a:pt x="18840" y="6130"/>
                </a:lnTo>
                <a:lnTo>
                  <a:pt x="19142" y="5587"/>
                </a:lnTo>
                <a:lnTo>
                  <a:pt x="19228" y="5504"/>
                </a:lnTo>
                <a:lnTo>
                  <a:pt x="19228" y="5379"/>
                </a:lnTo>
                <a:lnTo>
                  <a:pt x="19186" y="5254"/>
                </a:lnTo>
                <a:lnTo>
                  <a:pt x="19099" y="5129"/>
                </a:lnTo>
                <a:lnTo>
                  <a:pt x="18884" y="4921"/>
                </a:lnTo>
                <a:lnTo>
                  <a:pt x="18323" y="4587"/>
                </a:lnTo>
                <a:lnTo>
                  <a:pt x="17073" y="3712"/>
                </a:lnTo>
                <a:lnTo>
                  <a:pt x="14615" y="1960"/>
                </a:lnTo>
                <a:lnTo>
                  <a:pt x="13452" y="1167"/>
                </a:lnTo>
                <a:lnTo>
                  <a:pt x="12287" y="375"/>
                </a:lnTo>
                <a:lnTo>
                  <a:pt x="11899" y="167"/>
                </a:lnTo>
                <a:lnTo>
                  <a:pt x="11511" y="42"/>
                </a:lnTo>
                <a:lnTo>
                  <a:pt x="11296" y="0"/>
                </a:lnTo>
                <a:close/>
              </a:path>
            </a:pathLst>
          </a:custGeom>
          <a:solidFill>
            <a:schemeClr val="accent1"/>
          </a:solidFill>
          <a:ln w="12700">
            <a:miter lim="400000"/>
          </a:ln>
        </p:spPr>
        <p:txBody>
          <a:bodyPr lIns="0" tIns="0" rIns="0" bIns="0" anchor="ctr"/>
          <a:lstStyle/>
          <a:p>
            <a:pPr>
              <a:defRPr>
                <a:solidFill>
                  <a:srgbClr val="A4C2F4"/>
                </a:solidFill>
              </a:defRPr>
            </a:pPr>
          </a:p>
        </p:txBody>
      </p:sp>
      <p:sp>
        <p:nvSpPr>
          <p:cNvPr id="365" name="Google Shape;171;p2"/>
          <p:cNvSpPr/>
          <p:nvPr/>
        </p:nvSpPr>
        <p:spPr>
          <a:xfrm>
            <a:off x="2644962" y="4036588"/>
            <a:ext cx="890256" cy="706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826" y="3478"/>
                </a:moveTo>
                <a:lnTo>
                  <a:pt x="13094" y="3535"/>
                </a:lnTo>
                <a:lnTo>
                  <a:pt x="13584" y="3703"/>
                </a:lnTo>
                <a:lnTo>
                  <a:pt x="14028" y="3983"/>
                </a:lnTo>
                <a:lnTo>
                  <a:pt x="13895" y="3983"/>
                </a:lnTo>
                <a:lnTo>
                  <a:pt x="12915" y="4433"/>
                </a:lnTo>
                <a:lnTo>
                  <a:pt x="11980" y="4881"/>
                </a:lnTo>
                <a:lnTo>
                  <a:pt x="11224" y="5274"/>
                </a:lnTo>
                <a:lnTo>
                  <a:pt x="10421" y="5667"/>
                </a:lnTo>
                <a:lnTo>
                  <a:pt x="9665" y="6172"/>
                </a:lnTo>
                <a:lnTo>
                  <a:pt x="9308" y="6452"/>
                </a:lnTo>
                <a:lnTo>
                  <a:pt x="8996" y="6788"/>
                </a:lnTo>
                <a:lnTo>
                  <a:pt x="9264" y="6228"/>
                </a:lnTo>
                <a:lnTo>
                  <a:pt x="9575" y="5723"/>
                </a:lnTo>
                <a:lnTo>
                  <a:pt x="9887" y="5217"/>
                </a:lnTo>
                <a:lnTo>
                  <a:pt x="10244" y="4826"/>
                </a:lnTo>
                <a:lnTo>
                  <a:pt x="10645" y="4433"/>
                </a:lnTo>
                <a:lnTo>
                  <a:pt x="11045" y="4096"/>
                </a:lnTo>
                <a:lnTo>
                  <a:pt x="11535" y="3815"/>
                </a:lnTo>
                <a:lnTo>
                  <a:pt x="12025" y="3591"/>
                </a:lnTo>
                <a:lnTo>
                  <a:pt x="12559" y="3478"/>
                </a:lnTo>
                <a:close/>
                <a:moveTo>
                  <a:pt x="1559" y="3255"/>
                </a:moveTo>
                <a:lnTo>
                  <a:pt x="1514" y="3310"/>
                </a:lnTo>
                <a:lnTo>
                  <a:pt x="1336" y="3478"/>
                </a:lnTo>
                <a:lnTo>
                  <a:pt x="1202" y="3703"/>
                </a:lnTo>
                <a:lnTo>
                  <a:pt x="980" y="4151"/>
                </a:lnTo>
                <a:lnTo>
                  <a:pt x="713" y="3983"/>
                </a:lnTo>
                <a:lnTo>
                  <a:pt x="534" y="3703"/>
                </a:lnTo>
                <a:lnTo>
                  <a:pt x="312" y="3423"/>
                </a:lnTo>
                <a:lnTo>
                  <a:pt x="222" y="3366"/>
                </a:lnTo>
                <a:lnTo>
                  <a:pt x="134" y="3366"/>
                </a:lnTo>
                <a:lnTo>
                  <a:pt x="44" y="3423"/>
                </a:lnTo>
                <a:lnTo>
                  <a:pt x="0" y="3535"/>
                </a:lnTo>
                <a:lnTo>
                  <a:pt x="0" y="3815"/>
                </a:lnTo>
                <a:lnTo>
                  <a:pt x="89" y="4039"/>
                </a:lnTo>
                <a:lnTo>
                  <a:pt x="177" y="4264"/>
                </a:lnTo>
                <a:lnTo>
                  <a:pt x="312" y="4489"/>
                </a:lnTo>
                <a:lnTo>
                  <a:pt x="489" y="4657"/>
                </a:lnTo>
                <a:lnTo>
                  <a:pt x="713" y="4769"/>
                </a:lnTo>
                <a:lnTo>
                  <a:pt x="356" y="5667"/>
                </a:lnTo>
                <a:lnTo>
                  <a:pt x="89" y="6565"/>
                </a:lnTo>
                <a:lnTo>
                  <a:pt x="89" y="6845"/>
                </a:lnTo>
                <a:lnTo>
                  <a:pt x="177" y="6956"/>
                </a:lnTo>
                <a:lnTo>
                  <a:pt x="267" y="7013"/>
                </a:lnTo>
                <a:lnTo>
                  <a:pt x="356" y="7069"/>
                </a:lnTo>
                <a:lnTo>
                  <a:pt x="446" y="7013"/>
                </a:lnTo>
                <a:lnTo>
                  <a:pt x="534" y="6956"/>
                </a:lnTo>
                <a:lnTo>
                  <a:pt x="623" y="6845"/>
                </a:lnTo>
                <a:lnTo>
                  <a:pt x="1202" y="5106"/>
                </a:lnTo>
                <a:lnTo>
                  <a:pt x="1514" y="4264"/>
                </a:lnTo>
                <a:lnTo>
                  <a:pt x="1603" y="3815"/>
                </a:lnTo>
                <a:lnTo>
                  <a:pt x="1693" y="3366"/>
                </a:lnTo>
                <a:lnTo>
                  <a:pt x="1648" y="3310"/>
                </a:lnTo>
                <a:lnTo>
                  <a:pt x="1603" y="3255"/>
                </a:lnTo>
                <a:close/>
                <a:moveTo>
                  <a:pt x="14207" y="4151"/>
                </a:moveTo>
                <a:lnTo>
                  <a:pt x="14519" y="4489"/>
                </a:lnTo>
                <a:lnTo>
                  <a:pt x="14741" y="4826"/>
                </a:lnTo>
                <a:lnTo>
                  <a:pt x="14831" y="4994"/>
                </a:lnTo>
                <a:lnTo>
                  <a:pt x="14341" y="5217"/>
                </a:lnTo>
                <a:lnTo>
                  <a:pt x="13895" y="5442"/>
                </a:lnTo>
                <a:lnTo>
                  <a:pt x="11847" y="6396"/>
                </a:lnTo>
                <a:lnTo>
                  <a:pt x="10021" y="7294"/>
                </a:lnTo>
                <a:lnTo>
                  <a:pt x="9086" y="7799"/>
                </a:lnTo>
                <a:lnTo>
                  <a:pt x="8640" y="8079"/>
                </a:lnTo>
                <a:lnTo>
                  <a:pt x="8239" y="8415"/>
                </a:lnTo>
                <a:lnTo>
                  <a:pt x="8907" y="6956"/>
                </a:lnTo>
                <a:lnTo>
                  <a:pt x="8952" y="6956"/>
                </a:lnTo>
                <a:lnTo>
                  <a:pt x="10154" y="6228"/>
                </a:lnTo>
                <a:lnTo>
                  <a:pt x="11357" y="5554"/>
                </a:lnTo>
                <a:lnTo>
                  <a:pt x="13851" y="4376"/>
                </a:lnTo>
                <a:lnTo>
                  <a:pt x="13895" y="4489"/>
                </a:lnTo>
                <a:lnTo>
                  <a:pt x="13985" y="4544"/>
                </a:lnTo>
                <a:lnTo>
                  <a:pt x="14073" y="4601"/>
                </a:lnTo>
                <a:lnTo>
                  <a:pt x="14163" y="4544"/>
                </a:lnTo>
                <a:lnTo>
                  <a:pt x="14252" y="4433"/>
                </a:lnTo>
                <a:lnTo>
                  <a:pt x="14252" y="4264"/>
                </a:lnTo>
                <a:lnTo>
                  <a:pt x="14207" y="4151"/>
                </a:lnTo>
                <a:close/>
                <a:moveTo>
                  <a:pt x="14965" y="5385"/>
                </a:moveTo>
                <a:lnTo>
                  <a:pt x="15053" y="5499"/>
                </a:lnTo>
                <a:lnTo>
                  <a:pt x="15098" y="5499"/>
                </a:lnTo>
                <a:lnTo>
                  <a:pt x="15277" y="6003"/>
                </a:lnTo>
                <a:lnTo>
                  <a:pt x="15232" y="6003"/>
                </a:lnTo>
                <a:lnTo>
                  <a:pt x="15143" y="6060"/>
                </a:lnTo>
                <a:lnTo>
                  <a:pt x="14920" y="6283"/>
                </a:lnTo>
                <a:lnTo>
                  <a:pt x="14697" y="6452"/>
                </a:lnTo>
                <a:lnTo>
                  <a:pt x="14207" y="6733"/>
                </a:lnTo>
                <a:lnTo>
                  <a:pt x="13673" y="7013"/>
                </a:lnTo>
                <a:lnTo>
                  <a:pt x="13138" y="7238"/>
                </a:lnTo>
                <a:lnTo>
                  <a:pt x="12069" y="7686"/>
                </a:lnTo>
                <a:lnTo>
                  <a:pt x="11000" y="8247"/>
                </a:lnTo>
                <a:lnTo>
                  <a:pt x="9976" y="8752"/>
                </a:lnTo>
                <a:lnTo>
                  <a:pt x="8952" y="9370"/>
                </a:lnTo>
                <a:lnTo>
                  <a:pt x="8194" y="9763"/>
                </a:lnTo>
                <a:lnTo>
                  <a:pt x="7794" y="10043"/>
                </a:lnTo>
                <a:lnTo>
                  <a:pt x="7393" y="10323"/>
                </a:lnTo>
                <a:lnTo>
                  <a:pt x="7660" y="9763"/>
                </a:lnTo>
                <a:lnTo>
                  <a:pt x="8106" y="8640"/>
                </a:lnTo>
                <a:lnTo>
                  <a:pt x="8996" y="8360"/>
                </a:lnTo>
                <a:lnTo>
                  <a:pt x="9842" y="7911"/>
                </a:lnTo>
                <a:lnTo>
                  <a:pt x="11491" y="7069"/>
                </a:lnTo>
                <a:lnTo>
                  <a:pt x="13272" y="6228"/>
                </a:lnTo>
                <a:lnTo>
                  <a:pt x="14118" y="5835"/>
                </a:lnTo>
                <a:lnTo>
                  <a:pt x="14965" y="5385"/>
                </a:lnTo>
                <a:close/>
                <a:moveTo>
                  <a:pt x="6191" y="12848"/>
                </a:moveTo>
                <a:lnTo>
                  <a:pt x="6056" y="12905"/>
                </a:lnTo>
                <a:lnTo>
                  <a:pt x="6013" y="12960"/>
                </a:lnTo>
                <a:lnTo>
                  <a:pt x="6013" y="13016"/>
                </a:lnTo>
                <a:lnTo>
                  <a:pt x="5968" y="13409"/>
                </a:lnTo>
                <a:lnTo>
                  <a:pt x="5923" y="13746"/>
                </a:lnTo>
                <a:lnTo>
                  <a:pt x="5923" y="14139"/>
                </a:lnTo>
                <a:lnTo>
                  <a:pt x="5968" y="14307"/>
                </a:lnTo>
                <a:lnTo>
                  <a:pt x="6056" y="14475"/>
                </a:lnTo>
                <a:lnTo>
                  <a:pt x="6101" y="14531"/>
                </a:lnTo>
                <a:lnTo>
                  <a:pt x="6280" y="14531"/>
                </a:lnTo>
                <a:lnTo>
                  <a:pt x="6325" y="14475"/>
                </a:lnTo>
                <a:lnTo>
                  <a:pt x="6413" y="14362"/>
                </a:lnTo>
                <a:lnTo>
                  <a:pt x="6458" y="14194"/>
                </a:lnTo>
                <a:lnTo>
                  <a:pt x="6458" y="13409"/>
                </a:lnTo>
                <a:lnTo>
                  <a:pt x="6413" y="13016"/>
                </a:lnTo>
                <a:lnTo>
                  <a:pt x="6325" y="12905"/>
                </a:lnTo>
                <a:lnTo>
                  <a:pt x="6191" y="12848"/>
                </a:lnTo>
                <a:close/>
                <a:moveTo>
                  <a:pt x="6325" y="14812"/>
                </a:moveTo>
                <a:lnTo>
                  <a:pt x="6235" y="14869"/>
                </a:lnTo>
                <a:lnTo>
                  <a:pt x="6146" y="14924"/>
                </a:lnTo>
                <a:lnTo>
                  <a:pt x="6101" y="14980"/>
                </a:lnTo>
                <a:lnTo>
                  <a:pt x="6056" y="15148"/>
                </a:lnTo>
                <a:lnTo>
                  <a:pt x="6056" y="15260"/>
                </a:lnTo>
                <a:lnTo>
                  <a:pt x="5968" y="15765"/>
                </a:lnTo>
                <a:lnTo>
                  <a:pt x="5968" y="16271"/>
                </a:lnTo>
                <a:lnTo>
                  <a:pt x="6013" y="16439"/>
                </a:lnTo>
                <a:lnTo>
                  <a:pt x="6056" y="16494"/>
                </a:lnTo>
                <a:lnTo>
                  <a:pt x="6146" y="16551"/>
                </a:lnTo>
                <a:lnTo>
                  <a:pt x="6280" y="16551"/>
                </a:lnTo>
                <a:lnTo>
                  <a:pt x="6368" y="16494"/>
                </a:lnTo>
                <a:lnTo>
                  <a:pt x="6413" y="16439"/>
                </a:lnTo>
                <a:lnTo>
                  <a:pt x="6413" y="15710"/>
                </a:lnTo>
                <a:lnTo>
                  <a:pt x="6502" y="15148"/>
                </a:lnTo>
                <a:lnTo>
                  <a:pt x="6502" y="15037"/>
                </a:lnTo>
                <a:lnTo>
                  <a:pt x="6458" y="14924"/>
                </a:lnTo>
                <a:lnTo>
                  <a:pt x="6413" y="14869"/>
                </a:lnTo>
                <a:lnTo>
                  <a:pt x="6325" y="14812"/>
                </a:lnTo>
                <a:close/>
                <a:moveTo>
                  <a:pt x="17726" y="14531"/>
                </a:moveTo>
                <a:lnTo>
                  <a:pt x="17681" y="14644"/>
                </a:lnTo>
                <a:lnTo>
                  <a:pt x="17592" y="15092"/>
                </a:lnTo>
                <a:lnTo>
                  <a:pt x="17503" y="15485"/>
                </a:lnTo>
                <a:lnTo>
                  <a:pt x="17458" y="16383"/>
                </a:lnTo>
                <a:lnTo>
                  <a:pt x="17503" y="16494"/>
                </a:lnTo>
                <a:lnTo>
                  <a:pt x="17547" y="16608"/>
                </a:lnTo>
                <a:lnTo>
                  <a:pt x="17637" y="16663"/>
                </a:lnTo>
                <a:lnTo>
                  <a:pt x="17726" y="16719"/>
                </a:lnTo>
                <a:lnTo>
                  <a:pt x="17814" y="16719"/>
                </a:lnTo>
                <a:lnTo>
                  <a:pt x="17904" y="16663"/>
                </a:lnTo>
                <a:lnTo>
                  <a:pt x="17948" y="16608"/>
                </a:lnTo>
                <a:lnTo>
                  <a:pt x="17993" y="16494"/>
                </a:lnTo>
                <a:lnTo>
                  <a:pt x="17993" y="15037"/>
                </a:lnTo>
                <a:lnTo>
                  <a:pt x="17904" y="14644"/>
                </a:lnTo>
                <a:lnTo>
                  <a:pt x="17859" y="14531"/>
                </a:lnTo>
                <a:close/>
                <a:moveTo>
                  <a:pt x="15454" y="6396"/>
                </a:moveTo>
                <a:lnTo>
                  <a:pt x="15766" y="7463"/>
                </a:lnTo>
                <a:lnTo>
                  <a:pt x="15499" y="7631"/>
                </a:lnTo>
                <a:lnTo>
                  <a:pt x="15187" y="7799"/>
                </a:lnTo>
                <a:lnTo>
                  <a:pt x="14608" y="8136"/>
                </a:lnTo>
                <a:lnTo>
                  <a:pt x="13317" y="8920"/>
                </a:lnTo>
                <a:lnTo>
                  <a:pt x="12114" y="9650"/>
                </a:lnTo>
                <a:lnTo>
                  <a:pt x="10912" y="10268"/>
                </a:lnTo>
                <a:lnTo>
                  <a:pt x="9798" y="10716"/>
                </a:lnTo>
                <a:lnTo>
                  <a:pt x="8640" y="11166"/>
                </a:lnTo>
                <a:lnTo>
                  <a:pt x="8106" y="11445"/>
                </a:lnTo>
                <a:lnTo>
                  <a:pt x="7572" y="11782"/>
                </a:lnTo>
                <a:lnTo>
                  <a:pt x="7036" y="12118"/>
                </a:lnTo>
                <a:lnTo>
                  <a:pt x="6592" y="12568"/>
                </a:lnTo>
                <a:lnTo>
                  <a:pt x="6547" y="12623"/>
                </a:lnTo>
                <a:lnTo>
                  <a:pt x="6547" y="12680"/>
                </a:lnTo>
                <a:lnTo>
                  <a:pt x="6592" y="12736"/>
                </a:lnTo>
                <a:lnTo>
                  <a:pt x="6635" y="12736"/>
                </a:lnTo>
                <a:lnTo>
                  <a:pt x="7794" y="12175"/>
                </a:lnTo>
                <a:lnTo>
                  <a:pt x="8907" y="11614"/>
                </a:lnTo>
                <a:lnTo>
                  <a:pt x="10154" y="11109"/>
                </a:lnTo>
                <a:lnTo>
                  <a:pt x="11401" y="10548"/>
                </a:lnTo>
                <a:lnTo>
                  <a:pt x="12559" y="9986"/>
                </a:lnTo>
                <a:lnTo>
                  <a:pt x="13673" y="9313"/>
                </a:lnTo>
                <a:lnTo>
                  <a:pt x="14965" y="8529"/>
                </a:lnTo>
                <a:lnTo>
                  <a:pt x="15454" y="8247"/>
                </a:lnTo>
                <a:lnTo>
                  <a:pt x="15677" y="8079"/>
                </a:lnTo>
                <a:lnTo>
                  <a:pt x="15944" y="7967"/>
                </a:lnTo>
                <a:lnTo>
                  <a:pt x="15988" y="8191"/>
                </a:lnTo>
                <a:lnTo>
                  <a:pt x="16300" y="8977"/>
                </a:lnTo>
                <a:lnTo>
                  <a:pt x="16256" y="8977"/>
                </a:lnTo>
                <a:lnTo>
                  <a:pt x="16212" y="8865"/>
                </a:lnTo>
                <a:lnTo>
                  <a:pt x="16123" y="8809"/>
                </a:lnTo>
                <a:lnTo>
                  <a:pt x="16033" y="8752"/>
                </a:lnTo>
                <a:lnTo>
                  <a:pt x="15944" y="8809"/>
                </a:lnTo>
                <a:lnTo>
                  <a:pt x="14831" y="9538"/>
                </a:lnTo>
                <a:lnTo>
                  <a:pt x="13718" y="10211"/>
                </a:lnTo>
                <a:lnTo>
                  <a:pt x="12559" y="10829"/>
                </a:lnTo>
                <a:lnTo>
                  <a:pt x="11446" y="11445"/>
                </a:lnTo>
                <a:lnTo>
                  <a:pt x="10288" y="12007"/>
                </a:lnTo>
                <a:lnTo>
                  <a:pt x="9129" y="12512"/>
                </a:lnTo>
                <a:lnTo>
                  <a:pt x="8061" y="12960"/>
                </a:lnTo>
                <a:lnTo>
                  <a:pt x="7482" y="13241"/>
                </a:lnTo>
                <a:lnTo>
                  <a:pt x="7259" y="13409"/>
                </a:lnTo>
                <a:lnTo>
                  <a:pt x="6992" y="13578"/>
                </a:lnTo>
                <a:lnTo>
                  <a:pt x="6992" y="13689"/>
                </a:lnTo>
                <a:lnTo>
                  <a:pt x="7615" y="13689"/>
                </a:lnTo>
                <a:lnTo>
                  <a:pt x="8149" y="13466"/>
                </a:lnTo>
                <a:lnTo>
                  <a:pt x="9264" y="13016"/>
                </a:lnTo>
                <a:lnTo>
                  <a:pt x="10466" y="12455"/>
                </a:lnTo>
                <a:lnTo>
                  <a:pt x="11668" y="11894"/>
                </a:lnTo>
                <a:lnTo>
                  <a:pt x="12782" y="11334"/>
                </a:lnTo>
                <a:lnTo>
                  <a:pt x="13851" y="10716"/>
                </a:lnTo>
                <a:lnTo>
                  <a:pt x="14920" y="10099"/>
                </a:lnTo>
                <a:lnTo>
                  <a:pt x="15944" y="9425"/>
                </a:lnTo>
                <a:lnTo>
                  <a:pt x="16033" y="9482"/>
                </a:lnTo>
                <a:lnTo>
                  <a:pt x="16167" y="9482"/>
                </a:lnTo>
                <a:lnTo>
                  <a:pt x="16256" y="9425"/>
                </a:lnTo>
                <a:lnTo>
                  <a:pt x="16390" y="9257"/>
                </a:lnTo>
                <a:lnTo>
                  <a:pt x="16834" y="10268"/>
                </a:lnTo>
                <a:lnTo>
                  <a:pt x="16567" y="10379"/>
                </a:lnTo>
                <a:lnTo>
                  <a:pt x="16345" y="10491"/>
                </a:lnTo>
                <a:lnTo>
                  <a:pt x="15677" y="10829"/>
                </a:lnTo>
                <a:lnTo>
                  <a:pt x="15053" y="11221"/>
                </a:lnTo>
                <a:lnTo>
                  <a:pt x="13628" y="12175"/>
                </a:lnTo>
                <a:lnTo>
                  <a:pt x="12960" y="12623"/>
                </a:lnTo>
                <a:lnTo>
                  <a:pt x="12204" y="13073"/>
                </a:lnTo>
                <a:lnTo>
                  <a:pt x="11446" y="13409"/>
                </a:lnTo>
                <a:lnTo>
                  <a:pt x="10688" y="13689"/>
                </a:lnTo>
                <a:lnTo>
                  <a:pt x="9129" y="14251"/>
                </a:lnTo>
                <a:lnTo>
                  <a:pt x="7527" y="14869"/>
                </a:lnTo>
                <a:lnTo>
                  <a:pt x="7036" y="15092"/>
                </a:lnTo>
                <a:lnTo>
                  <a:pt x="6859" y="15317"/>
                </a:lnTo>
                <a:lnTo>
                  <a:pt x="6769" y="15373"/>
                </a:lnTo>
                <a:lnTo>
                  <a:pt x="6769" y="15317"/>
                </a:lnTo>
                <a:lnTo>
                  <a:pt x="6725" y="15260"/>
                </a:lnTo>
                <a:lnTo>
                  <a:pt x="6725" y="15317"/>
                </a:lnTo>
                <a:lnTo>
                  <a:pt x="6680" y="15428"/>
                </a:lnTo>
                <a:lnTo>
                  <a:pt x="6680" y="15597"/>
                </a:lnTo>
                <a:lnTo>
                  <a:pt x="6725" y="15653"/>
                </a:lnTo>
                <a:lnTo>
                  <a:pt x="6769" y="15653"/>
                </a:lnTo>
                <a:lnTo>
                  <a:pt x="7036" y="15485"/>
                </a:lnTo>
                <a:lnTo>
                  <a:pt x="7304" y="15373"/>
                </a:lnTo>
                <a:lnTo>
                  <a:pt x="7927" y="15205"/>
                </a:lnTo>
                <a:lnTo>
                  <a:pt x="9353" y="14644"/>
                </a:lnTo>
                <a:lnTo>
                  <a:pt x="10778" y="14194"/>
                </a:lnTo>
                <a:lnTo>
                  <a:pt x="11491" y="13914"/>
                </a:lnTo>
                <a:lnTo>
                  <a:pt x="12159" y="13578"/>
                </a:lnTo>
                <a:lnTo>
                  <a:pt x="12782" y="13298"/>
                </a:lnTo>
                <a:lnTo>
                  <a:pt x="13361" y="12905"/>
                </a:lnTo>
                <a:lnTo>
                  <a:pt x="14519" y="12118"/>
                </a:lnTo>
                <a:lnTo>
                  <a:pt x="15143" y="11725"/>
                </a:lnTo>
                <a:lnTo>
                  <a:pt x="15766" y="11334"/>
                </a:lnTo>
                <a:lnTo>
                  <a:pt x="16479" y="10997"/>
                </a:lnTo>
                <a:lnTo>
                  <a:pt x="16701" y="10884"/>
                </a:lnTo>
                <a:lnTo>
                  <a:pt x="17013" y="10772"/>
                </a:lnTo>
                <a:lnTo>
                  <a:pt x="17058" y="10829"/>
                </a:lnTo>
                <a:lnTo>
                  <a:pt x="17191" y="10829"/>
                </a:lnTo>
                <a:lnTo>
                  <a:pt x="17236" y="10997"/>
                </a:lnTo>
                <a:lnTo>
                  <a:pt x="16791" y="11277"/>
                </a:lnTo>
                <a:lnTo>
                  <a:pt x="16390" y="11614"/>
                </a:lnTo>
                <a:lnTo>
                  <a:pt x="15098" y="12568"/>
                </a:lnTo>
                <a:lnTo>
                  <a:pt x="13761" y="13409"/>
                </a:lnTo>
                <a:lnTo>
                  <a:pt x="12381" y="14139"/>
                </a:lnTo>
                <a:lnTo>
                  <a:pt x="11000" y="14812"/>
                </a:lnTo>
                <a:lnTo>
                  <a:pt x="9575" y="15428"/>
                </a:lnTo>
                <a:lnTo>
                  <a:pt x="8194" y="15990"/>
                </a:lnTo>
                <a:lnTo>
                  <a:pt x="7527" y="16271"/>
                </a:lnTo>
                <a:lnTo>
                  <a:pt x="7170" y="16439"/>
                </a:lnTo>
                <a:lnTo>
                  <a:pt x="6859" y="16663"/>
                </a:lnTo>
                <a:lnTo>
                  <a:pt x="6814" y="16719"/>
                </a:lnTo>
                <a:lnTo>
                  <a:pt x="6814" y="16831"/>
                </a:lnTo>
                <a:lnTo>
                  <a:pt x="6903" y="16888"/>
                </a:lnTo>
                <a:lnTo>
                  <a:pt x="7215" y="16831"/>
                </a:lnTo>
                <a:lnTo>
                  <a:pt x="7527" y="16776"/>
                </a:lnTo>
                <a:lnTo>
                  <a:pt x="8149" y="16551"/>
                </a:lnTo>
                <a:lnTo>
                  <a:pt x="8907" y="16215"/>
                </a:lnTo>
                <a:lnTo>
                  <a:pt x="9665" y="15935"/>
                </a:lnTo>
                <a:lnTo>
                  <a:pt x="11179" y="15317"/>
                </a:lnTo>
                <a:lnTo>
                  <a:pt x="12648" y="14587"/>
                </a:lnTo>
                <a:lnTo>
                  <a:pt x="13895" y="13858"/>
                </a:lnTo>
                <a:lnTo>
                  <a:pt x="15143" y="13128"/>
                </a:lnTo>
                <a:lnTo>
                  <a:pt x="16479" y="12175"/>
                </a:lnTo>
                <a:lnTo>
                  <a:pt x="17013" y="11839"/>
                </a:lnTo>
                <a:lnTo>
                  <a:pt x="17280" y="11614"/>
                </a:lnTo>
                <a:lnTo>
                  <a:pt x="17503" y="11389"/>
                </a:lnTo>
                <a:lnTo>
                  <a:pt x="17637" y="11614"/>
                </a:lnTo>
                <a:lnTo>
                  <a:pt x="17637" y="11670"/>
                </a:lnTo>
                <a:lnTo>
                  <a:pt x="17503" y="12175"/>
                </a:lnTo>
                <a:lnTo>
                  <a:pt x="17503" y="12736"/>
                </a:lnTo>
                <a:lnTo>
                  <a:pt x="17414" y="12623"/>
                </a:lnTo>
                <a:lnTo>
                  <a:pt x="17280" y="12623"/>
                </a:lnTo>
                <a:lnTo>
                  <a:pt x="16791" y="12905"/>
                </a:lnTo>
                <a:lnTo>
                  <a:pt x="16300" y="13241"/>
                </a:lnTo>
                <a:lnTo>
                  <a:pt x="15410" y="13971"/>
                </a:lnTo>
                <a:lnTo>
                  <a:pt x="14875" y="14419"/>
                </a:lnTo>
                <a:lnTo>
                  <a:pt x="14297" y="14812"/>
                </a:lnTo>
                <a:lnTo>
                  <a:pt x="13718" y="15205"/>
                </a:lnTo>
                <a:lnTo>
                  <a:pt x="13138" y="15485"/>
                </a:lnTo>
                <a:lnTo>
                  <a:pt x="10511" y="16551"/>
                </a:lnTo>
                <a:lnTo>
                  <a:pt x="9398" y="16999"/>
                </a:lnTo>
                <a:lnTo>
                  <a:pt x="8862" y="17224"/>
                </a:lnTo>
                <a:lnTo>
                  <a:pt x="8328" y="17505"/>
                </a:lnTo>
                <a:lnTo>
                  <a:pt x="6413" y="17449"/>
                </a:lnTo>
                <a:lnTo>
                  <a:pt x="6368" y="17112"/>
                </a:lnTo>
                <a:lnTo>
                  <a:pt x="6280" y="16999"/>
                </a:lnTo>
                <a:lnTo>
                  <a:pt x="6101" y="16999"/>
                </a:lnTo>
                <a:lnTo>
                  <a:pt x="6056" y="17112"/>
                </a:lnTo>
                <a:lnTo>
                  <a:pt x="6013" y="17449"/>
                </a:lnTo>
                <a:lnTo>
                  <a:pt x="5076" y="17337"/>
                </a:lnTo>
                <a:lnTo>
                  <a:pt x="4632" y="17337"/>
                </a:lnTo>
                <a:lnTo>
                  <a:pt x="4142" y="17392"/>
                </a:lnTo>
                <a:lnTo>
                  <a:pt x="3786" y="17449"/>
                </a:lnTo>
                <a:lnTo>
                  <a:pt x="3474" y="17674"/>
                </a:lnTo>
                <a:lnTo>
                  <a:pt x="3429" y="16831"/>
                </a:lnTo>
                <a:lnTo>
                  <a:pt x="3295" y="14419"/>
                </a:lnTo>
                <a:lnTo>
                  <a:pt x="3295" y="14026"/>
                </a:lnTo>
                <a:lnTo>
                  <a:pt x="3607" y="14026"/>
                </a:lnTo>
                <a:lnTo>
                  <a:pt x="3963" y="13971"/>
                </a:lnTo>
                <a:lnTo>
                  <a:pt x="4275" y="13858"/>
                </a:lnTo>
                <a:lnTo>
                  <a:pt x="4587" y="13746"/>
                </a:lnTo>
                <a:lnTo>
                  <a:pt x="4899" y="13521"/>
                </a:lnTo>
                <a:lnTo>
                  <a:pt x="5211" y="13298"/>
                </a:lnTo>
                <a:lnTo>
                  <a:pt x="5745" y="12848"/>
                </a:lnTo>
                <a:lnTo>
                  <a:pt x="6146" y="12400"/>
                </a:lnTo>
                <a:lnTo>
                  <a:pt x="6502" y="11894"/>
                </a:lnTo>
                <a:lnTo>
                  <a:pt x="6814" y="11389"/>
                </a:lnTo>
                <a:lnTo>
                  <a:pt x="7126" y="10884"/>
                </a:lnTo>
                <a:lnTo>
                  <a:pt x="7615" y="10716"/>
                </a:lnTo>
                <a:lnTo>
                  <a:pt x="8061" y="10436"/>
                </a:lnTo>
                <a:lnTo>
                  <a:pt x="8996" y="9818"/>
                </a:lnTo>
                <a:lnTo>
                  <a:pt x="10199" y="9145"/>
                </a:lnTo>
                <a:lnTo>
                  <a:pt x="11357" y="8529"/>
                </a:lnTo>
                <a:lnTo>
                  <a:pt x="12514" y="8022"/>
                </a:lnTo>
                <a:lnTo>
                  <a:pt x="13673" y="7463"/>
                </a:lnTo>
                <a:lnTo>
                  <a:pt x="14608" y="7069"/>
                </a:lnTo>
                <a:lnTo>
                  <a:pt x="15098" y="6733"/>
                </a:lnTo>
                <a:lnTo>
                  <a:pt x="15320" y="6452"/>
                </a:lnTo>
                <a:lnTo>
                  <a:pt x="15454" y="6396"/>
                </a:lnTo>
                <a:close/>
                <a:moveTo>
                  <a:pt x="2895" y="0"/>
                </a:moveTo>
                <a:lnTo>
                  <a:pt x="2716" y="57"/>
                </a:lnTo>
                <a:lnTo>
                  <a:pt x="2627" y="168"/>
                </a:lnTo>
                <a:lnTo>
                  <a:pt x="2494" y="561"/>
                </a:lnTo>
                <a:lnTo>
                  <a:pt x="2405" y="786"/>
                </a:lnTo>
                <a:lnTo>
                  <a:pt x="1915" y="2189"/>
                </a:lnTo>
                <a:lnTo>
                  <a:pt x="1870" y="2357"/>
                </a:lnTo>
                <a:lnTo>
                  <a:pt x="1960" y="2580"/>
                </a:lnTo>
                <a:lnTo>
                  <a:pt x="2048" y="2693"/>
                </a:lnTo>
                <a:lnTo>
                  <a:pt x="2137" y="2749"/>
                </a:lnTo>
                <a:lnTo>
                  <a:pt x="2227" y="2749"/>
                </a:lnTo>
                <a:lnTo>
                  <a:pt x="2315" y="2693"/>
                </a:lnTo>
                <a:lnTo>
                  <a:pt x="2405" y="2525"/>
                </a:lnTo>
                <a:lnTo>
                  <a:pt x="2583" y="2076"/>
                </a:lnTo>
                <a:lnTo>
                  <a:pt x="2539" y="3310"/>
                </a:lnTo>
                <a:lnTo>
                  <a:pt x="2539" y="4544"/>
                </a:lnTo>
                <a:lnTo>
                  <a:pt x="2494" y="6228"/>
                </a:lnTo>
                <a:lnTo>
                  <a:pt x="2405" y="6283"/>
                </a:lnTo>
                <a:lnTo>
                  <a:pt x="2227" y="6228"/>
                </a:lnTo>
                <a:lnTo>
                  <a:pt x="2093" y="6115"/>
                </a:lnTo>
                <a:lnTo>
                  <a:pt x="1960" y="6115"/>
                </a:lnTo>
                <a:lnTo>
                  <a:pt x="1870" y="6172"/>
                </a:lnTo>
                <a:lnTo>
                  <a:pt x="1826" y="6283"/>
                </a:lnTo>
                <a:lnTo>
                  <a:pt x="1870" y="6452"/>
                </a:lnTo>
                <a:lnTo>
                  <a:pt x="2003" y="6565"/>
                </a:lnTo>
                <a:lnTo>
                  <a:pt x="2137" y="6676"/>
                </a:lnTo>
                <a:lnTo>
                  <a:pt x="2315" y="6733"/>
                </a:lnTo>
                <a:lnTo>
                  <a:pt x="2494" y="6788"/>
                </a:lnTo>
                <a:lnTo>
                  <a:pt x="2494" y="8472"/>
                </a:lnTo>
                <a:lnTo>
                  <a:pt x="2315" y="8529"/>
                </a:lnTo>
                <a:lnTo>
                  <a:pt x="2003" y="8584"/>
                </a:lnTo>
                <a:lnTo>
                  <a:pt x="1960" y="8697"/>
                </a:lnTo>
                <a:lnTo>
                  <a:pt x="1870" y="8752"/>
                </a:lnTo>
                <a:lnTo>
                  <a:pt x="1870" y="8809"/>
                </a:lnTo>
                <a:lnTo>
                  <a:pt x="1826" y="8865"/>
                </a:lnTo>
                <a:lnTo>
                  <a:pt x="1870" y="8920"/>
                </a:lnTo>
                <a:lnTo>
                  <a:pt x="1915" y="8920"/>
                </a:lnTo>
                <a:lnTo>
                  <a:pt x="2003" y="9033"/>
                </a:lnTo>
                <a:lnTo>
                  <a:pt x="2494" y="9033"/>
                </a:lnTo>
                <a:lnTo>
                  <a:pt x="2539" y="9482"/>
                </a:lnTo>
                <a:lnTo>
                  <a:pt x="2539" y="10941"/>
                </a:lnTo>
                <a:lnTo>
                  <a:pt x="2227" y="11052"/>
                </a:lnTo>
                <a:lnTo>
                  <a:pt x="1870" y="11277"/>
                </a:lnTo>
                <a:lnTo>
                  <a:pt x="1826" y="11334"/>
                </a:lnTo>
                <a:lnTo>
                  <a:pt x="1826" y="11389"/>
                </a:lnTo>
                <a:lnTo>
                  <a:pt x="1870" y="11445"/>
                </a:lnTo>
                <a:lnTo>
                  <a:pt x="1915" y="11502"/>
                </a:lnTo>
                <a:lnTo>
                  <a:pt x="2539" y="11502"/>
                </a:lnTo>
                <a:lnTo>
                  <a:pt x="2627" y="13689"/>
                </a:lnTo>
                <a:lnTo>
                  <a:pt x="2627" y="13746"/>
                </a:lnTo>
                <a:lnTo>
                  <a:pt x="2405" y="13689"/>
                </a:lnTo>
                <a:lnTo>
                  <a:pt x="1915" y="13689"/>
                </a:lnTo>
                <a:lnTo>
                  <a:pt x="1826" y="13746"/>
                </a:lnTo>
                <a:lnTo>
                  <a:pt x="1781" y="13858"/>
                </a:lnTo>
                <a:lnTo>
                  <a:pt x="1781" y="13971"/>
                </a:lnTo>
                <a:lnTo>
                  <a:pt x="1870" y="14082"/>
                </a:lnTo>
                <a:lnTo>
                  <a:pt x="2048" y="14139"/>
                </a:lnTo>
                <a:lnTo>
                  <a:pt x="2227" y="14251"/>
                </a:lnTo>
                <a:lnTo>
                  <a:pt x="2672" y="14362"/>
                </a:lnTo>
                <a:lnTo>
                  <a:pt x="2716" y="15935"/>
                </a:lnTo>
                <a:lnTo>
                  <a:pt x="2449" y="15935"/>
                </a:lnTo>
                <a:lnTo>
                  <a:pt x="2182" y="15990"/>
                </a:lnTo>
                <a:lnTo>
                  <a:pt x="2093" y="16103"/>
                </a:lnTo>
                <a:lnTo>
                  <a:pt x="2003" y="16215"/>
                </a:lnTo>
                <a:lnTo>
                  <a:pt x="1915" y="16326"/>
                </a:lnTo>
                <a:lnTo>
                  <a:pt x="1960" y="16439"/>
                </a:lnTo>
                <a:lnTo>
                  <a:pt x="2048" y="16551"/>
                </a:lnTo>
                <a:lnTo>
                  <a:pt x="2583" y="16551"/>
                </a:lnTo>
                <a:lnTo>
                  <a:pt x="2761" y="16608"/>
                </a:lnTo>
                <a:lnTo>
                  <a:pt x="2761" y="16663"/>
                </a:lnTo>
                <a:lnTo>
                  <a:pt x="2806" y="17897"/>
                </a:lnTo>
                <a:lnTo>
                  <a:pt x="2850" y="18290"/>
                </a:lnTo>
                <a:lnTo>
                  <a:pt x="2895" y="18515"/>
                </a:lnTo>
                <a:lnTo>
                  <a:pt x="3028" y="18683"/>
                </a:lnTo>
                <a:lnTo>
                  <a:pt x="3117" y="18740"/>
                </a:lnTo>
                <a:lnTo>
                  <a:pt x="3252" y="18740"/>
                </a:lnTo>
                <a:lnTo>
                  <a:pt x="3340" y="18683"/>
                </a:lnTo>
                <a:lnTo>
                  <a:pt x="3385" y="18572"/>
                </a:lnTo>
                <a:lnTo>
                  <a:pt x="3429" y="18515"/>
                </a:lnTo>
                <a:lnTo>
                  <a:pt x="3652" y="18290"/>
                </a:lnTo>
                <a:lnTo>
                  <a:pt x="3963" y="18178"/>
                </a:lnTo>
                <a:lnTo>
                  <a:pt x="4231" y="18122"/>
                </a:lnTo>
                <a:lnTo>
                  <a:pt x="4542" y="18122"/>
                </a:lnTo>
                <a:lnTo>
                  <a:pt x="4542" y="18683"/>
                </a:lnTo>
                <a:lnTo>
                  <a:pt x="4632" y="18908"/>
                </a:lnTo>
                <a:lnTo>
                  <a:pt x="4721" y="19131"/>
                </a:lnTo>
                <a:lnTo>
                  <a:pt x="4809" y="19245"/>
                </a:lnTo>
                <a:lnTo>
                  <a:pt x="4899" y="19188"/>
                </a:lnTo>
                <a:lnTo>
                  <a:pt x="4988" y="19131"/>
                </a:lnTo>
                <a:lnTo>
                  <a:pt x="5033" y="19020"/>
                </a:lnTo>
                <a:lnTo>
                  <a:pt x="4943" y="18683"/>
                </a:lnTo>
                <a:lnTo>
                  <a:pt x="4899" y="18458"/>
                </a:lnTo>
                <a:lnTo>
                  <a:pt x="4899" y="18178"/>
                </a:lnTo>
                <a:lnTo>
                  <a:pt x="6146" y="18234"/>
                </a:lnTo>
                <a:lnTo>
                  <a:pt x="6146" y="18572"/>
                </a:lnTo>
                <a:lnTo>
                  <a:pt x="6191" y="19300"/>
                </a:lnTo>
                <a:lnTo>
                  <a:pt x="6235" y="19413"/>
                </a:lnTo>
                <a:lnTo>
                  <a:pt x="6280" y="19524"/>
                </a:lnTo>
                <a:lnTo>
                  <a:pt x="6458" y="19524"/>
                </a:lnTo>
                <a:lnTo>
                  <a:pt x="6635" y="19468"/>
                </a:lnTo>
                <a:lnTo>
                  <a:pt x="6680" y="19300"/>
                </a:lnTo>
                <a:lnTo>
                  <a:pt x="6725" y="19076"/>
                </a:lnTo>
                <a:lnTo>
                  <a:pt x="6635" y="18908"/>
                </a:lnTo>
                <a:lnTo>
                  <a:pt x="6547" y="18851"/>
                </a:lnTo>
                <a:lnTo>
                  <a:pt x="6502" y="18515"/>
                </a:lnTo>
                <a:lnTo>
                  <a:pt x="6413" y="18234"/>
                </a:lnTo>
                <a:lnTo>
                  <a:pt x="7170" y="18290"/>
                </a:lnTo>
                <a:lnTo>
                  <a:pt x="7882" y="18290"/>
                </a:lnTo>
                <a:lnTo>
                  <a:pt x="7882" y="18347"/>
                </a:lnTo>
                <a:lnTo>
                  <a:pt x="7839" y="18627"/>
                </a:lnTo>
                <a:lnTo>
                  <a:pt x="7794" y="18963"/>
                </a:lnTo>
                <a:lnTo>
                  <a:pt x="7839" y="19245"/>
                </a:lnTo>
                <a:lnTo>
                  <a:pt x="7972" y="19524"/>
                </a:lnTo>
                <a:lnTo>
                  <a:pt x="8016" y="19638"/>
                </a:lnTo>
                <a:lnTo>
                  <a:pt x="8106" y="19693"/>
                </a:lnTo>
                <a:lnTo>
                  <a:pt x="8194" y="19693"/>
                </a:lnTo>
                <a:lnTo>
                  <a:pt x="8284" y="19638"/>
                </a:lnTo>
                <a:lnTo>
                  <a:pt x="8373" y="19524"/>
                </a:lnTo>
                <a:lnTo>
                  <a:pt x="8373" y="19356"/>
                </a:lnTo>
                <a:lnTo>
                  <a:pt x="8284" y="19300"/>
                </a:lnTo>
                <a:lnTo>
                  <a:pt x="8239" y="19245"/>
                </a:lnTo>
                <a:lnTo>
                  <a:pt x="8149" y="18963"/>
                </a:lnTo>
                <a:lnTo>
                  <a:pt x="8106" y="18683"/>
                </a:lnTo>
                <a:lnTo>
                  <a:pt x="8061" y="18347"/>
                </a:lnTo>
                <a:lnTo>
                  <a:pt x="8061" y="18290"/>
                </a:lnTo>
                <a:lnTo>
                  <a:pt x="9620" y="18347"/>
                </a:lnTo>
                <a:lnTo>
                  <a:pt x="9531" y="18403"/>
                </a:lnTo>
                <a:lnTo>
                  <a:pt x="9486" y="18515"/>
                </a:lnTo>
                <a:lnTo>
                  <a:pt x="9441" y="18740"/>
                </a:lnTo>
                <a:lnTo>
                  <a:pt x="9441" y="19131"/>
                </a:lnTo>
                <a:lnTo>
                  <a:pt x="9486" y="19300"/>
                </a:lnTo>
                <a:lnTo>
                  <a:pt x="9575" y="19468"/>
                </a:lnTo>
                <a:lnTo>
                  <a:pt x="9665" y="19524"/>
                </a:lnTo>
                <a:lnTo>
                  <a:pt x="9753" y="19468"/>
                </a:lnTo>
                <a:lnTo>
                  <a:pt x="9842" y="19413"/>
                </a:lnTo>
                <a:lnTo>
                  <a:pt x="9887" y="19300"/>
                </a:lnTo>
                <a:lnTo>
                  <a:pt x="9842" y="19076"/>
                </a:lnTo>
                <a:lnTo>
                  <a:pt x="9798" y="18795"/>
                </a:lnTo>
                <a:lnTo>
                  <a:pt x="9798" y="18627"/>
                </a:lnTo>
                <a:lnTo>
                  <a:pt x="9753" y="18515"/>
                </a:lnTo>
                <a:lnTo>
                  <a:pt x="9753" y="18347"/>
                </a:lnTo>
                <a:lnTo>
                  <a:pt x="11401" y="18347"/>
                </a:lnTo>
                <a:lnTo>
                  <a:pt x="11312" y="18683"/>
                </a:lnTo>
                <a:lnTo>
                  <a:pt x="11312" y="19076"/>
                </a:lnTo>
                <a:lnTo>
                  <a:pt x="11357" y="19188"/>
                </a:lnTo>
                <a:lnTo>
                  <a:pt x="11446" y="19245"/>
                </a:lnTo>
                <a:lnTo>
                  <a:pt x="11668" y="19245"/>
                </a:lnTo>
                <a:lnTo>
                  <a:pt x="11758" y="19188"/>
                </a:lnTo>
                <a:lnTo>
                  <a:pt x="11802" y="19076"/>
                </a:lnTo>
                <a:lnTo>
                  <a:pt x="11802" y="18908"/>
                </a:lnTo>
                <a:lnTo>
                  <a:pt x="11668" y="18851"/>
                </a:lnTo>
                <a:lnTo>
                  <a:pt x="11668" y="18347"/>
                </a:lnTo>
                <a:lnTo>
                  <a:pt x="12915" y="18347"/>
                </a:lnTo>
                <a:lnTo>
                  <a:pt x="12960" y="18740"/>
                </a:lnTo>
                <a:lnTo>
                  <a:pt x="13049" y="19131"/>
                </a:lnTo>
                <a:lnTo>
                  <a:pt x="13138" y="19245"/>
                </a:lnTo>
                <a:lnTo>
                  <a:pt x="13317" y="19245"/>
                </a:lnTo>
                <a:lnTo>
                  <a:pt x="13361" y="19131"/>
                </a:lnTo>
                <a:lnTo>
                  <a:pt x="13406" y="18963"/>
                </a:lnTo>
                <a:lnTo>
                  <a:pt x="13317" y="18627"/>
                </a:lnTo>
                <a:lnTo>
                  <a:pt x="13227" y="18347"/>
                </a:lnTo>
                <a:lnTo>
                  <a:pt x="14697" y="18347"/>
                </a:lnTo>
                <a:lnTo>
                  <a:pt x="14653" y="18458"/>
                </a:lnTo>
                <a:lnTo>
                  <a:pt x="14608" y="18572"/>
                </a:lnTo>
                <a:lnTo>
                  <a:pt x="14564" y="18908"/>
                </a:lnTo>
                <a:lnTo>
                  <a:pt x="14608" y="19076"/>
                </a:lnTo>
                <a:lnTo>
                  <a:pt x="14653" y="19300"/>
                </a:lnTo>
                <a:lnTo>
                  <a:pt x="14741" y="19468"/>
                </a:lnTo>
                <a:lnTo>
                  <a:pt x="14831" y="19581"/>
                </a:lnTo>
                <a:lnTo>
                  <a:pt x="14920" y="19638"/>
                </a:lnTo>
                <a:lnTo>
                  <a:pt x="15008" y="19581"/>
                </a:lnTo>
                <a:lnTo>
                  <a:pt x="15053" y="19524"/>
                </a:lnTo>
                <a:lnTo>
                  <a:pt x="15053" y="19413"/>
                </a:lnTo>
                <a:lnTo>
                  <a:pt x="15008" y="19188"/>
                </a:lnTo>
                <a:lnTo>
                  <a:pt x="14920" y="18908"/>
                </a:lnTo>
                <a:lnTo>
                  <a:pt x="14875" y="18627"/>
                </a:lnTo>
                <a:lnTo>
                  <a:pt x="14875" y="18290"/>
                </a:lnTo>
                <a:lnTo>
                  <a:pt x="16212" y="18290"/>
                </a:lnTo>
                <a:lnTo>
                  <a:pt x="16123" y="18515"/>
                </a:lnTo>
                <a:lnTo>
                  <a:pt x="16078" y="18740"/>
                </a:lnTo>
                <a:lnTo>
                  <a:pt x="16078" y="19020"/>
                </a:lnTo>
                <a:lnTo>
                  <a:pt x="16167" y="19245"/>
                </a:lnTo>
                <a:lnTo>
                  <a:pt x="16212" y="19300"/>
                </a:lnTo>
                <a:lnTo>
                  <a:pt x="16300" y="19356"/>
                </a:lnTo>
                <a:lnTo>
                  <a:pt x="16390" y="19356"/>
                </a:lnTo>
                <a:lnTo>
                  <a:pt x="16479" y="19245"/>
                </a:lnTo>
                <a:lnTo>
                  <a:pt x="16524" y="19020"/>
                </a:lnTo>
                <a:lnTo>
                  <a:pt x="16434" y="18683"/>
                </a:lnTo>
                <a:lnTo>
                  <a:pt x="16434" y="18458"/>
                </a:lnTo>
                <a:lnTo>
                  <a:pt x="16479" y="18234"/>
                </a:lnTo>
                <a:lnTo>
                  <a:pt x="17681" y="18178"/>
                </a:lnTo>
                <a:lnTo>
                  <a:pt x="17637" y="18908"/>
                </a:lnTo>
                <a:lnTo>
                  <a:pt x="17681" y="19020"/>
                </a:lnTo>
                <a:lnTo>
                  <a:pt x="17771" y="19131"/>
                </a:lnTo>
                <a:lnTo>
                  <a:pt x="17904" y="19131"/>
                </a:lnTo>
                <a:lnTo>
                  <a:pt x="17993" y="19076"/>
                </a:lnTo>
                <a:lnTo>
                  <a:pt x="18081" y="18963"/>
                </a:lnTo>
                <a:lnTo>
                  <a:pt x="18171" y="18795"/>
                </a:lnTo>
                <a:lnTo>
                  <a:pt x="18171" y="18458"/>
                </a:lnTo>
                <a:lnTo>
                  <a:pt x="18126" y="18347"/>
                </a:lnTo>
                <a:lnTo>
                  <a:pt x="18038" y="18290"/>
                </a:lnTo>
                <a:lnTo>
                  <a:pt x="18038" y="18178"/>
                </a:lnTo>
                <a:lnTo>
                  <a:pt x="20176" y="18010"/>
                </a:lnTo>
                <a:lnTo>
                  <a:pt x="20219" y="18065"/>
                </a:lnTo>
                <a:lnTo>
                  <a:pt x="20086" y="18347"/>
                </a:lnTo>
                <a:lnTo>
                  <a:pt x="19864" y="18627"/>
                </a:lnTo>
                <a:lnTo>
                  <a:pt x="19774" y="18795"/>
                </a:lnTo>
                <a:lnTo>
                  <a:pt x="19730" y="18908"/>
                </a:lnTo>
                <a:lnTo>
                  <a:pt x="19774" y="19020"/>
                </a:lnTo>
                <a:lnTo>
                  <a:pt x="19819" y="19131"/>
                </a:lnTo>
                <a:lnTo>
                  <a:pt x="19907" y="19188"/>
                </a:lnTo>
                <a:lnTo>
                  <a:pt x="19997" y="19245"/>
                </a:lnTo>
                <a:lnTo>
                  <a:pt x="20086" y="19245"/>
                </a:lnTo>
                <a:lnTo>
                  <a:pt x="20131" y="19188"/>
                </a:lnTo>
                <a:lnTo>
                  <a:pt x="20309" y="19076"/>
                </a:lnTo>
                <a:lnTo>
                  <a:pt x="20398" y="18908"/>
                </a:lnTo>
                <a:lnTo>
                  <a:pt x="20620" y="18515"/>
                </a:lnTo>
                <a:lnTo>
                  <a:pt x="21199" y="17561"/>
                </a:lnTo>
                <a:lnTo>
                  <a:pt x="21199" y="17224"/>
                </a:lnTo>
                <a:lnTo>
                  <a:pt x="21156" y="17112"/>
                </a:lnTo>
                <a:lnTo>
                  <a:pt x="20710" y="16663"/>
                </a:lnTo>
                <a:lnTo>
                  <a:pt x="20309" y="16271"/>
                </a:lnTo>
                <a:lnTo>
                  <a:pt x="20219" y="16215"/>
                </a:lnTo>
                <a:lnTo>
                  <a:pt x="20131" y="16215"/>
                </a:lnTo>
                <a:lnTo>
                  <a:pt x="20086" y="16271"/>
                </a:lnTo>
                <a:lnTo>
                  <a:pt x="19997" y="16326"/>
                </a:lnTo>
                <a:lnTo>
                  <a:pt x="19952" y="16494"/>
                </a:lnTo>
                <a:lnTo>
                  <a:pt x="19952" y="16608"/>
                </a:lnTo>
                <a:lnTo>
                  <a:pt x="19997" y="16719"/>
                </a:lnTo>
                <a:lnTo>
                  <a:pt x="20398" y="17169"/>
                </a:lnTo>
                <a:lnTo>
                  <a:pt x="16924" y="17392"/>
                </a:lnTo>
                <a:lnTo>
                  <a:pt x="17058" y="17337"/>
                </a:lnTo>
                <a:lnTo>
                  <a:pt x="17325" y="17112"/>
                </a:lnTo>
                <a:lnTo>
                  <a:pt x="17414" y="16999"/>
                </a:lnTo>
                <a:lnTo>
                  <a:pt x="17503" y="16831"/>
                </a:lnTo>
                <a:lnTo>
                  <a:pt x="17503" y="16719"/>
                </a:lnTo>
                <a:lnTo>
                  <a:pt x="17458" y="16663"/>
                </a:lnTo>
                <a:lnTo>
                  <a:pt x="17280" y="16663"/>
                </a:lnTo>
                <a:lnTo>
                  <a:pt x="17146" y="16719"/>
                </a:lnTo>
                <a:lnTo>
                  <a:pt x="16879" y="16944"/>
                </a:lnTo>
                <a:lnTo>
                  <a:pt x="16657" y="17169"/>
                </a:lnTo>
                <a:lnTo>
                  <a:pt x="16479" y="17449"/>
                </a:lnTo>
                <a:lnTo>
                  <a:pt x="14920" y="17505"/>
                </a:lnTo>
                <a:lnTo>
                  <a:pt x="15232" y="17337"/>
                </a:lnTo>
                <a:lnTo>
                  <a:pt x="15587" y="17169"/>
                </a:lnTo>
                <a:lnTo>
                  <a:pt x="15988" y="16944"/>
                </a:lnTo>
                <a:lnTo>
                  <a:pt x="16390" y="16663"/>
                </a:lnTo>
                <a:lnTo>
                  <a:pt x="16746" y="16326"/>
                </a:lnTo>
                <a:lnTo>
                  <a:pt x="17058" y="15935"/>
                </a:lnTo>
                <a:lnTo>
                  <a:pt x="17103" y="15765"/>
                </a:lnTo>
                <a:lnTo>
                  <a:pt x="17058" y="15653"/>
                </a:lnTo>
                <a:lnTo>
                  <a:pt x="16968" y="15597"/>
                </a:lnTo>
                <a:lnTo>
                  <a:pt x="16879" y="15653"/>
                </a:lnTo>
                <a:lnTo>
                  <a:pt x="16567" y="15878"/>
                </a:lnTo>
                <a:lnTo>
                  <a:pt x="16256" y="16158"/>
                </a:lnTo>
                <a:lnTo>
                  <a:pt x="15944" y="16439"/>
                </a:lnTo>
                <a:lnTo>
                  <a:pt x="15632" y="16663"/>
                </a:lnTo>
                <a:lnTo>
                  <a:pt x="15277" y="16888"/>
                </a:lnTo>
                <a:lnTo>
                  <a:pt x="14920" y="17056"/>
                </a:lnTo>
                <a:lnTo>
                  <a:pt x="14564" y="17281"/>
                </a:lnTo>
                <a:lnTo>
                  <a:pt x="14207" y="17505"/>
                </a:lnTo>
                <a:lnTo>
                  <a:pt x="12337" y="17561"/>
                </a:lnTo>
                <a:lnTo>
                  <a:pt x="12871" y="17281"/>
                </a:lnTo>
                <a:lnTo>
                  <a:pt x="14831" y="16271"/>
                </a:lnTo>
                <a:lnTo>
                  <a:pt x="15499" y="15990"/>
                </a:lnTo>
                <a:lnTo>
                  <a:pt x="16167" y="15542"/>
                </a:lnTo>
                <a:lnTo>
                  <a:pt x="16479" y="15317"/>
                </a:lnTo>
                <a:lnTo>
                  <a:pt x="16746" y="15037"/>
                </a:lnTo>
                <a:lnTo>
                  <a:pt x="16968" y="14700"/>
                </a:lnTo>
                <a:lnTo>
                  <a:pt x="17103" y="14307"/>
                </a:lnTo>
                <a:lnTo>
                  <a:pt x="17103" y="14139"/>
                </a:lnTo>
                <a:lnTo>
                  <a:pt x="17058" y="14082"/>
                </a:lnTo>
                <a:lnTo>
                  <a:pt x="16924" y="14026"/>
                </a:lnTo>
                <a:lnTo>
                  <a:pt x="16834" y="14082"/>
                </a:lnTo>
                <a:lnTo>
                  <a:pt x="16345" y="14700"/>
                </a:lnTo>
                <a:lnTo>
                  <a:pt x="16078" y="14980"/>
                </a:lnTo>
                <a:lnTo>
                  <a:pt x="15766" y="15260"/>
                </a:lnTo>
                <a:lnTo>
                  <a:pt x="15410" y="15485"/>
                </a:lnTo>
                <a:lnTo>
                  <a:pt x="15053" y="15653"/>
                </a:lnTo>
                <a:lnTo>
                  <a:pt x="14297" y="16046"/>
                </a:lnTo>
                <a:lnTo>
                  <a:pt x="12648" y="16888"/>
                </a:lnTo>
                <a:lnTo>
                  <a:pt x="12025" y="17224"/>
                </a:lnTo>
                <a:lnTo>
                  <a:pt x="11446" y="17561"/>
                </a:lnTo>
                <a:lnTo>
                  <a:pt x="9308" y="17561"/>
                </a:lnTo>
                <a:lnTo>
                  <a:pt x="10466" y="17056"/>
                </a:lnTo>
                <a:lnTo>
                  <a:pt x="13227" y="15935"/>
                </a:lnTo>
                <a:lnTo>
                  <a:pt x="13761" y="15653"/>
                </a:lnTo>
                <a:lnTo>
                  <a:pt x="14297" y="15373"/>
                </a:lnTo>
                <a:lnTo>
                  <a:pt x="14786" y="15037"/>
                </a:lnTo>
                <a:lnTo>
                  <a:pt x="15277" y="14644"/>
                </a:lnTo>
                <a:lnTo>
                  <a:pt x="16300" y="13802"/>
                </a:lnTo>
                <a:lnTo>
                  <a:pt x="16834" y="13409"/>
                </a:lnTo>
                <a:lnTo>
                  <a:pt x="17370" y="13073"/>
                </a:lnTo>
                <a:lnTo>
                  <a:pt x="17458" y="13016"/>
                </a:lnTo>
                <a:lnTo>
                  <a:pt x="17503" y="12960"/>
                </a:lnTo>
                <a:lnTo>
                  <a:pt x="17503" y="13521"/>
                </a:lnTo>
                <a:lnTo>
                  <a:pt x="17547" y="13634"/>
                </a:lnTo>
                <a:lnTo>
                  <a:pt x="17592" y="13689"/>
                </a:lnTo>
                <a:lnTo>
                  <a:pt x="17637" y="13746"/>
                </a:lnTo>
                <a:lnTo>
                  <a:pt x="17726" y="13802"/>
                </a:lnTo>
                <a:lnTo>
                  <a:pt x="17814" y="13746"/>
                </a:lnTo>
                <a:lnTo>
                  <a:pt x="17904" y="13689"/>
                </a:lnTo>
                <a:lnTo>
                  <a:pt x="17948" y="13634"/>
                </a:lnTo>
                <a:lnTo>
                  <a:pt x="17948" y="12680"/>
                </a:lnTo>
                <a:lnTo>
                  <a:pt x="17904" y="12287"/>
                </a:lnTo>
                <a:lnTo>
                  <a:pt x="17814" y="11894"/>
                </a:lnTo>
                <a:lnTo>
                  <a:pt x="18305" y="12512"/>
                </a:lnTo>
                <a:lnTo>
                  <a:pt x="18839" y="13128"/>
                </a:lnTo>
                <a:lnTo>
                  <a:pt x="19106" y="13409"/>
                </a:lnTo>
                <a:lnTo>
                  <a:pt x="19240" y="13521"/>
                </a:lnTo>
                <a:lnTo>
                  <a:pt x="19418" y="13578"/>
                </a:lnTo>
                <a:lnTo>
                  <a:pt x="19864" y="13634"/>
                </a:lnTo>
                <a:lnTo>
                  <a:pt x="20353" y="13634"/>
                </a:lnTo>
                <a:lnTo>
                  <a:pt x="20887" y="13578"/>
                </a:lnTo>
                <a:lnTo>
                  <a:pt x="21378" y="13353"/>
                </a:lnTo>
                <a:lnTo>
                  <a:pt x="21466" y="13298"/>
                </a:lnTo>
                <a:lnTo>
                  <a:pt x="21556" y="13128"/>
                </a:lnTo>
                <a:lnTo>
                  <a:pt x="21600" y="13016"/>
                </a:lnTo>
                <a:lnTo>
                  <a:pt x="21556" y="12905"/>
                </a:lnTo>
                <a:lnTo>
                  <a:pt x="21511" y="12736"/>
                </a:lnTo>
                <a:lnTo>
                  <a:pt x="21466" y="12680"/>
                </a:lnTo>
                <a:lnTo>
                  <a:pt x="21333" y="12623"/>
                </a:lnTo>
                <a:lnTo>
                  <a:pt x="21199" y="12623"/>
                </a:lnTo>
                <a:lnTo>
                  <a:pt x="20799" y="12791"/>
                </a:lnTo>
                <a:lnTo>
                  <a:pt x="20353" y="12848"/>
                </a:lnTo>
                <a:lnTo>
                  <a:pt x="19907" y="12905"/>
                </a:lnTo>
                <a:lnTo>
                  <a:pt x="19640" y="12848"/>
                </a:lnTo>
                <a:lnTo>
                  <a:pt x="19463" y="12791"/>
                </a:lnTo>
                <a:lnTo>
                  <a:pt x="18794" y="12063"/>
                </a:lnTo>
                <a:lnTo>
                  <a:pt x="18216" y="11277"/>
                </a:lnTo>
                <a:lnTo>
                  <a:pt x="17681" y="10436"/>
                </a:lnTo>
                <a:lnTo>
                  <a:pt x="17191" y="9538"/>
                </a:lnTo>
                <a:lnTo>
                  <a:pt x="16791" y="8584"/>
                </a:lnTo>
                <a:lnTo>
                  <a:pt x="16434" y="7631"/>
                </a:lnTo>
                <a:lnTo>
                  <a:pt x="15899" y="6003"/>
                </a:lnTo>
                <a:lnTo>
                  <a:pt x="15544" y="5217"/>
                </a:lnTo>
                <a:lnTo>
                  <a:pt x="15187" y="4489"/>
                </a:lnTo>
                <a:lnTo>
                  <a:pt x="14965" y="4208"/>
                </a:lnTo>
                <a:lnTo>
                  <a:pt x="14741" y="3871"/>
                </a:lnTo>
                <a:lnTo>
                  <a:pt x="14519" y="3591"/>
                </a:lnTo>
                <a:lnTo>
                  <a:pt x="14252" y="3366"/>
                </a:lnTo>
                <a:lnTo>
                  <a:pt x="13940" y="3198"/>
                </a:lnTo>
                <a:lnTo>
                  <a:pt x="13628" y="3030"/>
                </a:lnTo>
                <a:lnTo>
                  <a:pt x="13272" y="2917"/>
                </a:lnTo>
                <a:lnTo>
                  <a:pt x="12871" y="2862"/>
                </a:lnTo>
                <a:lnTo>
                  <a:pt x="12514" y="2862"/>
                </a:lnTo>
                <a:lnTo>
                  <a:pt x="12114" y="2917"/>
                </a:lnTo>
                <a:lnTo>
                  <a:pt x="11758" y="3030"/>
                </a:lnTo>
                <a:lnTo>
                  <a:pt x="11401" y="3142"/>
                </a:lnTo>
                <a:lnTo>
                  <a:pt x="11045" y="3366"/>
                </a:lnTo>
                <a:lnTo>
                  <a:pt x="10733" y="3591"/>
                </a:lnTo>
                <a:lnTo>
                  <a:pt x="10421" y="3815"/>
                </a:lnTo>
                <a:lnTo>
                  <a:pt x="10109" y="4151"/>
                </a:lnTo>
                <a:lnTo>
                  <a:pt x="9575" y="4769"/>
                </a:lnTo>
                <a:lnTo>
                  <a:pt x="9086" y="5554"/>
                </a:lnTo>
                <a:lnTo>
                  <a:pt x="8640" y="6340"/>
                </a:lnTo>
                <a:lnTo>
                  <a:pt x="8239" y="7126"/>
                </a:lnTo>
                <a:lnTo>
                  <a:pt x="7438" y="8920"/>
                </a:lnTo>
                <a:lnTo>
                  <a:pt x="7036" y="9875"/>
                </a:lnTo>
                <a:lnTo>
                  <a:pt x="6592" y="10772"/>
                </a:lnTo>
                <a:lnTo>
                  <a:pt x="6056" y="11614"/>
                </a:lnTo>
                <a:lnTo>
                  <a:pt x="5789" y="12007"/>
                </a:lnTo>
                <a:lnTo>
                  <a:pt x="5478" y="12343"/>
                </a:lnTo>
                <a:lnTo>
                  <a:pt x="5166" y="12680"/>
                </a:lnTo>
                <a:lnTo>
                  <a:pt x="4809" y="12960"/>
                </a:lnTo>
                <a:lnTo>
                  <a:pt x="4454" y="13185"/>
                </a:lnTo>
                <a:lnTo>
                  <a:pt x="4053" y="13353"/>
                </a:lnTo>
                <a:lnTo>
                  <a:pt x="3652" y="13521"/>
                </a:lnTo>
                <a:lnTo>
                  <a:pt x="3295" y="13634"/>
                </a:lnTo>
                <a:lnTo>
                  <a:pt x="3162" y="9482"/>
                </a:lnTo>
                <a:lnTo>
                  <a:pt x="3117" y="4769"/>
                </a:lnTo>
                <a:lnTo>
                  <a:pt x="3162" y="2300"/>
                </a:lnTo>
                <a:lnTo>
                  <a:pt x="3117" y="1739"/>
                </a:lnTo>
                <a:lnTo>
                  <a:pt x="3295" y="2132"/>
                </a:lnTo>
                <a:lnTo>
                  <a:pt x="3474" y="2525"/>
                </a:lnTo>
                <a:lnTo>
                  <a:pt x="3519" y="2637"/>
                </a:lnTo>
                <a:lnTo>
                  <a:pt x="3607" y="2693"/>
                </a:lnTo>
                <a:lnTo>
                  <a:pt x="3786" y="2693"/>
                </a:lnTo>
                <a:lnTo>
                  <a:pt x="3874" y="2580"/>
                </a:lnTo>
                <a:lnTo>
                  <a:pt x="3919" y="2525"/>
                </a:lnTo>
                <a:lnTo>
                  <a:pt x="3963" y="2412"/>
                </a:lnTo>
                <a:lnTo>
                  <a:pt x="3963" y="2300"/>
                </a:lnTo>
                <a:lnTo>
                  <a:pt x="3829" y="1739"/>
                </a:lnTo>
                <a:lnTo>
                  <a:pt x="3607" y="1178"/>
                </a:lnTo>
                <a:lnTo>
                  <a:pt x="3117" y="168"/>
                </a:lnTo>
                <a:lnTo>
                  <a:pt x="3028" y="57"/>
                </a:lnTo>
                <a:lnTo>
                  <a:pt x="2895" y="0"/>
                </a:lnTo>
                <a:close/>
                <a:moveTo>
                  <a:pt x="18884" y="19188"/>
                </a:moveTo>
                <a:lnTo>
                  <a:pt x="18794" y="19245"/>
                </a:lnTo>
                <a:lnTo>
                  <a:pt x="18661" y="19300"/>
                </a:lnTo>
                <a:lnTo>
                  <a:pt x="18483" y="19524"/>
                </a:lnTo>
                <a:lnTo>
                  <a:pt x="18305" y="19749"/>
                </a:lnTo>
                <a:lnTo>
                  <a:pt x="18305" y="19806"/>
                </a:lnTo>
                <a:lnTo>
                  <a:pt x="17993" y="19581"/>
                </a:lnTo>
                <a:lnTo>
                  <a:pt x="17637" y="19413"/>
                </a:lnTo>
                <a:lnTo>
                  <a:pt x="17547" y="19413"/>
                </a:lnTo>
                <a:lnTo>
                  <a:pt x="17503" y="19468"/>
                </a:lnTo>
                <a:lnTo>
                  <a:pt x="17458" y="19581"/>
                </a:lnTo>
                <a:lnTo>
                  <a:pt x="17458" y="19693"/>
                </a:lnTo>
                <a:lnTo>
                  <a:pt x="17681" y="20029"/>
                </a:lnTo>
                <a:lnTo>
                  <a:pt x="17948" y="20366"/>
                </a:lnTo>
                <a:lnTo>
                  <a:pt x="17814" y="20591"/>
                </a:lnTo>
                <a:lnTo>
                  <a:pt x="17592" y="20984"/>
                </a:lnTo>
                <a:lnTo>
                  <a:pt x="17503" y="21208"/>
                </a:lnTo>
                <a:lnTo>
                  <a:pt x="17503" y="21432"/>
                </a:lnTo>
                <a:lnTo>
                  <a:pt x="17547" y="21545"/>
                </a:lnTo>
                <a:lnTo>
                  <a:pt x="17592" y="21600"/>
                </a:lnTo>
                <a:lnTo>
                  <a:pt x="17726" y="21600"/>
                </a:lnTo>
                <a:lnTo>
                  <a:pt x="17814" y="21545"/>
                </a:lnTo>
                <a:lnTo>
                  <a:pt x="17948" y="21488"/>
                </a:lnTo>
                <a:lnTo>
                  <a:pt x="18081" y="21264"/>
                </a:lnTo>
                <a:lnTo>
                  <a:pt x="18393" y="20759"/>
                </a:lnTo>
                <a:lnTo>
                  <a:pt x="18928" y="21264"/>
                </a:lnTo>
                <a:lnTo>
                  <a:pt x="19061" y="21320"/>
                </a:lnTo>
                <a:lnTo>
                  <a:pt x="19151" y="21320"/>
                </a:lnTo>
                <a:lnTo>
                  <a:pt x="19240" y="21264"/>
                </a:lnTo>
                <a:lnTo>
                  <a:pt x="19330" y="21040"/>
                </a:lnTo>
                <a:lnTo>
                  <a:pt x="19330" y="20759"/>
                </a:lnTo>
                <a:lnTo>
                  <a:pt x="19240" y="20647"/>
                </a:lnTo>
                <a:lnTo>
                  <a:pt x="18705" y="20142"/>
                </a:lnTo>
                <a:lnTo>
                  <a:pt x="18794" y="20029"/>
                </a:lnTo>
                <a:lnTo>
                  <a:pt x="18928" y="19693"/>
                </a:lnTo>
                <a:lnTo>
                  <a:pt x="19017" y="19581"/>
                </a:lnTo>
                <a:lnTo>
                  <a:pt x="19106" y="19524"/>
                </a:lnTo>
                <a:lnTo>
                  <a:pt x="19151" y="19468"/>
                </a:lnTo>
                <a:lnTo>
                  <a:pt x="19196" y="19413"/>
                </a:lnTo>
                <a:lnTo>
                  <a:pt x="19196" y="19356"/>
                </a:lnTo>
                <a:lnTo>
                  <a:pt x="19151" y="19356"/>
                </a:lnTo>
                <a:lnTo>
                  <a:pt x="19017" y="19245"/>
                </a:lnTo>
                <a:lnTo>
                  <a:pt x="18884" y="19188"/>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366" name="Google Shape;172;p2"/>
          <p:cNvSpPr/>
          <p:nvPr/>
        </p:nvSpPr>
        <p:spPr>
          <a:xfrm>
            <a:off x="2116591" y="3186155"/>
            <a:ext cx="829706" cy="78016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968" y="3558"/>
                </a:moveTo>
                <a:lnTo>
                  <a:pt x="18398" y="3659"/>
                </a:lnTo>
                <a:lnTo>
                  <a:pt x="18398" y="3710"/>
                </a:lnTo>
                <a:lnTo>
                  <a:pt x="18350" y="3914"/>
                </a:lnTo>
                <a:lnTo>
                  <a:pt x="18254" y="4066"/>
                </a:lnTo>
                <a:lnTo>
                  <a:pt x="18063" y="4219"/>
                </a:lnTo>
                <a:lnTo>
                  <a:pt x="17920" y="4269"/>
                </a:lnTo>
                <a:lnTo>
                  <a:pt x="17681" y="4116"/>
                </a:lnTo>
                <a:lnTo>
                  <a:pt x="17728" y="3863"/>
                </a:lnTo>
                <a:lnTo>
                  <a:pt x="17825" y="3710"/>
                </a:lnTo>
                <a:lnTo>
                  <a:pt x="17873" y="3609"/>
                </a:lnTo>
                <a:lnTo>
                  <a:pt x="17968" y="3558"/>
                </a:lnTo>
                <a:close/>
                <a:moveTo>
                  <a:pt x="12281" y="5133"/>
                </a:moveTo>
                <a:lnTo>
                  <a:pt x="12806" y="6200"/>
                </a:lnTo>
                <a:lnTo>
                  <a:pt x="13236" y="7268"/>
                </a:lnTo>
                <a:lnTo>
                  <a:pt x="10847" y="6099"/>
                </a:lnTo>
                <a:lnTo>
                  <a:pt x="11565" y="5591"/>
                </a:lnTo>
                <a:lnTo>
                  <a:pt x="12281" y="5133"/>
                </a:lnTo>
                <a:close/>
                <a:moveTo>
                  <a:pt x="6881" y="5082"/>
                </a:moveTo>
                <a:lnTo>
                  <a:pt x="8314" y="5642"/>
                </a:lnTo>
                <a:lnTo>
                  <a:pt x="9652" y="6251"/>
                </a:lnTo>
                <a:lnTo>
                  <a:pt x="8314" y="7369"/>
                </a:lnTo>
                <a:lnTo>
                  <a:pt x="7025" y="8539"/>
                </a:lnTo>
                <a:lnTo>
                  <a:pt x="6928" y="7318"/>
                </a:lnTo>
                <a:lnTo>
                  <a:pt x="6881" y="6048"/>
                </a:lnTo>
                <a:lnTo>
                  <a:pt x="6881" y="5082"/>
                </a:lnTo>
                <a:close/>
                <a:moveTo>
                  <a:pt x="17060" y="3455"/>
                </a:moveTo>
                <a:lnTo>
                  <a:pt x="16965" y="3659"/>
                </a:lnTo>
                <a:lnTo>
                  <a:pt x="16917" y="3914"/>
                </a:lnTo>
                <a:lnTo>
                  <a:pt x="16868" y="4168"/>
                </a:lnTo>
                <a:lnTo>
                  <a:pt x="16917" y="4421"/>
                </a:lnTo>
                <a:lnTo>
                  <a:pt x="17060" y="4727"/>
                </a:lnTo>
                <a:lnTo>
                  <a:pt x="17251" y="4981"/>
                </a:lnTo>
                <a:lnTo>
                  <a:pt x="17490" y="5133"/>
                </a:lnTo>
                <a:lnTo>
                  <a:pt x="17776" y="5234"/>
                </a:lnTo>
                <a:lnTo>
                  <a:pt x="17968" y="5286"/>
                </a:lnTo>
                <a:lnTo>
                  <a:pt x="17633" y="6251"/>
                </a:lnTo>
                <a:lnTo>
                  <a:pt x="17251" y="7217"/>
                </a:lnTo>
                <a:lnTo>
                  <a:pt x="16821" y="8132"/>
                </a:lnTo>
                <a:lnTo>
                  <a:pt x="16343" y="9046"/>
                </a:lnTo>
                <a:lnTo>
                  <a:pt x="15196" y="8335"/>
                </a:lnTo>
                <a:lnTo>
                  <a:pt x="14049" y="7726"/>
                </a:lnTo>
                <a:lnTo>
                  <a:pt x="13811" y="6964"/>
                </a:lnTo>
                <a:lnTo>
                  <a:pt x="13476" y="6200"/>
                </a:lnTo>
                <a:lnTo>
                  <a:pt x="13189" y="5489"/>
                </a:lnTo>
                <a:lnTo>
                  <a:pt x="12806" y="4777"/>
                </a:lnTo>
                <a:lnTo>
                  <a:pt x="13811" y="4219"/>
                </a:lnTo>
                <a:lnTo>
                  <a:pt x="14336" y="4015"/>
                </a:lnTo>
                <a:lnTo>
                  <a:pt x="14862" y="3812"/>
                </a:lnTo>
                <a:lnTo>
                  <a:pt x="15435" y="3659"/>
                </a:lnTo>
                <a:lnTo>
                  <a:pt x="15960" y="3558"/>
                </a:lnTo>
                <a:lnTo>
                  <a:pt x="16534" y="3455"/>
                </a:lnTo>
                <a:close/>
                <a:moveTo>
                  <a:pt x="3392" y="9301"/>
                </a:moveTo>
                <a:lnTo>
                  <a:pt x="3488" y="9352"/>
                </a:lnTo>
                <a:lnTo>
                  <a:pt x="3584" y="9453"/>
                </a:lnTo>
                <a:lnTo>
                  <a:pt x="3631" y="9657"/>
                </a:lnTo>
                <a:lnTo>
                  <a:pt x="3584" y="9859"/>
                </a:lnTo>
                <a:lnTo>
                  <a:pt x="3536" y="9911"/>
                </a:lnTo>
                <a:lnTo>
                  <a:pt x="3392" y="10012"/>
                </a:lnTo>
                <a:lnTo>
                  <a:pt x="3201" y="10164"/>
                </a:lnTo>
                <a:lnTo>
                  <a:pt x="2819" y="9859"/>
                </a:lnTo>
                <a:lnTo>
                  <a:pt x="2963" y="9657"/>
                </a:lnTo>
                <a:lnTo>
                  <a:pt x="2963" y="9554"/>
                </a:lnTo>
                <a:lnTo>
                  <a:pt x="3201" y="9505"/>
                </a:lnTo>
                <a:lnTo>
                  <a:pt x="3536" y="9505"/>
                </a:lnTo>
                <a:lnTo>
                  <a:pt x="3536" y="9453"/>
                </a:lnTo>
                <a:lnTo>
                  <a:pt x="3488" y="9402"/>
                </a:lnTo>
                <a:lnTo>
                  <a:pt x="3392" y="9301"/>
                </a:lnTo>
                <a:close/>
                <a:moveTo>
                  <a:pt x="10895" y="9046"/>
                </a:moveTo>
                <a:lnTo>
                  <a:pt x="11134" y="9097"/>
                </a:lnTo>
                <a:lnTo>
                  <a:pt x="11277" y="9148"/>
                </a:lnTo>
                <a:lnTo>
                  <a:pt x="11277" y="9301"/>
                </a:lnTo>
                <a:lnTo>
                  <a:pt x="11325" y="9505"/>
                </a:lnTo>
                <a:lnTo>
                  <a:pt x="11325" y="9859"/>
                </a:lnTo>
                <a:lnTo>
                  <a:pt x="11277" y="10012"/>
                </a:lnTo>
                <a:lnTo>
                  <a:pt x="11230" y="10164"/>
                </a:lnTo>
                <a:lnTo>
                  <a:pt x="11134" y="10316"/>
                </a:lnTo>
                <a:lnTo>
                  <a:pt x="10895" y="10316"/>
                </a:lnTo>
                <a:lnTo>
                  <a:pt x="10560" y="10419"/>
                </a:lnTo>
                <a:lnTo>
                  <a:pt x="10225" y="10520"/>
                </a:lnTo>
                <a:lnTo>
                  <a:pt x="10035" y="10368"/>
                </a:lnTo>
                <a:lnTo>
                  <a:pt x="9939" y="10164"/>
                </a:lnTo>
                <a:lnTo>
                  <a:pt x="9844" y="9962"/>
                </a:lnTo>
                <a:lnTo>
                  <a:pt x="9892" y="9707"/>
                </a:lnTo>
                <a:lnTo>
                  <a:pt x="9987" y="9352"/>
                </a:lnTo>
                <a:lnTo>
                  <a:pt x="10130" y="9352"/>
                </a:lnTo>
                <a:lnTo>
                  <a:pt x="10225" y="9402"/>
                </a:lnTo>
                <a:lnTo>
                  <a:pt x="10322" y="9352"/>
                </a:lnTo>
                <a:lnTo>
                  <a:pt x="10369" y="9301"/>
                </a:lnTo>
                <a:lnTo>
                  <a:pt x="10513" y="9097"/>
                </a:lnTo>
                <a:lnTo>
                  <a:pt x="10895" y="9046"/>
                </a:lnTo>
                <a:close/>
                <a:moveTo>
                  <a:pt x="4109" y="4421"/>
                </a:moveTo>
                <a:lnTo>
                  <a:pt x="4682" y="4472"/>
                </a:lnTo>
                <a:lnTo>
                  <a:pt x="5257" y="4574"/>
                </a:lnTo>
                <a:lnTo>
                  <a:pt x="5782" y="4727"/>
                </a:lnTo>
                <a:lnTo>
                  <a:pt x="6355" y="4880"/>
                </a:lnTo>
                <a:lnTo>
                  <a:pt x="6308" y="5642"/>
                </a:lnTo>
                <a:lnTo>
                  <a:pt x="6308" y="6455"/>
                </a:lnTo>
                <a:lnTo>
                  <a:pt x="6355" y="7318"/>
                </a:lnTo>
                <a:lnTo>
                  <a:pt x="6498" y="9046"/>
                </a:lnTo>
                <a:lnTo>
                  <a:pt x="5447" y="10063"/>
                </a:lnTo>
                <a:lnTo>
                  <a:pt x="4922" y="10571"/>
                </a:lnTo>
                <a:lnTo>
                  <a:pt x="4396" y="11130"/>
                </a:lnTo>
                <a:lnTo>
                  <a:pt x="4252" y="11029"/>
                </a:lnTo>
                <a:lnTo>
                  <a:pt x="3774" y="10623"/>
                </a:lnTo>
                <a:lnTo>
                  <a:pt x="3917" y="10419"/>
                </a:lnTo>
                <a:lnTo>
                  <a:pt x="4062" y="10267"/>
                </a:lnTo>
                <a:lnTo>
                  <a:pt x="4109" y="10164"/>
                </a:lnTo>
                <a:lnTo>
                  <a:pt x="4157" y="10114"/>
                </a:lnTo>
                <a:lnTo>
                  <a:pt x="4157" y="9911"/>
                </a:lnTo>
                <a:lnTo>
                  <a:pt x="4205" y="9606"/>
                </a:lnTo>
                <a:lnTo>
                  <a:pt x="4157" y="9453"/>
                </a:lnTo>
                <a:lnTo>
                  <a:pt x="4109" y="9250"/>
                </a:lnTo>
                <a:lnTo>
                  <a:pt x="4062" y="9097"/>
                </a:lnTo>
                <a:lnTo>
                  <a:pt x="3966" y="8945"/>
                </a:lnTo>
                <a:lnTo>
                  <a:pt x="3871" y="8844"/>
                </a:lnTo>
                <a:lnTo>
                  <a:pt x="3727" y="8741"/>
                </a:lnTo>
                <a:lnTo>
                  <a:pt x="3584" y="8691"/>
                </a:lnTo>
                <a:lnTo>
                  <a:pt x="3392" y="8640"/>
                </a:lnTo>
                <a:lnTo>
                  <a:pt x="3249" y="8640"/>
                </a:lnTo>
                <a:lnTo>
                  <a:pt x="3058" y="8691"/>
                </a:lnTo>
                <a:lnTo>
                  <a:pt x="2771" y="8844"/>
                </a:lnTo>
                <a:lnTo>
                  <a:pt x="2484" y="9046"/>
                </a:lnTo>
                <a:lnTo>
                  <a:pt x="2293" y="9301"/>
                </a:lnTo>
                <a:lnTo>
                  <a:pt x="1720" y="8741"/>
                </a:lnTo>
                <a:lnTo>
                  <a:pt x="1242" y="8082"/>
                </a:lnTo>
                <a:lnTo>
                  <a:pt x="955" y="7623"/>
                </a:lnTo>
                <a:lnTo>
                  <a:pt x="812" y="7166"/>
                </a:lnTo>
                <a:lnTo>
                  <a:pt x="717" y="6657"/>
                </a:lnTo>
                <a:lnTo>
                  <a:pt x="668" y="6150"/>
                </a:lnTo>
                <a:lnTo>
                  <a:pt x="717" y="5895"/>
                </a:lnTo>
                <a:lnTo>
                  <a:pt x="812" y="5642"/>
                </a:lnTo>
                <a:lnTo>
                  <a:pt x="955" y="5438"/>
                </a:lnTo>
                <a:lnTo>
                  <a:pt x="1098" y="5234"/>
                </a:lnTo>
                <a:lnTo>
                  <a:pt x="1290" y="5082"/>
                </a:lnTo>
                <a:lnTo>
                  <a:pt x="1528" y="4930"/>
                </a:lnTo>
                <a:lnTo>
                  <a:pt x="2006" y="4727"/>
                </a:lnTo>
                <a:lnTo>
                  <a:pt x="2484" y="4524"/>
                </a:lnTo>
                <a:lnTo>
                  <a:pt x="3011" y="4421"/>
                </a:lnTo>
                <a:close/>
                <a:moveTo>
                  <a:pt x="14336" y="8589"/>
                </a:moveTo>
                <a:lnTo>
                  <a:pt x="16008" y="9554"/>
                </a:lnTo>
                <a:lnTo>
                  <a:pt x="15482" y="10368"/>
                </a:lnTo>
                <a:lnTo>
                  <a:pt x="14957" y="11130"/>
                </a:lnTo>
                <a:lnTo>
                  <a:pt x="14766" y="10267"/>
                </a:lnTo>
                <a:lnTo>
                  <a:pt x="14574" y="9352"/>
                </a:lnTo>
                <a:lnTo>
                  <a:pt x="14336" y="8589"/>
                </a:lnTo>
                <a:close/>
                <a:moveTo>
                  <a:pt x="9462" y="11333"/>
                </a:moveTo>
                <a:lnTo>
                  <a:pt x="9652" y="11435"/>
                </a:lnTo>
                <a:lnTo>
                  <a:pt x="9892" y="11486"/>
                </a:lnTo>
                <a:lnTo>
                  <a:pt x="10369" y="11486"/>
                </a:lnTo>
                <a:lnTo>
                  <a:pt x="10035" y="11537"/>
                </a:lnTo>
                <a:lnTo>
                  <a:pt x="9844" y="11537"/>
                </a:lnTo>
                <a:lnTo>
                  <a:pt x="9700" y="11486"/>
                </a:lnTo>
                <a:lnTo>
                  <a:pt x="9557" y="11435"/>
                </a:lnTo>
                <a:lnTo>
                  <a:pt x="9462" y="11333"/>
                </a:lnTo>
                <a:close/>
                <a:moveTo>
                  <a:pt x="10657" y="8284"/>
                </a:moveTo>
                <a:lnTo>
                  <a:pt x="10417" y="8335"/>
                </a:lnTo>
                <a:lnTo>
                  <a:pt x="10179" y="8436"/>
                </a:lnTo>
                <a:lnTo>
                  <a:pt x="9987" y="8640"/>
                </a:lnTo>
                <a:lnTo>
                  <a:pt x="9652" y="8792"/>
                </a:lnTo>
                <a:lnTo>
                  <a:pt x="9366" y="9046"/>
                </a:lnTo>
                <a:lnTo>
                  <a:pt x="9079" y="9301"/>
                </a:lnTo>
                <a:lnTo>
                  <a:pt x="8841" y="9606"/>
                </a:lnTo>
                <a:lnTo>
                  <a:pt x="8697" y="9809"/>
                </a:lnTo>
                <a:lnTo>
                  <a:pt x="8649" y="10063"/>
                </a:lnTo>
                <a:lnTo>
                  <a:pt x="8554" y="10267"/>
                </a:lnTo>
                <a:lnTo>
                  <a:pt x="8554" y="10977"/>
                </a:lnTo>
                <a:lnTo>
                  <a:pt x="8697" y="11435"/>
                </a:lnTo>
                <a:lnTo>
                  <a:pt x="8841" y="11689"/>
                </a:lnTo>
                <a:lnTo>
                  <a:pt x="8984" y="11893"/>
                </a:lnTo>
                <a:lnTo>
                  <a:pt x="9174" y="12046"/>
                </a:lnTo>
                <a:lnTo>
                  <a:pt x="9366" y="12147"/>
                </a:lnTo>
                <a:lnTo>
                  <a:pt x="9605" y="12198"/>
                </a:lnTo>
                <a:lnTo>
                  <a:pt x="9844" y="12248"/>
                </a:lnTo>
                <a:lnTo>
                  <a:pt x="10322" y="12248"/>
                </a:lnTo>
                <a:lnTo>
                  <a:pt x="10752" y="12147"/>
                </a:lnTo>
                <a:lnTo>
                  <a:pt x="11182" y="11943"/>
                </a:lnTo>
                <a:lnTo>
                  <a:pt x="11612" y="11588"/>
                </a:lnTo>
                <a:lnTo>
                  <a:pt x="11995" y="11181"/>
                </a:lnTo>
                <a:lnTo>
                  <a:pt x="12328" y="10724"/>
                </a:lnTo>
                <a:lnTo>
                  <a:pt x="12425" y="10520"/>
                </a:lnTo>
                <a:lnTo>
                  <a:pt x="12520" y="10267"/>
                </a:lnTo>
                <a:lnTo>
                  <a:pt x="12568" y="10012"/>
                </a:lnTo>
                <a:lnTo>
                  <a:pt x="12568" y="9505"/>
                </a:lnTo>
                <a:lnTo>
                  <a:pt x="12471" y="9301"/>
                </a:lnTo>
                <a:lnTo>
                  <a:pt x="12328" y="9046"/>
                </a:lnTo>
                <a:lnTo>
                  <a:pt x="11995" y="8691"/>
                </a:lnTo>
                <a:lnTo>
                  <a:pt x="11803" y="8589"/>
                </a:lnTo>
                <a:lnTo>
                  <a:pt x="11373" y="8386"/>
                </a:lnTo>
                <a:lnTo>
                  <a:pt x="10895" y="8284"/>
                </a:lnTo>
                <a:close/>
                <a:moveTo>
                  <a:pt x="6595" y="9809"/>
                </a:moveTo>
                <a:lnTo>
                  <a:pt x="6833" y="11333"/>
                </a:lnTo>
                <a:lnTo>
                  <a:pt x="7120" y="12859"/>
                </a:lnTo>
                <a:lnTo>
                  <a:pt x="6020" y="12198"/>
                </a:lnTo>
                <a:lnTo>
                  <a:pt x="4922" y="11486"/>
                </a:lnTo>
                <a:lnTo>
                  <a:pt x="5782" y="10623"/>
                </a:lnTo>
                <a:lnTo>
                  <a:pt x="6595" y="9809"/>
                </a:lnTo>
                <a:close/>
                <a:moveTo>
                  <a:pt x="10274" y="6556"/>
                </a:moveTo>
                <a:lnTo>
                  <a:pt x="11946" y="7318"/>
                </a:lnTo>
                <a:lnTo>
                  <a:pt x="13523" y="8132"/>
                </a:lnTo>
                <a:lnTo>
                  <a:pt x="13811" y="9046"/>
                </a:lnTo>
                <a:lnTo>
                  <a:pt x="14049" y="9962"/>
                </a:lnTo>
                <a:lnTo>
                  <a:pt x="14241" y="10876"/>
                </a:lnTo>
                <a:lnTo>
                  <a:pt x="14431" y="11842"/>
                </a:lnTo>
                <a:lnTo>
                  <a:pt x="13763" y="12604"/>
                </a:lnTo>
                <a:lnTo>
                  <a:pt x="13046" y="13366"/>
                </a:lnTo>
                <a:lnTo>
                  <a:pt x="12281" y="14078"/>
                </a:lnTo>
                <a:lnTo>
                  <a:pt x="11517" y="14789"/>
                </a:lnTo>
                <a:lnTo>
                  <a:pt x="10560" y="14434"/>
                </a:lnTo>
                <a:lnTo>
                  <a:pt x="9605" y="14078"/>
                </a:lnTo>
                <a:lnTo>
                  <a:pt x="8697" y="13671"/>
                </a:lnTo>
                <a:lnTo>
                  <a:pt x="7789" y="13214"/>
                </a:lnTo>
                <a:lnTo>
                  <a:pt x="7454" y="11282"/>
                </a:lnTo>
                <a:lnTo>
                  <a:pt x="7120" y="9301"/>
                </a:lnTo>
                <a:lnTo>
                  <a:pt x="8697" y="7928"/>
                </a:lnTo>
                <a:lnTo>
                  <a:pt x="10274" y="6556"/>
                </a:lnTo>
                <a:close/>
                <a:moveTo>
                  <a:pt x="14527" y="12706"/>
                </a:moveTo>
                <a:lnTo>
                  <a:pt x="14622" y="14078"/>
                </a:lnTo>
                <a:lnTo>
                  <a:pt x="14622" y="15552"/>
                </a:lnTo>
                <a:lnTo>
                  <a:pt x="13428" y="15297"/>
                </a:lnTo>
                <a:lnTo>
                  <a:pt x="12233" y="14993"/>
                </a:lnTo>
                <a:lnTo>
                  <a:pt x="13046" y="14282"/>
                </a:lnTo>
                <a:lnTo>
                  <a:pt x="13763" y="13570"/>
                </a:lnTo>
                <a:lnTo>
                  <a:pt x="14527" y="12706"/>
                </a:lnTo>
                <a:close/>
                <a:moveTo>
                  <a:pt x="16582" y="9911"/>
                </a:moveTo>
                <a:lnTo>
                  <a:pt x="17251" y="10368"/>
                </a:lnTo>
                <a:lnTo>
                  <a:pt x="17920" y="10825"/>
                </a:lnTo>
                <a:lnTo>
                  <a:pt x="18541" y="11333"/>
                </a:lnTo>
                <a:lnTo>
                  <a:pt x="19114" y="11893"/>
                </a:lnTo>
                <a:lnTo>
                  <a:pt x="19688" y="12503"/>
                </a:lnTo>
                <a:lnTo>
                  <a:pt x="20166" y="13112"/>
                </a:lnTo>
                <a:lnTo>
                  <a:pt x="20596" y="13773"/>
                </a:lnTo>
                <a:lnTo>
                  <a:pt x="20930" y="14484"/>
                </a:lnTo>
                <a:lnTo>
                  <a:pt x="21170" y="15247"/>
                </a:lnTo>
                <a:lnTo>
                  <a:pt x="21074" y="15297"/>
                </a:lnTo>
                <a:lnTo>
                  <a:pt x="20787" y="15501"/>
                </a:lnTo>
                <a:lnTo>
                  <a:pt x="20452" y="15653"/>
                </a:lnTo>
                <a:lnTo>
                  <a:pt x="20119" y="15755"/>
                </a:lnTo>
                <a:lnTo>
                  <a:pt x="19784" y="15857"/>
                </a:lnTo>
                <a:lnTo>
                  <a:pt x="19688" y="15755"/>
                </a:lnTo>
                <a:lnTo>
                  <a:pt x="19641" y="15806"/>
                </a:lnTo>
                <a:lnTo>
                  <a:pt x="18541" y="15857"/>
                </a:lnTo>
                <a:lnTo>
                  <a:pt x="17442" y="15806"/>
                </a:lnTo>
                <a:lnTo>
                  <a:pt x="16390" y="15755"/>
                </a:lnTo>
                <a:lnTo>
                  <a:pt x="15292" y="15653"/>
                </a:lnTo>
                <a:lnTo>
                  <a:pt x="15244" y="14129"/>
                </a:lnTo>
                <a:lnTo>
                  <a:pt x="15196" y="13112"/>
                </a:lnTo>
                <a:lnTo>
                  <a:pt x="15100" y="12046"/>
                </a:lnTo>
                <a:lnTo>
                  <a:pt x="15865" y="10977"/>
                </a:lnTo>
                <a:lnTo>
                  <a:pt x="16582" y="9911"/>
                </a:lnTo>
                <a:close/>
                <a:moveTo>
                  <a:pt x="7979" y="14078"/>
                </a:moveTo>
                <a:lnTo>
                  <a:pt x="8841" y="14484"/>
                </a:lnTo>
                <a:lnTo>
                  <a:pt x="9700" y="14840"/>
                </a:lnTo>
                <a:lnTo>
                  <a:pt x="10847" y="15247"/>
                </a:lnTo>
                <a:lnTo>
                  <a:pt x="9844" y="16009"/>
                </a:lnTo>
                <a:lnTo>
                  <a:pt x="8744" y="16619"/>
                </a:lnTo>
                <a:lnTo>
                  <a:pt x="8601" y="16720"/>
                </a:lnTo>
                <a:lnTo>
                  <a:pt x="8266" y="15349"/>
                </a:lnTo>
                <a:lnTo>
                  <a:pt x="7979" y="14078"/>
                </a:lnTo>
                <a:close/>
                <a:moveTo>
                  <a:pt x="4492" y="11994"/>
                </a:moveTo>
                <a:lnTo>
                  <a:pt x="5065" y="12400"/>
                </a:lnTo>
                <a:lnTo>
                  <a:pt x="6165" y="13061"/>
                </a:lnTo>
                <a:lnTo>
                  <a:pt x="7311" y="13722"/>
                </a:lnTo>
                <a:lnTo>
                  <a:pt x="7646" y="15349"/>
                </a:lnTo>
                <a:lnTo>
                  <a:pt x="7836" y="16162"/>
                </a:lnTo>
                <a:lnTo>
                  <a:pt x="8076" y="17025"/>
                </a:lnTo>
                <a:lnTo>
                  <a:pt x="7406" y="17331"/>
                </a:lnTo>
                <a:lnTo>
                  <a:pt x="6690" y="17636"/>
                </a:lnTo>
                <a:lnTo>
                  <a:pt x="6020" y="17838"/>
                </a:lnTo>
                <a:lnTo>
                  <a:pt x="5304" y="17991"/>
                </a:lnTo>
                <a:lnTo>
                  <a:pt x="4825" y="17991"/>
                </a:lnTo>
                <a:lnTo>
                  <a:pt x="4396" y="17941"/>
                </a:lnTo>
                <a:lnTo>
                  <a:pt x="3966" y="17838"/>
                </a:lnTo>
                <a:lnTo>
                  <a:pt x="3536" y="17585"/>
                </a:lnTo>
                <a:lnTo>
                  <a:pt x="3344" y="17432"/>
                </a:lnTo>
                <a:lnTo>
                  <a:pt x="3201" y="17229"/>
                </a:lnTo>
                <a:lnTo>
                  <a:pt x="3058" y="17025"/>
                </a:lnTo>
                <a:lnTo>
                  <a:pt x="2963" y="16772"/>
                </a:lnTo>
                <a:lnTo>
                  <a:pt x="2819" y="16314"/>
                </a:lnTo>
                <a:lnTo>
                  <a:pt x="2819" y="15755"/>
                </a:lnTo>
                <a:lnTo>
                  <a:pt x="2866" y="15247"/>
                </a:lnTo>
                <a:lnTo>
                  <a:pt x="2963" y="14739"/>
                </a:lnTo>
                <a:lnTo>
                  <a:pt x="3106" y="14231"/>
                </a:lnTo>
                <a:lnTo>
                  <a:pt x="3297" y="13773"/>
                </a:lnTo>
                <a:lnTo>
                  <a:pt x="3536" y="13265"/>
                </a:lnTo>
                <a:lnTo>
                  <a:pt x="3822" y="12859"/>
                </a:lnTo>
                <a:lnTo>
                  <a:pt x="4157" y="12400"/>
                </a:lnTo>
                <a:lnTo>
                  <a:pt x="4492" y="11994"/>
                </a:lnTo>
                <a:close/>
                <a:moveTo>
                  <a:pt x="10800" y="19465"/>
                </a:moveTo>
                <a:lnTo>
                  <a:pt x="10943" y="19516"/>
                </a:lnTo>
                <a:lnTo>
                  <a:pt x="10943" y="19872"/>
                </a:lnTo>
                <a:lnTo>
                  <a:pt x="10895" y="20075"/>
                </a:lnTo>
                <a:lnTo>
                  <a:pt x="10800" y="20227"/>
                </a:lnTo>
                <a:lnTo>
                  <a:pt x="10657" y="20329"/>
                </a:lnTo>
                <a:lnTo>
                  <a:pt x="10369" y="20075"/>
                </a:lnTo>
                <a:lnTo>
                  <a:pt x="10130" y="19821"/>
                </a:lnTo>
                <a:lnTo>
                  <a:pt x="10225" y="19617"/>
                </a:lnTo>
                <a:lnTo>
                  <a:pt x="10417" y="19516"/>
                </a:lnTo>
                <a:lnTo>
                  <a:pt x="10608" y="19465"/>
                </a:lnTo>
                <a:close/>
                <a:moveTo>
                  <a:pt x="11612" y="15501"/>
                </a:moveTo>
                <a:lnTo>
                  <a:pt x="13093" y="15907"/>
                </a:lnTo>
                <a:lnTo>
                  <a:pt x="14622" y="16213"/>
                </a:lnTo>
                <a:lnTo>
                  <a:pt x="14574" y="17025"/>
                </a:lnTo>
                <a:lnTo>
                  <a:pt x="14479" y="17788"/>
                </a:lnTo>
                <a:lnTo>
                  <a:pt x="14288" y="18602"/>
                </a:lnTo>
                <a:lnTo>
                  <a:pt x="14097" y="19364"/>
                </a:lnTo>
                <a:lnTo>
                  <a:pt x="13858" y="19770"/>
                </a:lnTo>
                <a:lnTo>
                  <a:pt x="13619" y="20177"/>
                </a:lnTo>
                <a:lnTo>
                  <a:pt x="13284" y="20532"/>
                </a:lnTo>
                <a:lnTo>
                  <a:pt x="12903" y="20787"/>
                </a:lnTo>
                <a:lnTo>
                  <a:pt x="12568" y="20939"/>
                </a:lnTo>
                <a:lnTo>
                  <a:pt x="12233" y="20990"/>
                </a:lnTo>
                <a:lnTo>
                  <a:pt x="11851" y="20939"/>
                </a:lnTo>
                <a:lnTo>
                  <a:pt x="11517" y="20838"/>
                </a:lnTo>
                <a:lnTo>
                  <a:pt x="11660" y="20583"/>
                </a:lnTo>
                <a:lnTo>
                  <a:pt x="11708" y="20329"/>
                </a:lnTo>
                <a:lnTo>
                  <a:pt x="11803" y="20025"/>
                </a:lnTo>
                <a:lnTo>
                  <a:pt x="11803" y="19770"/>
                </a:lnTo>
                <a:lnTo>
                  <a:pt x="11755" y="19516"/>
                </a:lnTo>
                <a:lnTo>
                  <a:pt x="11660" y="19364"/>
                </a:lnTo>
                <a:lnTo>
                  <a:pt x="11517" y="19160"/>
                </a:lnTo>
                <a:lnTo>
                  <a:pt x="11373" y="19059"/>
                </a:lnTo>
                <a:lnTo>
                  <a:pt x="11134" y="18907"/>
                </a:lnTo>
                <a:lnTo>
                  <a:pt x="10943" y="18855"/>
                </a:lnTo>
                <a:lnTo>
                  <a:pt x="10752" y="18804"/>
                </a:lnTo>
                <a:lnTo>
                  <a:pt x="10513" y="18804"/>
                </a:lnTo>
                <a:lnTo>
                  <a:pt x="10274" y="18855"/>
                </a:lnTo>
                <a:lnTo>
                  <a:pt x="10082" y="18956"/>
                </a:lnTo>
                <a:lnTo>
                  <a:pt x="9892" y="19109"/>
                </a:lnTo>
                <a:lnTo>
                  <a:pt x="9700" y="19261"/>
                </a:lnTo>
                <a:lnTo>
                  <a:pt x="9462" y="18855"/>
                </a:lnTo>
                <a:lnTo>
                  <a:pt x="9222" y="18347"/>
                </a:lnTo>
                <a:lnTo>
                  <a:pt x="8984" y="17890"/>
                </a:lnTo>
                <a:lnTo>
                  <a:pt x="8792" y="17381"/>
                </a:lnTo>
                <a:lnTo>
                  <a:pt x="10179" y="16568"/>
                </a:lnTo>
                <a:lnTo>
                  <a:pt x="10895" y="16059"/>
                </a:lnTo>
                <a:lnTo>
                  <a:pt x="11612" y="15501"/>
                </a:lnTo>
                <a:close/>
                <a:moveTo>
                  <a:pt x="8458" y="0"/>
                </a:moveTo>
                <a:lnTo>
                  <a:pt x="8028" y="407"/>
                </a:lnTo>
                <a:lnTo>
                  <a:pt x="7646" y="865"/>
                </a:lnTo>
                <a:lnTo>
                  <a:pt x="7311" y="1373"/>
                </a:lnTo>
                <a:lnTo>
                  <a:pt x="7071" y="1931"/>
                </a:lnTo>
                <a:lnTo>
                  <a:pt x="6833" y="2491"/>
                </a:lnTo>
                <a:lnTo>
                  <a:pt x="6642" y="3049"/>
                </a:lnTo>
                <a:lnTo>
                  <a:pt x="6546" y="3659"/>
                </a:lnTo>
                <a:lnTo>
                  <a:pt x="6451" y="4269"/>
                </a:lnTo>
                <a:lnTo>
                  <a:pt x="5495" y="4015"/>
                </a:lnTo>
                <a:lnTo>
                  <a:pt x="4539" y="3863"/>
                </a:lnTo>
                <a:lnTo>
                  <a:pt x="3584" y="3762"/>
                </a:lnTo>
                <a:lnTo>
                  <a:pt x="3106" y="3812"/>
                </a:lnTo>
                <a:lnTo>
                  <a:pt x="2676" y="3863"/>
                </a:lnTo>
                <a:lnTo>
                  <a:pt x="2246" y="3914"/>
                </a:lnTo>
                <a:lnTo>
                  <a:pt x="1815" y="4015"/>
                </a:lnTo>
                <a:lnTo>
                  <a:pt x="1433" y="4219"/>
                </a:lnTo>
                <a:lnTo>
                  <a:pt x="1051" y="4421"/>
                </a:lnTo>
                <a:lnTo>
                  <a:pt x="717" y="4625"/>
                </a:lnTo>
                <a:lnTo>
                  <a:pt x="477" y="4930"/>
                </a:lnTo>
                <a:lnTo>
                  <a:pt x="238" y="5286"/>
                </a:lnTo>
                <a:lnTo>
                  <a:pt x="95" y="5692"/>
                </a:lnTo>
                <a:lnTo>
                  <a:pt x="0" y="6099"/>
                </a:lnTo>
                <a:lnTo>
                  <a:pt x="0" y="6556"/>
                </a:lnTo>
                <a:lnTo>
                  <a:pt x="47" y="6964"/>
                </a:lnTo>
                <a:lnTo>
                  <a:pt x="190" y="7421"/>
                </a:lnTo>
                <a:lnTo>
                  <a:pt x="334" y="7827"/>
                </a:lnTo>
                <a:lnTo>
                  <a:pt x="573" y="8234"/>
                </a:lnTo>
                <a:lnTo>
                  <a:pt x="812" y="8640"/>
                </a:lnTo>
                <a:lnTo>
                  <a:pt x="1098" y="8996"/>
                </a:lnTo>
                <a:lnTo>
                  <a:pt x="1576" y="9505"/>
                </a:lnTo>
                <a:lnTo>
                  <a:pt x="2103" y="10063"/>
                </a:lnTo>
                <a:lnTo>
                  <a:pt x="2103" y="10419"/>
                </a:lnTo>
                <a:lnTo>
                  <a:pt x="2198" y="10775"/>
                </a:lnTo>
                <a:lnTo>
                  <a:pt x="2246" y="10927"/>
                </a:lnTo>
                <a:lnTo>
                  <a:pt x="2389" y="11029"/>
                </a:lnTo>
                <a:lnTo>
                  <a:pt x="2484" y="11130"/>
                </a:lnTo>
                <a:lnTo>
                  <a:pt x="2676" y="11181"/>
                </a:lnTo>
                <a:lnTo>
                  <a:pt x="2819" y="11232"/>
                </a:lnTo>
                <a:lnTo>
                  <a:pt x="2963" y="11181"/>
                </a:lnTo>
                <a:lnTo>
                  <a:pt x="3297" y="11080"/>
                </a:lnTo>
                <a:lnTo>
                  <a:pt x="3966" y="11638"/>
                </a:lnTo>
                <a:lnTo>
                  <a:pt x="3441" y="12350"/>
                </a:lnTo>
                <a:lnTo>
                  <a:pt x="3011" y="13112"/>
                </a:lnTo>
                <a:lnTo>
                  <a:pt x="2628" y="13926"/>
                </a:lnTo>
                <a:lnTo>
                  <a:pt x="2436" y="14332"/>
                </a:lnTo>
                <a:lnTo>
                  <a:pt x="2341" y="14789"/>
                </a:lnTo>
                <a:lnTo>
                  <a:pt x="2246" y="15196"/>
                </a:lnTo>
                <a:lnTo>
                  <a:pt x="2198" y="15602"/>
                </a:lnTo>
                <a:lnTo>
                  <a:pt x="2198" y="16009"/>
                </a:lnTo>
                <a:lnTo>
                  <a:pt x="2246" y="16467"/>
                </a:lnTo>
                <a:lnTo>
                  <a:pt x="2341" y="16823"/>
                </a:lnTo>
                <a:lnTo>
                  <a:pt x="2484" y="17229"/>
                </a:lnTo>
                <a:lnTo>
                  <a:pt x="2676" y="17585"/>
                </a:lnTo>
                <a:lnTo>
                  <a:pt x="2914" y="17890"/>
                </a:lnTo>
                <a:lnTo>
                  <a:pt x="3249" y="18194"/>
                </a:lnTo>
                <a:lnTo>
                  <a:pt x="3631" y="18398"/>
                </a:lnTo>
                <a:lnTo>
                  <a:pt x="3966" y="18551"/>
                </a:lnTo>
                <a:lnTo>
                  <a:pt x="4396" y="18602"/>
                </a:lnTo>
                <a:lnTo>
                  <a:pt x="4779" y="18652"/>
                </a:lnTo>
                <a:lnTo>
                  <a:pt x="5208" y="18652"/>
                </a:lnTo>
                <a:lnTo>
                  <a:pt x="5590" y="18602"/>
                </a:lnTo>
                <a:lnTo>
                  <a:pt x="5973" y="18551"/>
                </a:lnTo>
                <a:lnTo>
                  <a:pt x="6546" y="18347"/>
                </a:lnTo>
                <a:lnTo>
                  <a:pt x="7168" y="18143"/>
                </a:lnTo>
                <a:lnTo>
                  <a:pt x="7693" y="17941"/>
                </a:lnTo>
                <a:lnTo>
                  <a:pt x="8266" y="17636"/>
                </a:lnTo>
                <a:lnTo>
                  <a:pt x="8506" y="18246"/>
                </a:lnTo>
                <a:lnTo>
                  <a:pt x="8744" y="18804"/>
                </a:lnTo>
                <a:lnTo>
                  <a:pt x="9079" y="19364"/>
                </a:lnTo>
                <a:lnTo>
                  <a:pt x="9414" y="19872"/>
                </a:lnTo>
                <a:lnTo>
                  <a:pt x="9317" y="20126"/>
                </a:lnTo>
                <a:lnTo>
                  <a:pt x="9271" y="20379"/>
                </a:lnTo>
                <a:lnTo>
                  <a:pt x="9317" y="20634"/>
                </a:lnTo>
                <a:lnTo>
                  <a:pt x="9414" y="20888"/>
                </a:lnTo>
                <a:lnTo>
                  <a:pt x="9557" y="21092"/>
                </a:lnTo>
                <a:lnTo>
                  <a:pt x="9749" y="21244"/>
                </a:lnTo>
                <a:lnTo>
                  <a:pt x="9939" y="21345"/>
                </a:lnTo>
                <a:lnTo>
                  <a:pt x="10130" y="21448"/>
                </a:lnTo>
                <a:lnTo>
                  <a:pt x="10322" y="21497"/>
                </a:lnTo>
                <a:lnTo>
                  <a:pt x="10560" y="21497"/>
                </a:lnTo>
                <a:lnTo>
                  <a:pt x="10752" y="21448"/>
                </a:lnTo>
                <a:lnTo>
                  <a:pt x="10990" y="21345"/>
                </a:lnTo>
                <a:lnTo>
                  <a:pt x="11038" y="21345"/>
                </a:lnTo>
                <a:lnTo>
                  <a:pt x="11468" y="21497"/>
                </a:lnTo>
                <a:lnTo>
                  <a:pt x="11946" y="21600"/>
                </a:lnTo>
                <a:lnTo>
                  <a:pt x="12376" y="21600"/>
                </a:lnTo>
                <a:lnTo>
                  <a:pt x="12854" y="21497"/>
                </a:lnTo>
                <a:lnTo>
                  <a:pt x="13236" y="21345"/>
                </a:lnTo>
                <a:lnTo>
                  <a:pt x="13571" y="21143"/>
                </a:lnTo>
                <a:lnTo>
                  <a:pt x="13906" y="20838"/>
                </a:lnTo>
                <a:lnTo>
                  <a:pt x="14144" y="20532"/>
                </a:lnTo>
                <a:lnTo>
                  <a:pt x="14384" y="20177"/>
                </a:lnTo>
                <a:lnTo>
                  <a:pt x="14574" y="19770"/>
                </a:lnTo>
                <a:lnTo>
                  <a:pt x="14719" y="19364"/>
                </a:lnTo>
                <a:lnTo>
                  <a:pt x="14862" y="18956"/>
                </a:lnTo>
                <a:lnTo>
                  <a:pt x="15005" y="18347"/>
                </a:lnTo>
                <a:lnTo>
                  <a:pt x="15149" y="17686"/>
                </a:lnTo>
                <a:lnTo>
                  <a:pt x="15196" y="16975"/>
                </a:lnTo>
                <a:lnTo>
                  <a:pt x="15244" y="16314"/>
                </a:lnTo>
                <a:lnTo>
                  <a:pt x="16438" y="16415"/>
                </a:lnTo>
                <a:lnTo>
                  <a:pt x="17585" y="16518"/>
                </a:lnTo>
                <a:lnTo>
                  <a:pt x="18779" y="16518"/>
                </a:lnTo>
                <a:lnTo>
                  <a:pt x="19927" y="16467"/>
                </a:lnTo>
                <a:lnTo>
                  <a:pt x="19974" y="16415"/>
                </a:lnTo>
                <a:lnTo>
                  <a:pt x="19974" y="16314"/>
                </a:lnTo>
                <a:lnTo>
                  <a:pt x="20309" y="16213"/>
                </a:lnTo>
                <a:lnTo>
                  <a:pt x="20692" y="16111"/>
                </a:lnTo>
                <a:lnTo>
                  <a:pt x="21025" y="15907"/>
                </a:lnTo>
                <a:lnTo>
                  <a:pt x="21360" y="15705"/>
                </a:lnTo>
                <a:lnTo>
                  <a:pt x="21504" y="15705"/>
                </a:lnTo>
                <a:lnTo>
                  <a:pt x="21552" y="15653"/>
                </a:lnTo>
                <a:lnTo>
                  <a:pt x="21600" y="15552"/>
                </a:lnTo>
                <a:lnTo>
                  <a:pt x="21552" y="15145"/>
                </a:lnTo>
                <a:lnTo>
                  <a:pt x="21457" y="14739"/>
                </a:lnTo>
                <a:lnTo>
                  <a:pt x="21360" y="14332"/>
                </a:lnTo>
                <a:lnTo>
                  <a:pt x="21217" y="13977"/>
                </a:lnTo>
                <a:lnTo>
                  <a:pt x="20835" y="13214"/>
                </a:lnTo>
                <a:lnTo>
                  <a:pt x="20357" y="12553"/>
                </a:lnTo>
                <a:lnTo>
                  <a:pt x="19831" y="11893"/>
                </a:lnTo>
                <a:lnTo>
                  <a:pt x="19258" y="11282"/>
                </a:lnTo>
                <a:lnTo>
                  <a:pt x="18636" y="10724"/>
                </a:lnTo>
                <a:lnTo>
                  <a:pt x="17968" y="10164"/>
                </a:lnTo>
                <a:lnTo>
                  <a:pt x="16868" y="9402"/>
                </a:lnTo>
                <a:lnTo>
                  <a:pt x="17395" y="8386"/>
                </a:lnTo>
                <a:lnTo>
                  <a:pt x="17873" y="7369"/>
                </a:lnTo>
                <a:lnTo>
                  <a:pt x="18303" y="6303"/>
                </a:lnTo>
                <a:lnTo>
                  <a:pt x="18636" y="5234"/>
                </a:lnTo>
                <a:lnTo>
                  <a:pt x="18636" y="5032"/>
                </a:lnTo>
                <a:lnTo>
                  <a:pt x="18828" y="4880"/>
                </a:lnTo>
                <a:lnTo>
                  <a:pt x="19019" y="4676"/>
                </a:lnTo>
                <a:lnTo>
                  <a:pt x="19211" y="4371"/>
                </a:lnTo>
                <a:lnTo>
                  <a:pt x="19306" y="4066"/>
                </a:lnTo>
                <a:lnTo>
                  <a:pt x="19306" y="3710"/>
                </a:lnTo>
                <a:lnTo>
                  <a:pt x="19211" y="3354"/>
                </a:lnTo>
                <a:lnTo>
                  <a:pt x="19067" y="3101"/>
                </a:lnTo>
                <a:lnTo>
                  <a:pt x="18876" y="2846"/>
                </a:lnTo>
                <a:lnTo>
                  <a:pt x="18589" y="2693"/>
                </a:lnTo>
                <a:lnTo>
                  <a:pt x="18446" y="2644"/>
                </a:lnTo>
                <a:lnTo>
                  <a:pt x="18254" y="2644"/>
                </a:lnTo>
                <a:lnTo>
                  <a:pt x="18016" y="2693"/>
                </a:lnTo>
                <a:lnTo>
                  <a:pt x="17825" y="2796"/>
                </a:lnTo>
                <a:lnTo>
                  <a:pt x="17633" y="2897"/>
                </a:lnTo>
                <a:lnTo>
                  <a:pt x="17442" y="3049"/>
                </a:lnTo>
                <a:lnTo>
                  <a:pt x="16868" y="2948"/>
                </a:lnTo>
                <a:lnTo>
                  <a:pt x="16247" y="2998"/>
                </a:lnTo>
                <a:lnTo>
                  <a:pt x="15674" y="3049"/>
                </a:lnTo>
                <a:lnTo>
                  <a:pt x="15100" y="3151"/>
                </a:lnTo>
                <a:lnTo>
                  <a:pt x="14479" y="3354"/>
                </a:lnTo>
                <a:lnTo>
                  <a:pt x="13906" y="3558"/>
                </a:lnTo>
                <a:lnTo>
                  <a:pt x="13379" y="3812"/>
                </a:lnTo>
                <a:lnTo>
                  <a:pt x="12806" y="4116"/>
                </a:lnTo>
                <a:lnTo>
                  <a:pt x="12520" y="4269"/>
                </a:lnTo>
                <a:lnTo>
                  <a:pt x="11995" y="3354"/>
                </a:lnTo>
                <a:lnTo>
                  <a:pt x="11420" y="2440"/>
                </a:lnTo>
                <a:lnTo>
                  <a:pt x="10752" y="1575"/>
                </a:lnTo>
                <a:lnTo>
                  <a:pt x="10082" y="762"/>
                </a:lnTo>
                <a:lnTo>
                  <a:pt x="9939" y="661"/>
                </a:lnTo>
                <a:lnTo>
                  <a:pt x="9796" y="661"/>
                </a:lnTo>
                <a:lnTo>
                  <a:pt x="9271" y="865"/>
                </a:lnTo>
                <a:lnTo>
                  <a:pt x="8744" y="1118"/>
                </a:lnTo>
                <a:lnTo>
                  <a:pt x="8649" y="1169"/>
                </a:lnTo>
                <a:lnTo>
                  <a:pt x="8601" y="1221"/>
                </a:lnTo>
                <a:lnTo>
                  <a:pt x="8649" y="1373"/>
                </a:lnTo>
                <a:lnTo>
                  <a:pt x="8697" y="1474"/>
                </a:lnTo>
                <a:lnTo>
                  <a:pt x="8841" y="1474"/>
                </a:lnTo>
                <a:lnTo>
                  <a:pt x="9317" y="1423"/>
                </a:lnTo>
                <a:lnTo>
                  <a:pt x="9749" y="1373"/>
                </a:lnTo>
                <a:lnTo>
                  <a:pt x="10369" y="2135"/>
                </a:lnTo>
                <a:lnTo>
                  <a:pt x="10943" y="2897"/>
                </a:lnTo>
                <a:lnTo>
                  <a:pt x="11517" y="3762"/>
                </a:lnTo>
                <a:lnTo>
                  <a:pt x="11995" y="4574"/>
                </a:lnTo>
                <a:lnTo>
                  <a:pt x="11087" y="5185"/>
                </a:lnTo>
                <a:lnTo>
                  <a:pt x="10225" y="5845"/>
                </a:lnTo>
                <a:lnTo>
                  <a:pt x="8601" y="5082"/>
                </a:lnTo>
                <a:lnTo>
                  <a:pt x="7789" y="4727"/>
                </a:lnTo>
                <a:lnTo>
                  <a:pt x="6928" y="4421"/>
                </a:lnTo>
                <a:lnTo>
                  <a:pt x="7025" y="3863"/>
                </a:lnTo>
                <a:lnTo>
                  <a:pt x="7120" y="3303"/>
                </a:lnTo>
                <a:lnTo>
                  <a:pt x="7263" y="2745"/>
                </a:lnTo>
                <a:lnTo>
                  <a:pt x="7454" y="2185"/>
                </a:lnTo>
                <a:lnTo>
                  <a:pt x="7693" y="1678"/>
                </a:lnTo>
                <a:lnTo>
                  <a:pt x="7979" y="1169"/>
                </a:lnTo>
                <a:lnTo>
                  <a:pt x="8314" y="712"/>
                </a:lnTo>
                <a:lnTo>
                  <a:pt x="8649" y="255"/>
                </a:lnTo>
                <a:lnTo>
                  <a:pt x="8697" y="152"/>
                </a:lnTo>
                <a:lnTo>
                  <a:pt x="8697" y="51"/>
                </a:lnTo>
                <a:lnTo>
                  <a:pt x="8601" y="0"/>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367" name="Google Shape;173;p2"/>
          <p:cNvSpPr/>
          <p:nvPr/>
        </p:nvSpPr>
        <p:spPr>
          <a:xfrm>
            <a:off x="1347360" y="3186146"/>
            <a:ext cx="599147" cy="70675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307" y="860"/>
                </a:moveTo>
                <a:lnTo>
                  <a:pt x="11560" y="930"/>
                </a:lnTo>
                <a:lnTo>
                  <a:pt x="11728" y="1074"/>
                </a:lnTo>
                <a:lnTo>
                  <a:pt x="11728" y="1503"/>
                </a:lnTo>
                <a:lnTo>
                  <a:pt x="11560" y="1860"/>
                </a:lnTo>
                <a:lnTo>
                  <a:pt x="11392" y="2075"/>
                </a:lnTo>
                <a:lnTo>
                  <a:pt x="11137" y="2219"/>
                </a:lnTo>
                <a:lnTo>
                  <a:pt x="10884" y="2289"/>
                </a:lnTo>
                <a:lnTo>
                  <a:pt x="10631" y="2219"/>
                </a:lnTo>
                <a:lnTo>
                  <a:pt x="10042" y="2004"/>
                </a:lnTo>
                <a:lnTo>
                  <a:pt x="10210" y="1788"/>
                </a:lnTo>
                <a:lnTo>
                  <a:pt x="10210" y="1503"/>
                </a:lnTo>
                <a:lnTo>
                  <a:pt x="10125" y="1359"/>
                </a:lnTo>
                <a:lnTo>
                  <a:pt x="10042" y="1289"/>
                </a:lnTo>
                <a:lnTo>
                  <a:pt x="10295" y="1074"/>
                </a:lnTo>
                <a:lnTo>
                  <a:pt x="10631" y="930"/>
                </a:lnTo>
                <a:lnTo>
                  <a:pt x="10969" y="860"/>
                </a:lnTo>
                <a:close/>
                <a:moveTo>
                  <a:pt x="7763" y="12660"/>
                </a:moveTo>
                <a:lnTo>
                  <a:pt x="7763" y="12732"/>
                </a:lnTo>
                <a:lnTo>
                  <a:pt x="7680" y="12732"/>
                </a:lnTo>
                <a:lnTo>
                  <a:pt x="7763" y="12660"/>
                </a:lnTo>
                <a:close/>
                <a:moveTo>
                  <a:pt x="9872" y="13518"/>
                </a:moveTo>
                <a:lnTo>
                  <a:pt x="9789" y="13662"/>
                </a:lnTo>
                <a:lnTo>
                  <a:pt x="9704" y="13590"/>
                </a:lnTo>
                <a:lnTo>
                  <a:pt x="9872" y="13518"/>
                </a:lnTo>
                <a:close/>
                <a:moveTo>
                  <a:pt x="11981" y="8226"/>
                </a:moveTo>
                <a:lnTo>
                  <a:pt x="12487" y="8441"/>
                </a:lnTo>
                <a:lnTo>
                  <a:pt x="12993" y="8655"/>
                </a:lnTo>
                <a:lnTo>
                  <a:pt x="13078" y="8870"/>
                </a:lnTo>
                <a:lnTo>
                  <a:pt x="13163" y="8942"/>
                </a:lnTo>
                <a:lnTo>
                  <a:pt x="13331" y="8942"/>
                </a:lnTo>
                <a:lnTo>
                  <a:pt x="13837" y="9513"/>
                </a:lnTo>
                <a:lnTo>
                  <a:pt x="14175" y="10086"/>
                </a:lnTo>
                <a:lnTo>
                  <a:pt x="14260" y="10730"/>
                </a:lnTo>
                <a:lnTo>
                  <a:pt x="14260" y="11373"/>
                </a:lnTo>
                <a:lnTo>
                  <a:pt x="14007" y="11945"/>
                </a:lnTo>
                <a:lnTo>
                  <a:pt x="13669" y="12518"/>
                </a:lnTo>
                <a:lnTo>
                  <a:pt x="13331" y="12875"/>
                </a:lnTo>
                <a:lnTo>
                  <a:pt x="12993" y="13161"/>
                </a:lnTo>
                <a:lnTo>
                  <a:pt x="12993" y="12446"/>
                </a:lnTo>
                <a:lnTo>
                  <a:pt x="12910" y="12373"/>
                </a:lnTo>
                <a:lnTo>
                  <a:pt x="12825" y="12303"/>
                </a:lnTo>
                <a:lnTo>
                  <a:pt x="12740" y="12303"/>
                </a:lnTo>
                <a:lnTo>
                  <a:pt x="12657" y="12373"/>
                </a:lnTo>
                <a:lnTo>
                  <a:pt x="12404" y="12660"/>
                </a:lnTo>
                <a:lnTo>
                  <a:pt x="12319" y="13017"/>
                </a:lnTo>
                <a:lnTo>
                  <a:pt x="12234" y="13518"/>
                </a:lnTo>
                <a:lnTo>
                  <a:pt x="11728" y="13662"/>
                </a:lnTo>
                <a:lnTo>
                  <a:pt x="11728" y="13089"/>
                </a:lnTo>
                <a:lnTo>
                  <a:pt x="11813" y="12802"/>
                </a:lnTo>
                <a:lnTo>
                  <a:pt x="11981" y="12588"/>
                </a:lnTo>
                <a:lnTo>
                  <a:pt x="12066" y="12518"/>
                </a:lnTo>
                <a:lnTo>
                  <a:pt x="11981" y="12446"/>
                </a:lnTo>
                <a:lnTo>
                  <a:pt x="11898" y="12373"/>
                </a:lnTo>
                <a:lnTo>
                  <a:pt x="11813" y="12373"/>
                </a:lnTo>
                <a:lnTo>
                  <a:pt x="11392" y="12588"/>
                </a:lnTo>
                <a:lnTo>
                  <a:pt x="11137" y="12947"/>
                </a:lnTo>
                <a:lnTo>
                  <a:pt x="10969" y="13304"/>
                </a:lnTo>
                <a:lnTo>
                  <a:pt x="10969" y="13733"/>
                </a:lnTo>
                <a:lnTo>
                  <a:pt x="10801" y="13733"/>
                </a:lnTo>
                <a:lnTo>
                  <a:pt x="10716" y="13662"/>
                </a:lnTo>
                <a:lnTo>
                  <a:pt x="10631" y="13590"/>
                </a:lnTo>
                <a:lnTo>
                  <a:pt x="10548" y="13590"/>
                </a:lnTo>
                <a:lnTo>
                  <a:pt x="11560" y="11730"/>
                </a:lnTo>
                <a:lnTo>
                  <a:pt x="11560" y="11588"/>
                </a:lnTo>
                <a:lnTo>
                  <a:pt x="11475" y="11516"/>
                </a:lnTo>
                <a:lnTo>
                  <a:pt x="11392" y="11516"/>
                </a:lnTo>
                <a:lnTo>
                  <a:pt x="11307" y="11588"/>
                </a:lnTo>
                <a:lnTo>
                  <a:pt x="10125" y="13161"/>
                </a:lnTo>
                <a:lnTo>
                  <a:pt x="10042" y="13017"/>
                </a:lnTo>
                <a:lnTo>
                  <a:pt x="9957" y="12947"/>
                </a:lnTo>
                <a:lnTo>
                  <a:pt x="9789" y="12947"/>
                </a:lnTo>
                <a:lnTo>
                  <a:pt x="10210" y="12159"/>
                </a:lnTo>
                <a:lnTo>
                  <a:pt x="10716" y="11301"/>
                </a:lnTo>
                <a:lnTo>
                  <a:pt x="10801" y="11229"/>
                </a:lnTo>
                <a:lnTo>
                  <a:pt x="10716" y="11159"/>
                </a:lnTo>
                <a:lnTo>
                  <a:pt x="10548" y="11159"/>
                </a:lnTo>
                <a:lnTo>
                  <a:pt x="9619" y="12231"/>
                </a:lnTo>
                <a:lnTo>
                  <a:pt x="9198" y="12802"/>
                </a:lnTo>
                <a:lnTo>
                  <a:pt x="8860" y="13376"/>
                </a:lnTo>
                <a:lnTo>
                  <a:pt x="8439" y="13231"/>
                </a:lnTo>
                <a:lnTo>
                  <a:pt x="8692" y="13161"/>
                </a:lnTo>
                <a:lnTo>
                  <a:pt x="8860" y="12947"/>
                </a:lnTo>
                <a:lnTo>
                  <a:pt x="8945" y="12802"/>
                </a:lnTo>
                <a:lnTo>
                  <a:pt x="8945" y="12446"/>
                </a:lnTo>
                <a:lnTo>
                  <a:pt x="8775" y="12446"/>
                </a:lnTo>
                <a:lnTo>
                  <a:pt x="9198" y="12017"/>
                </a:lnTo>
                <a:lnTo>
                  <a:pt x="10378" y="10800"/>
                </a:lnTo>
                <a:lnTo>
                  <a:pt x="10378" y="10658"/>
                </a:lnTo>
                <a:lnTo>
                  <a:pt x="10295" y="10586"/>
                </a:lnTo>
                <a:lnTo>
                  <a:pt x="10125" y="10586"/>
                </a:lnTo>
                <a:lnTo>
                  <a:pt x="8692" y="11730"/>
                </a:lnTo>
                <a:lnTo>
                  <a:pt x="8354" y="11945"/>
                </a:lnTo>
                <a:lnTo>
                  <a:pt x="8269" y="11874"/>
                </a:lnTo>
                <a:lnTo>
                  <a:pt x="8186" y="11874"/>
                </a:lnTo>
                <a:lnTo>
                  <a:pt x="8016" y="11945"/>
                </a:lnTo>
                <a:lnTo>
                  <a:pt x="8439" y="11443"/>
                </a:lnTo>
                <a:lnTo>
                  <a:pt x="8945" y="11014"/>
                </a:lnTo>
                <a:lnTo>
                  <a:pt x="9536" y="10658"/>
                </a:lnTo>
                <a:lnTo>
                  <a:pt x="10125" y="10301"/>
                </a:lnTo>
                <a:lnTo>
                  <a:pt x="10210" y="10229"/>
                </a:lnTo>
                <a:lnTo>
                  <a:pt x="10125" y="10157"/>
                </a:lnTo>
                <a:lnTo>
                  <a:pt x="10125" y="10086"/>
                </a:lnTo>
                <a:lnTo>
                  <a:pt x="9957" y="10014"/>
                </a:lnTo>
                <a:lnTo>
                  <a:pt x="9113" y="10371"/>
                </a:lnTo>
                <a:lnTo>
                  <a:pt x="8354" y="10800"/>
                </a:lnTo>
                <a:lnTo>
                  <a:pt x="7680" y="11301"/>
                </a:lnTo>
                <a:lnTo>
                  <a:pt x="7089" y="11945"/>
                </a:lnTo>
                <a:lnTo>
                  <a:pt x="7004" y="11730"/>
                </a:lnTo>
                <a:lnTo>
                  <a:pt x="7089" y="11660"/>
                </a:lnTo>
                <a:lnTo>
                  <a:pt x="7680" y="10944"/>
                </a:lnTo>
                <a:lnTo>
                  <a:pt x="8354" y="10301"/>
                </a:lnTo>
                <a:lnTo>
                  <a:pt x="9113" y="9655"/>
                </a:lnTo>
                <a:lnTo>
                  <a:pt x="9872" y="9084"/>
                </a:lnTo>
                <a:lnTo>
                  <a:pt x="9872" y="9012"/>
                </a:lnTo>
                <a:lnTo>
                  <a:pt x="9789" y="8942"/>
                </a:lnTo>
                <a:lnTo>
                  <a:pt x="9704" y="8942"/>
                </a:lnTo>
                <a:lnTo>
                  <a:pt x="9028" y="9227"/>
                </a:lnTo>
                <a:lnTo>
                  <a:pt x="8354" y="9513"/>
                </a:lnTo>
                <a:lnTo>
                  <a:pt x="7763" y="9942"/>
                </a:lnTo>
                <a:lnTo>
                  <a:pt x="7257" y="10443"/>
                </a:lnTo>
                <a:lnTo>
                  <a:pt x="7425" y="10157"/>
                </a:lnTo>
                <a:lnTo>
                  <a:pt x="7680" y="9870"/>
                </a:lnTo>
                <a:lnTo>
                  <a:pt x="8186" y="9441"/>
                </a:lnTo>
                <a:lnTo>
                  <a:pt x="8860" y="9012"/>
                </a:lnTo>
                <a:lnTo>
                  <a:pt x="9536" y="8727"/>
                </a:lnTo>
                <a:lnTo>
                  <a:pt x="10125" y="8513"/>
                </a:lnTo>
                <a:lnTo>
                  <a:pt x="10716" y="8369"/>
                </a:lnTo>
                <a:lnTo>
                  <a:pt x="11392" y="8226"/>
                </a:lnTo>
                <a:close/>
                <a:moveTo>
                  <a:pt x="1856" y="17094"/>
                </a:moveTo>
                <a:lnTo>
                  <a:pt x="1856" y="17238"/>
                </a:lnTo>
                <a:lnTo>
                  <a:pt x="1941" y="17381"/>
                </a:lnTo>
                <a:lnTo>
                  <a:pt x="2111" y="17453"/>
                </a:lnTo>
                <a:lnTo>
                  <a:pt x="2617" y="17453"/>
                </a:lnTo>
                <a:lnTo>
                  <a:pt x="2785" y="17523"/>
                </a:lnTo>
                <a:lnTo>
                  <a:pt x="3038" y="17523"/>
                </a:lnTo>
                <a:lnTo>
                  <a:pt x="3038" y="17737"/>
                </a:lnTo>
                <a:lnTo>
                  <a:pt x="2870" y="17882"/>
                </a:lnTo>
                <a:lnTo>
                  <a:pt x="2700" y="17952"/>
                </a:lnTo>
                <a:lnTo>
                  <a:pt x="2194" y="18024"/>
                </a:lnTo>
                <a:lnTo>
                  <a:pt x="1941" y="17952"/>
                </a:lnTo>
                <a:lnTo>
                  <a:pt x="1603" y="17810"/>
                </a:lnTo>
                <a:lnTo>
                  <a:pt x="1350" y="17667"/>
                </a:lnTo>
                <a:lnTo>
                  <a:pt x="1267" y="17453"/>
                </a:lnTo>
                <a:lnTo>
                  <a:pt x="1520" y="17238"/>
                </a:lnTo>
                <a:lnTo>
                  <a:pt x="1856" y="17094"/>
                </a:lnTo>
                <a:close/>
                <a:moveTo>
                  <a:pt x="19576" y="16880"/>
                </a:moveTo>
                <a:lnTo>
                  <a:pt x="20082" y="17024"/>
                </a:lnTo>
                <a:lnTo>
                  <a:pt x="20335" y="17166"/>
                </a:lnTo>
                <a:lnTo>
                  <a:pt x="20588" y="17308"/>
                </a:lnTo>
                <a:lnTo>
                  <a:pt x="20671" y="17523"/>
                </a:lnTo>
                <a:lnTo>
                  <a:pt x="20756" y="17737"/>
                </a:lnTo>
                <a:lnTo>
                  <a:pt x="20756" y="17810"/>
                </a:lnTo>
                <a:lnTo>
                  <a:pt x="20671" y="17810"/>
                </a:lnTo>
                <a:lnTo>
                  <a:pt x="20418" y="17737"/>
                </a:lnTo>
                <a:lnTo>
                  <a:pt x="20250" y="17810"/>
                </a:lnTo>
                <a:lnTo>
                  <a:pt x="20082" y="17882"/>
                </a:lnTo>
                <a:lnTo>
                  <a:pt x="19829" y="18096"/>
                </a:lnTo>
                <a:lnTo>
                  <a:pt x="19491" y="18239"/>
                </a:lnTo>
                <a:lnTo>
                  <a:pt x="19153" y="18168"/>
                </a:lnTo>
                <a:lnTo>
                  <a:pt x="18985" y="18024"/>
                </a:lnTo>
                <a:lnTo>
                  <a:pt x="18900" y="17882"/>
                </a:lnTo>
                <a:lnTo>
                  <a:pt x="18900" y="17595"/>
                </a:lnTo>
                <a:lnTo>
                  <a:pt x="18985" y="17238"/>
                </a:lnTo>
                <a:lnTo>
                  <a:pt x="18985" y="16952"/>
                </a:lnTo>
                <a:lnTo>
                  <a:pt x="19576" y="16880"/>
                </a:lnTo>
                <a:close/>
                <a:moveTo>
                  <a:pt x="11560" y="18525"/>
                </a:moveTo>
                <a:lnTo>
                  <a:pt x="11645" y="18667"/>
                </a:lnTo>
                <a:lnTo>
                  <a:pt x="11475" y="18597"/>
                </a:lnTo>
                <a:lnTo>
                  <a:pt x="11560" y="18525"/>
                </a:lnTo>
                <a:close/>
                <a:moveTo>
                  <a:pt x="10801" y="19241"/>
                </a:moveTo>
                <a:lnTo>
                  <a:pt x="11392" y="19383"/>
                </a:lnTo>
                <a:lnTo>
                  <a:pt x="11307" y="19525"/>
                </a:lnTo>
                <a:lnTo>
                  <a:pt x="11222" y="20027"/>
                </a:lnTo>
                <a:lnTo>
                  <a:pt x="11137" y="20099"/>
                </a:lnTo>
                <a:lnTo>
                  <a:pt x="10463" y="20099"/>
                </a:lnTo>
                <a:lnTo>
                  <a:pt x="10210" y="19956"/>
                </a:lnTo>
                <a:lnTo>
                  <a:pt x="9957" y="19742"/>
                </a:lnTo>
                <a:lnTo>
                  <a:pt x="9872" y="19598"/>
                </a:lnTo>
                <a:lnTo>
                  <a:pt x="9789" y="19383"/>
                </a:lnTo>
                <a:lnTo>
                  <a:pt x="9957" y="19311"/>
                </a:lnTo>
                <a:lnTo>
                  <a:pt x="10210" y="19241"/>
                </a:lnTo>
                <a:close/>
                <a:moveTo>
                  <a:pt x="11054" y="0"/>
                </a:moveTo>
                <a:lnTo>
                  <a:pt x="10631" y="72"/>
                </a:lnTo>
                <a:lnTo>
                  <a:pt x="10295" y="214"/>
                </a:lnTo>
                <a:lnTo>
                  <a:pt x="9872" y="287"/>
                </a:lnTo>
                <a:lnTo>
                  <a:pt x="9536" y="501"/>
                </a:lnTo>
                <a:lnTo>
                  <a:pt x="9198" y="716"/>
                </a:lnTo>
                <a:lnTo>
                  <a:pt x="8945" y="930"/>
                </a:lnTo>
                <a:lnTo>
                  <a:pt x="8692" y="1217"/>
                </a:lnTo>
                <a:lnTo>
                  <a:pt x="8522" y="1573"/>
                </a:lnTo>
                <a:lnTo>
                  <a:pt x="8439" y="1860"/>
                </a:lnTo>
                <a:lnTo>
                  <a:pt x="8439" y="2219"/>
                </a:lnTo>
                <a:lnTo>
                  <a:pt x="8522" y="2576"/>
                </a:lnTo>
                <a:lnTo>
                  <a:pt x="8775" y="3077"/>
                </a:lnTo>
                <a:lnTo>
                  <a:pt x="9198" y="3434"/>
                </a:lnTo>
                <a:lnTo>
                  <a:pt x="9619" y="3648"/>
                </a:lnTo>
                <a:lnTo>
                  <a:pt x="10125" y="3792"/>
                </a:lnTo>
                <a:lnTo>
                  <a:pt x="10042" y="4007"/>
                </a:lnTo>
                <a:lnTo>
                  <a:pt x="9957" y="4221"/>
                </a:lnTo>
                <a:lnTo>
                  <a:pt x="9957" y="7154"/>
                </a:lnTo>
                <a:lnTo>
                  <a:pt x="10042" y="7368"/>
                </a:lnTo>
                <a:lnTo>
                  <a:pt x="9366" y="7653"/>
                </a:lnTo>
                <a:lnTo>
                  <a:pt x="8775" y="8012"/>
                </a:lnTo>
                <a:lnTo>
                  <a:pt x="8607" y="8154"/>
                </a:lnTo>
                <a:lnTo>
                  <a:pt x="8607" y="8296"/>
                </a:lnTo>
                <a:lnTo>
                  <a:pt x="8101" y="8583"/>
                </a:lnTo>
                <a:lnTo>
                  <a:pt x="7680" y="8870"/>
                </a:lnTo>
                <a:lnTo>
                  <a:pt x="7257" y="9156"/>
                </a:lnTo>
                <a:lnTo>
                  <a:pt x="6919" y="9513"/>
                </a:lnTo>
                <a:lnTo>
                  <a:pt x="6583" y="9870"/>
                </a:lnTo>
                <a:lnTo>
                  <a:pt x="6330" y="10301"/>
                </a:lnTo>
                <a:lnTo>
                  <a:pt x="6160" y="10730"/>
                </a:lnTo>
                <a:lnTo>
                  <a:pt x="6077" y="11087"/>
                </a:lnTo>
                <a:lnTo>
                  <a:pt x="6077" y="11516"/>
                </a:lnTo>
                <a:lnTo>
                  <a:pt x="6160" y="11945"/>
                </a:lnTo>
                <a:lnTo>
                  <a:pt x="6330" y="12373"/>
                </a:lnTo>
                <a:lnTo>
                  <a:pt x="6498" y="12802"/>
                </a:lnTo>
                <a:lnTo>
                  <a:pt x="6666" y="13017"/>
                </a:lnTo>
                <a:lnTo>
                  <a:pt x="5568" y="13805"/>
                </a:lnTo>
                <a:lnTo>
                  <a:pt x="4389" y="14520"/>
                </a:lnTo>
                <a:lnTo>
                  <a:pt x="3291" y="15306"/>
                </a:lnTo>
                <a:lnTo>
                  <a:pt x="2785" y="15735"/>
                </a:lnTo>
                <a:lnTo>
                  <a:pt x="2279" y="16236"/>
                </a:lnTo>
                <a:lnTo>
                  <a:pt x="1773" y="16308"/>
                </a:lnTo>
                <a:lnTo>
                  <a:pt x="1435" y="16236"/>
                </a:lnTo>
                <a:lnTo>
                  <a:pt x="1097" y="16236"/>
                </a:lnTo>
                <a:lnTo>
                  <a:pt x="844" y="16308"/>
                </a:lnTo>
                <a:lnTo>
                  <a:pt x="591" y="16451"/>
                </a:lnTo>
                <a:lnTo>
                  <a:pt x="423" y="16595"/>
                </a:lnTo>
                <a:lnTo>
                  <a:pt x="255" y="16737"/>
                </a:lnTo>
                <a:lnTo>
                  <a:pt x="85" y="17166"/>
                </a:lnTo>
                <a:lnTo>
                  <a:pt x="0" y="17667"/>
                </a:lnTo>
                <a:lnTo>
                  <a:pt x="0" y="18168"/>
                </a:lnTo>
                <a:lnTo>
                  <a:pt x="170" y="18597"/>
                </a:lnTo>
                <a:lnTo>
                  <a:pt x="591" y="18882"/>
                </a:lnTo>
                <a:lnTo>
                  <a:pt x="1097" y="19169"/>
                </a:lnTo>
                <a:lnTo>
                  <a:pt x="1603" y="19311"/>
                </a:lnTo>
                <a:lnTo>
                  <a:pt x="2194" y="19383"/>
                </a:lnTo>
                <a:lnTo>
                  <a:pt x="2700" y="19311"/>
                </a:lnTo>
                <a:lnTo>
                  <a:pt x="3291" y="19241"/>
                </a:lnTo>
                <a:lnTo>
                  <a:pt x="3797" y="19096"/>
                </a:lnTo>
                <a:lnTo>
                  <a:pt x="4136" y="18812"/>
                </a:lnTo>
                <a:lnTo>
                  <a:pt x="4389" y="18667"/>
                </a:lnTo>
                <a:lnTo>
                  <a:pt x="4474" y="18453"/>
                </a:lnTo>
                <a:lnTo>
                  <a:pt x="4556" y="18239"/>
                </a:lnTo>
                <a:lnTo>
                  <a:pt x="4556" y="17952"/>
                </a:lnTo>
                <a:lnTo>
                  <a:pt x="4389" y="17523"/>
                </a:lnTo>
                <a:lnTo>
                  <a:pt x="4136" y="17094"/>
                </a:lnTo>
                <a:lnTo>
                  <a:pt x="3797" y="16737"/>
                </a:lnTo>
                <a:lnTo>
                  <a:pt x="3291" y="16451"/>
                </a:lnTo>
                <a:lnTo>
                  <a:pt x="3206" y="16451"/>
                </a:lnTo>
                <a:lnTo>
                  <a:pt x="3630" y="16094"/>
                </a:lnTo>
                <a:lnTo>
                  <a:pt x="4050" y="15735"/>
                </a:lnTo>
                <a:lnTo>
                  <a:pt x="4980" y="15164"/>
                </a:lnTo>
                <a:lnTo>
                  <a:pt x="5568" y="14735"/>
                </a:lnTo>
                <a:lnTo>
                  <a:pt x="6077" y="14306"/>
                </a:lnTo>
                <a:lnTo>
                  <a:pt x="6583" y="13805"/>
                </a:lnTo>
                <a:lnTo>
                  <a:pt x="6919" y="13231"/>
                </a:lnTo>
                <a:lnTo>
                  <a:pt x="7172" y="13448"/>
                </a:lnTo>
                <a:lnTo>
                  <a:pt x="7595" y="13733"/>
                </a:lnTo>
                <a:lnTo>
                  <a:pt x="8354" y="14091"/>
                </a:lnTo>
                <a:lnTo>
                  <a:pt x="9198" y="14306"/>
                </a:lnTo>
                <a:lnTo>
                  <a:pt x="10042" y="14448"/>
                </a:lnTo>
                <a:lnTo>
                  <a:pt x="10210" y="14448"/>
                </a:lnTo>
                <a:lnTo>
                  <a:pt x="10125" y="15378"/>
                </a:lnTo>
                <a:lnTo>
                  <a:pt x="10125" y="16308"/>
                </a:lnTo>
                <a:lnTo>
                  <a:pt x="10210" y="18168"/>
                </a:lnTo>
                <a:lnTo>
                  <a:pt x="9789" y="18311"/>
                </a:lnTo>
                <a:lnTo>
                  <a:pt x="9451" y="18453"/>
                </a:lnTo>
                <a:lnTo>
                  <a:pt x="9198" y="18667"/>
                </a:lnTo>
                <a:lnTo>
                  <a:pt x="9028" y="18882"/>
                </a:lnTo>
                <a:lnTo>
                  <a:pt x="8945" y="19096"/>
                </a:lnTo>
                <a:lnTo>
                  <a:pt x="8860" y="19383"/>
                </a:lnTo>
                <a:lnTo>
                  <a:pt x="8775" y="19742"/>
                </a:lnTo>
                <a:lnTo>
                  <a:pt x="8860" y="20027"/>
                </a:lnTo>
                <a:lnTo>
                  <a:pt x="9028" y="20600"/>
                </a:lnTo>
                <a:lnTo>
                  <a:pt x="9366" y="21099"/>
                </a:lnTo>
                <a:lnTo>
                  <a:pt x="9619" y="21243"/>
                </a:lnTo>
                <a:lnTo>
                  <a:pt x="9957" y="21386"/>
                </a:lnTo>
                <a:lnTo>
                  <a:pt x="10210" y="21530"/>
                </a:lnTo>
                <a:lnTo>
                  <a:pt x="10548" y="21600"/>
                </a:lnTo>
                <a:lnTo>
                  <a:pt x="11222" y="21600"/>
                </a:lnTo>
                <a:lnTo>
                  <a:pt x="11898" y="21458"/>
                </a:lnTo>
                <a:lnTo>
                  <a:pt x="12151" y="21315"/>
                </a:lnTo>
                <a:lnTo>
                  <a:pt x="12404" y="21099"/>
                </a:lnTo>
                <a:lnTo>
                  <a:pt x="12572" y="20884"/>
                </a:lnTo>
                <a:lnTo>
                  <a:pt x="12657" y="20670"/>
                </a:lnTo>
                <a:lnTo>
                  <a:pt x="12825" y="20099"/>
                </a:lnTo>
                <a:lnTo>
                  <a:pt x="12740" y="19598"/>
                </a:lnTo>
                <a:lnTo>
                  <a:pt x="12657" y="19311"/>
                </a:lnTo>
                <a:lnTo>
                  <a:pt x="12404" y="19096"/>
                </a:lnTo>
                <a:lnTo>
                  <a:pt x="12234" y="18882"/>
                </a:lnTo>
                <a:lnTo>
                  <a:pt x="11898" y="18740"/>
                </a:lnTo>
                <a:lnTo>
                  <a:pt x="11813" y="18383"/>
                </a:lnTo>
                <a:lnTo>
                  <a:pt x="11728" y="18239"/>
                </a:lnTo>
                <a:lnTo>
                  <a:pt x="11137" y="18239"/>
                </a:lnTo>
                <a:lnTo>
                  <a:pt x="11054" y="16523"/>
                </a:lnTo>
                <a:lnTo>
                  <a:pt x="11054" y="15520"/>
                </a:lnTo>
                <a:lnTo>
                  <a:pt x="10969" y="14520"/>
                </a:lnTo>
                <a:lnTo>
                  <a:pt x="11813" y="14448"/>
                </a:lnTo>
                <a:lnTo>
                  <a:pt x="12657" y="14234"/>
                </a:lnTo>
                <a:lnTo>
                  <a:pt x="13416" y="13877"/>
                </a:lnTo>
                <a:lnTo>
                  <a:pt x="14090" y="13376"/>
                </a:lnTo>
                <a:lnTo>
                  <a:pt x="14260" y="13231"/>
                </a:lnTo>
                <a:lnTo>
                  <a:pt x="14513" y="13518"/>
                </a:lnTo>
                <a:lnTo>
                  <a:pt x="14934" y="13805"/>
                </a:lnTo>
                <a:lnTo>
                  <a:pt x="15358" y="14019"/>
                </a:lnTo>
                <a:lnTo>
                  <a:pt x="15779" y="14234"/>
                </a:lnTo>
                <a:lnTo>
                  <a:pt x="16199" y="14877"/>
                </a:lnTo>
                <a:lnTo>
                  <a:pt x="16705" y="15593"/>
                </a:lnTo>
                <a:lnTo>
                  <a:pt x="17382" y="16451"/>
                </a:lnTo>
                <a:lnTo>
                  <a:pt x="17635" y="16737"/>
                </a:lnTo>
                <a:lnTo>
                  <a:pt x="17382" y="17094"/>
                </a:lnTo>
                <a:lnTo>
                  <a:pt x="17214" y="17453"/>
                </a:lnTo>
                <a:lnTo>
                  <a:pt x="17129" y="17737"/>
                </a:lnTo>
                <a:lnTo>
                  <a:pt x="17129" y="18096"/>
                </a:lnTo>
                <a:lnTo>
                  <a:pt x="17214" y="18383"/>
                </a:lnTo>
                <a:lnTo>
                  <a:pt x="17297" y="18740"/>
                </a:lnTo>
                <a:lnTo>
                  <a:pt x="17467" y="19026"/>
                </a:lnTo>
                <a:lnTo>
                  <a:pt x="17720" y="19311"/>
                </a:lnTo>
                <a:lnTo>
                  <a:pt x="18056" y="19525"/>
                </a:lnTo>
                <a:lnTo>
                  <a:pt x="18309" y="19742"/>
                </a:lnTo>
                <a:lnTo>
                  <a:pt x="18647" y="19812"/>
                </a:lnTo>
                <a:lnTo>
                  <a:pt x="18985" y="19884"/>
                </a:lnTo>
                <a:lnTo>
                  <a:pt x="19659" y="19884"/>
                </a:lnTo>
                <a:lnTo>
                  <a:pt x="19997" y="19742"/>
                </a:lnTo>
                <a:lnTo>
                  <a:pt x="20418" y="19598"/>
                </a:lnTo>
                <a:lnTo>
                  <a:pt x="20926" y="19169"/>
                </a:lnTo>
                <a:lnTo>
                  <a:pt x="21347" y="18597"/>
                </a:lnTo>
                <a:lnTo>
                  <a:pt x="21515" y="18311"/>
                </a:lnTo>
                <a:lnTo>
                  <a:pt x="21600" y="18024"/>
                </a:lnTo>
                <a:lnTo>
                  <a:pt x="21600" y="17381"/>
                </a:lnTo>
                <a:lnTo>
                  <a:pt x="21432" y="17094"/>
                </a:lnTo>
                <a:lnTo>
                  <a:pt x="21262" y="16809"/>
                </a:lnTo>
                <a:lnTo>
                  <a:pt x="21009" y="16595"/>
                </a:lnTo>
                <a:lnTo>
                  <a:pt x="20671" y="16451"/>
                </a:lnTo>
                <a:lnTo>
                  <a:pt x="20335" y="16308"/>
                </a:lnTo>
                <a:lnTo>
                  <a:pt x="19997" y="16236"/>
                </a:lnTo>
                <a:lnTo>
                  <a:pt x="19238" y="16164"/>
                </a:lnTo>
                <a:lnTo>
                  <a:pt x="18815" y="16164"/>
                </a:lnTo>
                <a:lnTo>
                  <a:pt x="18394" y="16308"/>
                </a:lnTo>
                <a:lnTo>
                  <a:pt x="18226" y="16022"/>
                </a:lnTo>
                <a:lnTo>
                  <a:pt x="17973" y="15735"/>
                </a:lnTo>
                <a:lnTo>
                  <a:pt x="17382" y="14949"/>
                </a:lnTo>
                <a:lnTo>
                  <a:pt x="16791" y="14234"/>
                </a:lnTo>
                <a:lnTo>
                  <a:pt x="16623" y="13947"/>
                </a:lnTo>
                <a:lnTo>
                  <a:pt x="16452" y="13662"/>
                </a:lnTo>
                <a:lnTo>
                  <a:pt x="16199" y="13518"/>
                </a:lnTo>
                <a:lnTo>
                  <a:pt x="15864" y="13448"/>
                </a:lnTo>
                <a:lnTo>
                  <a:pt x="15272" y="13161"/>
                </a:lnTo>
                <a:lnTo>
                  <a:pt x="14596" y="12732"/>
                </a:lnTo>
                <a:lnTo>
                  <a:pt x="15019" y="12159"/>
                </a:lnTo>
                <a:lnTo>
                  <a:pt x="15187" y="11443"/>
                </a:lnTo>
                <a:lnTo>
                  <a:pt x="15187" y="10730"/>
                </a:lnTo>
                <a:lnTo>
                  <a:pt x="15105" y="10086"/>
                </a:lnTo>
                <a:lnTo>
                  <a:pt x="14849" y="9441"/>
                </a:lnTo>
                <a:lnTo>
                  <a:pt x="14513" y="8942"/>
                </a:lnTo>
                <a:lnTo>
                  <a:pt x="14090" y="8441"/>
                </a:lnTo>
                <a:lnTo>
                  <a:pt x="13501" y="8012"/>
                </a:lnTo>
                <a:lnTo>
                  <a:pt x="12910" y="7725"/>
                </a:lnTo>
                <a:lnTo>
                  <a:pt x="12319" y="7439"/>
                </a:lnTo>
                <a:lnTo>
                  <a:pt x="11560" y="7296"/>
                </a:lnTo>
                <a:lnTo>
                  <a:pt x="10884" y="7296"/>
                </a:lnTo>
                <a:lnTo>
                  <a:pt x="10884" y="6867"/>
                </a:lnTo>
                <a:lnTo>
                  <a:pt x="10801" y="5222"/>
                </a:lnTo>
                <a:lnTo>
                  <a:pt x="10884" y="4650"/>
                </a:lnTo>
                <a:lnTo>
                  <a:pt x="10801" y="4221"/>
                </a:lnTo>
                <a:lnTo>
                  <a:pt x="10716" y="3863"/>
                </a:lnTo>
                <a:lnTo>
                  <a:pt x="11137" y="3792"/>
                </a:lnTo>
                <a:lnTo>
                  <a:pt x="11645" y="3648"/>
                </a:lnTo>
                <a:lnTo>
                  <a:pt x="12066" y="3434"/>
                </a:lnTo>
                <a:lnTo>
                  <a:pt x="12404" y="3219"/>
                </a:lnTo>
                <a:lnTo>
                  <a:pt x="12740" y="2862"/>
                </a:lnTo>
                <a:lnTo>
                  <a:pt x="12910" y="2504"/>
                </a:lnTo>
                <a:lnTo>
                  <a:pt x="13078" y="2147"/>
                </a:lnTo>
                <a:lnTo>
                  <a:pt x="13078" y="1646"/>
                </a:lnTo>
                <a:lnTo>
                  <a:pt x="12910" y="1217"/>
                </a:lnTo>
                <a:lnTo>
                  <a:pt x="12657" y="788"/>
                </a:lnTo>
                <a:lnTo>
                  <a:pt x="12572" y="501"/>
                </a:lnTo>
                <a:lnTo>
                  <a:pt x="12487" y="359"/>
                </a:lnTo>
                <a:lnTo>
                  <a:pt x="12319" y="287"/>
                </a:lnTo>
                <a:lnTo>
                  <a:pt x="11981" y="287"/>
                </a:lnTo>
                <a:lnTo>
                  <a:pt x="11645" y="214"/>
                </a:lnTo>
                <a:lnTo>
                  <a:pt x="11475" y="72"/>
                </a:lnTo>
                <a:lnTo>
                  <a:pt x="11054" y="0"/>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368" name="Google Shape;174;p2"/>
          <p:cNvSpPr/>
          <p:nvPr/>
        </p:nvSpPr>
        <p:spPr>
          <a:xfrm>
            <a:off x="2681664" y="4813608"/>
            <a:ext cx="816845" cy="31386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464" y="0"/>
                </a:moveTo>
                <a:lnTo>
                  <a:pt x="19222" y="251"/>
                </a:lnTo>
                <a:lnTo>
                  <a:pt x="19028" y="503"/>
                </a:lnTo>
                <a:lnTo>
                  <a:pt x="18882" y="758"/>
                </a:lnTo>
                <a:lnTo>
                  <a:pt x="18882" y="882"/>
                </a:lnTo>
                <a:lnTo>
                  <a:pt x="18785" y="758"/>
                </a:lnTo>
                <a:lnTo>
                  <a:pt x="18640" y="758"/>
                </a:lnTo>
                <a:lnTo>
                  <a:pt x="18542" y="1009"/>
                </a:lnTo>
                <a:lnTo>
                  <a:pt x="18494" y="1136"/>
                </a:lnTo>
                <a:lnTo>
                  <a:pt x="18494" y="1515"/>
                </a:lnTo>
                <a:lnTo>
                  <a:pt x="18542" y="1894"/>
                </a:lnTo>
                <a:lnTo>
                  <a:pt x="18591" y="2018"/>
                </a:lnTo>
                <a:lnTo>
                  <a:pt x="18687" y="2146"/>
                </a:lnTo>
                <a:lnTo>
                  <a:pt x="18979" y="2146"/>
                </a:lnTo>
                <a:lnTo>
                  <a:pt x="19222" y="1894"/>
                </a:lnTo>
                <a:lnTo>
                  <a:pt x="19464" y="1639"/>
                </a:lnTo>
                <a:lnTo>
                  <a:pt x="19708" y="1515"/>
                </a:lnTo>
                <a:lnTo>
                  <a:pt x="19804" y="1639"/>
                </a:lnTo>
                <a:lnTo>
                  <a:pt x="19853" y="1767"/>
                </a:lnTo>
                <a:lnTo>
                  <a:pt x="19804" y="2018"/>
                </a:lnTo>
                <a:lnTo>
                  <a:pt x="19755" y="2273"/>
                </a:lnTo>
                <a:lnTo>
                  <a:pt x="19513" y="3031"/>
                </a:lnTo>
                <a:lnTo>
                  <a:pt x="18687" y="5937"/>
                </a:lnTo>
                <a:lnTo>
                  <a:pt x="18687" y="6189"/>
                </a:lnTo>
                <a:lnTo>
                  <a:pt x="18640" y="6440"/>
                </a:lnTo>
                <a:lnTo>
                  <a:pt x="18687" y="6819"/>
                </a:lnTo>
                <a:lnTo>
                  <a:pt x="18833" y="7074"/>
                </a:lnTo>
                <a:lnTo>
                  <a:pt x="18979" y="7198"/>
                </a:lnTo>
                <a:lnTo>
                  <a:pt x="19610" y="7198"/>
                </a:lnTo>
                <a:lnTo>
                  <a:pt x="20192" y="7074"/>
                </a:lnTo>
                <a:lnTo>
                  <a:pt x="20872" y="6695"/>
                </a:lnTo>
                <a:lnTo>
                  <a:pt x="21212" y="6440"/>
                </a:lnTo>
                <a:lnTo>
                  <a:pt x="21503" y="6061"/>
                </a:lnTo>
                <a:lnTo>
                  <a:pt x="21600" y="5682"/>
                </a:lnTo>
                <a:lnTo>
                  <a:pt x="21600" y="5304"/>
                </a:lnTo>
                <a:lnTo>
                  <a:pt x="21552" y="5052"/>
                </a:lnTo>
                <a:lnTo>
                  <a:pt x="21454" y="4925"/>
                </a:lnTo>
                <a:lnTo>
                  <a:pt x="21358" y="4797"/>
                </a:lnTo>
                <a:lnTo>
                  <a:pt x="21114" y="4925"/>
                </a:lnTo>
                <a:lnTo>
                  <a:pt x="20872" y="5052"/>
                </a:lnTo>
                <a:lnTo>
                  <a:pt x="20338" y="5304"/>
                </a:lnTo>
                <a:lnTo>
                  <a:pt x="19610" y="5558"/>
                </a:lnTo>
                <a:lnTo>
                  <a:pt x="20192" y="3537"/>
                </a:lnTo>
                <a:lnTo>
                  <a:pt x="20338" y="2903"/>
                </a:lnTo>
                <a:lnTo>
                  <a:pt x="20484" y="2400"/>
                </a:lnTo>
                <a:lnTo>
                  <a:pt x="20532" y="1639"/>
                </a:lnTo>
                <a:lnTo>
                  <a:pt x="20532" y="1388"/>
                </a:lnTo>
                <a:lnTo>
                  <a:pt x="20484" y="1009"/>
                </a:lnTo>
                <a:lnTo>
                  <a:pt x="20338" y="630"/>
                </a:lnTo>
                <a:lnTo>
                  <a:pt x="20144" y="251"/>
                </a:lnTo>
                <a:lnTo>
                  <a:pt x="19950" y="124"/>
                </a:lnTo>
                <a:lnTo>
                  <a:pt x="19708" y="0"/>
                </a:lnTo>
                <a:close/>
                <a:moveTo>
                  <a:pt x="8738" y="9598"/>
                </a:moveTo>
                <a:lnTo>
                  <a:pt x="8154" y="9977"/>
                </a:lnTo>
                <a:lnTo>
                  <a:pt x="7377" y="10232"/>
                </a:lnTo>
                <a:lnTo>
                  <a:pt x="6990" y="10483"/>
                </a:lnTo>
                <a:lnTo>
                  <a:pt x="6602" y="10735"/>
                </a:lnTo>
                <a:lnTo>
                  <a:pt x="6553" y="10862"/>
                </a:lnTo>
                <a:lnTo>
                  <a:pt x="6456" y="11117"/>
                </a:lnTo>
                <a:lnTo>
                  <a:pt x="6456" y="11747"/>
                </a:lnTo>
                <a:lnTo>
                  <a:pt x="6504" y="11998"/>
                </a:lnTo>
                <a:lnTo>
                  <a:pt x="6602" y="12126"/>
                </a:lnTo>
                <a:lnTo>
                  <a:pt x="6698" y="12126"/>
                </a:lnTo>
                <a:lnTo>
                  <a:pt x="7426" y="11998"/>
                </a:lnTo>
                <a:lnTo>
                  <a:pt x="8154" y="11747"/>
                </a:lnTo>
                <a:lnTo>
                  <a:pt x="8785" y="11496"/>
                </a:lnTo>
                <a:lnTo>
                  <a:pt x="9076" y="11241"/>
                </a:lnTo>
                <a:lnTo>
                  <a:pt x="9222" y="10989"/>
                </a:lnTo>
                <a:lnTo>
                  <a:pt x="9320" y="10735"/>
                </a:lnTo>
                <a:lnTo>
                  <a:pt x="9320" y="10232"/>
                </a:lnTo>
                <a:lnTo>
                  <a:pt x="9271" y="9977"/>
                </a:lnTo>
                <a:lnTo>
                  <a:pt x="9125" y="9853"/>
                </a:lnTo>
                <a:lnTo>
                  <a:pt x="9029" y="9726"/>
                </a:lnTo>
                <a:lnTo>
                  <a:pt x="8738" y="9598"/>
                </a:lnTo>
                <a:close/>
                <a:moveTo>
                  <a:pt x="17863" y="6695"/>
                </a:moveTo>
                <a:lnTo>
                  <a:pt x="17572" y="6819"/>
                </a:lnTo>
                <a:lnTo>
                  <a:pt x="17281" y="6946"/>
                </a:lnTo>
                <a:lnTo>
                  <a:pt x="17037" y="7074"/>
                </a:lnTo>
                <a:lnTo>
                  <a:pt x="16795" y="7577"/>
                </a:lnTo>
                <a:lnTo>
                  <a:pt x="16601" y="7831"/>
                </a:lnTo>
                <a:lnTo>
                  <a:pt x="16455" y="8338"/>
                </a:lnTo>
                <a:lnTo>
                  <a:pt x="16261" y="9219"/>
                </a:lnTo>
                <a:lnTo>
                  <a:pt x="16115" y="10356"/>
                </a:lnTo>
                <a:lnTo>
                  <a:pt x="16115" y="12126"/>
                </a:lnTo>
                <a:lnTo>
                  <a:pt x="16164" y="12632"/>
                </a:lnTo>
                <a:lnTo>
                  <a:pt x="16261" y="13135"/>
                </a:lnTo>
                <a:lnTo>
                  <a:pt x="16358" y="13641"/>
                </a:lnTo>
                <a:lnTo>
                  <a:pt x="16504" y="14147"/>
                </a:lnTo>
                <a:lnTo>
                  <a:pt x="16650" y="14526"/>
                </a:lnTo>
                <a:lnTo>
                  <a:pt x="16843" y="14778"/>
                </a:lnTo>
                <a:lnTo>
                  <a:pt x="17037" y="15033"/>
                </a:lnTo>
                <a:lnTo>
                  <a:pt x="17183" y="15157"/>
                </a:lnTo>
                <a:lnTo>
                  <a:pt x="17328" y="15157"/>
                </a:lnTo>
                <a:lnTo>
                  <a:pt x="17669" y="14905"/>
                </a:lnTo>
                <a:lnTo>
                  <a:pt x="18203" y="14275"/>
                </a:lnTo>
                <a:lnTo>
                  <a:pt x="18785" y="13769"/>
                </a:lnTo>
                <a:lnTo>
                  <a:pt x="19076" y="13262"/>
                </a:lnTo>
                <a:lnTo>
                  <a:pt x="19271" y="12756"/>
                </a:lnTo>
                <a:lnTo>
                  <a:pt x="19319" y="12505"/>
                </a:lnTo>
                <a:lnTo>
                  <a:pt x="19271" y="12253"/>
                </a:lnTo>
                <a:lnTo>
                  <a:pt x="19222" y="11998"/>
                </a:lnTo>
                <a:lnTo>
                  <a:pt x="19124" y="11874"/>
                </a:lnTo>
                <a:lnTo>
                  <a:pt x="18979" y="11747"/>
                </a:lnTo>
                <a:lnTo>
                  <a:pt x="18785" y="11874"/>
                </a:lnTo>
                <a:lnTo>
                  <a:pt x="18445" y="12126"/>
                </a:lnTo>
                <a:lnTo>
                  <a:pt x="17765" y="12884"/>
                </a:lnTo>
                <a:lnTo>
                  <a:pt x="17572" y="13135"/>
                </a:lnTo>
                <a:lnTo>
                  <a:pt x="17377" y="13262"/>
                </a:lnTo>
                <a:lnTo>
                  <a:pt x="17183" y="13262"/>
                </a:lnTo>
                <a:lnTo>
                  <a:pt x="16988" y="13011"/>
                </a:lnTo>
                <a:lnTo>
                  <a:pt x="16892" y="12632"/>
                </a:lnTo>
                <a:lnTo>
                  <a:pt x="16843" y="12253"/>
                </a:lnTo>
                <a:lnTo>
                  <a:pt x="16746" y="11496"/>
                </a:lnTo>
                <a:lnTo>
                  <a:pt x="16746" y="10735"/>
                </a:lnTo>
                <a:lnTo>
                  <a:pt x="16843" y="9977"/>
                </a:lnTo>
                <a:lnTo>
                  <a:pt x="16988" y="9347"/>
                </a:lnTo>
                <a:lnTo>
                  <a:pt x="17183" y="8716"/>
                </a:lnTo>
                <a:lnTo>
                  <a:pt x="17377" y="8462"/>
                </a:lnTo>
                <a:lnTo>
                  <a:pt x="17572" y="8338"/>
                </a:lnTo>
                <a:lnTo>
                  <a:pt x="18009" y="8210"/>
                </a:lnTo>
                <a:lnTo>
                  <a:pt x="18445" y="8083"/>
                </a:lnTo>
                <a:lnTo>
                  <a:pt x="18931" y="8083"/>
                </a:lnTo>
                <a:lnTo>
                  <a:pt x="18931" y="7704"/>
                </a:lnTo>
                <a:lnTo>
                  <a:pt x="18687" y="7325"/>
                </a:lnTo>
                <a:lnTo>
                  <a:pt x="18396" y="7074"/>
                </a:lnTo>
                <a:lnTo>
                  <a:pt x="18154" y="6819"/>
                </a:lnTo>
                <a:lnTo>
                  <a:pt x="17863" y="6695"/>
                </a:lnTo>
                <a:close/>
                <a:moveTo>
                  <a:pt x="8980" y="14399"/>
                </a:moveTo>
                <a:lnTo>
                  <a:pt x="8398" y="14778"/>
                </a:lnTo>
                <a:lnTo>
                  <a:pt x="7815" y="15033"/>
                </a:lnTo>
                <a:lnTo>
                  <a:pt x="7232" y="15284"/>
                </a:lnTo>
                <a:lnTo>
                  <a:pt x="6698" y="15663"/>
                </a:lnTo>
                <a:lnTo>
                  <a:pt x="6602" y="15914"/>
                </a:lnTo>
                <a:lnTo>
                  <a:pt x="6553" y="16169"/>
                </a:lnTo>
                <a:lnTo>
                  <a:pt x="6553" y="16548"/>
                </a:lnTo>
                <a:lnTo>
                  <a:pt x="6698" y="16675"/>
                </a:lnTo>
                <a:lnTo>
                  <a:pt x="6990" y="16799"/>
                </a:lnTo>
                <a:lnTo>
                  <a:pt x="7912" y="16799"/>
                </a:lnTo>
                <a:lnTo>
                  <a:pt x="8543" y="16420"/>
                </a:lnTo>
                <a:lnTo>
                  <a:pt x="9125" y="16042"/>
                </a:lnTo>
                <a:lnTo>
                  <a:pt x="9222" y="15914"/>
                </a:lnTo>
                <a:lnTo>
                  <a:pt x="9320" y="15790"/>
                </a:lnTo>
                <a:lnTo>
                  <a:pt x="9368" y="15535"/>
                </a:lnTo>
                <a:lnTo>
                  <a:pt x="9417" y="15284"/>
                </a:lnTo>
                <a:lnTo>
                  <a:pt x="9368" y="14778"/>
                </a:lnTo>
                <a:lnTo>
                  <a:pt x="9271" y="14526"/>
                </a:lnTo>
                <a:lnTo>
                  <a:pt x="9174" y="14399"/>
                </a:lnTo>
                <a:close/>
                <a:moveTo>
                  <a:pt x="14659" y="7074"/>
                </a:moveTo>
                <a:lnTo>
                  <a:pt x="14270" y="7198"/>
                </a:lnTo>
                <a:lnTo>
                  <a:pt x="13979" y="7453"/>
                </a:lnTo>
                <a:lnTo>
                  <a:pt x="13737" y="7955"/>
                </a:lnTo>
                <a:lnTo>
                  <a:pt x="13543" y="8589"/>
                </a:lnTo>
                <a:lnTo>
                  <a:pt x="13494" y="8210"/>
                </a:lnTo>
                <a:lnTo>
                  <a:pt x="13348" y="8083"/>
                </a:lnTo>
                <a:lnTo>
                  <a:pt x="13155" y="7955"/>
                </a:lnTo>
                <a:lnTo>
                  <a:pt x="12717" y="7955"/>
                </a:lnTo>
                <a:lnTo>
                  <a:pt x="12571" y="8083"/>
                </a:lnTo>
                <a:lnTo>
                  <a:pt x="12183" y="8589"/>
                </a:lnTo>
                <a:lnTo>
                  <a:pt x="11892" y="9219"/>
                </a:lnTo>
                <a:lnTo>
                  <a:pt x="11843" y="8840"/>
                </a:lnTo>
                <a:lnTo>
                  <a:pt x="11796" y="8716"/>
                </a:lnTo>
                <a:lnTo>
                  <a:pt x="11747" y="8716"/>
                </a:lnTo>
                <a:lnTo>
                  <a:pt x="11649" y="8840"/>
                </a:lnTo>
                <a:lnTo>
                  <a:pt x="11552" y="9474"/>
                </a:lnTo>
                <a:lnTo>
                  <a:pt x="11456" y="10104"/>
                </a:lnTo>
                <a:lnTo>
                  <a:pt x="11407" y="11496"/>
                </a:lnTo>
                <a:lnTo>
                  <a:pt x="11358" y="12756"/>
                </a:lnTo>
                <a:lnTo>
                  <a:pt x="11407" y="14020"/>
                </a:lnTo>
                <a:lnTo>
                  <a:pt x="11503" y="15284"/>
                </a:lnTo>
                <a:lnTo>
                  <a:pt x="11601" y="16548"/>
                </a:lnTo>
                <a:lnTo>
                  <a:pt x="11649" y="16799"/>
                </a:lnTo>
                <a:lnTo>
                  <a:pt x="11747" y="17054"/>
                </a:lnTo>
                <a:lnTo>
                  <a:pt x="11843" y="17178"/>
                </a:lnTo>
                <a:lnTo>
                  <a:pt x="11989" y="17054"/>
                </a:lnTo>
                <a:lnTo>
                  <a:pt x="12087" y="16927"/>
                </a:lnTo>
                <a:lnTo>
                  <a:pt x="12183" y="16799"/>
                </a:lnTo>
                <a:lnTo>
                  <a:pt x="12232" y="16420"/>
                </a:lnTo>
                <a:lnTo>
                  <a:pt x="12183" y="16042"/>
                </a:lnTo>
                <a:lnTo>
                  <a:pt x="12087" y="14399"/>
                </a:lnTo>
                <a:lnTo>
                  <a:pt x="12038" y="12632"/>
                </a:lnTo>
                <a:lnTo>
                  <a:pt x="12087" y="11496"/>
                </a:lnTo>
                <a:lnTo>
                  <a:pt x="12183" y="10735"/>
                </a:lnTo>
                <a:lnTo>
                  <a:pt x="12426" y="10232"/>
                </a:lnTo>
                <a:lnTo>
                  <a:pt x="12669" y="9726"/>
                </a:lnTo>
                <a:lnTo>
                  <a:pt x="12960" y="9598"/>
                </a:lnTo>
                <a:lnTo>
                  <a:pt x="13057" y="14020"/>
                </a:lnTo>
                <a:lnTo>
                  <a:pt x="13106" y="14275"/>
                </a:lnTo>
                <a:lnTo>
                  <a:pt x="13155" y="14526"/>
                </a:lnTo>
                <a:lnTo>
                  <a:pt x="13251" y="14778"/>
                </a:lnTo>
                <a:lnTo>
                  <a:pt x="13397" y="14778"/>
                </a:lnTo>
                <a:lnTo>
                  <a:pt x="13494" y="14905"/>
                </a:lnTo>
                <a:lnTo>
                  <a:pt x="13591" y="14778"/>
                </a:lnTo>
                <a:lnTo>
                  <a:pt x="13639" y="14526"/>
                </a:lnTo>
                <a:lnTo>
                  <a:pt x="13688" y="14275"/>
                </a:lnTo>
                <a:lnTo>
                  <a:pt x="13834" y="12253"/>
                </a:lnTo>
                <a:lnTo>
                  <a:pt x="13979" y="10356"/>
                </a:lnTo>
                <a:lnTo>
                  <a:pt x="14028" y="9853"/>
                </a:lnTo>
                <a:lnTo>
                  <a:pt x="14125" y="9474"/>
                </a:lnTo>
                <a:lnTo>
                  <a:pt x="14270" y="9095"/>
                </a:lnTo>
                <a:lnTo>
                  <a:pt x="14416" y="8840"/>
                </a:lnTo>
                <a:lnTo>
                  <a:pt x="14659" y="8840"/>
                </a:lnTo>
                <a:lnTo>
                  <a:pt x="14707" y="9095"/>
                </a:lnTo>
                <a:lnTo>
                  <a:pt x="14707" y="9853"/>
                </a:lnTo>
                <a:lnTo>
                  <a:pt x="14805" y="11874"/>
                </a:lnTo>
                <a:lnTo>
                  <a:pt x="14950" y="13896"/>
                </a:lnTo>
                <a:lnTo>
                  <a:pt x="15047" y="14654"/>
                </a:lnTo>
                <a:lnTo>
                  <a:pt x="15145" y="15535"/>
                </a:lnTo>
                <a:lnTo>
                  <a:pt x="15291" y="16293"/>
                </a:lnTo>
                <a:lnTo>
                  <a:pt x="15387" y="16548"/>
                </a:lnTo>
                <a:lnTo>
                  <a:pt x="15533" y="16675"/>
                </a:lnTo>
                <a:lnTo>
                  <a:pt x="15678" y="16675"/>
                </a:lnTo>
                <a:lnTo>
                  <a:pt x="15775" y="16548"/>
                </a:lnTo>
                <a:lnTo>
                  <a:pt x="15873" y="16420"/>
                </a:lnTo>
                <a:lnTo>
                  <a:pt x="15920" y="16169"/>
                </a:lnTo>
                <a:lnTo>
                  <a:pt x="15969" y="15790"/>
                </a:lnTo>
                <a:lnTo>
                  <a:pt x="15873" y="15411"/>
                </a:lnTo>
                <a:lnTo>
                  <a:pt x="15775" y="15157"/>
                </a:lnTo>
                <a:lnTo>
                  <a:pt x="15727" y="14654"/>
                </a:lnTo>
                <a:lnTo>
                  <a:pt x="15629" y="14020"/>
                </a:lnTo>
                <a:lnTo>
                  <a:pt x="15582" y="13011"/>
                </a:lnTo>
                <a:lnTo>
                  <a:pt x="15436" y="11496"/>
                </a:lnTo>
                <a:lnTo>
                  <a:pt x="15387" y="9853"/>
                </a:lnTo>
                <a:lnTo>
                  <a:pt x="15387" y="8716"/>
                </a:lnTo>
                <a:lnTo>
                  <a:pt x="15338" y="8210"/>
                </a:lnTo>
                <a:lnTo>
                  <a:pt x="15193" y="7831"/>
                </a:lnTo>
                <a:lnTo>
                  <a:pt x="14950" y="7325"/>
                </a:lnTo>
                <a:lnTo>
                  <a:pt x="14805" y="7198"/>
                </a:lnTo>
                <a:lnTo>
                  <a:pt x="14659" y="7074"/>
                </a:lnTo>
                <a:close/>
                <a:moveTo>
                  <a:pt x="3591" y="3916"/>
                </a:moveTo>
                <a:lnTo>
                  <a:pt x="3398" y="4040"/>
                </a:lnTo>
                <a:lnTo>
                  <a:pt x="3204" y="4418"/>
                </a:lnTo>
                <a:lnTo>
                  <a:pt x="3155" y="4673"/>
                </a:lnTo>
                <a:lnTo>
                  <a:pt x="2864" y="4418"/>
                </a:lnTo>
                <a:lnTo>
                  <a:pt x="2330" y="4418"/>
                </a:lnTo>
                <a:lnTo>
                  <a:pt x="2039" y="4673"/>
                </a:lnTo>
                <a:lnTo>
                  <a:pt x="1019" y="5176"/>
                </a:lnTo>
                <a:lnTo>
                  <a:pt x="486" y="5682"/>
                </a:lnTo>
                <a:lnTo>
                  <a:pt x="242" y="5937"/>
                </a:lnTo>
                <a:lnTo>
                  <a:pt x="49" y="6316"/>
                </a:lnTo>
                <a:lnTo>
                  <a:pt x="0" y="6567"/>
                </a:lnTo>
                <a:lnTo>
                  <a:pt x="0" y="6819"/>
                </a:lnTo>
                <a:lnTo>
                  <a:pt x="49" y="6946"/>
                </a:lnTo>
                <a:lnTo>
                  <a:pt x="146" y="7074"/>
                </a:lnTo>
                <a:lnTo>
                  <a:pt x="97" y="8083"/>
                </a:lnTo>
                <a:lnTo>
                  <a:pt x="97" y="12756"/>
                </a:lnTo>
                <a:lnTo>
                  <a:pt x="146" y="16675"/>
                </a:lnTo>
                <a:lnTo>
                  <a:pt x="195" y="20591"/>
                </a:lnTo>
                <a:lnTo>
                  <a:pt x="242" y="20970"/>
                </a:lnTo>
                <a:lnTo>
                  <a:pt x="388" y="21349"/>
                </a:lnTo>
                <a:lnTo>
                  <a:pt x="533" y="21473"/>
                </a:lnTo>
                <a:lnTo>
                  <a:pt x="679" y="21349"/>
                </a:lnTo>
                <a:lnTo>
                  <a:pt x="824" y="21473"/>
                </a:lnTo>
                <a:lnTo>
                  <a:pt x="1117" y="21600"/>
                </a:lnTo>
                <a:lnTo>
                  <a:pt x="1359" y="21473"/>
                </a:lnTo>
                <a:lnTo>
                  <a:pt x="1845" y="21221"/>
                </a:lnTo>
                <a:lnTo>
                  <a:pt x="3155" y="20591"/>
                </a:lnTo>
                <a:lnTo>
                  <a:pt x="3446" y="20464"/>
                </a:lnTo>
                <a:lnTo>
                  <a:pt x="3640" y="20336"/>
                </a:lnTo>
                <a:lnTo>
                  <a:pt x="3835" y="20085"/>
                </a:lnTo>
                <a:lnTo>
                  <a:pt x="3931" y="19578"/>
                </a:lnTo>
                <a:lnTo>
                  <a:pt x="3931" y="19200"/>
                </a:lnTo>
                <a:lnTo>
                  <a:pt x="3883" y="18948"/>
                </a:lnTo>
                <a:lnTo>
                  <a:pt x="3737" y="18693"/>
                </a:lnTo>
                <a:lnTo>
                  <a:pt x="3544" y="18569"/>
                </a:lnTo>
                <a:lnTo>
                  <a:pt x="3349" y="18569"/>
                </a:lnTo>
                <a:lnTo>
                  <a:pt x="3155" y="18693"/>
                </a:lnTo>
                <a:lnTo>
                  <a:pt x="2718" y="18948"/>
                </a:lnTo>
                <a:lnTo>
                  <a:pt x="2330" y="19200"/>
                </a:lnTo>
                <a:lnTo>
                  <a:pt x="1359" y="19706"/>
                </a:lnTo>
                <a:lnTo>
                  <a:pt x="922" y="19957"/>
                </a:lnTo>
                <a:lnTo>
                  <a:pt x="873" y="17054"/>
                </a:lnTo>
                <a:lnTo>
                  <a:pt x="824" y="14147"/>
                </a:lnTo>
                <a:lnTo>
                  <a:pt x="1117" y="14147"/>
                </a:lnTo>
                <a:lnTo>
                  <a:pt x="1359" y="14020"/>
                </a:lnTo>
                <a:lnTo>
                  <a:pt x="1892" y="13641"/>
                </a:lnTo>
                <a:lnTo>
                  <a:pt x="3253" y="12884"/>
                </a:lnTo>
                <a:lnTo>
                  <a:pt x="3300" y="13011"/>
                </a:lnTo>
                <a:lnTo>
                  <a:pt x="3446" y="13011"/>
                </a:lnTo>
                <a:lnTo>
                  <a:pt x="3544" y="12884"/>
                </a:lnTo>
                <a:lnTo>
                  <a:pt x="3640" y="12756"/>
                </a:lnTo>
                <a:lnTo>
                  <a:pt x="3689" y="12632"/>
                </a:lnTo>
                <a:lnTo>
                  <a:pt x="3786" y="12253"/>
                </a:lnTo>
                <a:lnTo>
                  <a:pt x="3835" y="11998"/>
                </a:lnTo>
                <a:lnTo>
                  <a:pt x="3835" y="11747"/>
                </a:lnTo>
                <a:lnTo>
                  <a:pt x="3786" y="11496"/>
                </a:lnTo>
                <a:lnTo>
                  <a:pt x="3737" y="11241"/>
                </a:lnTo>
                <a:lnTo>
                  <a:pt x="3591" y="10862"/>
                </a:lnTo>
                <a:lnTo>
                  <a:pt x="3349" y="10862"/>
                </a:lnTo>
                <a:lnTo>
                  <a:pt x="1892" y="11874"/>
                </a:lnTo>
                <a:lnTo>
                  <a:pt x="1359" y="12126"/>
                </a:lnTo>
                <a:lnTo>
                  <a:pt x="1068" y="12377"/>
                </a:lnTo>
                <a:lnTo>
                  <a:pt x="824" y="12505"/>
                </a:lnTo>
                <a:lnTo>
                  <a:pt x="777" y="9598"/>
                </a:lnTo>
                <a:lnTo>
                  <a:pt x="777" y="8462"/>
                </a:lnTo>
                <a:lnTo>
                  <a:pt x="728" y="7198"/>
                </a:lnTo>
                <a:lnTo>
                  <a:pt x="1408" y="6819"/>
                </a:lnTo>
                <a:lnTo>
                  <a:pt x="2136" y="6316"/>
                </a:lnTo>
                <a:lnTo>
                  <a:pt x="2378" y="6189"/>
                </a:lnTo>
                <a:lnTo>
                  <a:pt x="2718" y="6189"/>
                </a:lnTo>
                <a:lnTo>
                  <a:pt x="2864" y="6440"/>
                </a:lnTo>
                <a:lnTo>
                  <a:pt x="2960" y="6567"/>
                </a:lnTo>
                <a:lnTo>
                  <a:pt x="3058" y="6695"/>
                </a:lnTo>
                <a:lnTo>
                  <a:pt x="3204" y="6695"/>
                </a:lnTo>
                <a:lnTo>
                  <a:pt x="3300" y="6567"/>
                </a:lnTo>
                <a:lnTo>
                  <a:pt x="3980" y="5682"/>
                </a:lnTo>
                <a:lnTo>
                  <a:pt x="4077" y="5558"/>
                </a:lnTo>
                <a:lnTo>
                  <a:pt x="4126" y="5431"/>
                </a:lnTo>
                <a:lnTo>
                  <a:pt x="4175" y="4925"/>
                </a:lnTo>
                <a:lnTo>
                  <a:pt x="4126" y="4418"/>
                </a:lnTo>
                <a:lnTo>
                  <a:pt x="4077" y="4295"/>
                </a:lnTo>
                <a:lnTo>
                  <a:pt x="3980" y="4040"/>
                </a:lnTo>
                <a:lnTo>
                  <a:pt x="3786" y="3916"/>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369" name="Google Shape;175;p2"/>
          <p:cNvSpPr/>
          <p:nvPr/>
        </p:nvSpPr>
        <p:spPr>
          <a:xfrm>
            <a:off x="7146471" y="4508813"/>
            <a:ext cx="1040785" cy="7305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676" y="651"/>
                </a:moveTo>
                <a:lnTo>
                  <a:pt x="5867" y="706"/>
                </a:lnTo>
                <a:lnTo>
                  <a:pt x="5791" y="706"/>
                </a:lnTo>
                <a:lnTo>
                  <a:pt x="5676" y="651"/>
                </a:lnTo>
                <a:close/>
                <a:moveTo>
                  <a:pt x="5029" y="706"/>
                </a:moveTo>
                <a:lnTo>
                  <a:pt x="4990" y="759"/>
                </a:lnTo>
                <a:lnTo>
                  <a:pt x="4762" y="814"/>
                </a:lnTo>
                <a:lnTo>
                  <a:pt x="5029" y="706"/>
                </a:lnTo>
                <a:close/>
                <a:moveTo>
                  <a:pt x="5371" y="1194"/>
                </a:moveTo>
                <a:lnTo>
                  <a:pt x="5410" y="1247"/>
                </a:lnTo>
                <a:lnTo>
                  <a:pt x="5447" y="1357"/>
                </a:lnTo>
                <a:lnTo>
                  <a:pt x="5561" y="1465"/>
                </a:lnTo>
                <a:lnTo>
                  <a:pt x="5714" y="1520"/>
                </a:lnTo>
                <a:lnTo>
                  <a:pt x="5981" y="1520"/>
                </a:lnTo>
                <a:lnTo>
                  <a:pt x="6095" y="1465"/>
                </a:lnTo>
                <a:lnTo>
                  <a:pt x="6210" y="1465"/>
                </a:lnTo>
                <a:lnTo>
                  <a:pt x="6248" y="1520"/>
                </a:lnTo>
                <a:lnTo>
                  <a:pt x="6285" y="1628"/>
                </a:lnTo>
                <a:lnTo>
                  <a:pt x="6400" y="2116"/>
                </a:lnTo>
                <a:lnTo>
                  <a:pt x="6400" y="2551"/>
                </a:lnTo>
                <a:lnTo>
                  <a:pt x="6362" y="3039"/>
                </a:lnTo>
                <a:lnTo>
                  <a:pt x="6285" y="3473"/>
                </a:lnTo>
                <a:lnTo>
                  <a:pt x="6210" y="3745"/>
                </a:lnTo>
                <a:lnTo>
                  <a:pt x="6134" y="4016"/>
                </a:lnTo>
                <a:lnTo>
                  <a:pt x="5867" y="4450"/>
                </a:lnTo>
                <a:lnTo>
                  <a:pt x="5600" y="4776"/>
                </a:lnTo>
                <a:lnTo>
                  <a:pt x="5257" y="5047"/>
                </a:lnTo>
                <a:lnTo>
                  <a:pt x="5257" y="4884"/>
                </a:lnTo>
                <a:lnTo>
                  <a:pt x="5219" y="4829"/>
                </a:lnTo>
                <a:lnTo>
                  <a:pt x="5143" y="4776"/>
                </a:lnTo>
                <a:lnTo>
                  <a:pt x="5067" y="4776"/>
                </a:lnTo>
                <a:lnTo>
                  <a:pt x="5257" y="4125"/>
                </a:lnTo>
                <a:lnTo>
                  <a:pt x="5257" y="4016"/>
                </a:lnTo>
                <a:lnTo>
                  <a:pt x="5181" y="3962"/>
                </a:lnTo>
                <a:lnTo>
                  <a:pt x="5143" y="3962"/>
                </a:lnTo>
                <a:lnTo>
                  <a:pt x="5067" y="4016"/>
                </a:lnTo>
                <a:lnTo>
                  <a:pt x="4723" y="4776"/>
                </a:lnTo>
                <a:lnTo>
                  <a:pt x="4495" y="5264"/>
                </a:lnTo>
                <a:lnTo>
                  <a:pt x="4266" y="5210"/>
                </a:lnTo>
                <a:lnTo>
                  <a:pt x="4001" y="5156"/>
                </a:lnTo>
                <a:lnTo>
                  <a:pt x="3848" y="5102"/>
                </a:lnTo>
                <a:lnTo>
                  <a:pt x="4152" y="4721"/>
                </a:lnTo>
                <a:lnTo>
                  <a:pt x="4762" y="3908"/>
                </a:lnTo>
                <a:lnTo>
                  <a:pt x="4762" y="3690"/>
                </a:lnTo>
                <a:lnTo>
                  <a:pt x="4686" y="3635"/>
                </a:lnTo>
                <a:lnTo>
                  <a:pt x="4609" y="3635"/>
                </a:lnTo>
                <a:lnTo>
                  <a:pt x="3619" y="4613"/>
                </a:lnTo>
                <a:lnTo>
                  <a:pt x="3428" y="4829"/>
                </a:lnTo>
                <a:lnTo>
                  <a:pt x="3352" y="4721"/>
                </a:lnTo>
                <a:lnTo>
                  <a:pt x="3391" y="4559"/>
                </a:lnTo>
                <a:lnTo>
                  <a:pt x="3428" y="4450"/>
                </a:lnTo>
                <a:lnTo>
                  <a:pt x="3391" y="4341"/>
                </a:lnTo>
                <a:lnTo>
                  <a:pt x="3352" y="4288"/>
                </a:lnTo>
                <a:lnTo>
                  <a:pt x="3467" y="4341"/>
                </a:lnTo>
                <a:lnTo>
                  <a:pt x="3809" y="4070"/>
                </a:lnTo>
                <a:lnTo>
                  <a:pt x="4914" y="3039"/>
                </a:lnTo>
                <a:lnTo>
                  <a:pt x="4953" y="2931"/>
                </a:lnTo>
                <a:lnTo>
                  <a:pt x="4953" y="2876"/>
                </a:lnTo>
                <a:lnTo>
                  <a:pt x="4914" y="2768"/>
                </a:lnTo>
                <a:lnTo>
                  <a:pt x="4839" y="2768"/>
                </a:lnTo>
                <a:lnTo>
                  <a:pt x="4495" y="2931"/>
                </a:lnTo>
                <a:lnTo>
                  <a:pt x="3962" y="3256"/>
                </a:lnTo>
                <a:lnTo>
                  <a:pt x="3428" y="3635"/>
                </a:lnTo>
                <a:lnTo>
                  <a:pt x="3200" y="3908"/>
                </a:lnTo>
                <a:lnTo>
                  <a:pt x="3047" y="4125"/>
                </a:lnTo>
                <a:lnTo>
                  <a:pt x="3010" y="3853"/>
                </a:lnTo>
                <a:lnTo>
                  <a:pt x="3010" y="3635"/>
                </a:lnTo>
                <a:lnTo>
                  <a:pt x="3200" y="3527"/>
                </a:lnTo>
                <a:lnTo>
                  <a:pt x="3391" y="3310"/>
                </a:lnTo>
                <a:lnTo>
                  <a:pt x="3771" y="2984"/>
                </a:lnTo>
                <a:lnTo>
                  <a:pt x="4266" y="2551"/>
                </a:lnTo>
                <a:lnTo>
                  <a:pt x="4762" y="2225"/>
                </a:lnTo>
                <a:lnTo>
                  <a:pt x="4839" y="2116"/>
                </a:lnTo>
                <a:lnTo>
                  <a:pt x="4839" y="2008"/>
                </a:lnTo>
                <a:lnTo>
                  <a:pt x="4762" y="1953"/>
                </a:lnTo>
                <a:lnTo>
                  <a:pt x="4686" y="1900"/>
                </a:lnTo>
                <a:lnTo>
                  <a:pt x="4419" y="2008"/>
                </a:lnTo>
                <a:lnTo>
                  <a:pt x="4115" y="2116"/>
                </a:lnTo>
                <a:lnTo>
                  <a:pt x="3848" y="2225"/>
                </a:lnTo>
                <a:lnTo>
                  <a:pt x="3581" y="2441"/>
                </a:lnTo>
                <a:lnTo>
                  <a:pt x="3277" y="2659"/>
                </a:lnTo>
                <a:lnTo>
                  <a:pt x="3428" y="2333"/>
                </a:lnTo>
                <a:lnTo>
                  <a:pt x="3619" y="2008"/>
                </a:lnTo>
                <a:lnTo>
                  <a:pt x="3924" y="1790"/>
                </a:lnTo>
                <a:lnTo>
                  <a:pt x="4266" y="1574"/>
                </a:lnTo>
                <a:lnTo>
                  <a:pt x="4914" y="1247"/>
                </a:lnTo>
                <a:lnTo>
                  <a:pt x="4953" y="1357"/>
                </a:lnTo>
                <a:lnTo>
                  <a:pt x="5029" y="1465"/>
                </a:lnTo>
                <a:lnTo>
                  <a:pt x="5105" y="1465"/>
                </a:lnTo>
                <a:lnTo>
                  <a:pt x="5181" y="1520"/>
                </a:lnTo>
                <a:lnTo>
                  <a:pt x="5257" y="1465"/>
                </a:lnTo>
                <a:lnTo>
                  <a:pt x="5296" y="1411"/>
                </a:lnTo>
                <a:lnTo>
                  <a:pt x="5371" y="1302"/>
                </a:lnTo>
                <a:lnTo>
                  <a:pt x="5371" y="1194"/>
                </a:lnTo>
                <a:close/>
                <a:moveTo>
                  <a:pt x="10019" y="4884"/>
                </a:moveTo>
                <a:lnTo>
                  <a:pt x="10286" y="4992"/>
                </a:lnTo>
                <a:lnTo>
                  <a:pt x="10286" y="5047"/>
                </a:lnTo>
                <a:lnTo>
                  <a:pt x="10514" y="5372"/>
                </a:lnTo>
                <a:lnTo>
                  <a:pt x="10704" y="5753"/>
                </a:lnTo>
                <a:lnTo>
                  <a:pt x="10553" y="5970"/>
                </a:lnTo>
                <a:lnTo>
                  <a:pt x="10362" y="6186"/>
                </a:lnTo>
                <a:lnTo>
                  <a:pt x="10172" y="6350"/>
                </a:lnTo>
                <a:lnTo>
                  <a:pt x="9982" y="6404"/>
                </a:lnTo>
                <a:lnTo>
                  <a:pt x="9866" y="6350"/>
                </a:lnTo>
                <a:lnTo>
                  <a:pt x="9791" y="6296"/>
                </a:lnTo>
                <a:lnTo>
                  <a:pt x="9866" y="6133"/>
                </a:lnTo>
                <a:lnTo>
                  <a:pt x="9866" y="6023"/>
                </a:lnTo>
                <a:lnTo>
                  <a:pt x="9829" y="5915"/>
                </a:lnTo>
                <a:lnTo>
                  <a:pt x="9752" y="5807"/>
                </a:lnTo>
                <a:lnTo>
                  <a:pt x="9600" y="5807"/>
                </a:lnTo>
                <a:lnTo>
                  <a:pt x="9829" y="5644"/>
                </a:lnTo>
                <a:lnTo>
                  <a:pt x="9866" y="5590"/>
                </a:lnTo>
                <a:lnTo>
                  <a:pt x="9905" y="5535"/>
                </a:lnTo>
                <a:lnTo>
                  <a:pt x="9905" y="5372"/>
                </a:lnTo>
                <a:lnTo>
                  <a:pt x="9829" y="5264"/>
                </a:lnTo>
                <a:lnTo>
                  <a:pt x="9752" y="5210"/>
                </a:lnTo>
                <a:lnTo>
                  <a:pt x="9715" y="5210"/>
                </a:lnTo>
                <a:lnTo>
                  <a:pt x="9409" y="5372"/>
                </a:lnTo>
                <a:lnTo>
                  <a:pt x="9562" y="4992"/>
                </a:lnTo>
                <a:lnTo>
                  <a:pt x="9638" y="5047"/>
                </a:lnTo>
                <a:lnTo>
                  <a:pt x="9715" y="5047"/>
                </a:lnTo>
                <a:lnTo>
                  <a:pt x="9866" y="4992"/>
                </a:lnTo>
                <a:lnTo>
                  <a:pt x="10019" y="4884"/>
                </a:lnTo>
                <a:close/>
                <a:moveTo>
                  <a:pt x="1562" y="6404"/>
                </a:moveTo>
                <a:lnTo>
                  <a:pt x="1676" y="6458"/>
                </a:lnTo>
                <a:lnTo>
                  <a:pt x="1790" y="6566"/>
                </a:lnTo>
                <a:lnTo>
                  <a:pt x="1943" y="6784"/>
                </a:lnTo>
                <a:lnTo>
                  <a:pt x="1981" y="7055"/>
                </a:lnTo>
                <a:lnTo>
                  <a:pt x="2019" y="7272"/>
                </a:lnTo>
                <a:lnTo>
                  <a:pt x="1981" y="7544"/>
                </a:lnTo>
                <a:lnTo>
                  <a:pt x="1943" y="7760"/>
                </a:lnTo>
                <a:lnTo>
                  <a:pt x="1829" y="7978"/>
                </a:lnTo>
                <a:lnTo>
                  <a:pt x="1676" y="8141"/>
                </a:lnTo>
                <a:lnTo>
                  <a:pt x="1524" y="8249"/>
                </a:lnTo>
                <a:lnTo>
                  <a:pt x="1486" y="8032"/>
                </a:lnTo>
                <a:lnTo>
                  <a:pt x="1486" y="7707"/>
                </a:lnTo>
                <a:lnTo>
                  <a:pt x="1448" y="7598"/>
                </a:lnTo>
                <a:lnTo>
                  <a:pt x="1448" y="7489"/>
                </a:lnTo>
                <a:lnTo>
                  <a:pt x="1371" y="7380"/>
                </a:lnTo>
                <a:lnTo>
                  <a:pt x="1334" y="7327"/>
                </a:lnTo>
                <a:lnTo>
                  <a:pt x="1219" y="7380"/>
                </a:lnTo>
                <a:lnTo>
                  <a:pt x="1067" y="7489"/>
                </a:lnTo>
                <a:lnTo>
                  <a:pt x="1181" y="7380"/>
                </a:lnTo>
                <a:lnTo>
                  <a:pt x="1371" y="7217"/>
                </a:lnTo>
                <a:lnTo>
                  <a:pt x="1524" y="7055"/>
                </a:lnTo>
                <a:lnTo>
                  <a:pt x="1600" y="6947"/>
                </a:lnTo>
                <a:lnTo>
                  <a:pt x="1562" y="6838"/>
                </a:lnTo>
                <a:lnTo>
                  <a:pt x="1524" y="6729"/>
                </a:lnTo>
                <a:lnTo>
                  <a:pt x="1448" y="6676"/>
                </a:lnTo>
                <a:lnTo>
                  <a:pt x="1486" y="6621"/>
                </a:lnTo>
                <a:lnTo>
                  <a:pt x="1524" y="6566"/>
                </a:lnTo>
                <a:lnTo>
                  <a:pt x="1524" y="6513"/>
                </a:lnTo>
                <a:lnTo>
                  <a:pt x="1486" y="6404"/>
                </a:lnTo>
                <a:close/>
                <a:moveTo>
                  <a:pt x="1181" y="8249"/>
                </a:moveTo>
                <a:lnTo>
                  <a:pt x="1181" y="8358"/>
                </a:lnTo>
                <a:lnTo>
                  <a:pt x="1067" y="8303"/>
                </a:lnTo>
                <a:lnTo>
                  <a:pt x="1181" y="8249"/>
                </a:lnTo>
                <a:close/>
                <a:moveTo>
                  <a:pt x="8190" y="8738"/>
                </a:moveTo>
                <a:lnTo>
                  <a:pt x="8534" y="8846"/>
                </a:lnTo>
                <a:lnTo>
                  <a:pt x="8610" y="9009"/>
                </a:lnTo>
                <a:lnTo>
                  <a:pt x="8724" y="9117"/>
                </a:lnTo>
                <a:lnTo>
                  <a:pt x="8838" y="9280"/>
                </a:lnTo>
                <a:lnTo>
                  <a:pt x="8952" y="9443"/>
                </a:lnTo>
                <a:lnTo>
                  <a:pt x="9028" y="9660"/>
                </a:lnTo>
                <a:lnTo>
                  <a:pt x="9105" y="9877"/>
                </a:lnTo>
                <a:lnTo>
                  <a:pt x="9143" y="10258"/>
                </a:lnTo>
                <a:lnTo>
                  <a:pt x="9105" y="10583"/>
                </a:lnTo>
                <a:lnTo>
                  <a:pt x="8991" y="10909"/>
                </a:lnTo>
                <a:lnTo>
                  <a:pt x="8877" y="11180"/>
                </a:lnTo>
                <a:lnTo>
                  <a:pt x="8762" y="11397"/>
                </a:lnTo>
                <a:lnTo>
                  <a:pt x="8610" y="11560"/>
                </a:lnTo>
                <a:lnTo>
                  <a:pt x="8457" y="11668"/>
                </a:lnTo>
                <a:lnTo>
                  <a:pt x="8305" y="11777"/>
                </a:lnTo>
                <a:lnTo>
                  <a:pt x="8381" y="11234"/>
                </a:lnTo>
                <a:lnTo>
                  <a:pt x="8381" y="11125"/>
                </a:lnTo>
                <a:lnTo>
                  <a:pt x="8343" y="11071"/>
                </a:lnTo>
                <a:lnTo>
                  <a:pt x="8267" y="11071"/>
                </a:lnTo>
                <a:lnTo>
                  <a:pt x="8229" y="11125"/>
                </a:lnTo>
                <a:lnTo>
                  <a:pt x="8038" y="11452"/>
                </a:lnTo>
                <a:lnTo>
                  <a:pt x="7847" y="11831"/>
                </a:lnTo>
                <a:lnTo>
                  <a:pt x="7543" y="11723"/>
                </a:lnTo>
                <a:lnTo>
                  <a:pt x="7772" y="11234"/>
                </a:lnTo>
                <a:lnTo>
                  <a:pt x="8038" y="10854"/>
                </a:lnTo>
                <a:lnTo>
                  <a:pt x="8038" y="10691"/>
                </a:lnTo>
                <a:lnTo>
                  <a:pt x="7924" y="10691"/>
                </a:lnTo>
                <a:lnTo>
                  <a:pt x="7733" y="10854"/>
                </a:lnTo>
                <a:lnTo>
                  <a:pt x="7543" y="11017"/>
                </a:lnTo>
                <a:lnTo>
                  <a:pt x="7352" y="11234"/>
                </a:lnTo>
                <a:lnTo>
                  <a:pt x="7200" y="11505"/>
                </a:lnTo>
                <a:lnTo>
                  <a:pt x="7123" y="11397"/>
                </a:lnTo>
                <a:lnTo>
                  <a:pt x="6972" y="11180"/>
                </a:lnTo>
                <a:lnTo>
                  <a:pt x="7505" y="10746"/>
                </a:lnTo>
                <a:lnTo>
                  <a:pt x="8038" y="10258"/>
                </a:lnTo>
                <a:lnTo>
                  <a:pt x="8038" y="10203"/>
                </a:lnTo>
                <a:lnTo>
                  <a:pt x="8000" y="10148"/>
                </a:lnTo>
                <a:lnTo>
                  <a:pt x="7696" y="10148"/>
                </a:lnTo>
                <a:lnTo>
                  <a:pt x="7352" y="10258"/>
                </a:lnTo>
                <a:lnTo>
                  <a:pt x="7048" y="10420"/>
                </a:lnTo>
                <a:lnTo>
                  <a:pt x="6781" y="10691"/>
                </a:lnTo>
                <a:lnTo>
                  <a:pt x="6743" y="10366"/>
                </a:lnTo>
                <a:lnTo>
                  <a:pt x="6743" y="9986"/>
                </a:lnTo>
                <a:lnTo>
                  <a:pt x="6858" y="9931"/>
                </a:lnTo>
                <a:lnTo>
                  <a:pt x="7238" y="9768"/>
                </a:lnTo>
                <a:lnTo>
                  <a:pt x="7390" y="9660"/>
                </a:lnTo>
                <a:lnTo>
                  <a:pt x="7581" y="9497"/>
                </a:lnTo>
                <a:lnTo>
                  <a:pt x="7619" y="9389"/>
                </a:lnTo>
                <a:lnTo>
                  <a:pt x="7619" y="9335"/>
                </a:lnTo>
                <a:lnTo>
                  <a:pt x="7581" y="9335"/>
                </a:lnTo>
                <a:lnTo>
                  <a:pt x="7276" y="9280"/>
                </a:lnTo>
                <a:lnTo>
                  <a:pt x="7009" y="9335"/>
                </a:lnTo>
                <a:lnTo>
                  <a:pt x="7123" y="9172"/>
                </a:lnTo>
                <a:lnTo>
                  <a:pt x="7238" y="9009"/>
                </a:lnTo>
                <a:lnTo>
                  <a:pt x="7390" y="8901"/>
                </a:lnTo>
                <a:lnTo>
                  <a:pt x="7543" y="8792"/>
                </a:lnTo>
                <a:lnTo>
                  <a:pt x="7847" y="8738"/>
                </a:lnTo>
                <a:close/>
                <a:moveTo>
                  <a:pt x="5143" y="0"/>
                </a:moveTo>
                <a:lnTo>
                  <a:pt x="4914" y="53"/>
                </a:lnTo>
                <a:lnTo>
                  <a:pt x="4648" y="163"/>
                </a:lnTo>
                <a:lnTo>
                  <a:pt x="4419" y="271"/>
                </a:lnTo>
                <a:lnTo>
                  <a:pt x="4191" y="434"/>
                </a:lnTo>
                <a:lnTo>
                  <a:pt x="3771" y="814"/>
                </a:lnTo>
                <a:lnTo>
                  <a:pt x="3428" y="1302"/>
                </a:lnTo>
                <a:lnTo>
                  <a:pt x="3086" y="1845"/>
                </a:lnTo>
                <a:lnTo>
                  <a:pt x="2781" y="2441"/>
                </a:lnTo>
                <a:lnTo>
                  <a:pt x="2667" y="2768"/>
                </a:lnTo>
                <a:lnTo>
                  <a:pt x="2590" y="3094"/>
                </a:lnTo>
                <a:lnTo>
                  <a:pt x="2514" y="3473"/>
                </a:lnTo>
                <a:lnTo>
                  <a:pt x="2476" y="3798"/>
                </a:lnTo>
                <a:lnTo>
                  <a:pt x="2514" y="4125"/>
                </a:lnTo>
                <a:lnTo>
                  <a:pt x="2553" y="4341"/>
                </a:lnTo>
                <a:lnTo>
                  <a:pt x="2629" y="4613"/>
                </a:lnTo>
                <a:lnTo>
                  <a:pt x="2704" y="4829"/>
                </a:lnTo>
                <a:lnTo>
                  <a:pt x="2590" y="4939"/>
                </a:lnTo>
                <a:lnTo>
                  <a:pt x="2095" y="5264"/>
                </a:lnTo>
                <a:lnTo>
                  <a:pt x="1866" y="5482"/>
                </a:lnTo>
                <a:lnTo>
                  <a:pt x="1752" y="5590"/>
                </a:lnTo>
                <a:lnTo>
                  <a:pt x="1638" y="5698"/>
                </a:lnTo>
                <a:lnTo>
                  <a:pt x="1105" y="5698"/>
                </a:lnTo>
                <a:lnTo>
                  <a:pt x="914" y="5807"/>
                </a:lnTo>
                <a:lnTo>
                  <a:pt x="762" y="5915"/>
                </a:lnTo>
                <a:lnTo>
                  <a:pt x="610" y="6078"/>
                </a:lnTo>
                <a:lnTo>
                  <a:pt x="495" y="6296"/>
                </a:lnTo>
                <a:lnTo>
                  <a:pt x="381" y="6513"/>
                </a:lnTo>
                <a:lnTo>
                  <a:pt x="190" y="6838"/>
                </a:lnTo>
                <a:lnTo>
                  <a:pt x="76" y="7217"/>
                </a:lnTo>
                <a:lnTo>
                  <a:pt x="38" y="7380"/>
                </a:lnTo>
                <a:lnTo>
                  <a:pt x="0" y="7598"/>
                </a:lnTo>
                <a:lnTo>
                  <a:pt x="38" y="7815"/>
                </a:lnTo>
                <a:lnTo>
                  <a:pt x="76" y="8032"/>
                </a:lnTo>
                <a:lnTo>
                  <a:pt x="190" y="8249"/>
                </a:lnTo>
                <a:lnTo>
                  <a:pt x="267" y="8466"/>
                </a:lnTo>
                <a:lnTo>
                  <a:pt x="419" y="8629"/>
                </a:lnTo>
                <a:lnTo>
                  <a:pt x="533" y="8792"/>
                </a:lnTo>
                <a:lnTo>
                  <a:pt x="685" y="8901"/>
                </a:lnTo>
                <a:lnTo>
                  <a:pt x="877" y="8954"/>
                </a:lnTo>
                <a:lnTo>
                  <a:pt x="1219" y="9064"/>
                </a:lnTo>
                <a:lnTo>
                  <a:pt x="1409" y="9064"/>
                </a:lnTo>
                <a:lnTo>
                  <a:pt x="1562" y="9009"/>
                </a:lnTo>
                <a:lnTo>
                  <a:pt x="1752" y="8954"/>
                </a:lnTo>
                <a:lnTo>
                  <a:pt x="1905" y="8846"/>
                </a:lnTo>
                <a:lnTo>
                  <a:pt x="2133" y="8521"/>
                </a:lnTo>
                <a:lnTo>
                  <a:pt x="2362" y="8141"/>
                </a:lnTo>
                <a:lnTo>
                  <a:pt x="2476" y="7707"/>
                </a:lnTo>
                <a:lnTo>
                  <a:pt x="2514" y="7489"/>
                </a:lnTo>
                <a:lnTo>
                  <a:pt x="2514" y="7217"/>
                </a:lnTo>
                <a:lnTo>
                  <a:pt x="2476" y="7001"/>
                </a:lnTo>
                <a:lnTo>
                  <a:pt x="2439" y="6784"/>
                </a:lnTo>
                <a:lnTo>
                  <a:pt x="2362" y="6513"/>
                </a:lnTo>
                <a:lnTo>
                  <a:pt x="2286" y="6296"/>
                </a:lnTo>
                <a:lnTo>
                  <a:pt x="2172" y="6133"/>
                </a:lnTo>
                <a:lnTo>
                  <a:pt x="2133" y="6078"/>
                </a:lnTo>
                <a:lnTo>
                  <a:pt x="2247" y="5970"/>
                </a:lnTo>
                <a:lnTo>
                  <a:pt x="2590" y="5644"/>
                </a:lnTo>
                <a:lnTo>
                  <a:pt x="2781" y="5427"/>
                </a:lnTo>
                <a:lnTo>
                  <a:pt x="2971" y="5210"/>
                </a:lnTo>
                <a:lnTo>
                  <a:pt x="3238" y="5482"/>
                </a:lnTo>
                <a:lnTo>
                  <a:pt x="3277" y="5590"/>
                </a:lnTo>
                <a:lnTo>
                  <a:pt x="3352" y="5644"/>
                </a:lnTo>
                <a:lnTo>
                  <a:pt x="3467" y="5644"/>
                </a:lnTo>
                <a:lnTo>
                  <a:pt x="3848" y="5861"/>
                </a:lnTo>
                <a:lnTo>
                  <a:pt x="4266" y="5970"/>
                </a:lnTo>
                <a:lnTo>
                  <a:pt x="4686" y="6023"/>
                </a:lnTo>
                <a:lnTo>
                  <a:pt x="5067" y="5915"/>
                </a:lnTo>
                <a:lnTo>
                  <a:pt x="5447" y="5753"/>
                </a:lnTo>
                <a:lnTo>
                  <a:pt x="5486" y="5861"/>
                </a:lnTo>
                <a:lnTo>
                  <a:pt x="5524" y="5970"/>
                </a:lnTo>
                <a:lnTo>
                  <a:pt x="5753" y="6241"/>
                </a:lnTo>
                <a:lnTo>
                  <a:pt x="5943" y="6566"/>
                </a:lnTo>
                <a:lnTo>
                  <a:pt x="6210" y="7272"/>
                </a:lnTo>
                <a:lnTo>
                  <a:pt x="6438" y="8032"/>
                </a:lnTo>
                <a:lnTo>
                  <a:pt x="6591" y="8358"/>
                </a:lnTo>
                <a:lnTo>
                  <a:pt x="6781" y="8683"/>
                </a:lnTo>
                <a:lnTo>
                  <a:pt x="6591" y="8901"/>
                </a:lnTo>
                <a:lnTo>
                  <a:pt x="6476" y="9172"/>
                </a:lnTo>
                <a:lnTo>
                  <a:pt x="6362" y="9443"/>
                </a:lnTo>
                <a:lnTo>
                  <a:pt x="6285" y="9715"/>
                </a:lnTo>
                <a:lnTo>
                  <a:pt x="6020" y="9931"/>
                </a:lnTo>
                <a:lnTo>
                  <a:pt x="5943" y="10095"/>
                </a:lnTo>
                <a:lnTo>
                  <a:pt x="5943" y="10258"/>
                </a:lnTo>
                <a:lnTo>
                  <a:pt x="5981" y="10420"/>
                </a:lnTo>
                <a:lnTo>
                  <a:pt x="6057" y="10474"/>
                </a:lnTo>
                <a:lnTo>
                  <a:pt x="6248" y="10474"/>
                </a:lnTo>
                <a:lnTo>
                  <a:pt x="6285" y="10799"/>
                </a:lnTo>
                <a:lnTo>
                  <a:pt x="6362" y="11125"/>
                </a:lnTo>
                <a:lnTo>
                  <a:pt x="6362" y="11452"/>
                </a:lnTo>
                <a:lnTo>
                  <a:pt x="6438" y="11560"/>
                </a:lnTo>
                <a:lnTo>
                  <a:pt x="6552" y="11614"/>
                </a:lnTo>
                <a:lnTo>
                  <a:pt x="6591" y="11614"/>
                </a:lnTo>
                <a:lnTo>
                  <a:pt x="6743" y="11885"/>
                </a:lnTo>
                <a:lnTo>
                  <a:pt x="6895" y="12048"/>
                </a:lnTo>
                <a:lnTo>
                  <a:pt x="7048" y="12211"/>
                </a:lnTo>
                <a:lnTo>
                  <a:pt x="7123" y="12265"/>
                </a:lnTo>
                <a:lnTo>
                  <a:pt x="7200" y="12319"/>
                </a:lnTo>
                <a:lnTo>
                  <a:pt x="7467" y="12483"/>
                </a:lnTo>
                <a:lnTo>
                  <a:pt x="7733" y="12536"/>
                </a:lnTo>
                <a:lnTo>
                  <a:pt x="8038" y="12536"/>
                </a:lnTo>
                <a:lnTo>
                  <a:pt x="8305" y="12483"/>
                </a:lnTo>
                <a:lnTo>
                  <a:pt x="8571" y="12374"/>
                </a:lnTo>
                <a:lnTo>
                  <a:pt x="8838" y="12211"/>
                </a:lnTo>
                <a:lnTo>
                  <a:pt x="9067" y="11940"/>
                </a:lnTo>
                <a:lnTo>
                  <a:pt x="9258" y="11668"/>
                </a:lnTo>
                <a:lnTo>
                  <a:pt x="9448" y="11289"/>
                </a:lnTo>
                <a:lnTo>
                  <a:pt x="9600" y="10799"/>
                </a:lnTo>
                <a:lnTo>
                  <a:pt x="9638" y="10366"/>
                </a:lnTo>
                <a:lnTo>
                  <a:pt x="9676" y="10095"/>
                </a:lnTo>
                <a:lnTo>
                  <a:pt x="9638" y="9877"/>
                </a:lnTo>
                <a:lnTo>
                  <a:pt x="9562" y="9552"/>
                </a:lnTo>
                <a:lnTo>
                  <a:pt x="9486" y="9172"/>
                </a:lnTo>
                <a:lnTo>
                  <a:pt x="9295" y="8846"/>
                </a:lnTo>
                <a:lnTo>
                  <a:pt x="9219" y="8738"/>
                </a:lnTo>
                <a:lnTo>
                  <a:pt x="9105" y="8629"/>
                </a:lnTo>
                <a:lnTo>
                  <a:pt x="9143" y="8411"/>
                </a:lnTo>
                <a:lnTo>
                  <a:pt x="9372" y="7760"/>
                </a:lnTo>
                <a:lnTo>
                  <a:pt x="9562" y="7055"/>
                </a:lnTo>
                <a:lnTo>
                  <a:pt x="9791" y="7109"/>
                </a:lnTo>
                <a:lnTo>
                  <a:pt x="10019" y="7109"/>
                </a:lnTo>
                <a:lnTo>
                  <a:pt x="10210" y="7001"/>
                </a:lnTo>
                <a:lnTo>
                  <a:pt x="10439" y="6892"/>
                </a:lnTo>
                <a:lnTo>
                  <a:pt x="10629" y="6729"/>
                </a:lnTo>
                <a:lnTo>
                  <a:pt x="10820" y="6513"/>
                </a:lnTo>
                <a:lnTo>
                  <a:pt x="11124" y="6078"/>
                </a:lnTo>
                <a:lnTo>
                  <a:pt x="11200" y="5861"/>
                </a:lnTo>
                <a:lnTo>
                  <a:pt x="11200" y="5644"/>
                </a:lnTo>
                <a:lnTo>
                  <a:pt x="11048" y="5264"/>
                </a:lnTo>
                <a:lnTo>
                  <a:pt x="10896" y="4939"/>
                </a:lnTo>
                <a:lnTo>
                  <a:pt x="10743" y="4667"/>
                </a:lnTo>
                <a:lnTo>
                  <a:pt x="10514" y="4396"/>
                </a:lnTo>
                <a:lnTo>
                  <a:pt x="10286" y="4178"/>
                </a:lnTo>
                <a:lnTo>
                  <a:pt x="10172" y="4125"/>
                </a:lnTo>
                <a:lnTo>
                  <a:pt x="10057" y="4070"/>
                </a:lnTo>
                <a:lnTo>
                  <a:pt x="9866" y="4233"/>
                </a:lnTo>
                <a:lnTo>
                  <a:pt x="9752" y="4178"/>
                </a:lnTo>
                <a:lnTo>
                  <a:pt x="9676" y="4233"/>
                </a:lnTo>
                <a:lnTo>
                  <a:pt x="9372" y="4450"/>
                </a:lnTo>
                <a:lnTo>
                  <a:pt x="9105" y="4721"/>
                </a:lnTo>
                <a:lnTo>
                  <a:pt x="8991" y="4884"/>
                </a:lnTo>
                <a:lnTo>
                  <a:pt x="8877" y="5102"/>
                </a:lnTo>
                <a:lnTo>
                  <a:pt x="8800" y="5264"/>
                </a:lnTo>
                <a:lnTo>
                  <a:pt x="8762" y="5535"/>
                </a:lnTo>
                <a:lnTo>
                  <a:pt x="8762" y="5861"/>
                </a:lnTo>
                <a:lnTo>
                  <a:pt x="8800" y="6186"/>
                </a:lnTo>
                <a:lnTo>
                  <a:pt x="8952" y="6513"/>
                </a:lnTo>
                <a:lnTo>
                  <a:pt x="9105" y="6729"/>
                </a:lnTo>
                <a:lnTo>
                  <a:pt x="9219" y="6838"/>
                </a:lnTo>
                <a:lnTo>
                  <a:pt x="9028" y="7217"/>
                </a:lnTo>
                <a:lnTo>
                  <a:pt x="8877" y="7598"/>
                </a:lnTo>
                <a:lnTo>
                  <a:pt x="8610" y="8303"/>
                </a:lnTo>
                <a:lnTo>
                  <a:pt x="8457" y="8195"/>
                </a:lnTo>
                <a:lnTo>
                  <a:pt x="8267" y="8141"/>
                </a:lnTo>
                <a:lnTo>
                  <a:pt x="8076" y="8086"/>
                </a:lnTo>
                <a:lnTo>
                  <a:pt x="7696" y="8086"/>
                </a:lnTo>
                <a:lnTo>
                  <a:pt x="7505" y="8141"/>
                </a:lnTo>
                <a:lnTo>
                  <a:pt x="7315" y="8195"/>
                </a:lnTo>
                <a:lnTo>
                  <a:pt x="7123" y="8358"/>
                </a:lnTo>
                <a:lnTo>
                  <a:pt x="7009" y="7870"/>
                </a:lnTo>
                <a:lnTo>
                  <a:pt x="6858" y="7435"/>
                </a:lnTo>
                <a:lnTo>
                  <a:pt x="6514" y="6621"/>
                </a:lnTo>
                <a:lnTo>
                  <a:pt x="6400" y="6296"/>
                </a:lnTo>
                <a:lnTo>
                  <a:pt x="6285" y="6023"/>
                </a:lnTo>
                <a:lnTo>
                  <a:pt x="6095" y="5753"/>
                </a:lnTo>
                <a:lnTo>
                  <a:pt x="5905" y="5590"/>
                </a:lnTo>
                <a:lnTo>
                  <a:pt x="5943" y="5482"/>
                </a:lnTo>
                <a:lnTo>
                  <a:pt x="5943" y="5372"/>
                </a:lnTo>
                <a:lnTo>
                  <a:pt x="6134" y="5156"/>
                </a:lnTo>
                <a:lnTo>
                  <a:pt x="6285" y="4939"/>
                </a:lnTo>
                <a:lnTo>
                  <a:pt x="6438" y="4667"/>
                </a:lnTo>
                <a:lnTo>
                  <a:pt x="6591" y="4396"/>
                </a:lnTo>
                <a:lnTo>
                  <a:pt x="6705" y="4070"/>
                </a:lnTo>
                <a:lnTo>
                  <a:pt x="6781" y="3745"/>
                </a:lnTo>
                <a:lnTo>
                  <a:pt x="6858" y="3419"/>
                </a:lnTo>
                <a:lnTo>
                  <a:pt x="6933" y="3039"/>
                </a:lnTo>
                <a:lnTo>
                  <a:pt x="6933" y="2008"/>
                </a:lnTo>
                <a:lnTo>
                  <a:pt x="6895" y="1682"/>
                </a:lnTo>
                <a:lnTo>
                  <a:pt x="6819" y="1302"/>
                </a:lnTo>
                <a:lnTo>
                  <a:pt x="6705" y="1031"/>
                </a:lnTo>
                <a:lnTo>
                  <a:pt x="6514" y="814"/>
                </a:lnTo>
                <a:lnTo>
                  <a:pt x="6438" y="706"/>
                </a:lnTo>
                <a:lnTo>
                  <a:pt x="6324" y="706"/>
                </a:lnTo>
                <a:lnTo>
                  <a:pt x="6248" y="488"/>
                </a:lnTo>
                <a:lnTo>
                  <a:pt x="6134" y="326"/>
                </a:lnTo>
                <a:lnTo>
                  <a:pt x="5981" y="217"/>
                </a:lnTo>
                <a:lnTo>
                  <a:pt x="5828" y="108"/>
                </a:lnTo>
                <a:lnTo>
                  <a:pt x="5486" y="0"/>
                </a:lnTo>
                <a:close/>
                <a:moveTo>
                  <a:pt x="15696" y="9986"/>
                </a:moveTo>
                <a:lnTo>
                  <a:pt x="15772" y="10040"/>
                </a:lnTo>
                <a:lnTo>
                  <a:pt x="16077" y="10203"/>
                </a:lnTo>
                <a:lnTo>
                  <a:pt x="16191" y="10311"/>
                </a:lnTo>
                <a:lnTo>
                  <a:pt x="16343" y="10420"/>
                </a:lnTo>
                <a:lnTo>
                  <a:pt x="16457" y="10637"/>
                </a:lnTo>
                <a:lnTo>
                  <a:pt x="16534" y="10854"/>
                </a:lnTo>
                <a:lnTo>
                  <a:pt x="16687" y="11342"/>
                </a:lnTo>
                <a:lnTo>
                  <a:pt x="16762" y="11885"/>
                </a:lnTo>
                <a:lnTo>
                  <a:pt x="16801" y="12483"/>
                </a:lnTo>
                <a:lnTo>
                  <a:pt x="16801" y="12754"/>
                </a:lnTo>
                <a:lnTo>
                  <a:pt x="16762" y="13025"/>
                </a:lnTo>
                <a:lnTo>
                  <a:pt x="16687" y="13297"/>
                </a:lnTo>
                <a:lnTo>
                  <a:pt x="16571" y="13513"/>
                </a:lnTo>
                <a:lnTo>
                  <a:pt x="16305" y="13840"/>
                </a:lnTo>
                <a:lnTo>
                  <a:pt x="16000" y="14165"/>
                </a:lnTo>
                <a:lnTo>
                  <a:pt x="15657" y="14436"/>
                </a:lnTo>
                <a:lnTo>
                  <a:pt x="15276" y="14653"/>
                </a:lnTo>
                <a:lnTo>
                  <a:pt x="15772" y="13622"/>
                </a:lnTo>
                <a:lnTo>
                  <a:pt x="15772" y="13513"/>
                </a:lnTo>
                <a:lnTo>
                  <a:pt x="15733" y="13459"/>
                </a:lnTo>
                <a:lnTo>
                  <a:pt x="15696" y="13405"/>
                </a:lnTo>
                <a:lnTo>
                  <a:pt x="15619" y="13459"/>
                </a:lnTo>
                <a:lnTo>
                  <a:pt x="15125" y="14111"/>
                </a:lnTo>
                <a:lnTo>
                  <a:pt x="14667" y="14762"/>
                </a:lnTo>
                <a:lnTo>
                  <a:pt x="14477" y="14762"/>
                </a:lnTo>
                <a:lnTo>
                  <a:pt x="14286" y="14653"/>
                </a:lnTo>
                <a:lnTo>
                  <a:pt x="14477" y="14273"/>
                </a:lnTo>
                <a:lnTo>
                  <a:pt x="14705" y="13893"/>
                </a:lnTo>
                <a:lnTo>
                  <a:pt x="14933" y="13513"/>
                </a:lnTo>
                <a:lnTo>
                  <a:pt x="15200" y="13187"/>
                </a:lnTo>
                <a:lnTo>
                  <a:pt x="15239" y="13079"/>
                </a:lnTo>
                <a:lnTo>
                  <a:pt x="15239" y="13025"/>
                </a:lnTo>
                <a:lnTo>
                  <a:pt x="15200" y="12917"/>
                </a:lnTo>
                <a:lnTo>
                  <a:pt x="15125" y="12917"/>
                </a:lnTo>
                <a:lnTo>
                  <a:pt x="15353" y="12699"/>
                </a:lnTo>
                <a:lnTo>
                  <a:pt x="15390" y="12591"/>
                </a:lnTo>
                <a:lnTo>
                  <a:pt x="15353" y="12483"/>
                </a:lnTo>
                <a:lnTo>
                  <a:pt x="15276" y="12428"/>
                </a:lnTo>
                <a:lnTo>
                  <a:pt x="15200" y="12428"/>
                </a:lnTo>
                <a:lnTo>
                  <a:pt x="14781" y="12754"/>
                </a:lnTo>
                <a:lnTo>
                  <a:pt x="14401" y="13079"/>
                </a:lnTo>
                <a:lnTo>
                  <a:pt x="14020" y="13405"/>
                </a:lnTo>
                <a:lnTo>
                  <a:pt x="13677" y="13785"/>
                </a:lnTo>
                <a:lnTo>
                  <a:pt x="13563" y="13459"/>
                </a:lnTo>
                <a:lnTo>
                  <a:pt x="14248" y="12808"/>
                </a:lnTo>
                <a:lnTo>
                  <a:pt x="14972" y="12265"/>
                </a:lnTo>
                <a:lnTo>
                  <a:pt x="15010" y="12156"/>
                </a:lnTo>
                <a:lnTo>
                  <a:pt x="15010" y="12048"/>
                </a:lnTo>
                <a:lnTo>
                  <a:pt x="14972" y="11993"/>
                </a:lnTo>
                <a:lnTo>
                  <a:pt x="14895" y="11993"/>
                </a:lnTo>
                <a:lnTo>
                  <a:pt x="14172" y="12374"/>
                </a:lnTo>
                <a:lnTo>
                  <a:pt x="13486" y="12808"/>
                </a:lnTo>
                <a:lnTo>
                  <a:pt x="13486" y="12536"/>
                </a:lnTo>
                <a:lnTo>
                  <a:pt x="13638" y="12428"/>
                </a:lnTo>
                <a:lnTo>
                  <a:pt x="13753" y="12319"/>
                </a:lnTo>
                <a:lnTo>
                  <a:pt x="14020" y="12048"/>
                </a:lnTo>
                <a:lnTo>
                  <a:pt x="14552" y="11723"/>
                </a:lnTo>
                <a:lnTo>
                  <a:pt x="14858" y="11560"/>
                </a:lnTo>
                <a:lnTo>
                  <a:pt x="15125" y="11505"/>
                </a:lnTo>
                <a:lnTo>
                  <a:pt x="15162" y="11452"/>
                </a:lnTo>
                <a:lnTo>
                  <a:pt x="15162" y="11397"/>
                </a:lnTo>
                <a:lnTo>
                  <a:pt x="15125" y="11342"/>
                </a:lnTo>
                <a:lnTo>
                  <a:pt x="14781" y="11342"/>
                </a:lnTo>
                <a:lnTo>
                  <a:pt x="14438" y="11397"/>
                </a:lnTo>
                <a:lnTo>
                  <a:pt x="14095" y="11505"/>
                </a:lnTo>
                <a:lnTo>
                  <a:pt x="13791" y="11614"/>
                </a:lnTo>
                <a:lnTo>
                  <a:pt x="14020" y="11234"/>
                </a:lnTo>
                <a:lnTo>
                  <a:pt x="14629" y="11071"/>
                </a:lnTo>
                <a:lnTo>
                  <a:pt x="14933" y="10962"/>
                </a:lnTo>
                <a:lnTo>
                  <a:pt x="15239" y="10746"/>
                </a:lnTo>
                <a:lnTo>
                  <a:pt x="15276" y="10691"/>
                </a:lnTo>
                <a:lnTo>
                  <a:pt x="15276" y="10583"/>
                </a:lnTo>
                <a:lnTo>
                  <a:pt x="15200" y="10529"/>
                </a:lnTo>
                <a:lnTo>
                  <a:pt x="14895" y="10474"/>
                </a:lnTo>
                <a:lnTo>
                  <a:pt x="14552" y="10474"/>
                </a:lnTo>
                <a:lnTo>
                  <a:pt x="14819" y="10258"/>
                </a:lnTo>
                <a:lnTo>
                  <a:pt x="15086" y="10095"/>
                </a:lnTo>
                <a:lnTo>
                  <a:pt x="15390" y="9986"/>
                </a:lnTo>
                <a:close/>
                <a:moveTo>
                  <a:pt x="5447" y="13459"/>
                </a:moveTo>
                <a:lnTo>
                  <a:pt x="5524" y="13622"/>
                </a:lnTo>
                <a:lnTo>
                  <a:pt x="5600" y="13677"/>
                </a:lnTo>
                <a:lnTo>
                  <a:pt x="5791" y="13677"/>
                </a:lnTo>
                <a:lnTo>
                  <a:pt x="5867" y="13730"/>
                </a:lnTo>
                <a:lnTo>
                  <a:pt x="5981" y="13785"/>
                </a:lnTo>
                <a:lnTo>
                  <a:pt x="6057" y="13893"/>
                </a:lnTo>
                <a:lnTo>
                  <a:pt x="6095" y="14002"/>
                </a:lnTo>
                <a:lnTo>
                  <a:pt x="6134" y="14111"/>
                </a:lnTo>
                <a:lnTo>
                  <a:pt x="6134" y="14273"/>
                </a:lnTo>
                <a:lnTo>
                  <a:pt x="6095" y="14436"/>
                </a:lnTo>
                <a:lnTo>
                  <a:pt x="6020" y="14544"/>
                </a:lnTo>
                <a:lnTo>
                  <a:pt x="5943" y="14653"/>
                </a:lnTo>
                <a:lnTo>
                  <a:pt x="5867" y="14762"/>
                </a:lnTo>
                <a:lnTo>
                  <a:pt x="5753" y="14816"/>
                </a:lnTo>
                <a:lnTo>
                  <a:pt x="5676" y="14599"/>
                </a:lnTo>
                <a:lnTo>
                  <a:pt x="5561" y="14436"/>
                </a:lnTo>
                <a:lnTo>
                  <a:pt x="5410" y="14328"/>
                </a:lnTo>
                <a:lnTo>
                  <a:pt x="5219" y="14273"/>
                </a:lnTo>
                <a:lnTo>
                  <a:pt x="5257" y="14273"/>
                </a:lnTo>
                <a:lnTo>
                  <a:pt x="5410" y="14165"/>
                </a:lnTo>
                <a:lnTo>
                  <a:pt x="5486" y="14111"/>
                </a:lnTo>
                <a:lnTo>
                  <a:pt x="5486" y="13840"/>
                </a:lnTo>
                <a:lnTo>
                  <a:pt x="5410" y="13677"/>
                </a:lnTo>
                <a:lnTo>
                  <a:pt x="5296" y="13677"/>
                </a:lnTo>
                <a:lnTo>
                  <a:pt x="5143" y="13730"/>
                </a:lnTo>
                <a:lnTo>
                  <a:pt x="4990" y="13840"/>
                </a:lnTo>
                <a:lnTo>
                  <a:pt x="5029" y="13730"/>
                </a:lnTo>
                <a:lnTo>
                  <a:pt x="5067" y="13622"/>
                </a:lnTo>
                <a:lnTo>
                  <a:pt x="5029" y="13568"/>
                </a:lnTo>
                <a:lnTo>
                  <a:pt x="5219" y="13513"/>
                </a:lnTo>
                <a:lnTo>
                  <a:pt x="5447" y="13459"/>
                </a:lnTo>
                <a:close/>
                <a:moveTo>
                  <a:pt x="6591" y="11885"/>
                </a:moveTo>
                <a:lnTo>
                  <a:pt x="6591" y="11940"/>
                </a:lnTo>
                <a:lnTo>
                  <a:pt x="6552" y="12103"/>
                </a:lnTo>
                <a:lnTo>
                  <a:pt x="6362" y="12211"/>
                </a:lnTo>
                <a:lnTo>
                  <a:pt x="6210" y="12374"/>
                </a:lnTo>
                <a:lnTo>
                  <a:pt x="5905" y="12754"/>
                </a:lnTo>
                <a:lnTo>
                  <a:pt x="5791" y="12754"/>
                </a:lnTo>
                <a:lnTo>
                  <a:pt x="5676" y="12862"/>
                </a:lnTo>
                <a:lnTo>
                  <a:pt x="5600" y="12971"/>
                </a:lnTo>
                <a:lnTo>
                  <a:pt x="5447" y="12917"/>
                </a:lnTo>
                <a:lnTo>
                  <a:pt x="4990" y="12917"/>
                </a:lnTo>
                <a:lnTo>
                  <a:pt x="4723" y="13079"/>
                </a:lnTo>
                <a:lnTo>
                  <a:pt x="4458" y="13350"/>
                </a:lnTo>
                <a:lnTo>
                  <a:pt x="4343" y="13568"/>
                </a:lnTo>
                <a:lnTo>
                  <a:pt x="4229" y="13840"/>
                </a:lnTo>
                <a:lnTo>
                  <a:pt x="4229" y="14381"/>
                </a:lnTo>
                <a:lnTo>
                  <a:pt x="4305" y="14544"/>
                </a:lnTo>
                <a:lnTo>
                  <a:pt x="4419" y="14762"/>
                </a:lnTo>
                <a:lnTo>
                  <a:pt x="4609" y="15034"/>
                </a:lnTo>
                <a:lnTo>
                  <a:pt x="4800" y="15250"/>
                </a:lnTo>
                <a:lnTo>
                  <a:pt x="5029" y="15359"/>
                </a:lnTo>
                <a:lnTo>
                  <a:pt x="5219" y="15467"/>
                </a:lnTo>
                <a:lnTo>
                  <a:pt x="5447" y="15522"/>
                </a:lnTo>
                <a:lnTo>
                  <a:pt x="5676" y="15522"/>
                </a:lnTo>
                <a:lnTo>
                  <a:pt x="5943" y="15467"/>
                </a:lnTo>
                <a:lnTo>
                  <a:pt x="6134" y="15305"/>
                </a:lnTo>
                <a:lnTo>
                  <a:pt x="6324" y="15142"/>
                </a:lnTo>
                <a:lnTo>
                  <a:pt x="6476" y="14871"/>
                </a:lnTo>
                <a:lnTo>
                  <a:pt x="6591" y="14599"/>
                </a:lnTo>
                <a:lnTo>
                  <a:pt x="6629" y="14165"/>
                </a:lnTo>
                <a:lnTo>
                  <a:pt x="6552" y="13840"/>
                </a:lnTo>
                <a:lnTo>
                  <a:pt x="6438" y="13513"/>
                </a:lnTo>
                <a:lnTo>
                  <a:pt x="6248" y="13242"/>
                </a:lnTo>
                <a:lnTo>
                  <a:pt x="6552" y="12808"/>
                </a:lnTo>
                <a:lnTo>
                  <a:pt x="6667" y="12646"/>
                </a:lnTo>
                <a:lnTo>
                  <a:pt x="6819" y="12428"/>
                </a:lnTo>
                <a:lnTo>
                  <a:pt x="6819" y="12211"/>
                </a:lnTo>
                <a:lnTo>
                  <a:pt x="6781" y="12156"/>
                </a:lnTo>
                <a:lnTo>
                  <a:pt x="6743" y="12103"/>
                </a:lnTo>
                <a:lnTo>
                  <a:pt x="6629" y="11940"/>
                </a:lnTo>
                <a:lnTo>
                  <a:pt x="6591" y="11885"/>
                </a:lnTo>
                <a:close/>
                <a:moveTo>
                  <a:pt x="20762" y="15413"/>
                </a:moveTo>
                <a:lnTo>
                  <a:pt x="20915" y="15522"/>
                </a:lnTo>
                <a:lnTo>
                  <a:pt x="20915" y="15685"/>
                </a:lnTo>
                <a:lnTo>
                  <a:pt x="20953" y="15738"/>
                </a:lnTo>
                <a:lnTo>
                  <a:pt x="20991" y="15738"/>
                </a:lnTo>
                <a:lnTo>
                  <a:pt x="21029" y="15685"/>
                </a:lnTo>
                <a:lnTo>
                  <a:pt x="21067" y="15956"/>
                </a:lnTo>
                <a:lnTo>
                  <a:pt x="21067" y="16553"/>
                </a:lnTo>
                <a:lnTo>
                  <a:pt x="20991" y="16824"/>
                </a:lnTo>
                <a:lnTo>
                  <a:pt x="20915" y="17041"/>
                </a:lnTo>
                <a:lnTo>
                  <a:pt x="20839" y="17258"/>
                </a:lnTo>
                <a:lnTo>
                  <a:pt x="20724" y="17475"/>
                </a:lnTo>
                <a:lnTo>
                  <a:pt x="20572" y="17584"/>
                </a:lnTo>
                <a:lnTo>
                  <a:pt x="20419" y="17693"/>
                </a:lnTo>
                <a:lnTo>
                  <a:pt x="20229" y="17693"/>
                </a:lnTo>
                <a:lnTo>
                  <a:pt x="20191" y="17584"/>
                </a:lnTo>
                <a:lnTo>
                  <a:pt x="19962" y="17422"/>
                </a:lnTo>
                <a:lnTo>
                  <a:pt x="20382" y="17312"/>
                </a:lnTo>
                <a:lnTo>
                  <a:pt x="20419" y="17258"/>
                </a:lnTo>
                <a:lnTo>
                  <a:pt x="20496" y="17204"/>
                </a:lnTo>
                <a:lnTo>
                  <a:pt x="20496" y="16987"/>
                </a:lnTo>
                <a:lnTo>
                  <a:pt x="20458" y="16824"/>
                </a:lnTo>
                <a:lnTo>
                  <a:pt x="20382" y="16769"/>
                </a:lnTo>
                <a:lnTo>
                  <a:pt x="20153" y="16769"/>
                </a:lnTo>
                <a:lnTo>
                  <a:pt x="20419" y="16499"/>
                </a:lnTo>
                <a:lnTo>
                  <a:pt x="20496" y="16444"/>
                </a:lnTo>
                <a:lnTo>
                  <a:pt x="20496" y="16173"/>
                </a:lnTo>
                <a:lnTo>
                  <a:pt x="20458" y="16064"/>
                </a:lnTo>
                <a:lnTo>
                  <a:pt x="20382" y="16010"/>
                </a:lnTo>
                <a:lnTo>
                  <a:pt x="20305" y="16010"/>
                </a:lnTo>
                <a:lnTo>
                  <a:pt x="20229" y="16064"/>
                </a:lnTo>
                <a:lnTo>
                  <a:pt x="20076" y="16118"/>
                </a:lnTo>
                <a:lnTo>
                  <a:pt x="19924" y="16173"/>
                </a:lnTo>
                <a:lnTo>
                  <a:pt x="20382" y="15901"/>
                </a:lnTo>
                <a:lnTo>
                  <a:pt x="20419" y="15847"/>
                </a:lnTo>
                <a:lnTo>
                  <a:pt x="20419" y="15793"/>
                </a:lnTo>
                <a:lnTo>
                  <a:pt x="20382" y="15738"/>
                </a:lnTo>
                <a:lnTo>
                  <a:pt x="20229" y="15685"/>
                </a:lnTo>
                <a:lnTo>
                  <a:pt x="20038" y="15685"/>
                </a:lnTo>
                <a:lnTo>
                  <a:pt x="20115" y="15630"/>
                </a:lnTo>
                <a:lnTo>
                  <a:pt x="20343" y="15467"/>
                </a:lnTo>
                <a:lnTo>
                  <a:pt x="20533" y="15413"/>
                </a:lnTo>
                <a:close/>
                <a:moveTo>
                  <a:pt x="17334" y="19810"/>
                </a:moveTo>
                <a:lnTo>
                  <a:pt x="17448" y="19918"/>
                </a:lnTo>
                <a:lnTo>
                  <a:pt x="17524" y="20026"/>
                </a:lnTo>
                <a:lnTo>
                  <a:pt x="17372" y="20189"/>
                </a:lnTo>
                <a:lnTo>
                  <a:pt x="17219" y="20351"/>
                </a:lnTo>
                <a:lnTo>
                  <a:pt x="17067" y="20569"/>
                </a:lnTo>
                <a:lnTo>
                  <a:pt x="16991" y="20786"/>
                </a:lnTo>
                <a:lnTo>
                  <a:pt x="16724" y="20732"/>
                </a:lnTo>
                <a:lnTo>
                  <a:pt x="16687" y="20677"/>
                </a:lnTo>
                <a:lnTo>
                  <a:pt x="17334" y="19810"/>
                </a:lnTo>
                <a:close/>
                <a:moveTo>
                  <a:pt x="17295" y="17693"/>
                </a:moveTo>
                <a:lnTo>
                  <a:pt x="17715" y="18235"/>
                </a:lnTo>
                <a:lnTo>
                  <a:pt x="17943" y="18561"/>
                </a:lnTo>
                <a:lnTo>
                  <a:pt x="18172" y="18941"/>
                </a:lnTo>
                <a:lnTo>
                  <a:pt x="18362" y="19320"/>
                </a:lnTo>
                <a:lnTo>
                  <a:pt x="18439" y="19483"/>
                </a:lnTo>
                <a:lnTo>
                  <a:pt x="18477" y="19646"/>
                </a:lnTo>
                <a:lnTo>
                  <a:pt x="18477" y="19863"/>
                </a:lnTo>
                <a:lnTo>
                  <a:pt x="18439" y="20026"/>
                </a:lnTo>
                <a:lnTo>
                  <a:pt x="18400" y="20189"/>
                </a:lnTo>
                <a:lnTo>
                  <a:pt x="18286" y="20351"/>
                </a:lnTo>
                <a:lnTo>
                  <a:pt x="18172" y="20514"/>
                </a:lnTo>
                <a:lnTo>
                  <a:pt x="18019" y="20623"/>
                </a:lnTo>
                <a:lnTo>
                  <a:pt x="17943" y="20514"/>
                </a:lnTo>
                <a:lnTo>
                  <a:pt x="17829" y="20514"/>
                </a:lnTo>
                <a:lnTo>
                  <a:pt x="17753" y="20569"/>
                </a:lnTo>
                <a:lnTo>
                  <a:pt x="17715" y="20623"/>
                </a:lnTo>
                <a:lnTo>
                  <a:pt x="17676" y="20623"/>
                </a:lnTo>
                <a:lnTo>
                  <a:pt x="17601" y="20677"/>
                </a:lnTo>
                <a:lnTo>
                  <a:pt x="17562" y="20786"/>
                </a:lnTo>
                <a:lnTo>
                  <a:pt x="17524" y="20786"/>
                </a:lnTo>
                <a:lnTo>
                  <a:pt x="17601" y="20623"/>
                </a:lnTo>
                <a:lnTo>
                  <a:pt x="17753" y="20406"/>
                </a:lnTo>
                <a:lnTo>
                  <a:pt x="17829" y="20243"/>
                </a:lnTo>
                <a:lnTo>
                  <a:pt x="17867" y="20080"/>
                </a:lnTo>
                <a:lnTo>
                  <a:pt x="17829" y="19972"/>
                </a:lnTo>
                <a:lnTo>
                  <a:pt x="17791" y="19863"/>
                </a:lnTo>
                <a:lnTo>
                  <a:pt x="17676" y="19700"/>
                </a:lnTo>
                <a:lnTo>
                  <a:pt x="17524" y="19538"/>
                </a:lnTo>
                <a:lnTo>
                  <a:pt x="17334" y="19483"/>
                </a:lnTo>
                <a:lnTo>
                  <a:pt x="17258" y="19483"/>
                </a:lnTo>
                <a:lnTo>
                  <a:pt x="17219" y="19538"/>
                </a:lnTo>
                <a:lnTo>
                  <a:pt x="16229" y="20406"/>
                </a:lnTo>
                <a:lnTo>
                  <a:pt x="16114" y="20351"/>
                </a:lnTo>
                <a:lnTo>
                  <a:pt x="16000" y="20189"/>
                </a:lnTo>
                <a:lnTo>
                  <a:pt x="16495" y="19755"/>
                </a:lnTo>
                <a:lnTo>
                  <a:pt x="16991" y="19375"/>
                </a:lnTo>
                <a:lnTo>
                  <a:pt x="17029" y="19267"/>
                </a:lnTo>
                <a:lnTo>
                  <a:pt x="17029" y="19212"/>
                </a:lnTo>
                <a:lnTo>
                  <a:pt x="16991" y="19104"/>
                </a:lnTo>
                <a:lnTo>
                  <a:pt x="16915" y="19104"/>
                </a:lnTo>
                <a:lnTo>
                  <a:pt x="16610" y="19157"/>
                </a:lnTo>
                <a:lnTo>
                  <a:pt x="16305" y="19320"/>
                </a:lnTo>
                <a:lnTo>
                  <a:pt x="16000" y="19483"/>
                </a:lnTo>
                <a:lnTo>
                  <a:pt x="15733" y="19646"/>
                </a:lnTo>
                <a:lnTo>
                  <a:pt x="15619" y="19267"/>
                </a:lnTo>
                <a:lnTo>
                  <a:pt x="15657" y="19212"/>
                </a:lnTo>
                <a:lnTo>
                  <a:pt x="16687" y="18344"/>
                </a:lnTo>
                <a:lnTo>
                  <a:pt x="16724" y="18289"/>
                </a:lnTo>
                <a:lnTo>
                  <a:pt x="16724" y="18235"/>
                </a:lnTo>
                <a:lnTo>
                  <a:pt x="16687" y="18181"/>
                </a:lnTo>
                <a:lnTo>
                  <a:pt x="16610" y="18126"/>
                </a:lnTo>
                <a:lnTo>
                  <a:pt x="16153" y="18289"/>
                </a:lnTo>
                <a:lnTo>
                  <a:pt x="15733" y="18452"/>
                </a:lnTo>
                <a:lnTo>
                  <a:pt x="15886" y="18235"/>
                </a:lnTo>
                <a:lnTo>
                  <a:pt x="16114" y="18018"/>
                </a:lnTo>
                <a:lnTo>
                  <a:pt x="16343" y="17855"/>
                </a:lnTo>
                <a:lnTo>
                  <a:pt x="16610" y="17747"/>
                </a:lnTo>
                <a:lnTo>
                  <a:pt x="16952" y="17693"/>
                </a:lnTo>
                <a:close/>
                <a:moveTo>
                  <a:pt x="15429" y="9335"/>
                </a:moveTo>
                <a:lnTo>
                  <a:pt x="15162" y="9389"/>
                </a:lnTo>
                <a:lnTo>
                  <a:pt x="14933" y="9443"/>
                </a:lnTo>
                <a:lnTo>
                  <a:pt x="14743" y="9552"/>
                </a:lnTo>
                <a:lnTo>
                  <a:pt x="14324" y="9877"/>
                </a:lnTo>
                <a:lnTo>
                  <a:pt x="13943" y="10311"/>
                </a:lnTo>
                <a:lnTo>
                  <a:pt x="13753" y="10583"/>
                </a:lnTo>
                <a:lnTo>
                  <a:pt x="13448" y="10637"/>
                </a:lnTo>
                <a:lnTo>
                  <a:pt x="13334" y="10691"/>
                </a:lnTo>
                <a:lnTo>
                  <a:pt x="13296" y="10799"/>
                </a:lnTo>
                <a:lnTo>
                  <a:pt x="13257" y="10909"/>
                </a:lnTo>
                <a:lnTo>
                  <a:pt x="13257" y="11017"/>
                </a:lnTo>
                <a:lnTo>
                  <a:pt x="11467" y="11289"/>
                </a:lnTo>
                <a:lnTo>
                  <a:pt x="10439" y="11342"/>
                </a:lnTo>
                <a:lnTo>
                  <a:pt x="9943" y="11397"/>
                </a:lnTo>
                <a:lnTo>
                  <a:pt x="9448" y="11452"/>
                </a:lnTo>
                <a:lnTo>
                  <a:pt x="9372" y="11505"/>
                </a:lnTo>
                <a:lnTo>
                  <a:pt x="9334" y="11560"/>
                </a:lnTo>
                <a:lnTo>
                  <a:pt x="9295" y="11723"/>
                </a:lnTo>
                <a:lnTo>
                  <a:pt x="9372" y="11885"/>
                </a:lnTo>
                <a:lnTo>
                  <a:pt x="9409" y="11940"/>
                </a:lnTo>
                <a:lnTo>
                  <a:pt x="9486" y="11993"/>
                </a:lnTo>
                <a:lnTo>
                  <a:pt x="9982" y="12048"/>
                </a:lnTo>
                <a:lnTo>
                  <a:pt x="10514" y="12048"/>
                </a:lnTo>
                <a:lnTo>
                  <a:pt x="11581" y="11940"/>
                </a:lnTo>
                <a:lnTo>
                  <a:pt x="12381" y="11885"/>
                </a:lnTo>
                <a:lnTo>
                  <a:pt x="13181" y="11777"/>
                </a:lnTo>
                <a:lnTo>
                  <a:pt x="13029" y="12211"/>
                </a:lnTo>
                <a:lnTo>
                  <a:pt x="12953" y="12483"/>
                </a:lnTo>
                <a:lnTo>
                  <a:pt x="12953" y="12699"/>
                </a:lnTo>
                <a:lnTo>
                  <a:pt x="12990" y="13187"/>
                </a:lnTo>
                <a:lnTo>
                  <a:pt x="12839" y="13350"/>
                </a:lnTo>
                <a:lnTo>
                  <a:pt x="12724" y="13513"/>
                </a:lnTo>
                <a:lnTo>
                  <a:pt x="12724" y="13677"/>
                </a:lnTo>
                <a:lnTo>
                  <a:pt x="12762" y="13840"/>
                </a:lnTo>
                <a:lnTo>
                  <a:pt x="12876" y="13948"/>
                </a:lnTo>
                <a:lnTo>
                  <a:pt x="13029" y="14002"/>
                </a:lnTo>
                <a:lnTo>
                  <a:pt x="13181" y="14002"/>
                </a:lnTo>
                <a:lnTo>
                  <a:pt x="13296" y="14328"/>
                </a:lnTo>
                <a:lnTo>
                  <a:pt x="13448" y="14599"/>
                </a:lnTo>
                <a:lnTo>
                  <a:pt x="13600" y="14871"/>
                </a:lnTo>
                <a:lnTo>
                  <a:pt x="13753" y="15087"/>
                </a:lnTo>
                <a:lnTo>
                  <a:pt x="13943" y="15250"/>
                </a:lnTo>
                <a:lnTo>
                  <a:pt x="14172" y="15413"/>
                </a:lnTo>
                <a:lnTo>
                  <a:pt x="14401" y="15467"/>
                </a:lnTo>
                <a:lnTo>
                  <a:pt x="14629" y="15522"/>
                </a:lnTo>
                <a:lnTo>
                  <a:pt x="14781" y="15522"/>
                </a:lnTo>
                <a:lnTo>
                  <a:pt x="15162" y="15413"/>
                </a:lnTo>
                <a:lnTo>
                  <a:pt x="15543" y="15305"/>
                </a:lnTo>
                <a:lnTo>
                  <a:pt x="15505" y="15467"/>
                </a:lnTo>
                <a:lnTo>
                  <a:pt x="15505" y="15685"/>
                </a:lnTo>
                <a:lnTo>
                  <a:pt x="15582" y="16118"/>
                </a:lnTo>
                <a:lnTo>
                  <a:pt x="15657" y="16390"/>
                </a:lnTo>
                <a:lnTo>
                  <a:pt x="15733" y="16716"/>
                </a:lnTo>
                <a:lnTo>
                  <a:pt x="15886" y="16987"/>
                </a:lnTo>
                <a:lnTo>
                  <a:pt x="16077" y="17204"/>
                </a:lnTo>
                <a:lnTo>
                  <a:pt x="16077" y="17258"/>
                </a:lnTo>
                <a:lnTo>
                  <a:pt x="15848" y="17367"/>
                </a:lnTo>
                <a:lnTo>
                  <a:pt x="15657" y="17584"/>
                </a:lnTo>
                <a:lnTo>
                  <a:pt x="15467" y="17747"/>
                </a:lnTo>
                <a:lnTo>
                  <a:pt x="15353" y="17963"/>
                </a:lnTo>
                <a:lnTo>
                  <a:pt x="15239" y="18235"/>
                </a:lnTo>
                <a:lnTo>
                  <a:pt x="15162" y="18506"/>
                </a:lnTo>
                <a:lnTo>
                  <a:pt x="15125" y="18778"/>
                </a:lnTo>
                <a:lnTo>
                  <a:pt x="15086" y="19049"/>
                </a:lnTo>
                <a:lnTo>
                  <a:pt x="15086" y="19320"/>
                </a:lnTo>
                <a:lnTo>
                  <a:pt x="15162" y="19755"/>
                </a:lnTo>
                <a:lnTo>
                  <a:pt x="15315" y="20135"/>
                </a:lnTo>
                <a:lnTo>
                  <a:pt x="15315" y="20298"/>
                </a:lnTo>
                <a:lnTo>
                  <a:pt x="15353" y="20461"/>
                </a:lnTo>
                <a:lnTo>
                  <a:pt x="15505" y="20569"/>
                </a:lnTo>
                <a:lnTo>
                  <a:pt x="15582" y="20677"/>
                </a:lnTo>
                <a:lnTo>
                  <a:pt x="15886" y="21004"/>
                </a:lnTo>
                <a:lnTo>
                  <a:pt x="16229" y="21274"/>
                </a:lnTo>
                <a:lnTo>
                  <a:pt x="16610" y="21492"/>
                </a:lnTo>
                <a:lnTo>
                  <a:pt x="17029" y="21600"/>
                </a:lnTo>
                <a:lnTo>
                  <a:pt x="17448" y="21600"/>
                </a:lnTo>
                <a:lnTo>
                  <a:pt x="17867" y="21492"/>
                </a:lnTo>
                <a:lnTo>
                  <a:pt x="18248" y="21329"/>
                </a:lnTo>
                <a:lnTo>
                  <a:pt x="18591" y="21057"/>
                </a:lnTo>
                <a:lnTo>
                  <a:pt x="18820" y="20732"/>
                </a:lnTo>
                <a:lnTo>
                  <a:pt x="18971" y="20406"/>
                </a:lnTo>
                <a:lnTo>
                  <a:pt x="19010" y="20026"/>
                </a:lnTo>
                <a:lnTo>
                  <a:pt x="19010" y="19700"/>
                </a:lnTo>
                <a:lnTo>
                  <a:pt x="18934" y="19320"/>
                </a:lnTo>
                <a:lnTo>
                  <a:pt x="18820" y="18941"/>
                </a:lnTo>
                <a:lnTo>
                  <a:pt x="18667" y="18561"/>
                </a:lnTo>
                <a:lnTo>
                  <a:pt x="18477" y="18235"/>
                </a:lnTo>
                <a:lnTo>
                  <a:pt x="18591" y="18181"/>
                </a:lnTo>
                <a:lnTo>
                  <a:pt x="18934" y="17910"/>
                </a:lnTo>
                <a:lnTo>
                  <a:pt x="19315" y="17530"/>
                </a:lnTo>
                <a:lnTo>
                  <a:pt x="19429" y="17801"/>
                </a:lnTo>
                <a:lnTo>
                  <a:pt x="19581" y="18018"/>
                </a:lnTo>
                <a:lnTo>
                  <a:pt x="19734" y="18181"/>
                </a:lnTo>
                <a:lnTo>
                  <a:pt x="19886" y="18289"/>
                </a:lnTo>
                <a:lnTo>
                  <a:pt x="20153" y="18398"/>
                </a:lnTo>
                <a:lnTo>
                  <a:pt x="20419" y="18344"/>
                </a:lnTo>
                <a:lnTo>
                  <a:pt x="20686" y="18235"/>
                </a:lnTo>
                <a:lnTo>
                  <a:pt x="20915" y="18018"/>
                </a:lnTo>
                <a:lnTo>
                  <a:pt x="21143" y="17747"/>
                </a:lnTo>
                <a:lnTo>
                  <a:pt x="21334" y="17422"/>
                </a:lnTo>
                <a:lnTo>
                  <a:pt x="21448" y="17041"/>
                </a:lnTo>
                <a:lnTo>
                  <a:pt x="21524" y="16607"/>
                </a:lnTo>
                <a:lnTo>
                  <a:pt x="21600" y="16064"/>
                </a:lnTo>
                <a:lnTo>
                  <a:pt x="21563" y="15793"/>
                </a:lnTo>
                <a:lnTo>
                  <a:pt x="21524" y="15575"/>
                </a:lnTo>
                <a:lnTo>
                  <a:pt x="21486" y="15359"/>
                </a:lnTo>
                <a:lnTo>
                  <a:pt x="21372" y="15196"/>
                </a:lnTo>
                <a:lnTo>
                  <a:pt x="21143" y="14924"/>
                </a:lnTo>
                <a:lnTo>
                  <a:pt x="20839" y="14762"/>
                </a:lnTo>
                <a:lnTo>
                  <a:pt x="20686" y="14707"/>
                </a:lnTo>
                <a:lnTo>
                  <a:pt x="20382" y="14707"/>
                </a:lnTo>
                <a:lnTo>
                  <a:pt x="20268" y="14816"/>
                </a:lnTo>
                <a:lnTo>
                  <a:pt x="20229" y="14924"/>
                </a:lnTo>
                <a:lnTo>
                  <a:pt x="19924" y="15087"/>
                </a:lnTo>
                <a:lnTo>
                  <a:pt x="19658" y="15250"/>
                </a:lnTo>
                <a:lnTo>
                  <a:pt x="19544" y="15413"/>
                </a:lnTo>
                <a:lnTo>
                  <a:pt x="19391" y="15575"/>
                </a:lnTo>
                <a:lnTo>
                  <a:pt x="19315" y="15793"/>
                </a:lnTo>
                <a:lnTo>
                  <a:pt x="19238" y="16010"/>
                </a:lnTo>
                <a:lnTo>
                  <a:pt x="19162" y="16444"/>
                </a:lnTo>
                <a:lnTo>
                  <a:pt x="19162" y="16879"/>
                </a:lnTo>
                <a:lnTo>
                  <a:pt x="18743" y="17312"/>
                </a:lnTo>
                <a:lnTo>
                  <a:pt x="18324" y="17747"/>
                </a:lnTo>
                <a:lnTo>
                  <a:pt x="18286" y="17801"/>
                </a:lnTo>
                <a:lnTo>
                  <a:pt x="18286" y="17910"/>
                </a:lnTo>
                <a:lnTo>
                  <a:pt x="17905" y="17422"/>
                </a:lnTo>
                <a:lnTo>
                  <a:pt x="17562" y="17041"/>
                </a:lnTo>
                <a:lnTo>
                  <a:pt x="17486" y="16987"/>
                </a:lnTo>
                <a:lnTo>
                  <a:pt x="17334" y="16987"/>
                </a:lnTo>
                <a:lnTo>
                  <a:pt x="17295" y="17095"/>
                </a:lnTo>
                <a:lnTo>
                  <a:pt x="17067" y="17041"/>
                </a:lnTo>
                <a:lnTo>
                  <a:pt x="16838" y="17041"/>
                </a:lnTo>
                <a:lnTo>
                  <a:pt x="16381" y="17095"/>
                </a:lnTo>
                <a:lnTo>
                  <a:pt x="16420" y="16932"/>
                </a:lnTo>
                <a:lnTo>
                  <a:pt x="16381" y="16769"/>
                </a:lnTo>
                <a:lnTo>
                  <a:pt x="16267" y="16499"/>
                </a:lnTo>
                <a:lnTo>
                  <a:pt x="16153" y="16281"/>
                </a:lnTo>
                <a:lnTo>
                  <a:pt x="16039" y="16010"/>
                </a:lnTo>
                <a:lnTo>
                  <a:pt x="15963" y="15685"/>
                </a:lnTo>
                <a:lnTo>
                  <a:pt x="15924" y="15413"/>
                </a:lnTo>
                <a:lnTo>
                  <a:pt x="15886" y="15250"/>
                </a:lnTo>
                <a:lnTo>
                  <a:pt x="15810" y="15142"/>
                </a:lnTo>
                <a:lnTo>
                  <a:pt x="16229" y="14816"/>
                </a:lnTo>
                <a:lnTo>
                  <a:pt x="16648" y="14436"/>
                </a:lnTo>
                <a:lnTo>
                  <a:pt x="16991" y="13948"/>
                </a:lnTo>
                <a:lnTo>
                  <a:pt x="17105" y="13730"/>
                </a:lnTo>
                <a:lnTo>
                  <a:pt x="17219" y="13459"/>
                </a:lnTo>
                <a:lnTo>
                  <a:pt x="17295" y="13134"/>
                </a:lnTo>
                <a:lnTo>
                  <a:pt x="17334" y="12754"/>
                </a:lnTo>
                <a:lnTo>
                  <a:pt x="17334" y="11993"/>
                </a:lnTo>
                <a:lnTo>
                  <a:pt x="17219" y="11289"/>
                </a:lnTo>
                <a:lnTo>
                  <a:pt x="17029" y="10637"/>
                </a:lnTo>
                <a:lnTo>
                  <a:pt x="16877" y="10203"/>
                </a:lnTo>
                <a:lnTo>
                  <a:pt x="16648" y="9823"/>
                </a:lnTo>
                <a:lnTo>
                  <a:pt x="16495" y="9660"/>
                </a:lnTo>
                <a:lnTo>
                  <a:pt x="16343" y="9552"/>
                </a:lnTo>
                <a:lnTo>
                  <a:pt x="16191" y="9497"/>
                </a:lnTo>
                <a:lnTo>
                  <a:pt x="16000" y="9443"/>
                </a:lnTo>
                <a:lnTo>
                  <a:pt x="15657" y="9335"/>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370" name="Google Shape;176;p2"/>
          <p:cNvSpPr/>
          <p:nvPr/>
        </p:nvSpPr>
        <p:spPr>
          <a:xfrm>
            <a:off x="7146429" y="3104482"/>
            <a:ext cx="684683" cy="7213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52" y="3461"/>
                </a:moveTo>
                <a:lnTo>
                  <a:pt x="14477" y="3572"/>
                </a:lnTo>
                <a:lnTo>
                  <a:pt x="14420" y="3737"/>
                </a:lnTo>
                <a:lnTo>
                  <a:pt x="14362" y="3846"/>
                </a:lnTo>
                <a:lnTo>
                  <a:pt x="14362" y="4011"/>
                </a:lnTo>
                <a:lnTo>
                  <a:pt x="14420" y="4287"/>
                </a:lnTo>
                <a:lnTo>
                  <a:pt x="14535" y="4617"/>
                </a:lnTo>
                <a:lnTo>
                  <a:pt x="14941" y="5606"/>
                </a:lnTo>
                <a:lnTo>
                  <a:pt x="15347" y="6595"/>
                </a:lnTo>
                <a:lnTo>
                  <a:pt x="15230" y="6650"/>
                </a:lnTo>
                <a:lnTo>
                  <a:pt x="14303" y="7915"/>
                </a:lnTo>
                <a:lnTo>
                  <a:pt x="13899" y="8463"/>
                </a:lnTo>
                <a:lnTo>
                  <a:pt x="13725" y="8739"/>
                </a:lnTo>
                <a:lnTo>
                  <a:pt x="13667" y="8904"/>
                </a:lnTo>
                <a:lnTo>
                  <a:pt x="13725" y="9069"/>
                </a:lnTo>
                <a:lnTo>
                  <a:pt x="13899" y="9013"/>
                </a:lnTo>
                <a:lnTo>
                  <a:pt x="14014" y="8959"/>
                </a:lnTo>
                <a:lnTo>
                  <a:pt x="14246" y="8739"/>
                </a:lnTo>
                <a:lnTo>
                  <a:pt x="14652" y="8244"/>
                </a:lnTo>
                <a:lnTo>
                  <a:pt x="15694" y="6980"/>
                </a:lnTo>
                <a:lnTo>
                  <a:pt x="15809" y="6980"/>
                </a:lnTo>
                <a:lnTo>
                  <a:pt x="15983" y="6924"/>
                </a:lnTo>
                <a:lnTo>
                  <a:pt x="16041" y="6815"/>
                </a:lnTo>
                <a:lnTo>
                  <a:pt x="16041" y="6650"/>
                </a:lnTo>
                <a:lnTo>
                  <a:pt x="15288" y="4837"/>
                </a:lnTo>
                <a:lnTo>
                  <a:pt x="14883" y="4067"/>
                </a:lnTo>
                <a:lnTo>
                  <a:pt x="14767" y="3793"/>
                </a:lnTo>
                <a:lnTo>
                  <a:pt x="14709" y="3628"/>
                </a:lnTo>
                <a:lnTo>
                  <a:pt x="14709" y="3461"/>
                </a:lnTo>
                <a:close/>
                <a:moveTo>
                  <a:pt x="13725" y="2418"/>
                </a:moveTo>
                <a:lnTo>
                  <a:pt x="13841" y="2693"/>
                </a:lnTo>
                <a:lnTo>
                  <a:pt x="13899" y="2858"/>
                </a:lnTo>
                <a:lnTo>
                  <a:pt x="14073" y="2967"/>
                </a:lnTo>
                <a:lnTo>
                  <a:pt x="14246" y="3078"/>
                </a:lnTo>
                <a:lnTo>
                  <a:pt x="14477" y="3022"/>
                </a:lnTo>
                <a:lnTo>
                  <a:pt x="14826" y="2858"/>
                </a:lnTo>
                <a:lnTo>
                  <a:pt x="15173" y="2583"/>
                </a:lnTo>
                <a:lnTo>
                  <a:pt x="15577" y="3407"/>
                </a:lnTo>
                <a:lnTo>
                  <a:pt x="16041" y="4122"/>
                </a:lnTo>
                <a:lnTo>
                  <a:pt x="16504" y="4891"/>
                </a:lnTo>
                <a:lnTo>
                  <a:pt x="16851" y="5661"/>
                </a:lnTo>
                <a:lnTo>
                  <a:pt x="16621" y="5880"/>
                </a:lnTo>
                <a:lnTo>
                  <a:pt x="16389" y="6100"/>
                </a:lnTo>
                <a:lnTo>
                  <a:pt x="16215" y="6376"/>
                </a:lnTo>
                <a:lnTo>
                  <a:pt x="16157" y="6706"/>
                </a:lnTo>
                <a:lnTo>
                  <a:pt x="16215" y="6870"/>
                </a:lnTo>
                <a:lnTo>
                  <a:pt x="16330" y="6980"/>
                </a:lnTo>
                <a:lnTo>
                  <a:pt x="16330" y="7200"/>
                </a:lnTo>
                <a:lnTo>
                  <a:pt x="16389" y="7309"/>
                </a:lnTo>
                <a:lnTo>
                  <a:pt x="16562" y="7365"/>
                </a:lnTo>
                <a:lnTo>
                  <a:pt x="16562" y="7420"/>
                </a:lnTo>
                <a:lnTo>
                  <a:pt x="16330" y="7750"/>
                </a:lnTo>
                <a:lnTo>
                  <a:pt x="15751" y="8463"/>
                </a:lnTo>
                <a:lnTo>
                  <a:pt x="15230" y="9233"/>
                </a:lnTo>
                <a:lnTo>
                  <a:pt x="14999" y="9124"/>
                </a:lnTo>
                <a:lnTo>
                  <a:pt x="14709" y="9069"/>
                </a:lnTo>
                <a:lnTo>
                  <a:pt x="14420" y="9178"/>
                </a:lnTo>
                <a:lnTo>
                  <a:pt x="14130" y="9289"/>
                </a:lnTo>
                <a:lnTo>
                  <a:pt x="13956" y="9508"/>
                </a:lnTo>
                <a:lnTo>
                  <a:pt x="13782" y="9728"/>
                </a:lnTo>
                <a:lnTo>
                  <a:pt x="13146" y="9728"/>
                </a:lnTo>
                <a:lnTo>
                  <a:pt x="11929" y="9783"/>
                </a:lnTo>
                <a:lnTo>
                  <a:pt x="11872" y="9672"/>
                </a:lnTo>
                <a:lnTo>
                  <a:pt x="11698" y="9563"/>
                </a:lnTo>
                <a:lnTo>
                  <a:pt x="11177" y="9398"/>
                </a:lnTo>
                <a:lnTo>
                  <a:pt x="11119" y="9398"/>
                </a:lnTo>
                <a:lnTo>
                  <a:pt x="11004" y="9343"/>
                </a:lnTo>
                <a:lnTo>
                  <a:pt x="10713" y="9343"/>
                </a:lnTo>
                <a:lnTo>
                  <a:pt x="10481" y="9289"/>
                </a:lnTo>
                <a:lnTo>
                  <a:pt x="9207" y="8134"/>
                </a:lnTo>
                <a:lnTo>
                  <a:pt x="8282" y="7309"/>
                </a:lnTo>
                <a:lnTo>
                  <a:pt x="8397" y="7035"/>
                </a:lnTo>
                <a:lnTo>
                  <a:pt x="8397" y="6759"/>
                </a:lnTo>
                <a:lnTo>
                  <a:pt x="8339" y="6650"/>
                </a:lnTo>
                <a:lnTo>
                  <a:pt x="8282" y="6541"/>
                </a:lnTo>
                <a:lnTo>
                  <a:pt x="8050" y="6376"/>
                </a:lnTo>
                <a:lnTo>
                  <a:pt x="8339" y="5715"/>
                </a:lnTo>
                <a:lnTo>
                  <a:pt x="9150" y="4067"/>
                </a:lnTo>
                <a:lnTo>
                  <a:pt x="9671" y="3022"/>
                </a:lnTo>
                <a:lnTo>
                  <a:pt x="9903" y="3022"/>
                </a:lnTo>
                <a:lnTo>
                  <a:pt x="10134" y="2967"/>
                </a:lnTo>
                <a:lnTo>
                  <a:pt x="10366" y="2858"/>
                </a:lnTo>
                <a:lnTo>
                  <a:pt x="10598" y="2693"/>
                </a:lnTo>
                <a:lnTo>
                  <a:pt x="10772" y="2528"/>
                </a:lnTo>
                <a:lnTo>
                  <a:pt x="11814" y="2472"/>
                </a:lnTo>
                <a:lnTo>
                  <a:pt x="13725" y="2418"/>
                </a:lnTo>
                <a:close/>
                <a:moveTo>
                  <a:pt x="10772" y="10222"/>
                </a:moveTo>
                <a:lnTo>
                  <a:pt x="10945" y="10333"/>
                </a:lnTo>
                <a:lnTo>
                  <a:pt x="10655" y="10333"/>
                </a:lnTo>
                <a:lnTo>
                  <a:pt x="10598" y="10278"/>
                </a:lnTo>
                <a:lnTo>
                  <a:pt x="10772" y="10222"/>
                </a:lnTo>
                <a:close/>
                <a:moveTo>
                  <a:pt x="4285" y="8080"/>
                </a:moveTo>
                <a:lnTo>
                  <a:pt x="4169" y="8134"/>
                </a:lnTo>
                <a:lnTo>
                  <a:pt x="3996" y="8244"/>
                </a:lnTo>
                <a:lnTo>
                  <a:pt x="3880" y="8354"/>
                </a:lnTo>
                <a:lnTo>
                  <a:pt x="3590" y="8683"/>
                </a:lnTo>
                <a:lnTo>
                  <a:pt x="3127" y="9454"/>
                </a:lnTo>
                <a:lnTo>
                  <a:pt x="2606" y="10278"/>
                </a:lnTo>
                <a:lnTo>
                  <a:pt x="2374" y="10607"/>
                </a:lnTo>
                <a:lnTo>
                  <a:pt x="2259" y="10772"/>
                </a:lnTo>
                <a:lnTo>
                  <a:pt x="2201" y="10882"/>
                </a:lnTo>
                <a:lnTo>
                  <a:pt x="2201" y="10993"/>
                </a:lnTo>
                <a:lnTo>
                  <a:pt x="2085" y="11048"/>
                </a:lnTo>
                <a:lnTo>
                  <a:pt x="2085" y="11267"/>
                </a:lnTo>
                <a:lnTo>
                  <a:pt x="2201" y="11322"/>
                </a:lnTo>
                <a:lnTo>
                  <a:pt x="2374" y="11378"/>
                </a:lnTo>
                <a:lnTo>
                  <a:pt x="2548" y="11267"/>
                </a:lnTo>
                <a:lnTo>
                  <a:pt x="2722" y="11157"/>
                </a:lnTo>
                <a:lnTo>
                  <a:pt x="2895" y="10993"/>
                </a:lnTo>
                <a:lnTo>
                  <a:pt x="3186" y="10552"/>
                </a:lnTo>
                <a:lnTo>
                  <a:pt x="3360" y="10222"/>
                </a:lnTo>
                <a:lnTo>
                  <a:pt x="4054" y="9289"/>
                </a:lnTo>
                <a:lnTo>
                  <a:pt x="4343" y="8794"/>
                </a:lnTo>
                <a:lnTo>
                  <a:pt x="4517" y="8574"/>
                </a:lnTo>
                <a:lnTo>
                  <a:pt x="4517" y="8189"/>
                </a:lnTo>
                <a:lnTo>
                  <a:pt x="4401" y="8134"/>
                </a:lnTo>
                <a:lnTo>
                  <a:pt x="4285" y="8080"/>
                </a:lnTo>
                <a:close/>
                <a:moveTo>
                  <a:pt x="6429" y="7255"/>
                </a:moveTo>
                <a:lnTo>
                  <a:pt x="6602" y="7530"/>
                </a:lnTo>
                <a:lnTo>
                  <a:pt x="6833" y="7750"/>
                </a:lnTo>
                <a:lnTo>
                  <a:pt x="7065" y="7804"/>
                </a:lnTo>
                <a:lnTo>
                  <a:pt x="7297" y="7859"/>
                </a:lnTo>
                <a:lnTo>
                  <a:pt x="7529" y="7859"/>
                </a:lnTo>
                <a:lnTo>
                  <a:pt x="7759" y="7804"/>
                </a:lnTo>
                <a:lnTo>
                  <a:pt x="8397" y="8354"/>
                </a:lnTo>
                <a:lnTo>
                  <a:pt x="9730" y="9672"/>
                </a:lnTo>
                <a:lnTo>
                  <a:pt x="9671" y="9783"/>
                </a:lnTo>
                <a:lnTo>
                  <a:pt x="9613" y="9948"/>
                </a:lnTo>
                <a:lnTo>
                  <a:pt x="9671" y="10168"/>
                </a:lnTo>
                <a:lnTo>
                  <a:pt x="9730" y="10333"/>
                </a:lnTo>
                <a:lnTo>
                  <a:pt x="9845" y="10498"/>
                </a:lnTo>
                <a:lnTo>
                  <a:pt x="9845" y="10607"/>
                </a:lnTo>
                <a:lnTo>
                  <a:pt x="9381" y="11102"/>
                </a:lnTo>
                <a:lnTo>
                  <a:pt x="8977" y="11652"/>
                </a:lnTo>
                <a:lnTo>
                  <a:pt x="8165" y="12752"/>
                </a:lnTo>
                <a:lnTo>
                  <a:pt x="7412" y="13685"/>
                </a:lnTo>
                <a:lnTo>
                  <a:pt x="7238" y="13576"/>
                </a:lnTo>
                <a:lnTo>
                  <a:pt x="7008" y="13576"/>
                </a:lnTo>
                <a:lnTo>
                  <a:pt x="6717" y="13631"/>
                </a:lnTo>
                <a:lnTo>
                  <a:pt x="6485" y="13796"/>
                </a:lnTo>
                <a:lnTo>
                  <a:pt x="6312" y="14015"/>
                </a:lnTo>
                <a:lnTo>
                  <a:pt x="6196" y="14291"/>
                </a:lnTo>
                <a:lnTo>
                  <a:pt x="5675" y="14235"/>
                </a:lnTo>
                <a:lnTo>
                  <a:pt x="4460" y="14291"/>
                </a:lnTo>
                <a:lnTo>
                  <a:pt x="4401" y="14015"/>
                </a:lnTo>
                <a:lnTo>
                  <a:pt x="4228" y="13796"/>
                </a:lnTo>
                <a:lnTo>
                  <a:pt x="3996" y="13631"/>
                </a:lnTo>
                <a:lnTo>
                  <a:pt x="3764" y="13576"/>
                </a:lnTo>
                <a:lnTo>
                  <a:pt x="3533" y="13576"/>
                </a:lnTo>
                <a:lnTo>
                  <a:pt x="3243" y="13631"/>
                </a:lnTo>
                <a:lnTo>
                  <a:pt x="2490" y="12641"/>
                </a:lnTo>
                <a:lnTo>
                  <a:pt x="2201" y="12146"/>
                </a:lnTo>
                <a:lnTo>
                  <a:pt x="1795" y="11652"/>
                </a:lnTo>
                <a:lnTo>
                  <a:pt x="1912" y="11378"/>
                </a:lnTo>
                <a:lnTo>
                  <a:pt x="1969" y="11157"/>
                </a:lnTo>
                <a:lnTo>
                  <a:pt x="1912" y="10882"/>
                </a:lnTo>
                <a:lnTo>
                  <a:pt x="1853" y="10663"/>
                </a:lnTo>
                <a:lnTo>
                  <a:pt x="1680" y="10498"/>
                </a:lnTo>
                <a:lnTo>
                  <a:pt x="1738" y="10387"/>
                </a:lnTo>
                <a:lnTo>
                  <a:pt x="1853" y="10222"/>
                </a:lnTo>
                <a:lnTo>
                  <a:pt x="1969" y="9948"/>
                </a:lnTo>
                <a:lnTo>
                  <a:pt x="2548" y="8959"/>
                </a:lnTo>
                <a:lnTo>
                  <a:pt x="3069" y="8024"/>
                </a:lnTo>
                <a:lnTo>
                  <a:pt x="3416" y="8024"/>
                </a:lnTo>
                <a:lnTo>
                  <a:pt x="3764" y="7915"/>
                </a:lnTo>
                <a:lnTo>
                  <a:pt x="3996" y="7694"/>
                </a:lnTo>
                <a:lnTo>
                  <a:pt x="4111" y="7585"/>
                </a:lnTo>
                <a:lnTo>
                  <a:pt x="4169" y="7420"/>
                </a:lnTo>
                <a:lnTo>
                  <a:pt x="4228" y="7365"/>
                </a:lnTo>
                <a:lnTo>
                  <a:pt x="4922" y="7420"/>
                </a:lnTo>
                <a:lnTo>
                  <a:pt x="5849" y="7365"/>
                </a:lnTo>
                <a:lnTo>
                  <a:pt x="6429" y="7255"/>
                </a:lnTo>
                <a:close/>
                <a:moveTo>
                  <a:pt x="14014" y="11596"/>
                </a:moveTo>
                <a:lnTo>
                  <a:pt x="14014" y="11707"/>
                </a:lnTo>
                <a:lnTo>
                  <a:pt x="14073" y="11982"/>
                </a:lnTo>
                <a:lnTo>
                  <a:pt x="14073" y="12091"/>
                </a:lnTo>
                <a:lnTo>
                  <a:pt x="14130" y="12257"/>
                </a:lnTo>
                <a:lnTo>
                  <a:pt x="14826" y="13081"/>
                </a:lnTo>
                <a:lnTo>
                  <a:pt x="15462" y="13906"/>
                </a:lnTo>
                <a:lnTo>
                  <a:pt x="15694" y="14180"/>
                </a:lnTo>
                <a:lnTo>
                  <a:pt x="15809" y="14291"/>
                </a:lnTo>
                <a:lnTo>
                  <a:pt x="15983" y="14345"/>
                </a:lnTo>
                <a:lnTo>
                  <a:pt x="16157" y="14345"/>
                </a:lnTo>
                <a:lnTo>
                  <a:pt x="16273" y="14291"/>
                </a:lnTo>
                <a:lnTo>
                  <a:pt x="16389" y="14235"/>
                </a:lnTo>
                <a:lnTo>
                  <a:pt x="16447" y="14070"/>
                </a:lnTo>
                <a:lnTo>
                  <a:pt x="16447" y="13850"/>
                </a:lnTo>
                <a:lnTo>
                  <a:pt x="16389" y="13741"/>
                </a:lnTo>
                <a:lnTo>
                  <a:pt x="16273" y="13685"/>
                </a:lnTo>
                <a:lnTo>
                  <a:pt x="16100" y="13631"/>
                </a:lnTo>
                <a:lnTo>
                  <a:pt x="15926" y="13411"/>
                </a:lnTo>
                <a:lnTo>
                  <a:pt x="15809" y="13246"/>
                </a:lnTo>
                <a:lnTo>
                  <a:pt x="15230" y="12587"/>
                </a:lnTo>
                <a:lnTo>
                  <a:pt x="14652" y="11872"/>
                </a:lnTo>
                <a:lnTo>
                  <a:pt x="14535" y="11761"/>
                </a:lnTo>
                <a:lnTo>
                  <a:pt x="14420" y="11707"/>
                </a:lnTo>
                <a:lnTo>
                  <a:pt x="14130" y="11596"/>
                </a:lnTo>
                <a:close/>
                <a:moveTo>
                  <a:pt x="3360" y="14565"/>
                </a:moveTo>
                <a:lnTo>
                  <a:pt x="3243" y="14620"/>
                </a:lnTo>
                <a:lnTo>
                  <a:pt x="3243" y="14565"/>
                </a:lnTo>
                <a:close/>
                <a:moveTo>
                  <a:pt x="8860" y="13906"/>
                </a:moveTo>
                <a:lnTo>
                  <a:pt x="8803" y="13961"/>
                </a:lnTo>
                <a:lnTo>
                  <a:pt x="8803" y="14291"/>
                </a:lnTo>
                <a:lnTo>
                  <a:pt x="8918" y="14509"/>
                </a:lnTo>
                <a:lnTo>
                  <a:pt x="9150" y="14894"/>
                </a:lnTo>
                <a:lnTo>
                  <a:pt x="9730" y="15665"/>
                </a:lnTo>
                <a:lnTo>
                  <a:pt x="10192" y="16324"/>
                </a:lnTo>
                <a:lnTo>
                  <a:pt x="10424" y="16654"/>
                </a:lnTo>
                <a:lnTo>
                  <a:pt x="10772" y="16928"/>
                </a:lnTo>
                <a:lnTo>
                  <a:pt x="10830" y="17039"/>
                </a:lnTo>
                <a:lnTo>
                  <a:pt x="11004" y="17204"/>
                </a:lnTo>
                <a:lnTo>
                  <a:pt x="11119" y="17259"/>
                </a:lnTo>
                <a:lnTo>
                  <a:pt x="11234" y="17259"/>
                </a:lnTo>
                <a:lnTo>
                  <a:pt x="11351" y="17204"/>
                </a:lnTo>
                <a:lnTo>
                  <a:pt x="11408" y="17093"/>
                </a:lnTo>
                <a:lnTo>
                  <a:pt x="11466" y="16763"/>
                </a:lnTo>
                <a:lnTo>
                  <a:pt x="11408" y="16598"/>
                </a:lnTo>
                <a:lnTo>
                  <a:pt x="11293" y="16433"/>
                </a:lnTo>
                <a:lnTo>
                  <a:pt x="11177" y="16379"/>
                </a:lnTo>
                <a:lnTo>
                  <a:pt x="11060" y="16324"/>
                </a:lnTo>
                <a:lnTo>
                  <a:pt x="10945" y="16159"/>
                </a:lnTo>
                <a:lnTo>
                  <a:pt x="10830" y="15994"/>
                </a:lnTo>
                <a:lnTo>
                  <a:pt x="10598" y="15665"/>
                </a:lnTo>
                <a:lnTo>
                  <a:pt x="9903" y="14730"/>
                </a:lnTo>
                <a:lnTo>
                  <a:pt x="9498" y="14235"/>
                </a:lnTo>
                <a:lnTo>
                  <a:pt x="9265" y="14070"/>
                </a:lnTo>
                <a:lnTo>
                  <a:pt x="9033" y="13906"/>
                </a:lnTo>
                <a:close/>
                <a:moveTo>
                  <a:pt x="13782" y="10443"/>
                </a:moveTo>
                <a:lnTo>
                  <a:pt x="13899" y="10607"/>
                </a:lnTo>
                <a:lnTo>
                  <a:pt x="14073" y="10717"/>
                </a:lnTo>
                <a:lnTo>
                  <a:pt x="14188" y="10828"/>
                </a:lnTo>
                <a:lnTo>
                  <a:pt x="14362" y="10882"/>
                </a:lnTo>
                <a:lnTo>
                  <a:pt x="14826" y="10828"/>
                </a:lnTo>
                <a:lnTo>
                  <a:pt x="14999" y="10882"/>
                </a:lnTo>
                <a:lnTo>
                  <a:pt x="15115" y="10937"/>
                </a:lnTo>
                <a:lnTo>
                  <a:pt x="15347" y="11322"/>
                </a:lnTo>
                <a:lnTo>
                  <a:pt x="15577" y="11707"/>
                </a:lnTo>
                <a:lnTo>
                  <a:pt x="16157" y="12531"/>
                </a:lnTo>
                <a:lnTo>
                  <a:pt x="16910" y="13631"/>
                </a:lnTo>
                <a:lnTo>
                  <a:pt x="16794" y="13906"/>
                </a:lnTo>
                <a:lnTo>
                  <a:pt x="16736" y="14126"/>
                </a:lnTo>
                <a:lnTo>
                  <a:pt x="16678" y="14620"/>
                </a:lnTo>
                <a:lnTo>
                  <a:pt x="16621" y="14894"/>
                </a:lnTo>
                <a:lnTo>
                  <a:pt x="16621" y="15335"/>
                </a:lnTo>
                <a:lnTo>
                  <a:pt x="16678" y="15389"/>
                </a:lnTo>
                <a:lnTo>
                  <a:pt x="16330" y="15939"/>
                </a:lnTo>
                <a:lnTo>
                  <a:pt x="15462" y="17313"/>
                </a:lnTo>
                <a:lnTo>
                  <a:pt x="15288" y="17259"/>
                </a:lnTo>
                <a:lnTo>
                  <a:pt x="15056" y="17259"/>
                </a:lnTo>
                <a:lnTo>
                  <a:pt x="14826" y="17313"/>
                </a:lnTo>
                <a:lnTo>
                  <a:pt x="14652" y="17424"/>
                </a:lnTo>
                <a:lnTo>
                  <a:pt x="14477" y="17533"/>
                </a:lnTo>
                <a:lnTo>
                  <a:pt x="14362" y="17698"/>
                </a:lnTo>
                <a:lnTo>
                  <a:pt x="14246" y="17863"/>
                </a:lnTo>
                <a:lnTo>
                  <a:pt x="14188" y="18028"/>
                </a:lnTo>
                <a:lnTo>
                  <a:pt x="13261" y="18083"/>
                </a:lnTo>
                <a:lnTo>
                  <a:pt x="11814" y="18193"/>
                </a:lnTo>
                <a:lnTo>
                  <a:pt x="11060" y="18193"/>
                </a:lnTo>
                <a:lnTo>
                  <a:pt x="11004" y="17918"/>
                </a:lnTo>
                <a:lnTo>
                  <a:pt x="10772" y="17643"/>
                </a:lnTo>
                <a:lnTo>
                  <a:pt x="10655" y="17589"/>
                </a:lnTo>
                <a:lnTo>
                  <a:pt x="10540" y="17533"/>
                </a:lnTo>
                <a:lnTo>
                  <a:pt x="10251" y="17478"/>
                </a:lnTo>
                <a:lnTo>
                  <a:pt x="10134" y="17424"/>
                </a:lnTo>
                <a:lnTo>
                  <a:pt x="10019" y="17478"/>
                </a:lnTo>
                <a:lnTo>
                  <a:pt x="9903" y="17589"/>
                </a:lnTo>
                <a:lnTo>
                  <a:pt x="9786" y="17589"/>
                </a:lnTo>
                <a:lnTo>
                  <a:pt x="9439" y="16818"/>
                </a:lnTo>
                <a:lnTo>
                  <a:pt x="9033" y="16050"/>
                </a:lnTo>
                <a:lnTo>
                  <a:pt x="8629" y="15444"/>
                </a:lnTo>
                <a:lnTo>
                  <a:pt x="8165" y="14785"/>
                </a:lnTo>
                <a:lnTo>
                  <a:pt x="8224" y="14620"/>
                </a:lnTo>
                <a:lnTo>
                  <a:pt x="8282" y="14455"/>
                </a:lnTo>
                <a:lnTo>
                  <a:pt x="8282" y="14235"/>
                </a:lnTo>
                <a:lnTo>
                  <a:pt x="8224" y="14070"/>
                </a:lnTo>
                <a:lnTo>
                  <a:pt x="8107" y="13961"/>
                </a:lnTo>
                <a:lnTo>
                  <a:pt x="8050" y="13961"/>
                </a:lnTo>
                <a:lnTo>
                  <a:pt x="8224" y="13741"/>
                </a:lnTo>
                <a:lnTo>
                  <a:pt x="9092" y="12587"/>
                </a:lnTo>
                <a:lnTo>
                  <a:pt x="9730" y="11761"/>
                </a:lnTo>
                <a:lnTo>
                  <a:pt x="10077" y="11378"/>
                </a:lnTo>
                <a:lnTo>
                  <a:pt x="10307" y="10937"/>
                </a:lnTo>
                <a:lnTo>
                  <a:pt x="10540" y="10993"/>
                </a:lnTo>
                <a:lnTo>
                  <a:pt x="10945" y="10993"/>
                </a:lnTo>
                <a:lnTo>
                  <a:pt x="11177" y="10937"/>
                </a:lnTo>
                <a:lnTo>
                  <a:pt x="11351" y="10882"/>
                </a:lnTo>
                <a:lnTo>
                  <a:pt x="11525" y="10717"/>
                </a:lnTo>
                <a:lnTo>
                  <a:pt x="11698" y="10607"/>
                </a:lnTo>
                <a:lnTo>
                  <a:pt x="11814" y="10443"/>
                </a:lnTo>
                <a:close/>
                <a:moveTo>
                  <a:pt x="7529" y="0"/>
                </a:moveTo>
                <a:lnTo>
                  <a:pt x="7529" y="54"/>
                </a:lnTo>
                <a:lnTo>
                  <a:pt x="7586" y="274"/>
                </a:lnTo>
                <a:lnTo>
                  <a:pt x="7703" y="439"/>
                </a:lnTo>
                <a:lnTo>
                  <a:pt x="7876" y="548"/>
                </a:lnTo>
                <a:lnTo>
                  <a:pt x="8050" y="604"/>
                </a:lnTo>
                <a:lnTo>
                  <a:pt x="8165" y="824"/>
                </a:lnTo>
                <a:lnTo>
                  <a:pt x="8339" y="1043"/>
                </a:lnTo>
                <a:lnTo>
                  <a:pt x="8629" y="1483"/>
                </a:lnTo>
                <a:lnTo>
                  <a:pt x="8745" y="1648"/>
                </a:lnTo>
                <a:lnTo>
                  <a:pt x="8629" y="1922"/>
                </a:lnTo>
                <a:lnTo>
                  <a:pt x="8629" y="2198"/>
                </a:lnTo>
                <a:lnTo>
                  <a:pt x="8745" y="2528"/>
                </a:lnTo>
                <a:lnTo>
                  <a:pt x="8918" y="2748"/>
                </a:lnTo>
                <a:lnTo>
                  <a:pt x="9033" y="2858"/>
                </a:lnTo>
                <a:lnTo>
                  <a:pt x="8456" y="3902"/>
                </a:lnTo>
                <a:lnTo>
                  <a:pt x="7703" y="5385"/>
                </a:lnTo>
                <a:lnTo>
                  <a:pt x="7529" y="5770"/>
                </a:lnTo>
                <a:lnTo>
                  <a:pt x="7297" y="6100"/>
                </a:lnTo>
                <a:lnTo>
                  <a:pt x="6950" y="6100"/>
                </a:lnTo>
                <a:lnTo>
                  <a:pt x="6776" y="6156"/>
                </a:lnTo>
                <a:lnTo>
                  <a:pt x="6602" y="6265"/>
                </a:lnTo>
                <a:lnTo>
                  <a:pt x="6485" y="6430"/>
                </a:lnTo>
                <a:lnTo>
                  <a:pt x="6429" y="6595"/>
                </a:lnTo>
                <a:lnTo>
                  <a:pt x="5502" y="6706"/>
                </a:lnTo>
                <a:lnTo>
                  <a:pt x="4807" y="6759"/>
                </a:lnTo>
                <a:lnTo>
                  <a:pt x="4228" y="6815"/>
                </a:lnTo>
                <a:lnTo>
                  <a:pt x="4054" y="6541"/>
                </a:lnTo>
                <a:lnTo>
                  <a:pt x="3880" y="6320"/>
                </a:lnTo>
                <a:lnTo>
                  <a:pt x="3590" y="6211"/>
                </a:lnTo>
                <a:lnTo>
                  <a:pt x="3301" y="6156"/>
                </a:lnTo>
                <a:lnTo>
                  <a:pt x="3011" y="6156"/>
                </a:lnTo>
                <a:lnTo>
                  <a:pt x="2837" y="6265"/>
                </a:lnTo>
                <a:lnTo>
                  <a:pt x="2606" y="6430"/>
                </a:lnTo>
                <a:lnTo>
                  <a:pt x="2490" y="6595"/>
                </a:lnTo>
                <a:lnTo>
                  <a:pt x="2374" y="6759"/>
                </a:lnTo>
                <a:lnTo>
                  <a:pt x="2374" y="6924"/>
                </a:lnTo>
                <a:lnTo>
                  <a:pt x="2259" y="7145"/>
                </a:lnTo>
                <a:lnTo>
                  <a:pt x="2259" y="7420"/>
                </a:lnTo>
                <a:lnTo>
                  <a:pt x="2316" y="7639"/>
                </a:lnTo>
                <a:lnTo>
                  <a:pt x="2374" y="7750"/>
                </a:lnTo>
                <a:lnTo>
                  <a:pt x="2374" y="7804"/>
                </a:lnTo>
                <a:lnTo>
                  <a:pt x="1969" y="8630"/>
                </a:lnTo>
                <a:lnTo>
                  <a:pt x="1389" y="9618"/>
                </a:lnTo>
                <a:lnTo>
                  <a:pt x="1216" y="9948"/>
                </a:lnTo>
                <a:lnTo>
                  <a:pt x="1216" y="10058"/>
                </a:lnTo>
                <a:lnTo>
                  <a:pt x="1159" y="10222"/>
                </a:lnTo>
                <a:lnTo>
                  <a:pt x="1159" y="10168"/>
                </a:lnTo>
                <a:lnTo>
                  <a:pt x="985" y="10168"/>
                </a:lnTo>
                <a:lnTo>
                  <a:pt x="868" y="10222"/>
                </a:lnTo>
                <a:lnTo>
                  <a:pt x="638" y="10387"/>
                </a:lnTo>
                <a:lnTo>
                  <a:pt x="521" y="10443"/>
                </a:lnTo>
                <a:lnTo>
                  <a:pt x="406" y="10498"/>
                </a:lnTo>
                <a:lnTo>
                  <a:pt x="289" y="10663"/>
                </a:lnTo>
                <a:lnTo>
                  <a:pt x="174" y="10828"/>
                </a:lnTo>
                <a:lnTo>
                  <a:pt x="174" y="11157"/>
                </a:lnTo>
                <a:lnTo>
                  <a:pt x="0" y="11652"/>
                </a:lnTo>
                <a:lnTo>
                  <a:pt x="58" y="11761"/>
                </a:lnTo>
                <a:lnTo>
                  <a:pt x="115" y="11817"/>
                </a:lnTo>
                <a:lnTo>
                  <a:pt x="174" y="11926"/>
                </a:lnTo>
                <a:lnTo>
                  <a:pt x="289" y="11926"/>
                </a:lnTo>
                <a:lnTo>
                  <a:pt x="579" y="12037"/>
                </a:lnTo>
                <a:lnTo>
                  <a:pt x="1042" y="12037"/>
                </a:lnTo>
                <a:lnTo>
                  <a:pt x="1042" y="11982"/>
                </a:lnTo>
                <a:lnTo>
                  <a:pt x="1216" y="11982"/>
                </a:lnTo>
                <a:lnTo>
                  <a:pt x="1389" y="12257"/>
                </a:lnTo>
                <a:lnTo>
                  <a:pt x="1563" y="12531"/>
                </a:lnTo>
                <a:lnTo>
                  <a:pt x="1912" y="12970"/>
                </a:lnTo>
                <a:lnTo>
                  <a:pt x="2606" y="13906"/>
                </a:lnTo>
                <a:lnTo>
                  <a:pt x="2663" y="14015"/>
                </a:lnTo>
                <a:lnTo>
                  <a:pt x="2606" y="14235"/>
                </a:lnTo>
                <a:lnTo>
                  <a:pt x="2548" y="14455"/>
                </a:lnTo>
                <a:lnTo>
                  <a:pt x="2490" y="14730"/>
                </a:lnTo>
                <a:lnTo>
                  <a:pt x="2490" y="14894"/>
                </a:lnTo>
                <a:lnTo>
                  <a:pt x="2548" y="15059"/>
                </a:lnTo>
                <a:lnTo>
                  <a:pt x="2433" y="15335"/>
                </a:lnTo>
                <a:lnTo>
                  <a:pt x="2259" y="15609"/>
                </a:lnTo>
                <a:lnTo>
                  <a:pt x="2142" y="15883"/>
                </a:lnTo>
                <a:lnTo>
                  <a:pt x="1912" y="16159"/>
                </a:lnTo>
                <a:lnTo>
                  <a:pt x="1795" y="16269"/>
                </a:lnTo>
                <a:lnTo>
                  <a:pt x="1795" y="16433"/>
                </a:lnTo>
                <a:lnTo>
                  <a:pt x="1853" y="16598"/>
                </a:lnTo>
                <a:lnTo>
                  <a:pt x="1969" y="16709"/>
                </a:lnTo>
                <a:lnTo>
                  <a:pt x="2142" y="16763"/>
                </a:lnTo>
                <a:lnTo>
                  <a:pt x="2316" y="16709"/>
                </a:lnTo>
                <a:lnTo>
                  <a:pt x="2433" y="16598"/>
                </a:lnTo>
                <a:lnTo>
                  <a:pt x="2490" y="16433"/>
                </a:lnTo>
                <a:lnTo>
                  <a:pt x="2548" y="16379"/>
                </a:lnTo>
                <a:lnTo>
                  <a:pt x="2663" y="16215"/>
                </a:lnTo>
                <a:lnTo>
                  <a:pt x="2780" y="15939"/>
                </a:lnTo>
                <a:lnTo>
                  <a:pt x="2895" y="15719"/>
                </a:lnTo>
                <a:lnTo>
                  <a:pt x="3011" y="15280"/>
                </a:lnTo>
                <a:lnTo>
                  <a:pt x="3416" y="15280"/>
                </a:lnTo>
                <a:lnTo>
                  <a:pt x="3707" y="15224"/>
                </a:lnTo>
                <a:lnTo>
                  <a:pt x="3937" y="15115"/>
                </a:lnTo>
                <a:lnTo>
                  <a:pt x="4169" y="15005"/>
                </a:lnTo>
                <a:lnTo>
                  <a:pt x="4285" y="14841"/>
                </a:lnTo>
                <a:lnTo>
                  <a:pt x="5270" y="14841"/>
                </a:lnTo>
                <a:lnTo>
                  <a:pt x="6312" y="14894"/>
                </a:lnTo>
                <a:lnTo>
                  <a:pt x="6370" y="15059"/>
                </a:lnTo>
                <a:lnTo>
                  <a:pt x="6429" y="15115"/>
                </a:lnTo>
                <a:lnTo>
                  <a:pt x="6544" y="15224"/>
                </a:lnTo>
                <a:lnTo>
                  <a:pt x="6776" y="15335"/>
                </a:lnTo>
                <a:lnTo>
                  <a:pt x="7008" y="15444"/>
                </a:lnTo>
                <a:lnTo>
                  <a:pt x="7297" y="15444"/>
                </a:lnTo>
                <a:lnTo>
                  <a:pt x="7586" y="15389"/>
                </a:lnTo>
                <a:lnTo>
                  <a:pt x="7703" y="15335"/>
                </a:lnTo>
                <a:lnTo>
                  <a:pt x="8339" y="16215"/>
                </a:lnTo>
                <a:lnTo>
                  <a:pt x="8571" y="16654"/>
                </a:lnTo>
                <a:lnTo>
                  <a:pt x="8803" y="17093"/>
                </a:lnTo>
                <a:lnTo>
                  <a:pt x="9150" y="17972"/>
                </a:lnTo>
                <a:lnTo>
                  <a:pt x="9092" y="18137"/>
                </a:lnTo>
                <a:lnTo>
                  <a:pt x="9092" y="18742"/>
                </a:lnTo>
                <a:lnTo>
                  <a:pt x="9033" y="18907"/>
                </a:lnTo>
                <a:lnTo>
                  <a:pt x="9033" y="19017"/>
                </a:lnTo>
                <a:lnTo>
                  <a:pt x="9092" y="19128"/>
                </a:lnTo>
                <a:lnTo>
                  <a:pt x="9439" y="19292"/>
                </a:lnTo>
                <a:lnTo>
                  <a:pt x="9092" y="19731"/>
                </a:lnTo>
                <a:lnTo>
                  <a:pt x="8860" y="20172"/>
                </a:lnTo>
                <a:lnTo>
                  <a:pt x="8686" y="20666"/>
                </a:lnTo>
                <a:lnTo>
                  <a:pt x="8571" y="21161"/>
                </a:lnTo>
                <a:lnTo>
                  <a:pt x="8512" y="21270"/>
                </a:lnTo>
                <a:lnTo>
                  <a:pt x="8571" y="21381"/>
                </a:lnTo>
                <a:lnTo>
                  <a:pt x="8686" y="21491"/>
                </a:lnTo>
                <a:lnTo>
                  <a:pt x="8803" y="21546"/>
                </a:lnTo>
                <a:lnTo>
                  <a:pt x="8918" y="21600"/>
                </a:lnTo>
                <a:lnTo>
                  <a:pt x="9033" y="21600"/>
                </a:lnTo>
                <a:lnTo>
                  <a:pt x="9092" y="21546"/>
                </a:lnTo>
                <a:lnTo>
                  <a:pt x="9207" y="21435"/>
                </a:lnTo>
                <a:lnTo>
                  <a:pt x="9207" y="21326"/>
                </a:lnTo>
                <a:lnTo>
                  <a:pt x="9265" y="21106"/>
                </a:lnTo>
                <a:lnTo>
                  <a:pt x="9439" y="20666"/>
                </a:lnTo>
                <a:lnTo>
                  <a:pt x="9613" y="20172"/>
                </a:lnTo>
                <a:lnTo>
                  <a:pt x="9960" y="19511"/>
                </a:lnTo>
                <a:lnTo>
                  <a:pt x="10366" y="19511"/>
                </a:lnTo>
                <a:lnTo>
                  <a:pt x="10598" y="19457"/>
                </a:lnTo>
                <a:lnTo>
                  <a:pt x="10713" y="19292"/>
                </a:lnTo>
                <a:lnTo>
                  <a:pt x="10830" y="18852"/>
                </a:lnTo>
                <a:lnTo>
                  <a:pt x="11987" y="18852"/>
                </a:lnTo>
                <a:lnTo>
                  <a:pt x="13029" y="18798"/>
                </a:lnTo>
                <a:lnTo>
                  <a:pt x="14073" y="18742"/>
                </a:lnTo>
                <a:lnTo>
                  <a:pt x="14130" y="18742"/>
                </a:lnTo>
                <a:lnTo>
                  <a:pt x="14130" y="18907"/>
                </a:lnTo>
                <a:lnTo>
                  <a:pt x="14246" y="19017"/>
                </a:lnTo>
                <a:lnTo>
                  <a:pt x="14477" y="19182"/>
                </a:lnTo>
                <a:lnTo>
                  <a:pt x="14767" y="19292"/>
                </a:lnTo>
                <a:lnTo>
                  <a:pt x="15056" y="19346"/>
                </a:lnTo>
                <a:lnTo>
                  <a:pt x="15230" y="19896"/>
                </a:lnTo>
                <a:lnTo>
                  <a:pt x="15462" y="20720"/>
                </a:lnTo>
                <a:lnTo>
                  <a:pt x="15636" y="21052"/>
                </a:lnTo>
                <a:lnTo>
                  <a:pt x="15751" y="21216"/>
                </a:lnTo>
                <a:lnTo>
                  <a:pt x="15868" y="21381"/>
                </a:lnTo>
                <a:lnTo>
                  <a:pt x="16100" y="21381"/>
                </a:lnTo>
                <a:lnTo>
                  <a:pt x="16215" y="21326"/>
                </a:lnTo>
                <a:lnTo>
                  <a:pt x="16273" y="21216"/>
                </a:lnTo>
                <a:lnTo>
                  <a:pt x="16273" y="20831"/>
                </a:lnTo>
                <a:lnTo>
                  <a:pt x="16100" y="20391"/>
                </a:lnTo>
                <a:lnTo>
                  <a:pt x="15751" y="19402"/>
                </a:lnTo>
                <a:lnTo>
                  <a:pt x="15636" y="19072"/>
                </a:lnTo>
                <a:lnTo>
                  <a:pt x="15751" y="18907"/>
                </a:lnTo>
                <a:lnTo>
                  <a:pt x="15926" y="18578"/>
                </a:lnTo>
                <a:lnTo>
                  <a:pt x="15983" y="18302"/>
                </a:lnTo>
                <a:lnTo>
                  <a:pt x="16041" y="18028"/>
                </a:lnTo>
                <a:lnTo>
                  <a:pt x="16041" y="17807"/>
                </a:lnTo>
                <a:lnTo>
                  <a:pt x="15983" y="17754"/>
                </a:lnTo>
                <a:lnTo>
                  <a:pt x="16736" y="16544"/>
                </a:lnTo>
                <a:lnTo>
                  <a:pt x="17547" y="15335"/>
                </a:lnTo>
                <a:lnTo>
                  <a:pt x="17952" y="15115"/>
                </a:lnTo>
                <a:lnTo>
                  <a:pt x="18184" y="14950"/>
                </a:lnTo>
                <a:lnTo>
                  <a:pt x="18357" y="14785"/>
                </a:lnTo>
                <a:lnTo>
                  <a:pt x="18416" y="14730"/>
                </a:lnTo>
                <a:lnTo>
                  <a:pt x="18531" y="14620"/>
                </a:lnTo>
                <a:lnTo>
                  <a:pt x="18648" y="14400"/>
                </a:lnTo>
                <a:lnTo>
                  <a:pt x="18763" y="14180"/>
                </a:lnTo>
                <a:lnTo>
                  <a:pt x="19052" y="14235"/>
                </a:lnTo>
                <a:lnTo>
                  <a:pt x="19399" y="14235"/>
                </a:lnTo>
                <a:lnTo>
                  <a:pt x="20326" y="14291"/>
                </a:lnTo>
                <a:lnTo>
                  <a:pt x="21196" y="14235"/>
                </a:lnTo>
                <a:lnTo>
                  <a:pt x="21311" y="14235"/>
                </a:lnTo>
                <a:lnTo>
                  <a:pt x="21426" y="14180"/>
                </a:lnTo>
                <a:lnTo>
                  <a:pt x="21543" y="14070"/>
                </a:lnTo>
                <a:lnTo>
                  <a:pt x="21543" y="13961"/>
                </a:lnTo>
                <a:lnTo>
                  <a:pt x="21600" y="13850"/>
                </a:lnTo>
                <a:lnTo>
                  <a:pt x="21543" y="13741"/>
                </a:lnTo>
                <a:lnTo>
                  <a:pt x="21485" y="13631"/>
                </a:lnTo>
                <a:lnTo>
                  <a:pt x="21370" y="13520"/>
                </a:lnTo>
                <a:lnTo>
                  <a:pt x="21196" y="13520"/>
                </a:lnTo>
                <a:lnTo>
                  <a:pt x="20616" y="13466"/>
                </a:lnTo>
                <a:lnTo>
                  <a:pt x="19979" y="13466"/>
                </a:lnTo>
                <a:lnTo>
                  <a:pt x="18763" y="13520"/>
                </a:lnTo>
                <a:lnTo>
                  <a:pt x="18648" y="13411"/>
                </a:lnTo>
                <a:lnTo>
                  <a:pt x="18531" y="13300"/>
                </a:lnTo>
                <a:lnTo>
                  <a:pt x="18184" y="13135"/>
                </a:lnTo>
                <a:lnTo>
                  <a:pt x="18068" y="13135"/>
                </a:lnTo>
                <a:lnTo>
                  <a:pt x="17895" y="13191"/>
                </a:lnTo>
                <a:lnTo>
                  <a:pt x="17721" y="13135"/>
                </a:lnTo>
                <a:lnTo>
                  <a:pt x="17489" y="13191"/>
                </a:lnTo>
                <a:lnTo>
                  <a:pt x="16794" y="12146"/>
                </a:lnTo>
                <a:lnTo>
                  <a:pt x="16215" y="11378"/>
                </a:lnTo>
                <a:lnTo>
                  <a:pt x="15926" y="10937"/>
                </a:lnTo>
                <a:lnTo>
                  <a:pt x="15636" y="10607"/>
                </a:lnTo>
                <a:lnTo>
                  <a:pt x="15751" y="10443"/>
                </a:lnTo>
                <a:lnTo>
                  <a:pt x="15868" y="10222"/>
                </a:lnTo>
                <a:lnTo>
                  <a:pt x="15926" y="10058"/>
                </a:lnTo>
                <a:lnTo>
                  <a:pt x="15983" y="9839"/>
                </a:lnTo>
                <a:lnTo>
                  <a:pt x="15926" y="9728"/>
                </a:lnTo>
                <a:lnTo>
                  <a:pt x="15868" y="9672"/>
                </a:lnTo>
                <a:lnTo>
                  <a:pt x="15694" y="9672"/>
                </a:lnTo>
                <a:lnTo>
                  <a:pt x="15983" y="9343"/>
                </a:lnTo>
                <a:lnTo>
                  <a:pt x="16273" y="8959"/>
                </a:lnTo>
                <a:lnTo>
                  <a:pt x="16794" y="8244"/>
                </a:lnTo>
                <a:lnTo>
                  <a:pt x="17374" y="7420"/>
                </a:lnTo>
                <a:lnTo>
                  <a:pt x="17489" y="7420"/>
                </a:lnTo>
                <a:lnTo>
                  <a:pt x="17604" y="7365"/>
                </a:lnTo>
                <a:lnTo>
                  <a:pt x="17721" y="7255"/>
                </a:lnTo>
                <a:lnTo>
                  <a:pt x="17836" y="7145"/>
                </a:lnTo>
                <a:lnTo>
                  <a:pt x="18184" y="6870"/>
                </a:lnTo>
                <a:lnTo>
                  <a:pt x="18299" y="6706"/>
                </a:lnTo>
                <a:lnTo>
                  <a:pt x="18416" y="6541"/>
                </a:lnTo>
                <a:lnTo>
                  <a:pt x="18474" y="6376"/>
                </a:lnTo>
                <a:lnTo>
                  <a:pt x="18474" y="6211"/>
                </a:lnTo>
                <a:lnTo>
                  <a:pt x="18416" y="5991"/>
                </a:lnTo>
                <a:lnTo>
                  <a:pt x="18299" y="5826"/>
                </a:lnTo>
                <a:lnTo>
                  <a:pt x="18184" y="5661"/>
                </a:lnTo>
                <a:lnTo>
                  <a:pt x="18010" y="5606"/>
                </a:lnTo>
                <a:lnTo>
                  <a:pt x="17836" y="5550"/>
                </a:lnTo>
                <a:lnTo>
                  <a:pt x="17604" y="5496"/>
                </a:lnTo>
                <a:lnTo>
                  <a:pt x="17257" y="4782"/>
                </a:lnTo>
                <a:lnTo>
                  <a:pt x="16851" y="4122"/>
                </a:lnTo>
                <a:lnTo>
                  <a:pt x="16330" y="3132"/>
                </a:lnTo>
                <a:lnTo>
                  <a:pt x="15983" y="2583"/>
                </a:lnTo>
                <a:lnTo>
                  <a:pt x="15636" y="2143"/>
                </a:lnTo>
                <a:lnTo>
                  <a:pt x="15694" y="1922"/>
                </a:lnTo>
                <a:lnTo>
                  <a:pt x="15694" y="1813"/>
                </a:lnTo>
                <a:lnTo>
                  <a:pt x="15751" y="1593"/>
                </a:lnTo>
                <a:lnTo>
                  <a:pt x="15694" y="1428"/>
                </a:lnTo>
                <a:lnTo>
                  <a:pt x="15636" y="1263"/>
                </a:lnTo>
                <a:lnTo>
                  <a:pt x="15520" y="1043"/>
                </a:lnTo>
                <a:lnTo>
                  <a:pt x="15347" y="878"/>
                </a:lnTo>
                <a:lnTo>
                  <a:pt x="15115" y="769"/>
                </a:lnTo>
                <a:lnTo>
                  <a:pt x="14883" y="713"/>
                </a:lnTo>
                <a:lnTo>
                  <a:pt x="14594" y="769"/>
                </a:lnTo>
                <a:lnTo>
                  <a:pt x="14362" y="824"/>
                </a:lnTo>
                <a:lnTo>
                  <a:pt x="14188" y="989"/>
                </a:lnTo>
                <a:lnTo>
                  <a:pt x="14073" y="1209"/>
                </a:lnTo>
                <a:lnTo>
                  <a:pt x="14014" y="1428"/>
                </a:lnTo>
                <a:lnTo>
                  <a:pt x="13956" y="1539"/>
                </a:lnTo>
                <a:lnTo>
                  <a:pt x="12451" y="1648"/>
                </a:lnTo>
                <a:lnTo>
                  <a:pt x="11177" y="1758"/>
                </a:lnTo>
                <a:lnTo>
                  <a:pt x="10945" y="1758"/>
                </a:lnTo>
                <a:lnTo>
                  <a:pt x="10830" y="1593"/>
                </a:lnTo>
                <a:lnTo>
                  <a:pt x="10655" y="1374"/>
                </a:lnTo>
                <a:lnTo>
                  <a:pt x="10598" y="1319"/>
                </a:lnTo>
                <a:lnTo>
                  <a:pt x="10481" y="1209"/>
                </a:lnTo>
                <a:lnTo>
                  <a:pt x="10307" y="1154"/>
                </a:lnTo>
                <a:lnTo>
                  <a:pt x="10192" y="1154"/>
                </a:lnTo>
                <a:lnTo>
                  <a:pt x="10077" y="1209"/>
                </a:lnTo>
                <a:lnTo>
                  <a:pt x="9381" y="1209"/>
                </a:lnTo>
                <a:lnTo>
                  <a:pt x="8977" y="713"/>
                </a:lnTo>
                <a:lnTo>
                  <a:pt x="8803" y="439"/>
                </a:lnTo>
                <a:lnTo>
                  <a:pt x="8629" y="165"/>
                </a:lnTo>
                <a:lnTo>
                  <a:pt x="8571" y="54"/>
                </a:lnTo>
                <a:lnTo>
                  <a:pt x="8456" y="0"/>
                </a:lnTo>
                <a:lnTo>
                  <a:pt x="8224" y="0"/>
                </a:lnTo>
                <a:lnTo>
                  <a:pt x="7933" y="54"/>
                </a:lnTo>
                <a:lnTo>
                  <a:pt x="7759" y="0"/>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371" name="Google Shape;177;p2"/>
          <p:cNvSpPr/>
          <p:nvPr/>
        </p:nvSpPr>
        <p:spPr>
          <a:xfrm>
            <a:off x="5262257" y="4729515"/>
            <a:ext cx="524997" cy="3726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028" y="5108"/>
                </a:moveTo>
                <a:lnTo>
                  <a:pt x="14651" y="5213"/>
                </a:lnTo>
                <a:lnTo>
                  <a:pt x="14198" y="5320"/>
                </a:lnTo>
                <a:lnTo>
                  <a:pt x="13819" y="5532"/>
                </a:lnTo>
                <a:lnTo>
                  <a:pt x="13443" y="5851"/>
                </a:lnTo>
                <a:lnTo>
                  <a:pt x="13140" y="6173"/>
                </a:lnTo>
                <a:lnTo>
                  <a:pt x="12913" y="6597"/>
                </a:lnTo>
                <a:lnTo>
                  <a:pt x="12763" y="7130"/>
                </a:lnTo>
                <a:lnTo>
                  <a:pt x="12763" y="7342"/>
                </a:lnTo>
                <a:lnTo>
                  <a:pt x="12839" y="7554"/>
                </a:lnTo>
                <a:lnTo>
                  <a:pt x="12990" y="7661"/>
                </a:lnTo>
                <a:lnTo>
                  <a:pt x="13140" y="7661"/>
                </a:lnTo>
                <a:lnTo>
                  <a:pt x="13443" y="7554"/>
                </a:lnTo>
                <a:lnTo>
                  <a:pt x="13669" y="7342"/>
                </a:lnTo>
                <a:lnTo>
                  <a:pt x="14122" y="6916"/>
                </a:lnTo>
                <a:lnTo>
                  <a:pt x="14425" y="6811"/>
                </a:lnTo>
                <a:lnTo>
                  <a:pt x="14727" y="6597"/>
                </a:lnTo>
                <a:lnTo>
                  <a:pt x="15407" y="6597"/>
                </a:lnTo>
                <a:lnTo>
                  <a:pt x="15784" y="6704"/>
                </a:lnTo>
                <a:lnTo>
                  <a:pt x="16162" y="6916"/>
                </a:lnTo>
                <a:lnTo>
                  <a:pt x="16313" y="7130"/>
                </a:lnTo>
                <a:lnTo>
                  <a:pt x="16389" y="7342"/>
                </a:lnTo>
                <a:lnTo>
                  <a:pt x="16463" y="7661"/>
                </a:lnTo>
                <a:lnTo>
                  <a:pt x="16463" y="7980"/>
                </a:lnTo>
                <a:lnTo>
                  <a:pt x="16389" y="8407"/>
                </a:lnTo>
                <a:lnTo>
                  <a:pt x="16237" y="8833"/>
                </a:lnTo>
                <a:lnTo>
                  <a:pt x="15784" y="9683"/>
                </a:lnTo>
                <a:lnTo>
                  <a:pt x="14801" y="11598"/>
                </a:lnTo>
                <a:lnTo>
                  <a:pt x="13819" y="13408"/>
                </a:lnTo>
                <a:lnTo>
                  <a:pt x="11705" y="17025"/>
                </a:lnTo>
                <a:lnTo>
                  <a:pt x="11555" y="17452"/>
                </a:lnTo>
                <a:lnTo>
                  <a:pt x="11631" y="17875"/>
                </a:lnTo>
                <a:lnTo>
                  <a:pt x="11705" y="18090"/>
                </a:lnTo>
                <a:lnTo>
                  <a:pt x="11781" y="18197"/>
                </a:lnTo>
                <a:lnTo>
                  <a:pt x="11931" y="18302"/>
                </a:lnTo>
                <a:lnTo>
                  <a:pt x="12084" y="18302"/>
                </a:lnTo>
                <a:lnTo>
                  <a:pt x="13519" y="18197"/>
                </a:lnTo>
                <a:lnTo>
                  <a:pt x="14954" y="18302"/>
                </a:lnTo>
                <a:lnTo>
                  <a:pt x="16539" y="18409"/>
                </a:lnTo>
                <a:lnTo>
                  <a:pt x="17295" y="18621"/>
                </a:lnTo>
                <a:lnTo>
                  <a:pt x="17595" y="18621"/>
                </a:lnTo>
                <a:lnTo>
                  <a:pt x="17974" y="18516"/>
                </a:lnTo>
                <a:lnTo>
                  <a:pt x="18201" y="18302"/>
                </a:lnTo>
                <a:lnTo>
                  <a:pt x="18277" y="17983"/>
                </a:lnTo>
                <a:lnTo>
                  <a:pt x="18277" y="17663"/>
                </a:lnTo>
                <a:lnTo>
                  <a:pt x="18050" y="17452"/>
                </a:lnTo>
                <a:lnTo>
                  <a:pt x="17824" y="17237"/>
                </a:lnTo>
                <a:lnTo>
                  <a:pt x="17445" y="17025"/>
                </a:lnTo>
                <a:lnTo>
                  <a:pt x="16690" y="16814"/>
                </a:lnTo>
                <a:lnTo>
                  <a:pt x="15254" y="16706"/>
                </a:lnTo>
                <a:lnTo>
                  <a:pt x="13292" y="16706"/>
                </a:lnTo>
                <a:lnTo>
                  <a:pt x="15557" y="12662"/>
                </a:lnTo>
                <a:lnTo>
                  <a:pt x="16162" y="11598"/>
                </a:lnTo>
                <a:lnTo>
                  <a:pt x="16766" y="10429"/>
                </a:lnTo>
                <a:lnTo>
                  <a:pt x="17068" y="9790"/>
                </a:lnTo>
                <a:lnTo>
                  <a:pt x="17295" y="9257"/>
                </a:lnTo>
                <a:lnTo>
                  <a:pt x="17445" y="8514"/>
                </a:lnTo>
                <a:lnTo>
                  <a:pt x="17521" y="7873"/>
                </a:lnTo>
                <a:lnTo>
                  <a:pt x="17521" y="7235"/>
                </a:lnTo>
                <a:lnTo>
                  <a:pt x="17369" y="6704"/>
                </a:lnTo>
                <a:lnTo>
                  <a:pt x="17142" y="6278"/>
                </a:lnTo>
                <a:lnTo>
                  <a:pt x="16916" y="5851"/>
                </a:lnTo>
                <a:lnTo>
                  <a:pt x="16615" y="5532"/>
                </a:lnTo>
                <a:lnTo>
                  <a:pt x="16237" y="5320"/>
                </a:lnTo>
                <a:lnTo>
                  <a:pt x="15784" y="5213"/>
                </a:lnTo>
                <a:lnTo>
                  <a:pt x="15407" y="5108"/>
                </a:lnTo>
                <a:close/>
                <a:moveTo>
                  <a:pt x="1962" y="0"/>
                </a:moveTo>
                <a:lnTo>
                  <a:pt x="1585" y="107"/>
                </a:lnTo>
                <a:lnTo>
                  <a:pt x="1283" y="319"/>
                </a:lnTo>
                <a:lnTo>
                  <a:pt x="906" y="531"/>
                </a:lnTo>
                <a:lnTo>
                  <a:pt x="603" y="746"/>
                </a:lnTo>
                <a:lnTo>
                  <a:pt x="301" y="1172"/>
                </a:lnTo>
                <a:lnTo>
                  <a:pt x="74" y="1491"/>
                </a:lnTo>
                <a:lnTo>
                  <a:pt x="0" y="1703"/>
                </a:lnTo>
                <a:lnTo>
                  <a:pt x="0" y="1915"/>
                </a:lnTo>
                <a:lnTo>
                  <a:pt x="150" y="2234"/>
                </a:lnTo>
                <a:lnTo>
                  <a:pt x="377" y="2448"/>
                </a:lnTo>
                <a:lnTo>
                  <a:pt x="527" y="2448"/>
                </a:lnTo>
                <a:lnTo>
                  <a:pt x="679" y="2341"/>
                </a:lnTo>
                <a:lnTo>
                  <a:pt x="1359" y="1915"/>
                </a:lnTo>
                <a:lnTo>
                  <a:pt x="1736" y="1810"/>
                </a:lnTo>
                <a:lnTo>
                  <a:pt x="2114" y="1703"/>
                </a:lnTo>
                <a:lnTo>
                  <a:pt x="2038" y="1810"/>
                </a:lnTo>
                <a:lnTo>
                  <a:pt x="2038" y="3087"/>
                </a:lnTo>
                <a:lnTo>
                  <a:pt x="2265" y="4256"/>
                </a:lnTo>
                <a:lnTo>
                  <a:pt x="2794" y="7661"/>
                </a:lnTo>
                <a:lnTo>
                  <a:pt x="4758" y="21069"/>
                </a:lnTo>
                <a:lnTo>
                  <a:pt x="4832" y="21281"/>
                </a:lnTo>
                <a:lnTo>
                  <a:pt x="4985" y="21496"/>
                </a:lnTo>
                <a:lnTo>
                  <a:pt x="5135" y="21600"/>
                </a:lnTo>
                <a:lnTo>
                  <a:pt x="5512" y="21600"/>
                </a:lnTo>
                <a:lnTo>
                  <a:pt x="5664" y="21496"/>
                </a:lnTo>
                <a:lnTo>
                  <a:pt x="5814" y="21281"/>
                </a:lnTo>
                <a:lnTo>
                  <a:pt x="5891" y="21069"/>
                </a:lnTo>
                <a:lnTo>
                  <a:pt x="8382" y="11917"/>
                </a:lnTo>
                <a:lnTo>
                  <a:pt x="10799" y="2872"/>
                </a:lnTo>
                <a:lnTo>
                  <a:pt x="13292" y="2660"/>
                </a:lnTo>
                <a:lnTo>
                  <a:pt x="15784" y="2553"/>
                </a:lnTo>
                <a:lnTo>
                  <a:pt x="18503" y="2660"/>
                </a:lnTo>
                <a:lnTo>
                  <a:pt x="19862" y="2872"/>
                </a:lnTo>
                <a:lnTo>
                  <a:pt x="20542" y="2872"/>
                </a:lnTo>
                <a:lnTo>
                  <a:pt x="21221" y="2767"/>
                </a:lnTo>
                <a:lnTo>
                  <a:pt x="21374" y="2660"/>
                </a:lnTo>
                <a:lnTo>
                  <a:pt x="21524" y="2553"/>
                </a:lnTo>
                <a:lnTo>
                  <a:pt x="21600" y="2341"/>
                </a:lnTo>
                <a:lnTo>
                  <a:pt x="21600" y="2129"/>
                </a:lnTo>
                <a:lnTo>
                  <a:pt x="21448" y="1703"/>
                </a:lnTo>
                <a:lnTo>
                  <a:pt x="21374" y="1491"/>
                </a:lnTo>
                <a:lnTo>
                  <a:pt x="21221" y="1384"/>
                </a:lnTo>
                <a:lnTo>
                  <a:pt x="20618" y="1172"/>
                </a:lnTo>
                <a:lnTo>
                  <a:pt x="20013" y="1065"/>
                </a:lnTo>
                <a:lnTo>
                  <a:pt x="18804" y="957"/>
                </a:lnTo>
                <a:lnTo>
                  <a:pt x="16086" y="850"/>
                </a:lnTo>
                <a:lnTo>
                  <a:pt x="13216" y="957"/>
                </a:lnTo>
                <a:lnTo>
                  <a:pt x="10346" y="1172"/>
                </a:lnTo>
                <a:lnTo>
                  <a:pt x="10120" y="1276"/>
                </a:lnTo>
                <a:lnTo>
                  <a:pt x="9969" y="1384"/>
                </a:lnTo>
                <a:lnTo>
                  <a:pt x="9893" y="1595"/>
                </a:lnTo>
                <a:lnTo>
                  <a:pt x="9743" y="1810"/>
                </a:lnTo>
                <a:lnTo>
                  <a:pt x="5512" y="17875"/>
                </a:lnTo>
                <a:lnTo>
                  <a:pt x="4379" y="10748"/>
                </a:lnTo>
                <a:lnTo>
                  <a:pt x="3550" y="5747"/>
                </a:lnTo>
                <a:lnTo>
                  <a:pt x="3171" y="3510"/>
                </a:lnTo>
                <a:lnTo>
                  <a:pt x="3020" y="2448"/>
                </a:lnTo>
                <a:lnTo>
                  <a:pt x="2944" y="1915"/>
                </a:lnTo>
                <a:lnTo>
                  <a:pt x="2870" y="1595"/>
                </a:lnTo>
                <a:lnTo>
                  <a:pt x="2944" y="1595"/>
                </a:lnTo>
                <a:lnTo>
                  <a:pt x="3020" y="1491"/>
                </a:lnTo>
                <a:lnTo>
                  <a:pt x="3020" y="1384"/>
                </a:lnTo>
                <a:lnTo>
                  <a:pt x="3097" y="1065"/>
                </a:lnTo>
                <a:lnTo>
                  <a:pt x="3097" y="638"/>
                </a:lnTo>
                <a:lnTo>
                  <a:pt x="3020" y="319"/>
                </a:lnTo>
                <a:lnTo>
                  <a:pt x="2870" y="212"/>
                </a:lnTo>
                <a:lnTo>
                  <a:pt x="2718" y="107"/>
                </a:lnTo>
                <a:lnTo>
                  <a:pt x="2341" y="0"/>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372" name="Google Shape;178;p2"/>
          <p:cNvSpPr/>
          <p:nvPr/>
        </p:nvSpPr>
        <p:spPr>
          <a:xfrm>
            <a:off x="8376422" y="4729110"/>
            <a:ext cx="508432" cy="3248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624" y="1950"/>
                </a:moveTo>
                <a:lnTo>
                  <a:pt x="17624" y="2319"/>
                </a:lnTo>
                <a:lnTo>
                  <a:pt x="17701" y="2562"/>
                </a:lnTo>
                <a:lnTo>
                  <a:pt x="17858" y="2685"/>
                </a:lnTo>
                <a:lnTo>
                  <a:pt x="18013" y="2685"/>
                </a:lnTo>
                <a:lnTo>
                  <a:pt x="18639" y="2562"/>
                </a:lnTo>
                <a:lnTo>
                  <a:pt x="18949" y="2562"/>
                </a:lnTo>
                <a:lnTo>
                  <a:pt x="19106" y="2685"/>
                </a:lnTo>
                <a:lnTo>
                  <a:pt x="19183" y="2805"/>
                </a:lnTo>
                <a:lnTo>
                  <a:pt x="19574" y="3660"/>
                </a:lnTo>
                <a:lnTo>
                  <a:pt x="19808" y="4392"/>
                </a:lnTo>
                <a:lnTo>
                  <a:pt x="20120" y="5370"/>
                </a:lnTo>
                <a:lnTo>
                  <a:pt x="20276" y="6222"/>
                </a:lnTo>
                <a:lnTo>
                  <a:pt x="20431" y="7200"/>
                </a:lnTo>
                <a:lnTo>
                  <a:pt x="20509" y="8175"/>
                </a:lnTo>
                <a:lnTo>
                  <a:pt x="20509" y="9030"/>
                </a:lnTo>
                <a:lnTo>
                  <a:pt x="20354" y="9885"/>
                </a:lnTo>
                <a:lnTo>
                  <a:pt x="20197" y="10740"/>
                </a:lnTo>
                <a:lnTo>
                  <a:pt x="19884" y="11592"/>
                </a:lnTo>
                <a:lnTo>
                  <a:pt x="19495" y="12204"/>
                </a:lnTo>
                <a:lnTo>
                  <a:pt x="19106" y="12813"/>
                </a:lnTo>
                <a:lnTo>
                  <a:pt x="18560" y="13179"/>
                </a:lnTo>
                <a:lnTo>
                  <a:pt x="18013" y="13302"/>
                </a:lnTo>
                <a:lnTo>
                  <a:pt x="17701" y="13302"/>
                </a:lnTo>
                <a:lnTo>
                  <a:pt x="17467" y="13056"/>
                </a:lnTo>
                <a:lnTo>
                  <a:pt x="17233" y="12813"/>
                </a:lnTo>
                <a:lnTo>
                  <a:pt x="16999" y="12447"/>
                </a:lnTo>
                <a:lnTo>
                  <a:pt x="16689" y="11592"/>
                </a:lnTo>
                <a:lnTo>
                  <a:pt x="16453" y="10740"/>
                </a:lnTo>
                <a:lnTo>
                  <a:pt x="16219" y="9762"/>
                </a:lnTo>
                <a:lnTo>
                  <a:pt x="16143" y="8664"/>
                </a:lnTo>
                <a:lnTo>
                  <a:pt x="16064" y="7686"/>
                </a:lnTo>
                <a:lnTo>
                  <a:pt x="16143" y="6588"/>
                </a:lnTo>
                <a:lnTo>
                  <a:pt x="16219" y="5247"/>
                </a:lnTo>
                <a:lnTo>
                  <a:pt x="16532" y="4026"/>
                </a:lnTo>
                <a:lnTo>
                  <a:pt x="16766" y="3417"/>
                </a:lnTo>
                <a:lnTo>
                  <a:pt x="16999" y="2805"/>
                </a:lnTo>
                <a:lnTo>
                  <a:pt x="17233" y="2319"/>
                </a:lnTo>
                <a:lnTo>
                  <a:pt x="17624" y="1950"/>
                </a:lnTo>
                <a:close/>
                <a:moveTo>
                  <a:pt x="17858" y="486"/>
                </a:moveTo>
                <a:lnTo>
                  <a:pt x="17391" y="732"/>
                </a:lnTo>
                <a:lnTo>
                  <a:pt x="16923" y="975"/>
                </a:lnTo>
                <a:lnTo>
                  <a:pt x="16610" y="1341"/>
                </a:lnTo>
                <a:lnTo>
                  <a:pt x="16298" y="1830"/>
                </a:lnTo>
                <a:lnTo>
                  <a:pt x="15985" y="2319"/>
                </a:lnTo>
                <a:lnTo>
                  <a:pt x="15751" y="2928"/>
                </a:lnTo>
                <a:lnTo>
                  <a:pt x="15441" y="4269"/>
                </a:lnTo>
                <a:lnTo>
                  <a:pt x="15207" y="5613"/>
                </a:lnTo>
                <a:lnTo>
                  <a:pt x="15129" y="6834"/>
                </a:lnTo>
                <a:lnTo>
                  <a:pt x="15050" y="8175"/>
                </a:lnTo>
                <a:lnTo>
                  <a:pt x="15207" y="9762"/>
                </a:lnTo>
                <a:lnTo>
                  <a:pt x="15441" y="11226"/>
                </a:lnTo>
                <a:lnTo>
                  <a:pt x="15751" y="12570"/>
                </a:lnTo>
                <a:lnTo>
                  <a:pt x="15985" y="13179"/>
                </a:lnTo>
                <a:lnTo>
                  <a:pt x="16298" y="13791"/>
                </a:lnTo>
                <a:lnTo>
                  <a:pt x="16610" y="14277"/>
                </a:lnTo>
                <a:lnTo>
                  <a:pt x="16923" y="14643"/>
                </a:lnTo>
                <a:lnTo>
                  <a:pt x="17312" y="14889"/>
                </a:lnTo>
                <a:lnTo>
                  <a:pt x="17780" y="15009"/>
                </a:lnTo>
                <a:lnTo>
                  <a:pt x="18247" y="15009"/>
                </a:lnTo>
                <a:lnTo>
                  <a:pt x="18639" y="14889"/>
                </a:lnTo>
                <a:lnTo>
                  <a:pt x="19106" y="14766"/>
                </a:lnTo>
                <a:lnTo>
                  <a:pt x="19417" y="14523"/>
                </a:lnTo>
                <a:lnTo>
                  <a:pt x="19808" y="14157"/>
                </a:lnTo>
                <a:lnTo>
                  <a:pt x="20120" y="13791"/>
                </a:lnTo>
                <a:lnTo>
                  <a:pt x="20665" y="12813"/>
                </a:lnTo>
                <a:lnTo>
                  <a:pt x="21056" y="11715"/>
                </a:lnTo>
                <a:lnTo>
                  <a:pt x="21366" y="10371"/>
                </a:lnTo>
                <a:lnTo>
                  <a:pt x="21600" y="9153"/>
                </a:lnTo>
                <a:lnTo>
                  <a:pt x="21600" y="7809"/>
                </a:lnTo>
                <a:lnTo>
                  <a:pt x="21523" y="6954"/>
                </a:lnTo>
                <a:lnTo>
                  <a:pt x="21366" y="5856"/>
                </a:lnTo>
                <a:lnTo>
                  <a:pt x="21132" y="4635"/>
                </a:lnTo>
                <a:lnTo>
                  <a:pt x="20743" y="3537"/>
                </a:lnTo>
                <a:lnTo>
                  <a:pt x="20354" y="2439"/>
                </a:lnTo>
                <a:lnTo>
                  <a:pt x="19884" y="1464"/>
                </a:lnTo>
                <a:lnTo>
                  <a:pt x="19650" y="1098"/>
                </a:lnTo>
                <a:lnTo>
                  <a:pt x="19340" y="852"/>
                </a:lnTo>
                <a:lnTo>
                  <a:pt x="19106" y="732"/>
                </a:lnTo>
                <a:lnTo>
                  <a:pt x="18794" y="609"/>
                </a:lnTo>
                <a:lnTo>
                  <a:pt x="18326" y="486"/>
                </a:lnTo>
                <a:close/>
                <a:moveTo>
                  <a:pt x="8500" y="0"/>
                </a:moveTo>
                <a:lnTo>
                  <a:pt x="8344" y="120"/>
                </a:lnTo>
                <a:lnTo>
                  <a:pt x="8187" y="366"/>
                </a:lnTo>
                <a:lnTo>
                  <a:pt x="8111" y="1341"/>
                </a:lnTo>
                <a:lnTo>
                  <a:pt x="8032" y="2439"/>
                </a:lnTo>
                <a:lnTo>
                  <a:pt x="7875" y="4392"/>
                </a:lnTo>
                <a:lnTo>
                  <a:pt x="7719" y="8175"/>
                </a:lnTo>
                <a:lnTo>
                  <a:pt x="6159" y="7932"/>
                </a:lnTo>
                <a:lnTo>
                  <a:pt x="4522" y="7932"/>
                </a:lnTo>
                <a:lnTo>
                  <a:pt x="2964" y="8055"/>
                </a:lnTo>
                <a:lnTo>
                  <a:pt x="2183" y="8298"/>
                </a:lnTo>
                <a:lnTo>
                  <a:pt x="1403" y="8541"/>
                </a:lnTo>
                <a:lnTo>
                  <a:pt x="1403" y="8298"/>
                </a:lnTo>
                <a:lnTo>
                  <a:pt x="1248" y="8175"/>
                </a:lnTo>
                <a:lnTo>
                  <a:pt x="1169" y="8298"/>
                </a:lnTo>
                <a:lnTo>
                  <a:pt x="1014" y="5490"/>
                </a:lnTo>
                <a:lnTo>
                  <a:pt x="935" y="3051"/>
                </a:lnTo>
                <a:lnTo>
                  <a:pt x="857" y="1830"/>
                </a:lnTo>
                <a:lnTo>
                  <a:pt x="778" y="609"/>
                </a:lnTo>
                <a:lnTo>
                  <a:pt x="702" y="366"/>
                </a:lnTo>
                <a:lnTo>
                  <a:pt x="310" y="366"/>
                </a:lnTo>
                <a:lnTo>
                  <a:pt x="234" y="609"/>
                </a:lnTo>
                <a:lnTo>
                  <a:pt x="77" y="1707"/>
                </a:lnTo>
                <a:lnTo>
                  <a:pt x="0" y="2928"/>
                </a:lnTo>
                <a:lnTo>
                  <a:pt x="0" y="5247"/>
                </a:lnTo>
                <a:lnTo>
                  <a:pt x="77" y="7566"/>
                </a:lnTo>
                <a:lnTo>
                  <a:pt x="234" y="9885"/>
                </a:lnTo>
                <a:lnTo>
                  <a:pt x="389" y="12081"/>
                </a:lnTo>
                <a:lnTo>
                  <a:pt x="623" y="14400"/>
                </a:lnTo>
                <a:lnTo>
                  <a:pt x="857" y="16596"/>
                </a:lnTo>
                <a:lnTo>
                  <a:pt x="1014" y="17817"/>
                </a:lnTo>
                <a:lnTo>
                  <a:pt x="1169" y="18306"/>
                </a:lnTo>
                <a:lnTo>
                  <a:pt x="1248" y="18795"/>
                </a:lnTo>
                <a:lnTo>
                  <a:pt x="1169" y="19038"/>
                </a:lnTo>
                <a:lnTo>
                  <a:pt x="1248" y="19404"/>
                </a:lnTo>
                <a:lnTo>
                  <a:pt x="1403" y="19647"/>
                </a:lnTo>
                <a:lnTo>
                  <a:pt x="1558" y="19770"/>
                </a:lnTo>
                <a:lnTo>
                  <a:pt x="1871" y="19770"/>
                </a:lnTo>
                <a:lnTo>
                  <a:pt x="2026" y="19647"/>
                </a:lnTo>
                <a:lnTo>
                  <a:pt x="2183" y="19404"/>
                </a:lnTo>
                <a:lnTo>
                  <a:pt x="2260" y="19161"/>
                </a:lnTo>
                <a:lnTo>
                  <a:pt x="2260" y="18183"/>
                </a:lnTo>
                <a:lnTo>
                  <a:pt x="1871" y="15621"/>
                </a:lnTo>
                <a:lnTo>
                  <a:pt x="1558" y="12936"/>
                </a:lnTo>
                <a:lnTo>
                  <a:pt x="1324" y="10251"/>
                </a:lnTo>
                <a:lnTo>
                  <a:pt x="1248" y="9762"/>
                </a:lnTo>
                <a:lnTo>
                  <a:pt x="2105" y="9885"/>
                </a:lnTo>
                <a:lnTo>
                  <a:pt x="2885" y="9762"/>
                </a:lnTo>
                <a:lnTo>
                  <a:pt x="4522" y="9639"/>
                </a:lnTo>
                <a:lnTo>
                  <a:pt x="6082" y="9639"/>
                </a:lnTo>
                <a:lnTo>
                  <a:pt x="7719" y="9885"/>
                </a:lnTo>
                <a:lnTo>
                  <a:pt x="7564" y="14157"/>
                </a:lnTo>
                <a:lnTo>
                  <a:pt x="7407" y="16110"/>
                </a:lnTo>
                <a:lnTo>
                  <a:pt x="7407" y="16596"/>
                </a:lnTo>
                <a:lnTo>
                  <a:pt x="7486" y="17208"/>
                </a:lnTo>
                <a:lnTo>
                  <a:pt x="7564" y="17574"/>
                </a:lnTo>
                <a:lnTo>
                  <a:pt x="7719" y="17940"/>
                </a:lnTo>
                <a:lnTo>
                  <a:pt x="7798" y="18060"/>
                </a:lnTo>
                <a:lnTo>
                  <a:pt x="7953" y="18183"/>
                </a:lnTo>
                <a:lnTo>
                  <a:pt x="8187" y="17940"/>
                </a:lnTo>
                <a:lnTo>
                  <a:pt x="8344" y="17694"/>
                </a:lnTo>
                <a:lnTo>
                  <a:pt x="8500" y="17328"/>
                </a:lnTo>
                <a:lnTo>
                  <a:pt x="8578" y="16353"/>
                </a:lnTo>
                <a:lnTo>
                  <a:pt x="8578" y="14523"/>
                </a:lnTo>
                <a:lnTo>
                  <a:pt x="8734" y="9762"/>
                </a:lnTo>
                <a:lnTo>
                  <a:pt x="8812" y="4881"/>
                </a:lnTo>
                <a:lnTo>
                  <a:pt x="8889" y="2562"/>
                </a:lnTo>
                <a:lnTo>
                  <a:pt x="8889" y="1464"/>
                </a:lnTo>
                <a:lnTo>
                  <a:pt x="8812" y="366"/>
                </a:lnTo>
                <a:lnTo>
                  <a:pt x="8655" y="120"/>
                </a:lnTo>
                <a:lnTo>
                  <a:pt x="8500" y="0"/>
                </a:lnTo>
                <a:close/>
                <a:moveTo>
                  <a:pt x="11697" y="12570"/>
                </a:moveTo>
                <a:lnTo>
                  <a:pt x="11151" y="12690"/>
                </a:lnTo>
                <a:lnTo>
                  <a:pt x="10683" y="13056"/>
                </a:lnTo>
                <a:lnTo>
                  <a:pt x="10371" y="13302"/>
                </a:lnTo>
                <a:lnTo>
                  <a:pt x="10215" y="13668"/>
                </a:lnTo>
                <a:lnTo>
                  <a:pt x="10215" y="13791"/>
                </a:lnTo>
                <a:lnTo>
                  <a:pt x="10294" y="13911"/>
                </a:lnTo>
                <a:lnTo>
                  <a:pt x="10449" y="14157"/>
                </a:lnTo>
                <a:lnTo>
                  <a:pt x="11151" y="14157"/>
                </a:lnTo>
                <a:lnTo>
                  <a:pt x="12165" y="14034"/>
                </a:lnTo>
                <a:lnTo>
                  <a:pt x="12086" y="14400"/>
                </a:lnTo>
                <a:lnTo>
                  <a:pt x="11852" y="14766"/>
                </a:lnTo>
                <a:lnTo>
                  <a:pt x="11463" y="15375"/>
                </a:lnTo>
                <a:lnTo>
                  <a:pt x="10683" y="16962"/>
                </a:lnTo>
                <a:lnTo>
                  <a:pt x="9903" y="18672"/>
                </a:lnTo>
                <a:lnTo>
                  <a:pt x="9280" y="20379"/>
                </a:lnTo>
                <a:lnTo>
                  <a:pt x="9201" y="20868"/>
                </a:lnTo>
                <a:lnTo>
                  <a:pt x="9280" y="21357"/>
                </a:lnTo>
                <a:lnTo>
                  <a:pt x="9514" y="21600"/>
                </a:lnTo>
                <a:lnTo>
                  <a:pt x="9826" y="21600"/>
                </a:lnTo>
                <a:lnTo>
                  <a:pt x="13413" y="20379"/>
                </a:lnTo>
                <a:lnTo>
                  <a:pt x="13568" y="20259"/>
                </a:lnTo>
                <a:lnTo>
                  <a:pt x="13725" y="20013"/>
                </a:lnTo>
                <a:lnTo>
                  <a:pt x="13802" y="19770"/>
                </a:lnTo>
                <a:lnTo>
                  <a:pt x="13725" y="19404"/>
                </a:lnTo>
                <a:lnTo>
                  <a:pt x="13647" y="19161"/>
                </a:lnTo>
                <a:lnTo>
                  <a:pt x="13568" y="18915"/>
                </a:lnTo>
                <a:lnTo>
                  <a:pt x="13334" y="18795"/>
                </a:lnTo>
                <a:lnTo>
                  <a:pt x="13100" y="18795"/>
                </a:lnTo>
                <a:lnTo>
                  <a:pt x="10683" y="19647"/>
                </a:lnTo>
                <a:lnTo>
                  <a:pt x="11306" y="18183"/>
                </a:lnTo>
                <a:lnTo>
                  <a:pt x="12010" y="16842"/>
                </a:lnTo>
                <a:lnTo>
                  <a:pt x="12477" y="15987"/>
                </a:lnTo>
                <a:lnTo>
                  <a:pt x="12866" y="15132"/>
                </a:lnTo>
                <a:lnTo>
                  <a:pt x="13022" y="14643"/>
                </a:lnTo>
                <a:lnTo>
                  <a:pt x="13179" y="14157"/>
                </a:lnTo>
                <a:lnTo>
                  <a:pt x="13179" y="13056"/>
                </a:lnTo>
                <a:lnTo>
                  <a:pt x="13100" y="12936"/>
                </a:lnTo>
                <a:lnTo>
                  <a:pt x="13022" y="12690"/>
                </a:lnTo>
                <a:lnTo>
                  <a:pt x="12711" y="12570"/>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373" name="Google Shape;179;p2"/>
          <p:cNvSpPr/>
          <p:nvPr/>
        </p:nvSpPr>
        <p:spPr>
          <a:xfrm>
            <a:off x="3808765" y="4429376"/>
            <a:ext cx="570886" cy="56718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793" y="8039"/>
                </a:moveTo>
                <a:lnTo>
                  <a:pt x="9723" y="8109"/>
                </a:lnTo>
                <a:lnTo>
                  <a:pt x="9654" y="8178"/>
                </a:lnTo>
                <a:lnTo>
                  <a:pt x="9446" y="8319"/>
                </a:lnTo>
                <a:lnTo>
                  <a:pt x="9306" y="8528"/>
                </a:lnTo>
                <a:lnTo>
                  <a:pt x="9306" y="8597"/>
                </a:lnTo>
                <a:lnTo>
                  <a:pt x="9168" y="8877"/>
                </a:lnTo>
                <a:lnTo>
                  <a:pt x="9168" y="9087"/>
                </a:lnTo>
                <a:lnTo>
                  <a:pt x="9238" y="9228"/>
                </a:lnTo>
                <a:lnTo>
                  <a:pt x="9446" y="9367"/>
                </a:lnTo>
                <a:lnTo>
                  <a:pt x="9654" y="9506"/>
                </a:lnTo>
                <a:lnTo>
                  <a:pt x="10001" y="9506"/>
                </a:lnTo>
                <a:lnTo>
                  <a:pt x="10279" y="9367"/>
                </a:lnTo>
                <a:lnTo>
                  <a:pt x="10488" y="9087"/>
                </a:lnTo>
                <a:lnTo>
                  <a:pt x="10558" y="8948"/>
                </a:lnTo>
                <a:lnTo>
                  <a:pt x="10626" y="8808"/>
                </a:lnTo>
                <a:lnTo>
                  <a:pt x="10558" y="8667"/>
                </a:lnTo>
                <a:lnTo>
                  <a:pt x="10558" y="8528"/>
                </a:lnTo>
                <a:lnTo>
                  <a:pt x="10279" y="8387"/>
                </a:lnTo>
                <a:lnTo>
                  <a:pt x="10071" y="8319"/>
                </a:lnTo>
                <a:lnTo>
                  <a:pt x="10071" y="8178"/>
                </a:lnTo>
                <a:lnTo>
                  <a:pt x="9931" y="8109"/>
                </a:lnTo>
                <a:lnTo>
                  <a:pt x="9793" y="8039"/>
                </a:lnTo>
                <a:close/>
                <a:moveTo>
                  <a:pt x="11321" y="11463"/>
                </a:moveTo>
                <a:lnTo>
                  <a:pt x="11391" y="11534"/>
                </a:lnTo>
                <a:lnTo>
                  <a:pt x="11459" y="11673"/>
                </a:lnTo>
                <a:lnTo>
                  <a:pt x="11459" y="11814"/>
                </a:lnTo>
                <a:lnTo>
                  <a:pt x="11182" y="11884"/>
                </a:lnTo>
                <a:lnTo>
                  <a:pt x="11251" y="11604"/>
                </a:lnTo>
                <a:lnTo>
                  <a:pt x="11321" y="11463"/>
                </a:lnTo>
                <a:close/>
                <a:moveTo>
                  <a:pt x="11042" y="10695"/>
                </a:moveTo>
                <a:lnTo>
                  <a:pt x="10834" y="10766"/>
                </a:lnTo>
                <a:lnTo>
                  <a:pt x="10696" y="10905"/>
                </a:lnTo>
                <a:lnTo>
                  <a:pt x="10626" y="11044"/>
                </a:lnTo>
                <a:lnTo>
                  <a:pt x="10626" y="11185"/>
                </a:lnTo>
                <a:lnTo>
                  <a:pt x="10766" y="11324"/>
                </a:lnTo>
                <a:lnTo>
                  <a:pt x="10558" y="11743"/>
                </a:lnTo>
                <a:lnTo>
                  <a:pt x="10488" y="12233"/>
                </a:lnTo>
                <a:lnTo>
                  <a:pt x="10558" y="12443"/>
                </a:lnTo>
                <a:lnTo>
                  <a:pt x="10766" y="12513"/>
                </a:lnTo>
                <a:lnTo>
                  <a:pt x="11042" y="12582"/>
                </a:lnTo>
                <a:lnTo>
                  <a:pt x="11321" y="12582"/>
                </a:lnTo>
                <a:lnTo>
                  <a:pt x="11529" y="12513"/>
                </a:lnTo>
                <a:lnTo>
                  <a:pt x="11807" y="12443"/>
                </a:lnTo>
                <a:lnTo>
                  <a:pt x="12016" y="12304"/>
                </a:lnTo>
                <a:lnTo>
                  <a:pt x="12154" y="12094"/>
                </a:lnTo>
                <a:lnTo>
                  <a:pt x="12224" y="11814"/>
                </a:lnTo>
                <a:lnTo>
                  <a:pt x="12224" y="11534"/>
                </a:lnTo>
                <a:lnTo>
                  <a:pt x="12154" y="11324"/>
                </a:lnTo>
                <a:lnTo>
                  <a:pt x="12016" y="11114"/>
                </a:lnTo>
                <a:lnTo>
                  <a:pt x="11877" y="10975"/>
                </a:lnTo>
                <a:lnTo>
                  <a:pt x="11667" y="10834"/>
                </a:lnTo>
                <a:lnTo>
                  <a:pt x="11459" y="10766"/>
                </a:lnTo>
                <a:lnTo>
                  <a:pt x="11251" y="10695"/>
                </a:lnTo>
                <a:close/>
                <a:moveTo>
                  <a:pt x="7432" y="839"/>
                </a:moveTo>
                <a:lnTo>
                  <a:pt x="8751" y="909"/>
                </a:lnTo>
                <a:lnTo>
                  <a:pt x="10139" y="909"/>
                </a:lnTo>
                <a:lnTo>
                  <a:pt x="12919" y="1048"/>
                </a:lnTo>
                <a:lnTo>
                  <a:pt x="14447" y="1048"/>
                </a:lnTo>
                <a:lnTo>
                  <a:pt x="14585" y="1397"/>
                </a:lnTo>
                <a:lnTo>
                  <a:pt x="14723" y="2026"/>
                </a:lnTo>
                <a:lnTo>
                  <a:pt x="14238" y="2235"/>
                </a:lnTo>
                <a:lnTo>
                  <a:pt x="13614" y="2306"/>
                </a:lnTo>
                <a:lnTo>
                  <a:pt x="13335" y="2306"/>
                </a:lnTo>
                <a:lnTo>
                  <a:pt x="12987" y="2235"/>
                </a:lnTo>
                <a:lnTo>
                  <a:pt x="12710" y="2235"/>
                </a:lnTo>
                <a:lnTo>
                  <a:pt x="12362" y="2306"/>
                </a:lnTo>
                <a:lnTo>
                  <a:pt x="12294" y="2376"/>
                </a:lnTo>
                <a:lnTo>
                  <a:pt x="12224" y="2516"/>
                </a:lnTo>
                <a:lnTo>
                  <a:pt x="12154" y="2657"/>
                </a:lnTo>
                <a:lnTo>
                  <a:pt x="12224" y="2796"/>
                </a:lnTo>
                <a:lnTo>
                  <a:pt x="12224" y="2866"/>
                </a:lnTo>
                <a:lnTo>
                  <a:pt x="12294" y="3005"/>
                </a:lnTo>
                <a:lnTo>
                  <a:pt x="12432" y="3145"/>
                </a:lnTo>
                <a:lnTo>
                  <a:pt x="12432" y="3985"/>
                </a:lnTo>
                <a:lnTo>
                  <a:pt x="12570" y="5033"/>
                </a:lnTo>
                <a:lnTo>
                  <a:pt x="12640" y="6081"/>
                </a:lnTo>
                <a:lnTo>
                  <a:pt x="12710" y="6920"/>
                </a:lnTo>
                <a:lnTo>
                  <a:pt x="12710" y="7758"/>
                </a:lnTo>
                <a:lnTo>
                  <a:pt x="12640" y="8738"/>
                </a:lnTo>
                <a:lnTo>
                  <a:pt x="12570" y="9228"/>
                </a:lnTo>
                <a:lnTo>
                  <a:pt x="12570" y="9716"/>
                </a:lnTo>
                <a:lnTo>
                  <a:pt x="12640" y="9996"/>
                </a:lnTo>
                <a:lnTo>
                  <a:pt x="12570" y="10135"/>
                </a:lnTo>
                <a:lnTo>
                  <a:pt x="12570" y="10415"/>
                </a:lnTo>
                <a:lnTo>
                  <a:pt x="12710" y="10556"/>
                </a:lnTo>
                <a:lnTo>
                  <a:pt x="13473" y="11044"/>
                </a:lnTo>
                <a:lnTo>
                  <a:pt x="14168" y="11463"/>
                </a:lnTo>
                <a:lnTo>
                  <a:pt x="14863" y="12024"/>
                </a:lnTo>
                <a:lnTo>
                  <a:pt x="15558" y="12652"/>
                </a:lnTo>
                <a:lnTo>
                  <a:pt x="16878" y="13910"/>
                </a:lnTo>
                <a:lnTo>
                  <a:pt x="16321" y="13981"/>
                </a:lnTo>
                <a:lnTo>
                  <a:pt x="15766" y="13910"/>
                </a:lnTo>
                <a:lnTo>
                  <a:pt x="15350" y="13771"/>
                </a:lnTo>
                <a:lnTo>
                  <a:pt x="14931" y="13632"/>
                </a:lnTo>
                <a:lnTo>
                  <a:pt x="14168" y="13211"/>
                </a:lnTo>
                <a:lnTo>
                  <a:pt x="13473" y="13001"/>
                </a:lnTo>
                <a:lnTo>
                  <a:pt x="12779" y="12933"/>
                </a:lnTo>
                <a:lnTo>
                  <a:pt x="12086" y="13001"/>
                </a:lnTo>
                <a:lnTo>
                  <a:pt x="11321" y="13211"/>
                </a:lnTo>
                <a:lnTo>
                  <a:pt x="10558" y="13422"/>
                </a:lnTo>
                <a:lnTo>
                  <a:pt x="9863" y="13771"/>
                </a:lnTo>
                <a:lnTo>
                  <a:pt x="9168" y="14051"/>
                </a:lnTo>
                <a:lnTo>
                  <a:pt x="8403" y="14329"/>
                </a:lnTo>
                <a:lnTo>
                  <a:pt x="7778" y="14400"/>
                </a:lnTo>
                <a:lnTo>
                  <a:pt x="7223" y="14471"/>
                </a:lnTo>
                <a:lnTo>
                  <a:pt x="7362" y="14400"/>
                </a:lnTo>
                <a:lnTo>
                  <a:pt x="7432" y="14261"/>
                </a:lnTo>
                <a:lnTo>
                  <a:pt x="7432" y="13910"/>
                </a:lnTo>
                <a:lnTo>
                  <a:pt x="7362" y="13771"/>
                </a:lnTo>
                <a:lnTo>
                  <a:pt x="7223" y="13701"/>
                </a:lnTo>
                <a:lnTo>
                  <a:pt x="5279" y="13701"/>
                </a:lnTo>
                <a:lnTo>
                  <a:pt x="5555" y="13422"/>
                </a:lnTo>
                <a:lnTo>
                  <a:pt x="6182" y="12723"/>
                </a:lnTo>
                <a:lnTo>
                  <a:pt x="6737" y="12792"/>
                </a:lnTo>
                <a:lnTo>
                  <a:pt x="7293" y="12792"/>
                </a:lnTo>
                <a:lnTo>
                  <a:pt x="8335" y="12723"/>
                </a:lnTo>
                <a:lnTo>
                  <a:pt x="8611" y="12652"/>
                </a:lnTo>
                <a:lnTo>
                  <a:pt x="8751" y="12443"/>
                </a:lnTo>
                <a:lnTo>
                  <a:pt x="8751" y="12304"/>
                </a:lnTo>
                <a:lnTo>
                  <a:pt x="8681" y="12163"/>
                </a:lnTo>
                <a:lnTo>
                  <a:pt x="8543" y="12024"/>
                </a:lnTo>
                <a:lnTo>
                  <a:pt x="8335" y="11953"/>
                </a:lnTo>
                <a:lnTo>
                  <a:pt x="6945" y="11953"/>
                </a:lnTo>
                <a:lnTo>
                  <a:pt x="7432" y="11463"/>
                </a:lnTo>
                <a:lnTo>
                  <a:pt x="7918" y="10905"/>
                </a:lnTo>
                <a:lnTo>
                  <a:pt x="8127" y="10905"/>
                </a:lnTo>
                <a:lnTo>
                  <a:pt x="8265" y="10834"/>
                </a:lnTo>
                <a:lnTo>
                  <a:pt x="8403" y="10625"/>
                </a:lnTo>
                <a:lnTo>
                  <a:pt x="8473" y="10415"/>
                </a:lnTo>
                <a:lnTo>
                  <a:pt x="8335" y="6571"/>
                </a:lnTo>
                <a:lnTo>
                  <a:pt x="8265" y="4753"/>
                </a:lnTo>
                <a:lnTo>
                  <a:pt x="8195" y="3844"/>
                </a:lnTo>
                <a:lnTo>
                  <a:pt x="8127" y="2935"/>
                </a:lnTo>
                <a:lnTo>
                  <a:pt x="8056" y="2725"/>
                </a:lnTo>
                <a:lnTo>
                  <a:pt x="8611" y="2866"/>
                </a:lnTo>
                <a:lnTo>
                  <a:pt x="9376" y="3005"/>
                </a:lnTo>
                <a:lnTo>
                  <a:pt x="9793" y="3005"/>
                </a:lnTo>
                <a:lnTo>
                  <a:pt x="10139" y="2866"/>
                </a:lnTo>
                <a:lnTo>
                  <a:pt x="10209" y="2796"/>
                </a:lnTo>
                <a:lnTo>
                  <a:pt x="10279" y="2725"/>
                </a:lnTo>
                <a:lnTo>
                  <a:pt x="10279" y="2586"/>
                </a:lnTo>
                <a:lnTo>
                  <a:pt x="10209" y="2516"/>
                </a:lnTo>
                <a:lnTo>
                  <a:pt x="9931" y="2306"/>
                </a:lnTo>
                <a:lnTo>
                  <a:pt x="9584" y="2235"/>
                </a:lnTo>
                <a:lnTo>
                  <a:pt x="8960" y="2167"/>
                </a:lnTo>
                <a:lnTo>
                  <a:pt x="7986" y="2026"/>
                </a:lnTo>
                <a:lnTo>
                  <a:pt x="7848" y="1887"/>
                </a:lnTo>
                <a:lnTo>
                  <a:pt x="7570" y="1887"/>
                </a:lnTo>
                <a:lnTo>
                  <a:pt x="7293" y="1957"/>
                </a:lnTo>
                <a:lnTo>
                  <a:pt x="7015" y="2026"/>
                </a:lnTo>
                <a:lnTo>
                  <a:pt x="6807" y="2026"/>
                </a:lnTo>
                <a:lnTo>
                  <a:pt x="6667" y="1957"/>
                </a:lnTo>
                <a:lnTo>
                  <a:pt x="6599" y="1887"/>
                </a:lnTo>
                <a:lnTo>
                  <a:pt x="6458" y="1677"/>
                </a:lnTo>
                <a:lnTo>
                  <a:pt x="6458" y="1328"/>
                </a:lnTo>
                <a:lnTo>
                  <a:pt x="6599" y="1187"/>
                </a:lnTo>
                <a:lnTo>
                  <a:pt x="6737" y="1048"/>
                </a:lnTo>
                <a:lnTo>
                  <a:pt x="7083" y="909"/>
                </a:lnTo>
                <a:lnTo>
                  <a:pt x="7432" y="839"/>
                </a:lnTo>
                <a:close/>
                <a:moveTo>
                  <a:pt x="11529" y="15380"/>
                </a:moveTo>
                <a:lnTo>
                  <a:pt x="11599" y="15519"/>
                </a:lnTo>
                <a:lnTo>
                  <a:pt x="11599" y="15658"/>
                </a:lnTo>
                <a:lnTo>
                  <a:pt x="11529" y="15799"/>
                </a:lnTo>
                <a:lnTo>
                  <a:pt x="11459" y="15938"/>
                </a:lnTo>
                <a:lnTo>
                  <a:pt x="11321" y="16008"/>
                </a:lnTo>
                <a:lnTo>
                  <a:pt x="11182" y="16008"/>
                </a:lnTo>
                <a:lnTo>
                  <a:pt x="11042" y="15938"/>
                </a:lnTo>
                <a:lnTo>
                  <a:pt x="10904" y="15799"/>
                </a:lnTo>
                <a:lnTo>
                  <a:pt x="10904" y="15589"/>
                </a:lnTo>
                <a:lnTo>
                  <a:pt x="11042" y="15519"/>
                </a:lnTo>
                <a:lnTo>
                  <a:pt x="11251" y="15380"/>
                </a:lnTo>
                <a:lnTo>
                  <a:pt x="11391" y="15448"/>
                </a:lnTo>
                <a:lnTo>
                  <a:pt x="11459" y="15448"/>
                </a:lnTo>
                <a:lnTo>
                  <a:pt x="11529" y="15380"/>
                </a:lnTo>
                <a:close/>
                <a:moveTo>
                  <a:pt x="11182" y="14539"/>
                </a:moveTo>
                <a:lnTo>
                  <a:pt x="10974" y="14610"/>
                </a:lnTo>
                <a:lnTo>
                  <a:pt x="10766" y="14680"/>
                </a:lnTo>
                <a:lnTo>
                  <a:pt x="10558" y="14819"/>
                </a:lnTo>
                <a:lnTo>
                  <a:pt x="10349" y="15029"/>
                </a:lnTo>
                <a:lnTo>
                  <a:pt x="10349" y="15099"/>
                </a:lnTo>
                <a:lnTo>
                  <a:pt x="10279" y="15239"/>
                </a:lnTo>
                <a:lnTo>
                  <a:pt x="10418" y="15380"/>
                </a:lnTo>
                <a:lnTo>
                  <a:pt x="10279" y="15658"/>
                </a:lnTo>
                <a:lnTo>
                  <a:pt x="10279" y="15938"/>
                </a:lnTo>
                <a:lnTo>
                  <a:pt x="10349" y="16148"/>
                </a:lnTo>
                <a:lnTo>
                  <a:pt x="10488" y="16357"/>
                </a:lnTo>
                <a:lnTo>
                  <a:pt x="10696" y="16567"/>
                </a:lnTo>
                <a:lnTo>
                  <a:pt x="10974" y="16637"/>
                </a:lnTo>
                <a:lnTo>
                  <a:pt x="11182" y="16708"/>
                </a:lnTo>
                <a:lnTo>
                  <a:pt x="11459" y="16708"/>
                </a:lnTo>
                <a:lnTo>
                  <a:pt x="11737" y="16637"/>
                </a:lnTo>
                <a:lnTo>
                  <a:pt x="11946" y="16498"/>
                </a:lnTo>
                <a:lnTo>
                  <a:pt x="12086" y="16357"/>
                </a:lnTo>
                <a:lnTo>
                  <a:pt x="12224" y="16148"/>
                </a:lnTo>
                <a:lnTo>
                  <a:pt x="12294" y="15867"/>
                </a:lnTo>
                <a:lnTo>
                  <a:pt x="12294" y="15380"/>
                </a:lnTo>
                <a:lnTo>
                  <a:pt x="12224" y="15170"/>
                </a:lnTo>
                <a:lnTo>
                  <a:pt x="12086" y="14960"/>
                </a:lnTo>
                <a:lnTo>
                  <a:pt x="11946" y="14819"/>
                </a:lnTo>
                <a:lnTo>
                  <a:pt x="11737" y="14680"/>
                </a:lnTo>
                <a:lnTo>
                  <a:pt x="11459" y="14610"/>
                </a:lnTo>
                <a:lnTo>
                  <a:pt x="11182" y="14539"/>
                </a:lnTo>
                <a:close/>
                <a:moveTo>
                  <a:pt x="8473" y="17405"/>
                </a:moveTo>
                <a:lnTo>
                  <a:pt x="8543" y="17686"/>
                </a:lnTo>
                <a:lnTo>
                  <a:pt x="8473" y="17895"/>
                </a:lnTo>
                <a:lnTo>
                  <a:pt x="8335" y="18175"/>
                </a:lnTo>
                <a:lnTo>
                  <a:pt x="8056" y="18385"/>
                </a:lnTo>
                <a:lnTo>
                  <a:pt x="7918" y="18455"/>
                </a:lnTo>
                <a:lnTo>
                  <a:pt x="7778" y="18455"/>
                </a:lnTo>
                <a:lnTo>
                  <a:pt x="7640" y="18385"/>
                </a:lnTo>
                <a:lnTo>
                  <a:pt x="7502" y="18246"/>
                </a:lnTo>
                <a:lnTo>
                  <a:pt x="7432" y="18105"/>
                </a:lnTo>
                <a:lnTo>
                  <a:pt x="7432" y="17966"/>
                </a:lnTo>
                <a:lnTo>
                  <a:pt x="7502" y="17825"/>
                </a:lnTo>
                <a:lnTo>
                  <a:pt x="7640" y="17686"/>
                </a:lnTo>
                <a:lnTo>
                  <a:pt x="7986" y="17546"/>
                </a:lnTo>
                <a:lnTo>
                  <a:pt x="8335" y="17476"/>
                </a:lnTo>
                <a:lnTo>
                  <a:pt x="8403" y="17476"/>
                </a:lnTo>
                <a:lnTo>
                  <a:pt x="8473" y="17405"/>
                </a:lnTo>
                <a:close/>
                <a:moveTo>
                  <a:pt x="14655" y="17895"/>
                </a:moveTo>
                <a:lnTo>
                  <a:pt x="14793" y="18034"/>
                </a:lnTo>
                <a:lnTo>
                  <a:pt x="14863" y="18246"/>
                </a:lnTo>
                <a:lnTo>
                  <a:pt x="14863" y="18455"/>
                </a:lnTo>
                <a:lnTo>
                  <a:pt x="14793" y="18665"/>
                </a:lnTo>
                <a:lnTo>
                  <a:pt x="14585" y="18804"/>
                </a:lnTo>
                <a:lnTo>
                  <a:pt x="14307" y="18875"/>
                </a:lnTo>
                <a:lnTo>
                  <a:pt x="14098" y="18875"/>
                </a:lnTo>
                <a:lnTo>
                  <a:pt x="13822" y="18804"/>
                </a:lnTo>
                <a:lnTo>
                  <a:pt x="13682" y="18665"/>
                </a:lnTo>
                <a:lnTo>
                  <a:pt x="13822" y="18385"/>
                </a:lnTo>
                <a:lnTo>
                  <a:pt x="13960" y="18175"/>
                </a:lnTo>
                <a:lnTo>
                  <a:pt x="14168" y="18034"/>
                </a:lnTo>
                <a:lnTo>
                  <a:pt x="14447" y="17966"/>
                </a:lnTo>
                <a:lnTo>
                  <a:pt x="14585" y="17895"/>
                </a:lnTo>
                <a:close/>
                <a:moveTo>
                  <a:pt x="8403" y="16498"/>
                </a:moveTo>
                <a:lnTo>
                  <a:pt x="8127" y="16567"/>
                </a:lnTo>
                <a:lnTo>
                  <a:pt x="7848" y="16567"/>
                </a:lnTo>
                <a:lnTo>
                  <a:pt x="7710" y="16637"/>
                </a:lnTo>
                <a:lnTo>
                  <a:pt x="7570" y="16776"/>
                </a:lnTo>
                <a:lnTo>
                  <a:pt x="7502" y="17057"/>
                </a:lnTo>
                <a:lnTo>
                  <a:pt x="7083" y="17266"/>
                </a:lnTo>
                <a:lnTo>
                  <a:pt x="6807" y="17615"/>
                </a:lnTo>
                <a:lnTo>
                  <a:pt x="6737" y="17825"/>
                </a:lnTo>
                <a:lnTo>
                  <a:pt x="6667" y="18105"/>
                </a:lnTo>
                <a:lnTo>
                  <a:pt x="6737" y="18314"/>
                </a:lnTo>
                <a:lnTo>
                  <a:pt x="6807" y="18595"/>
                </a:lnTo>
                <a:lnTo>
                  <a:pt x="7015" y="18804"/>
                </a:lnTo>
                <a:lnTo>
                  <a:pt x="7153" y="19014"/>
                </a:lnTo>
                <a:lnTo>
                  <a:pt x="7432" y="19153"/>
                </a:lnTo>
                <a:lnTo>
                  <a:pt x="7640" y="19224"/>
                </a:lnTo>
                <a:lnTo>
                  <a:pt x="8265" y="19224"/>
                </a:lnTo>
                <a:lnTo>
                  <a:pt x="8543" y="19084"/>
                </a:lnTo>
                <a:lnTo>
                  <a:pt x="8751" y="18875"/>
                </a:lnTo>
                <a:lnTo>
                  <a:pt x="8960" y="18665"/>
                </a:lnTo>
                <a:lnTo>
                  <a:pt x="9168" y="18385"/>
                </a:lnTo>
                <a:lnTo>
                  <a:pt x="9238" y="18105"/>
                </a:lnTo>
                <a:lnTo>
                  <a:pt x="9306" y="17825"/>
                </a:lnTo>
                <a:lnTo>
                  <a:pt x="9306" y="17476"/>
                </a:lnTo>
                <a:lnTo>
                  <a:pt x="9238" y="17196"/>
                </a:lnTo>
                <a:lnTo>
                  <a:pt x="9098" y="16918"/>
                </a:lnTo>
                <a:lnTo>
                  <a:pt x="8960" y="16708"/>
                </a:lnTo>
                <a:lnTo>
                  <a:pt x="8681" y="16567"/>
                </a:lnTo>
                <a:lnTo>
                  <a:pt x="8403" y="16498"/>
                </a:lnTo>
                <a:close/>
                <a:moveTo>
                  <a:pt x="14098" y="17057"/>
                </a:moveTo>
                <a:lnTo>
                  <a:pt x="13890" y="17127"/>
                </a:lnTo>
                <a:lnTo>
                  <a:pt x="13752" y="17266"/>
                </a:lnTo>
                <a:lnTo>
                  <a:pt x="13682" y="17405"/>
                </a:lnTo>
                <a:lnTo>
                  <a:pt x="13682" y="17546"/>
                </a:lnTo>
                <a:lnTo>
                  <a:pt x="13473" y="17756"/>
                </a:lnTo>
                <a:lnTo>
                  <a:pt x="13265" y="17895"/>
                </a:lnTo>
                <a:lnTo>
                  <a:pt x="13127" y="18105"/>
                </a:lnTo>
                <a:lnTo>
                  <a:pt x="13057" y="18314"/>
                </a:lnTo>
                <a:lnTo>
                  <a:pt x="13057" y="18246"/>
                </a:lnTo>
                <a:lnTo>
                  <a:pt x="12987" y="18314"/>
                </a:lnTo>
                <a:lnTo>
                  <a:pt x="12919" y="18595"/>
                </a:lnTo>
                <a:lnTo>
                  <a:pt x="12919" y="18875"/>
                </a:lnTo>
                <a:lnTo>
                  <a:pt x="12987" y="19014"/>
                </a:lnTo>
                <a:lnTo>
                  <a:pt x="13057" y="19153"/>
                </a:lnTo>
                <a:lnTo>
                  <a:pt x="13265" y="19294"/>
                </a:lnTo>
                <a:lnTo>
                  <a:pt x="13335" y="19363"/>
                </a:lnTo>
                <a:lnTo>
                  <a:pt x="13335" y="19433"/>
                </a:lnTo>
                <a:lnTo>
                  <a:pt x="13682" y="19572"/>
                </a:lnTo>
                <a:lnTo>
                  <a:pt x="13960" y="19713"/>
                </a:lnTo>
                <a:lnTo>
                  <a:pt x="14585" y="19713"/>
                </a:lnTo>
                <a:lnTo>
                  <a:pt x="14863" y="19572"/>
                </a:lnTo>
                <a:lnTo>
                  <a:pt x="15142" y="19433"/>
                </a:lnTo>
                <a:lnTo>
                  <a:pt x="15350" y="19224"/>
                </a:lnTo>
                <a:lnTo>
                  <a:pt x="15488" y="18943"/>
                </a:lnTo>
                <a:lnTo>
                  <a:pt x="15626" y="18665"/>
                </a:lnTo>
                <a:lnTo>
                  <a:pt x="15696" y="18314"/>
                </a:lnTo>
                <a:lnTo>
                  <a:pt x="15626" y="18034"/>
                </a:lnTo>
                <a:lnTo>
                  <a:pt x="15558" y="17756"/>
                </a:lnTo>
                <a:lnTo>
                  <a:pt x="15418" y="17476"/>
                </a:lnTo>
                <a:lnTo>
                  <a:pt x="15142" y="17196"/>
                </a:lnTo>
                <a:lnTo>
                  <a:pt x="15001" y="17127"/>
                </a:lnTo>
                <a:lnTo>
                  <a:pt x="14863" y="17057"/>
                </a:lnTo>
                <a:close/>
                <a:moveTo>
                  <a:pt x="13195" y="13771"/>
                </a:moveTo>
                <a:lnTo>
                  <a:pt x="13682" y="13910"/>
                </a:lnTo>
                <a:lnTo>
                  <a:pt x="14655" y="14329"/>
                </a:lnTo>
                <a:lnTo>
                  <a:pt x="15280" y="14610"/>
                </a:lnTo>
                <a:lnTo>
                  <a:pt x="16043" y="14749"/>
                </a:lnTo>
                <a:lnTo>
                  <a:pt x="16391" y="14819"/>
                </a:lnTo>
                <a:lnTo>
                  <a:pt x="16808" y="14819"/>
                </a:lnTo>
                <a:lnTo>
                  <a:pt x="17154" y="14749"/>
                </a:lnTo>
                <a:lnTo>
                  <a:pt x="17503" y="14610"/>
                </a:lnTo>
                <a:lnTo>
                  <a:pt x="18127" y="15380"/>
                </a:lnTo>
                <a:lnTo>
                  <a:pt x="19169" y="16847"/>
                </a:lnTo>
                <a:lnTo>
                  <a:pt x="20142" y="18385"/>
                </a:lnTo>
                <a:lnTo>
                  <a:pt x="20419" y="18804"/>
                </a:lnTo>
                <a:lnTo>
                  <a:pt x="20489" y="19084"/>
                </a:lnTo>
                <a:lnTo>
                  <a:pt x="20419" y="19363"/>
                </a:lnTo>
                <a:lnTo>
                  <a:pt x="20350" y="19504"/>
                </a:lnTo>
                <a:lnTo>
                  <a:pt x="20142" y="19713"/>
                </a:lnTo>
                <a:lnTo>
                  <a:pt x="19794" y="19923"/>
                </a:lnTo>
                <a:lnTo>
                  <a:pt x="19377" y="20203"/>
                </a:lnTo>
                <a:lnTo>
                  <a:pt x="18474" y="20133"/>
                </a:lnTo>
                <a:lnTo>
                  <a:pt x="17571" y="19993"/>
                </a:lnTo>
                <a:lnTo>
                  <a:pt x="15766" y="19923"/>
                </a:lnTo>
                <a:lnTo>
                  <a:pt x="13960" y="19993"/>
                </a:lnTo>
                <a:lnTo>
                  <a:pt x="12154" y="20062"/>
                </a:lnTo>
                <a:lnTo>
                  <a:pt x="3959" y="20342"/>
                </a:lnTo>
                <a:lnTo>
                  <a:pt x="2015" y="20413"/>
                </a:lnTo>
                <a:lnTo>
                  <a:pt x="1390" y="20413"/>
                </a:lnTo>
                <a:lnTo>
                  <a:pt x="1181" y="20272"/>
                </a:lnTo>
                <a:lnTo>
                  <a:pt x="1111" y="20203"/>
                </a:lnTo>
                <a:lnTo>
                  <a:pt x="1041" y="20133"/>
                </a:lnTo>
                <a:lnTo>
                  <a:pt x="1111" y="19852"/>
                </a:lnTo>
                <a:lnTo>
                  <a:pt x="1390" y="19433"/>
                </a:lnTo>
                <a:lnTo>
                  <a:pt x="2015" y="18455"/>
                </a:lnTo>
                <a:lnTo>
                  <a:pt x="2918" y="18246"/>
                </a:lnTo>
                <a:lnTo>
                  <a:pt x="3334" y="18175"/>
                </a:lnTo>
                <a:lnTo>
                  <a:pt x="3819" y="18105"/>
                </a:lnTo>
                <a:lnTo>
                  <a:pt x="3959" y="18034"/>
                </a:lnTo>
                <a:lnTo>
                  <a:pt x="4027" y="17966"/>
                </a:lnTo>
                <a:lnTo>
                  <a:pt x="4097" y="17686"/>
                </a:lnTo>
                <a:lnTo>
                  <a:pt x="4027" y="17476"/>
                </a:lnTo>
                <a:lnTo>
                  <a:pt x="3959" y="17405"/>
                </a:lnTo>
                <a:lnTo>
                  <a:pt x="3819" y="17337"/>
                </a:lnTo>
                <a:lnTo>
                  <a:pt x="3543" y="17266"/>
                </a:lnTo>
                <a:lnTo>
                  <a:pt x="3264" y="17266"/>
                </a:lnTo>
                <a:lnTo>
                  <a:pt x="2639" y="17405"/>
                </a:lnTo>
                <a:lnTo>
                  <a:pt x="3402" y="16287"/>
                </a:lnTo>
                <a:lnTo>
                  <a:pt x="3473" y="16218"/>
                </a:lnTo>
                <a:lnTo>
                  <a:pt x="3681" y="16287"/>
                </a:lnTo>
                <a:lnTo>
                  <a:pt x="3959" y="16357"/>
                </a:lnTo>
                <a:lnTo>
                  <a:pt x="4654" y="16428"/>
                </a:lnTo>
                <a:lnTo>
                  <a:pt x="5625" y="16428"/>
                </a:lnTo>
                <a:lnTo>
                  <a:pt x="5834" y="16357"/>
                </a:lnTo>
                <a:lnTo>
                  <a:pt x="5974" y="16218"/>
                </a:lnTo>
                <a:lnTo>
                  <a:pt x="6042" y="16008"/>
                </a:lnTo>
                <a:lnTo>
                  <a:pt x="5974" y="15799"/>
                </a:lnTo>
                <a:lnTo>
                  <a:pt x="5834" y="15658"/>
                </a:lnTo>
                <a:lnTo>
                  <a:pt x="5625" y="15589"/>
                </a:lnTo>
                <a:lnTo>
                  <a:pt x="3889" y="15589"/>
                </a:lnTo>
                <a:lnTo>
                  <a:pt x="4792" y="14329"/>
                </a:lnTo>
                <a:lnTo>
                  <a:pt x="5209" y="14400"/>
                </a:lnTo>
                <a:lnTo>
                  <a:pt x="5487" y="14680"/>
                </a:lnTo>
                <a:lnTo>
                  <a:pt x="5765" y="14819"/>
                </a:lnTo>
                <a:lnTo>
                  <a:pt x="6042" y="14960"/>
                </a:lnTo>
                <a:lnTo>
                  <a:pt x="6390" y="15099"/>
                </a:lnTo>
                <a:lnTo>
                  <a:pt x="7083" y="15170"/>
                </a:lnTo>
                <a:lnTo>
                  <a:pt x="7710" y="15170"/>
                </a:lnTo>
                <a:lnTo>
                  <a:pt x="8611" y="15029"/>
                </a:lnTo>
                <a:lnTo>
                  <a:pt x="9376" y="14819"/>
                </a:lnTo>
                <a:lnTo>
                  <a:pt x="10974" y="14120"/>
                </a:lnTo>
                <a:lnTo>
                  <a:pt x="11807" y="13842"/>
                </a:lnTo>
                <a:lnTo>
                  <a:pt x="12294" y="13771"/>
                </a:lnTo>
                <a:close/>
                <a:moveTo>
                  <a:pt x="7640" y="0"/>
                </a:moveTo>
                <a:lnTo>
                  <a:pt x="7223" y="69"/>
                </a:lnTo>
                <a:lnTo>
                  <a:pt x="6807" y="139"/>
                </a:lnTo>
                <a:lnTo>
                  <a:pt x="6458" y="278"/>
                </a:lnTo>
                <a:lnTo>
                  <a:pt x="6112" y="488"/>
                </a:lnTo>
                <a:lnTo>
                  <a:pt x="5904" y="768"/>
                </a:lnTo>
                <a:lnTo>
                  <a:pt x="5695" y="1048"/>
                </a:lnTo>
                <a:lnTo>
                  <a:pt x="5625" y="1467"/>
                </a:lnTo>
                <a:lnTo>
                  <a:pt x="5695" y="1887"/>
                </a:lnTo>
                <a:lnTo>
                  <a:pt x="5834" y="2235"/>
                </a:lnTo>
                <a:lnTo>
                  <a:pt x="5974" y="2447"/>
                </a:lnTo>
                <a:lnTo>
                  <a:pt x="6182" y="2586"/>
                </a:lnTo>
                <a:lnTo>
                  <a:pt x="6458" y="2725"/>
                </a:lnTo>
                <a:lnTo>
                  <a:pt x="6737" y="2796"/>
                </a:lnTo>
                <a:lnTo>
                  <a:pt x="7015" y="2796"/>
                </a:lnTo>
                <a:lnTo>
                  <a:pt x="7293" y="2725"/>
                </a:lnTo>
                <a:lnTo>
                  <a:pt x="7570" y="2657"/>
                </a:lnTo>
                <a:lnTo>
                  <a:pt x="7710" y="2657"/>
                </a:lnTo>
                <a:lnTo>
                  <a:pt x="7502" y="2796"/>
                </a:lnTo>
                <a:lnTo>
                  <a:pt x="7432" y="3005"/>
                </a:lnTo>
                <a:lnTo>
                  <a:pt x="7362" y="3914"/>
                </a:lnTo>
                <a:lnTo>
                  <a:pt x="7362" y="4824"/>
                </a:lnTo>
                <a:lnTo>
                  <a:pt x="7432" y="6571"/>
                </a:lnTo>
                <a:lnTo>
                  <a:pt x="7432" y="10066"/>
                </a:lnTo>
                <a:lnTo>
                  <a:pt x="7502" y="10415"/>
                </a:lnTo>
                <a:lnTo>
                  <a:pt x="7502" y="10486"/>
                </a:lnTo>
                <a:lnTo>
                  <a:pt x="7083" y="10695"/>
                </a:lnTo>
                <a:lnTo>
                  <a:pt x="6737" y="10905"/>
                </a:lnTo>
                <a:lnTo>
                  <a:pt x="6112" y="11463"/>
                </a:lnTo>
                <a:lnTo>
                  <a:pt x="5487" y="12094"/>
                </a:lnTo>
                <a:lnTo>
                  <a:pt x="4930" y="12723"/>
                </a:lnTo>
                <a:lnTo>
                  <a:pt x="4237" y="13491"/>
                </a:lnTo>
                <a:lnTo>
                  <a:pt x="3611" y="14261"/>
                </a:lnTo>
                <a:lnTo>
                  <a:pt x="2431" y="15938"/>
                </a:lnTo>
                <a:lnTo>
                  <a:pt x="1320" y="17615"/>
                </a:lnTo>
                <a:lnTo>
                  <a:pt x="278" y="19294"/>
                </a:lnTo>
                <a:lnTo>
                  <a:pt x="70" y="19643"/>
                </a:lnTo>
                <a:lnTo>
                  <a:pt x="0" y="19993"/>
                </a:lnTo>
                <a:lnTo>
                  <a:pt x="70" y="20342"/>
                </a:lnTo>
                <a:lnTo>
                  <a:pt x="208" y="20691"/>
                </a:lnTo>
                <a:lnTo>
                  <a:pt x="417" y="20971"/>
                </a:lnTo>
                <a:lnTo>
                  <a:pt x="695" y="21181"/>
                </a:lnTo>
                <a:lnTo>
                  <a:pt x="1041" y="21390"/>
                </a:lnTo>
                <a:lnTo>
                  <a:pt x="1458" y="21461"/>
                </a:lnTo>
                <a:lnTo>
                  <a:pt x="2499" y="21531"/>
                </a:lnTo>
                <a:lnTo>
                  <a:pt x="3543" y="21461"/>
                </a:lnTo>
                <a:lnTo>
                  <a:pt x="5695" y="21322"/>
                </a:lnTo>
                <a:lnTo>
                  <a:pt x="10418" y="21181"/>
                </a:lnTo>
                <a:lnTo>
                  <a:pt x="14098" y="21042"/>
                </a:lnTo>
                <a:lnTo>
                  <a:pt x="15905" y="20971"/>
                </a:lnTo>
                <a:lnTo>
                  <a:pt x="17711" y="21042"/>
                </a:lnTo>
                <a:lnTo>
                  <a:pt x="17779" y="21251"/>
                </a:lnTo>
                <a:lnTo>
                  <a:pt x="17919" y="21390"/>
                </a:lnTo>
                <a:lnTo>
                  <a:pt x="18198" y="21531"/>
                </a:lnTo>
                <a:lnTo>
                  <a:pt x="18544" y="21600"/>
                </a:lnTo>
                <a:lnTo>
                  <a:pt x="18891" y="21600"/>
                </a:lnTo>
                <a:lnTo>
                  <a:pt x="19169" y="21531"/>
                </a:lnTo>
                <a:lnTo>
                  <a:pt x="19447" y="21531"/>
                </a:lnTo>
                <a:lnTo>
                  <a:pt x="19655" y="21461"/>
                </a:lnTo>
                <a:lnTo>
                  <a:pt x="19794" y="21322"/>
                </a:lnTo>
                <a:lnTo>
                  <a:pt x="20002" y="21181"/>
                </a:lnTo>
                <a:lnTo>
                  <a:pt x="20419" y="20901"/>
                </a:lnTo>
                <a:lnTo>
                  <a:pt x="20767" y="20552"/>
                </a:lnTo>
                <a:lnTo>
                  <a:pt x="21113" y="20203"/>
                </a:lnTo>
                <a:lnTo>
                  <a:pt x="21392" y="19923"/>
                </a:lnTo>
                <a:lnTo>
                  <a:pt x="21462" y="19643"/>
                </a:lnTo>
                <a:lnTo>
                  <a:pt x="21530" y="19433"/>
                </a:lnTo>
                <a:lnTo>
                  <a:pt x="21600" y="19153"/>
                </a:lnTo>
                <a:lnTo>
                  <a:pt x="21530" y="18943"/>
                </a:lnTo>
                <a:lnTo>
                  <a:pt x="21392" y="18455"/>
                </a:lnTo>
                <a:lnTo>
                  <a:pt x="21183" y="18034"/>
                </a:lnTo>
                <a:lnTo>
                  <a:pt x="20559" y="16986"/>
                </a:lnTo>
                <a:lnTo>
                  <a:pt x="19864" y="15938"/>
                </a:lnTo>
                <a:lnTo>
                  <a:pt x="19169" y="15029"/>
                </a:lnTo>
                <a:lnTo>
                  <a:pt x="18406" y="14120"/>
                </a:lnTo>
                <a:lnTo>
                  <a:pt x="17641" y="13211"/>
                </a:lnTo>
                <a:lnTo>
                  <a:pt x="16808" y="12372"/>
                </a:lnTo>
                <a:lnTo>
                  <a:pt x="16043" y="11673"/>
                </a:lnTo>
                <a:lnTo>
                  <a:pt x="15280" y="10975"/>
                </a:lnTo>
                <a:lnTo>
                  <a:pt x="14863" y="10625"/>
                </a:lnTo>
                <a:lnTo>
                  <a:pt x="14377" y="10346"/>
                </a:lnTo>
                <a:lnTo>
                  <a:pt x="13960" y="10135"/>
                </a:lnTo>
                <a:lnTo>
                  <a:pt x="13473" y="9925"/>
                </a:lnTo>
                <a:lnTo>
                  <a:pt x="13473" y="9857"/>
                </a:lnTo>
                <a:lnTo>
                  <a:pt x="13614" y="9437"/>
                </a:lnTo>
                <a:lnTo>
                  <a:pt x="13682" y="8948"/>
                </a:lnTo>
                <a:lnTo>
                  <a:pt x="13682" y="6990"/>
                </a:lnTo>
                <a:lnTo>
                  <a:pt x="13614" y="6081"/>
                </a:lnTo>
                <a:lnTo>
                  <a:pt x="13544" y="5382"/>
                </a:lnTo>
                <a:lnTo>
                  <a:pt x="13473" y="4543"/>
                </a:lnTo>
                <a:lnTo>
                  <a:pt x="13335" y="4124"/>
                </a:lnTo>
                <a:lnTo>
                  <a:pt x="13265" y="3705"/>
                </a:lnTo>
                <a:lnTo>
                  <a:pt x="13127" y="3354"/>
                </a:lnTo>
                <a:lnTo>
                  <a:pt x="12919" y="3076"/>
                </a:lnTo>
                <a:lnTo>
                  <a:pt x="13614" y="3145"/>
                </a:lnTo>
                <a:lnTo>
                  <a:pt x="14238" y="3145"/>
                </a:lnTo>
                <a:lnTo>
                  <a:pt x="14863" y="2935"/>
                </a:lnTo>
                <a:lnTo>
                  <a:pt x="15142" y="2796"/>
                </a:lnTo>
                <a:lnTo>
                  <a:pt x="15418" y="2586"/>
                </a:lnTo>
                <a:lnTo>
                  <a:pt x="15626" y="2376"/>
                </a:lnTo>
                <a:lnTo>
                  <a:pt x="15626" y="2096"/>
                </a:lnTo>
                <a:lnTo>
                  <a:pt x="15418" y="1187"/>
                </a:lnTo>
                <a:lnTo>
                  <a:pt x="15280" y="768"/>
                </a:lnTo>
                <a:lnTo>
                  <a:pt x="15142" y="558"/>
                </a:lnTo>
                <a:lnTo>
                  <a:pt x="15001" y="419"/>
                </a:lnTo>
                <a:lnTo>
                  <a:pt x="14863" y="278"/>
                </a:lnTo>
                <a:lnTo>
                  <a:pt x="14723" y="278"/>
                </a:lnTo>
                <a:lnTo>
                  <a:pt x="14447" y="210"/>
                </a:lnTo>
                <a:lnTo>
                  <a:pt x="12919" y="139"/>
                </a:lnTo>
                <a:lnTo>
                  <a:pt x="7640" y="0"/>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374" name="Google Shape;180;p2"/>
          <p:cNvSpPr/>
          <p:nvPr/>
        </p:nvSpPr>
        <p:spPr>
          <a:xfrm>
            <a:off x="7975441" y="3053321"/>
            <a:ext cx="541511" cy="6791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428" y="2160"/>
                </a:moveTo>
                <a:lnTo>
                  <a:pt x="20648" y="2628"/>
                </a:lnTo>
                <a:lnTo>
                  <a:pt x="20648" y="3678"/>
                </a:lnTo>
                <a:lnTo>
                  <a:pt x="20428" y="4144"/>
                </a:lnTo>
                <a:lnTo>
                  <a:pt x="20428" y="4087"/>
                </a:lnTo>
                <a:lnTo>
                  <a:pt x="20354" y="3094"/>
                </a:lnTo>
                <a:lnTo>
                  <a:pt x="20428" y="2160"/>
                </a:lnTo>
                <a:close/>
                <a:moveTo>
                  <a:pt x="19037" y="3328"/>
                </a:moveTo>
                <a:lnTo>
                  <a:pt x="19037" y="4437"/>
                </a:lnTo>
                <a:lnTo>
                  <a:pt x="18891" y="3503"/>
                </a:lnTo>
                <a:lnTo>
                  <a:pt x="19037" y="3328"/>
                </a:lnTo>
                <a:close/>
                <a:moveTo>
                  <a:pt x="19841" y="2044"/>
                </a:moveTo>
                <a:lnTo>
                  <a:pt x="19696" y="2919"/>
                </a:lnTo>
                <a:lnTo>
                  <a:pt x="19622" y="3387"/>
                </a:lnTo>
                <a:lnTo>
                  <a:pt x="19622" y="4203"/>
                </a:lnTo>
                <a:lnTo>
                  <a:pt x="19696" y="4437"/>
                </a:lnTo>
                <a:lnTo>
                  <a:pt x="19841" y="4671"/>
                </a:lnTo>
                <a:lnTo>
                  <a:pt x="19989" y="4846"/>
                </a:lnTo>
                <a:lnTo>
                  <a:pt x="20061" y="4846"/>
                </a:lnTo>
                <a:lnTo>
                  <a:pt x="19841" y="5137"/>
                </a:lnTo>
                <a:lnTo>
                  <a:pt x="19257" y="5779"/>
                </a:lnTo>
                <a:lnTo>
                  <a:pt x="19111" y="4846"/>
                </a:lnTo>
                <a:lnTo>
                  <a:pt x="19183" y="4962"/>
                </a:lnTo>
                <a:lnTo>
                  <a:pt x="19257" y="5021"/>
                </a:lnTo>
                <a:lnTo>
                  <a:pt x="19402" y="5079"/>
                </a:lnTo>
                <a:lnTo>
                  <a:pt x="19550" y="5021"/>
                </a:lnTo>
                <a:lnTo>
                  <a:pt x="19696" y="5021"/>
                </a:lnTo>
                <a:lnTo>
                  <a:pt x="19770" y="4903"/>
                </a:lnTo>
                <a:lnTo>
                  <a:pt x="19770" y="4728"/>
                </a:lnTo>
                <a:lnTo>
                  <a:pt x="19696" y="4671"/>
                </a:lnTo>
                <a:lnTo>
                  <a:pt x="19622" y="4612"/>
                </a:lnTo>
                <a:lnTo>
                  <a:pt x="19476" y="4612"/>
                </a:lnTo>
                <a:lnTo>
                  <a:pt x="19476" y="4203"/>
                </a:lnTo>
                <a:lnTo>
                  <a:pt x="19402" y="3328"/>
                </a:lnTo>
                <a:lnTo>
                  <a:pt x="19330" y="3210"/>
                </a:lnTo>
                <a:lnTo>
                  <a:pt x="19135" y="3210"/>
                </a:lnTo>
                <a:lnTo>
                  <a:pt x="19183" y="3153"/>
                </a:lnTo>
                <a:lnTo>
                  <a:pt x="19402" y="2803"/>
                </a:lnTo>
                <a:lnTo>
                  <a:pt x="19622" y="2453"/>
                </a:lnTo>
                <a:lnTo>
                  <a:pt x="19841" y="2044"/>
                </a:lnTo>
                <a:close/>
                <a:moveTo>
                  <a:pt x="18598" y="3794"/>
                </a:moveTo>
                <a:lnTo>
                  <a:pt x="18524" y="4962"/>
                </a:lnTo>
                <a:lnTo>
                  <a:pt x="18598" y="6188"/>
                </a:lnTo>
                <a:lnTo>
                  <a:pt x="18670" y="6306"/>
                </a:lnTo>
                <a:lnTo>
                  <a:pt x="18159" y="6656"/>
                </a:lnTo>
                <a:lnTo>
                  <a:pt x="18159" y="5955"/>
                </a:lnTo>
                <a:lnTo>
                  <a:pt x="18011" y="5254"/>
                </a:lnTo>
                <a:lnTo>
                  <a:pt x="17939" y="4319"/>
                </a:lnTo>
                <a:lnTo>
                  <a:pt x="18231" y="4087"/>
                </a:lnTo>
                <a:lnTo>
                  <a:pt x="18598" y="3794"/>
                </a:lnTo>
                <a:close/>
                <a:moveTo>
                  <a:pt x="16181" y="5721"/>
                </a:moveTo>
                <a:lnTo>
                  <a:pt x="15961" y="6188"/>
                </a:lnTo>
                <a:lnTo>
                  <a:pt x="15815" y="6713"/>
                </a:lnTo>
                <a:lnTo>
                  <a:pt x="15741" y="6013"/>
                </a:lnTo>
                <a:lnTo>
                  <a:pt x="16181" y="5721"/>
                </a:lnTo>
                <a:close/>
                <a:moveTo>
                  <a:pt x="17426" y="4728"/>
                </a:moveTo>
                <a:lnTo>
                  <a:pt x="17426" y="6072"/>
                </a:lnTo>
                <a:lnTo>
                  <a:pt x="17500" y="6538"/>
                </a:lnTo>
                <a:lnTo>
                  <a:pt x="17646" y="6947"/>
                </a:lnTo>
                <a:lnTo>
                  <a:pt x="17646" y="7006"/>
                </a:lnTo>
                <a:lnTo>
                  <a:pt x="17207" y="7297"/>
                </a:lnTo>
                <a:lnTo>
                  <a:pt x="17280" y="6713"/>
                </a:lnTo>
                <a:lnTo>
                  <a:pt x="17352" y="6072"/>
                </a:lnTo>
                <a:lnTo>
                  <a:pt x="17352" y="5488"/>
                </a:lnTo>
                <a:lnTo>
                  <a:pt x="17280" y="4903"/>
                </a:lnTo>
                <a:lnTo>
                  <a:pt x="17426" y="4728"/>
                </a:lnTo>
                <a:close/>
                <a:moveTo>
                  <a:pt x="16694" y="5312"/>
                </a:moveTo>
                <a:lnTo>
                  <a:pt x="16474" y="7531"/>
                </a:lnTo>
                <a:lnTo>
                  <a:pt x="16548" y="7647"/>
                </a:lnTo>
                <a:lnTo>
                  <a:pt x="16548" y="7706"/>
                </a:lnTo>
                <a:lnTo>
                  <a:pt x="16400" y="7822"/>
                </a:lnTo>
                <a:lnTo>
                  <a:pt x="16328" y="7765"/>
                </a:lnTo>
                <a:lnTo>
                  <a:pt x="16620" y="5604"/>
                </a:lnTo>
                <a:lnTo>
                  <a:pt x="16548" y="5546"/>
                </a:lnTo>
                <a:lnTo>
                  <a:pt x="16474" y="5488"/>
                </a:lnTo>
                <a:lnTo>
                  <a:pt x="16694" y="5312"/>
                </a:lnTo>
                <a:close/>
                <a:moveTo>
                  <a:pt x="15376" y="6306"/>
                </a:moveTo>
                <a:lnTo>
                  <a:pt x="15302" y="6888"/>
                </a:lnTo>
                <a:lnTo>
                  <a:pt x="15157" y="7472"/>
                </a:lnTo>
                <a:lnTo>
                  <a:pt x="15009" y="7997"/>
                </a:lnTo>
                <a:lnTo>
                  <a:pt x="14789" y="8581"/>
                </a:lnTo>
                <a:lnTo>
                  <a:pt x="14789" y="8699"/>
                </a:lnTo>
                <a:lnTo>
                  <a:pt x="14644" y="8640"/>
                </a:lnTo>
                <a:lnTo>
                  <a:pt x="14570" y="8640"/>
                </a:lnTo>
                <a:lnTo>
                  <a:pt x="14570" y="7940"/>
                </a:lnTo>
                <a:lnTo>
                  <a:pt x="14498" y="7472"/>
                </a:lnTo>
                <a:lnTo>
                  <a:pt x="14424" y="6947"/>
                </a:lnTo>
                <a:lnTo>
                  <a:pt x="15376" y="6306"/>
                </a:lnTo>
                <a:close/>
                <a:moveTo>
                  <a:pt x="14059" y="7181"/>
                </a:moveTo>
                <a:lnTo>
                  <a:pt x="13911" y="7997"/>
                </a:lnTo>
                <a:lnTo>
                  <a:pt x="13911" y="8815"/>
                </a:lnTo>
                <a:lnTo>
                  <a:pt x="13985" y="8990"/>
                </a:lnTo>
                <a:lnTo>
                  <a:pt x="14131" y="9166"/>
                </a:lnTo>
                <a:lnTo>
                  <a:pt x="13326" y="9632"/>
                </a:lnTo>
                <a:lnTo>
                  <a:pt x="13398" y="9224"/>
                </a:lnTo>
                <a:lnTo>
                  <a:pt x="13472" y="8815"/>
                </a:lnTo>
                <a:lnTo>
                  <a:pt x="13472" y="8231"/>
                </a:lnTo>
                <a:lnTo>
                  <a:pt x="13326" y="7706"/>
                </a:lnTo>
                <a:lnTo>
                  <a:pt x="14059" y="7181"/>
                </a:lnTo>
                <a:close/>
                <a:moveTo>
                  <a:pt x="13178" y="7822"/>
                </a:moveTo>
                <a:lnTo>
                  <a:pt x="13107" y="8231"/>
                </a:lnTo>
                <a:lnTo>
                  <a:pt x="13033" y="8640"/>
                </a:lnTo>
                <a:lnTo>
                  <a:pt x="12887" y="8932"/>
                </a:lnTo>
                <a:lnTo>
                  <a:pt x="12739" y="9166"/>
                </a:lnTo>
                <a:lnTo>
                  <a:pt x="12594" y="9457"/>
                </a:lnTo>
                <a:lnTo>
                  <a:pt x="12594" y="9866"/>
                </a:lnTo>
                <a:lnTo>
                  <a:pt x="12739" y="9925"/>
                </a:lnTo>
                <a:lnTo>
                  <a:pt x="11935" y="10334"/>
                </a:lnTo>
                <a:lnTo>
                  <a:pt x="12081" y="9691"/>
                </a:lnTo>
                <a:lnTo>
                  <a:pt x="12081" y="9166"/>
                </a:lnTo>
                <a:lnTo>
                  <a:pt x="12007" y="8581"/>
                </a:lnTo>
                <a:lnTo>
                  <a:pt x="13178" y="7822"/>
                </a:lnTo>
                <a:close/>
                <a:moveTo>
                  <a:pt x="11715" y="8815"/>
                </a:moveTo>
                <a:lnTo>
                  <a:pt x="11568" y="9457"/>
                </a:lnTo>
                <a:lnTo>
                  <a:pt x="11348" y="10100"/>
                </a:lnTo>
                <a:lnTo>
                  <a:pt x="11202" y="10450"/>
                </a:lnTo>
                <a:lnTo>
                  <a:pt x="11202" y="10741"/>
                </a:lnTo>
                <a:lnTo>
                  <a:pt x="10324" y="11268"/>
                </a:lnTo>
                <a:lnTo>
                  <a:pt x="10763" y="9457"/>
                </a:lnTo>
                <a:lnTo>
                  <a:pt x="11715" y="8815"/>
                </a:lnTo>
                <a:close/>
                <a:moveTo>
                  <a:pt x="18231" y="759"/>
                </a:moveTo>
                <a:lnTo>
                  <a:pt x="18817" y="934"/>
                </a:lnTo>
                <a:lnTo>
                  <a:pt x="18598" y="1168"/>
                </a:lnTo>
                <a:lnTo>
                  <a:pt x="18598" y="1343"/>
                </a:lnTo>
                <a:lnTo>
                  <a:pt x="18670" y="1459"/>
                </a:lnTo>
                <a:lnTo>
                  <a:pt x="18817" y="1518"/>
                </a:lnTo>
                <a:lnTo>
                  <a:pt x="19037" y="1518"/>
                </a:lnTo>
                <a:lnTo>
                  <a:pt x="19037" y="1751"/>
                </a:lnTo>
                <a:lnTo>
                  <a:pt x="18891" y="2044"/>
                </a:lnTo>
                <a:lnTo>
                  <a:pt x="18598" y="2569"/>
                </a:lnTo>
                <a:lnTo>
                  <a:pt x="18231" y="3035"/>
                </a:lnTo>
                <a:lnTo>
                  <a:pt x="17791" y="3503"/>
                </a:lnTo>
                <a:lnTo>
                  <a:pt x="17646" y="3444"/>
                </a:lnTo>
                <a:lnTo>
                  <a:pt x="17572" y="3503"/>
                </a:lnTo>
                <a:lnTo>
                  <a:pt x="17500" y="3503"/>
                </a:lnTo>
                <a:lnTo>
                  <a:pt x="17426" y="3619"/>
                </a:lnTo>
                <a:lnTo>
                  <a:pt x="17426" y="3737"/>
                </a:lnTo>
                <a:lnTo>
                  <a:pt x="16694" y="4319"/>
                </a:lnTo>
                <a:lnTo>
                  <a:pt x="15448" y="5312"/>
                </a:lnTo>
                <a:lnTo>
                  <a:pt x="15302" y="5312"/>
                </a:lnTo>
                <a:lnTo>
                  <a:pt x="15302" y="5429"/>
                </a:lnTo>
                <a:lnTo>
                  <a:pt x="12959" y="7063"/>
                </a:lnTo>
                <a:lnTo>
                  <a:pt x="11276" y="8231"/>
                </a:lnTo>
                <a:lnTo>
                  <a:pt x="9591" y="9341"/>
                </a:lnTo>
                <a:lnTo>
                  <a:pt x="9517" y="9341"/>
                </a:lnTo>
                <a:lnTo>
                  <a:pt x="9446" y="9399"/>
                </a:lnTo>
                <a:lnTo>
                  <a:pt x="9226" y="9575"/>
                </a:lnTo>
                <a:lnTo>
                  <a:pt x="7761" y="10450"/>
                </a:lnTo>
                <a:lnTo>
                  <a:pt x="7687" y="10450"/>
                </a:lnTo>
                <a:lnTo>
                  <a:pt x="7615" y="10509"/>
                </a:lnTo>
                <a:lnTo>
                  <a:pt x="7248" y="10684"/>
                </a:lnTo>
                <a:lnTo>
                  <a:pt x="6663" y="10975"/>
                </a:lnTo>
                <a:lnTo>
                  <a:pt x="6296" y="11150"/>
                </a:lnTo>
                <a:lnTo>
                  <a:pt x="6076" y="11384"/>
                </a:lnTo>
                <a:lnTo>
                  <a:pt x="5930" y="11325"/>
                </a:lnTo>
                <a:lnTo>
                  <a:pt x="5198" y="10859"/>
                </a:lnTo>
                <a:lnTo>
                  <a:pt x="4613" y="10275"/>
                </a:lnTo>
                <a:lnTo>
                  <a:pt x="4246" y="9984"/>
                </a:lnTo>
                <a:lnTo>
                  <a:pt x="3880" y="9691"/>
                </a:lnTo>
                <a:lnTo>
                  <a:pt x="4393" y="9457"/>
                </a:lnTo>
                <a:lnTo>
                  <a:pt x="4904" y="9107"/>
                </a:lnTo>
                <a:lnTo>
                  <a:pt x="5198" y="9457"/>
                </a:lnTo>
                <a:lnTo>
                  <a:pt x="5637" y="9750"/>
                </a:lnTo>
                <a:lnTo>
                  <a:pt x="5857" y="9866"/>
                </a:lnTo>
                <a:lnTo>
                  <a:pt x="6150" y="9925"/>
                </a:lnTo>
                <a:lnTo>
                  <a:pt x="6443" y="9925"/>
                </a:lnTo>
                <a:lnTo>
                  <a:pt x="6663" y="9750"/>
                </a:lnTo>
                <a:lnTo>
                  <a:pt x="6735" y="9691"/>
                </a:lnTo>
                <a:lnTo>
                  <a:pt x="6809" y="9575"/>
                </a:lnTo>
                <a:lnTo>
                  <a:pt x="6735" y="9341"/>
                </a:lnTo>
                <a:lnTo>
                  <a:pt x="6663" y="9224"/>
                </a:lnTo>
                <a:lnTo>
                  <a:pt x="6515" y="9166"/>
                </a:lnTo>
                <a:lnTo>
                  <a:pt x="6224" y="9166"/>
                </a:lnTo>
                <a:lnTo>
                  <a:pt x="6150" y="9224"/>
                </a:lnTo>
                <a:lnTo>
                  <a:pt x="6150" y="9166"/>
                </a:lnTo>
                <a:lnTo>
                  <a:pt x="5857" y="8990"/>
                </a:lnTo>
                <a:lnTo>
                  <a:pt x="5491" y="8756"/>
                </a:lnTo>
                <a:lnTo>
                  <a:pt x="5637" y="8640"/>
                </a:lnTo>
                <a:lnTo>
                  <a:pt x="6589" y="7940"/>
                </a:lnTo>
                <a:lnTo>
                  <a:pt x="6735" y="8231"/>
                </a:lnTo>
                <a:lnTo>
                  <a:pt x="6883" y="8406"/>
                </a:lnTo>
                <a:lnTo>
                  <a:pt x="7102" y="8581"/>
                </a:lnTo>
                <a:lnTo>
                  <a:pt x="7322" y="8756"/>
                </a:lnTo>
                <a:lnTo>
                  <a:pt x="7615" y="8815"/>
                </a:lnTo>
                <a:lnTo>
                  <a:pt x="7835" y="8815"/>
                </a:lnTo>
                <a:lnTo>
                  <a:pt x="7980" y="8699"/>
                </a:lnTo>
                <a:lnTo>
                  <a:pt x="8054" y="8581"/>
                </a:lnTo>
                <a:lnTo>
                  <a:pt x="8054" y="8406"/>
                </a:lnTo>
                <a:lnTo>
                  <a:pt x="7761" y="8172"/>
                </a:lnTo>
                <a:lnTo>
                  <a:pt x="7467" y="7940"/>
                </a:lnTo>
                <a:lnTo>
                  <a:pt x="7248" y="7706"/>
                </a:lnTo>
                <a:lnTo>
                  <a:pt x="7174" y="7590"/>
                </a:lnTo>
                <a:lnTo>
                  <a:pt x="7174" y="7531"/>
                </a:lnTo>
                <a:lnTo>
                  <a:pt x="7835" y="7063"/>
                </a:lnTo>
                <a:lnTo>
                  <a:pt x="8274" y="6772"/>
                </a:lnTo>
                <a:lnTo>
                  <a:pt x="8346" y="7006"/>
                </a:lnTo>
                <a:lnTo>
                  <a:pt x="8493" y="7181"/>
                </a:lnTo>
                <a:lnTo>
                  <a:pt x="8639" y="7356"/>
                </a:lnTo>
                <a:lnTo>
                  <a:pt x="8859" y="7590"/>
                </a:lnTo>
                <a:lnTo>
                  <a:pt x="9152" y="7706"/>
                </a:lnTo>
                <a:lnTo>
                  <a:pt x="9372" y="7765"/>
                </a:lnTo>
                <a:lnTo>
                  <a:pt x="9591" y="7706"/>
                </a:lnTo>
                <a:lnTo>
                  <a:pt x="9665" y="7590"/>
                </a:lnTo>
                <a:lnTo>
                  <a:pt x="9737" y="7531"/>
                </a:lnTo>
                <a:lnTo>
                  <a:pt x="9737" y="7356"/>
                </a:lnTo>
                <a:lnTo>
                  <a:pt x="9665" y="7238"/>
                </a:lnTo>
                <a:lnTo>
                  <a:pt x="9517" y="7122"/>
                </a:lnTo>
                <a:lnTo>
                  <a:pt x="9226" y="6888"/>
                </a:lnTo>
                <a:lnTo>
                  <a:pt x="9006" y="6713"/>
                </a:lnTo>
                <a:lnTo>
                  <a:pt x="8933" y="6481"/>
                </a:lnTo>
                <a:lnTo>
                  <a:pt x="8933" y="6363"/>
                </a:lnTo>
                <a:lnTo>
                  <a:pt x="9957" y="5604"/>
                </a:lnTo>
                <a:lnTo>
                  <a:pt x="10104" y="5779"/>
                </a:lnTo>
                <a:lnTo>
                  <a:pt x="10324" y="6131"/>
                </a:lnTo>
                <a:lnTo>
                  <a:pt x="10689" y="6422"/>
                </a:lnTo>
                <a:lnTo>
                  <a:pt x="10837" y="6481"/>
                </a:lnTo>
                <a:lnTo>
                  <a:pt x="10983" y="6538"/>
                </a:lnTo>
                <a:lnTo>
                  <a:pt x="11128" y="6481"/>
                </a:lnTo>
                <a:lnTo>
                  <a:pt x="11276" y="6422"/>
                </a:lnTo>
                <a:lnTo>
                  <a:pt x="11348" y="6306"/>
                </a:lnTo>
                <a:lnTo>
                  <a:pt x="11348" y="6131"/>
                </a:lnTo>
                <a:lnTo>
                  <a:pt x="11276" y="6013"/>
                </a:lnTo>
                <a:lnTo>
                  <a:pt x="10470" y="5254"/>
                </a:lnTo>
                <a:lnTo>
                  <a:pt x="11935" y="4203"/>
                </a:lnTo>
                <a:lnTo>
                  <a:pt x="12007" y="4319"/>
                </a:lnTo>
                <a:lnTo>
                  <a:pt x="12300" y="4903"/>
                </a:lnTo>
                <a:lnTo>
                  <a:pt x="12374" y="5021"/>
                </a:lnTo>
                <a:lnTo>
                  <a:pt x="12448" y="5079"/>
                </a:lnTo>
                <a:lnTo>
                  <a:pt x="12739" y="5079"/>
                </a:lnTo>
                <a:lnTo>
                  <a:pt x="12887" y="5021"/>
                </a:lnTo>
                <a:lnTo>
                  <a:pt x="12959" y="4903"/>
                </a:lnTo>
                <a:lnTo>
                  <a:pt x="13033" y="4787"/>
                </a:lnTo>
                <a:lnTo>
                  <a:pt x="12959" y="4671"/>
                </a:lnTo>
                <a:lnTo>
                  <a:pt x="12739" y="4144"/>
                </a:lnTo>
                <a:lnTo>
                  <a:pt x="12520" y="3853"/>
                </a:lnTo>
                <a:lnTo>
                  <a:pt x="13985" y="2744"/>
                </a:lnTo>
                <a:lnTo>
                  <a:pt x="14059" y="3094"/>
                </a:lnTo>
                <a:lnTo>
                  <a:pt x="14131" y="3387"/>
                </a:lnTo>
                <a:lnTo>
                  <a:pt x="14278" y="3737"/>
                </a:lnTo>
                <a:lnTo>
                  <a:pt x="14424" y="4028"/>
                </a:lnTo>
                <a:lnTo>
                  <a:pt x="14570" y="4144"/>
                </a:lnTo>
                <a:lnTo>
                  <a:pt x="14789" y="4203"/>
                </a:lnTo>
                <a:lnTo>
                  <a:pt x="15083" y="4087"/>
                </a:lnTo>
                <a:lnTo>
                  <a:pt x="15228" y="3969"/>
                </a:lnTo>
                <a:lnTo>
                  <a:pt x="15302" y="3794"/>
                </a:lnTo>
                <a:lnTo>
                  <a:pt x="15302" y="3678"/>
                </a:lnTo>
                <a:lnTo>
                  <a:pt x="15228" y="3562"/>
                </a:lnTo>
                <a:lnTo>
                  <a:pt x="15083" y="3444"/>
                </a:lnTo>
                <a:lnTo>
                  <a:pt x="14937" y="3444"/>
                </a:lnTo>
                <a:lnTo>
                  <a:pt x="14644" y="2919"/>
                </a:lnTo>
                <a:lnTo>
                  <a:pt x="14424" y="2453"/>
                </a:lnTo>
                <a:lnTo>
                  <a:pt x="15448" y="1751"/>
                </a:lnTo>
                <a:lnTo>
                  <a:pt x="16400" y="1168"/>
                </a:lnTo>
                <a:lnTo>
                  <a:pt x="16694" y="993"/>
                </a:lnTo>
                <a:lnTo>
                  <a:pt x="16987" y="875"/>
                </a:lnTo>
                <a:lnTo>
                  <a:pt x="17646" y="759"/>
                </a:lnTo>
                <a:close/>
                <a:moveTo>
                  <a:pt x="6954" y="11559"/>
                </a:moveTo>
                <a:lnTo>
                  <a:pt x="6883" y="11850"/>
                </a:lnTo>
                <a:lnTo>
                  <a:pt x="6589" y="11675"/>
                </a:lnTo>
                <a:lnTo>
                  <a:pt x="6954" y="11559"/>
                </a:lnTo>
                <a:close/>
                <a:moveTo>
                  <a:pt x="10176" y="9807"/>
                </a:moveTo>
                <a:lnTo>
                  <a:pt x="9446" y="11559"/>
                </a:lnTo>
                <a:lnTo>
                  <a:pt x="9446" y="11675"/>
                </a:lnTo>
                <a:lnTo>
                  <a:pt x="9152" y="11850"/>
                </a:lnTo>
                <a:lnTo>
                  <a:pt x="9152" y="11618"/>
                </a:lnTo>
                <a:lnTo>
                  <a:pt x="9226" y="10916"/>
                </a:lnTo>
                <a:lnTo>
                  <a:pt x="9446" y="10275"/>
                </a:lnTo>
                <a:lnTo>
                  <a:pt x="10030" y="9925"/>
                </a:lnTo>
                <a:lnTo>
                  <a:pt x="10176" y="9807"/>
                </a:lnTo>
                <a:close/>
                <a:moveTo>
                  <a:pt x="8565" y="10741"/>
                </a:moveTo>
                <a:lnTo>
                  <a:pt x="8420" y="11325"/>
                </a:lnTo>
                <a:lnTo>
                  <a:pt x="8420" y="12084"/>
                </a:lnTo>
                <a:lnTo>
                  <a:pt x="8565" y="12143"/>
                </a:lnTo>
                <a:lnTo>
                  <a:pt x="7761" y="12610"/>
                </a:lnTo>
                <a:lnTo>
                  <a:pt x="7615" y="12493"/>
                </a:lnTo>
                <a:lnTo>
                  <a:pt x="7761" y="12376"/>
                </a:lnTo>
                <a:lnTo>
                  <a:pt x="7835" y="12201"/>
                </a:lnTo>
                <a:lnTo>
                  <a:pt x="7835" y="12084"/>
                </a:lnTo>
                <a:lnTo>
                  <a:pt x="7761" y="11968"/>
                </a:lnTo>
                <a:lnTo>
                  <a:pt x="7687" y="11909"/>
                </a:lnTo>
                <a:lnTo>
                  <a:pt x="7615" y="11909"/>
                </a:lnTo>
                <a:lnTo>
                  <a:pt x="7761" y="11500"/>
                </a:lnTo>
                <a:lnTo>
                  <a:pt x="7835" y="11150"/>
                </a:lnTo>
                <a:lnTo>
                  <a:pt x="7835" y="11091"/>
                </a:lnTo>
                <a:lnTo>
                  <a:pt x="8565" y="10741"/>
                </a:lnTo>
                <a:close/>
                <a:moveTo>
                  <a:pt x="2196" y="9750"/>
                </a:moveTo>
                <a:lnTo>
                  <a:pt x="2709" y="9866"/>
                </a:lnTo>
                <a:lnTo>
                  <a:pt x="3148" y="10041"/>
                </a:lnTo>
                <a:lnTo>
                  <a:pt x="3513" y="10275"/>
                </a:lnTo>
                <a:lnTo>
                  <a:pt x="3880" y="10625"/>
                </a:lnTo>
                <a:lnTo>
                  <a:pt x="4613" y="11268"/>
                </a:lnTo>
                <a:lnTo>
                  <a:pt x="5417" y="11850"/>
                </a:lnTo>
                <a:lnTo>
                  <a:pt x="6296" y="12376"/>
                </a:lnTo>
                <a:lnTo>
                  <a:pt x="6663" y="12668"/>
                </a:lnTo>
                <a:lnTo>
                  <a:pt x="7028" y="12960"/>
                </a:lnTo>
                <a:lnTo>
                  <a:pt x="7028" y="13019"/>
                </a:lnTo>
                <a:lnTo>
                  <a:pt x="6954" y="13194"/>
                </a:lnTo>
                <a:lnTo>
                  <a:pt x="6954" y="13369"/>
                </a:lnTo>
                <a:lnTo>
                  <a:pt x="7102" y="13485"/>
                </a:lnTo>
                <a:lnTo>
                  <a:pt x="7322" y="13544"/>
                </a:lnTo>
                <a:lnTo>
                  <a:pt x="7322" y="13778"/>
                </a:lnTo>
                <a:lnTo>
                  <a:pt x="7174" y="13837"/>
                </a:lnTo>
                <a:lnTo>
                  <a:pt x="6443" y="13894"/>
                </a:lnTo>
                <a:lnTo>
                  <a:pt x="6004" y="13485"/>
                </a:lnTo>
                <a:lnTo>
                  <a:pt x="5637" y="13135"/>
                </a:lnTo>
                <a:lnTo>
                  <a:pt x="4320" y="11909"/>
                </a:lnTo>
                <a:lnTo>
                  <a:pt x="3222" y="10975"/>
                </a:lnTo>
                <a:lnTo>
                  <a:pt x="2635" y="10509"/>
                </a:lnTo>
                <a:lnTo>
                  <a:pt x="2341" y="10334"/>
                </a:lnTo>
                <a:lnTo>
                  <a:pt x="1976" y="10216"/>
                </a:lnTo>
                <a:lnTo>
                  <a:pt x="2196" y="9750"/>
                </a:lnTo>
                <a:close/>
                <a:moveTo>
                  <a:pt x="17426" y="0"/>
                </a:moveTo>
                <a:lnTo>
                  <a:pt x="16913" y="116"/>
                </a:lnTo>
                <a:lnTo>
                  <a:pt x="16400" y="291"/>
                </a:lnTo>
                <a:lnTo>
                  <a:pt x="15961" y="525"/>
                </a:lnTo>
                <a:lnTo>
                  <a:pt x="15522" y="759"/>
                </a:lnTo>
                <a:lnTo>
                  <a:pt x="14278" y="1634"/>
                </a:lnTo>
                <a:lnTo>
                  <a:pt x="13033" y="2510"/>
                </a:lnTo>
                <a:lnTo>
                  <a:pt x="8054" y="6013"/>
                </a:lnTo>
                <a:lnTo>
                  <a:pt x="5637" y="7706"/>
                </a:lnTo>
                <a:lnTo>
                  <a:pt x="4613" y="8406"/>
                </a:lnTo>
                <a:lnTo>
                  <a:pt x="4174" y="8815"/>
                </a:lnTo>
                <a:lnTo>
                  <a:pt x="3733" y="9224"/>
                </a:lnTo>
                <a:lnTo>
                  <a:pt x="3513" y="9282"/>
                </a:lnTo>
                <a:lnTo>
                  <a:pt x="3441" y="9457"/>
                </a:lnTo>
                <a:lnTo>
                  <a:pt x="3074" y="9282"/>
                </a:lnTo>
                <a:lnTo>
                  <a:pt x="2709" y="9224"/>
                </a:lnTo>
                <a:lnTo>
                  <a:pt x="2341" y="9166"/>
                </a:lnTo>
                <a:lnTo>
                  <a:pt x="1902" y="9166"/>
                </a:lnTo>
                <a:lnTo>
                  <a:pt x="1683" y="9224"/>
                </a:lnTo>
                <a:lnTo>
                  <a:pt x="1537" y="9399"/>
                </a:lnTo>
                <a:lnTo>
                  <a:pt x="1244" y="10216"/>
                </a:lnTo>
                <a:lnTo>
                  <a:pt x="1244" y="10334"/>
                </a:lnTo>
                <a:lnTo>
                  <a:pt x="1317" y="10450"/>
                </a:lnTo>
                <a:lnTo>
                  <a:pt x="1391" y="10509"/>
                </a:lnTo>
                <a:lnTo>
                  <a:pt x="1537" y="10566"/>
                </a:lnTo>
                <a:lnTo>
                  <a:pt x="1830" y="10916"/>
                </a:lnTo>
                <a:lnTo>
                  <a:pt x="2196" y="11268"/>
                </a:lnTo>
                <a:lnTo>
                  <a:pt x="3002" y="11909"/>
                </a:lnTo>
                <a:lnTo>
                  <a:pt x="4759" y="13544"/>
                </a:lnTo>
                <a:lnTo>
                  <a:pt x="5417" y="14244"/>
                </a:lnTo>
                <a:lnTo>
                  <a:pt x="5857" y="14594"/>
                </a:lnTo>
                <a:lnTo>
                  <a:pt x="6296" y="14828"/>
                </a:lnTo>
                <a:lnTo>
                  <a:pt x="6589" y="14887"/>
                </a:lnTo>
                <a:lnTo>
                  <a:pt x="6809" y="14887"/>
                </a:lnTo>
                <a:lnTo>
                  <a:pt x="7028" y="14769"/>
                </a:lnTo>
                <a:lnTo>
                  <a:pt x="7174" y="14594"/>
                </a:lnTo>
                <a:lnTo>
                  <a:pt x="7615" y="14537"/>
                </a:lnTo>
                <a:lnTo>
                  <a:pt x="7907" y="14419"/>
                </a:lnTo>
                <a:lnTo>
                  <a:pt x="8126" y="14244"/>
                </a:lnTo>
                <a:lnTo>
                  <a:pt x="8274" y="14012"/>
                </a:lnTo>
                <a:lnTo>
                  <a:pt x="8274" y="13603"/>
                </a:lnTo>
                <a:lnTo>
                  <a:pt x="8200" y="13253"/>
                </a:lnTo>
                <a:lnTo>
                  <a:pt x="10617" y="12025"/>
                </a:lnTo>
                <a:lnTo>
                  <a:pt x="13033" y="10741"/>
                </a:lnTo>
                <a:lnTo>
                  <a:pt x="15302" y="9399"/>
                </a:lnTo>
                <a:lnTo>
                  <a:pt x="17572" y="7997"/>
                </a:lnTo>
                <a:lnTo>
                  <a:pt x="18524" y="7415"/>
                </a:lnTo>
                <a:lnTo>
                  <a:pt x="19402" y="6713"/>
                </a:lnTo>
                <a:lnTo>
                  <a:pt x="20209" y="5955"/>
                </a:lnTo>
                <a:lnTo>
                  <a:pt x="20574" y="5546"/>
                </a:lnTo>
                <a:lnTo>
                  <a:pt x="20867" y="5137"/>
                </a:lnTo>
                <a:lnTo>
                  <a:pt x="21161" y="4728"/>
                </a:lnTo>
                <a:lnTo>
                  <a:pt x="21380" y="4262"/>
                </a:lnTo>
                <a:lnTo>
                  <a:pt x="21526" y="3794"/>
                </a:lnTo>
                <a:lnTo>
                  <a:pt x="21600" y="3387"/>
                </a:lnTo>
                <a:lnTo>
                  <a:pt x="21600" y="2919"/>
                </a:lnTo>
                <a:lnTo>
                  <a:pt x="21526" y="2453"/>
                </a:lnTo>
                <a:lnTo>
                  <a:pt x="21307" y="1985"/>
                </a:lnTo>
                <a:lnTo>
                  <a:pt x="21013" y="1518"/>
                </a:lnTo>
                <a:lnTo>
                  <a:pt x="20722" y="1168"/>
                </a:lnTo>
                <a:lnTo>
                  <a:pt x="20354" y="818"/>
                </a:lnTo>
                <a:lnTo>
                  <a:pt x="19915" y="584"/>
                </a:lnTo>
                <a:lnTo>
                  <a:pt x="19476" y="350"/>
                </a:lnTo>
                <a:lnTo>
                  <a:pt x="18963" y="175"/>
                </a:lnTo>
                <a:lnTo>
                  <a:pt x="18524" y="59"/>
                </a:lnTo>
                <a:lnTo>
                  <a:pt x="17939" y="0"/>
                </a:lnTo>
                <a:close/>
                <a:moveTo>
                  <a:pt x="3952" y="19732"/>
                </a:moveTo>
                <a:lnTo>
                  <a:pt x="3952" y="20141"/>
                </a:lnTo>
                <a:lnTo>
                  <a:pt x="3807" y="20550"/>
                </a:lnTo>
                <a:lnTo>
                  <a:pt x="3587" y="20550"/>
                </a:lnTo>
                <a:lnTo>
                  <a:pt x="3733" y="20141"/>
                </a:lnTo>
                <a:lnTo>
                  <a:pt x="3952" y="19732"/>
                </a:lnTo>
                <a:close/>
                <a:moveTo>
                  <a:pt x="3294" y="14944"/>
                </a:moveTo>
                <a:lnTo>
                  <a:pt x="3367" y="15237"/>
                </a:lnTo>
                <a:lnTo>
                  <a:pt x="3807" y="16229"/>
                </a:lnTo>
                <a:lnTo>
                  <a:pt x="4685" y="18097"/>
                </a:lnTo>
                <a:lnTo>
                  <a:pt x="4833" y="18681"/>
                </a:lnTo>
                <a:lnTo>
                  <a:pt x="4904" y="19265"/>
                </a:lnTo>
                <a:lnTo>
                  <a:pt x="4833" y="19790"/>
                </a:lnTo>
                <a:lnTo>
                  <a:pt x="4685" y="20082"/>
                </a:lnTo>
                <a:lnTo>
                  <a:pt x="4539" y="20316"/>
                </a:lnTo>
                <a:lnTo>
                  <a:pt x="4613" y="20024"/>
                </a:lnTo>
                <a:lnTo>
                  <a:pt x="4539" y="19790"/>
                </a:lnTo>
                <a:lnTo>
                  <a:pt x="4393" y="19615"/>
                </a:lnTo>
                <a:lnTo>
                  <a:pt x="4246" y="19440"/>
                </a:lnTo>
                <a:lnTo>
                  <a:pt x="4026" y="19381"/>
                </a:lnTo>
                <a:lnTo>
                  <a:pt x="3733" y="19381"/>
                </a:lnTo>
                <a:lnTo>
                  <a:pt x="3661" y="19499"/>
                </a:lnTo>
                <a:lnTo>
                  <a:pt x="3661" y="19615"/>
                </a:lnTo>
                <a:lnTo>
                  <a:pt x="3148" y="20141"/>
                </a:lnTo>
                <a:lnTo>
                  <a:pt x="3002" y="20433"/>
                </a:lnTo>
                <a:lnTo>
                  <a:pt x="2854" y="20725"/>
                </a:lnTo>
                <a:lnTo>
                  <a:pt x="2709" y="20725"/>
                </a:lnTo>
                <a:lnTo>
                  <a:pt x="3148" y="19907"/>
                </a:lnTo>
                <a:lnTo>
                  <a:pt x="3513" y="19090"/>
                </a:lnTo>
                <a:lnTo>
                  <a:pt x="3513" y="19031"/>
                </a:lnTo>
                <a:lnTo>
                  <a:pt x="3441" y="18972"/>
                </a:lnTo>
                <a:lnTo>
                  <a:pt x="3367" y="18972"/>
                </a:lnTo>
                <a:lnTo>
                  <a:pt x="3294" y="19031"/>
                </a:lnTo>
                <a:lnTo>
                  <a:pt x="2635" y="19732"/>
                </a:lnTo>
                <a:lnTo>
                  <a:pt x="2050" y="20550"/>
                </a:lnTo>
                <a:lnTo>
                  <a:pt x="1757" y="20433"/>
                </a:lnTo>
                <a:lnTo>
                  <a:pt x="1757" y="20257"/>
                </a:lnTo>
                <a:lnTo>
                  <a:pt x="2050" y="19790"/>
                </a:lnTo>
                <a:lnTo>
                  <a:pt x="2341" y="19324"/>
                </a:lnTo>
                <a:lnTo>
                  <a:pt x="2709" y="18856"/>
                </a:lnTo>
                <a:lnTo>
                  <a:pt x="3074" y="18390"/>
                </a:lnTo>
                <a:lnTo>
                  <a:pt x="3074" y="18331"/>
                </a:lnTo>
                <a:lnTo>
                  <a:pt x="3002" y="18272"/>
                </a:lnTo>
                <a:lnTo>
                  <a:pt x="2928" y="18331"/>
                </a:lnTo>
                <a:lnTo>
                  <a:pt x="2270" y="18797"/>
                </a:lnTo>
                <a:lnTo>
                  <a:pt x="1902" y="19090"/>
                </a:lnTo>
                <a:lnTo>
                  <a:pt x="1611" y="19381"/>
                </a:lnTo>
                <a:lnTo>
                  <a:pt x="1391" y="19732"/>
                </a:lnTo>
                <a:lnTo>
                  <a:pt x="1172" y="20082"/>
                </a:lnTo>
                <a:lnTo>
                  <a:pt x="1098" y="20024"/>
                </a:lnTo>
                <a:lnTo>
                  <a:pt x="1244" y="19849"/>
                </a:lnTo>
                <a:lnTo>
                  <a:pt x="1317" y="19674"/>
                </a:lnTo>
                <a:lnTo>
                  <a:pt x="2270" y="18506"/>
                </a:lnTo>
                <a:lnTo>
                  <a:pt x="2635" y="17922"/>
                </a:lnTo>
                <a:lnTo>
                  <a:pt x="2928" y="17281"/>
                </a:lnTo>
                <a:lnTo>
                  <a:pt x="2854" y="17222"/>
                </a:lnTo>
                <a:lnTo>
                  <a:pt x="2783" y="17222"/>
                </a:lnTo>
                <a:lnTo>
                  <a:pt x="2122" y="17806"/>
                </a:lnTo>
                <a:lnTo>
                  <a:pt x="1463" y="18390"/>
                </a:lnTo>
                <a:lnTo>
                  <a:pt x="1683" y="18097"/>
                </a:lnTo>
                <a:lnTo>
                  <a:pt x="2489" y="17106"/>
                </a:lnTo>
                <a:lnTo>
                  <a:pt x="3294" y="16112"/>
                </a:lnTo>
                <a:lnTo>
                  <a:pt x="3294" y="15996"/>
                </a:lnTo>
                <a:lnTo>
                  <a:pt x="3222" y="15879"/>
                </a:lnTo>
                <a:lnTo>
                  <a:pt x="3002" y="15879"/>
                </a:lnTo>
                <a:lnTo>
                  <a:pt x="2635" y="16171"/>
                </a:lnTo>
                <a:lnTo>
                  <a:pt x="3002" y="15587"/>
                </a:lnTo>
                <a:lnTo>
                  <a:pt x="3294" y="14944"/>
                </a:lnTo>
                <a:close/>
                <a:moveTo>
                  <a:pt x="3074" y="13953"/>
                </a:moveTo>
                <a:lnTo>
                  <a:pt x="2928" y="14012"/>
                </a:lnTo>
                <a:lnTo>
                  <a:pt x="2783" y="14187"/>
                </a:lnTo>
                <a:lnTo>
                  <a:pt x="2783" y="14419"/>
                </a:lnTo>
                <a:lnTo>
                  <a:pt x="2415" y="14887"/>
                </a:lnTo>
                <a:lnTo>
                  <a:pt x="2196" y="15353"/>
                </a:lnTo>
                <a:lnTo>
                  <a:pt x="1317" y="16872"/>
                </a:lnTo>
                <a:lnTo>
                  <a:pt x="585" y="18156"/>
                </a:lnTo>
                <a:lnTo>
                  <a:pt x="291" y="18797"/>
                </a:lnTo>
                <a:lnTo>
                  <a:pt x="72" y="19499"/>
                </a:lnTo>
                <a:lnTo>
                  <a:pt x="0" y="19732"/>
                </a:lnTo>
                <a:lnTo>
                  <a:pt x="0" y="19907"/>
                </a:lnTo>
                <a:lnTo>
                  <a:pt x="146" y="20257"/>
                </a:lnTo>
                <a:lnTo>
                  <a:pt x="439" y="20550"/>
                </a:lnTo>
                <a:lnTo>
                  <a:pt x="804" y="20841"/>
                </a:lnTo>
                <a:lnTo>
                  <a:pt x="878" y="20959"/>
                </a:lnTo>
                <a:lnTo>
                  <a:pt x="1024" y="21016"/>
                </a:lnTo>
                <a:lnTo>
                  <a:pt x="1172" y="21075"/>
                </a:lnTo>
                <a:lnTo>
                  <a:pt x="1317" y="21075"/>
                </a:lnTo>
                <a:lnTo>
                  <a:pt x="1463" y="21134"/>
                </a:lnTo>
                <a:lnTo>
                  <a:pt x="1757" y="21250"/>
                </a:lnTo>
                <a:lnTo>
                  <a:pt x="1902" y="21366"/>
                </a:lnTo>
                <a:lnTo>
                  <a:pt x="2196" y="21366"/>
                </a:lnTo>
                <a:lnTo>
                  <a:pt x="2854" y="21541"/>
                </a:lnTo>
                <a:lnTo>
                  <a:pt x="2928" y="21600"/>
                </a:lnTo>
                <a:lnTo>
                  <a:pt x="3367" y="21600"/>
                </a:lnTo>
                <a:lnTo>
                  <a:pt x="3807" y="21541"/>
                </a:lnTo>
                <a:lnTo>
                  <a:pt x="4246" y="21425"/>
                </a:lnTo>
                <a:lnTo>
                  <a:pt x="4613" y="21309"/>
                </a:lnTo>
                <a:lnTo>
                  <a:pt x="4978" y="21134"/>
                </a:lnTo>
                <a:lnTo>
                  <a:pt x="5198" y="20900"/>
                </a:lnTo>
                <a:lnTo>
                  <a:pt x="5417" y="20666"/>
                </a:lnTo>
                <a:lnTo>
                  <a:pt x="5563" y="20433"/>
                </a:lnTo>
                <a:lnTo>
                  <a:pt x="5711" y="20199"/>
                </a:lnTo>
                <a:lnTo>
                  <a:pt x="5857" y="19615"/>
                </a:lnTo>
                <a:lnTo>
                  <a:pt x="5857" y="19031"/>
                </a:lnTo>
                <a:lnTo>
                  <a:pt x="5711" y="18447"/>
                </a:lnTo>
                <a:lnTo>
                  <a:pt x="5563" y="17865"/>
                </a:lnTo>
                <a:lnTo>
                  <a:pt x="5344" y="17338"/>
                </a:lnTo>
                <a:lnTo>
                  <a:pt x="4100" y="14419"/>
                </a:lnTo>
                <a:lnTo>
                  <a:pt x="3952" y="14244"/>
                </a:lnTo>
                <a:lnTo>
                  <a:pt x="3733" y="14128"/>
                </a:lnTo>
                <a:lnTo>
                  <a:pt x="3513" y="14012"/>
                </a:lnTo>
                <a:lnTo>
                  <a:pt x="3294" y="13953"/>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375" name="Google Shape;181;p2"/>
          <p:cNvSpPr/>
          <p:nvPr/>
        </p:nvSpPr>
        <p:spPr>
          <a:xfrm>
            <a:off x="1570835" y="4028344"/>
            <a:ext cx="734275" cy="7232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609" y="5647"/>
                </a:moveTo>
                <a:lnTo>
                  <a:pt x="11718" y="5702"/>
                </a:lnTo>
                <a:lnTo>
                  <a:pt x="11880" y="5811"/>
                </a:lnTo>
                <a:lnTo>
                  <a:pt x="12096" y="6085"/>
                </a:lnTo>
                <a:lnTo>
                  <a:pt x="12204" y="6413"/>
                </a:lnTo>
                <a:lnTo>
                  <a:pt x="12311" y="6744"/>
                </a:lnTo>
                <a:lnTo>
                  <a:pt x="12366" y="7017"/>
                </a:lnTo>
                <a:lnTo>
                  <a:pt x="12366" y="7619"/>
                </a:lnTo>
                <a:lnTo>
                  <a:pt x="12204" y="7894"/>
                </a:lnTo>
                <a:lnTo>
                  <a:pt x="11987" y="6962"/>
                </a:lnTo>
                <a:lnTo>
                  <a:pt x="11825" y="6304"/>
                </a:lnTo>
                <a:lnTo>
                  <a:pt x="11718" y="5975"/>
                </a:lnTo>
                <a:lnTo>
                  <a:pt x="11609" y="5647"/>
                </a:lnTo>
                <a:close/>
                <a:moveTo>
                  <a:pt x="6371" y="7566"/>
                </a:moveTo>
                <a:lnTo>
                  <a:pt x="6588" y="7784"/>
                </a:lnTo>
                <a:lnTo>
                  <a:pt x="6750" y="8004"/>
                </a:lnTo>
                <a:lnTo>
                  <a:pt x="6911" y="8223"/>
                </a:lnTo>
                <a:lnTo>
                  <a:pt x="7019" y="8497"/>
                </a:lnTo>
                <a:lnTo>
                  <a:pt x="7019" y="9045"/>
                </a:lnTo>
                <a:lnTo>
                  <a:pt x="6857" y="9154"/>
                </a:lnTo>
                <a:lnTo>
                  <a:pt x="6695" y="9320"/>
                </a:lnTo>
                <a:lnTo>
                  <a:pt x="6533" y="8936"/>
                </a:lnTo>
                <a:lnTo>
                  <a:pt x="6371" y="8497"/>
                </a:lnTo>
                <a:lnTo>
                  <a:pt x="6318" y="8059"/>
                </a:lnTo>
                <a:lnTo>
                  <a:pt x="6318" y="7675"/>
                </a:lnTo>
                <a:lnTo>
                  <a:pt x="6371" y="7566"/>
                </a:lnTo>
                <a:close/>
                <a:moveTo>
                  <a:pt x="9720" y="11349"/>
                </a:moveTo>
                <a:lnTo>
                  <a:pt x="9882" y="11458"/>
                </a:lnTo>
                <a:lnTo>
                  <a:pt x="9990" y="11677"/>
                </a:lnTo>
                <a:lnTo>
                  <a:pt x="10206" y="12061"/>
                </a:lnTo>
                <a:lnTo>
                  <a:pt x="10799" y="12993"/>
                </a:lnTo>
                <a:lnTo>
                  <a:pt x="10475" y="13268"/>
                </a:lnTo>
                <a:lnTo>
                  <a:pt x="10421" y="13103"/>
                </a:lnTo>
                <a:lnTo>
                  <a:pt x="10097" y="12664"/>
                </a:lnTo>
                <a:lnTo>
                  <a:pt x="9828" y="12171"/>
                </a:lnTo>
                <a:lnTo>
                  <a:pt x="9666" y="11786"/>
                </a:lnTo>
                <a:lnTo>
                  <a:pt x="9449" y="11458"/>
                </a:lnTo>
                <a:lnTo>
                  <a:pt x="9720" y="11349"/>
                </a:lnTo>
                <a:close/>
                <a:moveTo>
                  <a:pt x="7776" y="12115"/>
                </a:moveTo>
                <a:lnTo>
                  <a:pt x="7883" y="12171"/>
                </a:lnTo>
                <a:lnTo>
                  <a:pt x="8585" y="14090"/>
                </a:lnTo>
                <a:lnTo>
                  <a:pt x="8316" y="14199"/>
                </a:lnTo>
                <a:lnTo>
                  <a:pt x="8369" y="13925"/>
                </a:lnTo>
                <a:lnTo>
                  <a:pt x="8316" y="13761"/>
                </a:lnTo>
                <a:lnTo>
                  <a:pt x="8261" y="13541"/>
                </a:lnTo>
                <a:lnTo>
                  <a:pt x="8099" y="13103"/>
                </a:lnTo>
                <a:lnTo>
                  <a:pt x="7721" y="12115"/>
                </a:lnTo>
                <a:close/>
                <a:moveTo>
                  <a:pt x="10799" y="14803"/>
                </a:moveTo>
                <a:lnTo>
                  <a:pt x="10799" y="15296"/>
                </a:lnTo>
                <a:lnTo>
                  <a:pt x="10583" y="14912"/>
                </a:lnTo>
                <a:lnTo>
                  <a:pt x="10799" y="14803"/>
                </a:lnTo>
                <a:close/>
                <a:moveTo>
                  <a:pt x="14309" y="13541"/>
                </a:moveTo>
                <a:lnTo>
                  <a:pt x="14472" y="13870"/>
                </a:lnTo>
                <a:lnTo>
                  <a:pt x="14634" y="14199"/>
                </a:lnTo>
                <a:lnTo>
                  <a:pt x="14796" y="14474"/>
                </a:lnTo>
                <a:lnTo>
                  <a:pt x="14958" y="14747"/>
                </a:lnTo>
                <a:lnTo>
                  <a:pt x="15011" y="14967"/>
                </a:lnTo>
                <a:lnTo>
                  <a:pt x="15011" y="15405"/>
                </a:lnTo>
                <a:lnTo>
                  <a:pt x="14903" y="15625"/>
                </a:lnTo>
                <a:lnTo>
                  <a:pt x="14796" y="15460"/>
                </a:lnTo>
                <a:lnTo>
                  <a:pt x="14687" y="15405"/>
                </a:lnTo>
                <a:lnTo>
                  <a:pt x="14363" y="14583"/>
                </a:lnTo>
                <a:lnTo>
                  <a:pt x="14256" y="14143"/>
                </a:lnTo>
                <a:lnTo>
                  <a:pt x="14094" y="13706"/>
                </a:lnTo>
                <a:lnTo>
                  <a:pt x="14201" y="13650"/>
                </a:lnTo>
                <a:lnTo>
                  <a:pt x="14309" y="13541"/>
                </a:lnTo>
                <a:close/>
                <a:moveTo>
                  <a:pt x="11285" y="14583"/>
                </a:moveTo>
                <a:lnTo>
                  <a:pt x="11447" y="14638"/>
                </a:lnTo>
                <a:lnTo>
                  <a:pt x="11663" y="14747"/>
                </a:lnTo>
                <a:lnTo>
                  <a:pt x="11880" y="14967"/>
                </a:lnTo>
                <a:lnTo>
                  <a:pt x="12042" y="15296"/>
                </a:lnTo>
                <a:lnTo>
                  <a:pt x="12204" y="15898"/>
                </a:lnTo>
                <a:lnTo>
                  <a:pt x="12258" y="16173"/>
                </a:lnTo>
                <a:lnTo>
                  <a:pt x="12258" y="16391"/>
                </a:lnTo>
                <a:lnTo>
                  <a:pt x="12204" y="16611"/>
                </a:lnTo>
                <a:lnTo>
                  <a:pt x="12042" y="16722"/>
                </a:lnTo>
                <a:lnTo>
                  <a:pt x="12042" y="16611"/>
                </a:lnTo>
                <a:lnTo>
                  <a:pt x="11987" y="16447"/>
                </a:lnTo>
                <a:lnTo>
                  <a:pt x="11880" y="16391"/>
                </a:lnTo>
                <a:lnTo>
                  <a:pt x="11771" y="16282"/>
                </a:lnTo>
                <a:lnTo>
                  <a:pt x="11609" y="15953"/>
                </a:lnTo>
                <a:lnTo>
                  <a:pt x="11501" y="15515"/>
                </a:lnTo>
                <a:lnTo>
                  <a:pt x="11394" y="14692"/>
                </a:lnTo>
                <a:lnTo>
                  <a:pt x="11285" y="14583"/>
                </a:lnTo>
                <a:close/>
                <a:moveTo>
                  <a:pt x="14958" y="1973"/>
                </a:moveTo>
                <a:lnTo>
                  <a:pt x="15011" y="2302"/>
                </a:lnTo>
                <a:lnTo>
                  <a:pt x="15120" y="2577"/>
                </a:lnTo>
                <a:lnTo>
                  <a:pt x="15389" y="3125"/>
                </a:lnTo>
                <a:lnTo>
                  <a:pt x="16091" y="4825"/>
                </a:lnTo>
                <a:lnTo>
                  <a:pt x="16146" y="4934"/>
                </a:lnTo>
                <a:lnTo>
                  <a:pt x="15822" y="5043"/>
                </a:lnTo>
                <a:lnTo>
                  <a:pt x="15497" y="5153"/>
                </a:lnTo>
                <a:lnTo>
                  <a:pt x="14363" y="5591"/>
                </a:lnTo>
                <a:lnTo>
                  <a:pt x="13230" y="6195"/>
                </a:lnTo>
                <a:lnTo>
                  <a:pt x="13013" y="6304"/>
                </a:lnTo>
                <a:lnTo>
                  <a:pt x="12851" y="6469"/>
                </a:lnTo>
                <a:lnTo>
                  <a:pt x="12744" y="6085"/>
                </a:lnTo>
                <a:lnTo>
                  <a:pt x="12527" y="5702"/>
                </a:lnTo>
                <a:lnTo>
                  <a:pt x="12311" y="5372"/>
                </a:lnTo>
                <a:lnTo>
                  <a:pt x="11987" y="5153"/>
                </a:lnTo>
                <a:lnTo>
                  <a:pt x="11771" y="5098"/>
                </a:lnTo>
                <a:lnTo>
                  <a:pt x="11556" y="5043"/>
                </a:lnTo>
                <a:lnTo>
                  <a:pt x="11447" y="5043"/>
                </a:lnTo>
                <a:lnTo>
                  <a:pt x="11340" y="5098"/>
                </a:lnTo>
                <a:lnTo>
                  <a:pt x="11285" y="5207"/>
                </a:lnTo>
                <a:lnTo>
                  <a:pt x="11285" y="5318"/>
                </a:lnTo>
                <a:lnTo>
                  <a:pt x="11016" y="5372"/>
                </a:lnTo>
                <a:lnTo>
                  <a:pt x="10799" y="5538"/>
                </a:lnTo>
                <a:lnTo>
                  <a:pt x="10583" y="5756"/>
                </a:lnTo>
                <a:lnTo>
                  <a:pt x="10368" y="5975"/>
                </a:lnTo>
                <a:lnTo>
                  <a:pt x="10313" y="6140"/>
                </a:lnTo>
                <a:lnTo>
                  <a:pt x="10368" y="6304"/>
                </a:lnTo>
                <a:lnTo>
                  <a:pt x="10692" y="7017"/>
                </a:lnTo>
                <a:lnTo>
                  <a:pt x="10421" y="7126"/>
                </a:lnTo>
                <a:lnTo>
                  <a:pt x="9287" y="7510"/>
                </a:lnTo>
                <a:lnTo>
                  <a:pt x="8207" y="7894"/>
                </a:lnTo>
                <a:lnTo>
                  <a:pt x="7830" y="8004"/>
                </a:lnTo>
                <a:lnTo>
                  <a:pt x="7668" y="8059"/>
                </a:lnTo>
                <a:lnTo>
                  <a:pt x="7559" y="8168"/>
                </a:lnTo>
                <a:lnTo>
                  <a:pt x="7506" y="8004"/>
                </a:lnTo>
                <a:lnTo>
                  <a:pt x="7235" y="7566"/>
                </a:lnTo>
                <a:lnTo>
                  <a:pt x="7073" y="7291"/>
                </a:lnTo>
                <a:lnTo>
                  <a:pt x="6857" y="7072"/>
                </a:lnTo>
                <a:lnTo>
                  <a:pt x="6642" y="6908"/>
                </a:lnTo>
                <a:lnTo>
                  <a:pt x="6371" y="6797"/>
                </a:lnTo>
                <a:lnTo>
                  <a:pt x="6156" y="6744"/>
                </a:lnTo>
                <a:lnTo>
                  <a:pt x="5940" y="6853"/>
                </a:lnTo>
                <a:lnTo>
                  <a:pt x="5669" y="6853"/>
                </a:lnTo>
                <a:lnTo>
                  <a:pt x="5562" y="6908"/>
                </a:lnTo>
                <a:lnTo>
                  <a:pt x="5507" y="7017"/>
                </a:lnTo>
                <a:lnTo>
                  <a:pt x="5454" y="7455"/>
                </a:lnTo>
                <a:lnTo>
                  <a:pt x="5454" y="7894"/>
                </a:lnTo>
                <a:lnTo>
                  <a:pt x="5507" y="8332"/>
                </a:lnTo>
                <a:lnTo>
                  <a:pt x="5616" y="8772"/>
                </a:lnTo>
                <a:lnTo>
                  <a:pt x="5292" y="8717"/>
                </a:lnTo>
                <a:lnTo>
                  <a:pt x="4968" y="8772"/>
                </a:lnTo>
                <a:lnTo>
                  <a:pt x="4374" y="8990"/>
                </a:lnTo>
                <a:lnTo>
                  <a:pt x="3564" y="9210"/>
                </a:lnTo>
                <a:lnTo>
                  <a:pt x="3186" y="9374"/>
                </a:lnTo>
                <a:lnTo>
                  <a:pt x="3024" y="9485"/>
                </a:lnTo>
                <a:lnTo>
                  <a:pt x="2862" y="9649"/>
                </a:lnTo>
                <a:lnTo>
                  <a:pt x="2862" y="9758"/>
                </a:lnTo>
                <a:lnTo>
                  <a:pt x="2916" y="9814"/>
                </a:lnTo>
                <a:lnTo>
                  <a:pt x="3293" y="9867"/>
                </a:lnTo>
                <a:lnTo>
                  <a:pt x="3618" y="9814"/>
                </a:lnTo>
                <a:lnTo>
                  <a:pt x="4374" y="9649"/>
                </a:lnTo>
                <a:lnTo>
                  <a:pt x="5076" y="9485"/>
                </a:lnTo>
                <a:lnTo>
                  <a:pt x="5454" y="9320"/>
                </a:lnTo>
                <a:lnTo>
                  <a:pt x="5616" y="9210"/>
                </a:lnTo>
                <a:lnTo>
                  <a:pt x="5723" y="9101"/>
                </a:lnTo>
                <a:lnTo>
                  <a:pt x="5994" y="9539"/>
                </a:lnTo>
                <a:lnTo>
                  <a:pt x="6264" y="9978"/>
                </a:lnTo>
                <a:lnTo>
                  <a:pt x="6318" y="10032"/>
                </a:lnTo>
                <a:lnTo>
                  <a:pt x="6426" y="10196"/>
                </a:lnTo>
                <a:lnTo>
                  <a:pt x="6695" y="10416"/>
                </a:lnTo>
                <a:lnTo>
                  <a:pt x="6857" y="10471"/>
                </a:lnTo>
                <a:lnTo>
                  <a:pt x="6966" y="10526"/>
                </a:lnTo>
                <a:lnTo>
                  <a:pt x="7073" y="10471"/>
                </a:lnTo>
                <a:lnTo>
                  <a:pt x="7181" y="10361"/>
                </a:lnTo>
                <a:lnTo>
                  <a:pt x="7452" y="9923"/>
                </a:lnTo>
                <a:lnTo>
                  <a:pt x="7614" y="9485"/>
                </a:lnTo>
                <a:lnTo>
                  <a:pt x="7668" y="9045"/>
                </a:lnTo>
                <a:lnTo>
                  <a:pt x="7668" y="8607"/>
                </a:lnTo>
                <a:lnTo>
                  <a:pt x="7830" y="8607"/>
                </a:lnTo>
                <a:lnTo>
                  <a:pt x="7992" y="8552"/>
                </a:lnTo>
                <a:lnTo>
                  <a:pt x="8369" y="8443"/>
                </a:lnTo>
                <a:lnTo>
                  <a:pt x="9504" y="8114"/>
                </a:lnTo>
                <a:lnTo>
                  <a:pt x="10583" y="7730"/>
                </a:lnTo>
                <a:lnTo>
                  <a:pt x="10961" y="7566"/>
                </a:lnTo>
                <a:lnTo>
                  <a:pt x="11232" y="8114"/>
                </a:lnTo>
                <a:lnTo>
                  <a:pt x="11340" y="8388"/>
                </a:lnTo>
                <a:lnTo>
                  <a:pt x="11501" y="8607"/>
                </a:lnTo>
                <a:lnTo>
                  <a:pt x="11663" y="8717"/>
                </a:lnTo>
                <a:lnTo>
                  <a:pt x="12096" y="8717"/>
                </a:lnTo>
                <a:lnTo>
                  <a:pt x="12258" y="8607"/>
                </a:lnTo>
                <a:lnTo>
                  <a:pt x="12582" y="8332"/>
                </a:lnTo>
                <a:lnTo>
                  <a:pt x="12851" y="8004"/>
                </a:lnTo>
                <a:lnTo>
                  <a:pt x="12959" y="7730"/>
                </a:lnTo>
                <a:lnTo>
                  <a:pt x="13013" y="7455"/>
                </a:lnTo>
                <a:lnTo>
                  <a:pt x="13013" y="7182"/>
                </a:lnTo>
                <a:lnTo>
                  <a:pt x="12959" y="6853"/>
                </a:lnTo>
                <a:lnTo>
                  <a:pt x="13121" y="6853"/>
                </a:lnTo>
                <a:lnTo>
                  <a:pt x="13337" y="6744"/>
                </a:lnTo>
                <a:lnTo>
                  <a:pt x="14634" y="6140"/>
                </a:lnTo>
                <a:lnTo>
                  <a:pt x="15660" y="5756"/>
                </a:lnTo>
                <a:lnTo>
                  <a:pt x="16037" y="5591"/>
                </a:lnTo>
                <a:lnTo>
                  <a:pt x="16361" y="5482"/>
                </a:lnTo>
                <a:lnTo>
                  <a:pt x="16956" y="6853"/>
                </a:lnTo>
                <a:lnTo>
                  <a:pt x="17441" y="8279"/>
                </a:lnTo>
                <a:lnTo>
                  <a:pt x="17765" y="9320"/>
                </a:lnTo>
                <a:lnTo>
                  <a:pt x="17711" y="9485"/>
                </a:lnTo>
                <a:lnTo>
                  <a:pt x="17658" y="9649"/>
                </a:lnTo>
                <a:lnTo>
                  <a:pt x="17603" y="9649"/>
                </a:lnTo>
                <a:lnTo>
                  <a:pt x="17063" y="9867"/>
                </a:lnTo>
                <a:lnTo>
                  <a:pt x="16146" y="10142"/>
                </a:lnTo>
                <a:lnTo>
                  <a:pt x="14256" y="10800"/>
                </a:lnTo>
                <a:lnTo>
                  <a:pt x="12420" y="11402"/>
                </a:lnTo>
                <a:lnTo>
                  <a:pt x="11609" y="11622"/>
                </a:lnTo>
                <a:lnTo>
                  <a:pt x="11232" y="11842"/>
                </a:lnTo>
                <a:lnTo>
                  <a:pt x="11070" y="11951"/>
                </a:lnTo>
                <a:lnTo>
                  <a:pt x="10961" y="12115"/>
                </a:lnTo>
                <a:lnTo>
                  <a:pt x="10961" y="12171"/>
                </a:lnTo>
                <a:lnTo>
                  <a:pt x="11232" y="12226"/>
                </a:lnTo>
                <a:lnTo>
                  <a:pt x="11771" y="12226"/>
                </a:lnTo>
                <a:lnTo>
                  <a:pt x="12042" y="12115"/>
                </a:lnTo>
                <a:lnTo>
                  <a:pt x="13121" y="11786"/>
                </a:lnTo>
                <a:lnTo>
                  <a:pt x="15551" y="11020"/>
                </a:lnTo>
                <a:lnTo>
                  <a:pt x="17982" y="10251"/>
                </a:lnTo>
                <a:lnTo>
                  <a:pt x="18089" y="10196"/>
                </a:lnTo>
                <a:lnTo>
                  <a:pt x="18467" y="11622"/>
                </a:lnTo>
                <a:lnTo>
                  <a:pt x="18791" y="12664"/>
                </a:lnTo>
                <a:lnTo>
                  <a:pt x="18737" y="12719"/>
                </a:lnTo>
                <a:lnTo>
                  <a:pt x="18684" y="12828"/>
                </a:lnTo>
                <a:lnTo>
                  <a:pt x="17117" y="13432"/>
                </a:lnTo>
                <a:lnTo>
                  <a:pt x="16253" y="13761"/>
                </a:lnTo>
                <a:lnTo>
                  <a:pt x="15984" y="13870"/>
                </a:lnTo>
                <a:lnTo>
                  <a:pt x="15822" y="14034"/>
                </a:lnTo>
                <a:lnTo>
                  <a:pt x="15389" y="14309"/>
                </a:lnTo>
                <a:lnTo>
                  <a:pt x="15389" y="14363"/>
                </a:lnTo>
                <a:lnTo>
                  <a:pt x="15335" y="14199"/>
                </a:lnTo>
                <a:lnTo>
                  <a:pt x="15011" y="13486"/>
                </a:lnTo>
                <a:lnTo>
                  <a:pt x="14796" y="13157"/>
                </a:lnTo>
                <a:lnTo>
                  <a:pt x="14634" y="13048"/>
                </a:lnTo>
                <a:lnTo>
                  <a:pt x="14472" y="12993"/>
                </a:lnTo>
                <a:lnTo>
                  <a:pt x="14363" y="12993"/>
                </a:lnTo>
                <a:lnTo>
                  <a:pt x="14309" y="13103"/>
                </a:lnTo>
                <a:lnTo>
                  <a:pt x="14256" y="13212"/>
                </a:lnTo>
                <a:lnTo>
                  <a:pt x="13985" y="13212"/>
                </a:lnTo>
                <a:lnTo>
                  <a:pt x="13770" y="13157"/>
                </a:lnTo>
                <a:lnTo>
                  <a:pt x="13337" y="13268"/>
                </a:lnTo>
                <a:lnTo>
                  <a:pt x="13230" y="13432"/>
                </a:lnTo>
                <a:lnTo>
                  <a:pt x="13121" y="13596"/>
                </a:lnTo>
                <a:lnTo>
                  <a:pt x="13121" y="13761"/>
                </a:lnTo>
                <a:lnTo>
                  <a:pt x="13284" y="14363"/>
                </a:lnTo>
                <a:lnTo>
                  <a:pt x="13446" y="15021"/>
                </a:lnTo>
                <a:lnTo>
                  <a:pt x="12797" y="15185"/>
                </a:lnTo>
                <a:lnTo>
                  <a:pt x="12744" y="15240"/>
                </a:lnTo>
                <a:lnTo>
                  <a:pt x="12689" y="15296"/>
                </a:lnTo>
                <a:lnTo>
                  <a:pt x="12635" y="15460"/>
                </a:lnTo>
                <a:lnTo>
                  <a:pt x="12527" y="15131"/>
                </a:lnTo>
                <a:lnTo>
                  <a:pt x="12366" y="14803"/>
                </a:lnTo>
                <a:lnTo>
                  <a:pt x="12149" y="14474"/>
                </a:lnTo>
                <a:lnTo>
                  <a:pt x="11825" y="14199"/>
                </a:lnTo>
                <a:lnTo>
                  <a:pt x="11447" y="14034"/>
                </a:lnTo>
                <a:lnTo>
                  <a:pt x="11123" y="14034"/>
                </a:lnTo>
                <a:lnTo>
                  <a:pt x="10908" y="14090"/>
                </a:lnTo>
                <a:lnTo>
                  <a:pt x="10745" y="14143"/>
                </a:lnTo>
                <a:lnTo>
                  <a:pt x="10583" y="14254"/>
                </a:lnTo>
                <a:lnTo>
                  <a:pt x="10421" y="14363"/>
                </a:lnTo>
                <a:lnTo>
                  <a:pt x="10368" y="14528"/>
                </a:lnTo>
                <a:lnTo>
                  <a:pt x="10313" y="14747"/>
                </a:lnTo>
                <a:lnTo>
                  <a:pt x="10368" y="14856"/>
                </a:lnTo>
                <a:lnTo>
                  <a:pt x="10475" y="14912"/>
                </a:lnTo>
                <a:lnTo>
                  <a:pt x="10368" y="15296"/>
                </a:lnTo>
                <a:lnTo>
                  <a:pt x="10421" y="15680"/>
                </a:lnTo>
                <a:lnTo>
                  <a:pt x="7073" y="16666"/>
                </a:lnTo>
                <a:lnTo>
                  <a:pt x="6209" y="16940"/>
                </a:lnTo>
                <a:lnTo>
                  <a:pt x="5345" y="17215"/>
                </a:lnTo>
                <a:lnTo>
                  <a:pt x="5076" y="17379"/>
                </a:lnTo>
                <a:lnTo>
                  <a:pt x="4697" y="15844"/>
                </a:lnTo>
                <a:lnTo>
                  <a:pt x="4212" y="14363"/>
                </a:lnTo>
                <a:lnTo>
                  <a:pt x="4914" y="14254"/>
                </a:lnTo>
                <a:lnTo>
                  <a:pt x="5616" y="14090"/>
                </a:lnTo>
                <a:lnTo>
                  <a:pt x="7019" y="13650"/>
                </a:lnTo>
                <a:lnTo>
                  <a:pt x="7128" y="13925"/>
                </a:lnTo>
                <a:lnTo>
                  <a:pt x="7290" y="14199"/>
                </a:lnTo>
                <a:lnTo>
                  <a:pt x="7452" y="14474"/>
                </a:lnTo>
                <a:lnTo>
                  <a:pt x="7721" y="14692"/>
                </a:lnTo>
                <a:lnTo>
                  <a:pt x="8045" y="14803"/>
                </a:lnTo>
                <a:lnTo>
                  <a:pt x="8261" y="14803"/>
                </a:lnTo>
                <a:lnTo>
                  <a:pt x="8423" y="14747"/>
                </a:lnTo>
                <a:lnTo>
                  <a:pt x="8802" y="14583"/>
                </a:lnTo>
                <a:lnTo>
                  <a:pt x="9071" y="14418"/>
                </a:lnTo>
                <a:lnTo>
                  <a:pt x="9180" y="14254"/>
                </a:lnTo>
                <a:lnTo>
                  <a:pt x="9233" y="14199"/>
                </a:lnTo>
                <a:lnTo>
                  <a:pt x="9180" y="14090"/>
                </a:lnTo>
                <a:lnTo>
                  <a:pt x="8802" y="13048"/>
                </a:lnTo>
                <a:lnTo>
                  <a:pt x="9125" y="13048"/>
                </a:lnTo>
                <a:lnTo>
                  <a:pt x="9395" y="12939"/>
                </a:lnTo>
                <a:lnTo>
                  <a:pt x="9720" y="13815"/>
                </a:lnTo>
                <a:lnTo>
                  <a:pt x="9828" y="13925"/>
                </a:lnTo>
                <a:lnTo>
                  <a:pt x="9882" y="13979"/>
                </a:lnTo>
                <a:lnTo>
                  <a:pt x="9990" y="13979"/>
                </a:lnTo>
                <a:lnTo>
                  <a:pt x="10368" y="13925"/>
                </a:lnTo>
                <a:lnTo>
                  <a:pt x="10745" y="13761"/>
                </a:lnTo>
                <a:lnTo>
                  <a:pt x="11070" y="13541"/>
                </a:lnTo>
                <a:lnTo>
                  <a:pt x="11340" y="13268"/>
                </a:lnTo>
                <a:lnTo>
                  <a:pt x="11394" y="13212"/>
                </a:lnTo>
                <a:lnTo>
                  <a:pt x="11447" y="13103"/>
                </a:lnTo>
                <a:lnTo>
                  <a:pt x="11394" y="12939"/>
                </a:lnTo>
                <a:lnTo>
                  <a:pt x="10692" y="11786"/>
                </a:lnTo>
                <a:lnTo>
                  <a:pt x="10421" y="11238"/>
                </a:lnTo>
                <a:lnTo>
                  <a:pt x="10259" y="10964"/>
                </a:lnTo>
                <a:lnTo>
                  <a:pt x="10044" y="10800"/>
                </a:lnTo>
                <a:lnTo>
                  <a:pt x="9773" y="10691"/>
                </a:lnTo>
                <a:lnTo>
                  <a:pt x="9504" y="10745"/>
                </a:lnTo>
                <a:lnTo>
                  <a:pt x="9395" y="10800"/>
                </a:lnTo>
                <a:lnTo>
                  <a:pt x="9287" y="10855"/>
                </a:lnTo>
                <a:lnTo>
                  <a:pt x="9180" y="10964"/>
                </a:lnTo>
                <a:lnTo>
                  <a:pt x="9125" y="11074"/>
                </a:lnTo>
                <a:lnTo>
                  <a:pt x="8856" y="11129"/>
                </a:lnTo>
                <a:lnTo>
                  <a:pt x="8802" y="11184"/>
                </a:lnTo>
                <a:lnTo>
                  <a:pt x="8747" y="11238"/>
                </a:lnTo>
                <a:lnTo>
                  <a:pt x="8694" y="11349"/>
                </a:lnTo>
                <a:lnTo>
                  <a:pt x="8694" y="11458"/>
                </a:lnTo>
                <a:lnTo>
                  <a:pt x="9125" y="12390"/>
                </a:lnTo>
                <a:lnTo>
                  <a:pt x="9071" y="12499"/>
                </a:lnTo>
                <a:lnTo>
                  <a:pt x="9018" y="12555"/>
                </a:lnTo>
                <a:lnTo>
                  <a:pt x="8964" y="12555"/>
                </a:lnTo>
                <a:lnTo>
                  <a:pt x="8909" y="12608"/>
                </a:lnTo>
                <a:lnTo>
                  <a:pt x="8747" y="12664"/>
                </a:lnTo>
                <a:lnTo>
                  <a:pt x="8694" y="12719"/>
                </a:lnTo>
                <a:lnTo>
                  <a:pt x="8261" y="11677"/>
                </a:lnTo>
                <a:lnTo>
                  <a:pt x="8207" y="11622"/>
                </a:lnTo>
                <a:lnTo>
                  <a:pt x="8154" y="11513"/>
                </a:lnTo>
                <a:lnTo>
                  <a:pt x="7938" y="11513"/>
                </a:lnTo>
                <a:lnTo>
                  <a:pt x="7883" y="11458"/>
                </a:lnTo>
                <a:lnTo>
                  <a:pt x="7614" y="11458"/>
                </a:lnTo>
                <a:lnTo>
                  <a:pt x="7344" y="11513"/>
                </a:lnTo>
                <a:lnTo>
                  <a:pt x="7128" y="11677"/>
                </a:lnTo>
                <a:lnTo>
                  <a:pt x="6966" y="11897"/>
                </a:lnTo>
                <a:lnTo>
                  <a:pt x="6857" y="12171"/>
                </a:lnTo>
                <a:lnTo>
                  <a:pt x="6804" y="12444"/>
                </a:lnTo>
                <a:lnTo>
                  <a:pt x="6804" y="12993"/>
                </a:lnTo>
                <a:lnTo>
                  <a:pt x="5400" y="13377"/>
                </a:lnTo>
                <a:lnTo>
                  <a:pt x="4752" y="13650"/>
                </a:lnTo>
                <a:lnTo>
                  <a:pt x="4050" y="13925"/>
                </a:lnTo>
                <a:lnTo>
                  <a:pt x="3455" y="11951"/>
                </a:lnTo>
                <a:lnTo>
                  <a:pt x="2807" y="9978"/>
                </a:lnTo>
                <a:lnTo>
                  <a:pt x="2267" y="8004"/>
                </a:lnTo>
                <a:lnTo>
                  <a:pt x="2052" y="7017"/>
                </a:lnTo>
                <a:lnTo>
                  <a:pt x="1890" y="5975"/>
                </a:lnTo>
                <a:lnTo>
                  <a:pt x="2214" y="5920"/>
                </a:lnTo>
                <a:lnTo>
                  <a:pt x="2538" y="5866"/>
                </a:lnTo>
                <a:lnTo>
                  <a:pt x="3186" y="5702"/>
                </a:lnTo>
                <a:lnTo>
                  <a:pt x="4859" y="5207"/>
                </a:lnTo>
                <a:lnTo>
                  <a:pt x="8478" y="4221"/>
                </a:lnTo>
                <a:lnTo>
                  <a:pt x="10206" y="3728"/>
                </a:lnTo>
                <a:lnTo>
                  <a:pt x="11880" y="3125"/>
                </a:lnTo>
                <a:lnTo>
                  <a:pt x="13446" y="2577"/>
                </a:lnTo>
                <a:lnTo>
                  <a:pt x="14363" y="2248"/>
                </a:lnTo>
                <a:lnTo>
                  <a:pt x="14687" y="2083"/>
                </a:lnTo>
                <a:lnTo>
                  <a:pt x="14849" y="2028"/>
                </a:lnTo>
                <a:lnTo>
                  <a:pt x="14958" y="1973"/>
                </a:lnTo>
                <a:close/>
                <a:moveTo>
                  <a:pt x="18953" y="13432"/>
                </a:moveTo>
                <a:lnTo>
                  <a:pt x="19170" y="14309"/>
                </a:lnTo>
                <a:lnTo>
                  <a:pt x="19277" y="14803"/>
                </a:lnTo>
                <a:lnTo>
                  <a:pt x="19439" y="15240"/>
                </a:lnTo>
                <a:lnTo>
                  <a:pt x="18575" y="15350"/>
                </a:lnTo>
                <a:lnTo>
                  <a:pt x="17765" y="15569"/>
                </a:lnTo>
                <a:lnTo>
                  <a:pt x="16956" y="15789"/>
                </a:lnTo>
                <a:lnTo>
                  <a:pt x="16146" y="16062"/>
                </a:lnTo>
                <a:lnTo>
                  <a:pt x="14256" y="16775"/>
                </a:lnTo>
                <a:lnTo>
                  <a:pt x="12420" y="17488"/>
                </a:lnTo>
                <a:lnTo>
                  <a:pt x="8802" y="18859"/>
                </a:lnTo>
                <a:lnTo>
                  <a:pt x="7181" y="19463"/>
                </a:lnTo>
                <a:lnTo>
                  <a:pt x="6371" y="19792"/>
                </a:lnTo>
                <a:lnTo>
                  <a:pt x="5616" y="20174"/>
                </a:lnTo>
                <a:lnTo>
                  <a:pt x="5400" y="18968"/>
                </a:lnTo>
                <a:lnTo>
                  <a:pt x="5183" y="17762"/>
                </a:lnTo>
                <a:lnTo>
                  <a:pt x="5507" y="17762"/>
                </a:lnTo>
                <a:lnTo>
                  <a:pt x="5885" y="17653"/>
                </a:lnTo>
                <a:lnTo>
                  <a:pt x="7614" y="17160"/>
                </a:lnTo>
                <a:lnTo>
                  <a:pt x="10583" y="16338"/>
                </a:lnTo>
                <a:lnTo>
                  <a:pt x="10854" y="16940"/>
                </a:lnTo>
                <a:lnTo>
                  <a:pt x="11178" y="17488"/>
                </a:lnTo>
                <a:lnTo>
                  <a:pt x="11232" y="17597"/>
                </a:lnTo>
                <a:lnTo>
                  <a:pt x="11501" y="17597"/>
                </a:lnTo>
                <a:lnTo>
                  <a:pt x="11609" y="17488"/>
                </a:lnTo>
                <a:lnTo>
                  <a:pt x="11718" y="17379"/>
                </a:lnTo>
                <a:lnTo>
                  <a:pt x="11933" y="17324"/>
                </a:lnTo>
                <a:lnTo>
                  <a:pt x="12366" y="17215"/>
                </a:lnTo>
                <a:lnTo>
                  <a:pt x="12473" y="17104"/>
                </a:lnTo>
                <a:lnTo>
                  <a:pt x="12582" y="16995"/>
                </a:lnTo>
                <a:lnTo>
                  <a:pt x="12744" y="16722"/>
                </a:lnTo>
                <a:lnTo>
                  <a:pt x="12797" y="16447"/>
                </a:lnTo>
                <a:lnTo>
                  <a:pt x="12797" y="16118"/>
                </a:lnTo>
                <a:lnTo>
                  <a:pt x="12744" y="15844"/>
                </a:lnTo>
                <a:lnTo>
                  <a:pt x="12689" y="15569"/>
                </a:lnTo>
                <a:lnTo>
                  <a:pt x="12744" y="15680"/>
                </a:lnTo>
                <a:lnTo>
                  <a:pt x="12906" y="15734"/>
                </a:lnTo>
                <a:lnTo>
                  <a:pt x="13284" y="15680"/>
                </a:lnTo>
                <a:lnTo>
                  <a:pt x="13661" y="15569"/>
                </a:lnTo>
                <a:lnTo>
                  <a:pt x="13877" y="15898"/>
                </a:lnTo>
                <a:lnTo>
                  <a:pt x="14147" y="16173"/>
                </a:lnTo>
                <a:lnTo>
                  <a:pt x="14363" y="16282"/>
                </a:lnTo>
                <a:lnTo>
                  <a:pt x="14634" y="16338"/>
                </a:lnTo>
                <a:lnTo>
                  <a:pt x="14849" y="16338"/>
                </a:lnTo>
                <a:lnTo>
                  <a:pt x="15065" y="16227"/>
                </a:lnTo>
                <a:lnTo>
                  <a:pt x="15282" y="16118"/>
                </a:lnTo>
                <a:lnTo>
                  <a:pt x="15444" y="15898"/>
                </a:lnTo>
                <a:lnTo>
                  <a:pt x="15551" y="15680"/>
                </a:lnTo>
                <a:lnTo>
                  <a:pt x="15606" y="15460"/>
                </a:lnTo>
                <a:lnTo>
                  <a:pt x="15660" y="15185"/>
                </a:lnTo>
                <a:lnTo>
                  <a:pt x="15606" y="14912"/>
                </a:lnTo>
                <a:lnTo>
                  <a:pt x="15444" y="14418"/>
                </a:lnTo>
                <a:lnTo>
                  <a:pt x="15822" y="14418"/>
                </a:lnTo>
                <a:lnTo>
                  <a:pt x="16199" y="14363"/>
                </a:lnTo>
                <a:lnTo>
                  <a:pt x="17117" y="14090"/>
                </a:lnTo>
                <a:lnTo>
                  <a:pt x="18953" y="13432"/>
                </a:lnTo>
                <a:close/>
                <a:moveTo>
                  <a:pt x="19439" y="15953"/>
                </a:moveTo>
                <a:lnTo>
                  <a:pt x="19277" y="16009"/>
                </a:lnTo>
                <a:lnTo>
                  <a:pt x="17063" y="16831"/>
                </a:lnTo>
                <a:lnTo>
                  <a:pt x="12851" y="18475"/>
                </a:lnTo>
                <a:lnTo>
                  <a:pt x="10745" y="19243"/>
                </a:lnTo>
                <a:lnTo>
                  <a:pt x="9720" y="19627"/>
                </a:lnTo>
                <a:lnTo>
                  <a:pt x="8640" y="19901"/>
                </a:lnTo>
                <a:lnTo>
                  <a:pt x="6911" y="20285"/>
                </a:lnTo>
                <a:lnTo>
                  <a:pt x="7938" y="19845"/>
                </a:lnTo>
                <a:lnTo>
                  <a:pt x="8964" y="19463"/>
                </a:lnTo>
                <a:lnTo>
                  <a:pt x="12420" y="18201"/>
                </a:lnTo>
                <a:lnTo>
                  <a:pt x="14147" y="17488"/>
                </a:lnTo>
                <a:lnTo>
                  <a:pt x="15930" y="16886"/>
                </a:lnTo>
                <a:lnTo>
                  <a:pt x="16794" y="16556"/>
                </a:lnTo>
                <a:lnTo>
                  <a:pt x="17658" y="16282"/>
                </a:lnTo>
                <a:lnTo>
                  <a:pt x="18575" y="16062"/>
                </a:lnTo>
                <a:lnTo>
                  <a:pt x="19439" y="15953"/>
                </a:lnTo>
                <a:close/>
                <a:moveTo>
                  <a:pt x="15444" y="713"/>
                </a:moveTo>
                <a:lnTo>
                  <a:pt x="15768" y="1589"/>
                </a:lnTo>
                <a:lnTo>
                  <a:pt x="16146" y="2521"/>
                </a:lnTo>
                <a:lnTo>
                  <a:pt x="16901" y="4276"/>
                </a:lnTo>
                <a:lnTo>
                  <a:pt x="17658" y="6249"/>
                </a:lnTo>
                <a:lnTo>
                  <a:pt x="18360" y="8168"/>
                </a:lnTo>
                <a:lnTo>
                  <a:pt x="18953" y="10032"/>
                </a:lnTo>
                <a:lnTo>
                  <a:pt x="19548" y="11842"/>
                </a:lnTo>
                <a:lnTo>
                  <a:pt x="20141" y="13706"/>
                </a:lnTo>
                <a:lnTo>
                  <a:pt x="20627" y="15569"/>
                </a:lnTo>
                <a:lnTo>
                  <a:pt x="20303" y="15569"/>
                </a:lnTo>
                <a:lnTo>
                  <a:pt x="19979" y="15680"/>
                </a:lnTo>
                <a:lnTo>
                  <a:pt x="19979" y="15405"/>
                </a:lnTo>
                <a:lnTo>
                  <a:pt x="20087" y="15296"/>
                </a:lnTo>
                <a:lnTo>
                  <a:pt x="20087" y="15131"/>
                </a:lnTo>
                <a:lnTo>
                  <a:pt x="20034" y="14692"/>
                </a:lnTo>
                <a:lnTo>
                  <a:pt x="20034" y="14528"/>
                </a:lnTo>
                <a:lnTo>
                  <a:pt x="19763" y="13486"/>
                </a:lnTo>
                <a:lnTo>
                  <a:pt x="19277" y="11622"/>
                </a:lnTo>
                <a:lnTo>
                  <a:pt x="18684" y="9867"/>
                </a:lnTo>
                <a:lnTo>
                  <a:pt x="18089" y="8114"/>
                </a:lnTo>
                <a:lnTo>
                  <a:pt x="17441" y="6360"/>
                </a:lnTo>
                <a:lnTo>
                  <a:pt x="16739" y="4660"/>
                </a:lnTo>
                <a:lnTo>
                  <a:pt x="15984" y="2959"/>
                </a:lnTo>
                <a:lnTo>
                  <a:pt x="15713" y="2466"/>
                </a:lnTo>
                <a:lnTo>
                  <a:pt x="15444" y="2028"/>
                </a:lnTo>
                <a:lnTo>
                  <a:pt x="15606" y="1919"/>
                </a:lnTo>
                <a:lnTo>
                  <a:pt x="15660" y="1753"/>
                </a:lnTo>
                <a:lnTo>
                  <a:pt x="15606" y="1589"/>
                </a:lnTo>
                <a:lnTo>
                  <a:pt x="15551" y="1480"/>
                </a:lnTo>
                <a:lnTo>
                  <a:pt x="15497" y="1424"/>
                </a:lnTo>
                <a:lnTo>
                  <a:pt x="15389" y="1371"/>
                </a:lnTo>
                <a:lnTo>
                  <a:pt x="15120" y="1315"/>
                </a:lnTo>
                <a:lnTo>
                  <a:pt x="14849" y="1371"/>
                </a:lnTo>
                <a:lnTo>
                  <a:pt x="13823" y="1699"/>
                </a:lnTo>
                <a:lnTo>
                  <a:pt x="12744" y="2137"/>
                </a:lnTo>
                <a:lnTo>
                  <a:pt x="11663" y="2521"/>
                </a:lnTo>
                <a:lnTo>
                  <a:pt x="10583" y="2906"/>
                </a:lnTo>
                <a:lnTo>
                  <a:pt x="8316" y="3618"/>
                </a:lnTo>
                <a:lnTo>
                  <a:pt x="6047" y="4276"/>
                </a:lnTo>
                <a:lnTo>
                  <a:pt x="3780" y="4878"/>
                </a:lnTo>
                <a:lnTo>
                  <a:pt x="2592" y="5207"/>
                </a:lnTo>
                <a:lnTo>
                  <a:pt x="1998" y="5427"/>
                </a:lnTo>
                <a:lnTo>
                  <a:pt x="1728" y="5538"/>
                </a:lnTo>
                <a:lnTo>
                  <a:pt x="1512" y="5702"/>
                </a:lnTo>
                <a:lnTo>
                  <a:pt x="1457" y="5702"/>
                </a:lnTo>
                <a:lnTo>
                  <a:pt x="1404" y="5811"/>
                </a:lnTo>
                <a:lnTo>
                  <a:pt x="1350" y="5920"/>
                </a:lnTo>
                <a:lnTo>
                  <a:pt x="1457" y="6853"/>
                </a:lnTo>
                <a:lnTo>
                  <a:pt x="1619" y="7784"/>
                </a:lnTo>
                <a:lnTo>
                  <a:pt x="1836" y="8661"/>
                </a:lnTo>
                <a:lnTo>
                  <a:pt x="2052" y="9594"/>
                </a:lnTo>
                <a:lnTo>
                  <a:pt x="2538" y="11349"/>
                </a:lnTo>
                <a:lnTo>
                  <a:pt x="3131" y="13103"/>
                </a:lnTo>
                <a:lnTo>
                  <a:pt x="3726" y="14912"/>
                </a:lnTo>
                <a:lnTo>
                  <a:pt x="4266" y="16666"/>
                </a:lnTo>
                <a:lnTo>
                  <a:pt x="4481" y="17544"/>
                </a:lnTo>
                <a:lnTo>
                  <a:pt x="4697" y="18475"/>
                </a:lnTo>
                <a:lnTo>
                  <a:pt x="4859" y="19352"/>
                </a:lnTo>
                <a:lnTo>
                  <a:pt x="5021" y="20285"/>
                </a:lnTo>
                <a:lnTo>
                  <a:pt x="5021" y="20449"/>
                </a:lnTo>
                <a:lnTo>
                  <a:pt x="5130" y="20504"/>
                </a:lnTo>
                <a:lnTo>
                  <a:pt x="5238" y="20558"/>
                </a:lnTo>
                <a:lnTo>
                  <a:pt x="5345" y="20614"/>
                </a:lnTo>
                <a:lnTo>
                  <a:pt x="5400" y="20669"/>
                </a:lnTo>
                <a:lnTo>
                  <a:pt x="5507" y="20669"/>
                </a:lnTo>
                <a:lnTo>
                  <a:pt x="5940" y="20558"/>
                </a:lnTo>
                <a:lnTo>
                  <a:pt x="5454" y="20778"/>
                </a:lnTo>
                <a:lnTo>
                  <a:pt x="5021" y="21051"/>
                </a:lnTo>
                <a:lnTo>
                  <a:pt x="3780" y="16611"/>
                </a:lnTo>
                <a:lnTo>
                  <a:pt x="3131" y="14363"/>
                </a:lnTo>
                <a:lnTo>
                  <a:pt x="2538" y="12171"/>
                </a:lnTo>
                <a:lnTo>
                  <a:pt x="1404" y="7675"/>
                </a:lnTo>
                <a:lnTo>
                  <a:pt x="1188" y="6633"/>
                </a:lnTo>
                <a:lnTo>
                  <a:pt x="972" y="5975"/>
                </a:lnTo>
                <a:lnTo>
                  <a:pt x="864" y="5647"/>
                </a:lnTo>
                <a:lnTo>
                  <a:pt x="702" y="5427"/>
                </a:lnTo>
                <a:lnTo>
                  <a:pt x="1566" y="5262"/>
                </a:lnTo>
                <a:lnTo>
                  <a:pt x="2430" y="5098"/>
                </a:lnTo>
                <a:lnTo>
                  <a:pt x="4157" y="4550"/>
                </a:lnTo>
                <a:lnTo>
                  <a:pt x="6156" y="3947"/>
                </a:lnTo>
                <a:lnTo>
                  <a:pt x="8099" y="3290"/>
                </a:lnTo>
                <a:lnTo>
                  <a:pt x="11825" y="2028"/>
                </a:lnTo>
                <a:lnTo>
                  <a:pt x="13661" y="1371"/>
                </a:lnTo>
                <a:lnTo>
                  <a:pt x="14580" y="1096"/>
                </a:lnTo>
                <a:lnTo>
                  <a:pt x="15011" y="931"/>
                </a:lnTo>
                <a:lnTo>
                  <a:pt x="15444" y="713"/>
                </a:lnTo>
                <a:close/>
                <a:moveTo>
                  <a:pt x="15389" y="0"/>
                </a:moveTo>
                <a:lnTo>
                  <a:pt x="14958" y="54"/>
                </a:lnTo>
                <a:lnTo>
                  <a:pt x="14472" y="218"/>
                </a:lnTo>
                <a:lnTo>
                  <a:pt x="13608" y="547"/>
                </a:lnTo>
                <a:lnTo>
                  <a:pt x="11771" y="1206"/>
                </a:lnTo>
                <a:lnTo>
                  <a:pt x="8099" y="2466"/>
                </a:lnTo>
                <a:lnTo>
                  <a:pt x="4319" y="3728"/>
                </a:lnTo>
                <a:lnTo>
                  <a:pt x="2376" y="4331"/>
                </a:lnTo>
                <a:lnTo>
                  <a:pt x="1350" y="4605"/>
                </a:lnTo>
                <a:lnTo>
                  <a:pt x="378" y="4989"/>
                </a:lnTo>
                <a:lnTo>
                  <a:pt x="269" y="5098"/>
                </a:lnTo>
                <a:lnTo>
                  <a:pt x="216" y="5262"/>
                </a:lnTo>
                <a:lnTo>
                  <a:pt x="54" y="5318"/>
                </a:lnTo>
                <a:lnTo>
                  <a:pt x="0" y="5372"/>
                </a:lnTo>
                <a:lnTo>
                  <a:pt x="0" y="5427"/>
                </a:lnTo>
                <a:lnTo>
                  <a:pt x="54" y="5647"/>
                </a:lnTo>
                <a:lnTo>
                  <a:pt x="162" y="5866"/>
                </a:lnTo>
                <a:lnTo>
                  <a:pt x="269" y="6031"/>
                </a:lnTo>
                <a:lnTo>
                  <a:pt x="324" y="6195"/>
                </a:lnTo>
                <a:lnTo>
                  <a:pt x="431" y="6524"/>
                </a:lnTo>
                <a:lnTo>
                  <a:pt x="864" y="8661"/>
                </a:lnTo>
                <a:lnTo>
                  <a:pt x="1404" y="10800"/>
                </a:lnTo>
                <a:lnTo>
                  <a:pt x="1890" y="12939"/>
                </a:lnTo>
                <a:lnTo>
                  <a:pt x="3024" y="17160"/>
                </a:lnTo>
                <a:lnTo>
                  <a:pt x="3618" y="19243"/>
                </a:lnTo>
                <a:lnTo>
                  <a:pt x="4266" y="21271"/>
                </a:lnTo>
                <a:lnTo>
                  <a:pt x="4319" y="21491"/>
                </a:lnTo>
                <a:lnTo>
                  <a:pt x="4481" y="21545"/>
                </a:lnTo>
                <a:lnTo>
                  <a:pt x="4643" y="21600"/>
                </a:lnTo>
                <a:lnTo>
                  <a:pt x="4859" y="21545"/>
                </a:lnTo>
                <a:lnTo>
                  <a:pt x="5292" y="21436"/>
                </a:lnTo>
                <a:lnTo>
                  <a:pt x="5723" y="21326"/>
                </a:lnTo>
                <a:lnTo>
                  <a:pt x="6642" y="21051"/>
                </a:lnTo>
                <a:lnTo>
                  <a:pt x="8802" y="20614"/>
                </a:lnTo>
                <a:lnTo>
                  <a:pt x="9882" y="20340"/>
                </a:lnTo>
                <a:lnTo>
                  <a:pt x="10961" y="19956"/>
                </a:lnTo>
                <a:lnTo>
                  <a:pt x="13068" y="19188"/>
                </a:lnTo>
                <a:lnTo>
                  <a:pt x="17279" y="17597"/>
                </a:lnTo>
                <a:lnTo>
                  <a:pt x="19332" y="16775"/>
                </a:lnTo>
                <a:lnTo>
                  <a:pt x="20087" y="16556"/>
                </a:lnTo>
                <a:lnTo>
                  <a:pt x="20465" y="16391"/>
                </a:lnTo>
                <a:lnTo>
                  <a:pt x="20843" y="16173"/>
                </a:lnTo>
                <a:lnTo>
                  <a:pt x="20898" y="16338"/>
                </a:lnTo>
                <a:lnTo>
                  <a:pt x="21005" y="16391"/>
                </a:lnTo>
                <a:lnTo>
                  <a:pt x="21167" y="16447"/>
                </a:lnTo>
                <a:lnTo>
                  <a:pt x="21329" y="16447"/>
                </a:lnTo>
                <a:lnTo>
                  <a:pt x="21437" y="16338"/>
                </a:lnTo>
                <a:lnTo>
                  <a:pt x="21546" y="16282"/>
                </a:lnTo>
                <a:lnTo>
                  <a:pt x="21600" y="16118"/>
                </a:lnTo>
                <a:lnTo>
                  <a:pt x="21546" y="15953"/>
                </a:lnTo>
                <a:lnTo>
                  <a:pt x="21005" y="13925"/>
                </a:lnTo>
                <a:lnTo>
                  <a:pt x="20412" y="11951"/>
                </a:lnTo>
                <a:lnTo>
                  <a:pt x="19763" y="9923"/>
                </a:lnTo>
                <a:lnTo>
                  <a:pt x="19061" y="8004"/>
                </a:lnTo>
                <a:lnTo>
                  <a:pt x="18360" y="6031"/>
                </a:lnTo>
                <a:lnTo>
                  <a:pt x="17549" y="4112"/>
                </a:lnTo>
                <a:lnTo>
                  <a:pt x="16794" y="2193"/>
                </a:lnTo>
                <a:lnTo>
                  <a:pt x="16361" y="1315"/>
                </a:lnTo>
                <a:lnTo>
                  <a:pt x="15875" y="383"/>
                </a:lnTo>
                <a:lnTo>
                  <a:pt x="15822" y="329"/>
                </a:lnTo>
                <a:lnTo>
                  <a:pt x="15713" y="274"/>
                </a:lnTo>
                <a:lnTo>
                  <a:pt x="15660" y="164"/>
                </a:lnTo>
                <a:lnTo>
                  <a:pt x="15606" y="109"/>
                </a:lnTo>
                <a:lnTo>
                  <a:pt x="15497" y="54"/>
                </a:lnTo>
                <a:lnTo>
                  <a:pt x="15389" y="0"/>
                </a:lnTo>
                <a:close/>
              </a:path>
            </a:pathLst>
          </a:custGeom>
          <a:solidFill>
            <a:schemeClr val="accent1"/>
          </a:solidFill>
          <a:ln w="12700">
            <a:miter lim="400000"/>
          </a:ln>
        </p:spPr>
        <p:txBody>
          <a:bodyPr lIns="0" tIns="0" rIns="0" bIns="0" anchor="ctr"/>
          <a:lstStyle/>
          <a:p>
            <a:pPr>
              <a:defRPr>
                <a:solidFill>
                  <a:srgbClr val="A4C2F4"/>
                </a:solidFill>
              </a:defRPr>
            </a:pPr>
          </a:p>
        </p:txBody>
      </p:sp>
      <p:sp>
        <p:nvSpPr>
          <p:cNvPr id="376" name="Google Shape;182;p2"/>
          <p:cNvSpPr/>
          <p:nvPr/>
        </p:nvSpPr>
        <p:spPr>
          <a:xfrm>
            <a:off x="247110" y="4094874"/>
            <a:ext cx="275334" cy="24415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304" y="0"/>
                </a:moveTo>
                <a:lnTo>
                  <a:pt x="19873" y="164"/>
                </a:lnTo>
                <a:lnTo>
                  <a:pt x="19586" y="487"/>
                </a:lnTo>
                <a:lnTo>
                  <a:pt x="18722" y="1789"/>
                </a:lnTo>
                <a:lnTo>
                  <a:pt x="17713" y="2763"/>
                </a:lnTo>
                <a:lnTo>
                  <a:pt x="16559" y="3737"/>
                </a:lnTo>
                <a:lnTo>
                  <a:pt x="15409" y="4387"/>
                </a:lnTo>
                <a:lnTo>
                  <a:pt x="14687" y="4710"/>
                </a:lnTo>
                <a:lnTo>
                  <a:pt x="13968" y="4874"/>
                </a:lnTo>
                <a:lnTo>
                  <a:pt x="12673" y="4874"/>
                </a:lnTo>
                <a:lnTo>
                  <a:pt x="11232" y="4551"/>
                </a:lnTo>
                <a:lnTo>
                  <a:pt x="9936" y="4060"/>
                </a:lnTo>
                <a:lnTo>
                  <a:pt x="8786" y="3573"/>
                </a:lnTo>
                <a:lnTo>
                  <a:pt x="7487" y="3250"/>
                </a:lnTo>
                <a:lnTo>
                  <a:pt x="6191" y="2926"/>
                </a:lnTo>
                <a:lnTo>
                  <a:pt x="4896" y="2763"/>
                </a:lnTo>
                <a:lnTo>
                  <a:pt x="3600" y="2926"/>
                </a:lnTo>
                <a:lnTo>
                  <a:pt x="2450" y="3413"/>
                </a:lnTo>
                <a:lnTo>
                  <a:pt x="1873" y="3737"/>
                </a:lnTo>
                <a:lnTo>
                  <a:pt x="1441" y="4223"/>
                </a:lnTo>
                <a:lnTo>
                  <a:pt x="1009" y="4710"/>
                </a:lnTo>
                <a:lnTo>
                  <a:pt x="577" y="5361"/>
                </a:lnTo>
                <a:lnTo>
                  <a:pt x="432" y="5684"/>
                </a:lnTo>
                <a:lnTo>
                  <a:pt x="432" y="5848"/>
                </a:lnTo>
                <a:lnTo>
                  <a:pt x="577" y="6335"/>
                </a:lnTo>
                <a:lnTo>
                  <a:pt x="1009" y="6499"/>
                </a:lnTo>
                <a:lnTo>
                  <a:pt x="1441" y="6499"/>
                </a:lnTo>
                <a:lnTo>
                  <a:pt x="2736" y="5684"/>
                </a:lnTo>
                <a:lnTo>
                  <a:pt x="4032" y="5197"/>
                </a:lnTo>
                <a:lnTo>
                  <a:pt x="4032" y="11205"/>
                </a:lnTo>
                <a:lnTo>
                  <a:pt x="3745" y="14291"/>
                </a:lnTo>
                <a:lnTo>
                  <a:pt x="3455" y="17377"/>
                </a:lnTo>
                <a:lnTo>
                  <a:pt x="2736" y="17053"/>
                </a:lnTo>
                <a:lnTo>
                  <a:pt x="2159" y="16566"/>
                </a:lnTo>
                <a:lnTo>
                  <a:pt x="1441" y="16079"/>
                </a:lnTo>
                <a:lnTo>
                  <a:pt x="718" y="15592"/>
                </a:lnTo>
                <a:lnTo>
                  <a:pt x="432" y="15592"/>
                </a:lnTo>
                <a:lnTo>
                  <a:pt x="145" y="15916"/>
                </a:lnTo>
                <a:lnTo>
                  <a:pt x="0" y="16243"/>
                </a:lnTo>
                <a:lnTo>
                  <a:pt x="0" y="16730"/>
                </a:lnTo>
                <a:lnTo>
                  <a:pt x="145" y="17540"/>
                </a:lnTo>
                <a:lnTo>
                  <a:pt x="577" y="18350"/>
                </a:lnTo>
                <a:lnTo>
                  <a:pt x="1150" y="18842"/>
                </a:lnTo>
                <a:lnTo>
                  <a:pt x="2014" y="19488"/>
                </a:lnTo>
                <a:lnTo>
                  <a:pt x="2882" y="19816"/>
                </a:lnTo>
                <a:lnTo>
                  <a:pt x="4609" y="19816"/>
                </a:lnTo>
                <a:lnTo>
                  <a:pt x="4896" y="19652"/>
                </a:lnTo>
                <a:lnTo>
                  <a:pt x="5182" y="19488"/>
                </a:lnTo>
                <a:lnTo>
                  <a:pt x="5473" y="18842"/>
                </a:lnTo>
                <a:lnTo>
                  <a:pt x="5904" y="15429"/>
                </a:lnTo>
                <a:lnTo>
                  <a:pt x="6191" y="12020"/>
                </a:lnTo>
                <a:lnTo>
                  <a:pt x="6191" y="8447"/>
                </a:lnTo>
                <a:lnTo>
                  <a:pt x="6050" y="6658"/>
                </a:lnTo>
                <a:lnTo>
                  <a:pt x="5904" y="5038"/>
                </a:lnTo>
                <a:lnTo>
                  <a:pt x="6913" y="5197"/>
                </a:lnTo>
                <a:lnTo>
                  <a:pt x="8350" y="5848"/>
                </a:lnTo>
                <a:lnTo>
                  <a:pt x="9650" y="6335"/>
                </a:lnTo>
                <a:lnTo>
                  <a:pt x="11087" y="6986"/>
                </a:lnTo>
                <a:lnTo>
                  <a:pt x="12527" y="7309"/>
                </a:lnTo>
                <a:lnTo>
                  <a:pt x="13682" y="7309"/>
                </a:lnTo>
                <a:lnTo>
                  <a:pt x="13536" y="11205"/>
                </a:lnTo>
                <a:lnTo>
                  <a:pt x="13391" y="15269"/>
                </a:lnTo>
                <a:lnTo>
                  <a:pt x="13391" y="19488"/>
                </a:lnTo>
                <a:lnTo>
                  <a:pt x="13536" y="19488"/>
                </a:lnTo>
                <a:lnTo>
                  <a:pt x="13391" y="19816"/>
                </a:lnTo>
                <a:lnTo>
                  <a:pt x="13250" y="19975"/>
                </a:lnTo>
                <a:lnTo>
                  <a:pt x="13250" y="20790"/>
                </a:lnTo>
                <a:lnTo>
                  <a:pt x="13391" y="21277"/>
                </a:lnTo>
                <a:lnTo>
                  <a:pt x="13823" y="21600"/>
                </a:lnTo>
                <a:lnTo>
                  <a:pt x="14255" y="21600"/>
                </a:lnTo>
                <a:lnTo>
                  <a:pt x="14687" y="21436"/>
                </a:lnTo>
                <a:lnTo>
                  <a:pt x="15122" y="20949"/>
                </a:lnTo>
                <a:lnTo>
                  <a:pt x="15409" y="20303"/>
                </a:lnTo>
                <a:lnTo>
                  <a:pt x="15409" y="18842"/>
                </a:lnTo>
                <a:lnTo>
                  <a:pt x="15554" y="13481"/>
                </a:lnTo>
                <a:lnTo>
                  <a:pt x="15554" y="6822"/>
                </a:lnTo>
                <a:lnTo>
                  <a:pt x="17136" y="6171"/>
                </a:lnTo>
                <a:lnTo>
                  <a:pt x="18577" y="5038"/>
                </a:lnTo>
                <a:lnTo>
                  <a:pt x="19873" y="3737"/>
                </a:lnTo>
                <a:lnTo>
                  <a:pt x="20882" y="2439"/>
                </a:lnTo>
                <a:lnTo>
                  <a:pt x="21459" y="1625"/>
                </a:lnTo>
                <a:lnTo>
                  <a:pt x="21600" y="1138"/>
                </a:lnTo>
                <a:lnTo>
                  <a:pt x="21600" y="815"/>
                </a:lnTo>
                <a:lnTo>
                  <a:pt x="21313" y="328"/>
                </a:lnTo>
                <a:lnTo>
                  <a:pt x="21023" y="164"/>
                </a:lnTo>
                <a:lnTo>
                  <a:pt x="20736" y="0"/>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377" name="Google Shape;183;p2"/>
          <p:cNvSpPr/>
          <p:nvPr/>
        </p:nvSpPr>
        <p:spPr>
          <a:xfrm>
            <a:off x="8516943" y="4082934"/>
            <a:ext cx="690237" cy="51028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46" y="4506"/>
                </a:moveTo>
                <a:lnTo>
                  <a:pt x="8618" y="4584"/>
                </a:lnTo>
                <a:lnTo>
                  <a:pt x="8388" y="4739"/>
                </a:lnTo>
                <a:lnTo>
                  <a:pt x="8157" y="4895"/>
                </a:lnTo>
                <a:lnTo>
                  <a:pt x="7985" y="5128"/>
                </a:lnTo>
                <a:lnTo>
                  <a:pt x="7813" y="5361"/>
                </a:lnTo>
                <a:lnTo>
                  <a:pt x="7699" y="5594"/>
                </a:lnTo>
                <a:lnTo>
                  <a:pt x="7641" y="5904"/>
                </a:lnTo>
                <a:lnTo>
                  <a:pt x="7583" y="6215"/>
                </a:lnTo>
                <a:lnTo>
                  <a:pt x="7583" y="6605"/>
                </a:lnTo>
                <a:lnTo>
                  <a:pt x="7641" y="6914"/>
                </a:lnTo>
                <a:lnTo>
                  <a:pt x="7699" y="7147"/>
                </a:lnTo>
                <a:lnTo>
                  <a:pt x="7871" y="7380"/>
                </a:lnTo>
                <a:lnTo>
                  <a:pt x="8043" y="7458"/>
                </a:lnTo>
                <a:lnTo>
                  <a:pt x="8157" y="7458"/>
                </a:lnTo>
                <a:lnTo>
                  <a:pt x="8330" y="7304"/>
                </a:lnTo>
                <a:lnTo>
                  <a:pt x="8388" y="7147"/>
                </a:lnTo>
                <a:lnTo>
                  <a:pt x="8446" y="6605"/>
                </a:lnTo>
                <a:lnTo>
                  <a:pt x="8446" y="6139"/>
                </a:lnTo>
                <a:lnTo>
                  <a:pt x="8502" y="6448"/>
                </a:lnTo>
                <a:lnTo>
                  <a:pt x="8560" y="6838"/>
                </a:lnTo>
                <a:lnTo>
                  <a:pt x="8618" y="7691"/>
                </a:lnTo>
                <a:lnTo>
                  <a:pt x="8732" y="8314"/>
                </a:lnTo>
                <a:lnTo>
                  <a:pt x="8790" y="8623"/>
                </a:lnTo>
                <a:lnTo>
                  <a:pt x="8962" y="8935"/>
                </a:lnTo>
                <a:lnTo>
                  <a:pt x="9077" y="9013"/>
                </a:lnTo>
                <a:lnTo>
                  <a:pt x="9135" y="9013"/>
                </a:lnTo>
                <a:lnTo>
                  <a:pt x="9249" y="8935"/>
                </a:lnTo>
                <a:lnTo>
                  <a:pt x="9307" y="8780"/>
                </a:lnTo>
                <a:lnTo>
                  <a:pt x="9365" y="8547"/>
                </a:lnTo>
                <a:lnTo>
                  <a:pt x="9365" y="8314"/>
                </a:lnTo>
                <a:lnTo>
                  <a:pt x="9307" y="7770"/>
                </a:lnTo>
                <a:lnTo>
                  <a:pt x="9135" y="6526"/>
                </a:lnTo>
                <a:lnTo>
                  <a:pt x="9019" y="5982"/>
                </a:lnTo>
                <a:lnTo>
                  <a:pt x="8904" y="5749"/>
                </a:lnTo>
                <a:lnTo>
                  <a:pt x="8790" y="5594"/>
                </a:lnTo>
                <a:lnTo>
                  <a:pt x="8962" y="5516"/>
                </a:lnTo>
                <a:lnTo>
                  <a:pt x="9421" y="5516"/>
                </a:lnTo>
                <a:lnTo>
                  <a:pt x="9651" y="5594"/>
                </a:lnTo>
                <a:lnTo>
                  <a:pt x="9882" y="6448"/>
                </a:lnTo>
                <a:lnTo>
                  <a:pt x="10110" y="7458"/>
                </a:lnTo>
                <a:lnTo>
                  <a:pt x="10340" y="8469"/>
                </a:lnTo>
                <a:lnTo>
                  <a:pt x="10398" y="8623"/>
                </a:lnTo>
                <a:lnTo>
                  <a:pt x="10456" y="8702"/>
                </a:lnTo>
                <a:lnTo>
                  <a:pt x="10571" y="8780"/>
                </a:lnTo>
                <a:lnTo>
                  <a:pt x="10685" y="8702"/>
                </a:lnTo>
                <a:lnTo>
                  <a:pt x="10801" y="8623"/>
                </a:lnTo>
                <a:lnTo>
                  <a:pt x="10915" y="8547"/>
                </a:lnTo>
                <a:lnTo>
                  <a:pt x="10973" y="8314"/>
                </a:lnTo>
                <a:lnTo>
                  <a:pt x="10973" y="8157"/>
                </a:lnTo>
                <a:lnTo>
                  <a:pt x="10743" y="7225"/>
                </a:lnTo>
                <a:lnTo>
                  <a:pt x="10571" y="6372"/>
                </a:lnTo>
                <a:lnTo>
                  <a:pt x="10456" y="6060"/>
                </a:lnTo>
                <a:lnTo>
                  <a:pt x="10915" y="6448"/>
                </a:lnTo>
                <a:lnTo>
                  <a:pt x="11318" y="6838"/>
                </a:lnTo>
                <a:lnTo>
                  <a:pt x="11318" y="7304"/>
                </a:lnTo>
                <a:lnTo>
                  <a:pt x="11374" y="7770"/>
                </a:lnTo>
                <a:lnTo>
                  <a:pt x="11604" y="8623"/>
                </a:lnTo>
                <a:lnTo>
                  <a:pt x="11720" y="8780"/>
                </a:lnTo>
                <a:lnTo>
                  <a:pt x="11776" y="8856"/>
                </a:lnTo>
                <a:lnTo>
                  <a:pt x="12007" y="8856"/>
                </a:lnTo>
                <a:lnTo>
                  <a:pt x="12121" y="8780"/>
                </a:lnTo>
                <a:lnTo>
                  <a:pt x="12179" y="8702"/>
                </a:lnTo>
                <a:lnTo>
                  <a:pt x="12237" y="8547"/>
                </a:lnTo>
                <a:lnTo>
                  <a:pt x="12179" y="8314"/>
                </a:lnTo>
                <a:lnTo>
                  <a:pt x="12065" y="7770"/>
                </a:lnTo>
                <a:lnTo>
                  <a:pt x="12581" y="8390"/>
                </a:lnTo>
                <a:lnTo>
                  <a:pt x="12638" y="8469"/>
                </a:lnTo>
                <a:lnTo>
                  <a:pt x="12696" y="8469"/>
                </a:lnTo>
                <a:lnTo>
                  <a:pt x="12754" y="8390"/>
                </a:lnTo>
                <a:lnTo>
                  <a:pt x="12754" y="7924"/>
                </a:lnTo>
                <a:lnTo>
                  <a:pt x="12696" y="7613"/>
                </a:lnTo>
                <a:lnTo>
                  <a:pt x="12465" y="6992"/>
                </a:lnTo>
                <a:lnTo>
                  <a:pt x="12121" y="6372"/>
                </a:lnTo>
                <a:lnTo>
                  <a:pt x="11720" y="5904"/>
                </a:lnTo>
                <a:lnTo>
                  <a:pt x="11260" y="5438"/>
                </a:lnTo>
                <a:lnTo>
                  <a:pt x="10801" y="5128"/>
                </a:lnTo>
                <a:lnTo>
                  <a:pt x="10282" y="4817"/>
                </a:lnTo>
                <a:lnTo>
                  <a:pt x="9824" y="4584"/>
                </a:lnTo>
                <a:lnTo>
                  <a:pt x="9307" y="4506"/>
                </a:lnTo>
                <a:close/>
                <a:moveTo>
                  <a:pt x="19129" y="7380"/>
                </a:moveTo>
                <a:lnTo>
                  <a:pt x="19015" y="7458"/>
                </a:lnTo>
                <a:lnTo>
                  <a:pt x="19015" y="8314"/>
                </a:lnTo>
                <a:lnTo>
                  <a:pt x="19187" y="9089"/>
                </a:lnTo>
                <a:lnTo>
                  <a:pt x="19475" y="10100"/>
                </a:lnTo>
                <a:lnTo>
                  <a:pt x="19704" y="10877"/>
                </a:lnTo>
                <a:lnTo>
                  <a:pt x="19647" y="11032"/>
                </a:lnTo>
                <a:lnTo>
                  <a:pt x="19647" y="11267"/>
                </a:lnTo>
                <a:lnTo>
                  <a:pt x="19704" y="11343"/>
                </a:lnTo>
                <a:lnTo>
                  <a:pt x="19704" y="11500"/>
                </a:lnTo>
                <a:lnTo>
                  <a:pt x="18612" y="11888"/>
                </a:lnTo>
                <a:lnTo>
                  <a:pt x="18612" y="11500"/>
                </a:lnTo>
                <a:lnTo>
                  <a:pt x="18556" y="11110"/>
                </a:lnTo>
                <a:lnTo>
                  <a:pt x="18325" y="10257"/>
                </a:lnTo>
                <a:lnTo>
                  <a:pt x="18211" y="9634"/>
                </a:lnTo>
                <a:lnTo>
                  <a:pt x="17981" y="9013"/>
                </a:lnTo>
                <a:lnTo>
                  <a:pt x="17751" y="8469"/>
                </a:lnTo>
                <a:lnTo>
                  <a:pt x="17406" y="7924"/>
                </a:lnTo>
                <a:lnTo>
                  <a:pt x="17234" y="7924"/>
                </a:lnTo>
                <a:lnTo>
                  <a:pt x="17176" y="8003"/>
                </a:lnTo>
                <a:lnTo>
                  <a:pt x="17120" y="8157"/>
                </a:lnTo>
                <a:lnTo>
                  <a:pt x="17176" y="8702"/>
                </a:lnTo>
                <a:lnTo>
                  <a:pt x="17348" y="9246"/>
                </a:lnTo>
                <a:lnTo>
                  <a:pt x="17636" y="10333"/>
                </a:lnTo>
                <a:lnTo>
                  <a:pt x="17809" y="11267"/>
                </a:lnTo>
                <a:lnTo>
                  <a:pt x="17923" y="11733"/>
                </a:lnTo>
                <a:lnTo>
                  <a:pt x="18095" y="12042"/>
                </a:lnTo>
                <a:lnTo>
                  <a:pt x="17981" y="12121"/>
                </a:lnTo>
                <a:lnTo>
                  <a:pt x="17809" y="12121"/>
                </a:lnTo>
                <a:lnTo>
                  <a:pt x="17636" y="12042"/>
                </a:lnTo>
                <a:lnTo>
                  <a:pt x="17464" y="11966"/>
                </a:lnTo>
                <a:lnTo>
                  <a:pt x="17348" y="11809"/>
                </a:lnTo>
                <a:lnTo>
                  <a:pt x="17062" y="11422"/>
                </a:lnTo>
                <a:lnTo>
                  <a:pt x="16889" y="11032"/>
                </a:lnTo>
                <a:lnTo>
                  <a:pt x="16775" y="10956"/>
                </a:lnTo>
                <a:lnTo>
                  <a:pt x="16717" y="10411"/>
                </a:lnTo>
                <a:lnTo>
                  <a:pt x="16601" y="9945"/>
                </a:lnTo>
                <a:lnTo>
                  <a:pt x="16315" y="9089"/>
                </a:lnTo>
                <a:lnTo>
                  <a:pt x="16257" y="9013"/>
                </a:lnTo>
                <a:lnTo>
                  <a:pt x="16200" y="8935"/>
                </a:lnTo>
                <a:lnTo>
                  <a:pt x="15970" y="8935"/>
                </a:lnTo>
                <a:lnTo>
                  <a:pt x="15856" y="9089"/>
                </a:lnTo>
                <a:lnTo>
                  <a:pt x="15798" y="9246"/>
                </a:lnTo>
                <a:lnTo>
                  <a:pt x="15798" y="9323"/>
                </a:lnTo>
                <a:lnTo>
                  <a:pt x="15856" y="9867"/>
                </a:lnTo>
                <a:lnTo>
                  <a:pt x="15740" y="9791"/>
                </a:lnTo>
                <a:lnTo>
                  <a:pt x="15568" y="9712"/>
                </a:lnTo>
                <a:lnTo>
                  <a:pt x="15453" y="9791"/>
                </a:lnTo>
                <a:lnTo>
                  <a:pt x="15338" y="9945"/>
                </a:lnTo>
                <a:lnTo>
                  <a:pt x="15223" y="10178"/>
                </a:lnTo>
                <a:lnTo>
                  <a:pt x="15165" y="10411"/>
                </a:lnTo>
                <a:lnTo>
                  <a:pt x="15223" y="10644"/>
                </a:lnTo>
                <a:lnTo>
                  <a:pt x="15281" y="10799"/>
                </a:lnTo>
                <a:lnTo>
                  <a:pt x="15511" y="11110"/>
                </a:lnTo>
                <a:lnTo>
                  <a:pt x="15856" y="11343"/>
                </a:lnTo>
                <a:lnTo>
                  <a:pt x="16085" y="11500"/>
                </a:lnTo>
                <a:lnTo>
                  <a:pt x="16200" y="11733"/>
                </a:lnTo>
                <a:lnTo>
                  <a:pt x="16487" y="12275"/>
                </a:lnTo>
                <a:lnTo>
                  <a:pt x="16775" y="12665"/>
                </a:lnTo>
                <a:lnTo>
                  <a:pt x="17120" y="13053"/>
                </a:lnTo>
                <a:lnTo>
                  <a:pt x="17348" y="13131"/>
                </a:lnTo>
                <a:lnTo>
                  <a:pt x="17578" y="13210"/>
                </a:lnTo>
                <a:lnTo>
                  <a:pt x="18039" y="13210"/>
                </a:lnTo>
                <a:lnTo>
                  <a:pt x="18556" y="13053"/>
                </a:lnTo>
                <a:lnTo>
                  <a:pt x="19015" y="12898"/>
                </a:lnTo>
                <a:lnTo>
                  <a:pt x="20336" y="12354"/>
                </a:lnTo>
                <a:lnTo>
                  <a:pt x="20911" y="12042"/>
                </a:lnTo>
                <a:lnTo>
                  <a:pt x="21198" y="11888"/>
                </a:lnTo>
                <a:lnTo>
                  <a:pt x="21484" y="11733"/>
                </a:lnTo>
                <a:lnTo>
                  <a:pt x="21600" y="11576"/>
                </a:lnTo>
                <a:lnTo>
                  <a:pt x="21600" y="11343"/>
                </a:lnTo>
                <a:lnTo>
                  <a:pt x="21542" y="11189"/>
                </a:lnTo>
                <a:lnTo>
                  <a:pt x="21370" y="11110"/>
                </a:lnTo>
                <a:lnTo>
                  <a:pt x="20911" y="11110"/>
                </a:lnTo>
                <a:lnTo>
                  <a:pt x="20451" y="11267"/>
                </a:lnTo>
                <a:lnTo>
                  <a:pt x="20451" y="10799"/>
                </a:lnTo>
                <a:lnTo>
                  <a:pt x="20336" y="10333"/>
                </a:lnTo>
                <a:lnTo>
                  <a:pt x="20106" y="9558"/>
                </a:lnTo>
                <a:lnTo>
                  <a:pt x="19762" y="8390"/>
                </a:lnTo>
                <a:lnTo>
                  <a:pt x="19589" y="7848"/>
                </a:lnTo>
                <a:lnTo>
                  <a:pt x="19303" y="7380"/>
                </a:lnTo>
                <a:close/>
                <a:moveTo>
                  <a:pt x="18900" y="0"/>
                </a:moveTo>
                <a:lnTo>
                  <a:pt x="18325" y="76"/>
                </a:lnTo>
                <a:lnTo>
                  <a:pt x="17751" y="309"/>
                </a:lnTo>
                <a:lnTo>
                  <a:pt x="16659" y="777"/>
                </a:lnTo>
                <a:lnTo>
                  <a:pt x="15511" y="1243"/>
                </a:lnTo>
                <a:lnTo>
                  <a:pt x="14937" y="1476"/>
                </a:lnTo>
                <a:lnTo>
                  <a:pt x="14362" y="1786"/>
                </a:lnTo>
                <a:lnTo>
                  <a:pt x="13959" y="2175"/>
                </a:lnTo>
                <a:lnTo>
                  <a:pt x="13615" y="2563"/>
                </a:lnTo>
                <a:lnTo>
                  <a:pt x="13385" y="3029"/>
                </a:lnTo>
                <a:lnTo>
                  <a:pt x="13212" y="3574"/>
                </a:lnTo>
                <a:lnTo>
                  <a:pt x="13156" y="4118"/>
                </a:lnTo>
                <a:lnTo>
                  <a:pt x="13156" y="5361"/>
                </a:lnTo>
                <a:lnTo>
                  <a:pt x="13270" y="5982"/>
                </a:lnTo>
                <a:lnTo>
                  <a:pt x="13787" y="9323"/>
                </a:lnTo>
                <a:lnTo>
                  <a:pt x="14017" y="10956"/>
                </a:lnTo>
                <a:lnTo>
                  <a:pt x="14248" y="12665"/>
                </a:lnTo>
                <a:lnTo>
                  <a:pt x="14304" y="13443"/>
                </a:lnTo>
                <a:lnTo>
                  <a:pt x="14304" y="14218"/>
                </a:lnTo>
                <a:lnTo>
                  <a:pt x="13959" y="12974"/>
                </a:lnTo>
                <a:lnTo>
                  <a:pt x="13845" y="12275"/>
                </a:lnTo>
                <a:lnTo>
                  <a:pt x="13673" y="11500"/>
                </a:lnTo>
                <a:lnTo>
                  <a:pt x="13557" y="11110"/>
                </a:lnTo>
                <a:lnTo>
                  <a:pt x="13385" y="10799"/>
                </a:lnTo>
                <a:lnTo>
                  <a:pt x="13212" y="10490"/>
                </a:lnTo>
                <a:lnTo>
                  <a:pt x="13040" y="10333"/>
                </a:lnTo>
                <a:lnTo>
                  <a:pt x="12926" y="10333"/>
                </a:lnTo>
                <a:lnTo>
                  <a:pt x="12868" y="10411"/>
                </a:lnTo>
                <a:lnTo>
                  <a:pt x="12810" y="10644"/>
                </a:lnTo>
                <a:lnTo>
                  <a:pt x="12810" y="10877"/>
                </a:lnTo>
                <a:lnTo>
                  <a:pt x="12868" y="11422"/>
                </a:lnTo>
                <a:lnTo>
                  <a:pt x="13098" y="12508"/>
                </a:lnTo>
                <a:lnTo>
                  <a:pt x="13443" y="13909"/>
                </a:lnTo>
                <a:lnTo>
                  <a:pt x="13729" y="15307"/>
                </a:lnTo>
                <a:lnTo>
                  <a:pt x="13673" y="15618"/>
                </a:lnTo>
                <a:lnTo>
                  <a:pt x="13673" y="15927"/>
                </a:lnTo>
                <a:lnTo>
                  <a:pt x="13787" y="16084"/>
                </a:lnTo>
                <a:lnTo>
                  <a:pt x="13615" y="16393"/>
                </a:lnTo>
                <a:lnTo>
                  <a:pt x="13385" y="16705"/>
                </a:lnTo>
                <a:lnTo>
                  <a:pt x="13156" y="16938"/>
                </a:lnTo>
                <a:lnTo>
                  <a:pt x="12810" y="17171"/>
                </a:lnTo>
                <a:lnTo>
                  <a:pt x="12754" y="17016"/>
                </a:lnTo>
                <a:lnTo>
                  <a:pt x="12754" y="16938"/>
                </a:lnTo>
                <a:lnTo>
                  <a:pt x="12638" y="16861"/>
                </a:lnTo>
                <a:lnTo>
                  <a:pt x="11949" y="13830"/>
                </a:lnTo>
                <a:lnTo>
                  <a:pt x="11490" y="11966"/>
                </a:lnTo>
                <a:lnTo>
                  <a:pt x="11202" y="11189"/>
                </a:lnTo>
                <a:lnTo>
                  <a:pt x="11087" y="10644"/>
                </a:lnTo>
                <a:lnTo>
                  <a:pt x="11087" y="10333"/>
                </a:lnTo>
                <a:lnTo>
                  <a:pt x="11145" y="10178"/>
                </a:lnTo>
                <a:lnTo>
                  <a:pt x="11202" y="10024"/>
                </a:lnTo>
                <a:lnTo>
                  <a:pt x="11145" y="9867"/>
                </a:lnTo>
                <a:lnTo>
                  <a:pt x="11087" y="9791"/>
                </a:lnTo>
                <a:lnTo>
                  <a:pt x="10743" y="9479"/>
                </a:lnTo>
                <a:lnTo>
                  <a:pt x="10571" y="9401"/>
                </a:lnTo>
                <a:lnTo>
                  <a:pt x="10398" y="9479"/>
                </a:lnTo>
                <a:lnTo>
                  <a:pt x="10340" y="9634"/>
                </a:lnTo>
                <a:lnTo>
                  <a:pt x="10340" y="9791"/>
                </a:lnTo>
                <a:lnTo>
                  <a:pt x="10398" y="9867"/>
                </a:lnTo>
                <a:lnTo>
                  <a:pt x="10456" y="10100"/>
                </a:lnTo>
                <a:lnTo>
                  <a:pt x="10398" y="10333"/>
                </a:lnTo>
                <a:lnTo>
                  <a:pt x="10398" y="10723"/>
                </a:lnTo>
                <a:lnTo>
                  <a:pt x="10513" y="11267"/>
                </a:lnTo>
                <a:lnTo>
                  <a:pt x="10629" y="11809"/>
                </a:lnTo>
                <a:lnTo>
                  <a:pt x="10915" y="12898"/>
                </a:lnTo>
                <a:lnTo>
                  <a:pt x="12007" y="17482"/>
                </a:lnTo>
                <a:lnTo>
                  <a:pt x="11432" y="17482"/>
                </a:lnTo>
                <a:lnTo>
                  <a:pt x="10915" y="17327"/>
                </a:lnTo>
                <a:lnTo>
                  <a:pt x="10915" y="17016"/>
                </a:lnTo>
                <a:lnTo>
                  <a:pt x="10801" y="16938"/>
                </a:lnTo>
                <a:lnTo>
                  <a:pt x="10226" y="13519"/>
                </a:lnTo>
                <a:lnTo>
                  <a:pt x="9882" y="11655"/>
                </a:lnTo>
                <a:lnTo>
                  <a:pt x="9709" y="10799"/>
                </a:lnTo>
                <a:lnTo>
                  <a:pt x="9537" y="10411"/>
                </a:lnTo>
                <a:lnTo>
                  <a:pt x="9365" y="10024"/>
                </a:lnTo>
                <a:lnTo>
                  <a:pt x="9307" y="9945"/>
                </a:lnTo>
                <a:lnTo>
                  <a:pt x="9249" y="9945"/>
                </a:lnTo>
                <a:lnTo>
                  <a:pt x="9135" y="10024"/>
                </a:lnTo>
                <a:lnTo>
                  <a:pt x="9135" y="10100"/>
                </a:lnTo>
                <a:lnTo>
                  <a:pt x="9077" y="10566"/>
                </a:lnTo>
                <a:lnTo>
                  <a:pt x="9077" y="10956"/>
                </a:lnTo>
                <a:lnTo>
                  <a:pt x="9192" y="11809"/>
                </a:lnTo>
                <a:lnTo>
                  <a:pt x="9479" y="13519"/>
                </a:lnTo>
                <a:lnTo>
                  <a:pt x="10054" y="16705"/>
                </a:lnTo>
                <a:lnTo>
                  <a:pt x="9651" y="16393"/>
                </a:lnTo>
                <a:lnTo>
                  <a:pt x="9365" y="15927"/>
                </a:lnTo>
                <a:lnTo>
                  <a:pt x="9019" y="15307"/>
                </a:lnTo>
                <a:lnTo>
                  <a:pt x="8732" y="14608"/>
                </a:lnTo>
                <a:lnTo>
                  <a:pt x="8560" y="13909"/>
                </a:lnTo>
                <a:lnTo>
                  <a:pt x="8446" y="13210"/>
                </a:lnTo>
                <a:lnTo>
                  <a:pt x="8215" y="11733"/>
                </a:lnTo>
                <a:lnTo>
                  <a:pt x="8101" y="11032"/>
                </a:lnTo>
                <a:lnTo>
                  <a:pt x="7929" y="10333"/>
                </a:lnTo>
                <a:lnTo>
                  <a:pt x="7699" y="9712"/>
                </a:lnTo>
                <a:lnTo>
                  <a:pt x="7410" y="9246"/>
                </a:lnTo>
                <a:lnTo>
                  <a:pt x="7066" y="8780"/>
                </a:lnTo>
                <a:lnTo>
                  <a:pt x="6721" y="8390"/>
                </a:lnTo>
                <a:lnTo>
                  <a:pt x="6319" y="8081"/>
                </a:lnTo>
                <a:lnTo>
                  <a:pt x="5918" y="7848"/>
                </a:lnTo>
                <a:lnTo>
                  <a:pt x="5458" y="7613"/>
                </a:lnTo>
                <a:lnTo>
                  <a:pt x="4999" y="7458"/>
                </a:lnTo>
                <a:lnTo>
                  <a:pt x="4482" y="7304"/>
                </a:lnTo>
                <a:lnTo>
                  <a:pt x="3332" y="7304"/>
                </a:lnTo>
                <a:lnTo>
                  <a:pt x="2816" y="7458"/>
                </a:lnTo>
                <a:lnTo>
                  <a:pt x="1724" y="7770"/>
                </a:lnTo>
                <a:lnTo>
                  <a:pt x="633" y="8236"/>
                </a:lnTo>
                <a:lnTo>
                  <a:pt x="288" y="8390"/>
                </a:lnTo>
                <a:lnTo>
                  <a:pt x="116" y="8547"/>
                </a:lnTo>
                <a:lnTo>
                  <a:pt x="0" y="8702"/>
                </a:lnTo>
                <a:lnTo>
                  <a:pt x="0" y="9323"/>
                </a:lnTo>
                <a:lnTo>
                  <a:pt x="58" y="9401"/>
                </a:lnTo>
                <a:lnTo>
                  <a:pt x="116" y="9558"/>
                </a:lnTo>
                <a:lnTo>
                  <a:pt x="402" y="9712"/>
                </a:lnTo>
                <a:lnTo>
                  <a:pt x="633" y="9712"/>
                </a:lnTo>
                <a:lnTo>
                  <a:pt x="805" y="9558"/>
                </a:lnTo>
                <a:lnTo>
                  <a:pt x="977" y="9401"/>
                </a:lnTo>
                <a:lnTo>
                  <a:pt x="1380" y="9168"/>
                </a:lnTo>
                <a:lnTo>
                  <a:pt x="1380" y="9945"/>
                </a:lnTo>
                <a:lnTo>
                  <a:pt x="1494" y="10644"/>
                </a:lnTo>
                <a:lnTo>
                  <a:pt x="1896" y="12042"/>
                </a:lnTo>
                <a:lnTo>
                  <a:pt x="2299" y="13752"/>
                </a:lnTo>
                <a:lnTo>
                  <a:pt x="2758" y="15461"/>
                </a:lnTo>
                <a:lnTo>
                  <a:pt x="2816" y="15618"/>
                </a:lnTo>
                <a:lnTo>
                  <a:pt x="2930" y="15773"/>
                </a:lnTo>
                <a:lnTo>
                  <a:pt x="3218" y="15773"/>
                </a:lnTo>
                <a:lnTo>
                  <a:pt x="3332" y="15694"/>
                </a:lnTo>
                <a:lnTo>
                  <a:pt x="3390" y="15540"/>
                </a:lnTo>
                <a:lnTo>
                  <a:pt x="3447" y="15307"/>
                </a:lnTo>
                <a:lnTo>
                  <a:pt x="3447" y="15152"/>
                </a:lnTo>
                <a:lnTo>
                  <a:pt x="3046" y="13519"/>
                </a:lnTo>
                <a:lnTo>
                  <a:pt x="2643" y="11966"/>
                </a:lnTo>
                <a:lnTo>
                  <a:pt x="2299" y="10566"/>
                </a:lnTo>
                <a:lnTo>
                  <a:pt x="2069" y="9945"/>
                </a:lnTo>
                <a:lnTo>
                  <a:pt x="1782" y="9323"/>
                </a:lnTo>
                <a:lnTo>
                  <a:pt x="1896" y="9168"/>
                </a:lnTo>
                <a:lnTo>
                  <a:pt x="1954" y="9168"/>
                </a:lnTo>
                <a:lnTo>
                  <a:pt x="1954" y="9089"/>
                </a:lnTo>
                <a:lnTo>
                  <a:pt x="1896" y="9089"/>
                </a:lnTo>
                <a:lnTo>
                  <a:pt x="1838" y="9013"/>
                </a:lnTo>
                <a:lnTo>
                  <a:pt x="1782" y="9013"/>
                </a:lnTo>
                <a:lnTo>
                  <a:pt x="2355" y="8856"/>
                </a:lnTo>
                <a:lnTo>
                  <a:pt x="2930" y="8702"/>
                </a:lnTo>
                <a:lnTo>
                  <a:pt x="3046" y="9013"/>
                </a:lnTo>
                <a:lnTo>
                  <a:pt x="3218" y="9401"/>
                </a:lnTo>
                <a:lnTo>
                  <a:pt x="3505" y="10333"/>
                </a:lnTo>
                <a:lnTo>
                  <a:pt x="3791" y="11267"/>
                </a:lnTo>
                <a:lnTo>
                  <a:pt x="3907" y="12199"/>
                </a:lnTo>
                <a:lnTo>
                  <a:pt x="4079" y="13131"/>
                </a:lnTo>
                <a:lnTo>
                  <a:pt x="4252" y="13597"/>
                </a:lnTo>
                <a:lnTo>
                  <a:pt x="4366" y="13985"/>
                </a:lnTo>
                <a:lnTo>
                  <a:pt x="4596" y="14375"/>
                </a:lnTo>
                <a:lnTo>
                  <a:pt x="4826" y="14684"/>
                </a:lnTo>
                <a:lnTo>
                  <a:pt x="5055" y="14762"/>
                </a:lnTo>
                <a:lnTo>
                  <a:pt x="5171" y="14684"/>
                </a:lnTo>
                <a:lnTo>
                  <a:pt x="5285" y="14529"/>
                </a:lnTo>
                <a:lnTo>
                  <a:pt x="5285" y="14296"/>
                </a:lnTo>
                <a:lnTo>
                  <a:pt x="5171" y="13830"/>
                </a:lnTo>
                <a:lnTo>
                  <a:pt x="4999" y="13443"/>
                </a:lnTo>
                <a:lnTo>
                  <a:pt x="4826" y="12974"/>
                </a:lnTo>
                <a:lnTo>
                  <a:pt x="4711" y="12587"/>
                </a:lnTo>
                <a:lnTo>
                  <a:pt x="4538" y="11655"/>
                </a:lnTo>
                <a:lnTo>
                  <a:pt x="4366" y="10723"/>
                </a:lnTo>
                <a:lnTo>
                  <a:pt x="4079" y="9634"/>
                </a:lnTo>
                <a:lnTo>
                  <a:pt x="3849" y="9089"/>
                </a:lnTo>
                <a:lnTo>
                  <a:pt x="3619" y="8547"/>
                </a:lnTo>
                <a:lnTo>
                  <a:pt x="4310" y="8547"/>
                </a:lnTo>
                <a:lnTo>
                  <a:pt x="4999" y="8702"/>
                </a:lnTo>
                <a:lnTo>
                  <a:pt x="4999" y="8935"/>
                </a:lnTo>
                <a:lnTo>
                  <a:pt x="5055" y="9246"/>
                </a:lnTo>
                <a:lnTo>
                  <a:pt x="5171" y="9791"/>
                </a:lnTo>
                <a:lnTo>
                  <a:pt x="5515" y="10723"/>
                </a:lnTo>
                <a:lnTo>
                  <a:pt x="5918" y="12354"/>
                </a:lnTo>
                <a:lnTo>
                  <a:pt x="6032" y="12587"/>
                </a:lnTo>
                <a:lnTo>
                  <a:pt x="6090" y="12741"/>
                </a:lnTo>
                <a:lnTo>
                  <a:pt x="6205" y="12898"/>
                </a:lnTo>
                <a:lnTo>
                  <a:pt x="6435" y="12974"/>
                </a:lnTo>
                <a:lnTo>
                  <a:pt x="6493" y="12898"/>
                </a:lnTo>
                <a:lnTo>
                  <a:pt x="6607" y="12820"/>
                </a:lnTo>
                <a:lnTo>
                  <a:pt x="6721" y="12587"/>
                </a:lnTo>
                <a:lnTo>
                  <a:pt x="6721" y="12275"/>
                </a:lnTo>
                <a:lnTo>
                  <a:pt x="6665" y="12042"/>
                </a:lnTo>
                <a:lnTo>
                  <a:pt x="6549" y="11733"/>
                </a:lnTo>
                <a:lnTo>
                  <a:pt x="6032" y="9867"/>
                </a:lnTo>
                <a:lnTo>
                  <a:pt x="5746" y="9089"/>
                </a:lnTo>
                <a:lnTo>
                  <a:pt x="6319" y="9558"/>
                </a:lnTo>
                <a:lnTo>
                  <a:pt x="6549" y="9791"/>
                </a:lnTo>
                <a:lnTo>
                  <a:pt x="6779" y="10100"/>
                </a:lnTo>
                <a:lnTo>
                  <a:pt x="6952" y="10490"/>
                </a:lnTo>
                <a:lnTo>
                  <a:pt x="7066" y="10877"/>
                </a:lnTo>
                <a:lnTo>
                  <a:pt x="7296" y="11733"/>
                </a:lnTo>
                <a:lnTo>
                  <a:pt x="7526" y="13443"/>
                </a:lnTo>
                <a:lnTo>
                  <a:pt x="7583" y="14063"/>
                </a:lnTo>
                <a:lnTo>
                  <a:pt x="7755" y="14684"/>
                </a:lnTo>
                <a:lnTo>
                  <a:pt x="7929" y="15228"/>
                </a:lnTo>
                <a:lnTo>
                  <a:pt x="8157" y="15773"/>
                </a:lnTo>
                <a:lnTo>
                  <a:pt x="8446" y="16317"/>
                </a:lnTo>
                <a:lnTo>
                  <a:pt x="8732" y="16783"/>
                </a:lnTo>
                <a:lnTo>
                  <a:pt x="9019" y="17249"/>
                </a:lnTo>
                <a:lnTo>
                  <a:pt x="9365" y="17637"/>
                </a:lnTo>
                <a:lnTo>
                  <a:pt x="9766" y="17948"/>
                </a:lnTo>
                <a:lnTo>
                  <a:pt x="10168" y="18259"/>
                </a:lnTo>
                <a:lnTo>
                  <a:pt x="10571" y="18414"/>
                </a:lnTo>
                <a:lnTo>
                  <a:pt x="11029" y="18571"/>
                </a:lnTo>
                <a:lnTo>
                  <a:pt x="11432" y="18647"/>
                </a:lnTo>
                <a:lnTo>
                  <a:pt x="12409" y="18647"/>
                </a:lnTo>
                <a:lnTo>
                  <a:pt x="12868" y="18414"/>
                </a:lnTo>
                <a:lnTo>
                  <a:pt x="13328" y="18259"/>
                </a:lnTo>
                <a:lnTo>
                  <a:pt x="13673" y="17948"/>
                </a:lnTo>
                <a:lnTo>
                  <a:pt x="14017" y="17560"/>
                </a:lnTo>
                <a:lnTo>
                  <a:pt x="14362" y="17171"/>
                </a:lnTo>
                <a:lnTo>
                  <a:pt x="14648" y="16705"/>
                </a:lnTo>
                <a:lnTo>
                  <a:pt x="14821" y="16239"/>
                </a:lnTo>
                <a:lnTo>
                  <a:pt x="15051" y="15694"/>
                </a:lnTo>
                <a:lnTo>
                  <a:pt x="15165" y="15074"/>
                </a:lnTo>
                <a:lnTo>
                  <a:pt x="15223" y="14375"/>
                </a:lnTo>
                <a:lnTo>
                  <a:pt x="15281" y="13676"/>
                </a:lnTo>
                <a:lnTo>
                  <a:pt x="15223" y="12898"/>
                </a:lnTo>
                <a:lnTo>
                  <a:pt x="15165" y="12199"/>
                </a:lnTo>
                <a:lnTo>
                  <a:pt x="14937" y="10723"/>
                </a:lnTo>
                <a:lnTo>
                  <a:pt x="14648" y="9246"/>
                </a:lnTo>
                <a:lnTo>
                  <a:pt x="14132" y="5904"/>
                </a:lnTo>
                <a:lnTo>
                  <a:pt x="14017" y="5128"/>
                </a:lnTo>
                <a:lnTo>
                  <a:pt x="14017" y="4351"/>
                </a:lnTo>
                <a:lnTo>
                  <a:pt x="14132" y="4972"/>
                </a:lnTo>
                <a:lnTo>
                  <a:pt x="14248" y="5438"/>
                </a:lnTo>
                <a:lnTo>
                  <a:pt x="14476" y="5904"/>
                </a:lnTo>
                <a:lnTo>
                  <a:pt x="14706" y="6372"/>
                </a:lnTo>
                <a:lnTo>
                  <a:pt x="14879" y="6526"/>
                </a:lnTo>
                <a:lnTo>
                  <a:pt x="15051" y="6605"/>
                </a:lnTo>
                <a:lnTo>
                  <a:pt x="15165" y="6605"/>
                </a:lnTo>
                <a:lnTo>
                  <a:pt x="15281" y="6526"/>
                </a:lnTo>
                <a:lnTo>
                  <a:pt x="15338" y="6448"/>
                </a:lnTo>
                <a:lnTo>
                  <a:pt x="15395" y="6293"/>
                </a:lnTo>
                <a:lnTo>
                  <a:pt x="15281" y="5904"/>
                </a:lnTo>
                <a:lnTo>
                  <a:pt x="15109" y="5516"/>
                </a:lnTo>
                <a:lnTo>
                  <a:pt x="14821" y="4817"/>
                </a:lnTo>
                <a:lnTo>
                  <a:pt x="14592" y="4040"/>
                </a:lnTo>
                <a:lnTo>
                  <a:pt x="14476" y="3652"/>
                </a:lnTo>
                <a:lnTo>
                  <a:pt x="14304" y="3262"/>
                </a:lnTo>
                <a:lnTo>
                  <a:pt x="14362" y="3186"/>
                </a:lnTo>
                <a:lnTo>
                  <a:pt x="14648" y="2874"/>
                </a:lnTo>
                <a:lnTo>
                  <a:pt x="14937" y="2641"/>
                </a:lnTo>
                <a:lnTo>
                  <a:pt x="15626" y="2330"/>
                </a:lnTo>
                <a:lnTo>
                  <a:pt x="15740" y="2953"/>
                </a:lnTo>
                <a:lnTo>
                  <a:pt x="15856" y="3574"/>
                </a:lnTo>
                <a:lnTo>
                  <a:pt x="16200" y="4739"/>
                </a:lnTo>
                <a:lnTo>
                  <a:pt x="16315" y="5283"/>
                </a:lnTo>
                <a:lnTo>
                  <a:pt x="16429" y="5982"/>
                </a:lnTo>
                <a:lnTo>
                  <a:pt x="16545" y="6293"/>
                </a:lnTo>
                <a:lnTo>
                  <a:pt x="16659" y="6526"/>
                </a:lnTo>
                <a:lnTo>
                  <a:pt x="16831" y="6759"/>
                </a:lnTo>
                <a:lnTo>
                  <a:pt x="17004" y="6838"/>
                </a:lnTo>
                <a:lnTo>
                  <a:pt x="17176" y="6838"/>
                </a:lnTo>
                <a:lnTo>
                  <a:pt x="17292" y="6759"/>
                </a:lnTo>
                <a:lnTo>
                  <a:pt x="17406" y="6605"/>
                </a:lnTo>
                <a:lnTo>
                  <a:pt x="17406" y="6293"/>
                </a:lnTo>
                <a:lnTo>
                  <a:pt x="17348" y="6139"/>
                </a:lnTo>
                <a:lnTo>
                  <a:pt x="17234" y="5982"/>
                </a:lnTo>
                <a:lnTo>
                  <a:pt x="17120" y="5594"/>
                </a:lnTo>
                <a:lnTo>
                  <a:pt x="17062" y="5205"/>
                </a:lnTo>
                <a:lnTo>
                  <a:pt x="16717" y="3885"/>
                </a:lnTo>
                <a:lnTo>
                  <a:pt x="16487" y="2953"/>
                </a:lnTo>
                <a:lnTo>
                  <a:pt x="16315" y="2485"/>
                </a:lnTo>
                <a:lnTo>
                  <a:pt x="16142" y="2097"/>
                </a:lnTo>
                <a:lnTo>
                  <a:pt x="16373" y="1942"/>
                </a:lnTo>
                <a:lnTo>
                  <a:pt x="17234" y="1553"/>
                </a:lnTo>
                <a:lnTo>
                  <a:pt x="17464" y="2485"/>
                </a:lnTo>
                <a:lnTo>
                  <a:pt x="17693" y="3419"/>
                </a:lnTo>
                <a:lnTo>
                  <a:pt x="18095" y="4972"/>
                </a:lnTo>
                <a:lnTo>
                  <a:pt x="18325" y="5671"/>
                </a:lnTo>
                <a:lnTo>
                  <a:pt x="18440" y="5904"/>
                </a:lnTo>
                <a:lnTo>
                  <a:pt x="18670" y="6139"/>
                </a:lnTo>
                <a:lnTo>
                  <a:pt x="18728" y="6215"/>
                </a:lnTo>
                <a:lnTo>
                  <a:pt x="18842" y="6139"/>
                </a:lnTo>
                <a:lnTo>
                  <a:pt x="18900" y="6139"/>
                </a:lnTo>
                <a:lnTo>
                  <a:pt x="18957" y="5982"/>
                </a:lnTo>
                <a:lnTo>
                  <a:pt x="19015" y="5749"/>
                </a:lnTo>
                <a:lnTo>
                  <a:pt x="19015" y="5438"/>
                </a:lnTo>
                <a:lnTo>
                  <a:pt x="18900" y="4817"/>
                </a:lnTo>
                <a:lnTo>
                  <a:pt x="18498" y="3574"/>
                </a:lnTo>
                <a:lnTo>
                  <a:pt x="18153" y="2330"/>
                </a:lnTo>
                <a:lnTo>
                  <a:pt x="17923" y="1476"/>
                </a:lnTo>
                <a:lnTo>
                  <a:pt x="17809" y="1243"/>
                </a:lnTo>
                <a:lnTo>
                  <a:pt x="18268" y="932"/>
                </a:lnTo>
                <a:lnTo>
                  <a:pt x="18670" y="621"/>
                </a:lnTo>
                <a:lnTo>
                  <a:pt x="18957" y="309"/>
                </a:lnTo>
                <a:lnTo>
                  <a:pt x="19015" y="233"/>
                </a:lnTo>
                <a:lnTo>
                  <a:pt x="19015" y="155"/>
                </a:lnTo>
                <a:lnTo>
                  <a:pt x="18957" y="76"/>
                </a:lnTo>
                <a:lnTo>
                  <a:pt x="18900" y="0"/>
                </a:lnTo>
                <a:close/>
                <a:moveTo>
                  <a:pt x="6377" y="14995"/>
                </a:moveTo>
                <a:lnTo>
                  <a:pt x="6319" y="15074"/>
                </a:lnTo>
                <a:lnTo>
                  <a:pt x="6262" y="15152"/>
                </a:lnTo>
                <a:lnTo>
                  <a:pt x="6262" y="16006"/>
                </a:lnTo>
                <a:lnTo>
                  <a:pt x="6377" y="16861"/>
                </a:lnTo>
                <a:lnTo>
                  <a:pt x="6607" y="17637"/>
                </a:lnTo>
                <a:lnTo>
                  <a:pt x="6837" y="18492"/>
                </a:lnTo>
                <a:lnTo>
                  <a:pt x="6952" y="18647"/>
                </a:lnTo>
                <a:lnTo>
                  <a:pt x="6549" y="19037"/>
                </a:lnTo>
                <a:lnTo>
                  <a:pt x="6090" y="19270"/>
                </a:lnTo>
                <a:lnTo>
                  <a:pt x="6032" y="18959"/>
                </a:lnTo>
                <a:lnTo>
                  <a:pt x="5974" y="18647"/>
                </a:lnTo>
                <a:lnTo>
                  <a:pt x="5746" y="18026"/>
                </a:lnTo>
                <a:lnTo>
                  <a:pt x="5515" y="17094"/>
                </a:lnTo>
                <a:lnTo>
                  <a:pt x="5401" y="16705"/>
                </a:lnTo>
                <a:lnTo>
                  <a:pt x="5229" y="16239"/>
                </a:lnTo>
                <a:lnTo>
                  <a:pt x="5055" y="16160"/>
                </a:lnTo>
                <a:lnTo>
                  <a:pt x="4941" y="16160"/>
                </a:lnTo>
                <a:lnTo>
                  <a:pt x="4769" y="16317"/>
                </a:lnTo>
                <a:lnTo>
                  <a:pt x="4769" y="16472"/>
                </a:lnTo>
                <a:lnTo>
                  <a:pt x="4826" y="16938"/>
                </a:lnTo>
                <a:lnTo>
                  <a:pt x="4883" y="17404"/>
                </a:lnTo>
                <a:lnTo>
                  <a:pt x="5113" y="18338"/>
                </a:lnTo>
                <a:lnTo>
                  <a:pt x="5229" y="18959"/>
                </a:lnTo>
                <a:lnTo>
                  <a:pt x="5343" y="19270"/>
                </a:lnTo>
                <a:lnTo>
                  <a:pt x="5458" y="19579"/>
                </a:lnTo>
                <a:lnTo>
                  <a:pt x="4424" y="19969"/>
                </a:lnTo>
                <a:lnTo>
                  <a:pt x="4366" y="19658"/>
                </a:lnTo>
                <a:lnTo>
                  <a:pt x="4137" y="18571"/>
                </a:lnTo>
                <a:lnTo>
                  <a:pt x="3965" y="18103"/>
                </a:lnTo>
                <a:lnTo>
                  <a:pt x="3735" y="17637"/>
                </a:lnTo>
                <a:lnTo>
                  <a:pt x="3735" y="17404"/>
                </a:lnTo>
                <a:lnTo>
                  <a:pt x="3791" y="17327"/>
                </a:lnTo>
                <a:lnTo>
                  <a:pt x="3791" y="17171"/>
                </a:lnTo>
                <a:lnTo>
                  <a:pt x="3735" y="17171"/>
                </a:lnTo>
                <a:lnTo>
                  <a:pt x="3563" y="17249"/>
                </a:lnTo>
                <a:lnTo>
                  <a:pt x="3332" y="17249"/>
                </a:lnTo>
                <a:lnTo>
                  <a:pt x="3218" y="17327"/>
                </a:lnTo>
                <a:lnTo>
                  <a:pt x="3160" y="17482"/>
                </a:lnTo>
                <a:lnTo>
                  <a:pt x="3102" y="17637"/>
                </a:lnTo>
                <a:lnTo>
                  <a:pt x="3102" y="17793"/>
                </a:lnTo>
                <a:lnTo>
                  <a:pt x="3390" y="18726"/>
                </a:lnTo>
                <a:lnTo>
                  <a:pt x="3677" y="19736"/>
                </a:lnTo>
                <a:lnTo>
                  <a:pt x="3735" y="20280"/>
                </a:lnTo>
                <a:lnTo>
                  <a:pt x="3046" y="20513"/>
                </a:lnTo>
                <a:lnTo>
                  <a:pt x="2930" y="20590"/>
                </a:lnTo>
                <a:lnTo>
                  <a:pt x="2816" y="20746"/>
                </a:lnTo>
                <a:lnTo>
                  <a:pt x="2816" y="20901"/>
                </a:lnTo>
                <a:lnTo>
                  <a:pt x="2758" y="21056"/>
                </a:lnTo>
                <a:lnTo>
                  <a:pt x="2816" y="21212"/>
                </a:lnTo>
                <a:lnTo>
                  <a:pt x="2874" y="21367"/>
                </a:lnTo>
                <a:lnTo>
                  <a:pt x="2988" y="21522"/>
                </a:lnTo>
                <a:lnTo>
                  <a:pt x="3102" y="21600"/>
                </a:lnTo>
                <a:lnTo>
                  <a:pt x="3563" y="21600"/>
                </a:lnTo>
                <a:lnTo>
                  <a:pt x="3735" y="21445"/>
                </a:lnTo>
                <a:lnTo>
                  <a:pt x="3907" y="21367"/>
                </a:lnTo>
                <a:lnTo>
                  <a:pt x="3965" y="21289"/>
                </a:lnTo>
                <a:lnTo>
                  <a:pt x="4022" y="21367"/>
                </a:lnTo>
                <a:lnTo>
                  <a:pt x="4079" y="21445"/>
                </a:lnTo>
                <a:lnTo>
                  <a:pt x="4194" y="21445"/>
                </a:lnTo>
                <a:lnTo>
                  <a:pt x="4366" y="21367"/>
                </a:lnTo>
                <a:lnTo>
                  <a:pt x="4424" y="21134"/>
                </a:lnTo>
                <a:lnTo>
                  <a:pt x="5113" y="20901"/>
                </a:lnTo>
                <a:lnTo>
                  <a:pt x="5860" y="20590"/>
                </a:lnTo>
                <a:lnTo>
                  <a:pt x="6493" y="20280"/>
                </a:lnTo>
                <a:lnTo>
                  <a:pt x="7124" y="19812"/>
                </a:lnTo>
                <a:lnTo>
                  <a:pt x="7410" y="19503"/>
                </a:lnTo>
                <a:lnTo>
                  <a:pt x="7641" y="19192"/>
                </a:lnTo>
                <a:lnTo>
                  <a:pt x="7871" y="18726"/>
                </a:lnTo>
                <a:lnTo>
                  <a:pt x="8043" y="18259"/>
                </a:lnTo>
                <a:lnTo>
                  <a:pt x="8157" y="17793"/>
                </a:lnTo>
                <a:lnTo>
                  <a:pt x="8101" y="17327"/>
                </a:lnTo>
                <a:lnTo>
                  <a:pt x="7985" y="16938"/>
                </a:lnTo>
                <a:lnTo>
                  <a:pt x="7871" y="16705"/>
                </a:lnTo>
                <a:lnTo>
                  <a:pt x="7755" y="16550"/>
                </a:lnTo>
                <a:lnTo>
                  <a:pt x="7583" y="16550"/>
                </a:lnTo>
                <a:lnTo>
                  <a:pt x="7526" y="16628"/>
                </a:lnTo>
                <a:lnTo>
                  <a:pt x="7526" y="16705"/>
                </a:lnTo>
                <a:lnTo>
                  <a:pt x="7410" y="17637"/>
                </a:lnTo>
                <a:lnTo>
                  <a:pt x="7066" y="16239"/>
                </a:lnTo>
                <a:lnTo>
                  <a:pt x="6837" y="15618"/>
                </a:lnTo>
                <a:lnTo>
                  <a:pt x="6549" y="15074"/>
                </a:lnTo>
                <a:lnTo>
                  <a:pt x="6493" y="14995"/>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378" name="Google Shape;184;p2"/>
          <p:cNvSpPr/>
          <p:nvPr/>
        </p:nvSpPr>
        <p:spPr>
          <a:xfrm>
            <a:off x="859763" y="3417442"/>
            <a:ext cx="317571" cy="65901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98" y="541"/>
                </a:moveTo>
                <a:lnTo>
                  <a:pt x="2747" y="602"/>
                </a:lnTo>
                <a:lnTo>
                  <a:pt x="3496" y="722"/>
                </a:lnTo>
                <a:lnTo>
                  <a:pt x="4118" y="902"/>
                </a:lnTo>
                <a:lnTo>
                  <a:pt x="4745" y="1204"/>
                </a:lnTo>
                <a:lnTo>
                  <a:pt x="5368" y="1504"/>
                </a:lnTo>
                <a:lnTo>
                  <a:pt x="5742" y="1806"/>
                </a:lnTo>
                <a:lnTo>
                  <a:pt x="6491" y="2528"/>
                </a:lnTo>
                <a:lnTo>
                  <a:pt x="6743" y="2888"/>
                </a:lnTo>
                <a:lnTo>
                  <a:pt x="6865" y="3310"/>
                </a:lnTo>
                <a:lnTo>
                  <a:pt x="6865" y="4092"/>
                </a:lnTo>
                <a:lnTo>
                  <a:pt x="6743" y="3971"/>
                </a:lnTo>
                <a:lnTo>
                  <a:pt x="5994" y="3189"/>
                </a:lnTo>
                <a:lnTo>
                  <a:pt x="5494" y="2828"/>
                </a:lnTo>
                <a:lnTo>
                  <a:pt x="4871" y="2467"/>
                </a:lnTo>
                <a:lnTo>
                  <a:pt x="4745" y="2406"/>
                </a:lnTo>
                <a:lnTo>
                  <a:pt x="4496" y="2406"/>
                </a:lnTo>
                <a:lnTo>
                  <a:pt x="4370" y="2467"/>
                </a:lnTo>
                <a:lnTo>
                  <a:pt x="4370" y="2588"/>
                </a:lnTo>
                <a:lnTo>
                  <a:pt x="4496" y="3008"/>
                </a:lnTo>
                <a:lnTo>
                  <a:pt x="4745" y="3490"/>
                </a:lnTo>
                <a:lnTo>
                  <a:pt x="5494" y="4332"/>
                </a:lnTo>
                <a:lnTo>
                  <a:pt x="5868" y="4814"/>
                </a:lnTo>
                <a:lnTo>
                  <a:pt x="5494" y="4693"/>
                </a:lnTo>
                <a:lnTo>
                  <a:pt x="4993" y="4453"/>
                </a:lnTo>
                <a:lnTo>
                  <a:pt x="4244" y="3851"/>
                </a:lnTo>
                <a:lnTo>
                  <a:pt x="3622" y="3249"/>
                </a:lnTo>
                <a:lnTo>
                  <a:pt x="3247" y="2828"/>
                </a:lnTo>
                <a:lnTo>
                  <a:pt x="2873" y="2286"/>
                </a:lnTo>
                <a:lnTo>
                  <a:pt x="2498" y="1685"/>
                </a:lnTo>
                <a:lnTo>
                  <a:pt x="2246" y="1143"/>
                </a:lnTo>
                <a:lnTo>
                  <a:pt x="1998" y="541"/>
                </a:lnTo>
                <a:close/>
                <a:moveTo>
                  <a:pt x="12611" y="4634"/>
                </a:moveTo>
                <a:lnTo>
                  <a:pt x="13360" y="4693"/>
                </a:lnTo>
                <a:lnTo>
                  <a:pt x="13982" y="4814"/>
                </a:lnTo>
                <a:lnTo>
                  <a:pt x="16106" y="5114"/>
                </a:lnTo>
                <a:lnTo>
                  <a:pt x="16981" y="5295"/>
                </a:lnTo>
                <a:lnTo>
                  <a:pt x="17978" y="5536"/>
                </a:lnTo>
                <a:lnTo>
                  <a:pt x="18727" y="5777"/>
                </a:lnTo>
                <a:lnTo>
                  <a:pt x="19354" y="6016"/>
                </a:lnTo>
                <a:lnTo>
                  <a:pt x="18853" y="5957"/>
                </a:lnTo>
                <a:lnTo>
                  <a:pt x="18605" y="5957"/>
                </a:lnTo>
                <a:lnTo>
                  <a:pt x="18353" y="6077"/>
                </a:lnTo>
                <a:lnTo>
                  <a:pt x="18227" y="6197"/>
                </a:lnTo>
                <a:lnTo>
                  <a:pt x="18353" y="6377"/>
                </a:lnTo>
                <a:lnTo>
                  <a:pt x="17104" y="6618"/>
                </a:lnTo>
                <a:lnTo>
                  <a:pt x="15858" y="6740"/>
                </a:lnTo>
                <a:lnTo>
                  <a:pt x="14609" y="6859"/>
                </a:lnTo>
                <a:lnTo>
                  <a:pt x="13234" y="6859"/>
                </a:lnTo>
                <a:lnTo>
                  <a:pt x="11736" y="6740"/>
                </a:lnTo>
                <a:lnTo>
                  <a:pt x="10364" y="6559"/>
                </a:lnTo>
                <a:lnTo>
                  <a:pt x="9738" y="6438"/>
                </a:lnTo>
                <a:lnTo>
                  <a:pt x="8989" y="6257"/>
                </a:lnTo>
                <a:lnTo>
                  <a:pt x="8366" y="6016"/>
                </a:lnTo>
                <a:lnTo>
                  <a:pt x="7992" y="5897"/>
                </a:lnTo>
                <a:lnTo>
                  <a:pt x="7866" y="5777"/>
                </a:lnTo>
                <a:lnTo>
                  <a:pt x="8615" y="6016"/>
                </a:lnTo>
                <a:lnTo>
                  <a:pt x="9490" y="6257"/>
                </a:lnTo>
                <a:lnTo>
                  <a:pt x="10364" y="6377"/>
                </a:lnTo>
                <a:lnTo>
                  <a:pt x="11362" y="6559"/>
                </a:lnTo>
                <a:lnTo>
                  <a:pt x="12236" y="6618"/>
                </a:lnTo>
                <a:lnTo>
                  <a:pt x="13234" y="6740"/>
                </a:lnTo>
                <a:lnTo>
                  <a:pt x="13860" y="6740"/>
                </a:lnTo>
                <a:lnTo>
                  <a:pt x="14234" y="6679"/>
                </a:lnTo>
                <a:lnTo>
                  <a:pt x="14731" y="6618"/>
                </a:lnTo>
                <a:lnTo>
                  <a:pt x="15106" y="6499"/>
                </a:lnTo>
                <a:lnTo>
                  <a:pt x="15232" y="6377"/>
                </a:lnTo>
                <a:lnTo>
                  <a:pt x="15106" y="6197"/>
                </a:lnTo>
                <a:lnTo>
                  <a:pt x="14731" y="6077"/>
                </a:lnTo>
                <a:lnTo>
                  <a:pt x="14357" y="5957"/>
                </a:lnTo>
                <a:lnTo>
                  <a:pt x="13486" y="5897"/>
                </a:lnTo>
                <a:lnTo>
                  <a:pt x="12611" y="5836"/>
                </a:lnTo>
                <a:lnTo>
                  <a:pt x="11736" y="5777"/>
                </a:lnTo>
                <a:lnTo>
                  <a:pt x="9238" y="5475"/>
                </a:lnTo>
                <a:lnTo>
                  <a:pt x="9738" y="5295"/>
                </a:lnTo>
                <a:lnTo>
                  <a:pt x="10487" y="5054"/>
                </a:lnTo>
                <a:lnTo>
                  <a:pt x="11236" y="4814"/>
                </a:lnTo>
                <a:lnTo>
                  <a:pt x="11862" y="4693"/>
                </a:lnTo>
                <a:lnTo>
                  <a:pt x="12611" y="4634"/>
                </a:lnTo>
                <a:close/>
                <a:moveTo>
                  <a:pt x="4370" y="9326"/>
                </a:moveTo>
                <a:lnTo>
                  <a:pt x="5868" y="9387"/>
                </a:lnTo>
                <a:lnTo>
                  <a:pt x="5994" y="9387"/>
                </a:lnTo>
                <a:lnTo>
                  <a:pt x="6242" y="9626"/>
                </a:lnTo>
                <a:lnTo>
                  <a:pt x="6491" y="9748"/>
                </a:lnTo>
                <a:lnTo>
                  <a:pt x="6865" y="9748"/>
                </a:lnTo>
                <a:lnTo>
                  <a:pt x="7243" y="9626"/>
                </a:lnTo>
                <a:lnTo>
                  <a:pt x="7366" y="9446"/>
                </a:lnTo>
                <a:lnTo>
                  <a:pt x="8989" y="9507"/>
                </a:lnTo>
                <a:lnTo>
                  <a:pt x="10487" y="9507"/>
                </a:lnTo>
                <a:lnTo>
                  <a:pt x="11362" y="9567"/>
                </a:lnTo>
                <a:lnTo>
                  <a:pt x="11984" y="9626"/>
                </a:lnTo>
                <a:lnTo>
                  <a:pt x="11984" y="9868"/>
                </a:lnTo>
                <a:lnTo>
                  <a:pt x="11488" y="9807"/>
                </a:lnTo>
                <a:lnTo>
                  <a:pt x="11113" y="9868"/>
                </a:lnTo>
                <a:lnTo>
                  <a:pt x="10613" y="9987"/>
                </a:lnTo>
                <a:lnTo>
                  <a:pt x="10487" y="10109"/>
                </a:lnTo>
                <a:lnTo>
                  <a:pt x="10487" y="10228"/>
                </a:lnTo>
                <a:lnTo>
                  <a:pt x="9364" y="10228"/>
                </a:lnTo>
                <a:lnTo>
                  <a:pt x="4496" y="10109"/>
                </a:lnTo>
                <a:lnTo>
                  <a:pt x="2747" y="9987"/>
                </a:lnTo>
                <a:lnTo>
                  <a:pt x="1750" y="9928"/>
                </a:lnTo>
                <a:lnTo>
                  <a:pt x="875" y="9987"/>
                </a:lnTo>
                <a:lnTo>
                  <a:pt x="1249" y="9748"/>
                </a:lnTo>
                <a:lnTo>
                  <a:pt x="1750" y="9567"/>
                </a:lnTo>
                <a:lnTo>
                  <a:pt x="2246" y="9387"/>
                </a:lnTo>
                <a:lnTo>
                  <a:pt x="2747" y="9326"/>
                </a:lnTo>
                <a:close/>
                <a:moveTo>
                  <a:pt x="7618" y="10950"/>
                </a:moveTo>
                <a:lnTo>
                  <a:pt x="10238" y="11011"/>
                </a:lnTo>
                <a:lnTo>
                  <a:pt x="10739" y="11071"/>
                </a:lnTo>
                <a:lnTo>
                  <a:pt x="10739" y="13117"/>
                </a:lnTo>
                <a:lnTo>
                  <a:pt x="10613" y="15162"/>
                </a:lnTo>
                <a:lnTo>
                  <a:pt x="8240" y="15343"/>
                </a:lnTo>
                <a:lnTo>
                  <a:pt x="8240" y="14682"/>
                </a:lnTo>
                <a:lnTo>
                  <a:pt x="7866" y="12515"/>
                </a:lnTo>
                <a:lnTo>
                  <a:pt x="7740" y="11372"/>
                </a:lnTo>
                <a:lnTo>
                  <a:pt x="7618" y="10950"/>
                </a:lnTo>
                <a:close/>
                <a:moveTo>
                  <a:pt x="3622" y="10770"/>
                </a:moveTo>
                <a:lnTo>
                  <a:pt x="6368" y="10950"/>
                </a:lnTo>
                <a:lnTo>
                  <a:pt x="6242" y="11131"/>
                </a:lnTo>
                <a:lnTo>
                  <a:pt x="6242" y="11372"/>
                </a:lnTo>
                <a:lnTo>
                  <a:pt x="6368" y="11852"/>
                </a:lnTo>
                <a:lnTo>
                  <a:pt x="6617" y="14440"/>
                </a:lnTo>
                <a:lnTo>
                  <a:pt x="6743" y="15403"/>
                </a:lnTo>
                <a:lnTo>
                  <a:pt x="5245" y="15403"/>
                </a:lnTo>
                <a:lnTo>
                  <a:pt x="3744" y="15462"/>
                </a:lnTo>
                <a:lnTo>
                  <a:pt x="3496" y="13538"/>
                </a:lnTo>
                <a:lnTo>
                  <a:pt x="3247" y="12154"/>
                </a:lnTo>
                <a:lnTo>
                  <a:pt x="3121" y="11432"/>
                </a:lnTo>
                <a:lnTo>
                  <a:pt x="2747" y="10770"/>
                </a:lnTo>
                <a:close/>
                <a:moveTo>
                  <a:pt x="10487" y="15945"/>
                </a:moveTo>
                <a:lnTo>
                  <a:pt x="10238" y="17147"/>
                </a:lnTo>
                <a:lnTo>
                  <a:pt x="10112" y="17147"/>
                </a:lnTo>
                <a:lnTo>
                  <a:pt x="9738" y="17088"/>
                </a:lnTo>
                <a:lnTo>
                  <a:pt x="9364" y="17088"/>
                </a:lnTo>
                <a:lnTo>
                  <a:pt x="8863" y="17147"/>
                </a:lnTo>
                <a:lnTo>
                  <a:pt x="8489" y="17268"/>
                </a:lnTo>
                <a:lnTo>
                  <a:pt x="8489" y="17088"/>
                </a:lnTo>
                <a:lnTo>
                  <a:pt x="8366" y="16125"/>
                </a:lnTo>
                <a:lnTo>
                  <a:pt x="9490" y="16064"/>
                </a:lnTo>
                <a:lnTo>
                  <a:pt x="10487" y="15945"/>
                </a:lnTo>
                <a:close/>
                <a:moveTo>
                  <a:pt x="3870" y="16005"/>
                </a:moveTo>
                <a:lnTo>
                  <a:pt x="4619" y="16125"/>
                </a:lnTo>
                <a:lnTo>
                  <a:pt x="5245" y="16125"/>
                </a:lnTo>
                <a:lnTo>
                  <a:pt x="6743" y="16186"/>
                </a:lnTo>
                <a:lnTo>
                  <a:pt x="6865" y="16546"/>
                </a:lnTo>
                <a:lnTo>
                  <a:pt x="6743" y="16606"/>
                </a:lnTo>
                <a:lnTo>
                  <a:pt x="5742" y="16546"/>
                </a:lnTo>
                <a:lnTo>
                  <a:pt x="5494" y="16606"/>
                </a:lnTo>
                <a:lnTo>
                  <a:pt x="5245" y="16666"/>
                </a:lnTo>
                <a:lnTo>
                  <a:pt x="5245" y="16786"/>
                </a:lnTo>
                <a:lnTo>
                  <a:pt x="5368" y="16907"/>
                </a:lnTo>
                <a:lnTo>
                  <a:pt x="5868" y="17147"/>
                </a:lnTo>
                <a:lnTo>
                  <a:pt x="6617" y="17208"/>
                </a:lnTo>
                <a:lnTo>
                  <a:pt x="6865" y="17208"/>
                </a:lnTo>
                <a:lnTo>
                  <a:pt x="6865" y="17629"/>
                </a:lnTo>
                <a:lnTo>
                  <a:pt x="6116" y="17690"/>
                </a:lnTo>
                <a:lnTo>
                  <a:pt x="6116" y="17629"/>
                </a:lnTo>
                <a:lnTo>
                  <a:pt x="5994" y="17629"/>
                </a:lnTo>
                <a:lnTo>
                  <a:pt x="5742" y="17690"/>
                </a:lnTo>
                <a:lnTo>
                  <a:pt x="5494" y="17749"/>
                </a:lnTo>
                <a:lnTo>
                  <a:pt x="5245" y="17870"/>
                </a:lnTo>
                <a:lnTo>
                  <a:pt x="5119" y="18051"/>
                </a:lnTo>
                <a:lnTo>
                  <a:pt x="5245" y="18170"/>
                </a:lnTo>
                <a:lnTo>
                  <a:pt x="5620" y="18290"/>
                </a:lnTo>
                <a:lnTo>
                  <a:pt x="6991" y="18290"/>
                </a:lnTo>
                <a:lnTo>
                  <a:pt x="7243" y="18712"/>
                </a:lnTo>
                <a:lnTo>
                  <a:pt x="7618" y="19013"/>
                </a:lnTo>
                <a:lnTo>
                  <a:pt x="7740" y="19072"/>
                </a:lnTo>
                <a:lnTo>
                  <a:pt x="7992" y="19072"/>
                </a:lnTo>
                <a:lnTo>
                  <a:pt x="8240" y="19013"/>
                </a:lnTo>
                <a:lnTo>
                  <a:pt x="8366" y="18953"/>
                </a:lnTo>
                <a:lnTo>
                  <a:pt x="8615" y="18651"/>
                </a:lnTo>
                <a:lnTo>
                  <a:pt x="8741" y="18351"/>
                </a:lnTo>
                <a:lnTo>
                  <a:pt x="8741" y="18051"/>
                </a:lnTo>
                <a:lnTo>
                  <a:pt x="8615" y="17690"/>
                </a:lnTo>
                <a:lnTo>
                  <a:pt x="9115" y="17749"/>
                </a:lnTo>
                <a:lnTo>
                  <a:pt x="10238" y="17749"/>
                </a:lnTo>
                <a:lnTo>
                  <a:pt x="9990" y="18712"/>
                </a:lnTo>
                <a:lnTo>
                  <a:pt x="9738" y="19374"/>
                </a:lnTo>
                <a:lnTo>
                  <a:pt x="9612" y="19674"/>
                </a:lnTo>
                <a:lnTo>
                  <a:pt x="9364" y="19975"/>
                </a:lnTo>
                <a:lnTo>
                  <a:pt x="8989" y="20276"/>
                </a:lnTo>
                <a:lnTo>
                  <a:pt x="8615" y="20457"/>
                </a:lnTo>
                <a:lnTo>
                  <a:pt x="7992" y="20637"/>
                </a:lnTo>
                <a:lnTo>
                  <a:pt x="7243" y="20698"/>
                </a:lnTo>
                <a:lnTo>
                  <a:pt x="6617" y="20698"/>
                </a:lnTo>
                <a:lnTo>
                  <a:pt x="6116" y="20637"/>
                </a:lnTo>
                <a:lnTo>
                  <a:pt x="5620" y="20457"/>
                </a:lnTo>
                <a:lnTo>
                  <a:pt x="5119" y="20276"/>
                </a:lnTo>
                <a:lnTo>
                  <a:pt x="4871" y="20035"/>
                </a:lnTo>
                <a:lnTo>
                  <a:pt x="4496" y="19794"/>
                </a:lnTo>
                <a:lnTo>
                  <a:pt x="4118" y="19253"/>
                </a:lnTo>
                <a:lnTo>
                  <a:pt x="3870" y="18592"/>
                </a:lnTo>
                <a:lnTo>
                  <a:pt x="3870" y="16005"/>
                </a:lnTo>
                <a:close/>
                <a:moveTo>
                  <a:pt x="2124" y="0"/>
                </a:moveTo>
                <a:lnTo>
                  <a:pt x="1624" y="61"/>
                </a:lnTo>
                <a:lnTo>
                  <a:pt x="1123" y="180"/>
                </a:lnTo>
                <a:lnTo>
                  <a:pt x="997" y="302"/>
                </a:lnTo>
                <a:lnTo>
                  <a:pt x="997" y="482"/>
                </a:lnTo>
                <a:lnTo>
                  <a:pt x="1123" y="541"/>
                </a:lnTo>
                <a:lnTo>
                  <a:pt x="997" y="963"/>
                </a:lnTo>
                <a:lnTo>
                  <a:pt x="997" y="1384"/>
                </a:lnTo>
                <a:lnTo>
                  <a:pt x="1123" y="1806"/>
                </a:lnTo>
                <a:lnTo>
                  <a:pt x="1249" y="2167"/>
                </a:lnTo>
                <a:lnTo>
                  <a:pt x="1872" y="3008"/>
                </a:lnTo>
                <a:lnTo>
                  <a:pt x="2498" y="3730"/>
                </a:lnTo>
                <a:lnTo>
                  <a:pt x="3121" y="4332"/>
                </a:lnTo>
                <a:lnTo>
                  <a:pt x="3996" y="4934"/>
                </a:lnTo>
                <a:lnTo>
                  <a:pt x="4496" y="5175"/>
                </a:lnTo>
                <a:lnTo>
                  <a:pt x="5119" y="5355"/>
                </a:lnTo>
                <a:lnTo>
                  <a:pt x="5620" y="5536"/>
                </a:lnTo>
                <a:lnTo>
                  <a:pt x="6368" y="5536"/>
                </a:lnTo>
                <a:lnTo>
                  <a:pt x="6116" y="6257"/>
                </a:lnTo>
                <a:lnTo>
                  <a:pt x="5868" y="7160"/>
                </a:lnTo>
                <a:lnTo>
                  <a:pt x="5868" y="7642"/>
                </a:lnTo>
                <a:lnTo>
                  <a:pt x="5994" y="7883"/>
                </a:lnTo>
                <a:lnTo>
                  <a:pt x="6116" y="8063"/>
                </a:lnTo>
                <a:lnTo>
                  <a:pt x="5994" y="8724"/>
                </a:lnTo>
                <a:lnTo>
                  <a:pt x="5494" y="8724"/>
                </a:lnTo>
                <a:lnTo>
                  <a:pt x="3870" y="8664"/>
                </a:lnTo>
                <a:lnTo>
                  <a:pt x="3121" y="8605"/>
                </a:lnTo>
                <a:lnTo>
                  <a:pt x="2372" y="8664"/>
                </a:lnTo>
                <a:lnTo>
                  <a:pt x="1372" y="8844"/>
                </a:lnTo>
                <a:lnTo>
                  <a:pt x="997" y="8965"/>
                </a:lnTo>
                <a:lnTo>
                  <a:pt x="623" y="9146"/>
                </a:lnTo>
                <a:lnTo>
                  <a:pt x="374" y="9326"/>
                </a:lnTo>
                <a:lnTo>
                  <a:pt x="248" y="9507"/>
                </a:lnTo>
                <a:lnTo>
                  <a:pt x="126" y="9748"/>
                </a:lnTo>
                <a:lnTo>
                  <a:pt x="0" y="9987"/>
                </a:lnTo>
                <a:lnTo>
                  <a:pt x="126" y="10109"/>
                </a:lnTo>
                <a:lnTo>
                  <a:pt x="374" y="10168"/>
                </a:lnTo>
                <a:lnTo>
                  <a:pt x="126" y="10289"/>
                </a:lnTo>
                <a:lnTo>
                  <a:pt x="126" y="10589"/>
                </a:lnTo>
                <a:lnTo>
                  <a:pt x="374" y="10711"/>
                </a:lnTo>
                <a:lnTo>
                  <a:pt x="623" y="10770"/>
                </a:lnTo>
                <a:lnTo>
                  <a:pt x="997" y="10770"/>
                </a:lnTo>
                <a:lnTo>
                  <a:pt x="1249" y="10650"/>
                </a:lnTo>
                <a:lnTo>
                  <a:pt x="1498" y="10650"/>
                </a:lnTo>
                <a:lnTo>
                  <a:pt x="1498" y="11613"/>
                </a:lnTo>
                <a:lnTo>
                  <a:pt x="1750" y="12454"/>
                </a:lnTo>
                <a:lnTo>
                  <a:pt x="1998" y="14199"/>
                </a:lnTo>
                <a:lnTo>
                  <a:pt x="2124" y="15945"/>
                </a:lnTo>
                <a:lnTo>
                  <a:pt x="2124" y="17690"/>
                </a:lnTo>
                <a:lnTo>
                  <a:pt x="2246" y="18411"/>
                </a:lnTo>
                <a:lnTo>
                  <a:pt x="2372" y="19133"/>
                </a:lnTo>
                <a:lnTo>
                  <a:pt x="2747" y="19855"/>
                </a:lnTo>
                <a:lnTo>
                  <a:pt x="2995" y="20157"/>
                </a:lnTo>
                <a:lnTo>
                  <a:pt x="3370" y="20517"/>
                </a:lnTo>
                <a:lnTo>
                  <a:pt x="3622" y="20757"/>
                </a:lnTo>
                <a:lnTo>
                  <a:pt x="3996" y="20937"/>
                </a:lnTo>
                <a:lnTo>
                  <a:pt x="4496" y="21178"/>
                </a:lnTo>
                <a:lnTo>
                  <a:pt x="4993" y="21298"/>
                </a:lnTo>
                <a:lnTo>
                  <a:pt x="5494" y="21420"/>
                </a:lnTo>
                <a:lnTo>
                  <a:pt x="6116" y="21480"/>
                </a:lnTo>
                <a:lnTo>
                  <a:pt x="6617" y="21539"/>
                </a:lnTo>
                <a:lnTo>
                  <a:pt x="7243" y="21600"/>
                </a:lnTo>
                <a:lnTo>
                  <a:pt x="7992" y="21539"/>
                </a:lnTo>
                <a:lnTo>
                  <a:pt x="8741" y="21480"/>
                </a:lnTo>
                <a:lnTo>
                  <a:pt x="9364" y="21298"/>
                </a:lnTo>
                <a:lnTo>
                  <a:pt x="9864" y="21118"/>
                </a:lnTo>
                <a:lnTo>
                  <a:pt x="10238" y="20937"/>
                </a:lnTo>
                <a:lnTo>
                  <a:pt x="10613" y="20637"/>
                </a:lnTo>
                <a:lnTo>
                  <a:pt x="11236" y="20035"/>
                </a:lnTo>
                <a:lnTo>
                  <a:pt x="11610" y="19374"/>
                </a:lnTo>
                <a:lnTo>
                  <a:pt x="11736" y="18712"/>
                </a:lnTo>
                <a:lnTo>
                  <a:pt x="11984" y="17388"/>
                </a:lnTo>
                <a:lnTo>
                  <a:pt x="12359" y="15823"/>
                </a:lnTo>
                <a:lnTo>
                  <a:pt x="12485" y="14199"/>
                </a:lnTo>
                <a:lnTo>
                  <a:pt x="12485" y="10950"/>
                </a:lnTo>
                <a:lnTo>
                  <a:pt x="12737" y="10830"/>
                </a:lnTo>
                <a:lnTo>
                  <a:pt x="12859" y="10711"/>
                </a:lnTo>
                <a:lnTo>
                  <a:pt x="12859" y="10589"/>
                </a:lnTo>
                <a:lnTo>
                  <a:pt x="13234" y="10289"/>
                </a:lnTo>
                <a:lnTo>
                  <a:pt x="13486" y="9928"/>
                </a:lnTo>
                <a:lnTo>
                  <a:pt x="13608" y="9567"/>
                </a:lnTo>
                <a:lnTo>
                  <a:pt x="13486" y="9387"/>
                </a:lnTo>
                <a:lnTo>
                  <a:pt x="13360" y="9205"/>
                </a:lnTo>
                <a:lnTo>
                  <a:pt x="12985" y="9024"/>
                </a:lnTo>
                <a:lnTo>
                  <a:pt x="12485" y="8905"/>
                </a:lnTo>
                <a:lnTo>
                  <a:pt x="11862" y="8844"/>
                </a:lnTo>
                <a:lnTo>
                  <a:pt x="11113" y="8785"/>
                </a:lnTo>
                <a:lnTo>
                  <a:pt x="8615" y="8785"/>
                </a:lnTo>
                <a:lnTo>
                  <a:pt x="7366" y="8724"/>
                </a:lnTo>
                <a:lnTo>
                  <a:pt x="7117" y="7883"/>
                </a:lnTo>
                <a:lnTo>
                  <a:pt x="7366" y="7520"/>
                </a:lnTo>
                <a:lnTo>
                  <a:pt x="7366" y="7160"/>
                </a:lnTo>
                <a:lnTo>
                  <a:pt x="7492" y="6499"/>
                </a:lnTo>
                <a:lnTo>
                  <a:pt x="8366" y="6799"/>
                </a:lnTo>
                <a:lnTo>
                  <a:pt x="9238" y="7040"/>
                </a:lnTo>
                <a:lnTo>
                  <a:pt x="10112" y="7220"/>
                </a:lnTo>
                <a:lnTo>
                  <a:pt x="11113" y="7340"/>
                </a:lnTo>
                <a:lnTo>
                  <a:pt x="11984" y="7461"/>
                </a:lnTo>
                <a:lnTo>
                  <a:pt x="12985" y="7520"/>
                </a:lnTo>
                <a:lnTo>
                  <a:pt x="14983" y="7520"/>
                </a:lnTo>
                <a:lnTo>
                  <a:pt x="15858" y="7461"/>
                </a:lnTo>
                <a:lnTo>
                  <a:pt x="16855" y="7340"/>
                </a:lnTo>
                <a:lnTo>
                  <a:pt x="17730" y="7220"/>
                </a:lnTo>
                <a:lnTo>
                  <a:pt x="18727" y="7040"/>
                </a:lnTo>
                <a:lnTo>
                  <a:pt x="19602" y="6859"/>
                </a:lnTo>
                <a:lnTo>
                  <a:pt x="19850" y="6740"/>
                </a:lnTo>
                <a:lnTo>
                  <a:pt x="19850" y="6377"/>
                </a:lnTo>
                <a:lnTo>
                  <a:pt x="19728" y="6197"/>
                </a:lnTo>
                <a:lnTo>
                  <a:pt x="19850" y="6257"/>
                </a:lnTo>
                <a:lnTo>
                  <a:pt x="20351" y="6499"/>
                </a:lnTo>
                <a:lnTo>
                  <a:pt x="20599" y="6559"/>
                </a:lnTo>
                <a:lnTo>
                  <a:pt x="21100" y="6618"/>
                </a:lnTo>
                <a:lnTo>
                  <a:pt x="21226" y="6618"/>
                </a:lnTo>
                <a:lnTo>
                  <a:pt x="21352" y="6559"/>
                </a:lnTo>
                <a:lnTo>
                  <a:pt x="21600" y="6377"/>
                </a:lnTo>
                <a:lnTo>
                  <a:pt x="21474" y="6138"/>
                </a:lnTo>
                <a:lnTo>
                  <a:pt x="21352" y="5957"/>
                </a:lnTo>
                <a:lnTo>
                  <a:pt x="21100" y="5777"/>
                </a:lnTo>
                <a:lnTo>
                  <a:pt x="20725" y="5536"/>
                </a:lnTo>
                <a:lnTo>
                  <a:pt x="19850" y="5236"/>
                </a:lnTo>
                <a:lnTo>
                  <a:pt x="19102" y="4994"/>
                </a:lnTo>
                <a:lnTo>
                  <a:pt x="17978" y="4693"/>
                </a:lnTo>
                <a:lnTo>
                  <a:pt x="16855" y="4453"/>
                </a:lnTo>
                <a:lnTo>
                  <a:pt x="14483" y="4092"/>
                </a:lnTo>
                <a:lnTo>
                  <a:pt x="13360" y="3971"/>
                </a:lnTo>
                <a:lnTo>
                  <a:pt x="12236" y="3912"/>
                </a:lnTo>
                <a:lnTo>
                  <a:pt x="11236" y="4032"/>
                </a:lnTo>
                <a:lnTo>
                  <a:pt x="10112" y="4273"/>
                </a:lnTo>
                <a:lnTo>
                  <a:pt x="9115" y="4573"/>
                </a:lnTo>
                <a:lnTo>
                  <a:pt x="7992" y="5054"/>
                </a:lnTo>
                <a:lnTo>
                  <a:pt x="7992" y="4994"/>
                </a:lnTo>
                <a:lnTo>
                  <a:pt x="8114" y="4573"/>
                </a:lnTo>
                <a:lnTo>
                  <a:pt x="8366" y="4212"/>
                </a:lnTo>
                <a:lnTo>
                  <a:pt x="8489" y="4032"/>
                </a:lnTo>
                <a:lnTo>
                  <a:pt x="8489" y="3610"/>
                </a:lnTo>
                <a:lnTo>
                  <a:pt x="8240" y="3490"/>
                </a:lnTo>
                <a:lnTo>
                  <a:pt x="8114" y="3069"/>
                </a:lnTo>
                <a:lnTo>
                  <a:pt x="7866" y="2647"/>
                </a:lnTo>
                <a:lnTo>
                  <a:pt x="7243" y="1865"/>
                </a:lnTo>
                <a:lnTo>
                  <a:pt x="6865" y="1504"/>
                </a:lnTo>
                <a:lnTo>
                  <a:pt x="6242" y="1084"/>
                </a:lnTo>
                <a:lnTo>
                  <a:pt x="5620" y="722"/>
                </a:lnTo>
                <a:lnTo>
                  <a:pt x="4745" y="361"/>
                </a:lnTo>
                <a:lnTo>
                  <a:pt x="3870" y="121"/>
                </a:lnTo>
                <a:lnTo>
                  <a:pt x="2995" y="0"/>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379" name="Google Shape;185;p2"/>
          <p:cNvSpPr/>
          <p:nvPr/>
        </p:nvSpPr>
        <p:spPr>
          <a:xfrm rot="1920742">
            <a:off x="5707051" y="4213992"/>
            <a:ext cx="884798" cy="75078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335" y="2852"/>
                </a:moveTo>
                <a:lnTo>
                  <a:pt x="8156" y="2905"/>
                </a:lnTo>
                <a:lnTo>
                  <a:pt x="8021" y="2959"/>
                </a:lnTo>
                <a:lnTo>
                  <a:pt x="7932" y="3169"/>
                </a:lnTo>
                <a:lnTo>
                  <a:pt x="7843" y="3434"/>
                </a:lnTo>
                <a:lnTo>
                  <a:pt x="7798" y="3644"/>
                </a:lnTo>
                <a:lnTo>
                  <a:pt x="7798" y="3802"/>
                </a:lnTo>
                <a:lnTo>
                  <a:pt x="7843" y="3962"/>
                </a:lnTo>
                <a:lnTo>
                  <a:pt x="7932" y="4067"/>
                </a:lnTo>
                <a:lnTo>
                  <a:pt x="8021" y="4120"/>
                </a:lnTo>
                <a:lnTo>
                  <a:pt x="8201" y="4120"/>
                </a:lnTo>
                <a:lnTo>
                  <a:pt x="8381" y="4067"/>
                </a:lnTo>
                <a:lnTo>
                  <a:pt x="8470" y="3962"/>
                </a:lnTo>
                <a:lnTo>
                  <a:pt x="8559" y="3802"/>
                </a:lnTo>
                <a:lnTo>
                  <a:pt x="8649" y="3644"/>
                </a:lnTo>
                <a:lnTo>
                  <a:pt x="8649" y="3275"/>
                </a:lnTo>
                <a:lnTo>
                  <a:pt x="8559" y="3117"/>
                </a:lnTo>
                <a:lnTo>
                  <a:pt x="8470" y="2959"/>
                </a:lnTo>
                <a:lnTo>
                  <a:pt x="8335" y="2852"/>
                </a:lnTo>
                <a:close/>
                <a:moveTo>
                  <a:pt x="6453" y="3802"/>
                </a:moveTo>
                <a:lnTo>
                  <a:pt x="6364" y="3856"/>
                </a:lnTo>
                <a:lnTo>
                  <a:pt x="6274" y="3909"/>
                </a:lnTo>
                <a:lnTo>
                  <a:pt x="6184" y="4014"/>
                </a:lnTo>
                <a:lnTo>
                  <a:pt x="6184" y="4226"/>
                </a:lnTo>
                <a:lnTo>
                  <a:pt x="6095" y="4279"/>
                </a:lnTo>
                <a:lnTo>
                  <a:pt x="6050" y="4384"/>
                </a:lnTo>
                <a:lnTo>
                  <a:pt x="6050" y="4647"/>
                </a:lnTo>
                <a:lnTo>
                  <a:pt x="6140" y="4806"/>
                </a:lnTo>
                <a:lnTo>
                  <a:pt x="6229" y="4912"/>
                </a:lnTo>
                <a:lnTo>
                  <a:pt x="6498" y="4912"/>
                </a:lnTo>
                <a:lnTo>
                  <a:pt x="6632" y="4806"/>
                </a:lnTo>
                <a:lnTo>
                  <a:pt x="6722" y="4701"/>
                </a:lnTo>
                <a:lnTo>
                  <a:pt x="6812" y="4542"/>
                </a:lnTo>
                <a:lnTo>
                  <a:pt x="6857" y="4331"/>
                </a:lnTo>
                <a:lnTo>
                  <a:pt x="6812" y="4120"/>
                </a:lnTo>
                <a:lnTo>
                  <a:pt x="6722" y="3962"/>
                </a:lnTo>
                <a:lnTo>
                  <a:pt x="6587" y="3856"/>
                </a:lnTo>
                <a:lnTo>
                  <a:pt x="6453" y="3802"/>
                </a:lnTo>
                <a:close/>
                <a:moveTo>
                  <a:pt x="8290" y="5124"/>
                </a:moveTo>
                <a:lnTo>
                  <a:pt x="8112" y="5176"/>
                </a:lnTo>
                <a:lnTo>
                  <a:pt x="7932" y="5334"/>
                </a:lnTo>
                <a:lnTo>
                  <a:pt x="7798" y="5493"/>
                </a:lnTo>
                <a:lnTo>
                  <a:pt x="7707" y="5704"/>
                </a:lnTo>
                <a:lnTo>
                  <a:pt x="7663" y="5916"/>
                </a:lnTo>
                <a:lnTo>
                  <a:pt x="7663" y="6286"/>
                </a:lnTo>
                <a:lnTo>
                  <a:pt x="7798" y="6391"/>
                </a:lnTo>
                <a:lnTo>
                  <a:pt x="7932" y="6444"/>
                </a:lnTo>
                <a:lnTo>
                  <a:pt x="8067" y="6391"/>
                </a:lnTo>
                <a:lnTo>
                  <a:pt x="8246" y="6233"/>
                </a:lnTo>
                <a:lnTo>
                  <a:pt x="8381" y="6233"/>
                </a:lnTo>
                <a:lnTo>
                  <a:pt x="8515" y="6179"/>
                </a:lnTo>
                <a:lnTo>
                  <a:pt x="8649" y="6021"/>
                </a:lnTo>
                <a:lnTo>
                  <a:pt x="8738" y="5809"/>
                </a:lnTo>
                <a:lnTo>
                  <a:pt x="8738" y="5546"/>
                </a:lnTo>
                <a:lnTo>
                  <a:pt x="8649" y="5334"/>
                </a:lnTo>
                <a:lnTo>
                  <a:pt x="8604" y="5229"/>
                </a:lnTo>
                <a:lnTo>
                  <a:pt x="8515" y="5176"/>
                </a:lnTo>
                <a:lnTo>
                  <a:pt x="8290" y="5124"/>
                </a:lnTo>
                <a:close/>
                <a:moveTo>
                  <a:pt x="5871" y="8608"/>
                </a:moveTo>
                <a:lnTo>
                  <a:pt x="5646" y="8768"/>
                </a:lnTo>
                <a:lnTo>
                  <a:pt x="5423" y="8926"/>
                </a:lnTo>
                <a:lnTo>
                  <a:pt x="5378" y="8978"/>
                </a:lnTo>
                <a:lnTo>
                  <a:pt x="5289" y="9085"/>
                </a:lnTo>
                <a:lnTo>
                  <a:pt x="5198" y="9190"/>
                </a:lnTo>
                <a:lnTo>
                  <a:pt x="5154" y="9348"/>
                </a:lnTo>
                <a:lnTo>
                  <a:pt x="5154" y="9453"/>
                </a:lnTo>
                <a:lnTo>
                  <a:pt x="5198" y="9665"/>
                </a:lnTo>
                <a:lnTo>
                  <a:pt x="5289" y="9876"/>
                </a:lnTo>
                <a:lnTo>
                  <a:pt x="5333" y="9930"/>
                </a:lnTo>
                <a:lnTo>
                  <a:pt x="5467" y="10035"/>
                </a:lnTo>
                <a:lnTo>
                  <a:pt x="5601" y="10088"/>
                </a:lnTo>
                <a:lnTo>
                  <a:pt x="5737" y="10140"/>
                </a:lnTo>
                <a:lnTo>
                  <a:pt x="5915" y="10088"/>
                </a:lnTo>
                <a:lnTo>
                  <a:pt x="6050" y="10035"/>
                </a:lnTo>
                <a:lnTo>
                  <a:pt x="6140" y="9930"/>
                </a:lnTo>
                <a:lnTo>
                  <a:pt x="6364" y="9718"/>
                </a:lnTo>
                <a:lnTo>
                  <a:pt x="6453" y="9560"/>
                </a:lnTo>
                <a:lnTo>
                  <a:pt x="6498" y="9348"/>
                </a:lnTo>
                <a:lnTo>
                  <a:pt x="6543" y="9136"/>
                </a:lnTo>
                <a:lnTo>
                  <a:pt x="6543" y="8978"/>
                </a:lnTo>
                <a:lnTo>
                  <a:pt x="6453" y="8820"/>
                </a:lnTo>
                <a:lnTo>
                  <a:pt x="6364" y="8715"/>
                </a:lnTo>
                <a:lnTo>
                  <a:pt x="6274" y="8608"/>
                </a:lnTo>
                <a:close/>
                <a:moveTo>
                  <a:pt x="5154" y="7078"/>
                </a:moveTo>
                <a:lnTo>
                  <a:pt x="5154" y="7288"/>
                </a:lnTo>
                <a:lnTo>
                  <a:pt x="5198" y="7394"/>
                </a:lnTo>
                <a:lnTo>
                  <a:pt x="5243" y="7448"/>
                </a:lnTo>
                <a:lnTo>
                  <a:pt x="5423" y="7499"/>
                </a:lnTo>
                <a:lnTo>
                  <a:pt x="5557" y="7448"/>
                </a:lnTo>
                <a:lnTo>
                  <a:pt x="5601" y="7394"/>
                </a:lnTo>
                <a:lnTo>
                  <a:pt x="5646" y="7288"/>
                </a:lnTo>
                <a:lnTo>
                  <a:pt x="5692" y="7236"/>
                </a:lnTo>
                <a:lnTo>
                  <a:pt x="6095" y="7394"/>
                </a:lnTo>
                <a:lnTo>
                  <a:pt x="6498" y="7499"/>
                </a:lnTo>
                <a:lnTo>
                  <a:pt x="6587" y="7658"/>
                </a:lnTo>
                <a:lnTo>
                  <a:pt x="6678" y="7816"/>
                </a:lnTo>
                <a:lnTo>
                  <a:pt x="6946" y="8081"/>
                </a:lnTo>
                <a:lnTo>
                  <a:pt x="7170" y="8398"/>
                </a:lnTo>
                <a:lnTo>
                  <a:pt x="7304" y="8715"/>
                </a:lnTo>
                <a:lnTo>
                  <a:pt x="7349" y="9031"/>
                </a:lnTo>
                <a:lnTo>
                  <a:pt x="7304" y="9401"/>
                </a:lnTo>
                <a:lnTo>
                  <a:pt x="7260" y="9612"/>
                </a:lnTo>
                <a:lnTo>
                  <a:pt x="7170" y="9823"/>
                </a:lnTo>
                <a:lnTo>
                  <a:pt x="6946" y="10193"/>
                </a:lnTo>
                <a:lnTo>
                  <a:pt x="6678" y="10405"/>
                </a:lnTo>
                <a:lnTo>
                  <a:pt x="6364" y="10615"/>
                </a:lnTo>
                <a:lnTo>
                  <a:pt x="6006" y="10722"/>
                </a:lnTo>
                <a:lnTo>
                  <a:pt x="5646" y="10773"/>
                </a:lnTo>
                <a:lnTo>
                  <a:pt x="5289" y="10827"/>
                </a:lnTo>
                <a:lnTo>
                  <a:pt x="4929" y="10773"/>
                </a:lnTo>
                <a:lnTo>
                  <a:pt x="4615" y="10722"/>
                </a:lnTo>
                <a:lnTo>
                  <a:pt x="4257" y="10563"/>
                </a:lnTo>
                <a:lnTo>
                  <a:pt x="4078" y="10405"/>
                </a:lnTo>
                <a:lnTo>
                  <a:pt x="3943" y="10193"/>
                </a:lnTo>
                <a:lnTo>
                  <a:pt x="3854" y="9930"/>
                </a:lnTo>
                <a:lnTo>
                  <a:pt x="3809" y="9665"/>
                </a:lnTo>
                <a:lnTo>
                  <a:pt x="3765" y="9190"/>
                </a:lnTo>
                <a:lnTo>
                  <a:pt x="3854" y="8768"/>
                </a:lnTo>
                <a:lnTo>
                  <a:pt x="3943" y="8345"/>
                </a:lnTo>
                <a:lnTo>
                  <a:pt x="4123" y="7975"/>
                </a:lnTo>
                <a:lnTo>
                  <a:pt x="4347" y="7658"/>
                </a:lnTo>
                <a:lnTo>
                  <a:pt x="4571" y="7448"/>
                </a:lnTo>
                <a:lnTo>
                  <a:pt x="4840" y="7236"/>
                </a:lnTo>
                <a:lnTo>
                  <a:pt x="5154" y="7078"/>
                </a:lnTo>
                <a:close/>
                <a:moveTo>
                  <a:pt x="14205" y="10352"/>
                </a:moveTo>
                <a:lnTo>
                  <a:pt x="14608" y="10457"/>
                </a:lnTo>
                <a:lnTo>
                  <a:pt x="14968" y="10457"/>
                </a:lnTo>
                <a:lnTo>
                  <a:pt x="15102" y="10405"/>
                </a:lnTo>
                <a:lnTo>
                  <a:pt x="15191" y="10722"/>
                </a:lnTo>
                <a:lnTo>
                  <a:pt x="15282" y="11092"/>
                </a:lnTo>
                <a:lnTo>
                  <a:pt x="15282" y="11250"/>
                </a:lnTo>
                <a:lnTo>
                  <a:pt x="15236" y="11250"/>
                </a:lnTo>
                <a:lnTo>
                  <a:pt x="15147" y="11302"/>
                </a:lnTo>
                <a:lnTo>
                  <a:pt x="15147" y="11355"/>
                </a:lnTo>
                <a:lnTo>
                  <a:pt x="14968" y="11250"/>
                </a:lnTo>
                <a:lnTo>
                  <a:pt x="14340" y="10880"/>
                </a:lnTo>
                <a:lnTo>
                  <a:pt x="14296" y="10773"/>
                </a:lnTo>
                <a:lnTo>
                  <a:pt x="14205" y="10615"/>
                </a:lnTo>
                <a:lnTo>
                  <a:pt x="14205" y="10352"/>
                </a:lnTo>
                <a:close/>
                <a:moveTo>
                  <a:pt x="5289" y="6338"/>
                </a:moveTo>
                <a:lnTo>
                  <a:pt x="5198" y="6444"/>
                </a:lnTo>
                <a:lnTo>
                  <a:pt x="4929" y="6496"/>
                </a:lnTo>
                <a:lnTo>
                  <a:pt x="4661" y="6654"/>
                </a:lnTo>
                <a:lnTo>
                  <a:pt x="4437" y="6813"/>
                </a:lnTo>
                <a:lnTo>
                  <a:pt x="4212" y="6971"/>
                </a:lnTo>
                <a:lnTo>
                  <a:pt x="3989" y="7183"/>
                </a:lnTo>
                <a:lnTo>
                  <a:pt x="3765" y="7448"/>
                </a:lnTo>
                <a:lnTo>
                  <a:pt x="3630" y="7711"/>
                </a:lnTo>
                <a:lnTo>
                  <a:pt x="3451" y="8028"/>
                </a:lnTo>
                <a:lnTo>
                  <a:pt x="3317" y="8503"/>
                </a:lnTo>
                <a:lnTo>
                  <a:pt x="3226" y="8978"/>
                </a:lnTo>
                <a:lnTo>
                  <a:pt x="3226" y="9506"/>
                </a:lnTo>
                <a:lnTo>
                  <a:pt x="3272" y="9982"/>
                </a:lnTo>
                <a:lnTo>
                  <a:pt x="3451" y="10457"/>
                </a:lnTo>
                <a:lnTo>
                  <a:pt x="3675" y="10827"/>
                </a:lnTo>
                <a:lnTo>
                  <a:pt x="3809" y="11038"/>
                </a:lnTo>
                <a:lnTo>
                  <a:pt x="3989" y="11143"/>
                </a:lnTo>
                <a:lnTo>
                  <a:pt x="4168" y="11302"/>
                </a:lnTo>
                <a:lnTo>
                  <a:pt x="4392" y="11355"/>
                </a:lnTo>
                <a:lnTo>
                  <a:pt x="4840" y="11513"/>
                </a:lnTo>
                <a:lnTo>
                  <a:pt x="5243" y="11567"/>
                </a:lnTo>
                <a:lnTo>
                  <a:pt x="5692" y="11513"/>
                </a:lnTo>
                <a:lnTo>
                  <a:pt x="6140" y="11460"/>
                </a:lnTo>
                <a:lnTo>
                  <a:pt x="6543" y="11302"/>
                </a:lnTo>
                <a:lnTo>
                  <a:pt x="6946" y="11092"/>
                </a:lnTo>
                <a:lnTo>
                  <a:pt x="7304" y="10773"/>
                </a:lnTo>
                <a:lnTo>
                  <a:pt x="7618" y="10405"/>
                </a:lnTo>
                <a:lnTo>
                  <a:pt x="7798" y="9982"/>
                </a:lnTo>
                <a:lnTo>
                  <a:pt x="7887" y="9560"/>
                </a:lnTo>
                <a:lnTo>
                  <a:pt x="7977" y="9136"/>
                </a:lnTo>
                <a:lnTo>
                  <a:pt x="7932" y="8661"/>
                </a:lnTo>
                <a:lnTo>
                  <a:pt x="7843" y="8291"/>
                </a:lnTo>
                <a:lnTo>
                  <a:pt x="7663" y="7923"/>
                </a:lnTo>
                <a:lnTo>
                  <a:pt x="7529" y="7764"/>
                </a:lnTo>
                <a:lnTo>
                  <a:pt x="7304" y="7553"/>
                </a:lnTo>
                <a:lnTo>
                  <a:pt x="7126" y="7341"/>
                </a:lnTo>
                <a:lnTo>
                  <a:pt x="7081" y="7236"/>
                </a:lnTo>
                <a:lnTo>
                  <a:pt x="7081" y="7129"/>
                </a:lnTo>
                <a:lnTo>
                  <a:pt x="7035" y="7024"/>
                </a:lnTo>
                <a:lnTo>
                  <a:pt x="6992" y="6919"/>
                </a:lnTo>
                <a:lnTo>
                  <a:pt x="6901" y="6813"/>
                </a:lnTo>
                <a:lnTo>
                  <a:pt x="6767" y="6761"/>
                </a:lnTo>
                <a:lnTo>
                  <a:pt x="6364" y="6708"/>
                </a:lnTo>
                <a:lnTo>
                  <a:pt x="6274" y="6603"/>
                </a:lnTo>
                <a:lnTo>
                  <a:pt x="6274" y="6496"/>
                </a:lnTo>
                <a:lnTo>
                  <a:pt x="6184" y="6391"/>
                </a:lnTo>
                <a:lnTo>
                  <a:pt x="5601" y="6391"/>
                </a:lnTo>
                <a:lnTo>
                  <a:pt x="5467" y="6338"/>
                </a:lnTo>
                <a:close/>
                <a:moveTo>
                  <a:pt x="2151" y="10722"/>
                </a:moveTo>
                <a:lnTo>
                  <a:pt x="2331" y="10773"/>
                </a:lnTo>
                <a:lnTo>
                  <a:pt x="2509" y="10827"/>
                </a:lnTo>
                <a:lnTo>
                  <a:pt x="2644" y="10985"/>
                </a:lnTo>
                <a:lnTo>
                  <a:pt x="2779" y="11143"/>
                </a:lnTo>
                <a:lnTo>
                  <a:pt x="2868" y="11355"/>
                </a:lnTo>
                <a:lnTo>
                  <a:pt x="2868" y="11672"/>
                </a:lnTo>
                <a:lnTo>
                  <a:pt x="2823" y="11725"/>
                </a:lnTo>
                <a:lnTo>
                  <a:pt x="2734" y="11725"/>
                </a:lnTo>
                <a:lnTo>
                  <a:pt x="2600" y="11618"/>
                </a:lnTo>
                <a:lnTo>
                  <a:pt x="2465" y="11460"/>
                </a:lnTo>
                <a:lnTo>
                  <a:pt x="2331" y="11250"/>
                </a:lnTo>
                <a:lnTo>
                  <a:pt x="2106" y="10827"/>
                </a:lnTo>
                <a:lnTo>
                  <a:pt x="2017" y="10722"/>
                </a:lnTo>
                <a:close/>
                <a:moveTo>
                  <a:pt x="17388" y="10985"/>
                </a:moveTo>
                <a:lnTo>
                  <a:pt x="17297" y="11038"/>
                </a:lnTo>
                <a:lnTo>
                  <a:pt x="17253" y="11143"/>
                </a:lnTo>
                <a:lnTo>
                  <a:pt x="17119" y="11460"/>
                </a:lnTo>
                <a:lnTo>
                  <a:pt x="17119" y="11618"/>
                </a:lnTo>
                <a:lnTo>
                  <a:pt x="17163" y="11777"/>
                </a:lnTo>
                <a:lnTo>
                  <a:pt x="17208" y="11883"/>
                </a:lnTo>
                <a:lnTo>
                  <a:pt x="17297" y="11935"/>
                </a:lnTo>
                <a:lnTo>
                  <a:pt x="17477" y="11935"/>
                </a:lnTo>
                <a:lnTo>
                  <a:pt x="17611" y="11883"/>
                </a:lnTo>
                <a:lnTo>
                  <a:pt x="17657" y="11777"/>
                </a:lnTo>
                <a:lnTo>
                  <a:pt x="17702" y="11672"/>
                </a:lnTo>
                <a:lnTo>
                  <a:pt x="17702" y="11197"/>
                </a:lnTo>
                <a:lnTo>
                  <a:pt x="17657" y="11092"/>
                </a:lnTo>
                <a:lnTo>
                  <a:pt x="17611" y="11038"/>
                </a:lnTo>
                <a:lnTo>
                  <a:pt x="17477" y="10985"/>
                </a:lnTo>
                <a:close/>
                <a:moveTo>
                  <a:pt x="9052" y="8978"/>
                </a:moveTo>
                <a:lnTo>
                  <a:pt x="8918" y="9085"/>
                </a:lnTo>
                <a:lnTo>
                  <a:pt x="8829" y="9136"/>
                </a:lnTo>
                <a:lnTo>
                  <a:pt x="8784" y="9243"/>
                </a:lnTo>
                <a:lnTo>
                  <a:pt x="8738" y="9453"/>
                </a:lnTo>
                <a:lnTo>
                  <a:pt x="8738" y="9718"/>
                </a:lnTo>
                <a:lnTo>
                  <a:pt x="8784" y="9982"/>
                </a:lnTo>
                <a:lnTo>
                  <a:pt x="8829" y="10088"/>
                </a:lnTo>
                <a:lnTo>
                  <a:pt x="8918" y="10193"/>
                </a:lnTo>
                <a:lnTo>
                  <a:pt x="9366" y="10298"/>
                </a:lnTo>
                <a:lnTo>
                  <a:pt x="9052" y="10615"/>
                </a:lnTo>
                <a:lnTo>
                  <a:pt x="8873" y="10827"/>
                </a:lnTo>
                <a:lnTo>
                  <a:pt x="8784" y="10932"/>
                </a:lnTo>
                <a:lnTo>
                  <a:pt x="8738" y="11092"/>
                </a:lnTo>
                <a:lnTo>
                  <a:pt x="8738" y="11355"/>
                </a:lnTo>
                <a:lnTo>
                  <a:pt x="8829" y="11618"/>
                </a:lnTo>
                <a:lnTo>
                  <a:pt x="8963" y="11777"/>
                </a:lnTo>
                <a:lnTo>
                  <a:pt x="9142" y="11935"/>
                </a:lnTo>
                <a:lnTo>
                  <a:pt x="9187" y="12094"/>
                </a:lnTo>
                <a:lnTo>
                  <a:pt x="9232" y="12200"/>
                </a:lnTo>
                <a:lnTo>
                  <a:pt x="9276" y="12253"/>
                </a:lnTo>
                <a:lnTo>
                  <a:pt x="9456" y="12253"/>
                </a:lnTo>
                <a:lnTo>
                  <a:pt x="9545" y="12147"/>
                </a:lnTo>
                <a:lnTo>
                  <a:pt x="9590" y="12042"/>
                </a:lnTo>
                <a:lnTo>
                  <a:pt x="9679" y="11830"/>
                </a:lnTo>
                <a:lnTo>
                  <a:pt x="9679" y="11725"/>
                </a:lnTo>
                <a:lnTo>
                  <a:pt x="9635" y="11618"/>
                </a:lnTo>
                <a:lnTo>
                  <a:pt x="9590" y="11513"/>
                </a:lnTo>
                <a:lnTo>
                  <a:pt x="9501" y="11460"/>
                </a:lnTo>
                <a:lnTo>
                  <a:pt x="9366" y="11408"/>
                </a:lnTo>
                <a:lnTo>
                  <a:pt x="9321" y="11355"/>
                </a:lnTo>
                <a:lnTo>
                  <a:pt x="9321" y="11197"/>
                </a:lnTo>
                <a:lnTo>
                  <a:pt x="9410" y="11038"/>
                </a:lnTo>
                <a:lnTo>
                  <a:pt x="9590" y="10932"/>
                </a:lnTo>
                <a:lnTo>
                  <a:pt x="9770" y="10668"/>
                </a:lnTo>
                <a:lnTo>
                  <a:pt x="9904" y="10352"/>
                </a:lnTo>
                <a:lnTo>
                  <a:pt x="9904" y="10193"/>
                </a:lnTo>
                <a:lnTo>
                  <a:pt x="9859" y="10035"/>
                </a:lnTo>
                <a:lnTo>
                  <a:pt x="9815" y="9930"/>
                </a:lnTo>
                <a:lnTo>
                  <a:pt x="9724" y="9823"/>
                </a:lnTo>
                <a:lnTo>
                  <a:pt x="9456" y="9718"/>
                </a:lnTo>
                <a:lnTo>
                  <a:pt x="9187" y="9665"/>
                </a:lnTo>
                <a:lnTo>
                  <a:pt x="9232" y="9453"/>
                </a:lnTo>
                <a:lnTo>
                  <a:pt x="9276" y="9348"/>
                </a:lnTo>
                <a:lnTo>
                  <a:pt x="9366" y="9295"/>
                </a:lnTo>
                <a:lnTo>
                  <a:pt x="9410" y="9190"/>
                </a:lnTo>
                <a:lnTo>
                  <a:pt x="9366" y="9085"/>
                </a:lnTo>
                <a:lnTo>
                  <a:pt x="9276" y="8978"/>
                </a:lnTo>
                <a:close/>
                <a:moveTo>
                  <a:pt x="2017" y="9930"/>
                </a:moveTo>
                <a:lnTo>
                  <a:pt x="1928" y="9982"/>
                </a:lnTo>
                <a:lnTo>
                  <a:pt x="1883" y="10088"/>
                </a:lnTo>
                <a:lnTo>
                  <a:pt x="1837" y="10193"/>
                </a:lnTo>
                <a:lnTo>
                  <a:pt x="1837" y="10405"/>
                </a:lnTo>
                <a:lnTo>
                  <a:pt x="1883" y="10510"/>
                </a:lnTo>
                <a:lnTo>
                  <a:pt x="1928" y="10615"/>
                </a:lnTo>
                <a:lnTo>
                  <a:pt x="1883" y="10668"/>
                </a:lnTo>
                <a:lnTo>
                  <a:pt x="1837" y="10668"/>
                </a:lnTo>
                <a:lnTo>
                  <a:pt x="1793" y="10773"/>
                </a:lnTo>
                <a:lnTo>
                  <a:pt x="1748" y="10880"/>
                </a:lnTo>
                <a:lnTo>
                  <a:pt x="1793" y="11250"/>
                </a:lnTo>
                <a:lnTo>
                  <a:pt x="1928" y="11567"/>
                </a:lnTo>
                <a:lnTo>
                  <a:pt x="2106" y="11883"/>
                </a:lnTo>
                <a:lnTo>
                  <a:pt x="2331" y="12147"/>
                </a:lnTo>
                <a:lnTo>
                  <a:pt x="2600" y="12305"/>
                </a:lnTo>
                <a:lnTo>
                  <a:pt x="2734" y="12358"/>
                </a:lnTo>
                <a:lnTo>
                  <a:pt x="2868" y="12412"/>
                </a:lnTo>
                <a:lnTo>
                  <a:pt x="3003" y="12412"/>
                </a:lnTo>
                <a:lnTo>
                  <a:pt x="3137" y="12305"/>
                </a:lnTo>
                <a:lnTo>
                  <a:pt x="3226" y="12200"/>
                </a:lnTo>
                <a:lnTo>
                  <a:pt x="3317" y="12042"/>
                </a:lnTo>
                <a:lnTo>
                  <a:pt x="3406" y="11725"/>
                </a:lnTo>
                <a:lnTo>
                  <a:pt x="3406" y="11460"/>
                </a:lnTo>
                <a:lnTo>
                  <a:pt x="3361" y="11143"/>
                </a:lnTo>
                <a:lnTo>
                  <a:pt x="3272" y="10880"/>
                </a:lnTo>
                <a:lnTo>
                  <a:pt x="3092" y="10615"/>
                </a:lnTo>
                <a:lnTo>
                  <a:pt x="2914" y="10405"/>
                </a:lnTo>
                <a:lnTo>
                  <a:pt x="2689" y="10246"/>
                </a:lnTo>
                <a:lnTo>
                  <a:pt x="2420" y="10140"/>
                </a:lnTo>
                <a:lnTo>
                  <a:pt x="2331" y="9982"/>
                </a:lnTo>
                <a:lnTo>
                  <a:pt x="2241" y="9930"/>
                </a:lnTo>
                <a:close/>
                <a:moveTo>
                  <a:pt x="17477" y="10405"/>
                </a:moveTo>
                <a:lnTo>
                  <a:pt x="17657" y="10457"/>
                </a:lnTo>
                <a:lnTo>
                  <a:pt x="17791" y="10510"/>
                </a:lnTo>
                <a:lnTo>
                  <a:pt x="17880" y="10668"/>
                </a:lnTo>
                <a:lnTo>
                  <a:pt x="17925" y="10827"/>
                </a:lnTo>
                <a:lnTo>
                  <a:pt x="17925" y="11250"/>
                </a:lnTo>
                <a:lnTo>
                  <a:pt x="17836" y="11618"/>
                </a:lnTo>
                <a:lnTo>
                  <a:pt x="17702" y="11935"/>
                </a:lnTo>
                <a:lnTo>
                  <a:pt x="17522" y="12253"/>
                </a:lnTo>
                <a:lnTo>
                  <a:pt x="17432" y="12358"/>
                </a:lnTo>
                <a:lnTo>
                  <a:pt x="17343" y="12412"/>
                </a:lnTo>
                <a:lnTo>
                  <a:pt x="17253" y="12412"/>
                </a:lnTo>
                <a:lnTo>
                  <a:pt x="17163" y="12358"/>
                </a:lnTo>
                <a:lnTo>
                  <a:pt x="17119" y="12305"/>
                </a:lnTo>
                <a:lnTo>
                  <a:pt x="17074" y="12200"/>
                </a:lnTo>
                <a:lnTo>
                  <a:pt x="16985" y="11935"/>
                </a:lnTo>
                <a:lnTo>
                  <a:pt x="17029" y="11567"/>
                </a:lnTo>
                <a:lnTo>
                  <a:pt x="17074" y="11197"/>
                </a:lnTo>
                <a:lnTo>
                  <a:pt x="17208" y="10457"/>
                </a:lnTo>
                <a:lnTo>
                  <a:pt x="17477" y="10405"/>
                </a:lnTo>
                <a:close/>
                <a:moveTo>
                  <a:pt x="17388" y="9718"/>
                </a:moveTo>
                <a:lnTo>
                  <a:pt x="17253" y="9770"/>
                </a:lnTo>
                <a:lnTo>
                  <a:pt x="16939" y="9770"/>
                </a:lnTo>
                <a:lnTo>
                  <a:pt x="16894" y="9823"/>
                </a:lnTo>
                <a:lnTo>
                  <a:pt x="16805" y="9982"/>
                </a:lnTo>
                <a:lnTo>
                  <a:pt x="16625" y="10615"/>
                </a:lnTo>
                <a:lnTo>
                  <a:pt x="16491" y="11302"/>
                </a:lnTo>
                <a:lnTo>
                  <a:pt x="16446" y="11672"/>
                </a:lnTo>
                <a:lnTo>
                  <a:pt x="16446" y="11988"/>
                </a:lnTo>
                <a:lnTo>
                  <a:pt x="16491" y="12358"/>
                </a:lnTo>
                <a:lnTo>
                  <a:pt x="16580" y="12675"/>
                </a:lnTo>
                <a:lnTo>
                  <a:pt x="16716" y="12834"/>
                </a:lnTo>
                <a:lnTo>
                  <a:pt x="16894" y="12992"/>
                </a:lnTo>
                <a:lnTo>
                  <a:pt x="17074" y="13097"/>
                </a:lnTo>
                <a:lnTo>
                  <a:pt x="17253" y="13150"/>
                </a:lnTo>
                <a:lnTo>
                  <a:pt x="17522" y="13097"/>
                </a:lnTo>
                <a:lnTo>
                  <a:pt x="17702" y="12992"/>
                </a:lnTo>
                <a:lnTo>
                  <a:pt x="17836" y="12780"/>
                </a:lnTo>
                <a:lnTo>
                  <a:pt x="18014" y="12570"/>
                </a:lnTo>
                <a:lnTo>
                  <a:pt x="18283" y="12094"/>
                </a:lnTo>
                <a:lnTo>
                  <a:pt x="18418" y="11777"/>
                </a:lnTo>
                <a:lnTo>
                  <a:pt x="18463" y="11513"/>
                </a:lnTo>
                <a:lnTo>
                  <a:pt x="18508" y="11250"/>
                </a:lnTo>
                <a:lnTo>
                  <a:pt x="18508" y="10932"/>
                </a:lnTo>
                <a:lnTo>
                  <a:pt x="18463" y="10668"/>
                </a:lnTo>
                <a:lnTo>
                  <a:pt x="18374" y="10352"/>
                </a:lnTo>
                <a:lnTo>
                  <a:pt x="18328" y="10193"/>
                </a:lnTo>
                <a:lnTo>
                  <a:pt x="18194" y="10088"/>
                </a:lnTo>
                <a:lnTo>
                  <a:pt x="17925" y="9823"/>
                </a:lnTo>
                <a:lnTo>
                  <a:pt x="17746" y="9770"/>
                </a:lnTo>
                <a:lnTo>
                  <a:pt x="17566" y="9718"/>
                </a:lnTo>
                <a:close/>
                <a:moveTo>
                  <a:pt x="7663" y="11355"/>
                </a:moveTo>
                <a:lnTo>
                  <a:pt x="7573" y="11408"/>
                </a:lnTo>
                <a:lnTo>
                  <a:pt x="7484" y="11513"/>
                </a:lnTo>
                <a:lnTo>
                  <a:pt x="7304" y="11672"/>
                </a:lnTo>
                <a:lnTo>
                  <a:pt x="7170" y="11935"/>
                </a:lnTo>
                <a:lnTo>
                  <a:pt x="7081" y="12200"/>
                </a:lnTo>
                <a:lnTo>
                  <a:pt x="7081" y="12358"/>
                </a:lnTo>
                <a:lnTo>
                  <a:pt x="7126" y="12464"/>
                </a:lnTo>
                <a:lnTo>
                  <a:pt x="7215" y="12517"/>
                </a:lnTo>
                <a:lnTo>
                  <a:pt x="7618" y="12517"/>
                </a:lnTo>
                <a:lnTo>
                  <a:pt x="7843" y="12622"/>
                </a:lnTo>
                <a:lnTo>
                  <a:pt x="7573" y="12992"/>
                </a:lnTo>
                <a:lnTo>
                  <a:pt x="7573" y="13150"/>
                </a:lnTo>
                <a:lnTo>
                  <a:pt x="7618" y="13309"/>
                </a:lnTo>
                <a:lnTo>
                  <a:pt x="7753" y="13467"/>
                </a:lnTo>
                <a:lnTo>
                  <a:pt x="7887" y="13520"/>
                </a:lnTo>
                <a:lnTo>
                  <a:pt x="8201" y="13520"/>
                </a:lnTo>
                <a:lnTo>
                  <a:pt x="8290" y="13415"/>
                </a:lnTo>
                <a:lnTo>
                  <a:pt x="8381" y="13255"/>
                </a:lnTo>
                <a:lnTo>
                  <a:pt x="8335" y="13097"/>
                </a:lnTo>
                <a:lnTo>
                  <a:pt x="8246" y="12992"/>
                </a:lnTo>
                <a:lnTo>
                  <a:pt x="8381" y="12887"/>
                </a:lnTo>
                <a:lnTo>
                  <a:pt x="8470" y="12780"/>
                </a:lnTo>
                <a:lnTo>
                  <a:pt x="8470" y="12570"/>
                </a:lnTo>
                <a:lnTo>
                  <a:pt x="8425" y="12412"/>
                </a:lnTo>
                <a:lnTo>
                  <a:pt x="8246" y="12253"/>
                </a:lnTo>
                <a:lnTo>
                  <a:pt x="8067" y="12147"/>
                </a:lnTo>
                <a:lnTo>
                  <a:pt x="7887" y="12042"/>
                </a:lnTo>
                <a:lnTo>
                  <a:pt x="7663" y="11988"/>
                </a:lnTo>
                <a:lnTo>
                  <a:pt x="7753" y="11777"/>
                </a:lnTo>
                <a:lnTo>
                  <a:pt x="7843" y="11567"/>
                </a:lnTo>
                <a:lnTo>
                  <a:pt x="7843" y="11460"/>
                </a:lnTo>
                <a:lnTo>
                  <a:pt x="7798" y="11408"/>
                </a:lnTo>
                <a:lnTo>
                  <a:pt x="7753" y="11408"/>
                </a:lnTo>
                <a:lnTo>
                  <a:pt x="7663" y="11355"/>
                </a:lnTo>
                <a:close/>
                <a:moveTo>
                  <a:pt x="9321" y="793"/>
                </a:moveTo>
                <a:lnTo>
                  <a:pt x="9501" y="845"/>
                </a:lnTo>
                <a:lnTo>
                  <a:pt x="9679" y="952"/>
                </a:lnTo>
                <a:lnTo>
                  <a:pt x="10307" y="1585"/>
                </a:lnTo>
                <a:lnTo>
                  <a:pt x="10576" y="1902"/>
                </a:lnTo>
                <a:lnTo>
                  <a:pt x="10845" y="2272"/>
                </a:lnTo>
                <a:lnTo>
                  <a:pt x="11069" y="2640"/>
                </a:lnTo>
                <a:lnTo>
                  <a:pt x="11248" y="3064"/>
                </a:lnTo>
                <a:lnTo>
                  <a:pt x="11338" y="3486"/>
                </a:lnTo>
                <a:lnTo>
                  <a:pt x="11382" y="3962"/>
                </a:lnTo>
                <a:lnTo>
                  <a:pt x="11338" y="4437"/>
                </a:lnTo>
                <a:lnTo>
                  <a:pt x="11293" y="4859"/>
                </a:lnTo>
                <a:lnTo>
                  <a:pt x="11024" y="5704"/>
                </a:lnTo>
                <a:lnTo>
                  <a:pt x="10755" y="6496"/>
                </a:lnTo>
                <a:lnTo>
                  <a:pt x="10487" y="7341"/>
                </a:lnTo>
                <a:lnTo>
                  <a:pt x="10441" y="7711"/>
                </a:lnTo>
                <a:lnTo>
                  <a:pt x="10396" y="8081"/>
                </a:lnTo>
                <a:lnTo>
                  <a:pt x="10396" y="8450"/>
                </a:lnTo>
                <a:lnTo>
                  <a:pt x="10441" y="8873"/>
                </a:lnTo>
                <a:lnTo>
                  <a:pt x="10487" y="9085"/>
                </a:lnTo>
                <a:lnTo>
                  <a:pt x="10576" y="9348"/>
                </a:lnTo>
                <a:lnTo>
                  <a:pt x="10755" y="9823"/>
                </a:lnTo>
                <a:lnTo>
                  <a:pt x="10979" y="10246"/>
                </a:lnTo>
                <a:lnTo>
                  <a:pt x="11159" y="10722"/>
                </a:lnTo>
                <a:lnTo>
                  <a:pt x="11248" y="11197"/>
                </a:lnTo>
                <a:lnTo>
                  <a:pt x="11293" y="11725"/>
                </a:lnTo>
                <a:lnTo>
                  <a:pt x="11248" y="12200"/>
                </a:lnTo>
                <a:lnTo>
                  <a:pt x="11113" y="12675"/>
                </a:lnTo>
                <a:lnTo>
                  <a:pt x="10935" y="13150"/>
                </a:lnTo>
                <a:lnTo>
                  <a:pt x="10710" y="13574"/>
                </a:lnTo>
                <a:lnTo>
                  <a:pt x="10396" y="13942"/>
                </a:lnTo>
                <a:lnTo>
                  <a:pt x="10084" y="14259"/>
                </a:lnTo>
                <a:lnTo>
                  <a:pt x="9724" y="14471"/>
                </a:lnTo>
                <a:lnTo>
                  <a:pt x="9366" y="14682"/>
                </a:lnTo>
                <a:lnTo>
                  <a:pt x="9007" y="14841"/>
                </a:lnTo>
                <a:lnTo>
                  <a:pt x="8604" y="14894"/>
                </a:lnTo>
                <a:lnTo>
                  <a:pt x="8156" y="14999"/>
                </a:lnTo>
                <a:lnTo>
                  <a:pt x="7932" y="14946"/>
                </a:lnTo>
                <a:lnTo>
                  <a:pt x="7707" y="14894"/>
                </a:lnTo>
                <a:lnTo>
                  <a:pt x="7529" y="14735"/>
                </a:lnTo>
                <a:lnTo>
                  <a:pt x="7349" y="14524"/>
                </a:lnTo>
                <a:lnTo>
                  <a:pt x="7215" y="14312"/>
                </a:lnTo>
                <a:lnTo>
                  <a:pt x="7035" y="14154"/>
                </a:lnTo>
                <a:lnTo>
                  <a:pt x="6901" y="14049"/>
                </a:lnTo>
                <a:lnTo>
                  <a:pt x="6722" y="13942"/>
                </a:lnTo>
                <a:lnTo>
                  <a:pt x="6364" y="13837"/>
                </a:lnTo>
                <a:lnTo>
                  <a:pt x="6006" y="13837"/>
                </a:lnTo>
                <a:lnTo>
                  <a:pt x="5646" y="13942"/>
                </a:lnTo>
                <a:lnTo>
                  <a:pt x="4885" y="14207"/>
                </a:lnTo>
                <a:lnTo>
                  <a:pt x="4526" y="14365"/>
                </a:lnTo>
                <a:lnTo>
                  <a:pt x="4168" y="14471"/>
                </a:lnTo>
                <a:lnTo>
                  <a:pt x="3809" y="14524"/>
                </a:lnTo>
                <a:lnTo>
                  <a:pt x="3451" y="14471"/>
                </a:lnTo>
                <a:lnTo>
                  <a:pt x="3048" y="14417"/>
                </a:lnTo>
                <a:lnTo>
                  <a:pt x="2689" y="14259"/>
                </a:lnTo>
                <a:lnTo>
                  <a:pt x="2375" y="14101"/>
                </a:lnTo>
                <a:lnTo>
                  <a:pt x="2017" y="13890"/>
                </a:lnTo>
                <a:lnTo>
                  <a:pt x="1703" y="13625"/>
                </a:lnTo>
                <a:lnTo>
                  <a:pt x="1434" y="13362"/>
                </a:lnTo>
                <a:lnTo>
                  <a:pt x="1165" y="12939"/>
                </a:lnTo>
                <a:lnTo>
                  <a:pt x="942" y="12517"/>
                </a:lnTo>
                <a:lnTo>
                  <a:pt x="762" y="12042"/>
                </a:lnTo>
                <a:lnTo>
                  <a:pt x="672" y="11567"/>
                </a:lnTo>
                <a:lnTo>
                  <a:pt x="628" y="11038"/>
                </a:lnTo>
                <a:lnTo>
                  <a:pt x="628" y="10563"/>
                </a:lnTo>
                <a:lnTo>
                  <a:pt x="717" y="10035"/>
                </a:lnTo>
                <a:lnTo>
                  <a:pt x="808" y="9560"/>
                </a:lnTo>
                <a:lnTo>
                  <a:pt x="986" y="9085"/>
                </a:lnTo>
                <a:lnTo>
                  <a:pt x="1211" y="8661"/>
                </a:lnTo>
                <a:lnTo>
                  <a:pt x="1479" y="8291"/>
                </a:lnTo>
                <a:lnTo>
                  <a:pt x="1793" y="7975"/>
                </a:lnTo>
                <a:lnTo>
                  <a:pt x="2465" y="7341"/>
                </a:lnTo>
                <a:lnTo>
                  <a:pt x="3137" y="6654"/>
                </a:lnTo>
                <a:lnTo>
                  <a:pt x="3406" y="6286"/>
                </a:lnTo>
                <a:lnTo>
                  <a:pt x="3630" y="5916"/>
                </a:lnTo>
                <a:lnTo>
                  <a:pt x="3765" y="5493"/>
                </a:lnTo>
                <a:lnTo>
                  <a:pt x="3900" y="5017"/>
                </a:lnTo>
                <a:lnTo>
                  <a:pt x="3989" y="4489"/>
                </a:lnTo>
                <a:lnTo>
                  <a:pt x="4034" y="3909"/>
                </a:lnTo>
                <a:lnTo>
                  <a:pt x="4123" y="3380"/>
                </a:lnTo>
                <a:lnTo>
                  <a:pt x="4212" y="3117"/>
                </a:lnTo>
                <a:lnTo>
                  <a:pt x="4347" y="2852"/>
                </a:lnTo>
                <a:lnTo>
                  <a:pt x="4526" y="2589"/>
                </a:lnTo>
                <a:lnTo>
                  <a:pt x="4706" y="2377"/>
                </a:lnTo>
                <a:lnTo>
                  <a:pt x="4975" y="2219"/>
                </a:lnTo>
                <a:lnTo>
                  <a:pt x="5243" y="2113"/>
                </a:lnTo>
                <a:lnTo>
                  <a:pt x="5512" y="2060"/>
                </a:lnTo>
                <a:lnTo>
                  <a:pt x="5826" y="2007"/>
                </a:lnTo>
                <a:lnTo>
                  <a:pt x="6095" y="2007"/>
                </a:lnTo>
                <a:lnTo>
                  <a:pt x="6364" y="2113"/>
                </a:lnTo>
                <a:lnTo>
                  <a:pt x="6050" y="2430"/>
                </a:lnTo>
                <a:lnTo>
                  <a:pt x="6006" y="2535"/>
                </a:lnTo>
                <a:lnTo>
                  <a:pt x="5960" y="2640"/>
                </a:lnTo>
                <a:lnTo>
                  <a:pt x="6006" y="2852"/>
                </a:lnTo>
                <a:lnTo>
                  <a:pt x="6095" y="3010"/>
                </a:lnTo>
                <a:lnTo>
                  <a:pt x="6184" y="3064"/>
                </a:lnTo>
                <a:lnTo>
                  <a:pt x="6274" y="3064"/>
                </a:lnTo>
                <a:lnTo>
                  <a:pt x="6498" y="3010"/>
                </a:lnTo>
                <a:lnTo>
                  <a:pt x="6632" y="2905"/>
                </a:lnTo>
                <a:lnTo>
                  <a:pt x="6767" y="2800"/>
                </a:lnTo>
                <a:lnTo>
                  <a:pt x="6857" y="2589"/>
                </a:lnTo>
                <a:lnTo>
                  <a:pt x="7035" y="2377"/>
                </a:lnTo>
                <a:lnTo>
                  <a:pt x="7126" y="2324"/>
                </a:lnTo>
                <a:lnTo>
                  <a:pt x="7170" y="2272"/>
                </a:lnTo>
                <a:lnTo>
                  <a:pt x="7843" y="1638"/>
                </a:lnTo>
                <a:lnTo>
                  <a:pt x="8559" y="1110"/>
                </a:lnTo>
                <a:lnTo>
                  <a:pt x="8963" y="898"/>
                </a:lnTo>
                <a:lnTo>
                  <a:pt x="9142" y="793"/>
                </a:lnTo>
                <a:close/>
                <a:moveTo>
                  <a:pt x="13219" y="13362"/>
                </a:moveTo>
                <a:lnTo>
                  <a:pt x="13399" y="13732"/>
                </a:lnTo>
                <a:lnTo>
                  <a:pt x="13579" y="14049"/>
                </a:lnTo>
                <a:lnTo>
                  <a:pt x="13847" y="14365"/>
                </a:lnTo>
                <a:lnTo>
                  <a:pt x="14161" y="14629"/>
                </a:lnTo>
                <a:lnTo>
                  <a:pt x="13937" y="14999"/>
                </a:lnTo>
                <a:lnTo>
                  <a:pt x="13668" y="14682"/>
                </a:lnTo>
                <a:lnTo>
                  <a:pt x="13399" y="14365"/>
                </a:lnTo>
                <a:lnTo>
                  <a:pt x="13085" y="14154"/>
                </a:lnTo>
                <a:lnTo>
                  <a:pt x="12772" y="13890"/>
                </a:lnTo>
                <a:lnTo>
                  <a:pt x="12951" y="13625"/>
                </a:lnTo>
                <a:lnTo>
                  <a:pt x="13219" y="13362"/>
                </a:lnTo>
                <a:close/>
                <a:moveTo>
                  <a:pt x="16985" y="14312"/>
                </a:moveTo>
                <a:lnTo>
                  <a:pt x="16894" y="14365"/>
                </a:lnTo>
                <a:lnTo>
                  <a:pt x="16805" y="14417"/>
                </a:lnTo>
                <a:lnTo>
                  <a:pt x="16760" y="14417"/>
                </a:lnTo>
                <a:lnTo>
                  <a:pt x="16760" y="14471"/>
                </a:lnTo>
                <a:lnTo>
                  <a:pt x="16671" y="14629"/>
                </a:lnTo>
                <a:lnTo>
                  <a:pt x="16625" y="14787"/>
                </a:lnTo>
                <a:lnTo>
                  <a:pt x="16671" y="14999"/>
                </a:lnTo>
                <a:lnTo>
                  <a:pt x="16760" y="15211"/>
                </a:lnTo>
                <a:lnTo>
                  <a:pt x="16894" y="15316"/>
                </a:lnTo>
                <a:lnTo>
                  <a:pt x="17029" y="15369"/>
                </a:lnTo>
                <a:lnTo>
                  <a:pt x="17163" y="15316"/>
                </a:lnTo>
                <a:lnTo>
                  <a:pt x="17297" y="15262"/>
                </a:lnTo>
                <a:lnTo>
                  <a:pt x="17432" y="15104"/>
                </a:lnTo>
                <a:lnTo>
                  <a:pt x="17522" y="14999"/>
                </a:lnTo>
                <a:lnTo>
                  <a:pt x="17566" y="14841"/>
                </a:lnTo>
                <a:lnTo>
                  <a:pt x="17566" y="14682"/>
                </a:lnTo>
                <a:lnTo>
                  <a:pt x="17477" y="14576"/>
                </a:lnTo>
                <a:lnTo>
                  <a:pt x="17388" y="14471"/>
                </a:lnTo>
                <a:lnTo>
                  <a:pt x="17297" y="14417"/>
                </a:lnTo>
                <a:lnTo>
                  <a:pt x="17208" y="14365"/>
                </a:lnTo>
                <a:lnTo>
                  <a:pt x="17029" y="14312"/>
                </a:lnTo>
                <a:close/>
                <a:moveTo>
                  <a:pt x="9276" y="0"/>
                </a:moveTo>
                <a:lnTo>
                  <a:pt x="9098" y="53"/>
                </a:lnTo>
                <a:lnTo>
                  <a:pt x="8784" y="158"/>
                </a:lnTo>
                <a:lnTo>
                  <a:pt x="8515" y="318"/>
                </a:lnTo>
                <a:lnTo>
                  <a:pt x="8021" y="635"/>
                </a:lnTo>
                <a:lnTo>
                  <a:pt x="7573" y="1003"/>
                </a:lnTo>
                <a:lnTo>
                  <a:pt x="6722" y="1743"/>
                </a:lnTo>
                <a:lnTo>
                  <a:pt x="6364" y="1532"/>
                </a:lnTo>
                <a:lnTo>
                  <a:pt x="6006" y="1427"/>
                </a:lnTo>
                <a:lnTo>
                  <a:pt x="5601" y="1427"/>
                </a:lnTo>
                <a:lnTo>
                  <a:pt x="5198" y="1479"/>
                </a:lnTo>
                <a:lnTo>
                  <a:pt x="4885" y="1585"/>
                </a:lnTo>
                <a:lnTo>
                  <a:pt x="4615" y="1743"/>
                </a:lnTo>
                <a:lnTo>
                  <a:pt x="4392" y="1955"/>
                </a:lnTo>
                <a:lnTo>
                  <a:pt x="4168" y="2165"/>
                </a:lnTo>
                <a:lnTo>
                  <a:pt x="3943" y="2430"/>
                </a:lnTo>
                <a:lnTo>
                  <a:pt x="3809" y="2747"/>
                </a:lnTo>
                <a:lnTo>
                  <a:pt x="3675" y="3064"/>
                </a:lnTo>
                <a:lnTo>
                  <a:pt x="3586" y="3380"/>
                </a:lnTo>
                <a:lnTo>
                  <a:pt x="3495" y="3856"/>
                </a:lnTo>
                <a:lnTo>
                  <a:pt x="3406" y="4331"/>
                </a:lnTo>
                <a:lnTo>
                  <a:pt x="3361" y="4806"/>
                </a:lnTo>
                <a:lnTo>
                  <a:pt x="3226" y="5282"/>
                </a:lnTo>
                <a:lnTo>
                  <a:pt x="3182" y="5546"/>
                </a:lnTo>
                <a:lnTo>
                  <a:pt x="3048" y="5757"/>
                </a:lnTo>
                <a:lnTo>
                  <a:pt x="2779" y="6126"/>
                </a:lnTo>
                <a:lnTo>
                  <a:pt x="2465" y="6444"/>
                </a:lnTo>
                <a:lnTo>
                  <a:pt x="2151" y="6761"/>
                </a:lnTo>
                <a:lnTo>
                  <a:pt x="1569" y="7288"/>
                </a:lnTo>
                <a:lnTo>
                  <a:pt x="1031" y="7869"/>
                </a:lnTo>
                <a:lnTo>
                  <a:pt x="808" y="8133"/>
                </a:lnTo>
                <a:lnTo>
                  <a:pt x="628" y="8503"/>
                </a:lnTo>
                <a:lnTo>
                  <a:pt x="448" y="8820"/>
                </a:lnTo>
                <a:lnTo>
                  <a:pt x="269" y="9243"/>
                </a:lnTo>
                <a:lnTo>
                  <a:pt x="134" y="9665"/>
                </a:lnTo>
                <a:lnTo>
                  <a:pt x="45" y="10088"/>
                </a:lnTo>
                <a:lnTo>
                  <a:pt x="0" y="10457"/>
                </a:lnTo>
                <a:lnTo>
                  <a:pt x="0" y="10880"/>
                </a:lnTo>
                <a:lnTo>
                  <a:pt x="45" y="11302"/>
                </a:lnTo>
                <a:lnTo>
                  <a:pt x="90" y="11725"/>
                </a:lnTo>
                <a:lnTo>
                  <a:pt x="180" y="12094"/>
                </a:lnTo>
                <a:lnTo>
                  <a:pt x="269" y="12464"/>
                </a:lnTo>
                <a:lnTo>
                  <a:pt x="448" y="12834"/>
                </a:lnTo>
                <a:lnTo>
                  <a:pt x="628" y="13204"/>
                </a:lnTo>
                <a:lnTo>
                  <a:pt x="808" y="13520"/>
                </a:lnTo>
                <a:lnTo>
                  <a:pt x="1031" y="13837"/>
                </a:lnTo>
                <a:lnTo>
                  <a:pt x="1300" y="14154"/>
                </a:lnTo>
                <a:lnTo>
                  <a:pt x="1569" y="14417"/>
                </a:lnTo>
                <a:lnTo>
                  <a:pt x="1883" y="14629"/>
                </a:lnTo>
                <a:lnTo>
                  <a:pt x="2197" y="14841"/>
                </a:lnTo>
                <a:lnTo>
                  <a:pt x="2509" y="14946"/>
                </a:lnTo>
                <a:lnTo>
                  <a:pt x="2868" y="15104"/>
                </a:lnTo>
                <a:lnTo>
                  <a:pt x="3226" y="15157"/>
                </a:lnTo>
                <a:lnTo>
                  <a:pt x="3540" y="15211"/>
                </a:lnTo>
                <a:lnTo>
                  <a:pt x="3900" y="15211"/>
                </a:lnTo>
                <a:lnTo>
                  <a:pt x="4257" y="15157"/>
                </a:lnTo>
                <a:lnTo>
                  <a:pt x="4571" y="15104"/>
                </a:lnTo>
                <a:lnTo>
                  <a:pt x="4929" y="14999"/>
                </a:lnTo>
                <a:lnTo>
                  <a:pt x="5333" y="14787"/>
                </a:lnTo>
                <a:lnTo>
                  <a:pt x="5737" y="14629"/>
                </a:lnTo>
                <a:lnTo>
                  <a:pt x="5960" y="14576"/>
                </a:lnTo>
                <a:lnTo>
                  <a:pt x="6364" y="14576"/>
                </a:lnTo>
                <a:lnTo>
                  <a:pt x="6587" y="14629"/>
                </a:lnTo>
                <a:lnTo>
                  <a:pt x="6722" y="14787"/>
                </a:lnTo>
                <a:lnTo>
                  <a:pt x="6857" y="14946"/>
                </a:lnTo>
                <a:lnTo>
                  <a:pt x="7126" y="15262"/>
                </a:lnTo>
                <a:lnTo>
                  <a:pt x="7304" y="15421"/>
                </a:lnTo>
                <a:lnTo>
                  <a:pt x="7439" y="15527"/>
                </a:lnTo>
                <a:lnTo>
                  <a:pt x="7663" y="15632"/>
                </a:lnTo>
                <a:lnTo>
                  <a:pt x="7843" y="15686"/>
                </a:lnTo>
                <a:lnTo>
                  <a:pt x="8470" y="15686"/>
                </a:lnTo>
                <a:lnTo>
                  <a:pt x="8829" y="15632"/>
                </a:lnTo>
                <a:lnTo>
                  <a:pt x="9142" y="15579"/>
                </a:lnTo>
                <a:lnTo>
                  <a:pt x="9456" y="15474"/>
                </a:lnTo>
                <a:lnTo>
                  <a:pt x="9770" y="15316"/>
                </a:lnTo>
                <a:lnTo>
                  <a:pt x="10038" y="15157"/>
                </a:lnTo>
                <a:lnTo>
                  <a:pt x="10307" y="14946"/>
                </a:lnTo>
                <a:lnTo>
                  <a:pt x="10576" y="14682"/>
                </a:lnTo>
                <a:lnTo>
                  <a:pt x="10845" y="14417"/>
                </a:lnTo>
                <a:lnTo>
                  <a:pt x="11069" y="14154"/>
                </a:lnTo>
                <a:lnTo>
                  <a:pt x="11248" y="13837"/>
                </a:lnTo>
                <a:lnTo>
                  <a:pt x="11427" y="13520"/>
                </a:lnTo>
                <a:lnTo>
                  <a:pt x="11607" y="13204"/>
                </a:lnTo>
                <a:lnTo>
                  <a:pt x="11696" y="12834"/>
                </a:lnTo>
                <a:lnTo>
                  <a:pt x="11830" y="12517"/>
                </a:lnTo>
                <a:lnTo>
                  <a:pt x="11876" y="12094"/>
                </a:lnTo>
                <a:lnTo>
                  <a:pt x="11876" y="11355"/>
                </a:lnTo>
                <a:lnTo>
                  <a:pt x="11830" y="10985"/>
                </a:lnTo>
                <a:lnTo>
                  <a:pt x="11741" y="10615"/>
                </a:lnTo>
                <a:lnTo>
                  <a:pt x="11651" y="10246"/>
                </a:lnTo>
                <a:lnTo>
                  <a:pt x="11338" y="9560"/>
                </a:lnTo>
                <a:lnTo>
                  <a:pt x="11204" y="9190"/>
                </a:lnTo>
                <a:lnTo>
                  <a:pt x="11069" y="8768"/>
                </a:lnTo>
                <a:lnTo>
                  <a:pt x="11069" y="8028"/>
                </a:lnTo>
                <a:lnTo>
                  <a:pt x="11113" y="7658"/>
                </a:lnTo>
                <a:lnTo>
                  <a:pt x="11159" y="7288"/>
                </a:lnTo>
                <a:lnTo>
                  <a:pt x="11382" y="6496"/>
                </a:lnTo>
                <a:lnTo>
                  <a:pt x="11607" y="5809"/>
                </a:lnTo>
                <a:lnTo>
                  <a:pt x="11830" y="5124"/>
                </a:lnTo>
                <a:lnTo>
                  <a:pt x="11965" y="4437"/>
                </a:lnTo>
                <a:lnTo>
                  <a:pt x="12010" y="4067"/>
                </a:lnTo>
                <a:lnTo>
                  <a:pt x="12010" y="3697"/>
                </a:lnTo>
                <a:lnTo>
                  <a:pt x="11965" y="3327"/>
                </a:lnTo>
                <a:lnTo>
                  <a:pt x="11876" y="2959"/>
                </a:lnTo>
                <a:lnTo>
                  <a:pt x="11741" y="2640"/>
                </a:lnTo>
                <a:lnTo>
                  <a:pt x="11607" y="2272"/>
                </a:lnTo>
                <a:lnTo>
                  <a:pt x="11427" y="1955"/>
                </a:lnTo>
                <a:lnTo>
                  <a:pt x="11248" y="1690"/>
                </a:lnTo>
                <a:lnTo>
                  <a:pt x="10801" y="1110"/>
                </a:lnTo>
                <a:lnTo>
                  <a:pt x="10262" y="582"/>
                </a:lnTo>
                <a:lnTo>
                  <a:pt x="9724" y="158"/>
                </a:lnTo>
                <a:lnTo>
                  <a:pt x="9590" y="53"/>
                </a:lnTo>
                <a:lnTo>
                  <a:pt x="9410" y="0"/>
                </a:lnTo>
                <a:close/>
                <a:moveTo>
                  <a:pt x="15774" y="15369"/>
                </a:moveTo>
                <a:lnTo>
                  <a:pt x="15685" y="15421"/>
                </a:lnTo>
                <a:lnTo>
                  <a:pt x="15594" y="15527"/>
                </a:lnTo>
                <a:lnTo>
                  <a:pt x="15550" y="15632"/>
                </a:lnTo>
                <a:lnTo>
                  <a:pt x="15550" y="15844"/>
                </a:lnTo>
                <a:lnTo>
                  <a:pt x="15594" y="16002"/>
                </a:lnTo>
                <a:lnTo>
                  <a:pt x="15730" y="16161"/>
                </a:lnTo>
                <a:lnTo>
                  <a:pt x="15908" y="16214"/>
                </a:lnTo>
                <a:lnTo>
                  <a:pt x="16043" y="16161"/>
                </a:lnTo>
                <a:lnTo>
                  <a:pt x="16177" y="16002"/>
                </a:lnTo>
                <a:lnTo>
                  <a:pt x="16222" y="15844"/>
                </a:lnTo>
                <a:lnTo>
                  <a:pt x="16222" y="15632"/>
                </a:lnTo>
                <a:lnTo>
                  <a:pt x="16177" y="15527"/>
                </a:lnTo>
                <a:lnTo>
                  <a:pt x="16088" y="15421"/>
                </a:lnTo>
                <a:lnTo>
                  <a:pt x="15999" y="15369"/>
                </a:lnTo>
                <a:close/>
                <a:moveTo>
                  <a:pt x="16580" y="16214"/>
                </a:moveTo>
                <a:lnTo>
                  <a:pt x="16491" y="16266"/>
                </a:lnTo>
                <a:lnTo>
                  <a:pt x="16446" y="16372"/>
                </a:lnTo>
                <a:lnTo>
                  <a:pt x="16357" y="16424"/>
                </a:lnTo>
                <a:lnTo>
                  <a:pt x="16267" y="16478"/>
                </a:lnTo>
                <a:lnTo>
                  <a:pt x="16177" y="16636"/>
                </a:lnTo>
                <a:lnTo>
                  <a:pt x="16177" y="16953"/>
                </a:lnTo>
                <a:lnTo>
                  <a:pt x="16222" y="17059"/>
                </a:lnTo>
                <a:lnTo>
                  <a:pt x="16311" y="17218"/>
                </a:lnTo>
                <a:lnTo>
                  <a:pt x="16625" y="17218"/>
                </a:lnTo>
                <a:lnTo>
                  <a:pt x="16760" y="17164"/>
                </a:lnTo>
                <a:lnTo>
                  <a:pt x="16894" y="17059"/>
                </a:lnTo>
                <a:lnTo>
                  <a:pt x="16939" y="16899"/>
                </a:lnTo>
                <a:lnTo>
                  <a:pt x="17029" y="16741"/>
                </a:lnTo>
                <a:lnTo>
                  <a:pt x="17029" y="16583"/>
                </a:lnTo>
                <a:lnTo>
                  <a:pt x="16985" y="16478"/>
                </a:lnTo>
                <a:lnTo>
                  <a:pt x="16939" y="16372"/>
                </a:lnTo>
                <a:lnTo>
                  <a:pt x="16894" y="16266"/>
                </a:lnTo>
                <a:lnTo>
                  <a:pt x="16760" y="16214"/>
                </a:lnTo>
                <a:close/>
                <a:moveTo>
                  <a:pt x="14922" y="16636"/>
                </a:moveTo>
                <a:lnTo>
                  <a:pt x="14833" y="16689"/>
                </a:lnTo>
                <a:lnTo>
                  <a:pt x="14744" y="16848"/>
                </a:lnTo>
                <a:lnTo>
                  <a:pt x="14699" y="17006"/>
                </a:lnTo>
                <a:lnTo>
                  <a:pt x="14699" y="17376"/>
                </a:lnTo>
                <a:lnTo>
                  <a:pt x="14788" y="17798"/>
                </a:lnTo>
                <a:lnTo>
                  <a:pt x="14968" y="18114"/>
                </a:lnTo>
                <a:lnTo>
                  <a:pt x="15057" y="18168"/>
                </a:lnTo>
                <a:lnTo>
                  <a:pt x="15147" y="18221"/>
                </a:lnTo>
                <a:lnTo>
                  <a:pt x="15282" y="18221"/>
                </a:lnTo>
                <a:lnTo>
                  <a:pt x="15371" y="18114"/>
                </a:lnTo>
                <a:lnTo>
                  <a:pt x="15416" y="18061"/>
                </a:lnTo>
                <a:lnTo>
                  <a:pt x="15505" y="18061"/>
                </a:lnTo>
                <a:lnTo>
                  <a:pt x="15640" y="18168"/>
                </a:lnTo>
                <a:lnTo>
                  <a:pt x="15730" y="18168"/>
                </a:lnTo>
                <a:lnTo>
                  <a:pt x="15819" y="18114"/>
                </a:lnTo>
                <a:lnTo>
                  <a:pt x="15864" y="18061"/>
                </a:lnTo>
                <a:lnTo>
                  <a:pt x="15908" y="17903"/>
                </a:lnTo>
                <a:lnTo>
                  <a:pt x="15864" y="17744"/>
                </a:lnTo>
                <a:lnTo>
                  <a:pt x="15774" y="17586"/>
                </a:lnTo>
                <a:lnTo>
                  <a:pt x="15640" y="17534"/>
                </a:lnTo>
                <a:lnTo>
                  <a:pt x="15460" y="17481"/>
                </a:lnTo>
                <a:lnTo>
                  <a:pt x="15326" y="17481"/>
                </a:lnTo>
                <a:lnTo>
                  <a:pt x="15236" y="17534"/>
                </a:lnTo>
                <a:lnTo>
                  <a:pt x="15147" y="17323"/>
                </a:lnTo>
                <a:lnTo>
                  <a:pt x="15147" y="16794"/>
                </a:lnTo>
                <a:lnTo>
                  <a:pt x="15102" y="16689"/>
                </a:lnTo>
                <a:lnTo>
                  <a:pt x="15013" y="16636"/>
                </a:lnTo>
                <a:close/>
                <a:moveTo>
                  <a:pt x="17163" y="7869"/>
                </a:moveTo>
                <a:lnTo>
                  <a:pt x="17343" y="7923"/>
                </a:lnTo>
                <a:lnTo>
                  <a:pt x="17702" y="8133"/>
                </a:lnTo>
                <a:lnTo>
                  <a:pt x="17925" y="8239"/>
                </a:lnTo>
                <a:lnTo>
                  <a:pt x="18239" y="8503"/>
                </a:lnTo>
                <a:lnTo>
                  <a:pt x="18508" y="8768"/>
                </a:lnTo>
                <a:lnTo>
                  <a:pt x="18777" y="9085"/>
                </a:lnTo>
                <a:lnTo>
                  <a:pt x="19046" y="9453"/>
                </a:lnTo>
                <a:lnTo>
                  <a:pt x="19269" y="9876"/>
                </a:lnTo>
                <a:lnTo>
                  <a:pt x="19403" y="10352"/>
                </a:lnTo>
                <a:lnTo>
                  <a:pt x="19538" y="10827"/>
                </a:lnTo>
                <a:lnTo>
                  <a:pt x="19628" y="11302"/>
                </a:lnTo>
                <a:lnTo>
                  <a:pt x="19673" y="11830"/>
                </a:lnTo>
                <a:lnTo>
                  <a:pt x="19673" y="12305"/>
                </a:lnTo>
                <a:lnTo>
                  <a:pt x="19628" y="13309"/>
                </a:lnTo>
                <a:lnTo>
                  <a:pt x="19494" y="14312"/>
                </a:lnTo>
                <a:lnTo>
                  <a:pt x="19269" y="15262"/>
                </a:lnTo>
                <a:lnTo>
                  <a:pt x="18956" y="16161"/>
                </a:lnTo>
                <a:lnTo>
                  <a:pt x="18777" y="16636"/>
                </a:lnTo>
                <a:lnTo>
                  <a:pt x="18552" y="17059"/>
                </a:lnTo>
                <a:lnTo>
                  <a:pt x="18328" y="17428"/>
                </a:lnTo>
                <a:lnTo>
                  <a:pt x="18060" y="17798"/>
                </a:lnTo>
                <a:lnTo>
                  <a:pt x="17746" y="18168"/>
                </a:lnTo>
                <a:lnTo>
                  <a:pt x="17432" y="18484"/>
                </a:lnTo>
                <a:lnTo>
                  <a:pt x="17119" y="18748"/>
                </a:lnTo>
                <a:lnTo>
                  <a:pt x="16760" y="18960"/>
                </a:lnTo>
                <a:lnTo>
                  <a:pt x="16357" y="19171"/>
                </a:lnTo>
                <a:lnTo>
                  <a:pt x="15954" y="19383"/>
                </a:lnTo>
                <a:lnTo>
                  <a:pt x="15640" y="19435"/>
                </a:lnTo>
                <a:lnTo>
                  <a:pt x="15282" y="19488"/>
                </a:lnTo>
                <a:lnTo>
                  <a:pt x="15057" y="19435"/>
                </a:lnTo>
                <a:lnTo>
                  <a:pt x="14878" y="19330"/>
                </a:lnTo>
                <a:lnTo>
                  <a:pt x="14699" y="19118"/>
                </a:lnTo>
                <a:lnTo>
                  <a:pt x="14565" y="18960"/>
                </a:lnTo>
                <a:lnTo>
                  <a:pt x="14027" y="18273"/>
                </a:lnTo>
                <a:lnTo>
                  <a:pt x="13802" y="17903"/>
                </a:lnTo>
                <a:lnTo>
                  <a:pt x="13713" y="17693"/>
                </a:lnTo>
                <a:lnTo>
                  <a:pt x="13668" y="17428"/>
                </a:lnTo>
                <a:lnTo>
                  <a:pt x="13668" y="17164"/>
                </a:lnTo>
                <a:lnTo>
                  <a:pt x="13758" y="16899"/>
                </a:lnTo>
                <a:lnTo>
                  <a:pt x="13982" y="16424"/>
                </a:lnTo>
                <a:lnTo>
                  <a:pt x="14430" y="15527"/>
                </a:lnTo>
                <a:lnTo>
                  <a:pt x="14833" y="14629"/>
                </a:lnTo>
                <a:lnTo>
                  <a:pt x="15236" y="13679"/>
                </a:lnTo>
                <a:lnTo>
                  <a:pt x="15594" y="12780"/>
                </a:lnTo>
                <a:lnTo>
                  <a:pt x="15730" y="12305"/>
                </a:lnTo>
                <a:lnTo>
                  <a:pt x="15819" y="11830"/>
                </a:lnTo>
                <a:lnTo>
                  <a:pt x="15864" y="11355"/>
                </a:lnTo>
                <a:lnTo>
                  <a:pt x="15819" y="10932"/>
                </a:lnTo>
                <a:lnTo>
                  <a:pt x="15730" y="10457"/>
                </a:lnTo>
                <a:lnTo>
                  <a:pt x="15594" y="10035"/>
                </a:lnTo>
                <a:lnTo>
                  <a:pt x="15550" y="9718"/>
                </a:lnTo>
                <a:lnTo>
                  <a:pt x="15505" y="9453"/>
                </a:lnTo>
                <a:lnTo>
                  <a:pt x="15550" y="9136"/>
                </a:lnTo>
                <a:lnTo>
                  <a:pt x="15640" y="8926"/>
                </a:lnTo>
                <a:lnTo>
                  <a:pt x="15730" y="8661"/>
                </a:lnTo>
                <a:lnTo>
                  <a:pt x="15864" y="8450"/>
                </a:lnTo>
                <a:lnTo>
                  <a:pt x="16043" y="8239"/>
                </a:lnTo>
                <a:lnTo>
                  <a:pt x="16222" y="8081"/>
                </a:lnTo>
                <a:lnTo>
                  <a:pt x="16267" y="8186"/>
                </a:lnTo>
                <a:lnTo>
                  <a:pt x="16357" y="8239"/>
                </a:lnTo>
                <a:lnTo>
                  <a:pt x="16536" y="8291"/>
                </a:lnTo>
                <a:lnTo>
                  <a:pt x="16671" y="8186"/>
                </a:lnTo>
                <a:lnTo>
                  <a:pt x="16760" y="8133"/>
                </a:lnTo>
                <a:lnTo>
                  <a:pt x="16805" y="8028"/>
                </a:lnTo>
                <a:lnTo>
                  <a:pt x="16894" y="7923"/>
                </a:lnTo>
                <a:lnTo>
                  <a:pt x="17029" y="7869"/>
                </a:lnTo>
                <a:close/>
                <a:moveTo>
                  <a:pt x="16671" y="5546"/>
                </a:moveTo>
                <a:lnTo>
                  <a:pt x="16625" y="5651"/>
                </a:lnTo>
                <a:lnTo>
                  <a:pt x="16491" y="6021"/>
                </a:lnTo>
                <a:lnTo>
                  <a:pt x="16446" y="6444"/>
                </a:lnTo>
                <a:lnTo>
                  <a:pt x="16446" y="6813"/>
                </a:lnTo>
                <a:lnTo>
                  <a:pt x="16491" y="7236"/>
                </a:lnTo>
                <a:lnTo>
                  <a:pt x="16267" y="7341"/>
                </a:lnTo>
                <a:lnTo>
                  <a:pt x="16043" y="7448"/>
                </a:lnTo>
                <a:lnTo>
                  <a:pt x="15908" y="6866"/>
                </a:lnTo>
                <a:lnTo>
                  <a:pt x="15685" y="6391"/>
                </a:lnTo>
                <a:lnTo>
                  <a:pt x="15640" y="6338"/>
                </a:lnTo>
                <a:lnTo>
                  <a:pt x="15550" y="6338"/>
                </a:lnTo>
                <a:lnTo>
                  <a:pt x="15505" y="6391"/>
                </a:lnTo>
                <a:lnTo>
                  <a:pt x="15505" y="6444"/>
                </a:lnTo>
                <a:lnTo>
                  <a:pt x="15460" y="6813"/>
                </a:lnTo>
                <a:lnTo>
                  <a:pt x="15505" y="7129"/>
                </a:lnTo>
                <a:lnTo>
                  <a:pt x="15640" y="7816"/>
                </a:lnTo>
                <a:lnTo>
                  <a:pt x="15371" y="8133"/>
                </a:lnTo>
                <a:lnTo>
                  <a:pt x="15147" y="7869"/>
                </a:lnTo>
                <a:lnTo>
                  <a:pt x="14833" y="7448"/>
                </a:lnTo>
                <a:lnTo>
                  <a:pt x="14788" y="7394"/>
                </a:lnTo>
                <a:lnTo>
                  <a:pt x="14699" y="7448"/>
                </a:lnTo>
                <a:lnTo>
                  <a:pt x="14654" y="7499"/>
                </a:lnTo>
                <a:lnTo>
                  <a:pt x="14654" y="7606"/>
                </a:lnTo>
                <a:lnTo>
                  <a:pt x="14699" y="7869"/>
                </a:lnTo>
                <a:lnTo>
                  <a:pt x="14833" y="8133"/>
                </a:lnTo>
                <a:lnTo>
                  <a:pt x="14968" y="8345"/>
                </a:lnTo>
                <a:lnTo>
                  <a:pt x="15191" y="8503"/>
                </a:lnTo>
                <a:lnTo>
                  <a:pt x="15147" y="8661"/>
                </a:lnTo>
                <a:lnTo>
                  <a:pt x="15102" y="8715"/>
                </a:lnTo>
                <a:lnTo>
                  <a:pt x="14833" y="8661"/>
                </a:lnTo>
                <a:lnTo>
                  <a:pt x="14340" y="8398"/>
                </a:lnTo>
                <a:lnTo>
                  <a:pt x="14251" y="8186"/>
                </a:lnTo>
                <a:lnTo>
                  <a:pt x="14205" y="8133"/>
                </a:lnTo>
                <a:lnTo>
                  <a:pt x="14161" y="8186"/>
                </a:lnTo>
                <a:lnTo>
                  <a:pt x="14116" y="8398"/>
                </a:lnTo>
                <a:lnTo>
                  <a:pt x="14071" y="8503"/>
                </a:lnTo>
                <a:lnTo>
                  <a:pt x="14071" y="8608"/>
                </a:lnTo>
                <a:lnTo>
                  <a:pt x="14116" y="8715"/>
                </a:lnTo>
                <a:lnTo>
                  <a:pt x="14205" y="8820"/>
                </a:lnTo>
                <a:lnTo>
                  <a:pt x="14385" y="8978"/>
                </a:lnTo>
                <a:lnTo>
                  <a:pt x="14654" y="9136"/>
                </a:lnTo>
                <a:lnTo>
                  <a:pt x="15013" y="9295"/>
                </a:lnTo>
                <a:lnTo>
                  <a:pt x="14968" y="9612"/>
                </a:lnTo>
                <a:lnTo>
                  <a:pt x="15013" y="9930"/>
                </a:lnTo>
                <a:lnTo>
                  <a:pt x="14116" y="9930"/>
                </a:lnTo>
                <a:lnTo>
                  <a:pt x="13982" y="9982"/>
                </a:lnTo>
                <a:lnTo>
                  <a:pt x="13937" y="10088"/>
                </a:lnTo>
                <a:lnTo>
                  <a:pt x="13937" y="10563"/>
                </a:lnTo>
                <a:lnTo>
                  <a:pt x="14027" y="10773"/>
                </a:lnTo>
                <a:lnTo>
                  <a:pt x="14116" y="10932"/>
                </a:lnTo>
                <a:lnTo>
                  <a:pt x="14161" y="10985"/>
                </a:lnTo>
                <a:lnTo>
                  <a:pt x="14565" y="11460"/>
                </a:lnTo>
                <a:lnTo>
                  <a:pt x="14833" y="11672"/>
                </a:lnTo>
                <a:lnTo>
                  <a:pt x="14968" y="11777"/>
                </a:lnTo>
                <a:lnTo>
                  <a:pt x="15102" y="11830"/>
                </a:lnTo>
                <a:lnTo>
                  <a:pt x="15236" y="11830"/>
                </a:lnTo>
                <a:lnTo>
                  <a:pt x="15102" y="12305"/>
                </a:lnTo>
                <a:lnTo>
                  <a:pt x="14968" y="12675"/>
                </a:lnTo>
                <a:lnTo>
                  <a:pt x="14922" y="12728"/>
                </a:lnTo>
                <a:lnTo>
                  <a:pt x="14878" y="12780"/>
                </a:lnTo>
                <a:lnTo>
                  <a:pt x="14430" y="12570"/>
                </a:lnTo>
                <a:lnTo>
                  <a:pt x="14116" y="12358"/>
                </a:lnTo>
                <a:lnTo>
                  <a:pt x="13847" y="12042"/>
                </a:lnTo>
                <a:lnTo>
                  <a:pt x="13713" y="12042"/>
                </a:lnTo>
                <a:lnTo>
                  <a:pt x="13668" y="12147"/>
                </a:lnTo>
                <a:lnTo>
                  <a:pt x="13668" y="12253"/>
                </a:lnTo>
                <a:lnTo>
                  <a:pt x="13847" y="12570"/>
                </a:lnTo>
                <a:lnTo>
                  <a:pt x="14116" y="12887"/>
                </a:lnTo>
                <a:lnTo>
                  <a:pt x="14430" y="13150"/>
                </a:lnTo>
                <a:lnTo>
                  <a:pt x="14744" y="13309"/>
                </a:lnTo>
                <a:lnTo>
                  <a:pt x="14474" y="13890"/>
                </a:lnTo>
                <a:lnTo>
                  <a:pt x="14340" y="13890"/>
                </a:lnTo>
                <a:lnTo>
                  <a:pt x="14251" y="13995"/>
                </a:lnTo>
                <a:lnTo>
                  <a:pt x="13758" y="13574"/>
                </a:lnTo>
                <a:lnTo>
                  <a:pt x="13310" y="13150"/>
                </a:lnTo>
                <a:lnTo>
                  <a:pt x="13265" y="13097"/>
                </a:lnTo>
                <a:lnTo>
                  <a:pt x="13219" y="13150"/>
                </a:lnTo>
                <a:lnTo>
                  <a:pt x="12951" y="13520"/>
                </a:lnTo>
                <a:lnTo>
                  <a:pt x="12682" y="13890"/>
                </a:lnTo>
                <a:lnTo>
                  <a:pt x="12593" y="13890"/>
                </a:lnTo>
                <a:lnTo>
                  <a:pt x="12502" y="13942"/>
                </a:lnTo>
                <a:lnTo>
                  <a:pt x="12458" y="14049"/>
                </a:lnTo>
                <a:lnTo>
                  <a:pt x="12502" y="14154"/>
                </a:lnTo>
                <a:lnTo>
                  <a:pt x="13130" y="14841"/>
                </a:lnTo>
                <a:lnTo>
                  <a:pt x="13668" y="15579"/>
                </a:lnTo>
                <a:lnTo>
                  <a:pt x="13399" y="16214"/>
                </a:lnTo>
                <a:lnTo>
                  <a:pt x="13175" y="16056"/>
                </a:lnTo>
                <a:lnTo>
                  <a:pt x="12951" y="15949"/>
                </a:lnTo>
                <a:lnTo>
                  <a:pt x="12682" y="15897"/>
                </a:lnTo>
                <a:lnTo>
                  <a:pt x="12593" y="15844"/>
                </a:lnTo>
                <a:lnTo>
                  <a:pt x="12458" y="15791"/>
                </a:lnTo>
                <a:lnTo>
                  <a:pt x="12413" y="15737"/>
                </a:lnTo>
                <a:lnTo>
                  <a:pt x="12324" y="15737"/>
                </a:lnTo>
                <a:lnTo>
                  <a:pt x="12190" y="15791"/>
                </a:lnTo>
                <a:lnTo>
                  <a:pt x="12144" y="15949"/>
                </a:lnTo>
                <a:lnTo>
                  <a:pt x="12144" y="16056"/>
                </a:lnTo>
                <a:lnTo>
                  <a:pt x="12190" y="16107"/>
                </a:lnTo>
                <a:lnTo>
                  <a:pt x="12368" y="16319"/>
                </a:lnTo>
                <a:lnTo>
                  <a:pt x="12593" y="16478"/>
                </a:lnTo>
                <a:lnTo>
                  <a:pt x="12907" y="16636"/>
                </a:lnTo>
                <a:lnTo>
                  <a:pt x="13041" y="16689"/>
                </a:lnTo>
                <a:lnTo>
                  <a:pt x="13175" y="16689"/>
                </a:lnTo>
                <a:lnTo>
                  <a:pt x="13130" y="16953"/>
                </a:lnTo>
                <a:lnTo>
                  <a:pt x="13085" y="17218"/>
                </a:lnTo>
                <a:lnTo>
                  <a:pt x="13041" y="17534"/>
                </a:lnTo>
                <a:lnTo>
                  <a:pt x="13085" y="17798"/>
                </a:lnTo>
                <a:lnTo>
                  <a:pt x="13175" y="18114"/>
                </a:lnTo>
                <a:lnTo>
                  <a:pt x="12996" y="18273"/>
                </a:lnTo>
                <a:lnTo>
                  <a:pt x="12772" y="18538"/>
                </a:lnTo>
                <a:lnTo>
                  <a:pt x="12682" y="18643"/>
                </a:lnTo>
                <a:lnTo>
                  <a:pt x="12593" y="18643"/>
                </a:lnTo>
                <a:lnTo>
                  <a:pt x="12548" y="18696"/>
                </a:lnTo>
                <a:lnTo>
                  <a:pt x="12502" y="18801"/>
                </a:lnTo>
                <a:lnTo>
                  <a:pt x="12502" y="18960"/>
                </a:lnTo>
                <a:lnTo>
                  <a:pt x="12548" y="19013"/>
                </a:lnTo>
                <a:lnTo>
                  <a:pt x="12593" y="19065"/>
                </a:lnTo>
                <a:lnTo>
                  <a:pt x="12772" y="19065"/>
                </a:lnTo>
                <a:lnTo>
                  <a:pt x="12907" y="19013"/>
                </a:lnTo>
                <a:lnTo>
                  <a:pt x="13130" y="18801"/>
                </a:lnTo>
                <a:lnTo>
                  <a:pt x="13444" y="18590"/>
                </a:lnTo>
                <a:lnTo>
                  <a:pt x="13937" y="19223"/>
                </a:lnTo>
                <a:lnTo>
                  <a:pt x="14027" y="19330"/>
                </a:lnTo>
                <a:lnTo>
                  <a:pt x="13847" y="19593"/>
                </a:lnTo>
                <a:lnTo>
                  <a:pt x="13758" y="19910"/>
                </a:lnTo>
                <a:lnTo>
                  <a:pt x="13668" y="19910"/>
                </a:lnTo>
                <a:lnTo>
                  <a:pt x="13579" y="19963"/>
                </a:lnTo>
                <a:lnTo>
                  <a:pt x="13444" y="20068"/>
                </a:lnTo>
                <a:lnTo>
                  <a:pt x="13399" y="20175"/>
                </a:lnTo>
                <a:lnTo>
                  <a:pt x="13444" y="20333"/>
                </a:lnTo>
                <a:lnTo>
                  <a:pt x="13488" y="20491"/>
                </a:lnTo>
                <a:lnTo>
                  <a:pt x="13623" y="20597"/>
                </a:lnTo>
                <a:lnTo>
                  <a:pt x="13758" y="20650"/>
                </a:lnTo>
                <a:lnTo>
                  <a:pt x="13893" y="20650"/>
                </a:lnTo>
                <a:lnTo>
                  <a:pt x="14027" y="20545"/>
                </a:lnTo>
                <a:lnTo>
                  <a:pt x="14116" y="20438"/>
                </a:lnTo>
                <a:lnTo>
                  <a:pt x="14205" y="20280"/>
                </a:lnTo>
                <a:lnTo>
                  <a:pt x="14251" y="20121"/>
                </a:lnTo>
                <a:lnTo>
                  <a:pt x="14251" y="19963"/>
                </a:lnTo>
                <a:lnTo>
                  <a:pt x="14340" y="19751"/>
                </a:lnTo>
                <a:lnTo>
                  <a:pt x="14474" y="19910"/>
                </a:lnTo>
                <a:lnTo>
                  <a:pt x="14654" y="20016"/>
                </a:lnTo>
                <a:lnTo>
                  <a:pt x="14833" y="20121"/>
                </a:lnTo>
                <a:lnTo>
                  <a:pt x="15057" y="20175"/>
                </a:lnTo>
                <a:lnTo>
                  <a:pt x="15102" y="20227"/>
                </a:lnTo>
                <a:lnTo>
                  <a:pt x="14968" y="20545"/>
                </a:lnTo>
                <a:lnTo>
                  <a:pt x="14878" y="20808"/>
                </a:lnTo>
                <a:lnTo>
                  <a:pt x="14788" y="20967"/>
                </a:lnTo>
                <a:lnTo>
                  <a:pt x="14654" y="21020"/>
                </a:lnTo>
                <a:lnTo>
                  <a:pt x="14608" y="21020"/>
                </a:lnTo>
                <a:lnTo>
                  <a:pt x="14519" y="21072"/>
                </a:lnTo>
                <a:lnTo>
                  <a:pt x="14474" y="21230"/>
                </a:lnTo>
                <a:lnTo>
                  <a:pt x="14474" y="21388"/>
                </a:lnTo>
                <a:lnTo>
                  <a:pt x="14565" y="21495"/>
                </a:lnTo>
                <a:lnTo>
                  <a:pt x="14654" y="21600"/>
                </a:lnTo>
                <a:lnTo>
                  <a:pt x="14744" y="21600"/>
                </a:lnTo>
                <a:lnTo>
                  <a:pt x="14922" y="21547"/>
                </a:lnTo>
                <a:lnTo>
                  <a:pt x="15102" y="21388"/>
                </a:lnTo>
                <a:lnTo>
                  <a:pt x="15236" y="21230"/>
                </a:lnTo>
                <a:lnTo>
                  <a:pt x="15326" y="20967"/>
                </a:lnTo>
                <a:lnTo>
                  <a:pt x="15416" y="20755"/>
                </a:lnTo>
                <a:lnTo>
                  <a:pt x="15505" y="20227"/>
                </a:lnTo>
                <a:lnTo>
                  <a:pt x="16043" y="20121"/>
                </a:lnTo>
                <a:lnTo>
                  <a:pt x="16536" y="19910"/>
                </a:lnTo>
                <a:lnTo>
                  <a:pt x="16222" y="20913"/>
                </a:lnTo>
                <a:lnTo>
                  <a:pt x="16133" y="21178"/>
                </a:lnTo>
                <a:lnTo>
                  <a:pt x="16133" y="21337"/>
                </a:lnTo>
                <a:lnTo>
                  <a:pt x="16177" y="21388"/>
                </a:lnTo>
                <a:lnTo>
                  <a:pt x="16222" y="21495"/>
                </a:lnTo>
                <a:lnTo>
                  <a:pt x="16311" y="21547"/>
                </a:lnTo>
                <a:lnTo>
                  <a:pt x="16402" y="21547"/>
                </a:lnTo>
                <a:lnTo>
                  <a:pt x="16491" y="21495"/>
                </a:lnTo>
                <a:lnTo>
                  <a:pt x="16580" y="21442"/>
                </a:lnTo>
                <a:lnTo>
                  <a:pt x="16625" y="21337"/>
                </a:lnTo>
                <a:lnTo>
                  <a:pt x="16760" y="20967"/>
                </a:lnTo>
                <a:lnTo>
                  <a:pt x="16850" y="20545"/>
                </a:lnTo>
                <a:lnTo>
                  <a:pt x="16894" y="20121"/>
                </a:lnTo>
                <a:lnTo>
                  <a:pt x="16894" y="19751"/>
                </a:lnTo>
                <a:lnTo>
                  <a:pt x="17432" y="19383"/>
                </a:lnTo>
                <a:lnTo>
                  <a:pt x="17477" y="20068"/>
                </a:lnTo>
                <a:lnTo>
                  <a:pt x="17522" y="20227"/>
                </a:lnTo>
                <a:lnTo>
                  <a:pt x="17566" y="20333"/>
                </a:lnTo>
                <a:lnTo>
                  <a:pt x="17566" y="20385"/>
                </a:lnTo>
                <a:lnTo>
                  <a:pt x="17611" y="20545"/>
                </a:lnTo>
                <a:lnTo>
                  <a:pt x="17702" y="20650"/>
                </a:lnTo>
                <a:lnTo>
                  <a:pt x="17925" y="20650"/>
                </a:lnTo>
                <a:lnTo>
                  <a:pt x="17925" y="20597"/>
                </a:lnTo>
                <a:lnTo>
                  <a:pt x="18014" y="20491"/>
                </a:lnTo>
                <a:lnTo>
                  <a:pt x="18060" y="20385"/>
                </a:lnTo>
                <a:lnTo>
                  <a:pt x="17970" y="20016"/>
                </a:lnTo>
                <a:lnTo>
                  <a:pt x="17925" y="19646"/>
                </a:lnTo>
                <a:lnTo>
                  <a:pt x="17791" y="19118"/>
                </a:lnTo>
                <a:lnTo>
                  <a:pt x="18328" y="18538"/>
                </a:lnTo>
                <a:lnTo>
                  <a:pt x="18463" y="18748"/>
                </a:lnTo>
                <a:lnTo>
                  <a:pt x="18597" y="18906"/>
                </a:lnTo>
                <a:lnTo>
                  <a:pt x="18777" y="19223"/>
                </a:lnTo>
                <a:lnTo>
                  <a:pt x="18911" y="19383"/>
                </a:lnTo>
                <a:lnTo>
                  <a:pt x="19046" y="19488"/>
                </a:lnTo>
                <a:lnTo>
                  <a:pt x="19135" y="19488"/>
                </a:lnTo>
                <a:lnTo>
                  <a:pt x="19225" y="19383"/>
                </a:lnTo>
                <a:lnTo>
                  <a:pt x="19269" y="19276"/>
                </a:lnTo>
                <a:lnTo>
                  <a:pt x="19269" y="19171"/>
                </a:lnTo>
                <a:lnTo>
                  <a:pt x="19225" y="18906"/>
                </a:lnTo>
                <a:lnTo>
                  <a:pt x="19091" y="18696"/>
                </a:lnTo>
                <a:lnTo>
                  <a:pt x="18911" y="18538"/>
                </a:lnTo>
                <a:lnTo>
                  <a:pt x="18777" y="18326"/>
                </a:lnTo>
                <a:lnTo>
                  <a:pt x="18642" y="18114"/>
                </a:lnTo>
                <a:lnTo>
                  <a:pt x="18911" y="17693"/>
                </a:lnTo>
                <a:lnTo>
                  <a:pt x="19180" y="17269"/>
                </a:lnTo>
                <a:lnTo>
                  <a:pt x="19269" y="17376"/>
                </a:lnTo>
                <a:lnTo>
                  <a:pt x="19538" y="17586"/>
                </a:lnTo>
                <a:lnTo>
                  <a:pt x="19763" y="17851"/>
                </a:lnTo>
                <a:lnTo>
                  <a:pt x="19852" y="17903"/>
                </a:lnTo>
                <a:lnTo>
                  <a:pt x="20031" y="17903"/>
                </a:lnTo>
                <a:lnTo>
                  <a:pt x="20077" y="17851"/>
                </a:lnTo>
                <a:lnTo>
                  <a:pt x="20121" y="17744"/>
                </a:lnTo>
                <a:lnTo>
                  <a:pt x="20166" y="17639"/>
                </a:lnTo>
                <a:lnTo>
                  <a:pt x="20166" y="17534"/>
                </a:lnTo>
                <a:lnTo>
                  <a:pt x="20077" y="17428"/>
                </a:lnTo>
                <a:lnTo>
                  <a:pt x="19852" y="17164"/>
                </a:lnTo>
                <a:lnTo>
                  <a:pt x="19583" y="16953"/>
                </a:lnTo>
                <a:lnTo>
                  <a:pt x="19403" y="16848"/>
                </a:lnTo>
                <a:lnTo>
                  <a:pt x="19717" y="16002"/>
                </a:lnTo>
                <a:lnTo>
                  <a:pt x="19942" y="16161"/>
                </a:lnTo>
                <a:lnTo>
                  <a:pt x="20300" y="16319"/>
                </a:lnTo>
                <a:lnTo>
                  <a:pt x="20749" y="16424"/>
                </a:lnTo>
                <a:lnTo>
                  <a:pt x="20838" y="16424"/>
                </a:lnTo>
                <a:lnTo>
                  <a:pt x="20883" y="16372"/>
                </a:lnTo>
                <a:lnTo>
                  <a:pt x="20928" y="16266"/>
                </a:lnTo>
                <a:lnTo>
                  <a:pt x="20972" y="16161"/>
                </a:lnTo>
                <a:lnTo>
                  <a:pt x="20972" y="16056"/>
                </a:lnTo>
                <a:lnTo>
                  <a:pt x="20928" y="15949"/>
                </a:lnTo>
                <a:lnTo>
                  <a:pt x="20883" y="15897"/>
                </a:lnTo>
                <a:lnTo>
                  <a:pt x="20794" y="15844"/>
                </a:lnTo>
                <a:lnTo>
                  <a:pt x="20480" y="15791"/>
                </a:lnTo>
                <a:lnTo>
                  <a:pt x="20211" y="15686"/>
                </a:lnTo>
                <a:lnTo>
                  <a:pt x="19852" y="15579"/>
                </a:lnTo>
                <a:lnTo>
                  <a:pt x="20031" y="14894"/>
                </a:lnTo>
                <a:lnTo>
                  <a:pt x="20166" y="14154"/>
                </a:lnTo>
                <a:lnTo>
                  <a:pt x="20435" y="14312"/>
                </a:lnTo>
                <a:lnTo>
                  <a:pt x="20749" y="14365"/>
                </a:lnTo>
                <a:lnTo>
                  <a:pt x="20928" y="14417"/>
                </a:lnTo>
                <a:lnTo>
                  <a:pt x="21106" y="14417"/>
                </a:lnTo>
                <a:lnTo>
                  <a:pt x="21286" y="14365"/>
                </a:lnTo>
                <a:lnTo>
                  <a:pt x="21331" y="14259"/>
                </a:lnTo>
                <a:lnTo>
                  <a:pt x="21375" y="14154"/>
                </a:lnTo>
                <a:lnTo>
                  <a:pt x="21375" y="13995"/>
                </a:lnTo>
                <a:lnTo>
                  <a:pt x="21241" y="13890"/>
                </a:lnTo>
                <a:lnTo>
                  <a:pt x="21106" y="13837"/>
                </a:lnTo>
                <a:lnTo>
                  <a:pt x="20972" y="13784"/>
                </a:lnTo>
                <a:lnTo>
                  <a:pt x="20211" y="13679"/>
                </a:lnTo>
                <a:lnTo>
                  <a:pt x="20211" y="13625"/>
                </a:lnTo>
                <a:lnTo>
                  <a:pt x="20255" y="12939"/>
                </a:lnTo>
                <a:lnTo>
                  <a:pt x="20300" y="12253"/>
                </a:lnTo>
                <a:lnTo>
                  <a:pt x="20524" y="12358"/>
                </a:lnTo>
                <a:lnTo>
                  <a:pt x="20794" y="12412"/>
                </a:lnTo>
                <a:lnTo>
                  <a:pt x="21017" y="12464"/>
                </a:lnTo>
                <a:lnTo>
                  <a:pt x="21286" y="12412"/>
                </a:lnTo>
                <a:lnTo>
                  <a:pt x="21466" y="12358"/>
                </a:lnTo>
                <a:lnTo>
                  <a:pt x="21555" y="12253"/>
                </a:lnTo>
                <a:lnTo>
                  <a:pt x="21600" y="12147"/>
                </a:lnTo>
                <a:lnTo>
                  <a:pt x="21600" y="12042"/>
                </a:lnTo>
                <a:lnTo>
                  <a:pt x="21555" y="11935"/>
                </a:lnTo>
                <a:lnTo>
                  <a:pt x="21420" y="11830"/>
                </a:lnTo>
                <a:lnTo>
                  <a:pt x="21241" y="11830"/>
                </a:lnTo>
                <a:lnTo>
                  <a:pt x="20883" y="11883"/>
                </a:lnTo>
                <a:lnTo>
                  <a:pt x="20300" y="11830"/>
                </a:lnTo>
                <a:lnTo>
                  <a:pt x="20255" y="11250"/>
                </a:lnTo>
                <a:lnTo>
                  <a:pt x="20166" y="10668"/>
                </a:lnTo>
                <a:lnTo>
                  <a:pt x="20389" y="10722"/>
                </a:lnTo>
                <a:lnTo>
                  <a:pt x="20614" y="10722"/>
                </a:lnTo>
                <a:lnTo>
                  <a:pt x="20794" y="10668"/>
                </a:lnTo>
                <a:lnTo>
                  <a:pt x="21017" y="10563"/>
                </a:lnTo>
                <a:lnTo>
                  <a:pt x="21197" y="10457"/>
                </a:lnTo>
                <a:lnTo>
                  <a:pt x="21241" y="10352"/>
                </a:lnTo>
                <a:lnTo>
                  <a:pt x="21286" y="10246"/>
                </a:lnTo>
                <a:lnTo>
                  <a:pt x="21286" y="10088"/>
                </a:lnTo>
                <a:lnTo>
                  <a:pt x="21197" y="9982"/>
                </a:lnTo>
                <a:lnTo>
                  <a:pt x="21152" y="9930"/>
                </a:lnTo>
                <a:lnTo>
                  <a:pt x="20928" y="9930"/>
                </a:lnTo>
                <a:lnTo>
                  <a:pt x="20703" y="10035"/>
                </a:lnTo>
                <a:lnTo>
                  <a:pt x="20480" y="10088"/>
                </a:lnTo>
                <a:lnTo>
                  <a:pt x="20031" y="10193"/>
                </a:lnTo>
                <a:lnTo>
                  <a:pt x="19942" y="9930"/>
                </a:lnTo>
                <a:lnTo>
                  <a:pt x="19717" y="9348"/>
                </a:lnTo>
                <a:lnTo>
                  <a:pt x="20031" y="9243"/>
                </a:lnTo>
                <a:lnTo>
                  <a:pt x="20480" y="9031"/>
                </a:lnTo>
                <a:lnTo>
                  <a:pt x="20703" y="8926"/>
                </a:lnTo>
                <a:lnTo>
                  <a:pt x="20883" y="8768"/>
                </a:lnTo>
                <a:lnTo>
                  <a:pt x="20928" y="8715"/>
                </a:lnTo>
                <a:lnTo>
                  <a:pt x="20928" y="8503"/>
                </a:lnTo>
                <a:lnTo>
                  <a:pt x="20794" y="8398"/>
                </a:lnTo>
                <a:lnTo>
                  <a:pt x="20658" y="8345"/>
                </a:lnTo>
                <a:lnTo>
                  <a:pt x="20480" y="8398"/>
                </a:lnTo>
                <a:lnTo>
                  <a:pt x="20255" y="8503"/>
                </a:lnTo>
                <a:lnTo>
                  <a:pt x="19852" y="8768"/>
                </a:lnTo>
                <a:lnTo>
                  <a:pt x="19673" y="8873"/>
                </a:lnTo>
                <a:lnTo>
                  <a:pt x="19494" y="8978"/>
                </a:lnTo>
                <a:lnTo>
                  <a:pt x="19494" y="8873"/>
                </a:lnTo>
                <a:lnTo>
                  <a:pt x="19449" y="8873"/>
                </a:lnTo>
                <a:lnTo>
                  <a:pt x="19046" y="8345"/>
                </a:lnTo>
                <a:lnTo>
                  <a:pt x="19449" y="7923"/>
                </a:lnTo>
                <a:lnTo>
                  <a:pt x="19852" y="7448"/>
                </a:lnTo>
                <a:lnTo>
                  <a:pt x="19897" y="7341"/>
                </a:lnTo>
                <a:lnTo>
                  <a:pt x="19942" y="7183"/>
                </a:lnTo>
                <a:lnTo>
                  <a:pt x="19897" y="7078"/>
                </a:lnTo>
                <a:lnTo>
                  <a:pt x="19852" y="7024"/>
                </a:lnTo>
                <a:lnTo>
                  <a:pt x="19763" y="6919"/>
                </a:lnTo>
                <a:lnTo>
                  <a:pt x="19583" y="6919"/>
                </a:lnTo>
                <a:lnTo>
                  <a:pt x="19494" y="6971"/>
                </a:lnTo>
                <a:lnTo>
                  <a:pt x="19091" y="7499"/>
                </a:lnTo>
                <a:lnTo>
                  <a:pt x="18732" y="8028"/>
                </a:lnTo>
                <a:lnTo>
                  <a:pt x="18418" y="7764"/>
                </a:lnTo>
                <a:lnTo>
                  <a:pt x="18105" y="7553"/>
                </a:lnTo>
                <a:lnTo>
                  <a:pt x="17925" y="7448"/>
                </a:lnTo>
                <a:lnTo>
                  <a:pt x="18014" y="7236"/>
                </a:lnTo>
                <a:lnTo>
                  <a:pt x="18283" y="6708"/>
                </a:lnTo>
                <a:lnTo>
                  <a:pt x="18328" y="6603"/>
                </a:lnTo>
                <a:lnTo>
                  <a:pt x="18328" y="6496"/>
                </a:lnTo>
                <a:lnTo>
                  <a:pt x="18239" y="6338"/>
                </a:lnTo>
                <a:lnTo>
                  <a:pt x="18149" y="6286"/>
                </a:lnTo>
                <a:lnTo>
                  <a:pt x="18014" y="6286"/>
                </a:lnTo>
                <a:lnTo>
                  <a:pt x="17925" y="6391"/>
                </a:lnTo>
                <a:lnTo>
                  <a:pt x="17746" y="6654"/>
                </a:lnTo>
                <a:lnTo>
                  <a:pt x="17611" y="6971"/>
                </a:lnTo>
                <a:lnTo>
                  <a:pt x="17522" y="7236"/>
                </a:lnTo>
                <a:lnTo>
                  <a:pt x="17297" y="7183"/>
                </a:lnTo>
                <a:lnTo>
                  <a:pt x="17029" y="7183"/>
                </a:lnTo>
                <a:lnTo>
                  <a:pt x="16985" y="6813"/>
                </a:lnTo>
                <a:lnTo>
                  <a:pt x="16939" y="6444"/>
                </a:lnTo>
                <a:lnTo>
                  <a:pt x="16894" y="5704"/>
                </a:lnTo>
                <a:lnTo>
                  <a:pt x="16894" y="5599"/>
                </a:lnTo>
                <a:lnTo>
                  <a:pt x="16805" y="5546"/>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380" name="Google Shape;186;p2"/>
          <p:cNvSpPr/>
          <p:nvPr/>
        </p:nvSpPr>
        <p:spPr>
          <a:xfrm rot="18103156">
            <a:off x="115839" y="4509560"/>
            <a:ext cx="537853" cy="46444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183" y="1280"/>
                </a:moveTo>
                <a:lnTo>
                  <a:pt x="8700" y="1366"/>
                </a:lnTo>
                <a:lnTo>
                  <a:pt x="9214" y="1622"/>
                </a:lnTo>
                <a:lnTo>
                  <a:pt x="9731" y="1964"/>
                </a:lnTo>
                <a:lnTo>
                  <a:pt x="10099" y="2476"/>
                </a:lnTo>
                <a:lnTo>
                  <a:pt x="10322" y="2818"/>
                </a:lnTo>
                <a:lnTo>
                  <a:pt x="10468" y="3244"/>
                </a:lnTo>
                <a:lnTo>
                  <a:pt x="10543" y="3586"/>
                </a:lnTo>
                <a:lnTo>
                  <a:pt x="10615" y="4012"/>
                </a:lnTo>
                <a:lnTo>
                  <a:pt x="10615" y="4866"/>
                </a:lnTo>
                <a:lnTo>
                  <a:pt x="10543" y="5721"/>
                </a:lnTo>
                <a:lnTo>
                  <a:pt x="10468" y="6146"/>
                </a:lnTo>
                <a:lnTo>
                  <a:pt x="9435" y="4098"/>
                </a:lnTo>
                <a:lnTo>
                  <a:pt x="8183" y="1280"/>
                </a:lnTo>
                <a:close/>
                <a:moveTo>
                  <a:pt x="2727" y="7001"/>
                </a:moveTo>
                <a:lnTo>
                  <a:pt x="3023" y="7599"/>
                </a:lnTo>
                <a:lnTo>
                  <a:pt x="3244" y="8281"/>
                </a:lnTo>
                <a:lnTo>
                  <a:pt x="3611" y="8965"/>
                </a:lnTo>
                <a:lnTo>
                  <a:pt x="2948" y="8793"/>
                </a:lnTo>
                <a:lnTo>
                  <a:pt x="2285" y="8709"/>
                </a:lnTo>
                <a:lnTo>
                  <a:pt x="2655" y="7257"/>
                </a:lnTo>
                <a:lnTo>
                  <a:pt x="2727" y="7001"/>
                </a:lnTo>
                <a:close/>
                <a:moveTo>
                  <a:pt x="7667" y="1280"/>
                </a:moveTo>
                <a:lnTo>
                  <a:pt x="8183" y="2732"/>
                </a:lnTo>
                <a:lnTo>
                  <a:pt x="8700" y="4185"/>
                </a:lnTo>
                <a:lnTo>
                  <a:pt x="9435" y="5890"/>
                </a:lnTo>
                <a:lnTo>
                  <a:pt x="10247" y="7599"/>
                </a:lnTo>
                <a:lnTo>
                  <a:pt x="10026" y="8965"/>
                </a:lnTo>
                <a:lnTo>
                  <a:pt x="9510" y="7427"/>
                </a:lnTo>
                <a:lnTo>
                  <a:pt x="8993" y="5890"/>
                </a:lnTo>
                <a:lnTo>
                  <a:pt x="8551" y="4610"/>
                </a:lnTo>
                <a:lnTo>
                  <a:pt x="8109" y="3414"/>
                </a:lnTo>
                <a:lnTo>
                  <a:pt x="7520" y="2048"/>
                </a:lnTo>
                <a:lnTo>
                  <a:pt x="7150" y="1366"/>
                </a:lnTo>
                <a:lnTo>
                  <a:pt x="7667" y="1280"/>
                </a:lnTo>
                <a:close/>
                <a:moveTo>
                  <a:pt x="3539" y="4012"/>
                </a:moveTo>
                <a:lnTo>
                  <a:pt x="3465" y="4185"/>
                </a:lnTo>
                <a:lnTo>
                  <a:pt x="3539" y="4524"/>
                </a:lnTo>
                <a:lnTo>
                  <a:pt x="3686" y="4697"/>
                </a:lnTo>
                <a:lnTo>
                  <a:pt x="3907" y="4780"/>
                </a:lnTo>
                <a:lnTo>
                  <a:pt x="4128" y="4780"/>
                </a:lnTo>
                <a:lnTo>
                  <a:pt x="4570" y="5890"/>
                </a:lnTo>
                <a:lnTo>
                  <a:pt x="4940" y="6915"/>
                </a:lnTo>
                <a:lnTo>
                  <a:pt x="6045" y="9733"/>
                </a:lnTo>
                <a:lnTo>
                  <a:pt x="6192" y="10075"/>
                </a:lnTo>
                <a:lnTo>
                  <a:pt x="5677" y="9903"/>
                </a:lnTo>
                <a:lnTo>
                  <a:pt x="4940" y="9477"/>
                </a:lnTo>
                <a:lnTo>
                  <a:pt x="4349" y="8709"/>
                </a:lnTo>
                <a:lnTo>
                  <a:pt x="3907" y="7855"/>
                </a:lnTo>
                <a:lnTo>
                  <a:pt x="3465" y="6831"/>
                </a:lnTo>
                <a:lnTo>
                  <a:pt x="3318" y="6319"/>
                </a:lnTo>
                <a:lnTo>
                  <a:pt x="3023" y="5804"/>
                </a:lnTo>
                <a:lnTo>
                  <a:pt x="3465" y="4098"/>
                </a:lnTo>
                <a:lnTo>
                  <a:pt x="3539" y="4012"/>
                </a:lnTo>
                <a:close/>
                <a:moveTo>
                  <a:pt x="5233" y="2732"/>
                </a:moveTo>
                <a:lnTo>
                  <a:pt x="5456" y="3756"/>
                </a:lnTo>
                <a:lnTo>
                  <a:pt x="5750" y="4780"/>
                </a:lnTo>
                <a:lnTo>
                  <a:pt x="6487" y="6745"/>
                </a:lnTo>
                <a:lnTo>
                  <a:pt x="8035" y="10927"/>
                </a:lnTo>
                <a:lnTo>
                  <a:pt x="7299" y="10587"/>
                </a:lnTo>
                <a:lnTo>
                  <a:pt x="7078" y="10159"/>
                </a:lnTo>
                <a:lnTo>
                  <a:pt x="6634" y="9049"/>
                </a:lnTo>
                <a:lnTo>
                  <a:pt x="5750" y="6831"/>
                </a:lnTo>
                <a:lnTo>
                  <a:pt x="4570" y="4268"/>
                </a:lnTo>
                <a:lnTo>
                  <a:pt x="4644" y="3842"/>
                </a:lnTo>
                <a:lnTo>
                  <a:pt x="4865" y="3414"/>
                </a:lnTo>
                <a:lnTo>
                  <a:pt x="5233" y="2732"/>
                </a:lnTo>
                <a:close/>
                <a:moveTo>
                  <a:pt x="6708" y="1536"/>
                </a:moveTo>
                <a:lnTo>
                  <a:pt x="6783" y="1792"/>
                </a:lnTo>
                <a:lnTo>
                  <a:pt x="7371" y="3414"/>
                </a:lnTo>
                <a:lnTo>
                  <a:pt x="7962" y="5036"/>
                </a:lnTo>
                <a:lnTo>
                  <a:pt x="8847" y="7941"/>
                </a:lnTo>
                <a:lnTo>
                  <a:pt x="9584" y="10843"/>
                </a:lnTo>
                <a:lnTo>
                  <a:pt x="9510" y="11183"/>
                </a:lnTo>
                <a:lnTo>
                  <a:pt x="9363" y="11183"/>
                </a:lnTo>
                <a:lnTo>
                  <a:pt x="9142" y="11269"/>
                </a:lnTo>
                <a:lnTo>
                  <a:pt x="7371" y="6915"/>
                </a:lnTo>
                <a:lnTo>
                  <a:pt x="6413" y="4610"/>
                </a:lnTo>
                <a:lnTo>
                  <a:pt x="5971" y="3500"/>
                </a:lnTo>
                <a:lnTo>
                  <a:pt x="5603" y="2306"/>
                </a:lnTo>
                <a:lnTo>
                  <a:pt x="6119" y="1878"/>
                </a:lnTo>
                <a:lnTo>
                  <a:pt x="6708" y="1536"/>
                </a:lnTo>
                <a:close/>
                <a:moveTo>
                  <a:pt x="15481" y="11525"/>
                </a:moveTo>
                <a:lnTo>
                  <a:pt x="15997" y="12209"/>
                </a:lnTo>
                <a:lnTo>
                  <a:pt x="15850" y="12123"/>
                </a:lnTo>
                <a:lnTo>
                  <a:pt x="15259" y="12379"/>
                </a:lnTo>
                <a:lnTo>
                  <a:pt x="14671" y="12721"/>
                </a:lnTo>
                <a:lnTo>
                  <a:pt x="14229" y="12209"/>
                </a:lnTo>
                <a:lnTo>
                  <a:pt x="14817" y="11867"/>
                </a:lnTo>
                <a:lnTo>
                  <a:pt x="15481" y="11525"/>
                </a:lnTo>
                <a:close/>
                <a:moveTo>
                  <a:pt x="16218" y="12465"/>
                </a:moveTo>
                <a:lnTo>
                  <a:pt x="16439" y="12721"/>
                </a:lnTo>
                <a:lnTo>
                  <a:pt x="15923" y="12977"/>
                </a:lnTo>
                <a:lnTo>
                  <a:pt x="16144" y="12635"/>
                </a:lnTo>
                <a:lnTo>
                  <a:pt x="16218" y="12465"/>
                </a:lnTo>
                <a:close/>
                <a:moveTo>
                  <a:pt x="15185" y="13061"/>
                </a:moveTo>
                <a:lnTo>
                  <a:pt x="15038" y="13317"/>
                </a:lnTo>
                <a:lnTo>
                  <a:pt x="15038" y="13233"/>
                </a:lnTo>
                <a:lnTo>
                  <a:pt x="15185" y="13061"/>
                </a:lnTo>
                <a:close/>
                <a:moveTo>
                  <a:pt x="16735" y="13147"/>
                </a:moveTo>
                <a:lnTo>
                  <a:pt x="16735" y="13233"/>
                </a:lnTo>
                <a:lnTo>
                  <a:pt x="15776" y="14343"/>
                </a:lnTo>
                <a:lnTo>
                  <a:pt x="15555" y="14001"/>
                </a:lnTo>
                <a:lnTo>
                  <a:pt x="16071" y="13489"/>
                </a:lnTo>
                <a:lnTo>
                  <a:pt x="16735" y="13147"/>
                </a:lnTo>
                <a:close/>
                <a:moveTo>
                  <a:pt x="16956" y="13489"/>
                </a:moveTo>
                <a:lnTo>
                  <a:pt x="17251" y="14087"/>
                </a:lnTo>
                <a:lnTo>
                  <a:pt x="16365" y="14343"/>
                </a:lnTo>
                <a:lnTo>
                  <a:pt x="16956" y="13489"/>
                </a:lnTo>
                <a:close/>
                <a:moveTo>
                  <a:pt x="16956" y="14769"/>
                </a:moveTo>
                <a:lnTo>
                  <a:pt x="16439" y="15537"/>
                </a:lnTo>
                <a:lnTo>
                  <a:pt x="16292" y="15111"/>
                </a:lnTo>
                <a:lnTo>
                  <a:pt x="16956" y="14769"/>
                </a:lnTo>
                <a:close/>
                <a:moveTo>
                  <a:pt x="17619" y="14683"/>
                </a:moveTo>
                <a:lnTo>
                  <a:pt x="17766" y="14939"/>
                </a:lnTo>
                <a:lnTo>
                  <a:pt x="17177" y="15537"/>
                </a:lnTo>
                <a:lnTo>
                  <a:pt x="17619" y="14683"/>
                </a:lnTo>
                <a:close/>
                <a:moveTo>
                  <a:pt x="18135" y="10927"/>
                </a:moveTo>
                <a:lnTo>
                  <a:pt x="18577" y="11013"/>
                </a:lnTo>
                <a:lnTo>
                  <a:pt x="19020" y="11183"/>
                </a:lnTo>
                <a:lnTo>
                  <a:pt x="19387" y="11439"/>
                </a:lnTo>
                <a:lnTo>
                  <a:pt x="19757" y="11781"/>
                </a:lnTo>
                <a:lnTo>
                  <a:pt x="19904" y="11867"/>
                </a:lnTo>
                <a:lnTo>
                  <a:pt x="19978" y="11867"/>
                </a:lnTo>
                <a:lnTo>
                  <a:pt x="20199" y="12123"/>
                </a:lnTo>
                <a:lnTo>
                  <a:pt x="20420" y="12635"/>
                </a:lnTo>
                <a:lnTo>
                  <a:pt x="20495" y="13147"/>
                </a:lnTo>
                <a:lnTo>
                  <a:pt x="20567" y="13659"/>
                </a:lnTo>
                <a:lnTo>
                  <a:pt x="20495" y="14171"/>
                </a:lnTo>
                <a:lnTo>
                  <a:pt x="20420" y="14769"/>
                </a:lnTo>
                <a:lnTo>
                  <a:pt x="20274" y="15281"/>
                </a:lnTo>
                <a:lnTo>
                  <a:pt x="19978" y="16305"/>
                </a:lnTo>
                <a:lnTo>
                  <a:pt x="19904" y="16478"/>
                </a:lnTo>
                <a:lnTo>
                  <a:pt x="19387" y="15537"/>
                </a:lnTo>
                <a:lnTo>
                  <a:pt x="18135" y="13573"/>
                </a:lnTo>
                <a:lnTo>
                  <a:pt x="17323" y="12293"/>
                </a:lnTo>
                <a:lnTo>
                  <a:pt x="16881" y="11695"/>
                </a:lnTo>
                <a:lnTo>
                  <a:pt x="16365" y="11269"/>
                </a:lnTo>
                <a:lnTo>
                  <a:pt x="17251" y="11013"/>
                </a:lnTo>
                <a:lnTo>
                  <a:pt x="17693" y="10927"/>
                </a:lnTo>
                <a:close/>
                <a:moveTo>
                  <a:pt x="2138" y="9221"/>
                </a:moveTo>
                <a:lnTo>
                  <a:pt x="2727" y="9733"/>
                </a:lnTo>
                <a:lnTo>
                  <a:pt x="3318" y="10075"/>
                </a:lnTo>
                <a:lnTo>
                  <a:pt x="4719" y="10671"/>
                </a:lnTo>
                <a:lnTo>
                  <a:pt x="4940" y="10843"/>
                </a:lnTo>
                <a:lnTo>
                  <a:pt x="5012" y="10927"/>
                </a:lnTo>
                <a:lnTo>
                  <a:pt x="5161" y="11013"/>
                </a:lnTo>
                <a:lnTo>
                  <a:pt x="5308" y="10927"/>
                </a:lnTo>
                <a:lnTo>
                  <a:pt x="8700" y="12379"/>
                </a:lnTo>
                <a:lnTo>
                  <a:pt x="8700" y="12465"/>
                </a:lnTo>
                <a:lnTo>
                  <a:pt x="8626" y="12379"/>
                </a:lnTo>
                <a:lnTo>
                  <a:pt x="7814" y="12037"/>
                </a:lnTo>
                <a:lnTo>
                  <a:pt x="7446" y="11953"/>
                </a:lnTo>
                <a:lnTo>
                  <a:pt x="7004" y="11867"/>
                </a:lnTo>
                <a:lnTo>
                  <a:pt x="6929" y="11953"/>
                </a:lnTo>
                <a:lnTo>
                  <a:pt x="6855" y="12037"/>
                </a:lnTo>
                <a:lnTo>
                  <a:pt x="6929" y="12209"/>
                </a:lnTo>
                <a:lnTo>
                  <a:pt x="7225" y="12549"/>
                </a:lnTo>
                <a:lnTo>
                  <a:pt x="7741" y="12891"/>
                </a:lnTo>
                <a:lnTo>
                  <a:pt x="8256" y="13233"/>
                </a:lnTo>
                <a:lnTo>
                  <a:pt x="8847" y="13403"/>
                </a:lnTo>
                <a:lnTo>
                  <a:pt x="8772" y="13745"/>
                </a:lnTo>
                <a:lnTo>
                  <a:pt x="8109" y="13745"/>
                </a:lnTo>
                <a:lnTo>
                  <a:pt x="7520" y="13659"/>
                </a:lnTo>
                <a:lnTo>
                  <a:pt x="6855" y="13403"/>
                </a:lnTo>
                <a:lnTo>
                  <a:pt x="6487" y="13233"/>
                </a:lnTo>
                <a:lnTo>
                  <a:pt x="6413" y="13061"/>
                </a:lnTo>
                <a:lnTo>
                  <a:pt x="6192" y="12805"/>
                </a:lnTo>
                <a:lnTo>
                  <a:pt x="6119" y="12805"/>
                </a:lnTo>
                <a:lnTo>
                  <a:pt x="6045" y="12891"/>
                </a:lnTo>
                <a:lnTo>
                  <a:pt x="5971" y="13147"/>
                </a:lnTo>
                <a:lnTo>
                  <a:pt x="5971" y="13317"/>
                </a:lnTo>
                <a:lnTo>
                  <a:pt x="6045" y="13489"/>
                </a:lnTo>
                <a:lnTo>
                  <a:pt x="6119" y="13659"/>
                </a:lnTo>
                <a:lnTo>
                  <a:pt x="6413" y="14001"/>
                </a:lnTo>
                <a:lnTo>
                  <a:pt x="6708" y="14257"/>
                </a:lnTo>
                <a:lnTo>
                  <a:pt x="7078" y="14427"/>
                </a:lnTo>
                <a:lnTo>
                  <a:pt x="7520" y="14599"/>
                </a:lnTo>
                <a:lnTo>
                  <a:pt x="7962" y="14683"/>
                </a:lnTo>
                <a:lnTo>
                  <a:pt x="8404" y="14683"/>
                </a:lnTo>
                <a:lnTo>
                  <a:pt x="7962" y="15537"/>
                </a:lnTo>
                <a:lnTo>
                  <a:pt x="7520" y="15367"/>
                </a:lnTo>
                <a:lnTo>
                  <a:pt x="6487" y="15025"/>
                </a:lnTo>
                <a:lnTo>
                  <a:pt x="5971" y="14939"/>
                </a:lnTo>
                <a:lnTo>
                  <a:pt x="5456" y="14855"/>
                </a:lnTo>
                <a:lnTo>
                  <a:pt x="5308" y="14855"/>
                </a:lnTo>
                <a:lnTo>
                  <a:pt x="5308" y="15111"/>
                </a:lnTo>
                <a:lnTo>
                  <a:pt x="5382" y="15195"/>
                </a:lnTo>
                <a:lnTo>
                  <a:pt x="5750" y="15537"/>
                </a:lnTo>
                <a:lnTo>
                  <a:pt x="6192" y="15793"/>
                </a:lnTo>
                <a:lnTo>
                  <a:pt x="7078" y="16222"/>
                </a:lnTo>
                <a:lnTo>
                  <a:pt x="7520" y="16478"/>
                </a:lnTo>
                <a:lnTo>
                  <a:pt x="7299" y="16817"/>
                </a:lnTo>
                <a:lnTo>
                  <a:pt x="7078" y="17073"/>
                </a:lnTo>
                <a:lnTo>
                  <a:pt x="5898" y="16478"/>
                </a:lnTo>
                <a:lnTo>
                  <a:pt x="4644" y="15879"/>
                </a:lnTo>
                <a:lnTo>
                  <a:pt x="4498" y="15879"/>
                </a:lnTo>
                <a:lnTo>
                  <a:pt x="4423" y="15966"/>
                </a:lnTo>
                <a:lnTo>
                  <a:pt x="4423" y="16222"/>
                </a:lnTo>
                <a:lnTo>
                  <a:pt x="4940" y="16734"/>
                </a:lnTo>
                <a:lnTo>
                  <a:pt x="5382" y="17246"/>
                </a:lnTo>
                <a:lnTo>
                  <a:pt x="5971" y="17588"/>
                </a:lnTo>
                <a:lnTo>
                  <a:pt x="6562" y="17927"/>
                </a:lnTo>
                <a:lnTo>
                  <a:pt x="5971" y="18526"/>
                </a:lnTo>
                <a:lnTo>
                  <a:pt x="5308" y="18526"/>
                </a:lnTo>
                <a:lnTo>
                  <a:pt x="4644" y="18356"/>
                </a:lnTo>
                <a:lnTo>
                  <a:pt x="3981" y="18100"/>
                </a:lnTo>
                <a:lnTo>
                  <a:pt x="3760" y="18100"/>
                </a:lnTo>
                <a:lnTo>
                  <a:pt x="3686" y="18183"/>
                </a:lnTo>
                <a:lnTo>
                  <a:pt x="3611" y="18270"/>
                </a:lnTo>
                <a:lnTo>
                  <a:pt x="3611" y="18439"/>
                </a:lnTo>
                <a:lnTo>
                  <a:pt x="3686" y="18782"/>
                </a:lnTo>
                <a:lnTo>
                  <a:pt x="3907" y="18951"/>
                </a:lnTo>
                <a:lnTo>
                  <a:pt x="4202" y="19124"/>
                </a:lnTo>
                <a:lnTo>
                  <a:pt x="4498" y="19294"/>
                </a:lnTo>
                <a:lnTo>
                  <a:pt x="4719" y="19380"/>
                </a:lnTo>
                <a:lnTo>
                  <a:pt x="4349" y="19466"/>
                </a:lnTo>
                <a:lnTo>
                  <a:pt x="3907" y="19466"/>
                </a:lnTo>
                <a:lnTo>
                  <a:pt x="3539" y="19380"/>
                </a:lnTo>
                <a:lnTo>
                  <a:pt x="3097" y="19208"/>
                </a:lnTo>
                <a:lnTo>
                  <a:pt x="2506" y="18782"/>
                </a:lnTo>
                <a:lnTo>
                  <a:pt x="2064" y="18270"/>
                </a:lnTo>
                <a:lnTo>
                  <a:pt x="1696" y="17671"/>
                </a:lnTo>
                <a:lnTo>
                  <a:pt x="1401" y="16990"/>
                </a:lnTo>
                <a:lnTo>
                  <a:pt x="1254" y="16222"/>
                </a:lnTo>
                <a:lnTo>
                  <a:pt x="1105" y="15537"/>
                </a:lnTo>
                <a:lnTo>
                  <a:pt x="1105" y="14001"/>
                </a:lnTo>
                <a:lnTo>
                  <a:pt x="1254" y="12805"/>
                </a:lnTo>
                <a:lnTo>
                  <a:pt x="1475" y="11611"/>
                </a:lnTo>
                <a:lnTo>
                  <a:pt x="2138" y="9221"/>
                </a:lnTo>
                <a:close/>
                <a:moveTo>
                  <a:pt x="13638" y="12635"/>
                </a:moveTo>
                <a:lnTo>
                  <a:pt x="13786" y="13147"/>
                </a:lnTo>
                <a:lnTo>
                  <a:pt x="14007" y="13573"/>
                </a:lnTo>
                <a:lnTo>
                  <a:pt x="14080" y="13745"/>
                </a:lnTo>
                <a:lnTo>
                  <a:pt x="14154" y="13915"/>
                </a:lnTo>
                <a:lnTo>
                  <a:pt x="14301" y="14001"/>
                </a:lnTo>
                <a:lnTo>
                  <a:pt x="15702" y="16305"/>
                </a:lnTo>
                <a:lnTo>
                  <a:pt x="16365" y="17502"/>
                </a:lnTo>
                <a:lnTo>
                  <a:pt x="16365" y="18014"/>
                </a:lnTo>
                <a:lnTo>
                  <a:pt x="16514" y="18183"/>
                </a:lnTo>
                <a:lnTo>
                  <a:pt x="16660" y="18270"/>
                </a:lnTo>
                <a:lnTo>
                  <a:pt x="16807" y="18270"/>
                </a:lnTo>
                <a:lnTo>
                  <a:pt x="16881" y="18183"/>
                </a:lnTo>
                <a:lnTo>
                  <a:pt x="17102" y="18356"/>
                </a:lnTo>
                <a:lnTo>
                  <a:pt x="17251" y="18439"/>
                </a:lnTo>
                <a:lnTo>
                  <a:pt x="17472" y="18526"/>
                </a:lnTo>
                <a:lnTo>
                  <a:pt x="17619" y="18439"/>
                </a:lnTo>
                <a:lnTo>
                  <a:pt x="17840" y="18612"/>
                </a:lnTo>
                <a:lnTo>
                  <a:pt x="18061" y="18612"/>
                </a:lnTo>
                <a:lnTo>
                  <a:pt x="18208" y="18695"/>
                </a:lnTo>
                <a:lnTo>
                  <a:pt x="18356" y="18612"/>
                </a:lnTo>
                <a:lnTo>
                  <a:pt x="18503" y="18439"/>
                </a:lnTo>
                <a:lnTo>
                  <a:pt x="18503" y="18014"/>
                </a:lnTo>
                <a:lnTo>
                  <a:pt x="18356" y="17844"/>
                </a:lnTo>
                <a:lnTo>
                  <a:pt x="18429" y="17588"/>
                </a:lnTo>
                <a:lnTo>
                  <a:pt x="18503" y="17415"/>
                </a:lnTo>
                <a:lnTo>
                  <a:pt x="18577" y="17246"/>
                </a:lnTo>
                <a:lnTo>
                  <a:pt x="18577" y="17159"/>
                </a:lnTo>
                <a:lnTo>
                  <a:pt x="18503" y="16990"/>
                </a:lnTo>
                <a:lnTo>
                  <a:pt x="18429" y="16903"/>
                </a:lnTo>
                <a:lnTo>
                  <a:pt x="18356" y="16817"/>
                </a:lnTo>
                <a:lnTo>
                  <a:pt x="18061" y="16817"/>
                </a:lnTo>
                <a:lnTo>
                  <a:pt x="17472" y="17073"/>
                </a:lnTo>
                <a:lnTo>
                  <a:pt x="17472" y="16990"/>
                </a:lnTo>
                <a:lnTo>
                  <a:pt x="17840" y="16647"/>
                </a:lnTo>
                <a:lnTo>
                  <a:pt x="18208" y="16222"/>
                </a:lnTo>
                <a:lnTo>
                  <a:pt x="18356" y="15966"/>
                </a:lnTo>
                <a:lnTo>
                  <a:pt x="18577" y="16391"/>
                </a:lnTo>
                <a:lnTo>
                  <a:pt x="19094" y="17329"/>
                </a:lnTo>
                <a:lnTo>
                  <a:pt x="19166" y="17671"/>
                </a:lnTo>
                <a:lnTo>
                  <a:pt x="18724" y="18356"/>
                </a:lnTo>
                <a:lnTo>
                  <a:pt x="18135" y="18951"/>
                </a:lnTo>
                <a:lnTo>
                  <a:pt x="17544" y="19466"/>
                </a:lnTo>
                <a:lnTo>
                  <a:pt x="16881" y="19892"/>
                </a:lnTo>
                <a:lnTo>
                  <a:pt x="16218" y="20148"/>
                </a:lnTo>
                <a:lnTo>
                  <a:pt x="15481" y="20234"/>
                </a:lnTo>
                <a:lnTo>
                  <a:pt x="15113" y="20234"/>
                </a:lnTo>
                <a:lnTo>
                  <a:pt x="14817" y="20148"/>
                </a:lnTo>
                <a:lnTo>
                  <a:pt x="14450" y="20062"/>
                </a:lnTo>
                <a:lnTo>
                  <a:pt x="14080" y="19892"/>
                </a:lnTo>
                <a:lnTo>
                  <a:pt x="13712" y="19636"/>
                </a:lnTo>
                <a:lnTo>
                  <a:pt x="13417" y="19294"/>
                </a:lnTo>
                <a:lnTo>
                  <a:pt x="12900" y="18612"/>
                </a:lnTo>
                <a:lnTo>
                  <a:pt x="12458" y="17844"/>
                </a:lnTo>
                <a:lnTo>
                  <a:pt x="12165" y="16990"/>
                </a:lnTo>
                <a:lnTo>
                  <a:pt x="12090" y="16049"/>
                </a:lnTo>
                <a:lnTo>
                  <a:pt x="12090" y="15537"/>
                </a:lnTo>
                <a:lnTo>
                  <a:pt x="12165" y="15111"/>
                </a:lnTo>
                <a:lnTo>
                  <a:pt x="12237" y="14683"/>
                </a:lnTo>
                <a:lnTo>
                  <a:pt x="12386" y="14257"/>
                </a:lnTo>
                <a:lnTo>
                  <a:pt x="12607" y="13831"/>
                </a:lnTo>
                <a:lnTo>
                  <a:pt x="12828" y="13403"/>
                </a:lnTo>
                <a:lnTo>
                  <a:pt x="13196" y="12977"/>
                </a:lnTo>
                <a:lnTo>
                  <a:pt x="13638" y="12635"/>
                </a:lnTo>
                <a:close/>
                <a:moveTo>
                  <a:pt x="7741" y="0"/>
                </a:moveTo>
                <a:lnTo>
                  <a:pt x="7078" y="86"/>
                </a:lnTo>
                <a:lnTo>
                  <a:pt x="6413" y="256"/>
                </a:lnTo>
                <a:lnTo>
                  <a:pt x="5824" y="598"/>
                </a:lnTo>
                <a:lnTo>
                  <a:pt x="5233" y="1024"/>
                </a:lnTo>
                <a:lnTo>
                  <a:pt x="4719" y="1536"/>
                </a:lnTo>
                <a:lnTo>
                  <a:pt x="4202" y="1536"/>
                </a:lnTo>
                <a:lnTo>
                  <a:pt x="3760" y="1708"/>
                </a:lnTo>
                <a:lnTo>
                  <a:pt x="3390" y="2048"/>
                </a:lnTo>
                <a:lnTo>
                  <a:pt x="3097" y="2476"/>
                </a:lnTo>
                <a:lnTo>
                  <a:pt x="2801" y="2988"/>
                </a:lnTo>
                <a:lnTo>
                  <a:pt x="2655" y="3500"/>
                </a:lnTo>
                <a:lnTo>
                  <a:pt x="2285" y="4524"/>
                </a:lnTo>
                <a:lnTo>
                  <a:pt x="1326" y="8197"/>
                </a:lnTo>
                <a:lnTo>
                  <a:pt x="812" y="9989"/>
                </a:lnTo>
                <a:lnTo>
                  <a:pt x="368" y="11781"/>
                </a:lnTo>
                <a:lnTo>
                  <a:pt x="74" y="13403"/>
                </a:lnTo>
                <a:lnTo>
                  <a:pt x="0" y="14257"/>
                </a:lnTo>
                <a:lnTo>
                  <a:pt x="0" y="15793"/>
                </a:lnTo>
                <a:lnTo>
                  <a:pt x="147" y="16647"/>
                </a:lnTo>
                <a:lnTo>
                  <a:pt x="368" y="17415"/>
                </a:lnTo>
                <a:lnTo>
                  <a:pt x="663" y="18183"/>
                </a:lnTo>
                <a:lnTo>
                  <a:pt x="959" y="18695"/>
                </a:lnTo>
                <a:lnTo>
                  <a:pt x="1326" y="19208"/>
                </a:lnTo>
                <a:lnTo>
                  <a:pt x="1769" y="19722"/>
                </a:lnTo>
                <a:lnTo>
                  <a:pt x="2213" y="20148"/>
                </a:lnTo>
                <a:lnTo>
                  <a:pt x="2727" y="20404"/>
                </a:lnTo>
                <a:lnTo>
                  <a:pt x="3318" y="20660"/>
                </a:lnTo>
                <a:lnTo>
                  <a:pt x="3834" y="20746"/>
                </a:lnTo>
                <a:lnTo>
                  <a:pt x="4423" y="20830"/>
                </a:lnTo>
                <a:lnTo>
                  <a:pt x="4940" y="20746"/>
                </a:lnTo>
                <a:lnTo>
                  <a:pt x="5382" y="20574"/>
                </a:lnTo>
                <a:lnTo>
                  <a:pt x="5824" y="20318"/>
                </a:lnTo>
                <a:lnTo>
                  <a:pt x="6192" y="20062"/>
                </a:lnTo>
                <a:lnTo>
                  <a:pt x="6929" y="19294"/>
                </a:lnTo>
                <a:lnTo>
                  <a:pt x="7593" y="18439"/>
                </a:lnTo>
                <a:lnTo>
                  <a:pt x="7667" y="18526"/>
                </a:lnTo>
                <a:lnTo>
                  <a:pt x="7888" y="18526"/>
                </a:lnTo>
                <a:lnTo>
                  <a:pt x="8109" y="18356"/>
                </a:lnTo>
                <a:lnTo>
                  <a:pt x="8256" y="18183"/>
                </a:lnTo>
                <a:lnTo>
                  <a:pt x="8256" y="18014"/>
                </a:lnTo>
                <a:lnTo>
                  <a:pt x="8183" y="17671"/>
                </a:lnTo>
                <a:lnTo>
                  <a:pt x="8404" y="17329"/>
                </a:lnTo>
                <a:lnTo>
                  <a:pt x="9068" y="16049"/>
                </a:lnTo>
                <a:lnTo>
                  <a:pt x="9584" y="14683"/>
                </a:lnTo>
                <a:lnTo>
                  <a:pt x="10099" y="13317"/>
                </a:lnTo>
                <a:lnTo>
                  <a:pt x="10468" y="11867"/>
                </a:lnTo>
                <a:lnTo>
                  <a:pt x="10543" y="11781"/>
                </a:lnTo>
                <a:lnTo>
                  <a:pt x="10615" y="11611"/>
                </a:lnTo>
                <a:lnTo>
                  <a:pt x="10615" y="11439"/>
                </a:lnTo>
                <a:lnTo>
                  <a:pt x="10985" y="9989"/>
                </a:lnTo>
                <a:lnTo>
                  <a:pt x="11278" y="8453"/>
                </a:lnTo>
                <a:lnTo>
                  <a:pt x="11499" y="6915"/>
                </a:lnTo>
                <a:lnTo>
                  <a:pt x="11648" y="5378"/>
                </a:lnTo>
                <a:lnTo>
                  <a:pt x="11720" y="4610"/>
                </a:lnTo>
                <a:lnTo>
                  <a:pt x="11648" y="3842"/>
                </a:lnTo>
                <a:lnTo>
                  <a:pt x="11574" y="3158"/>
                </a:lnTo>
                <a:lnTo>
                  <a:pt x="11353" y="2476"/>
                </a:lnTo>
                <a:lnTo>
                  <a:pt x="11132" y="1878"/>
                </a:lnTo>
                <a:lnTo>
                  <a:pt x="10764" y="1366"/>
                </a:lnTo>
                <a:lnTo>
                  <a:pt x="10247" y="854"/>
                </a:lnTo>
                <a:lnTo>
                  <a:pt x="9731" y="428"/>
                </a:lnTo>
                <a:lnTo>
                  <a:pt x="9068" y="170"/>
                </a:lnTo>
                <a:lnTo>
                  <a:pt x="8404" y="0"/>
                </a:lnTo>
                <a:close/>
                <a:moveTo>
                  <a:pt x="17544" y="9221"/>
                </a:moveTo>
                <a:lnTo>
                  <a:pt x="17251" y="9477"/>
                </a:lnTo>
                <a:lnTo>
                  <a:pt x="16956" y="9733"/>
                </a:lnTo>
                <a:lnTo>
                  <a:pt x="16735" y="10075"/>
                </a:lnTo>
                <a:lnTo>
                  <a:pt x="15850" y="10331"/>
                </a:lnTo>
                <a:lnTo>
                  <a:pt x="14743" y="10671"/>
                </a:lnTo>
                <a:lnTo>
                  <a:pt x="13638" y="11269"/>
                </a:lnTo>
                <a:lnTo>
                  <a:pt x="13196" y="11611"/>
                </a:lnTo>
                <a:lnTo>
                  <a:pt x="12679" y="12037"/>
                </a:lnTo>
                <a:lnTo>
                  <a:pt x="12237" y="12465"/>
                </a:lnTo>
                <a:lnTo>
                  <a:pt x="11869" y="12977"/>
                </a:lnTo>
                <a:lnTo>
                  <a:pt x="11574" y="13489"/>
                </a:lnTo>
                <a:lnTo>
                  <a:pt x="11278" y="14087"/>
                </a:lnTo>
                <a:lnTo>
                  <a:pt x="11132" y="14683"/>
                </a:lnTo>
                <a:lnTo>
                  <a:pt x="11057" y="15367"/>
                </a:lnTo>
                <a:lnTo>
                  <a:pt x="10985" y="15966"/>
                </a:lnTo>
                <a:lnTo>
                  <a:pt x="11057" y="16561"/>
                </a:lnTo>
                <a:lnTo>
                  <a:pt x="11132" y="17159"/>
                </a:lnTo>
                <a:lnTo>
                  <a:pt x="11278" y="17758"/>
                </a:lnTo>
                <a:lnTo>
                  <a:pt x="11499" y="18356"/>
                </a:lnTo>
                <a:lnTo>
                  <a:pt x="11795" y="18868"/>
                </a:lnTo>
                <a:lnTo>
                  <a:pt x="12090" y="19380"/>
                </a:lnTo>
                <a:lnTo>
                  <a:pt x="12458" y="19892"/>
                </a:lnTo>
                <a:lnTo>
                  <a:pt x="12900" y="20318"/>
                </a:lnTo>
                <a:lnTo>
                  <a:pt x="13342" y="20746"/>
                </a:lnTo>
                <a:lnTo>
                  <a:pt x="13786" y="21086"/>
                </a:lnTo>
                <a:lnTo>
                  <a:pt x="14301" y="21342"/>
                </a:lnTo>
                <a:lnTo>
                  <a:pt x="14892" y="21514"/>
                </a:lnTo>
                <a:lnTo>
                  <a:pt x="15481" y="21600"/>
                </a:lnTo>
                <a:lnTo>
                  <a:pt x="16144" y="21514"/>
                </a:lnTo>
                <a:lnTo>
                  <a:pt x="16735" y="21342"/>
                </a:lnTo>
                <a:lnTo>
                  <a:pt x="17323" y="21002"/>
                </a:lnTo>
                <a:lnTo>
                  <a:pt x="17840" y="20660"/>
                </a:lnTo>
                <a:lnTo>
                  <a:pt x="18873" y="19892"/>
                </a:lnTo>
                <a:lnTo>
                  <a:pt x="19315" y="19466"/>
                </a:lnTo>
                <a:lnTo>
                  <a:pt x="19683" y="18951"/>
                </a:lnTo>
                <a:lnTo>
                  <a:pt x="20051" y="18439"/>
                </a:lnTo>
                <a:lnTo>
                  <a:pt x="20420" y="17927"/>
                </a:lnTo>
                <a:lnTo>
                  <a:pt x="20937" y="16734"/>
                </a:lnTo>
                <a:lnTo>
                  <a:pt x="21379" y="15537"/>
                </a:lnTo>
                <a:lnTo>
                  <a:pt x="21526" y="14769"/>
                </a:lnTo>
                <a:lnTo>
                  <a:pt x="21600" y="14087"/>
                </a:lnTo>
                <a:lnTo>
                  <a:pt x="21600" y="13317"/>
                </a:lnTo>
                <a:lnTo>
                  <a:pt x="21526" y="12721"/>
                </a:lnTo>
                <a:lnTo>
                  <a:pt x="21305" y="12037"/>
                </a:lnTo>
                <a:lnTo>
                  <a:pt x="21009" y="11439"/>
                </a:lnTo>
                <a:lnTo>
                  <a:pt x="20641" y="10843"/>
                </a:lnTo>
                <a:lnTo>
                  <a:pt x="20199" y="10331"/>
                </a:lnTo>
                <a:lnTo>
                  <a:pt x="19683" y="9903"/>
                </a:lnTo>
                <a:lnTo>
                  <a:pt x="19166" y="9561"/>
                </a:lnTo>
                <a:lnTo>
                  <a:pt x="18577" y="9305"/>
                </a:lnTo>
                <a:lnTo>
                  <a:pt x="17987" y="9221"/>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381" name="Google Shape;187;p2"/>
          <p:cNvSpPr/>
          <p:nvPr/>
        </p:nvSpPr>
        <p:spPr>
          <a:xfrm>
            <a:off x="7518183" y="3966378"/>
            <a:ext cx="846220" cy="59840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603" y="16167"/>
                </a:moveTo>
                <a:lnTo>
                  <a:pt x="15369" y="16432"/>
                </a:lnTo>
                <a:lnTo>
                  <a:pt x="15134" y="16696"/>
                </a:lnTo>
                <a:lnTo>
                  <a:pt x="14572" y="17227"/>
                </a:lnTo>
                <a:lnTo>
                  <a:pt x="14057" y="17492"/>
                </a:lnTo>
                <a:lnTo>
                  <a:pt x="13588" y="17823"/>
                </a:lnTo>
                <a:lnTo>
                  <a:pt x="12932" y="18154"/>
                </a:lnTo>
                <a:lnTo>
                  <a:pt x="12744" y="18287"/>
                </a:lnTo>
                <a:lnTo>
                  <a:pt x="12510" y="18352"/>
                </a:lnTo>
                <a:lnTo>
                  <a:pt x="12651" y="18022"/>
                </a:lnTo>
                <a:lnTo>
                  <a:pt x="12839" y="17691"/>
                </a:lnTo>
                <a:lnTo>
                  <a:pt x="13213" y="17624"/>
                </a:lnTo>
                <a:lnTo>
                  <a:pt x="13541" y="17426"/>
                </a:lnTo>
                <a:lnTo>
                  <a:pt x="13869" y="17227"/>
                </a:lnTo>
                <a:lnTo>
                  <a:pt x="14198" y="16895"/>
                </a:lnTo>
                <a:lnTo>
                  <a:pt x="14479" y="16564"/>
                </a:lnTo>
                <a:lnTo>
                  <a:pt x="14525" y="16365"/>
                </a:lnTo>
                <a:lnTo>
                  <a:pt x="14619" y="16365"/>
                </a:lnTo>
                <a:lnTo>
                  <a:pt x="14665" y="16298"/>
                </a:lnTo>
                <a:lnTo>
                  <a:pt x="15134" y="16167"/>
                </a:lnTo>
                <a:close/>
                <a:moveTo>
                  <a:pt x="16119" y="16233"/>
                </a:moveTo>
                <a:lnTo>
                  <a:pt x="16400" y="16365"/>
                </a:lnTo>
                <a:lnTo>
                  <a:pt x="16400" y="16564"/>
                </a:lnTo>
                <a:lnTo>
                  <a:pt x="15603" y="17492"/>
                </a:lnTo>
                <a:lnTo>
                  <a:pt x="14713" y="18287"/>
                </a:lnTo>
                <a:lnTo>
                  <a:pt x="14198" y="18685"/>
                </a:lnTo>
                <a:lnTo>
                  <a:pt x="13682" y="19015"/>
                </a:lnTo>
                <a:lnTo>
                  <a:pt x="13167" y="19348"/>
                </a:lnTo>
                <a:lnTo>
                  <a:pt x="12651" y="19745"/>
                </a:lnTo>
                <a:lnTo>
                  <a:pt x="12558" y="19546"/>
                </a:lnTo>
                <a:lnTo>
                  <a:pt x="12510" y="19348"/>
                </a:lnTo>
                <a:lnTo>
                  <a:pt x="12463" y="18883"/>
                </a:lnTo>
                <a:lnTo>
                  <a:pt x="12651" y="18883"/>
                </a:lnTo>
                <a:lnTo>
                  <a:pt x="12839" y="18750"/>
                </a:lnTo>
                <a:lnTo>
                  <a:pt x="13213" y="18551"/>
                </a:lnTo>
                <a:lnTo>
                  <a:pt x="14150" y="18089"/>
                </a:lnTo>
                <a:lnTo>
                  <a:pt x="14665" y="17756"/>
                </a:lnTo>
                <a:lnTo>
                  <a:pt x="15229" y="17359"/>
                </a:lnTo>
                <a:lnTo>
                  <a:pt x="15696" y="16830"/>
                </a:lnTo>
                <a:lnTo>
                  <a:pt x="15884" y="16564"/>
                </a:lnTo>
                <a:lnTo>
                  <a:pt x="16119" y="16233"/>
                </a:lnTo>
                <a:close/>
                <a:moveTo>
                  <a:pt x="12089" y="927"/>
                </a:moveTo>
                <a:lnTo>
                  <a:pt x="12417" y="993"/>
                </a:lnTo>
                <a:lnTo>
                  <a:pt x="12698" y="1060"/>
                </a:lnTo>
                <a:lnTo>
                  <a:pt x="12979" y="1192"/>
                </a:lnTo>
                <a:lnTo>
                  <a:pt x="13213" y="1391"/>
                </a:lnTo>
                <a:lnTo>
                  <a:pt x="13401" y="1656"/>
                </a:lnTo>
                <a:lnTo>
                  <a:pt x="13494" y="1987"/>
                </a:lnTo>
                <a:lnTo>
                  <a:pt x="13541" y="1987"/>
                </a:lnTo>
                <a:lnTo>
                  <a:pt x="13448" y="2186"/>
                </a:lnTo>
                <a:lnTo>
                  <a:pt x="13448" y="2384"/>
                </a:lnTo>
                <a:lnTo>
                  <a:pt x="13494" y="2915"/>
                </a:lnTo>
                <a:lnTo>
                  <a:pt x="13588" y="3378"/>
                </a:lnTo>
                <a:lnTo>
                  <a:pt x="13729" y="3775"/>
                </a:lnTo>
                <a:lnTo>
                  <a:pt x="13963" y="4239"/>
                </a:lnTo>
                <a:lnTo>
                  <a:pt x="14057" y="4505"/>
                </a:lnTo>
                <a:lnTo>
                  <a:pt x="14103" y="4836"/>
                </a:lnTo>
                <a:lnTo>
                  <a:pt x="14103" y="4969"/>
                </a:lnTo>
                <a:lnTo>
                  <a:pt x="14057" y="5034"/>
                </a:lnTo>
                <a:lnTo>
                  <a:pt x="13963" y="5034"/>
                </a:lnTo>
                <a:lnTo>
                  <a:pt x="13869" y="4969"/>
                </a:lnTo>
                <a:lnTo>
                  <a:pt x="13775" y="4770"/>
                </a:lnTo>
                <a:lnTo>
                  <a:pt x="13634" y="4174"/>
                </a:lnTo>
                <a:lnTo>
                  <a:pt x="13541" y="3842"/>
                </a:lnTo>
                <a:lnTo>
                  <a:pt x="13401" y="3577"/>
                </a:lnTo>
                <a:lnTo>
                  <a:pt x="13260" y="3246"/>
                </a:lnTo>
                <a:lnTo>
                  <a:pt x="13072" y="2980"/>
                </a:lnTo>
                <a:lnTo>
                  <a:pt x="12886" y="2782"/>
                </a:lnTo>
                <a:lnTo>
                  <a:pt x="12651" y="2583"/>
                </a:lnTo>
                <a:lnTo>
                  <a:pt x="12417" y="2451"/>
                </a:lnTo>
                <a:lnTo>
                  <a:pt x="12182" y="2384"/>
                </a:lnTo>
                <a:lnTo>
                  <a:pt x="11667" y="2384"/>
                </a:lnTo>
                <a:lnTo>
                  <a:pt x="11432" y="2451"/>
                </a:lnTo>
                <a:lnTo>
                  <a:pt x="11199" y="2583"/>
                </a:lnTo>
                <a:lnTo>
                  <a:pt x="11105" y="2650"/>
                </a:lnTo>
                <a:lnTo>
                  <a:pt x="11058" y="2717"/>
                </a:lnTo>
                <a:lnTo>
                  <a:pt x="11105" y="2915"/>
                </a:lnTo>
                <a:lnTo>
                  <a:pt x="11199" y="3047"/>
                </a:lnTo>
                <a:lnTo>
                  <a:pt x="11246" y="3114"/>
                </a:lnTo>
                <a:lnTo>
                  <a:pt x="11339" y="3114"/>
                </a:lnTo>
                <a:lnTo>
                  <a:pt x="11620" y="3047"/>
                </a:lnTo>
                <a:lnTo>
                  <a:pt x="11855" y="3047"/>
                </a:lnTo>
                <a:lnTo>
                  <a:pt x="12136" y="3114"/>
                </a:lnTo>
                <a:lnTo>
                  <a:pt x="12370" y="3246"/>
                </a:lnTo>
                <a:lnTo>
                  <a:pt x="12604" y="3378"/>
                </a:lnTo>
                <a:lnTo>
                  <a:pt x="12791" y="3643"/>
                </a:lnTo>
                <a:lnTo>
                  <a:pt x="12979" y="3909"/>
                </a:lnTo>
                <a:lnTo>
                  <a:pt x="13120" y="4239"/>
                </a:lnTo>
                <a:lnTo>
                  <a:pt x="13307" y="5034"/>
                </a:lnTo>
                <a:lnTo>
                  <a:pt x="13448" y="5367"/>
                </a:lnTo>
                <a:lnTo>
                  <a:pt x="13588" y="5632"/>
                </a:lnTo>
                <a:lnTo>
                  <a:pt x="13448" y="5764"/>
                </a:lnTo>
                <a:lnTo>
                  <a:pt x="13167" y="6095"/>
                </a:lnTo>
                <a:lnTo>
                  <a:pt x="12886" y="6492"/>
                </a:lnTo>
                <a:lnTo>
                  <a:pt x="12651" y="6891"/>
                </a:lnTo>
                <a:lnTo>
                  <a:pt x="12510" y="7354"/>
                </a:lnTo>
                <a:lnTo>
                  <a:pt x="12417" y="7751"/>
                </a:lnTo>
                <a:lnTo>
                  <a:pt x="12370" y="8148"/>
                </a:lnTo>
                <a:lnTo>
                  <a:pt x="12417" y="8548"/>
                </a:lnTo>
                <a:lnTo>
                  <a:pt x="12463" y="8945"/>
                </a:lnTo>
                <a:lnTo>
                  <a:pt x="12604" y="9275"/>
                </a:lnTo>
                <a:lnTo>
                  <a:pt x="12791" y="9541"/>
                </a:lnTo>
                <a:lnTo>
                  <a:pt x="13026" y="9805"/>
                </a:lnTo>
                <a:lnTo>
                  <a:pt x="13307" y="9938"/>
                </a:lnTo>
                <a:lnTo>
                  <a:pt x="13588" y="10070"/>
                </a:lnTo>
                <a:lnTo>
                  <a:pt x="13917" y="10005"/>
                </a:lnTo>
                <a:lnTo>
                  <a:pt x="14244" y="9938"/>
                </a:lnTo>
                <a:lnTo>
                  <a:pt x="14525" y="9740"/>
                </a:lnTo>
                <a:lnTo>
                  <a:pt x="15369" y="9144"/>
                </a:lnTo>
                <a:lnTo>
                  <a:pt x="16212" y="8414"/>
                </a:lnTo>
                <a:lnTo>
                  <a:pt x="16259" y="8282"/>
                </a:lnTo>
                <a:lnTo>
                  <a:pt x="16305" y="8148"/>
                </a:lnTo>
                <a:lnTo>
                  <a:pt x="16305" y="8016"/>
                </a:lnTo>
                <a:lnTo>
                  <a:pt x="16259" y="7950"/>
                </a:lnTo>
                <a:lnTo>
                  <a:pt x="16212" y="7818"/>
                </a:lnTo>
                <a:lnTo>
                  <a:pt x="16119" y="7751"/>
                </a:lnTo>
                <a:lnTo>
                  <a:pt x="15931" y="7751"/>
                </a:lnTo>
                <a:lnTo>
                  <a:pt x="15369" y="8215"/>
                </a:lnTo>
                <a:lnTo>
                  <a:pt x="14806" y="8746"/>
                </a:lnTo>
                <a:lnTo>
                  <a:pt x="14525" y="8945"/>
                </a:lnTo>
                <a:lnTo>
                  <a:pt x="14244" y="9144"/>
                </a:lnTo>
                <a:lnTo>
                  <a:pt x="13917" y="9275"/>
                </a:lnTo>
                <a:lnTo>
                  <a:pt x="13448" y="9275"/>
                </a:lnTo>
                <a:lnTo>
                  <a:pt x="13307" y="9209"/>
                </a:lnTo>
                <a:lnTo>
                  <a:pt x="13167" y="9077"/>
                </a:lnTo>
                <a:lnTo>
                  <a:pt x="13072" y="8945"/>
                </a:lnTo>
                <a:lnTo>
                  <a:pt x="12979" y="8746"/>
                </a:lnTo>
                <a:lnTo>
                  <a:pt x="12932" y="8548"/>
                </a:lnTo>
                <a:lnTo>
                  <a:pt x="12886" y="8083"/>
                </a:lnTo>
                <a:lnTo>
                  <a:pt x="12932" y="7885"/>
                </a:lnTo>
                <a:lnTo>
                  <a:pt x="12979" y="7619"/>
                </a:lnTo>
                <a:lnTo>
                  <a:pt x="13120" y="7222"/>
                </a:lnTo>
                <a:lnTo>
                  <a:pt x="13353" y="6891"/>
                </a:lnTo>
                <a:lnTo>
                  <a:pt x="13634" y="6559"/>
                </a:lnTo>
                <a:lnTo>
                  <a:pt x="14010" y="6095"/>
                </a:lnTo>
                <a:lnTo>
                  <a:pt x="14338" y="5632"/>
                </a:lnTo>
                <a:lnTo>
                  <a:pt x="14479" y="5367"/>
                </a:lnTo>
                <a:lnTo>
                  <a:pt x="14572" y="5101"/>
                </a:lnTo>
                <a:lnTo>
                  <a:pt x="14572" y="4373"/>
                </a:lnTo>
                <a:lnTo>
                  <a:pt x="14479" y="4108"/>
                </a:lnTo>
                <a:lnTo>
                  <a:pt x="14384" y="3909"/>
                </a:lnTo>
                <a:lnTo>
                  <a:pt x="14150" y="3378"/>
                </a:lnTo>
                <a:lnTo>
                  <a:pt x="13917" y="2849"/>
                </a:lnTo>
                <a:lnTo>
                  <a:pt x="13822" y="2583"/>
                </a:lnTo>
                <a:lnTo>
                  <a:pt x="13822" y="2318"/>
                </a:lnTo>
                <a:lnTo>
                  <a:pt x="13917" y="2252"/>
                </a:lnTo>
                <a:lnTo>
                  <a:pt x="14432" y="2054"/>
                </a:lnTo>
                <a:lnTo>
                  <a:pt x="14948" y="1855"/>
                </a:lnTo>
                <a:lnTo>
                  <a:pt x="15510" y="1721"/>
                </a:lnTo>
                <a:lnTo>
                  <a:pt x="16072" y="1656"/>
                </a:lnTo>
                <a:lnTo>
                  <a:pt x="16353" y="1721"/>
                </a:lnTo>
                <a:lnTo>
                  <a:pt x="16634" y="1855"/>
                </a:lnTo>
                <a:lnTo>
                  <a:pt x="16867" y="1987"/>
                </a:lnTo>
                <a:lnTo>
                  <a:pt x="17055" y="2186"/>
                </a:lnTo>
                <a:lnTo>
                  <a:pt x="17243" y="2451"/>
                </a:lnTo>
                <a:lnTo>
                  <a:pt x="17383" y="2717"/>
                </a:lnTo>
                <a:lnTo>
                  <a:pt x="17664" y="3445"/>
                </a:lnTo>
                <a:lnTo>
                  <a:pt x="17898" y="3976"/>
                </a:lnTo>
                <a:lnTo>
                  <a:pt x="17712" y="4373"/>
                </a:lnTo>
                <a:lnTo>
                  <a:pt x="17477" y="4637"/>
                </a:lnTo>
                <a:lnTo>
                  <a:pt x="17243" y="4836"/>
                </a:lnTo>
                <a:lnTo>
                  <a:pt x="16962" y="5034"/>
                </a:lnTo>
                <a:lnTo>
                  <a:pt x="16400" y="5300"/>
                </a:lnTo>
                <a:lnTo>
                  <a:pt x="15791" y="5565"/>
                </a:lnTo>
                <a:lnTo>
                  <a:pt x="15322" y="5831"/>
                </a:lnTo>
                <a:lnTo>
                  <a:pt x="14713" y="6228"/>
                </a:lnTo>
                <a:lnTo>
                  <a:pt x="14432" y="6427"/>
                </a:lnTo>
                <a:lnTo>
                  <a:pt x="14244" y="6757"/>
                </a:lnTo>
                <a:lnTo>
                  <a:pt x="14103" y="7023"/>
                </a:lnTo>
                <a:lnTo>
                  <a:pt x="14057" y="7222"/>
                </a:lnTo>
                <a:lnTo>
                  <a:pt x="14057" y="7552"/>
                </a:lnTo>
                <a:lnTo>
                  <a:pt x="14103" y="7686"/>
                </a:lnTo>
                <a:lnTo>
                  <a:pt x="14198" y="7751"/>
                </a:lnTo>
                <a:lnTo>
                  <a:pt x="14479" y="7751"/>
                </a:lnTo>
                <a:lnTo>
                  <a:pt x="14525" y="7619"/>
                </a:lnTo>
                <a:lnTo>
                  <a:pt x="14572" y="7487"/>
                </a:lnTo>
                <a:lnTo>
                  <a:pt x="14619" y="7354"/>
                </a:lnTo>
                <a:lnTo>
                  <a:pt x="14760" y="7155"/>
                </a:lnTo>
                <a:lnTo>
                  <a:pt x="15041" y="6891"/>
                </a:lnTo>
                <a:lnTo>
                  <a:pt x="15415" y="6626"/>
                </a:lnTo>
                <a:lnTo>
                  <a:pt x="15696" y="6492"/>
                </a:lnTo>
                <a:lnTo>
                  <a:pt x="16353" y="6161"/>
                </a:lnTo>
                <a:lnTo>
                  <a:pt x="16962" y="5831"/>
                </a:lnTo>
                <a:lnTo>
                  <a:pt x="17336" y="5632"/>
                </a:lnTo>
                <a:lnTo>
                  <a:pt x="17712" y="5367"/>
                </a:lnTo>
                <a:lnTo>
                  <a:pt x="17993" y="4969"/>
                </a:lnTo>
                <a:lnTo>
                  <a:pt x="18086" y="4770"/>
                </a:lnTo>
                <a:lnTo>
                  <a:pt x="18181" y="4505"/>
                </a:lnTo>
                <a:lnTo>
                  <a:pt x="18274" y="4637"/>
                </a:lnTo>
                <a:lnTo>
                  <a:pt x="18508" y="4902"/>
                </a:lnTo>
                <a:lnTo>
                  <a:pt x="18743" y="5034"/>
                </a:lnTo>
                <a:lnTo>
                  <a:pt x="19024" y="5233"/>
                </a:lnTo>
                <a:lnTo>
                  <a:pt x="19257" y="5433"/>
                </a:lnTo>
                <a:lnTo>
                  <a:pt x="19538" y="5764"/>
                </a:lnTo>
                <a:lnTo>
                  <a:pt x="19773" y="6228"/>
                </a:lnTo>
                <a:lnTo>
                  <a:pt x="19960" y="6691"/>
                </a:lnTo>
                <a:lnTo>
                  <a:pt x="20054" y="7222"/>
                </a:lnTo>
                <a:lnTo>
                  <a:pt x="19773" y="7885"/>
                </a:lnTo>
                <a:lnTo>
                  <a:pt x="19633" y="8215"/>
                </a:lnTo>
                <a:lnTo>
                  <a:pt x="19398" y="8481"/>
                </a:lnTo>
                <a:lnTo>
                  <a:pt x="19117" y="8811"/>
                </a:lnTo>
                <a:lnTo>
                  <a:pt x="18789" y="9144"/>
                </a:lnTo>
                <a:lnTo>
                  <a:pt x="18414" y="9342"/>
                </a:lnTo>
                <a:lnTo>
                  <a:pt x="18040" y="9541"/>
                </a:lnTo>
                <a:lnTo>
                  <a:pt x="17336" y="9805"/>
                </a:lnTo>
                <a:lnTo>
                  <a:pt x="16634" y="10137"/>
                </a:lnTo>
                <a:lnTo>
                  <a:pt x="16305" y="10336"/>
                </a:lnTo>
                <a:lnTo>
                  <a:pt x="15978" y="10601"/>
                </a:lnTo>
                <a:lnTo>
                  <a:pt x="15696" y="10865"/>
                </a:lnTo>
                <a:lnTo>
                  <a:pt x="15462" y="11262"/>
                </a:lnTo>
                <a:lnTo>
                  <a:pt x="15275" y="11595"/>
                </a:lnTo>
                <a:lnTo>
                  <a:pt x="15229" y="11992"/>
                </a:lnTo>
                <a:lnTo>
                  <a:pt x="15229" y="12323"/>
                </a:lnTo>
                <a:lnTo>
                  <a:pt x="15275" y="12655"/>
                </a:lnTo>
                <a:lnTo>
                  <a:pt x="15369" y="12921"/>
                </a:lnTo>
                <a:lnTo>
                  <a:pt x="15556" y="13184"/>
                </a:lnTo>
                <a:lnTo>
                  <a:pt x="15743" y="13383"/>
                </a:lnTo>
                <a:lnTo>
                  <a:pt x="16024" y="13582"/>
                </a:lnTo>
                <a:lnTo>
                  <a:pt x="16305" y="13649"/>
                </a:lnTo>
                <a:lnTo>
                  <a:pt x="16586" y="13649"/>
                </a:lnTo>
                <a:lnTo>
                  <a:pt x="16867" y="13582"/>
                </a:lnTo>
                <a:lnTo>
                  <a:pt x="17150" y="13517"/>
                </a:lnTo>
                <a:lnTo>
                  <a:pt x="17477" y="13383"/>
                </a:lnTo>
                <a:lnTo>
                  <a:pt x="17852" y="13184"/>
                </a:lnTo>
                <a:lnTo>
                  <a:pt x="18133" y="12921"/>
                </a:lnTo>
                <a:lnTo>
                  <a:pt x="18274" y="12720"/>
                </a:lnTo>
                <a:lnTo>
                  <a:pt x="18321" y="12588"/>
                </a:lnTo>
                <a:lnTo>
                  <a:pt x="18367" y="12323"/>
                </a:lnTo>
                <a:lnTo>
                  <a:pt x="18321" y="12258"/>
                </a:lnTo>
                <a:lnTo>
                  <a:pt x="18227" y="12191"/>
                </a:lnTo>
                <a:lnTo>
                  <a:pt x="17993" y="12191"/>
                </a:lnTo>
                <a:lnTo>
                  <a:pt x="17758" y="12323"/>
                </a:lnTo>
                <a:lnTo>
                  <a:pt x="17290" y="12588"/>
                </a:lnTo>
                <a:lnTo>
                  <a:pt x="17009" y="12720"/>
                </a:lnTo>
                <a:lnTo>
                  <a:pt x="16727" y="12787"/>
                </a:lnTo>
                <a:lnTo>
                  <a:pt x="16165" y="12787"/>
                </a:lnTo>
                <a:lnTo>
                  <a:pt x="15978" y="12655"/>
                </a:lnTo>
                <a:lnTo>
                  <a:pt x="15884" y="12521"/>
                </a:lnTo>
                <a:lnTo>
                  <a:pt x="15791" y="12323"/>
                </a:lnTo>
                <a:lnTo>
                  <a:pt x="15791" y="12124"/>
                </a:lnTo>
                <a:lnTo>
                  <a:pt x="15837" y="11925"/>
                </a:lnTo>
                <a:lnTo>
                  <a:pt x="15931" y="11727"/>
                </a:lnTo>
                <a:lnTo>
                  <a:pt x="16165" y="11396"/>
                </a:lnTo>
                <a:lnTo>
                  <a:pt x="16446" y="11131"/>
                </a:lnTo>
                <a:lnTo>
                  <a:pt x="16774" y="10932"/>
                </a:lnTo>
                <a:lnTo>
                  <a:pt x="17383" y="10666"/>
                </a:lnTo>
                <a:lnTo>
                  <a:pt x="18462" y="10137"/>
                </a:lnTo>
                <a:lnTo>
                  <a:pt x="19024" y="9805"/>
                </a:lnTo>
                <a:lnTo>
                  <a:pt x="19257" y="9606"/>
                </a:lnTo>
                <a:lnTo>
                  <a:pt x="19492" y="9342"/>
                </a:lnTo>
                <a:lnTo>
                  <a:pt x="19819" y="8945"/>
                </a:lnTo>
                <a:lnTo>
                  <a:pt x="20100" y="8414"/>
                </a:lnTo>
                <a:lnTo>
                  <a:pt x="20100" y="8481"/>
                </a:lnTo>
                <a:lnTo>
                  <a:pt x="20054" y="8679"/>
                </a:lnTo>
                <a:lnTo>
                  <a:pt x="20148" y="8878"/>
                </a:lnTo>
                <a:lnTo>
                  <a:pt x="20242" y="9010"/>
                </a:lnTo>
                <a:lnTo>
                  <a:pt x="20383" y="9077"/>
                </a:lnTo>
                <a:lnTo>
                  <a:pt x="20569" y="9144"/>
                </a:lnTo>
                <a:lnTo>
                  <a:pt x="20664" y="9209"/>
                </a:lnTo>
                <a:lnTo>
                  <a:pt x="20757" y="9407"/>
                </a:lnTo>
                <a:lnTo>
                  <a:pt x="20850" y="9673"/>
                </a:lnTo>
                <a:lnTo>
                  <a:pt x="20616" y="9740"/>
                </a:lnTo>
                <a:lnTo>
                  <a:pt x="20335" y="9872"/>
                </a:lnTo>
                <a:lnTo>
                  <a:pt x="19867" y="10204"/>
                </a:lnTo>
                <a:lnTo>
                  <a:pt x="19164" y="10534"/>
                </a:lnTo>
                <a:lnTo>
                  <a:pt x="18883" y="10666"/>
                </a:lnTo>
                <a:lnTo>
                  <a:pt x="18789" y="10800"/>
                </a:lnTo>
                <a:lnTo>
                  <a:pt x="18695" y="10999"/>
                </a:lnTo>
                <a:lnTo>
                  <a:pt x="18648" y="11131"/>
                </a:lnTo>
                <a:lnTo>
                  <a:pt x="18743" y="11329"/>
                </a:lnTo>
                <a:lnTo>
                  <a:pt x="18883" y="11396"/>
                </a:lnTo>
                <a:lnTo>
                  <a:pt x="19024" y="11396"/>
                </a:lnTo>
                <a:lnTo>
                  <a:pt x="19352" y="11329"/>
                </a:lnTo>
                <a:lnTo>
                  <a:pt x="19679" y="11131"/>
                </a:lnTo>
                <a:lnTo>
                  <a:pt x="19960" y="10932"/>
                </a:lnTo>
                <a:lnTo>
                  <a:pt x="20476" y="10601"/>
                </a:lnTo>
                <a:lnTo>
                  <a:pt x="20710" y="10336"/>
                </a:lnTo>
                <a:lnTo>
                  <a:pt x="20945" y="10070"/>
                </a:lnTo>
                <a:lnTo>
                  <a:pt x="20945" y="11860"/>
                </a:lnTo>
                <a:lnTo>
                  <a:pt x="20850" y="11925"/>
                </a:lnTo>
                <a:lnTo>
                  <a:pt x="20664" y="12521"/>
                </a:lnTo>
                <a:lnTo>
                  <a:pt x="20523" y="13119"/>
                </a:lnTo>
                <a:lnTo>
                  <a:pt x="19257" y="13119"/>
                </a:lnTo>
                <a:lnTo>
                  <a:pt x="18883" y="13184"/>
                </a:lnTo>
                <a:lnTo>
                  <a:pt x="18555" y="13383"/>
                </a:lnTo>
                <a:lnTo>
                  <a:pt x="18321" y="13715"/>
                </a:lnTo>
                <a:lnTo>
                  <a:pt x="18133" y="14113"/>
                </a:lnTo>
                <a:lnTo>
                  <a:pt x="17993" y="14510"/>
                </a:lnTo>
                <a:lnTo>
                  <a:pt x="17946" y="14776"/>
                </a:lnTo>
                <a:lnTo>
                  <a:pt x="17898" y="15039"/>
                </a:lnTo>
                <a:lnTo>
                  <a:pt x="17946" y="15504"/>
                </a:lnTo>
                <a:lnTo>
                  <a:pt x="18086" y="15968"/>
                </a:lnTo>
                <a:lnTo>
                  <a:pt x="18274" y="16432"/>
                </a:lnTo>
                <a:lnTo>
                  <a:pt x="18508" y="16830"/>
                </a:lnTo>
                <a:lnTo>
                  <a:pt x="18743" y="17227"/>
                </a:lnTo>
                <a:lnTo>
                  <a:pt x="18976" y="17624"/>
                </a:lnTo>
                <a:lnTo>
                  <a:pt x="19164" y="17756"/>
                </a:lnTo>
                <a:lnTo>
                  <a:pt x="19352" y="17823"/>
                </a:lnTo>
                <a:lnTo>
                  <a:pt x="19445" y="17756"/>
                </a:lnTo>
                <a:lnTo>
                  <a:pt x="19492" y="17624"/>
                </a:lnTo>
                <a:lnTo>
                  <a:pt x="19492" y="17292"/>
                </a:lnTo>
                <a:lnTo>
                  <a:pt x="19352" y="17028"/>
                </a:lnTo>
                <a:lnTo>
                  <a:pt x="19024" y="16497"/>
                </a:lnTo>
                <a:lnTo>
                  <a:pt x="18789" y="16167"/>
                </a:lnTo>
                <a:lnTo>
                  <a:pt x="18602" y="15769"/>
                </a:lnTo>
                <a:lnTo>
                  <a:pt x="18508" y="15372"/>
                </a:lnTo>
                <a:lnTo>
                  <a:pt x="18462" y="15106"/>
                </a:lnTo>
                <a:lnTo>
                  <a:pt x="18462" y="14908"/>
                </a:lnTo>
                <a:lnTo>
                  <a:pt x="18508" y="14642"/>
                </a:lnTo>
                <a:lnTo>
                  <a:pt x="18602" y="14443"/>
                </a:lnTo>
                <a:lnTo>
                  <a:pt x="18743" y="14178"/>
                </a:lnTo>
                <a:lnTo>
                  <a:pt x="19024" y="13979"/>
                </a:lnTo>
                <a:lnTo>
                  <a:pt x="19305" y="13847"/>
                </a:lnTo>
                <a:lnTo>
                  <a:pt x="19586" y="13780"/>
                </a:lnTo>
                <a:lnTo>
                  <a:pt x="20569" y="13780"/>
                </a:lnTo>
                <a:lnTo>
                  <a:pt x="20429" y="14178"/>
                </a:lnTo>
                <a:lnTo>
                  <a:pt x="20383" y="14378"/>
                </a:lnTo>
                <a:lnTo>
                  <a:pt x="20429" y="14642"/>
                </a:lnTo>
                <a:lnTo>
                  <a:pt x="20476" y="15039"/>
                </a:lnTo>
                <a:lnTo>
                  <a:pt x="20476" y="15901"/>
                </a:lnTo>
                <a:lnTo>
                  <a:pt x="20429" y="16298"/>
                </a:lnTo>
                <a:lnTo>
                  <a:pt x="20335" y="15968"/>
                </a:lnTo>
                <a:lnTo>
                  <a:pt x="20242" y="15702"/>
                </a:lnTo>
                <a:lnTo>
                  <a:pt x="20100" y="15372"/>
                </a:lnTo>
                <a:lnTo>
                  <a:pt x="19914" y="15106"/>
                </a:lnTo>
                <a:lnTo>
                  <a:pt x="19819" y="15039"/>
                </a:lnTo>
                <a:lnTo>
                  <a:pt x="19633" y="15039"/>
                </a:lnTo>
                <a:lnTo>
                  <a:pt x="19538" y="15106"/>
                </a:lnTo>
                <a:lnTo>
                  <a:pt x="19492" y="15238"/>
                </a:lnTo>
                <a:lnTo>
                  <a:pt x="19492" y="15504"/>
                </a:lnTo>
                <a:lnTo>
                  <a:pt x="19538" y="15636"/>
                </a:lnTo>
                <a:lnTo>
                  <a:pt x="19773" y="16100"/>
                </a:lnTo>
                <a:lnTo>
                  <a:pt x="19914" y="16564"/>
                </a:lnTo>
                <a:lnTo>
                  <a:pt x="19960" y="17093"/>
                </a:lnTo>
                <a:lnTo>
                  <a:pt x="19914" y="17691"/>
                </a:lnTo>
                <a:lnTo>
                  <a:pt x="19914" y="17823"/>
                </a:lnTo>
                <a:lnTo>
                  <a:pt x="19960" y="18022"/>
                </a:lnTo>
                <a:lnTo>
                  <a:pt x="19633" y="18618"/>
                </a:lnTo>
                <a:lnTo>
                  <a:pt x="19211" y="19214"/>
                </a:lnTo>
                <a:lnTo>
                  <a:pt x="19024" y="19413"/>
                </a:lnTo>
                <a:lnTo>
                  <a:pt x="18743" y="19678"/>
                </a:lnTo>
                <a:lnTo>
                  <a:pt x="18227" y="19944"/>
                </a:lnTo>
                <a:lnTo>
                  <a:pt x="18274" y="19810"/>
                </a:lnTo>
                <a:lnTo>
                  <a:pt x="18321" y="19214"/>
                </a:lnTo>
                <a:lnTo>
                  <a:pt x="18274" y="18685"/>
                </a:lnTo>
                <a:lnTo>
                  <a:pt x="18181" y="18089"/>
                </a:lnTo>
                <a:lnTo>
                  <a:pt x="17993" y="17557"/>
                </a:lnTo>
                <a:lnTo>
                  <a:pt x="17758" y="17028"/>
                </a:lnTo>
                <a:lnTo>
                  <a:pt x="17477" y="16564"/>
                </a:lnTo>
                <a:lnTo>
                  <a:pt x="17243" y="16298"/>
                </a:lnTo>
                <a:lnTo>
                  <a:pt x="17150" y="16100"/>
                </a:lnTo>
                <a:lnTo>
                  <a:pt x="17055" y="15968"/>
                </a:lnTo>
                <a:lnTo>
                  <a:pt x="16821" y="15968"/>
                </a:lnTo>
                <a:lnTo>
                  <a:pt x="16400" y="15702"/>
                </a:lnTo>
                <a:lnTo>
                  <a:pt x="16446" y="15504"/>
                </a:lnTo>
                <a:lnTo>
                  <a:pt x="16446" y="15106"/>
                </a:lnTo>
                <a:lnTo>
                  <a:pt x="16400" y="15039"/>
                </a:lnTo>
                <a:lnTo>
                  <a:pt x="16305" y="14974"/>
                </a:lnTo>
                <a:lnTo>
                  <a:pt x="16165" y="14974"/>
                </a:lnTo>
                <a:lnTo>
                  <a:pt x="16072" y="15039"/>
                </a:lnTo>
                <a:lnTo>
                  <a:pt x="16024" y="15173"/>
                </a:lnTo>
                <a:lnTo>
                  <a:pt x="15931" y="15504"/>
                </a:lnTo>
                <a:lnTo>
                  <a:pt x="15650" y="15437"/>
                </a:lnTo>
                <a:lnTo>
                  <a:pt x="15369" y="15504"/>
                </a:lnTo>
                <a:lnTo>
                  <a:pt x="15088" y="15570"/>
                </a:lnTo>
                <a:lnTo>
                  <a:pt x="14853" y="15702"/>
                </a:lnTo>
                <a:lnTo>
                  <a:pt x="14760" y="15504"/>
                </a:lnTo>
                <a:lnTo>
                  <a:pt x="14619" y="15372"/>
                </a:lnTo>
                <a:lnTo>
                  <a:pt x="14384" y="15372"/>
                </a:lnTo>
                <a:lnTo>
                  <a:pt x="14291" y="15504"/>
                </a:lnTo>
                <a:lnTo>
                  <a:pt x="14198" y="15636"/>
                </a:lnTo>
                <a:lnTo>
                  <a:pt x="14103" y="15769"/>
                </a:lnTo>
                <a:lnTo>
                  <a:pt x="13917" y="16100"/>
                </a:lnTo>
                <a:lnTo>
                  <a:pt x="13729" y="16365"/>
                </a:lnTo>
                <a:lnTo>
                  <a:pt x="13353" y="16631"/>
                </a:lnTo>
                <a:lnTo>
                  <a:pt x="12932" y="16830"/>
                </a:lnTo>
                <a:lnTo>
                  <a:pt x="12510" y="16961"/>
                </a:lnTo>
                <a:lnTo>
                  <a:pt x="12089" y="17028"/>
                </a:lnTo>
                <a:lnTo>
                  <a:pt x="11199" y="17028"/>
                </a:lnTo>
                <a:lnTo>
                  <a:pt x="10636" y="16895"/>
                </a:lnTo>
                <a:lnTo>
                  <a:pt x="10449" y="16830"/>
                </a:lnTo>
                <a:lnTo>
                  <a:pt x="10401" y="16830"/>
                </a:lnTo>
                <a:lnTo>
                  <a:pt x="10401" y="16497"/>
                </a:lnTo>
                <a:lnTo>
                  <a:pt x="10261" y="16298"/>
                </a:lnTo>
                <a:lnTo>
                  <a:pt x="10589" y="15570"/>
                </a:lnTo>
                <a:lnTo>
                  <a:pt x="10918" y="14776"/>
                </a:lnTo>
                <a:lnTo>
                  <a:pt x="11199" y="14311"/>
                </a:lnTo>
                <a:lnTo>
                  <a:pt x="11480" y="13780"/>
                </a:lnTo>
                <a:lnTo>
                  <a:pt x="11808" y="13383"/>
                </a:lnTo>
                <a:lnTo>
                  <a:pt x="12136" y="12921"/>
                </a:lnTo>
                <a:lnTo>
                  <a:pt x="12510" y="12588"/>
                </a:lnTo>
                <a:lnTo>
                  <a:pt x="12886" y="12258"/>
                </a:lnTo>
                <a:lnTo>
                  <a:pt x="13072" y="12124"/>
                </a:lnTo>
                <a:lnTo>
                  <a:pt x="13307" y="12124"/>
                </a:lnTo>
                <a:lnTo>
                  <a:pt x="13401" y="12191"/>
                </a:lnTo>
                <a:lnTo>
                  <a:pt x="13448" y="12323"/>
                </a:lnTo>
                <a:lnTo>
                  <a:pt x="13448" y="12720"/>
                </a:lnTo>
                <a:lnTo>
                  <a:pt x="13353" y="12921"/>
                </a:lnTo>
                <a:lnTo>
                  <a:pt x="13167" y="13318"/>
                </a:lnTo>
                <a:lnTo>
                  <a:pt x="12839" y="13847"/>
                </a:lnTo>
                <a:lnTo>
                  <a:pt x="12463" y="14378"/>
                </a:lnTo>
                <a:lnTo>
                  <a:pt x="12136" y="14974"/>
                </a:lnTo>
                <a:lnTo>
                  <a:pt x="11855" y="15636"/>
                </a:lnTo>
                <a:lnTo>
                  <a:pt x="11855" y="15769"/>
                </a:lnTo>
                <a:lnTo>
                  <a:pt x="11901" y="15968"/>
                </a:lnTo>
                <a:lnTo>
                  <a:pt x="11996" y="16035"/>
                </a:lnTo>
                <a:lnTo>
                  <a:pt x="12136" y="16035"/>
                </a:lnTo>
                <a:lnTo>
                  <a:pt x="12417" y="15702"/>
                </a:lnTo>
                <a:lnTo>
                  <a:pt x="12698" y="15305"/>
                </a:lnTo>
                <a:lnTo>
                  <a:pt x="13120" y="14443"/>
                </a:lnTo>
                <a:lnTo>
                  <a:pt x="13541" y="13780"/>
                </a:lnTo>
                <a:lnTo>
                  <a:pt x="13729" y="13450"/>
                </a:lnTo>
                <a:lnTo>
                  <a:pt x="13869" y="13052"/>
                </a:lnTo>
                <a:lnTo>
                  <a:pt x="13917" y="12720"/>
                </a:lnTo>
                <a:lnTo>
                  <a:pt x="13917" y="12390"/>
                </a:lnTo>
                <a:lnTo>
                  <a:pt x="13869" y="12059"/>
                </a:lnTo>
                <a:lnTo>
                  <a:pt x="13775" y="11793"/>
                </a:lnTo>
                <a:lnTo>
                  <a:pt x="13634" y="11528"/>
                </a:lnTo>
                <a:lnTo>
                  <a:pt x="13401" y="11396"/>
                </a:lnTo>
                <a:lnTo>
                  <a:pt x="13213" y="11396"/>
                </a:lnTo>
                <a:lnTo>
                  <a:pt x="12932" y="11463"/>
                </a:lnTo>
                <a:lnTo>
                  <a:pt x="12651" y="11595"/>
                </a:lnTo>
                <a:lnTo>
                  <a:pt x="12370" y="11860"/>
                </a:lnTo>
                <a:lnTo>
                  <a:pt x="11855" y="12390"/>
                </a:lnTo>
                <a:lnTo>
                  <a:pt x="11386" y="12986"/>
                </a:lnTo>
                <a:lnTo>
                  <a:pt x="10965" y="13649"/>
                </a:lnTo>
                <a:lnTo>
                  <a:pt x="10589" y="14245"/>
                </a:lnTo>
                <a:lnTo>
                  <a:pt x="10261" y="14908"/>
                </a:lnTo>
                <a:lnTo>
                  <a:pt x="10027" y="15636"/>
                </a:lnTo>
                <a:lnTo>
                  <a:pt x="9934" y="16035"/>
                </a:lnTo>
                <a:lnTo>
                  <a:pt x="9887" y="16432"/>
                </a:lnTo>
                <a:lnTo>
                  <a:pt x="9839" y="16432"/>
                </a:lnTo>
                <a:lnTo>
                  <a:pt x="9793" y="16564"/>
                </a:lnTo>
                <a:lnTo>
                  <a:pt x="9652" y="16631"/>
                </a:lnTo>
                <a:lnTo>
                  <a:pt x="9325" y="16631"/>
                </a:lnTo>
                <a:lnTo>
                  <a:pt x="8715" y="16432"/>
                </a:lnTo>
                <a:lnTo>
                  <a:pt x="7966" y="16432"/>
                </a:lnTo>
                <a:lnTo>
                  <a:pt x="7263" y="16564"/>
                </a:lnTo>
                <a:lnTo>
                  <a:pt x="7168" y="16564"/>
                </a:lnTo>
                <a:lnTo>
                  <a:pt x="7168" y="15901"/>
                </a:lnTo>
                <a:lnTo>
                  <a:pt x="7263" y="15636"/>
                </a:lnTo>
                <a:lnTo>
                  <a:pt x="7356" y="15372"/>
                </a:lnTo>
                <a:lnTo>
                  <a:pt x="7497" y="15106"/>
                </a:lnTo>
                <a:lnTo>
                  <a:pt x="7685" y="14974"/>
                </a:lnTo>
                <a:lnTo>
                  <a:pt x="7872" y="14776"/>
                </a:lnTo>
                <a:lnTo>
                  <a:pt x="8153" y="14709"/>
                </a:lnTo>
                <a:lnTo>
                  <a:pt x="8621" y="14510"/>
                </a:lnTo>
                <a:lnTo>
                  <a:pt x="9044" y="14311"/>
                </a:lnTo>
                <a:lnTo>
                  <a:pt x="9465" y="14046"/>
                </a:lnTo>
                <a:lnTo>
                  <a:pt x="9839" y="13715"/>
                </a:lnTo>
                <a:lnTo>
                  <a:pt x="10168" y="13318"/>
                </a:lnTo>
                <a:lnTo>
                  <a:pt x="10496" y="12921"/>
                </a:lnTo>
                <a:lnTo>
                  <a:pt x="10777" y="12456"/>
                </a:lnTo>
                <a:lnTo>
                  <a:pt x="11011" y="11925"/>
                </a:lnTo>
                <a:lnTo>
                  <a:pt x="11199" y="11528"/>
                </a:lnTo>
                <a:lnTo>
                  <a:pt x="11386" y="10999"/>
                </a:lnTo>
                <a:lnTo>
                  <a:pt x="11432" y="10733"/>
                </a:lnTo>
                <a:lnTo>
                  <a:pt x="11480" y="10468"/>
                </a:lnTo>
                <a:lnTo>
                  <a:pt x="11432" y="10204"/>
                </a:lnTo>
                <a:lnTo>
                  <a:pt x="11386" y="10005"/>
                </a:lnTo>
                <a:lnTo>
                  <a:pt x="11246" y="10005"/>
                </a:lnTo>
                <a:lnTo>
                  <a:pt x="11105" y="10070"/>
                </a:lnTo>
                <a:lnTo>
                  <a:pt x="11011" y="10269"/>
                </a:lnTo>
                <a:lnTo>
                  <a:pt x="10870" y="10733"/>
                </a:lnTo>
                <a:lnTo>
                  <a:pt x="10636" y="11396"/>
                </a:lnTo>
                <a:lnTo>
                  <a:pt x="10355" y="12059"/>
                </a:lnTo>
                <a:lnTo>
                  <a:pt x="9980" y="12655"/>
                </a:lnTo>
                <a:lnTo>
                  <a:pt x="9558" y="13119"/>
                </a:lnTo>
                <a:lnTo>
                  <a:pt x="9090" y="13517"/>
                </a:lnTo>
                <a:lnTo>
                  <a:pt x="8575" y="13847"/>
                </a:lnTo>
                <a:lnTo>
                  <a:pt x="8106" y="14046"/>
                </a:lnTo>
                <a:lnTo>
                  <a:pt x="7685" y="14245"/>
                </a:lnTo>
                <a:lnTo>
                  <a:pt x="7450" y="14311"/>
                </a:lnTo>
                <a:lnTo>
                  <a:pt x="7263" y="14510"/>
                </a:lnTo>
                <a:lnTo>
                  <a:pt x="7075" y="14709"/>
                </a:lnTo>
                <a:lnTo>
                  <a:pt x="6935" y="14974"/>
                </a:lnTo>
                <a:lnTo>
                  <a:pt x="6747" y="15372"/>
                </a:lnTo>
                <a:lnTo>
                  <a:pt x="6654" y="15836"/>
                </a:lnTo>
                <a:lnTo>
                  <a:pt x="6654" y="16298"/>
                </a:lnTo>
                <a:lnTo>
                  <a:pt x="6747" y="16763"/>
                </a:lnTo>
                <a:lnTo>
                  <a:pt x="6278" y="16961"/>
                </a:lnTo>
                <a:lnTo>
                  <a:pt x="5763" y="17160"/>
                </a:lnTo>
                <a:lnTo>
                  <a:pt x="5576" y="17160"/>
                </a:lnTo>
                <a:lnTo>
                  <a:pt x="5388" y="17093"/>
                </a:lnTo>
                <a:lnTo>
                  <a:pt x="5201" y="17028"/>
                </a:lnTo>
                <a:lnTo>
                  <a:pt x="5061" y="16895"/>
                </a:lnTo>
                <a:lnTo>
                  <a:pt x="4920" y="16696"/>
                </a:lnTo>
                <a:lnTo>
                  <a:pt x="4826" y="16497"/>
                </a:lnTo>
                <a:lnTo>
                  <a:pt x="4780" y="16298"/>
                </a:lnTo>
                <a:lnTo>
                  <a:pt x="4826" y="15968"/>
                </a:lnTo>
                <a:lnTo>
                  <a:pt x="4873" y="15836"/>
                </a:lnTo>
                <a:lnTo>
                  <a:pt x="4826" y="15702"/>
                </a:lnTo>
                <a:lnTo>
                  <a:pt x="4966" y="15437"/>
                </a:lnTo>
                <a:lnTo>
                  <a:pt x="5061" y="15173"/>
                </a:lnTo>
                <a:lnTo>
                  <a:pt x="5247" y="14642"/>
                </a:lnTo>
                <a:lnTo>
                  <a:pt x="5435" y="14178"/>
                </a:lnTo>
                <a:lnTo>
                  <a:pt x="5670" y="13582"/>
                </a:lnTo>
                <a:lnTo>
                  <a:pt x="5716" y="13318"/>
                </a:lnTo>
                <a:lnTo>
                  <a:pt x="5763" y="13052"/>
                </a:lnTo>
                <a:lnTo>
                  <a:pt x="5716" y="12720"/>
                </a:lnTo>
                <a:lnTo>
                  <a:pt x="5670" y="12456"/>
                </a:lnTo>
                <a:lnTo>
                  <a:pt x="5528" y="12323"/>
                </a:lnTo>
                <a:lnTo>
                  <a:pt x="5388" y="12191"/>
                </a:lnTo>
                <a:lnTo>
                  <a:pt x="5247" y="12124"/>
                </a:lnTo>
                <a:lnTo>
                  <a:pt x="5061" y="12124"/>
                </a:lnTo>
                <a:lnTo>
                  <a:pt x="4733" y="12191"/>
                </a:lnTo>
                <a:lnTo>
                  <a:pt x="4452" y="12323"/>
                </a:lnTo>
                <a:lnTo>
                  <a:pt x="4076" y="12655"/>
                </a:lnTo>
                <a:lnTo>
                  <a:pt x="3749" y="13052"/>
                </a:lnTo>
                <a:lnTo>
                  <a:pt x="3514" y="13450"/>
                </a:lnTo>
                <a:lnTo>
                  <a:pt x="3280" y="13847"/>
                </a:lnTo>
                <a:lnTo>
                  <a:pt x="3186" y="13847"/>
                </a:lnTo>
                <a:lnTo>
                  <a:pt x="3092" y="13914"/>
                </a:lnTo>
                <a:lnTo>
                  <a:pt x="2999" y="14178"/>
                </a:lnTo>
                <a:lnTo>
                  <a:pt x="2999" y="14378"/>
                </a:lnTo>
                <a:lnTo>
                  <a:pt x="3045" y="14510"/>
                </a:lnTo>
                <a:lnTo>
                  <a:pt x="3140" y="14577"/>
                </a:lnTo>
                <a:lnTo>
                  <a:pt x="3280" y="14642"/>
                </a:lnTo>
                <a:lnTo>
                  <a:pt x="3421" y="14642"/>
                </a:lnTo>
                <a:lnTo>
                  <a:pt x="3561" y="14577"/>
                </a:lnTo>
                <a:lnTo>
                  <a:pt x="3655" y="14443"/>
                </a:lnTo>
                <a:lnTo>
                  <a:pt x="4076" y="13780"/>
                </a:lnTo>
                <a:lnTo>
                  <a:pt x="4264" y="13450"/>
                </a:lnTo>
                <a:lnTo>
                  <a:pt x="4498" y="13184"/>
                </a:lnTo>
                <a:lnTo>
                  <a:pt x="4780" y="13052"/>
                </a:lnTo>
                <a:lnTo>
                  <a:pt x="5061" y="12921"/>
                </a:lnTo>
                <a:lnTo>
                  <a:pt x="5154" y="12921"/>
                </a:lnTo>
                <a:lnTo>
                  <a:pt x="5154" y="13184"/>
                </a:lnTo>
                <a:lnTo>
                  <a:pt x="5014" y="13649"/>
                </a:lnTo>
                <a:lnTo>
                  <a:pt x="4685" y="14510"/>
                </a:lnTo>
                <a:lnTo>
                  <a:pt x="4545" y="15039"/>
                </a:lnTo>
                <a:lnTo>
                  <a:pt x="4452" y="15305"/>
                </a:lnTo>
                <a:lnTo>
                  <a:pt x="4357" y="15437"/>
                </a:lnTo>
                <a:lnTo>
                  <a:pt x="4217" y="15570"/>
                </a:lnTo>
                <a:lnTo>
                  <a:pt x="4217" y="15636"/>
                </a:lnTo>
                <a:lnTo>
                  <a:pt x="4171" y="15702"/>
                </a:lnTo>
                <a:lnTo>
                  <a:pt x="3983" y="15901"/>
                </a:lnTo>
                <a:lnTo>
                  <a:pt x="3749" y="15968"/>
                </a:lnTo>
                <a:lnTo>
                  <a:pt x="3514" y="16035"/>
                </a:lnTo>
                <a:lnTo>
                  <a:pt x="3233" y="16035"/>
                </a:lnTo>
                <a:lnTo>
                  <a:pt x="2999" y="15968"/>
                </a:lnTo>
                <a:lnTo>
                  <a:pt x="2764" y="15836"/>
                </a:lnTo>
                <a:lnTo>
                  <a:pt x="2578" y="15702"/>
                </a:lnTo>
                <a:lnTo>
                  <a:pt x="2390" y="15504"/>
                </a:lnTo>
                <a:lnTo>
                  <a:pt x="2202" y="15238"/>
                </a:lnTo>
                <a:lnTo>
                  <a:pt x="2109" y="14974"/>
                </a:lnTo>
                <a:lnTo>
                  <a:pt x="2014" y="14709"/>
                </a:lnTo>
                <a:lnTo>
                  <a:pt x="1921" y="14378"/>
                </a:lnTo>
                <a:lnTo>
                  <a:pt x="1921" y="13450"/>
                </a:lnTo>
                <a:lnTo>
                  <a:pt x="2014" y="13119"/>
                </a:lnTo>
                <a:lnTo>
                  <a:pt x="2062" y="12921"/>
                </a:lnTo>
                <a:lnTo>
                  <a:pt x="2109" y="12720"/>
                </a:lnTo>
                <a:lnTo>
                  <a:pt x="2062" y="12588"/>
                </a:lnTo>
                <a:lnTo>
                  <a:pt x="2155" y="12588"/>
                </a:lnTo>
                <a:lnTo>
                  <a:pt x="2483" y="12390"/>
                </a:lnTo>
                <a:lnTo>
                  <a:pt x="2811" y="12258"/>
                </a:lnTo>
                <a:lnTo>
                  <a:pt x="3561" y="11727"/>
                </a:lnTo>
                <a:lnTo>
                  <a:pt x="4311" y="11131"/>
                </a:lnTo>
                <a:lnTo>
                  <a:pt x="4873" y="10601"/>
                </a:lnTo>
                <a:lnTo>
                  <a:pt x="5107" y="10269"/>
                </a:lnTo>
                <a:lnTo>
                  <a:pt x="5295" y="9938"/>
                </a:lnTo>
                <a:lnTo>
                  <a:pt x="5482" y="9541"/>
                </a:lnTo>
                <a:lnTo>
                  <a:pt x="5623" y="9209"/>
                </a:lnTo>
                <a:lnTo>
                  <a:pt x="5716" y="8746"/>
                </a:lnTo>
                <a:lnTo>
                  <a:pt x="5763" y="8282"/>
                </a:lnTo>
                <a:lnTo>
                  <a:pt x="5763" y="7950"/>
                </a:lnTo>
                <a:lnTo>
                  <a:pt x="5716" y="7552"/>
                </a:lnTo>
                <a:lnTo>
                  <a:pt x="5576" y="7222"/>
                </a:lnTo>
                <a:lnTo>
                  <a:pt x="5482" y="7090"/>
                </a:lnTo>
                <a:lnTo>
                  <a:pt x="5388" y="7023"/>
                </a:lnTo>
                <a:lnTo>
                  <a:pt x="5061" y="6891"/>
                </a:lnTo>
                <a:lnTo>
                  <a:pt x="4780" y="6824"/>
                </a:lnTo>
                <a:lnTo>
                  <a:pt x="4452" y="6891"/>
                </a:lnTo>
                <a:lnTo>
                  <a:pt x="4123" y="6956"/>
                </a:lnTo>
                <a:lnTo>
                  <a:pt x="3749" y="7155"/>
                </a:lnTo>
                <a:lnTo>
                  <a:pt x="3421" y="7354"/>
                </a:lnTo>
                <a:lnTo>
                  <a:pt x="2764" y="7885"/>
                </a:lnTo>
                <a:lnTo>
                  <a:pt x="1921" y="8548"/>
                </a:lnTo>
                <a:lnTo>
                  <a:pt x="1547" y="8878"/>
                </a:lnTo>
                <a:lnTo>
                  <a:pt x="1171" y="9209"/>
                </a:lnTo>
                <a:lnTo>
                  <a:pt x="1078" y="9342"/>
                </a:lnTo>
                <a:lnTo>
                  <a:pt x="1031" y="9474"/>
                </a:lnTo>
                <a:lnTo>
                  <a:pt x="1031" y="9606"/>
                </a:lnTo>
                <a:lnTo>
                  <a:pt x="1078" y="9673"/>
                </a:lnTo>
                <a:lnTo>
                  <a:pt x="1124" y="9805"/>
                </a:lnTo>
                <a:lnTo>
                  <a:pt x="1219" y="9872"/>
                </a:lnTo>
                <a:lnTo>
                  <a:pt x="1406" y="9872"/>
                </a:lnTo>
                <a:lnTo>
                  <a:pt x="1968" y="9474"/>
                </a:lnTo>
                <a:lnTo>
                  <a:pt x="2483" y="9010"/>
                </a:lnTo>
                <a:lnTo>
                  <a:pt x="3561" y="8148"/>
                </a:lnTo>
                <a:lnTo>
                  <a:pt x="4076" y="7818"/>
                </a:lnTo>
                <a:lnTo>
                  <a:pt x="4311" y="7686"/>
                </a:lnTo>
                <a:lnTo>
                  <a:pt x="4592" y="7619"/>
                </a:lnTo>
                <a:lnTo>
                  <a:pt x="4780" y="7552"/>
                </a:lnTo>
                <a:lnTo>
                  <a:pt x="4920" y="7619"/>
                </a:lnTo>
                <a:lnTo>
                  <a:pt x="5107" y="7686"/>
                </a:lnTo>
                <a:lnTo>
                  <a:pt x="5154" y="7751"/>
                </a:lnTo>
                <a:lnTo>
                  <a:pt x="5201" y="7885"/>
                </a:lnTo>
                <a:lnTo>
                  <a:pt x="5247" y="8083"/>
                </a:lnTo>
                <a:lnTo>
                  <a:pt x="5247" y="8282"/>
                </a:lnTo>
                <a:lnTo>
                  <a:pt x="5201" y="8746"/>
                </a:lnTo>
                <a:lnTo>
                  <a:pt x="5107" y="9077"/>
                </a:lnTo>
                <a:lnTo>
                  <a:pt x="4920" y="9474"/>
                </a:lnTo>
                <a:lnTo>
                  <a:pt x="4733" y="9740"/>
                </a:lnTo>
                <a:lnTo>
                  <a:pt x="4545" y="10070"/>
                </a:lnTo>
                <a:lnTo>
                  <a:pt x="4030" y="10534"/>
                </a:lnTo>
                <a:lnTo>
                  <a:pt x="3561" y="10932"/>
                </a:lnTo>
                <a:lnTo>
                  <a:pt x="2999" y="11396"/>
                </a:lnTo>
                <a:lnTo>
                  <a:pt x="2437" y="11793"/>
                </a:lnTo>
                <a:lnTo>
                  <a:pt x="1874" y="12191"/>
                </a:lnTo>
                <a:lnTo>
                  <a:pt x="1687" y="12323"/>
                </a:lnTo>
                <a:lnTo>
                  <a:pt x="1593" y="12390"/>
                </a:lnTo>
                <a:lnTo>
                  <a:pt x="1547" y="12521"/>
                </a:lnTo>
                <a:lnTo>
                  <a:pt x="1500" y="12521"/>
                </a:lnTo>
                <a:lnTo>
                  <a:pt x="1359" y="12390"/>
                </a:lnTo>
                <a:lnTo>
                  <a:pt x="1124" y="12124"/>
                </a:lnTo>
                <a:lnTo>
                  <a:pt x="890" y="11662"/>
                </a:lnTo>
                <a:lnTo>
                  <a:pt x="750" y="11329"/>
                </a:lnTo>
                <a:lnTo>
                  <a:pt x="657" y="10932"/>
                </a:lnTo>
                <a:lnTo>
                  <a:pt x="609" y="10534"/>
                </a:lnTo>
                <a:lnTo>
                  <a:pt x="609" y="9673"/>
                </a:lnTo>
                <a:lnTo>
                  <a:pt x="703" y="9275"/>
                </a:lnTo>
                <a:lnTo>
                  <a:pt x="843" y="8811"/>
                </a:lnTo>
                <a:lnTo>
                  <a:pt x="984" y="8414"/>
                </a:lnTo>
                <a:lnTo>
                  <a:pt x="1171" y="8083"/>
                </a:lnTo>
                <a:lnTo>
                  <a:pt x="1406" y="7751"/>
                </a:lnTo>
                <a:lnTo>
                  <a:pt x="1921" y="7155"/>
                </a:lnTo>
                <a:lnTo>
                  <a:pt x="2437" y="6691"/>
                </a:lnTo>
                <a:lnTo>
                  <a:pt x="3045" y="6293"/>
                </a:lnTo>
                <a:lnTo>
                  <a:pt x="3140" y="6161"/>
                </a:lnTo>
                <a:lnTo>
                  <a:pt x="3186" y="5963"/>
                </a:lnTo>
                <a:lnTo>
                  <a:pt x="3280" y="5632"/>
                </a:lnTo>
                <a:lnTo>
                  <a:pt x="3468" y="5233"/>
                </a:lnTo>
                <a:lnTo>
                  <a:pt x="3702" y="4902"/>
                </a:lnTo>
                <a:lnTo>
                  <a:pt x="3890" y="4572"/>
                </a:lnTo>
                <a:lnTo>
                  <a:pt x="4123" y="4306"/>
                </a:lnTo>
                <a:lnTo>
                  <a:pt x="4404" y="4041"/>
                </a:lnTo>
                <a:lnTo>
                  <a:pt x="4639" y="3842"/>
                </a:lnTo>
                <a:lnTo>
                  <a:pt x="4920" y="3710"/>
                </a:lnTo>
                <a:lnTo>
                  <a:pt x="5247" y="3577"/>
                </a:lnTo>
                <a:lnTo>
                  <a:pt x="5528" y="3511"/>
                </a:lnTo>
                <a:lnTo>
                  <a:pt x="5811" y="3445"/>
                </a:lnTo>
                <a:lnTo>
                  <a:pt x="5997" y="3710"/>
                </a:lnTo>
                <a:lnTo>
                  <a:pt x="6232" y="3909"/>
                </a:lnTo>
                <a:lnTo>
                  <a:pt x="6559" y="4239"/>
                </a:lnTo>
                <a:lnTo>
                  <a:pt x="6841" y="4637"/>
                </a:lnTo>
                <a:lnTo>
                  <a:pt x="6982" y="4902"/>
                </a:lnTo>
                <a:lnTo>
                  <a:pt x="7075" y="5233"/>
                </a:lnTo>
                <a:lnTo>
                  <a:pt x="7216" y="5831"/>
                </a:lnTo>
                <a:lnTo>
                  <a:pt x="7309" y="6427"/>
                </a:lnTo>
                <a:lnTo>
                  <a:pt x="7263" y="7090"/>
                </a:lnTo>
                <a:lnTo>
                  <a:pt x="7168" y="7686"/>
                </a:lnTo>
                <a:lnTo>
                  <a:pt x="6982" y="8215"/>
                </a:lnTo>
                <a:lnTo>
                  <a:pt x="6466" y="9144"/>
                </a:lnTo>
                <a:lnTo>
                  <a:pt x="6232" y="9606"/>
                </a:lnTo>
                <a:lnTo>
                  <a:pt x="6044" y="10137"/>
                </a:lnTo>
                <a:lnTo>
                  <a:pt x="5951" y="10733"/>
                </a:lnTo>
                <a:lnTo>
                  <a:pt x="5951" y="11329"/>
                </a:lnTo>
                <a:lnTo>
                  <a:pt x="5997" y="11595"/>
                </a:lnTo>
                <a:lnTo>
                  <a:pt x="6092" y="11860"/>
                </a:lnTo>
                <a:lnTo>
                  <a:pt x="6138" y="12059"/>
                </a:lnTo>
                <a:lnTo>
                  <a:pt x="6278" y="12258"/>
                </a:lnTo>
                <a:lnTo>
                  <a:pt x="6559" y="12521"/>
                </a:lnTo>
                <a:lnTo>
                  <a:pt x="6887" y="12655"/>
                </a:lnTo>
                <a:lnTo>
                  <a:pt x="7216" y="12720"/>
                </a:lnTo>
                <a:lnTo>
                  <a:pt x="7590" y="12655"/>
                </a:lnTo>
                <a:lnTo>
                  <a:pt x="7918" y="12521"/>
                </a:lnTo>
                <a:lnTo>
                  <a:pt x="8247" y="12323"/>
                </a:lnTo>
                <a:lnTo>
                  <a:pt x="8528" y="12059"/>
                </a:lnTo>
                <a:lnTo>
                  <a:pt x="8809" y="11662"/>
                </a:lnTo>
                <a:lnTo>
                  <a:pt x="8996" y="11197"/>
                </a:lnTo>
                <a:lnTo>
                  <a:pt x="9230" y="10800"/>
                </a:lnTo>
                <a:lnTo>
                  <a:pt x="9793" y="9474"/>
                </a:lnTo>
                <a:lnTo>
                  <a:pt x="10074" y="8811"/>
                </a:lnTo>
                <a:lnTo>
                  <a:pt x="10355" y="8083"/>
                </a:lnTo>
                <a:lnTo>
                  <a:pt x="10401" y="7950"/>
                </a:lnTo>
                <a:lnTo>
                  <a:pt x="10355" y="7818"/>
                </a:lnTo>
                <a:lnTo>
                  <a:pt x="10308" y="7686"/>
                </a:lnTo>
                <a:lnTo>
                  <a:pt x="10261" y="7552"/>
                </a:lnTo>
                <a:lnTo>
                  <a:pt x="9934" y="7552"/>
                </a:lnTo>
                <a:lnTo>
                  <a:pt x="9839" y="7686"/>
                </a:lnTo>
                <a:lnTo>
                  <a:pt x="9606" y="8282"/>
                </a:lnTo>
                <a:lnTo>
                  <a:pt x="9325" y="8811"/>
                </a:lnTo>
                <a:lnTo>
                  <a:pt x="8856" y="10005"/>
                </a:lnTo>
                <a:lnTo>
                  <a:pt x="8621" y="10468"/>
                </a:lnTo>
                <a:lnTo>
                  <a:pt x="8387" y="10932"/>
                </a:lnTo>
                <a:lnTo>
                  <a:pt x="8153" y="11329"/>
                </a:lnTo>
                <a:lnTo>
                  <a:pt x="7825" y="11727"/>
                </a:lnTo>
                <a:lnTo>
                  <a:pt x="7590" y="11860"/>
                </a:lnTo>
                <a:lnTo>
                  <a:pt x="7404" y="11925"/>
                </a:lnTo>
                <a:lnTo>
                  <a:pt x="7168" y="11860"/>
                </a:lnTo>
                <a:lnTo>
                  <a:pt x="6982" y="11793"/>
                </a:lnTo>
                <a:lnTo>
                  <a:pt x="6794" y="11662"/>
                </a:lnTo>
                <a:lnTo>
                  <a:pt x="6654" y="11463"/>
                </a:lnTo>
                <a:lnTo>
                  <a:pt x="6559" y="11197"/>
                </a:lnTo>
                <a:lnTo>
                  <a:pt x="6513" y="10865"/>
                </a:lnTo>
                <a:lnTo>
                  <a:pt x="6559" y="10534"/>
                </a:lnTo>
                <a:lnTo>
                  <a:pt x="6606" y="10269"/>
                </a:lnTo>
                <a:lnTo>
                  <a:pt x="6841" y="9740"/>
                </a:lnTo>
                <a:lnTo>
                  <a:pt x="7356" y="8811"/>
                </a:lnTo>
                <a:lnTo>
                  <a:pt x="7544" y="8414"/>
                </a:lnTo>
                <a:lnTo>
                  <a:pt x="7685" y="7950"/>
                </a:lnTo>
                <a:lnTo>
                  <a:pt x="7825" y="7487"/>
                </a:lnTo>
                <a:lnTo>
                  <a:pt x="7872" y="7023"/>
                </a:lnTo>
                <a:lnTo>
                  <a:pt x="7872" y="6030"/>
                </a:lnTo>
                <a:lnTo>
                  <a:pt x="7778" y="5565"/>
                </a:lnTo>
                <a:lnTo>
                  <a:pt x="7685" y="5101"/>
                </a:lnTo>
                <a:lnTo>
                  <a:pt x="7450" y="4572"/>
                </a:lnTo>
                <a:lnTo>
                  <a:pt x="7123" y="3909"/>
                </a:lnTo>
                <a:lnTo>
                  <a:pt x="6935" y="3643"/>
                </a:lnTo>
                <a:lnTo>
                  <a:pt x="6747" y="3445"/>
                </a:lnTo>
                <a:lnTo>
                  <a:pt x="6513" y="3246"/>
                </a:lnTo>
                <a:lnTo>
                  <a:pt x="6278" y="3114"/>
                </a:lnTo>
                <a:lnTo>
                  <a:pt x="6278" y="2650"/>
                </a:lnTo>
                <a:lnTo>
                  <a:pt x="6373" y="2384"/>
                </a:lnTo>
                <a:lnTo>
                  <a:pt x="6466" y="2119"/>
                </a:lnTo>
                <a:lnTo>
                  <a:pt x="6606" y="1855"/>
                </a:lnTo>
                <a:lnTo>
                  <a:pt x="6794" y="1656"/>
                </a:lnTo>
                <a:lnTo>
                  <a:pt x="7028" y="1523"/>
                </a:lnTo>
                <a:lnTo>
                  <a:pt x="7263" y="1458"/>
                </a:lnTo>
                <a:lnTo>
                  <a:pt x="7497" y="1391"/>
                </a:lnTo>
                <a:lnTo>
                  <a:pt x="7685" y="1391"/>
                </a:lnTo>
                <a:lnTo>
                  <a:pt x="7918" y="1458"/>
                </a:lnTo>
                <a:lnTo>
                  <a:pt x="8340" y="1656"/>
                </a:lnTo>
                <a:lnTo>
                  <a:pt x="9184" y="2186"/>
                </a:lnTo>
                <a:lnTo>
                  <a:pt x="9044" y="2384"/>
                </a:lnTo>
                <a:lnTo>
                  <a:pt x="8996" y="2583"/>
                </a:lnTo>
                <a:lnTo>
                  <a:pt x="8996" y="2980"/>
                </a:lnTo>
                <a:lnTo>
                  <a:pt x="9137" y="3378"/>
                </a:lnTo>
                <a:lnTo>
                  <a:pt x="9325" y="3643"/>
                </a:lnTo>
                <a:lnTo>
                  <a:pt x="9511" y="3909"/>
                </a:lnTo>
                <a:lnTo>
                  <a:pt x="9652" y="4108"/>
                </a:lnTo>
                <a:lnTo>
                  <a:pt x="9511" y="4505"/>
                </a:lnTo>
                <a:lnTo>
                  <a:pt x="9277" y="5498"/>
                </a:lnTo>
                <a:lnTo>
                  <a:pt x="9137" y="5896"/>
                </a:lnTo>
                <a:lnTo>
                  <a:pt x="8996" y="6293"/>
                </a:lnTo>
                <a:lnTo>
                  <a:pt x="8856" y="6691"/>
                </a:lnTo>
                <a:lnTo>
                  <a:pt x="8809" y="7090"/>
                </a:lnTo>
                <a:lnTo>
                  <a:pt x="8809" y="7222"/>
                </a:lnTo>
                <a:lnTo>
                  <a:pt x="8903" y="7289"/>
                </a:lnTo>
                <a:lnTo>
                  <a:pt x="8996" y="7354"/>
                </a:lnTo>
                <a:lnTo>
                  <a:pt x="9090" y="7289"/>
                </a:lnTo>
                <a:lnTo>
                  <a:pt x="9277" y="7023"/>
                </a:lnTo>
                <a:lnTo>
                  <a:pt x="9465" y="6691"/>
                </a:lnTo>
                <a:lnTo>
                  <a:pt x="9699" y="5896"/>
                </a:lnTo>
                <a:lnTo>
                  <a:pt x="9934" y="4902"/>
                </a:lnTo>
                <a:lnTo>
                  <a:pt x="9980" y="4438"/>
                </a:lnTo>
                <a:lnTo>
                  <a:pt x="9980" y="4373"/>
                </a:lnTo>
                <a:lnTo>
                  <a:pt x="10682" y="4836"/>
                </a:lnTo>
                <a:lnTo>
                  <a:pt x="10965" y="5168"/>
                </a:lnTo>
                <a:lnTo>
                  <a:pt x="11105" y="5433"/>
                </a:lnTo>
                <a:lnTo>
                  <a:pt x="11246" y="5697"/>
                </a:lnTo>
                <a:lnTo>
                  <a:pt x="11339" y="5963"/>
                </a:lnTo>
                <a:lnTo>
                  <a:pt x="11339" y="6228"/>
                </a:lnTo>
                <a:lnTo>
                  <a:pt x="11292" y="6492"/>
                </a:lnTo>
                <a:lnTo>
                  <a:pt x="11105" y="6691"/>
                </a:lnTo>
                <a:lnTo>
                  <a:pt x="11011" y="6824"/>
                </a:lnTo>
                <a:lnTo>
                  <a:pt x="10965" y="6956"/>
                </a:lnTo>
                <a:lnTo>
                  <a:pt x="10965" y="7090"/>
                </a:lnTo>
                <a:lnTo>
                  <a:pt x="11011" y="7222"/>
                </a:lnTo>
                <a:lnTo>
                  <a:pt x="11058" y="7354"/>
                </a:lnTo>
                <a:lnTo>
                  <a:pt x="11151" y="7420"/>
                </a:lnTo>
                <a:lnTo>
                  <a:pt x="11292" y="7420"/>
                </a:lnTo>
                <a:lnTo>
                  <a:pt x="11386" y="7354"/>
                </a:lnTo>
                <a:lnTo>
                  <a:pt x="11620" y="7090"/>
                </a:lnTo>
                <a:lnTo>
                  <a:pt x="11761" y="6824"/>
                </a:lnTo>
                <a:lnTo>
                  <a:pt x="11855" y="6492"/>
                </a:lnTo>
                <a:lnTo>
                  <a:pt x="11855" y="5764"/>
                </a:lnTo>
                <a:lnTo>
                  <a:pt x="11761" y="5433"/>
                </a:lnTo>
                <a:lnTo>
                  <a:pt x="11620" y="5101"/>
                </a:lnTo>
                <a:lnTo>
                  <a:pt x="11480" y="4770"/>
                </a:lnTo>
                <a:lnTo>
                  <a:pt x="11246" y="4438"/>
                </a:lnTo>
                <a:lnTo>
                  <a:pt x="10965" y="4239"/>
                </a:lnTo>
                <a:lnTo>
                  <a:pt x="10355" y="3775"/>
                </a:lnTo>
                <a:lnTo>
                  <a:pt x="10074" y="3577"/>
                </a:lnTo>
                <a:lnTo>
                  <a:pt x="9699" y="3246"/>
                </a:lnTo>
                <a:lnTo>
                  <a:pt x="9511" y="2980"/>
                </a:lnTo>
                <a:lnTo>
                  <a:pt x="9418" y="2782"/>
                </a:lnTo>
                <a:lnTo>
                  <a:pt x="9371" y="2583"/>
                </a:lnTo>
                <a:lnTo>
                  <a:pt x="9418" y="2318"/>
                </a:lnTo>
                <a:lnTo>
                  <a:pt x="9558" y="2451"/>
                </a:lnTo>
                <a:lnTo>
                  <a:pt x="9652" y="2451"/>
                </a:lnTo>
                <a:lnTo>
                  <a:pt x="9699" y="2384"/>
                </a:lnTo>
                <a:lnTo>
                  <a:pt x="9746" y="2252"/>
                </a:lnTo>
                <a:lnTo>
                  <a:pt x="9839" y="2054"/>
                </a:lnTo>
                <a:lnTo>
                  <a:pt x="9980" y="1721"/>
                </a:lnTo>
                <a:lnTo>
                  <a:pt x="10120" y="1458"/>
                </a:lnTo>
                <a:lnTo>
                  <a:pt x="10355" y="1259"/>
                </a:lnTo>
                <a:lnTo>
                  <a:pt x="10589" y="1125"/>
                </a:lnTo>
                <a:lnTo>
                  <a:pt x="10824" y="1060"/>
                </a:lnTo>
                <a:lnTo>
                  <a:pt x="11105" y="993"/>
                </a:lnTo>
                <a:lnTo>
                  <a:pt x="11573" y="927"/>
                </a:lnTo>
                <a:close/>
                <a:moveTo>
                  <a:pt x="16962" y="16830"/>
                </a:moveTo>
                <a:lnTo>
                  <a:pt x="17150" y="17028"/>
                </a:lnTo>
                <a:lnTo>
                  <a:pt x="17150" y="17093"/>
                </a:lnTo>
                <a:lnTo>
                  <a:pt x="17055" y="17093"/>
                </a:lnTo>
                <a:lnTo>
                  <a:pt x="16915" y="17227"/>
                </a:lnTo>
                <a:lnTo>
                  <a:pt x="16586" y="17823"/>
                </a:lnTo>
                <a:lnTo>
                  <a:pt x="16212" y="18419"/>
                </a:lnTo>
                <a:lnTo>
                  <a:pt x="15791" y="18950"/>
                </a:lnTo>
                <a:lnTo>
                  <a:pt x="15369" y="19413"/>
                </a:lnTo>
                <a:lnTo>
                  <a:pt x="14619" y="20009"/>
                </a:lnTo>
                <a:lnTo>
                  <a:pt x="13869" y="20607"/>
                </a:lnTo>
                <a:lnTo>
                  <a:pt x="13588" y="20540"/>
                </a:lnTo>
                <a:lnTo>
                  <a:pt x="13307" y="20408"/>
                </a:lnTo>
                <a:lnTo>
                  <a:pt x="13072" y="20207"/>
                </a:lnTo>
                <a:lnTo>
                  <a:pt x="12839" y="20009"/>
                </a:lnTo>
                <a:lnTo>
                  <a:pt x="13401" y="19877"/>
                </a:lnTo>
                <a:lnTo>
                  <a:pt x="13917" y="19611"/>
                </a:lnTo>
                <a:lnTo>
                  <a:pt x="14432" y="19281"/>
                </a:lnTo>
                <a:lnTo>
                  <a:pt x="14948" y="18950"/>
                </a:lnTo>
                <a:lnTo>
                  <a:pt x="15510" y="18486"/>
                </a:lnTo>
                <a:lnTo>
                  <a:pt x="16024" y="17955"/>
                </a:lnTo>
                <a:lnTo>
                  <a:pt x="16493" y="17426"/>
                </a:lnTo>
                <a:lnTo>
                  <a:pt x="16962" y="16830"/>
                </a:lnTo>
                <a:close/>
                <a:moveTo>
                  <a:pt x="17383" y="17426"/>
                </a:moveTo>
                <a:lnTo>
                  <a:pt x="17524" y="17691"/>
                </a:lnTo>
                <a:lnTo>
                  <a:pt x="17617" y="18022"/>
                </a:lnTo>
                <a:lnTo>
                  <a:pt x="17805" y="18685"/>
                </a:lnTo>
                <a:lnTo>
                  <a:pt x="17805" y="19611"/>
                </a:lnTo>
                <a:lnTo>
                  <a:pt x="17712" y="19810"/>
                </a:lnTo>
                <a:lnTo>
                  <a:pt x="17664" y="19745"/>
                </a:lnTo>
                <a:lnTo>
                  <a:pt x="17524" y="19745"/>
                </a:lnTo>
                <a:lnTo>
                  <a:pt x="17524" y="19810"/>
                </a:lnTo>
                <a:lnTo>
                  <a:pt x="17383" y="20207"/>
                </a:lnTo>
                <a:lnTo>
                  <a:pt x="16305" y="20408"/>
                </a:lnTo>
                <a:lnTo>
                  <a:pt x="16493" y="20207"/>
                </a:lnTo>
                <a:lnTo>
                  <a:pt x="17009" y="19678"/>
                </a:lnTo>
                <a:lnTo>
                  <a:pt x="17477" y="19082"/>
                </a:lnTo>
                <a:lnTo>
                  <a:pt x="17571" y="18950"/>
                </a:lnTo>
                <a:lnTo>
                  <a:pt x="17571" y="18750"/>
                </a:lnTo>
                <a:lnTo>
                  <a:pt x="17524" y="18618"/>
                </a:lnTo>
                <a:lnTo>
                  <a:pt x="17383" y="18551"/>
                </a:lnTo>
                <a:lnTo>
                  <a:pt x="17290" y="18551"/>
                </a:lnTo>
                <a:lnTo>
                  <a:pt x="17196" y="18618"/>
                </a:lnTo>
                <a:lnTo>
                  <a:pt x="16681" y="19214"/>
                </a:lnTo>
                <a:lnTo>
                  <a:pt x="16165" y="19810"/>
                </a:lnTo>
                <a:lnTo>
                  <a:pt x="15837" y="20142"/>
                </a:lnTo>
                <a:lnTo>
                  <a:pt x="15743" y="20274"/>
                </a:lnTo>
                <a:lnTo>
                  <a:pt x="15650" y="20540"/>
                </a:lnTo>
                <a:lnTo>
                  <a:pt x="14900" y="20607"/>
                </a:lnTo>
                <a:lnTo>
                  <a:pt x="14665" y="20672"/>
                </a:lnTo>
                <a:lnTo>
                  <a:pt x="15041" y="20408"/>
                </a:lnTo>
                <a:lnTo>
                  <a:pt x="15415" y="20075"/>
                </a:lnTo>
                <a:lnTo>
                  <a:pt x="15791" y="19745"/>
                </a:lnTo>
                <a:lnTo>
                  <a:pt x="16165" y="19413"/>
                </a:lnTo>
                <a:lnTo>
                  <a:pt x="16493" y="18950"/>
                </a:lnTo>
                <a:lnTo>
                  <a:pt x="16774" y="18551"/>
                </a:lnTo>
                <a:lnTo>
                  <a:pt x="17055" y="18089"/>
                </a:lnTo>
                <a:lnTo>
                  <a:pt x="17336" y="17557"/>
                </a:lnTo>
                <a:lnTo>
                  <a:pt x="17383" y="17426"/>
                </a:lnTo>
                <a:close/>
                <a:moveTo>
                  <a:pt x="11573" y="0"/>
                </a:moveTo>
                <a:lnTo>
                  <a:pt x="11246" y="65"/>
                </a:lnTo>
                <a:lnTo>
                  <a:pt x="10918" y="65"/>
                </a:lnTo>
                <a:lnTo>
                  <a:pt x="10589" y="199"/>
                </a:lnTo>
                <a:lnTo>
                  <a:pt x="10261" y="331"/>
                </a:lnTo>
                <a:lnTo>
                  <a:pt x="9980" y="529"/>
                </a:lnTo>
                <a:lnTo>
                  <a:pt x="9699" y="795"/>
                </a:lnTo>
                <a:lnTo>
                  <a:pt x="9465" y="1125"/>
                </a:lnTo>
                <a:lnTo>
                  <a:pt x="9325" y="1523"/>
                </a:lnTo>
                <a:lnTo>
                  <a:pt x="8809" y="1125"/>
                </a:lnTo>
                <a:lnTo>
                  <a:pt x="8294" y="795"/>
                </a:lnTo>
                <a:lnTo>
                  <a:pt x="8013" y="661"/>
                </a:lnTo>
                <a:lnTo>
                  <a:pt x="7732" y="596"/>
                </a:lnTo>
                <a:lnTo>
                  <a:pt x="7168" y="596"/>
                </a:lnTo>
                <a:lnTo>
                  <a:pt x="6887" y="728"/>
                </a:lnTo>
                <a:lnTo>
                  <a:pt x="6654" y="860"/>
                </a:lnTo>
                <a:lnTo>
                  <a:pt x="6419" y="1060"/>
                </a:lnTo>
                <a:lnTo>
                  <a:pt x="6185" y="1324"/>
                </a:lnTo>
                <a:lnTo>
                  <a:pt x="5997" y="1590"/>
                </a:lnTo>
                <a:lnTo>
                  <a:pt x="5857" y="1920"/>
                </a:lnTo>
                <a:lnTo>
                  <a:pt x="5763" y="2252"/>
                </a:lnTo>
                <a:lnTo>
                  <a:pt x="5716" y="2650"/>
                </a:lnTo>
                <a:lnTo>
                  <a:pt x="5342" y="2717"/>
                </a:lnTo>
                <a:lnTo>
                  <a:pt x="4966" y="2782"/>
                </a:lnTo>
                <a:lnTo>
                  <a:pt x="4592" y="2980"/>
                </a:lnTo>
                <a:lnTo>
                  <a:pt x="4264" y="3246"/>
                </a:lnTo>
                <a:lnTo>
                  <a:pt x="3936" y="3511"/>
                </a:lnTo>
                <a:lnTo>
                  <a:pt x="3655" y="3775"/>
                </a:lnTo>
                <a:lnTo>
                  <a:pt x="3373" y="4174"/>
                </a:lnTo>
                <a:lnTo>
                  <a:pt x="3092" y="4572"/>
                </a:lnTo>
                <a:lnTo>
                  <a:pt x="2859" y="5034"/>
                </a:lnTo>
                <a:lnTo>
                  <a:pt x="2671" y="5565"/>
                </a:lnTo>
                <a:lnTo>
                  <a:pt x="2530" y="5697"/>
                </a:lnTo>
                <a:lnTo>
                  <a:pt x="2343" y="5831"/>
                </a:lnTo>
                <a:lnTo>
                  <a:pt x="1921" y="6095"/>
                </a:lnTo>
                <a:lnTo>
                  <a:pt x="1547" y="6427"/>
                </a:lnTo>
                <a:lnTo>
                  <a:pt x="1219" y="6824"/>
                </a:lnTo>
                <a:lnTo>
                  <a:pt x="890" y="7222"/>
                </a:lnTo>
                <a:lnTo>
                  <a:pt x="609" y="7686"/>
                </a:lnTo>
                <a:lnTo>
                  <a:pt x="422" y="8148"/>
                </a:lnTo>
                <a:lnTo>
                  <a:pt x="234" y="8613"/>
                </a:lnTo>
                <a:lnTo>
                  <a:pt x="93" y="9144"/>
                </a:lnTo>
                <a:lnTo>
                  <a:pt x="47" y="9606"/>
                </a:lnTo>
                <a:lnTo>
                  <a:pt x="0" y="10137"/>
                </a:lnTo>
                <a:lnTo>
                  <a:pt x="0" y="10666"/>
                </a:lnTo>
                <a:lnTo>
                  <a:pt x="93" y="11197"/>
                </a:lnTo>
                <a:lnTo>
                  <a:pt x="234" y="11727"/>
                </a:lnTo>
                <a:lnTo>
                  <a:pt x="376" y="12124"/>
                </a:lnTo>
                <a:lnTo>
                  <a:pt x="562" y="12521"/>
                </a:lnTo>
                <a:lnTo>
                  <a:pt x="843" y="12854"/>
                </a:lnTo>
                <a:lnTo>
                  <a:pt x="1124" y="13184"/>
                </a:lnTo>
                <a:lnTo>
                  <a:pt x="1359" y="13318"/>
                </a:lnTo>
                <a:lnTo>
                  <a:pt x="1312" y="13715"/>
                </a:lnTo>
                <a:lnTo>
                  <a:pt x="1312" y="14113"/>
                </a:lnTo>
                <a:lnTo>
                  <a:pt x="1359" y="14510"/>
                </a:lnTo>
                <a:lnTo>
                  <a:pt x="1406" y="14841"/>
                </a:lnTo>
                <a:lnTo>
                  <a:pt x="1500" y="15238"/>
                </a:lnTo>
                <a:lnTo>
                  <a:pt x="1640" y="15570"/>
                </a:lnTo>
                <a:lnTo>
                  <a:pt x="1828" y="15901"/>
                </a:lnTo>
                <a:lnTo>
                  <a:pt x="2062" y="16233"/>
                </a:lnTo>
                <a:lnTo>
                  <a:pt x="2295" y="16432"/>
                </a:lnTo>
                <a:lnTo>
                  <a:pt x="2530" y="16631"/>
                </a:lnTo>
                <a:lnTo>
                  <a:pt x="2811" y="16763"/>
                </a:lnTo>
                <a:lnTo>
                  <a:pt x="3092" y="16830"/>
                </a:lnTo>
                <a:lnTo>
                  <a:pt x="3373" y="16895"/>
                </a:lnTo>
                <a:lnTo>
                  <a:pt x="3655" y="16830"/>
                </a:lnTo>
                <a:lnTo>
                  <a:pt x="3936" y="16763"/>
                </a:lnTo>
                <a:lnTo>
                  <a:pt x="4217" y="16631"/>
                </a:lnTo>
                <a:lnTo>
                  <a:pt x="4311" y="16895"/>
                </a:lnTo>
                <a:lnTo>
                  <a:pt x="4404" y="17160"/>
                </a:lnTo>
                <a:lnTo>
                  <a:pt x="4592" y="17426"/>
                </a:lnTo>
                <a:lnTo>
                  <a:pt x="4780" y="17624"/>
                </a:lnTo>
                <a:lnTo>
                  <a:pt x="5014" y="17823"/>
                </a:lnTo>
                <a:lnTo>
                  <a:pt x="5247" y="17890"/>
                </a:lnTo>
                <a:lnTo>
                  <a:pt x="5482" y="17955"/>
                </a:lnTo>
                <a:lnTo>
                  <a:pt x="5716" y="17955"/>
                </a:lnTo>
                <a:lnTo>
                  <a:pt x="6185" y="17890"/>
                </a:lnTo>
                <a:lnTo>
                  <a:pt x="6701" y="17691"/>
                </a:lnTo>
                <a:lnTo>
                  <a:pt x="7263" y="17426"/>
                </a:lnTo>
                <a:lnTo>
                  <a:pt x="7872" y="17292"/>
                </a:lnTo>
                <a:lnTo>
                  <a:pt x="8434" y="17292"/>
                </a:lnTo>
                <a:lnTo>
                  <a:pt x="9044" y="17359"/>
                </a:lnTo>
                <a:lnTo>
                  <a:pt x="9511" y="17426"/>
                </a:lnTo>
                <a:lnTo>
                  <a:pt x="9746" y="17426"/>
                </a:lnTo>
                <a:lnTo>
                  <a:pt x="9980" y="17359"/>
                </a:lnTo>
                <a:lnTo>
                  <a:pt x="10168" y="17557"/>
                </a:lnTo>
                <a:lnTo>
                  <a:pt x="10401" y="17691"/>
                </a:lnTo>
                <a:lnTo>
                  <a:pt x="10636" y="17756"/>
                </a:lnTo>
                <a:lnTo>
                  <a:pt x="10918" y="17823"/>
                </a:lnTo>
                <a:lnTo>
                  <a:pt x="11527" y="17890"/>
                </a:lnTo>
                <a:lnTo>
                  <a:pt x="11996" y="17823"/>
                </a:lnTo>
                <a:lnTo>
                  <a:pt x="12136" y="17823"/>
                </a:lnTo>
                <a:lnTo>
                  <a:pt x="11948" y="18352"/>
                </a:lnTo>
                <a:lnTo>
                  <a:pt x="11901" y="18618"/>
                </a:lnTo>
                <a:lnTo>
                  <a:pt x="11855" y="18950"/>
                </a:lnTo>
                <a:lnTo>
                  <a:pt x="11901" y="19214"/>
                </a:lnTo>
                <a:lnTo>
                  <a:pt x="11948" y="19479"/>
                </a:lnTo>
                <a:lnTo>
                  <a:pt x="12089" y="20009"/>
                </a:lnTo>
                <a:lnTo>
                  <a:pt x="12323" y="20473"/>
                </a:lnTo>
                <a:lnTo>
                  <a:pt x="12558" y="20805"/>
                </a:lnTo>
                <a:lnTo>
                  <a:pt x="12744" y="21004"/>
                </a:lnTo>
                <a:lnTo>
                  <a:pt x="13026" y="21203"/>
                </a:lnTo>
                <a:lnTo>
                  <a:pt x="13260" y="21334"/>
                </a:lnTo>
                <a:lnTo>
                  <a:pt x="13822" y="21533"/>
                </a:lnTo>
                <a:lnTo>
                  <a:pt x="14432" y="21600"/>
                </a:lnTo>
                <a:lnTo>
                  <a:pt x="15041" y="21533"/>
                </a:lnTo>
                <a:lnTo>
                  <a:pt x="15603" y="21466"/>
                </a:lnTo>
                <a:lnTo>
                  <a:pt x="16727" y="21268"/>
                </a:lnTo>
                <a:lnTo>
                  <a:pt x="17805" y="21069"/>
                </a:lnTo>
                <a:lnTo>
                  <a:pt x="18321" y="20870"/>
                </a:lnTo>
                <a:lnTo>
                  <a:pt x="18836" y="20607"/>
                </a:lnTo>
                <a:lnTo>
                  <a:pt x="19257" y="20341"/>
                </a:lnTo>
                <a:lnTo>
                  <a:pt x="19633" y="19944"/>
                </a:lnTo>
                <a:lnTo>
                  <a:pt x="19960" y="19479"/>
                </a:lnTo>
                <a:lnTo>
                  <a:pt x="20242" y="19015"/>
                </a:lnTo>
                <a:lnTo>
                  <a:pt x="20476" y="18486"/>
                </a:lnTo>
                <a:lnTo>
                  <a:pt x="20710" y="17955"/>
                </a:lnTo>
                <a:lnTo>
                  <a:pt x="20897" y="17426"/>
                </a:lnTo>
                <a:lnTo>
                  <a:pt x="20991" y="16830"/>
                </a:lnTo>
                <a:lnTo>
                  <a:pt x="21085" y="16233"/>
                </a:lnTo>
                <a:lnTo>
                  <a:pt x="21131" y="15636"/>
                </a:lnTo>
                <a:lnTo>
                  <a:pt x="21085" y="15039"/>
                </a:lnTo>
                <a:lnTo>
                  <a:pt x="21038" y="14443"/>
                </a:lnTo>
                <a:lnTo>
                  <a:pt x="21319" y="13450"/>
                </a:lnTo>
                <a:lnTo>
                  <a:pt x="21507" y="12521"/>
                </a:lnTo>
                <a:lnTo>
                  <a:pt x="21600" y="11463"/>
                </a:lnTo>
                <a:lnTo>
                  <a:pt x="21600" y="10468"/>
                </a:lnTo>
                <a:lnTo>
                  <a:pt x="21507" y="9805"/>
                </a:lnTo>
                <a:lnTo>
                  <a:pt x="21366" y="9144"/>
                </a:lnTo>
                <a:lnTo>
                  <a:pt x="21273" y="8878"/>
                </a:lnTo>
                <a:lnTo>
                  <a:pt x="21131" y="8613"/>
                </a:lnTo>
                <a:lnTo>
                  <a:pt x="20945" y="8414"/>
                </a:lnTo>
                <a:lnTo>
                  <a:pt x="20757" y="8282"/>
                </a:lnTo>
                <a:lnTo>
                  <a:pt x="20757" y="7487"/>
                </a:lnTo>
                <a:lnTo>
                  <a:pt x="20664" y="6757"/>
                </a:lnTo>
                <a:lnTo>
                  <a:pt x="20476" y="6095"/>
                </a:lnTo>
                <a:lnTo>
                  <a:pt x="20148" y="5433"/>
                </a:lnTo>
                <a:lnTo>
                  <a:pt x="19960" y="5101"/>
                </a:lnTo>
                <a:lnTo>
                  <a:pt x="19726" y="4770"/>
                </a:lnTo>
                <a:lnTo>
                  <a:pt x="19445" y="4505"/>
                </a:lnTo>
                <a:lnTo>
                  <a:pt x="19164" y="4306"/>
                </a:lnTo>
                <a:lnTo>
                  <a:pt x="18836" y="4041"/>
                </a:lnTo>
                <a:lnTo>
                  <a:pt x="18555" y="3710"/>
                </a:lnTo>
                <a:lnTo>
                  <a:pt x="18367" y="3313"/>
                </a:lnTo>
                <a:lnTo>
                  <a:pt x="18181" y="2849"/>
                </a:lnTo>
                <a:lnTo>
                  <a:pt x="18040" y="2451"/>
                </a:lnTo>
                <a:lnTo>
                  <a:pt x="17852" y="2054"/>
                </a:lnTo>
                <a:lnTo>
                  <a:pt x="17664" y="1788"/>
                </a:lnTo>
                <a:lnTo>
                  <a:pt x="17477" y="1458"/>
                </a:lnTo>
                <a:lnTo>
                  <a:pt x="17243" y="1259"/>
                </a:lnTo>
                <a:lnTo>
                  <a:pt x="16962" y="1060"/>
                </a:lnTo>
                <a:lnTo>
                  <a:pt x="16681" y="927"/>
                </a:lnTo>
                <a:lnTo>
                  <a:pt x="16353" y="795"/>
                </a:lnTo>
                <a:lnTo>
                  <a:pt x="15791" y="795"/>
                </a:lnTo>
                <a:lnTo>
                  <a:pt x="15181" y="860"/>
                </a:lnTo>
                <a:lnTo>
                  <a:pt x="14572" y="1060"/>
                </a:lnTo>
                <a:lnTo>
                  <a:pt x="14010" y="1259"/>
                </a:lnTo>
                <a:lnTo>
                  <a:pt x="13822" y="927"/>
                </a:lnTo>
                <a:lnTo>
                  <a:pt x="13541" y="596"/>
                </a:lnTo>
                <a:lnTo>
                  <a:pt x="13260" y="397"/>
                </a:lnTo>
                <a:lnTo>
                  <a:pt x="12932" y="264"/>
                </a:lnTo>
                <a:lnTo>
                  <a:pt x="12604" y="132"/>
                </a:lnTo>
                <a:lnTo>
                  <a:pt x="12229" y="65"/>
                </a:lnTo>
                <a:lnTo>
                  <a:pt x="11573" y="0"/>
                </a:lnTo>
                <a:close/>
              </a:path>
            </a:pathLst>
          </a:custGeom>
          <a:solidFill>
            <a:schemeClr val="accent1"/>
          </a:solidFill>
          <a:ln w="12700">
            <a:miter lim="400000"/>
          </a:ln>
        </p:spPr>
        <p:txBody>
          <a:bodyPr lIns="0" tIns="0" rIns="0" bIns="0" anchor="ctr"/>
          <a:lstStyle/>
          <a:p>
            <a:pPr>
              <a:defRPr>
                <a:solidFill>
                  <a:srgbClr val="A4C2F4"/>
                </a:solidFill>
              </a:defRPr>
            </a:pPr>
          </a:p>
        </p:txBody>
      </p:sp>
      <p:sp>
        <p:nvSpPr>
          <p:cNvPr id="382" name="Google Shape;188;p2"/>
          <p:cNvSpPr/>
          <p:nvPr/>
        </p:nvSpPr>
        <p:spPr>
          <a:xfrm rot="16200000">
            <a:off x="6496794" y="3021490"/>
            <a:ext cx="493820" cy="63143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154" y="1130"/>
                </a:moveTo>
                <a:lnTo>
                  <a:pt x="9154" y="2448"/>
                </a:lnTo>
                <a:lnTo>
                  <a:pt x="9073" y="3768"/>
                </a:lnTo>
                <a:lnTo>
                  <a:pt x="8591" y="3704"/>
                </a:lnTo>
                <a:lnTo>
                  <a:pt x="8672" y="3453"/>
                </a:lnTo>
                <a:lnTo>
                  <a:pt x="8672" y="3140"/>
                </a:lnTo>
                <a:lnTo>
                  <a:pt x="8513" y="2511"/>
                </a:lnTo>
                <a:lnTo>
                  <a:pt x="8432" y="1883"/>
                </a:lnTo>
                <a:lnTo>
                  <a:pt x="8513" y="1570"/>
                </a:lnTo>
                <a:lnTo>
                  <a:pt x="8672" y="1318"/>
                </a:lnTo>
                <a:lnTo>
                  <a:pt x="8753" y="1193"/>
                </a:lnTo>
                <a:lnTo>
                  <a:pt x="8913" y="1130"/>
                </a:lnTo>
                <a:close/>
                <a:moveTo>
                  <a:pt x="3373" y="690"/>
                </a:moveTo>
                <a:lnTo>
                  <a:pt x="3454" y="753"/>
                </a:lnTo>
                <a:lnTo>
                  <a:pt x="3533" y="878"/>
                </a:lnTo>
                <a:lnTo>
                  <a:pt x="3533" y="1946"/>
                </a:lnTo>
                <a:lnTo>
                  <a:pt x="3695" y="3768"/>
                </a:lnTo>
                <a:lnTo>
                  <a:pt x="2811" y="3829"/>
                </a:lnTo>
                <a:lnTo>
                  <a:pt x="2651" y="3829"/>
                </a:lnTo>
                <a:lnTo>
                  <a:pt x="2651" y="3201"/>
                </a:lnTo>
                <a:lnTo>
                  <a:pt x="2570" y="2575"/>
                </a:lnTo>
                <a:lnTo>
                  <a:pt x="2651" y="2071"/>
                </a:lnTo>
                <a:lnTo>
                  <a:pt x="2732" y="1631"/>
                </a:lnTo>
                <a:lnTo>
                  <a:pt x="2973" y="690"/>
                </a:lnTo>
                <a:close/>
                <a:moveTo>
                  <a:pt x="8351" y="4583"/>
                </a:moveTo>
                <a:lnTo>
                  <a:pt x="9716" y="4646"/>
                </a:lnTo>
                <a:lnTo>
                  <a:pt x="11001" y="4773"/>
                </a:lnTo>
                <a:lnTo>
                  <a:pt x="11001" y="4834"/>
                </a:lnTo>
                <a:lnTo>
                  <a:pt x="11242" y="5964"/>
                </a:lnTo>
                <a:lnTo>
                  <a:pt x="8591" y="6091"/>
                </a:lnTo>
                <a:lnTo>
                  <a:pt x="5862" y="6216"/>
                </a:lnTo>
                <a:lnTo>
                  <a:pt x="2973" y="6279"/>
                </a:lnTo>
                <a:lnTo>
                  <a:pt x="2007" y="6342"/>
                </a:lnTo>
                <a:lnTo>
                  <a:pt x="1044" y="6404"/>
                </a:lnTo>
                <a:lnTo>
                  <a:pt x="965" y="5526"/>
                </a:lnTo>
                <a:lnTo>
                  <a:pt x="965" y="5086"/>
                </a:lnTo>
                <a:lnTo>
                  <a:pt x="884" y="4898"/>
                </a:lnTo>
                <a:lnTo>
                  <a:pt x="725" y="4709"/>
                </a:lnTo>
                <a:lnTo>
                  <a:pt x="1285" y="4773"/>
                </a:lnTo>
                <a:lnTo>
                  <a:pt x="1766" y="4773"/>
                </a:lnTo>
                <a:lnTo>
                  <a:pt x="2811" y="4709"/>
                </a:lnTo>
                <a:lnTo>
                  <a:pt x="4257" y="4583"/>
                </a:lnTo>
                <a:close/>
                <a:moveTo>
                  <a:pt x="10761" y="6844"/>
                </a:moveTo>
                <a:lnTo>
                  <a:pt x="10920" y="6969"/>
                </a:lnTo>
                <a:lnTo>
                  <a:pt x="11242" y="7032"/>
                </a:lnTo>
                <a:lnTo>
                  <a:pt x="11402" y="6969"/>
                </a:lnTo>
                <a:lnTo>
                  <a:pt x="11483" y="7912"/>
                </a:lnTo>
                <a:lnTo>
                  <a:pt x="11402" y="8854"/>
                </a:lnTo>
                <a:lnTo>
                  <a:pt x="11323" y="9294"/>
                </a:lnTo>
                <a:lnTo>
                  <a:pt x="11161" y="9795"/>
                </a:lnTo>
                <a:lnTo>
                  <a:pt x="10920" y="10235"/>
                </a:lnTo>
                <a:lnTo>
                  <a:pt x="10520" y="10612"/>
                </a:lnTo>
                <a:lnTo>
                  <a:pt x="10198" y="10800"/>
                </a:lnTo>
                <a:lnTo>
                  <a:pt x="9797" y="10988"/>
                </a:lnTo>
                <a:lnTo>
                  <a:pt x="9395" y="11052"/>
                </a:lnTo>
                <a:lnTo>
                  <a:pt x="8913" y="11113"/>
                </a:lnTo>
                <a:lnTo>
                  <a:pt x="7950" y="11177"/>
                </a:lnTo>
                <a:lnTo>
                  <a:pt x="7147" y="11240"/>
                </a:lnTo>
                <a:lnTo>
                  <a:pt x="5702" y="11240"/>
                </a:lnTo>
                <a:lnTo>
                  <a:pt x="5783" y="11113"/>
                </a:lnTo>
                <a:lnTo>
                  <a:pt x="5862" y="10925"/>
                </a:lnTo>
                <a:lnTo>
                  <a:pt x="6103" y="10800"/>
                </a:lnTo>
                <a:lnTo>
                  <a:pt x="6184" y="10737"/>
                </a:lnTo>
                <a:lnTo>
                  <a:pt x="6184" y="10675"/>
                </a:lnTo>
                <a:lnTo>
                  <a:pt x="6103" y="10612"/>
                </a:lnTo>
                <a:lnTo>
                  <a:pt x="5943" y="10612"/>
                </a:lnTo>
                <a:lnTo>
                  <a:pt x="5702" y="10675"/>
                </a:lnTo>
                <a:lnTo>
                  <a:pt x="5380" y="10800"/>
                </a:lnTo>
                <a:lnTo>
                  <a:pt x="5140" y="10988"/>
                </a:lnTo>
                <a:lnTo>
                  <a:pt x="5059" y="11240"/>
                </a:lnTo>
                <a:lnTo>
                  <a:pt x="3774" y="11113"/>
                </a:lnTo>
                <a:lnTo>
                  <a:pt x="3373" y="11052"/>
                </a:lnTo>
                <a:lnTo>
                  <a:pt x="3695" y="10988"/>
                </a:lnTo>
                <a:lnTo>
                  <a:pt x="4498" y="10925"/>
                </a:lnTo>
                <a:lnTo>
                  <a:pt x="4818" y="10800"/>
                </a:lnTo>
                <a:lnTo>
                  <a:pt x="4980" y="10675"/>
                </a:lnTo>
                <a:lnTo>
                  <a:pt x="5059" y="10548"/>
                </a:lnTo>
                <a:lnTo>
                  <a:pt x="5059" y="10423"/>
                </a:lnTo>
                <a:lnTo>
                  <a:pt x="4980" y="10297"/>
                </a:lnTo>
                <a:lnTo>
                  <a:pt x="4899" y="10235"/>
                </a:lnTo>
                <a:lnTo>
                  <a:pt x="4818" y="10172"/>
                </a:lnTo>
                <a:lnTo>
                  <a:pt x="4498" y="10172"/>
                </a:lnTo>
                <a:lnTo>
                  <a:pt x="4336" y="10297"/>
                </a:lnTo>
                <a:lnTo>
                  <a:pt x="3936" y="10360"/>
                </a:lnTo>
                <a:lnTo>
                  <a:pt x="3051" y="10487"/>
                </a:lnTo>
                <a:lnTo>
                  <a:pt x="2491" y="10612"/>
                </a:lnTo>
                <a:lnTo>
                  <a:pt x="2007" y="10737"/>
                </a:lnTo>
                <a:lnTo>
                  <a:pt x="1766" y="10612"/>
                </a:lnTo>
                <a:lnTo>
                  <a:pt x="1526" y="10487"/>
                </a:lnTo>
                <a:lnTo>
                  <a:pt x="1447" y="10235"/>
                </a:lnTo>
                <a:lnTo>
                  <a:pt x="1366" y="10047"/>
                </a:lnTo>
                <a:lnTo>
                  <a:pt x="1847" y="10108"/>
                </a:lnTo>
                <a:lnTo>
                  <a:pt x="3292" y="10108"/>
                </a:lnTo>
                <a:lnTo>
                  <a:pt x="3774" y="10047"/>
                </a:lnTo>
                <a:lnTo>
                  <a:pt x="4257" y="9983"/>
                </a:lnTo>
                <a:lnTo>
                  <a:pt x="4336" y="9920"/>
                </a:lnTo>
                <a:lnTo>
                  <a:pt x="4417" y="9858"/>
                </a:lnTo>
                <a:lnTo>
                  <a:pt x="4498" y="9670"/>
                </a:lnTo>
                <a:lnTo>
                  <a:pt x="4336" y="9482"/>
                </a:lnTo>
                <a:lnTo>
                  <a:pt x="4257" y="9419"/>
                </a:lnTo>
                <a:lnTo>
                  <a:pt x="3292" y="9419"/>
                </a:lnTo>
                <a:lnTo>
                  <a:pt x="2410" y="9482"/>
                </a:lnTo>
                <a:lnTo>
                  <a:pt x="1847" y="9544"/>
                </a:lnTo>
                <a:lnTo>
                  <a:pt x="1285" y="9544"/>
                </a:lnTo>
                <a:lnTo>
                  <a:pt x="1285" y="9167"/>
                </a:lnTo>
                <a:lnTo>
                  <a:pt x="1607" y="9294"/>
                </a:lnTo>
                <a:lnTo>
                  <a:pt x="1928" y="9355"/>
                </a:lnTo>
                <a:lnTo>
                  <a:pt x="2651" y="9355"/>
                </a:lnTo>
                <a:lnTo>
                  <a:pt x="3373" y="9230"/>
                </a:lnTo>
                <a:lnTo>
                  <a:pt x="4017" y="8979"/>
                </a:lnTo>
                <a:lnTo>
                  <a:pt x="4095" y="8854"/>
                </a:lnTo>
                <a:lnTo>
                  <a:pt x="4176" y="8727"/>
                </a:lnTo>
                <a:lnTo>
                  <a:pt x="4176" y="8602"/>
                </a:lnTo>
                <a:lnTo>
                  <a:pt x="4095" y="8477"/>
                </a:lnTo>
                <a:lnTo>
                  <a:pt x="4017" y="8414"/>
                </a:lnTo>
                <a:lnTo>
                  <a:pt x="3855" y="8350"/>
                </a:lnTo>
                <a:lnTo>
                  <a:pt x="3774" y="8350"/>
                </a:lnTo>
                <a:lnTo>
                  <a:pt x="3533" y="8414"/>
                </a:lnTo>
                <a:lnTo>
                  <a:pt x="2973" y="8602"/>
                </a:lnTo>
                <a:lnTo>
                  <a:pt x="2410" y="8727"/>
                </a:lnTo>
                <a:lnTo>
                  <a:pt x="1847" y="8727"/>
                </a:lnTo>
                <a:lnTo>
                  <a:pt x="1206" y="8665"/>
                </a:lnTo>
                <a:lnTo>
                  <a:pt x="1206" y="8414"/>
                </a:lnTo>
                <a:lnTo>
                  <a:pt x="1847" y="8350"/>
                </a:lnTo>
                <a:lnTo>
                  <a:pt x="2491" y="8350"/>
                </a:lnTo>
                <a:lnTo>
                  <a:pt x="3774" y="8162"/>
                </a:lnTo>
                <a:lnTo>
                  <a:pt x="4176" y="8037"/>
                </a:lnTo>
                <a:lnTo>
                  <a:pt x="4577" y="7849"/>
                </a:lnTo>
                <a:lnTo>
                  <a:pt x="4658" y="7724"/>
                </a:lnTo>
                <a:lnTo>
                  <a:pt x="4739" y="7597"/>
                </a:lnTo>
                <a:lnTo>
                  <a:pt x="4658" y="7409"/>
                </a:lnTo>
                <a:lnTo>
                  <a:pt x="4498" y="7284"/>
                </a:lnTo>
                <a:lnTo>
                  <a:pt x="4257" y="7157"/>
                </a:lnTo>
                <a:lnTo>
                  <a:pt x="4095" y="7157"/>
                </a:lnTo>
                <a:lnTo>
                  <a:pt x="4017" y="7221"/>
                </a:lnTo>
                <a:lnTo>
                  <a:pt x="3855" y="7284"/>
                </a:lnTo>
                <a:lnTo>
                  <a:pt x="3774" y="7409"/>
                </a:lnTo>
                <a:lnTo>
                  <a:pt x="3213" y="7536"/>
                </a:lnTo>
                <a:lnTo>
                  <a:pt x="2169" y="7660"/>
                </a:lnTo>
                <a:lnTo>
                  <a:pt x="1206" y="7849"/>
                </a:lnTo>
                <a:lnTo>
                  <a:pt x="1125" y="7096"/>
                </a:lnTo>
                <a:lnTo>
                  <a:pt x="2973" y="7096"/>
                </a:lnTo>
                <a:lnTo>
                  <a:pt x="5862" y="7032"/>
                </a:lnTo>
                <a:lnTo>
                  <a:pt x="8351" y="6969"/>
                </a:lnTo>
                <a:lnTo>
                  <a:pt x="10761" y="6844"/>
                </a:lnTo>
                <a:close/>
                <a:moveTo>
                  <a:pt x="2651" y="0"/>
                </a:moveTo>
                <a:lnTo>
                  <a:pt x="2410" y="62"/>
                </a:lnTo>
                <a:lnTo>
                  <a:pt x="2250" y="250"/>
                </a:lnTo>
                <a:lnTo>
                  <a:pt x="1928" y="1318"/>
                </a:lnTo>
                <a:lnTo>
                  <a:pt x="1766" y="2386"/>
                </a:lnTo>
                <a:lnTo>
                  <a:pt x="1766" y="3579"/>
                </a:lnTo>
                <a:lnTo>
                  <a:pt x="1928" y="3956"/>
                </a:lnTo>
                <a:lnTo>
                  <a:pt x="1206" y="4081"/>
                </a:lnTo>
                <a:lnTo>
                  <a:pt x="803" y="4206"/>
                </a:lnTo>
                <a:lnTo>
                  <a:pt x="484" y="4394"/>
                </a:lnTo>
                <a:lnTo>
                  <a:pt x="403" y="4458"/>
                </a:lnTo>
                <a:lnTo>
                  <a:pt x="322" y="4583"/>
                </a:lnTo>
                <a:lnTo>
                  <a:pt x="81" y="4834"/>
                </a:lnTo>
                <a:lnTo>
                  <a:pt x="81" y="6656"/>
                </a:lnTo>
                <a:lnTo>
                  <a:pt x="0" y="6781"/>
                </a:lnTo>
                <a:lnTo>
                  <a:pt x="81" y="6969"/>
                </a:lnTo>
                <a:lnTo>
                  <a:pt x="162" y="7597"/>
                </a:lnTo>
                <a:lnTo>
                  <a:pt x="241" y="9482"/>
                </a:lnTo>
                <a:lnTo>
                  <a:pt x="241" y="10172"/>
                </a:lnTo>
                <a:lnTo>
                  <a:pt x="403" y="10487"/>
                </a:lnTo>
                <a:lnTo>
                  <a:pt x="563" y="10800"/>
                </a:lnTo>
                <a:lnTo>
                  <a:pt x="803" y="11052"/>
                </a:lnTo>
                <a:lnTo>
                  <a:pt x="1044" y="11240"/>
                </a:lnTo>
                <a:lnTo>
                  <a:pt x="1366" y="11428"/>
                </a:lnTo>
                <a:lnTo>
                  <a:pt x="1688" y="11553"/>
                </a:lnTo>
                <a:lnTo>
                  <a:pt x="2410" y="11742"/>
                </a:lnTo>
                <a:lnTo>
                  <a:pt x="3213" y="11868"/>
                </a:lnTo>
                <a:lnTo>
                  <a:pt x="4577" y="11993"/>
                </a:lnTo>
                <a:lnTo>
                  <a:pt x="5862" y="12056"/>
                </a:lnTo>
                <a:lnTo>
                  <a:pt x="5702" y="12433"/>
                </a:lnTo>
                <a:lnTo>
                  <a:pt x="5702" y="14631"/>
                </a:lnTo>
                <a:lnTo>
                  <a:pt x="5862" y="15761"/>
                </a:lnTo>
                <a:lnTo>
                  <a:pt x="6184" y="17896"/>
                </a:lnTo>
                <a:lnTo>
                  <a:pt x="6665" y="19967"/>
                </a:lnTo>
                <a:lnTo>
                  <a:pt x="6825" y="20407"/>
                </a:lnTo>
                <a:lnTo>
                  <a:pt x="7066" y="20722"/>
                </a:lnTo>
                <a:lnTo>
                  <a:pt x="7388" y="20972"/>
                </a:lnTo>
                <a:lnTo>
                  <a:pt x="7869" y="21223"/>
                </a:lnTo>
                <a:lnTo>
                  <a:pt x="8272" y="21348"/>
                </a:lnTo>
                <a:lnTo>
                  <a:pt x="8753" y="21475"/>
                </a:lnTo>
                <a:lnTo>
                  <a:pt x="9797" y="21600"/>
                </a:lnTo>
                <a:lnTo>
                  <a:pt x="10358" y="21537"/>
                </a:lnTo>
                <a:lnTo>
                  <a:pt x="10839" y="21412"/>
                </a:lnTo>
                <a:lnTo>
                  <a:pt x="11242" y="21223"/>
                </a:lnTo>
                <a:lnTo>
                  <a:pt x="11564" y="20910"/>
                </a:lnTo>
                <a:lnTo>
                  <a:pt x="11884" y="20595"/>
                </a:lnTo>
                <a:lnTo>
                  <a:pt x="12045" y="20219"/>
                </a:lnTo>
                <a:lnTo>
                  <a:pt x="12205" y="19842"/>
                </a:lnTo>
                <a:lnTo>
                  <a:pt x="12286" y="19465"/>
                </a:lnTo>
                <a:lnTo>
                  <a:pt x="12286" y="18460"/>
                </a:lnTo>
                <a:lnTo>
                  <a:pt x="12124" y="17394"/>
                </a:lnTo>
                <a:lnTo>
                  <a:pt x="12124" y="16326"/>
                </a:lnTo>
                <a:lnTo>
                  <a:pt x="12365" y="15321"/>
                </a:lnTo>
                <a:lnTo>
                  <a:pt x="12527" y="14819"/>
                </a:lnTo>
                <a:lnTo>
                  <a:pt x="12768" y="14316"/>
                </a:lnTo>
                <a:lnTo>
                  <a:pt x="13090" y="13815"/>
                </a:lnTo>
                <a:lnTo>
                  <a:pt x="13330" y="13626"/>
                </a:lnTo>
                <a:lnTo>
                  <a:pt x="13571" y="13438"/>
                </a:lnTo>
                <a:lnTo>
                  <a:pt x="13731" y="13375"/>
                </a:lnTo>
                <a:lnTo>
                  <a:pt x="13812" y="13375"/>
                </a:lnTo>
                <a:lnTo>
                  <a:pt x="14131" y="13500"/>
                </a:lnTo>
                <a:lnTo>
                  <a:pt x="14293" y="13688"/>
                </a:lnTo>
                <a:lnTo>
                  <a:pt x="14453" y="13940"/>
                </a:lnTo>
                <a:lnTo>
                  <a:pt x="14534" y="14191"/>
                </a:lnTo>
                <a:lnTo>
                  <a:pt x="14453" y="14504"/>
                </a:lnTo>
                <a:lnTo>
                  <a:pt x="14372" y="15069"/>
                </a:lnTo>
                <a:lnTo>
                  <a:pt x="14293" y="15761"/>
                </a:lnTo>
                <a:lnTo>
                  <a:pt x="14372" y="16138"/>
                </a:lnTo>
                <a:lnTo>
                  <a:pt x="14453" y="16514"/>
                </a:lnTo>
                <a:lnTo>
                  <a:pt x="14613" y="16891"/>
                </a:lnTo>
                <a:lnTo>
                  <a:pt x="14856" y="17204"/>
                </a:lnTo>
                <a:lnTo>
                  <a:pt x="15257" y="17394"/>
                </a:lnTo>
                <a:lnTo>
                  <a:pt x="15657" y="17582"/>
                </a:lnTo>
                <a:lnTo>
                  <a:pt x="16301" y="17707"/>
                </a:lnTo>
                <a:lnTo>
                  <a:pt x="17023" y="17771"/>
                </a:lnTo>
                <a:lnTo>
                  <a:pt x="18468" y="17771"/>
                </a:lnTo>
                <a:lnTo>
                  <a:pt x="19834" y="17644"/>
                </a:lnTo>
                <a:lnTo>
                  <a:pt x="21197" y="17394"/>
                </a:lnTo>
                <a:lnTo>
                  <a:pt x="21359" y="17331"/>
                </a:lnTo>
                <a:lnTo>
                  <a:pt x="21519" y="17204"/>
                </a:lnTo>
                <a:lnTo>
                  <a:pt x="21600" y="17016"/>
                </a:lnTo>
                <a:lnTo>
                  <a:pt x="21519" y="16891"/>
                </a:lnTo>
                <a:lnTo>
                  <a:pt x="21438" y="16702"/>
                </a:lnTo>
                <a:lnTo>
                  <a:pt x="21278" y="16577"/>
                </a:lnTo>
                <a:lnTo>
                  <a:pt x="21118" y="16514"/>
                </a:lnTo>
                <a:lnTo>
                  <a:pt x="20878" y="16514"/>
                </a:lnTo>
                <a:lnTo>
                  <a:pt x="19593" y="16702"/>
                </a:lnTo>
                <a:lnTo>
                  <a:pt x="18227" y="16827"/>
                </a:lnTo>
                <a:lnTo>
                  <a:pt x="16942" y="16827"/>
                </a:lnTo>
                <a:lnTo>
                  <a:pt x="16301" y="16766"/>
                </a:lnTo>
                <a:lnTo>
                  <a:pt x="15979" y="16639"/>
                </a:lnTo>
                <a:lnTo>
                  <a:pt x="15738" y="16514"/>
                </a:lnTo>
                <a:lnTo>
                  <a:pt x="15578" y="16389"/>
                </a:lnTo>
                <a:lnTo>
                  <a:pt x="15497" y="16201"/>
                </a:lnTo>
                <a:lnTo>
                  <a:pt x="15497" y="15258"/>
                </a:lnTo>
                <a:lnTo>
                  <a:pt x="15578" y="14881"/>
                </a:lnTo>
                <a:lnTo>
                  <a:pt x="15657" y="14504"/>
                </a:lnTo>
                <a:lnTo>
                  <a:pt x="15657" y="14128"/>
                </a:lnTo>
                <a:lnTo>
                  <a:pt x="15578" y="13751"/>
                </a:lnTo>
                <a:lnTo>
                  <a:pt x="15416" y="13438"/>
                </a:lnTo>
                <a:lnTo>
                  <a:pt x="15257" y="13123"/>
                </a:lnTo>
                <a:lnTo>
                  <a:pt x="14935" y="12871"/>
                </a:lnTo>
                <a:lnTo>
                  <a:pt x="14613" y="12683"/>
                </a:lnTo>
                <a:lnTo>
                  <a:pt x="14293" y="12558"/>
                </a:lnTo>
                <a:lnTo>
                  <a:pt x="13972" y="12495"/>
                </a:lnTo>
                <a:lnTo>
                  <a:pt x="13571" y="12495"/>
                </a:lnTo>
                <a:lnTo>
                  <a:pt x="13168" y="12558"/>
                </a:lnTo>
                <a:lnTo>
                  <a:pt x="12768" y="12746"/>
                </a:lnTo>
                <a:lnTo>
                  <a:pt x="12365" y="12998"/>
                </a:lnTo>
                <a:lnTo>
                  <a:pt x="12045" y="13375"/>
                </a:lnTo>
                <a:lnTo>
                  <a:pt x="11805" y="13751"/>
                </a:lnTo>
                <a:lnTo>
                  <a:pt x="11564" y="14191"/>
                </a:lnTo>
                <a:lnTo>
                  <a:pt x="11242" y="15008"/>
                </a:lnTo>
                <a:lnTo>
                  <a:pt x="11001" y="15886"/>
                </a:lnTo>
                <a:lnTo>
                  <a:pt x="10920" y="16766"/>
                </a:lnTo>
                <a:lnTo>
                  <a:pt x="11001" y="17644"/>
                </a:lnTo>
                <a:lnTo>
                  <a:pt x="11080" y="18585"/>
                </a:lnTo>
                <a:lnTo>
                  <a:pt x="11080" y="19717"/>
                </a:lnTo>
                <a:lnTo>
                  <a:pt x="11001" y="19967"/>
                </a:lnTo>
                <a:lnTo>
                  <a:pt x="10839" y="20155"/>
                </a:lnTo>
                <a:lnTo>
                  <a:pt x="10680" y="20345"/>
                </a:lnTo>
                <a:lnTo>
                  <a:pt x="10439" y="20470"/>
                </a:lnTo>
                <a:lnTo>
                  <a:pt x="10198" y="20595"/>
                </a:lnTo>
                <a:lnTo>
                  <a:pt x="9876" y="20658"/>
                </a:lnTo>
                <a:lnTo>
                  <a:pt x="9557" y="20658"/>
                </a:lnTo>
                <a:lnTo>
                  <a:pt x="8994" y="20534"/>
                </a:lnTo>
                <a:lnTo>
                  <a:pt x="8351" y="20407"/>
                </a:lnTo>
                <a:lnTo>
                  <a:pt x="8110" y="20282"/>
                </a:lnTo>
                <a:lnTo>
                  <a:pt x="7869" y="20094"/>
                </a:lnTo>
                <a:lnTo>
                  <a:pt x="7790" y="19842"/>
                </a:lnTo>
                <a:lnTo>
                  <a:pt x="7709" y="19590"/>
                </a:lnTo>
                <a:lnTo>
                  <a:pt x="7228" y="17582"/>
                </a:lnTo>
                <a:lnTo>
                  <a:pt x="6906" y="15509"/>
                </a:lnTo>
                <a:lnTo>
                  <a:pt x="6665" y="13500"/>
                </a:lnTo>
                <a:lnTo>
                  <a:pt x="6665" y="12810"/>
                </a:lnTo>
                <a:lnTo>
                  <a:pt x="6584" y="12433"/>
                </a:lnTo>
                <a:lnTo>
                  <a:pt x="6424" y="12056"/>
                </a:lnTo>
                <a:lnTo>
                  <a:pt x="7388" y="12056"/>
                </a:lnTo>
                <a:lnTo>
                  <a:pt x="8272" y="11993"/>
                </a:lnTo>
                <a:lnTo>
                  <a:pt x="9235" y="11930"/>
                </a:lnTo>
                <a:lnTo>
                  <a:pt x="10117" y="11742"/>
                </a:lnTo>
                <a:lnTo>
                  <a:pt x="10520" y="11617"/>
                </a:lnTo>
                <a:lnTo>
                  <a:pt x="10839" y="11428"/>
                </a:lnTo>
                <a:lnTo>
                  <a:pt x="11161" y="11302"/>
                </a:lnTo>
                <a:lnTo>
                  <a:pt x="11402" y="11113"/>
                </a:lnTo>
                <a:lnTo>
                  <a:pt x="11884" y="10612"/>
                </a:lnTo>
                <a:lnTo>
                  <a:pt x="12124" y="10108"/>
                </a:lnTo>
                <a:lnTo>
                  <a:pt x="12365" y="9544"/>
                </a:lnTo>
                <a:lnTo>
                  <a:pt x="12527" y="8917"/>
                </a:lnTo>
                <a:lnTo>
                  <a:pt x="12527" y="8225"/>
                </a:lnTo>
                <a:lnTo>
                  <a:pt x="12446" y="6907"/>
                </a:lnTo>
                <a:lnTo>
                  <a:pt x="12365" y="6091"/>
                </a:lnTo>
                <a:lnTo>
                  <a:pt x="12205" y="5274"/>
                </a:lnTo>
                <a:lnTo>
                  <a:pt x="12124" y="4773"/>
                </a:lnTo>
                <a:lnTo>
                  <a:pt x="12045" y="4583"/>
                </a:lnTo>
                <a:lnTo>
                  <a:pt x="11964" y="4394"/>
                </a:lnTo>
                <a:lnTo>
                  <a:pt x="11884" y="4144"/>
                </a:lnTo>
                <a:lnTo>
                  <a:pt x="11724" y="4018"/>
                </a:lnTo>
                <a:lnTo>
                  <a:pt x="11323" y="3829"/>
                </a:lnTo>
                <a:lnTo>
                  <a:pt x="11001" y="3768"/>
                </a:lnTo>
                <a:lnTo>
                  <a:pt x="10761" y="3768"/>
                </a:lnTo>
                <a:lnTo>
                  <a:pt x="10680" y="3829"/>
                </a:lnTo>
                <a:lnTo>
                  <a:pt x="10038" y="3829"/>
                </a:lnTo>
                <a:lnTo>
                  <a:pt x="10117" y="1381"/>
                </a:lnTo>
                <a:lnTo>
                  <a:pt x="10038" y="942"/>
                </a:lnTo>
                <a:lnTo>
                  <a:pt x="9957" y="753"/>
                </a:lnTo>
                <a:lnTo>
                  <a:pt x="9876" y="565"/>
                </a:lnTo>
                <a:lnTo>
                  <a:pt x="9716" y="440"/>
                </a:lnTo>
                <a:lnTo>
                  <a:pt x="9476" y="377"/>
                </a:lnTo>
                <a:lnTo>
                  <a:pt x="9235" y="313"/>
                </a:lnTo>
                <a:lnTo>
                  <a:pt x="8913" y="377"/>
                </a:lnTo>
                <a:lnTo>
                  <a:pt x="8351" y="565"/>
                </a:lnTo>
                <a:lnTo>
                  <a:pt x="8110" y="690"/>
                </a:lnTo>
                <a:lnTo>
                  <a:pt x="7950" y="878"/>
                </a:lnTo>
                <a:lnTo>
                  <a:pt x="7709" y="1255"/>
                </a:lnTo>
                <a:lnTo>
                  <a:pt x="7549" y="1695"/>
                </a:lnTo>
                <a:lnTo>
                  <a:pt x="7628" y="2260"/>
                </a:lnTo>
                <a:lnTo>
                  <a:pt x="7709" y="2825"/>
                </a:lnTo>
                <a:lnTo>
                  <a:pt x="7790" y="3264"/>
                </a:lnTo>
                <a:lnTo>
                  <a:pt x="8031" y="3704"/>
                </a:lnTo>
                <a:lnTo>
                  <a:pt x="4577" y="3704"/>
                </a:lnTo>
                <a:lnTo>
                  <a:pt x="4498" y="2323"/>
                </a:lnTo>
                <a:lnTo>
                  <a:pt x="4417" y="878"/>
                </a:lnTo>
                <a:lnTo>
                  <a:pt x="4417" y="628"/>
                </a:lnTo>
                <a:lnTo>
                  <a:pt x="4257" y="377"/>
                </a:lnTo>
                <a:lnTo>
                  <a:pt x="4095" y="250"/>
                </a:lnTo>
                <a:lnTo>
                  <a:pt x="3855" y="125"/>
                </a:lnTo>
                <a:lnTo>
                  <a:pt x="3614" y="62"/>
                </a:lnTo>
                <a:lnTo>
                  <a:pt x="3292" y="0"/>
                </a:lnTo>
                <a:close/>
              </a:path>
            </a:pathLst>
          </a:custGeom>
          <a:solidFill>
            <a:schemeClr val="accent1"/>
          </a:solidFill>
          <a:ln w="12700">
            <a:miter lim="400000"/>
          </a:ln>
        </p:spPr>
        <p:txBody>
          <a:bodyPr lIns="0" tIns="0" rIns="0" bIns="0" anchor="ctr"/>
          <a:lstStyle/>
          <a:p>
            <a:pPr>
              <a:defRPr>
                <a:solidFill>
                  <a:srgbClr val="A4C2F4"/>
                </a:solidFill>
              </a:defRPr>
            </a:pPr>
          </a:p>
        </p:txBody>
      </p:sp>
      <p:sp>
        <p:nvSpPr>
          <p:cNvPr id="383" name="Google Shape;189;p2"/>
          <p:cNvSpPr/>
          <p:nvPr/>
        </p:nvSpPr>
        <p:spPr>
          <a:xfrm>
            <a:off x="6453204" y="3705957"/>
            <a:ext cx="666367" cy="7525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66" y="0"/>
                </a:moveTo>
                <a:lnTo>
                  <a:pt x="8866" y="53"/>
                </a:lnTo>
                <a:lnTo>
                  <a:pt x="9045" y="1791"/>
                </a:lnTo>
                <a:lnTo>
                  <a:pt x="9103" y="1896"/>
                </a:lnTo>
                <a:lnTo>
                  <a:pt x="9163" y="2002"/>
                </a:lnTo>
                <a:lnTo>
                  <a:pt x="9342" y="2054"/>
                </a:lnTo>
                <a:lnTo>
                  <a:pt x="9462" y="2002"/>
                </a:lnTo>
                <a:lnTo>
                  <a:pt x="10889" y="1264"/>
                </a:lnTo>
                <a:lnTo>
                  <a:pt x="10771" y="1844"/>
                </a:lnTo>
                <a:lnTo>
                  <a:pt x="10711" y="2371"/>
                </a:lnTo>
                <a:lnTo>
                  <a:pt x="10711" y="2950"/>
                </a:lnTo>
                <a:lnTo>
                  <a:pt x="10771" y="3530"/>
                </a:lnTo>
                <a:lnTo>
                  <a:pt x="10829" y="3688"/>
                </a:lnTo>
                <a:lnTo>
                  <a:pt x="10949" y="3740"/>
                </a:lnTo>
                <a:lnTo>
                  <a:pt x="11068" y="3793"/>
                </a:lnTo>
                <a:lnTo>
                  <a:pt x="11186" y="3846"/>
                </a:lnTo>
                <a:lnTo>
                  <a:pt x="11306" y="3793"/>
                </a:lnTo>
                <a:lnTo>
                  <a:pt x="11425" y="3740"/>
                </a:lnTo>
                <a:lnTo>
                  <a:pt x="11485" y="3635"/>
                </a:lnTo>
                <a:lnTo>
                  <a:pt x="11485" y="3530"/>
                </a:lnTo>
                <a:lnTo>
                  <a:pt x="11425" y="3266"/>
                </a:lnTo>
                <a:lnTo>
                  <a:pt x="11364" y="2634"/>
                </a:lnTo>
                <a:lnTo>
                  <a:pt x="11425" y="2002"/>
                </a:lnTo>
                <a:lnTo>
                  <a:pt x="11543" y="1370"/>
                </a:lnTo>
                <a:lnTo>
                  <a:pt x="11721" y="737"/>
                </a:lnTo>
                <a:lnTo>
                  <a:pt x="11663" y="579"/>
                </a:lnTo>
                <a:lnTo>
                  <a:pt x="11603" y="421"/>
                </a:lnTo>
                <a:lnTo>
                  <a:pt x="11425" y="369"/>
                </a:lnTo>
                <a:lnTo>
                  <a:pt x="11246" y="421"/>
                </a:lnTo>
                <a:lnTo>
                  <a:pt x="9580" y="1317"/>
                </a:lnTo>
                <a:lnTo>
                  <a:pt x="9520" y="1001"/>
                </a:lnTo>
                <a:lnTo>
                  <a:pt x="9402" y="685"/>
                </a:lnTo>
                <a:lnTo>
                  <a:pt x="9223" y="316"/>
                </a:lnTo>
                <a:lnTo>
                  <a:pt x="9045" y="0"/>
                </a:lnTo>
                <a:close/>
                <a:moveTo>
                  <a:pt x="14339" y="5479"/>
                </a:moveTo>
                <a:lnTo>
                  <a:pt x="14161" y="5531"/>
                </a:lnTo>
                <a:lnTo>
                  <a:pt x="14043" y="5637"/>
                </a:lnTo>
                <a:lnTo>
                  <a:pt x="13804" y="5953"/>
                </a:lnTo>
                <a:lnTo>
                  <a:pt x="13567" y="6164"/>
                </a:lnTo>
                <a:lnTo>
                  <a:pt x="13209" y="6427"/>
                </a:lnTo>
                <a:lnTo>
                  <a:pt x="12972" y="6690"/>
                </a:lnTo>
                <a:lnTo>
                  <a:pt x="12972" y="6848"/>
                </a:lnTo>
                <a:lnTo>
                  <a:pt x="13030" y="6901"/>
                </a:lnTo>
                <a:lnTo>
                  <a:pt x="13090" y="6954"/>
                </a:lnTo>
                <a:lnTo>
                  <a:pt x="13387" y="6954"/>
                </a:lnTo>
                <a:lnTo>
                  <a:pt x="13626" y="6901"/>
                </a:lnTo>
                <a:lnTo>
                  <a:pt x="13864" y="6796"/>
                </a:lnTo>
                <a:lnTo>
                  <a:pt x="14103" y="6690"/>
                </a:lnTo>
                <a:lnTo>
                  <a:pt x="14459" y="6322"/>
                </a:lnTo>
                <a:lnTo>
                  <a:pt x="14756" y="5953"/>
                </a:lnTo>
                <a:lnTo>
                  <a:pt x="14816" y="5848"/>
                </a:lnTo>
                <a:lnTo>
                  <a:pt x="14816" y="5690"/>
                </a:lnTo>
                <a:lnTo>
                  <a:pt x="14756" y="5584"/>
                </a:lnTo>
                <a:lnTo>
                  <a:pt x="14638" y="5531"/>
                </a:lnTo>
                <a:lnTo>
                  <a:pt x="14459" y="5479"/>
                </a:lnTo>
                <a:close/>
                <a:moveTo>
                  <a:pt x="238" y="4267"/>
                </a:moveTo>
                <a:lnTo>
                  <a:pt x="118" y="4320"/>
                </a:lnTo>
                <a:lnTo>
                  <a:pt x="60" y="4425"/>
                </a:lnTo>
                <a:lnTo>
                  <a:pt x="0" y="4636"/>
                </a:lnTo>
                <a:lnTo>
                  <a:pt x="60" y="5110"/>
                </a:lnTo>
                <a:lnTo>
                  <a:pt x="178" y="5848"/>
                </a:lnTo>
                <a:lnTo>
                  <a:pt x="357" y="6532"/>
                </a:lnTo>
                <a:lnTo>
                  <a:pt x="417" y="6638"/>
                </a:lnTo>
                <a:lnTo>
                  <a:pt x="535" y="6743"/>
                </a:lnTo>
                <a:lnTo>
                  <a:pt x="834" y="6743"/>
                </a:lnTo>
                <a:lnTo>
                  <a:pt x="1904" y="6058"/>
                </a:lnTo>
                <a:lnTo>
                  <a:pt x="2023" y="6954"/>
                </a:lnTo>
                <a:lnTo>
                  <a:pt x="2083" y="7166"/>
                </a:lnTo>
                <a:lnTo>
                  <a:pt x="2143" y="7428"/>
                </a:lnTo>
                <a:lnTo>
                  <a:pt x="2261" y="7639"/>
                </a:lnTo>
                <a:lnTo>
                  <a:pt x="2321" y="7691"/>
                </a:lnTo>
                <a:lnTo>
                  <a:pt x="2500" y="7744"/>
                </a:lnTo>
                <a:lnTo>
                  <a:pt x="2618" y="7744"/>
                </a:lnTo>
                <a:lnTo>
                  <a:pt x="2736" y="7691"/>
                </a:lnTo>
                <a:lnTo>
                  <a:pt x="2797" y="7639"/>
                </a:lnTo>
                <a:lnTo>
                  <a:pt x="2857" y="7533"/>
                </a:lnTo>
                <a:lnTo>
                  <a:pt x="2857" y="7428"/>
                </a:lnTo>
                <a:lnTo>
                  <a:pt x="2797" y="7270"/>
                </a:lnTo>
                <a:lnTo>
                  <a:pt x="2797" y="7217"/>
                </a:lnTo>
                <a:lnTo>
                  <a:pt x="2736" y="7112"/>
                </a:lnTo>
                <a:lnTo>
                  <a:pt x="2678" y="6532"/>
                </a:lnTo>
                <a:lnTo>
                  <a:pt x="2618" y="6006"/>
                </a:lnTo>
                <a:lnTo>
                  <a:pt x="2558" y="5479"/>
                </a:lnTo>
                <a:lnTo>
                  <a:pt x="2558" y="5321"/>
                </a:lnTo>
                <a:lnTo>
                  <a:pt x="2380" y="5215"/>
                </a:lnTo>
                <a:lnTo>
                  <a:pt x="2201" y="5215"/>
                </a:lnTo>
                <a:lnTo>
                  <a:pt x="2023" y="5268"/>
                </a:lnTo>
                <a:lnTo>
                  <a:pt x="1427" y="5584"/>
                </a:lnTo>
                <a:lnTo>
                  <a:pt x="892" y="5953"/>
                </a:lnTo>
                <a:lnTo>
                  <a:pt x="535" y="4741"/>
                </a:lnTo>
                <a:lnTo>
                  <a:pt x="477" y="4425"/>
                </a:lnTo>
                <a:lnTo>
                  <a:pt x="357" y="4267"/>
                </a:lnTo>
                <a:close/>
                <a:moveTo>
                  <a:pt x="13626" y="3846"/>
                </a:moveTo>
                <a:lnTo>
                  <a:pt x="16422" y="7428"/>
                </a:lnTo>
                <a:lnTo>
                  <a:pt x="16482" y="7482"/>
                </a:lnTo>
                <a:lnTo>
                  <a:pt x="16422" y="7533"/>
                </a:lnTo>
                <a:lnTo>
                  <a:pt x="15709" y="8060"/>
                </a:lnTo>
                <a:lnTo>
                  <a:pt x="14935" y="8641"/>
                </a:lnTo>
                <a:lnTo>
                  <a:pt x="14281" y="9061"/>
                </a:lnTo>
                <a:lnTo>
                  <a:pt x="13924" y="8641"/>
                </a:lnTo>
                <a:lnTo>
                  <a:pt x="11306" y="5531"/>
                </a:lnTo>
                <a:lnTo>
                  <a:pt x="12495" y="4794"/>
                </a:lnTo>
                <a:lnTo>
                  <a:pt x="13030" y="4372"/>
                </a:lnTo>
                <a:lnTo>
                  <a:pt x="13567" y="3951"/>
                </a:lnTo>
                <a:lnTo>
                  <a:pt x="13626" y="3846"/>
                </a:lnTo>
                <a:close/>
                <a:moveTo>
                  <a:pt x="4046" y="10378"/>
                </a:moveTo>
                <a:lnTo>
                  <a:pt x="3927" y="10485"/>
                </a:lnTo>
                <a:lnTo>
                  <a:pt x="3927" y="10643"/>
                </a:lnTo>
                <a:lnTo>
                  <a:pt x="4344" y="11326"/>
                </a:lnTo>
                <a:lnTo>
                  <a:pt x="4046" y="11538"/>
                </a:lnTo>
                <a:lnTo>
                  <a:pt x="3987" y="11644"/>
                </a:lnTo>
                <a:lnTo>
                  <a:pt x="3927" y="11802"/>
                </a:lnTo>
                <a:lnTo>
                  <a:pt x="3927" y="11907"/>
                </a:lnTo>
                <a:lnTo>
                  <a:pt x="4046" y="11960"/>
                </a:lnTo>
                <a:lnTo>
                  <a:pt x="4226" y="12011"/>
                </a:lnTo>
                <a:lnTo>
                  <a:pt x="4344" y="11960"/>
                </a:lnTo>
                <a:lnTo>
                  <a:pt x="4641" y="11854"/>
                </a:lnTo>
                <a:lnTo>
                  <a:pt x="4761" y="12011"/>
                </a:lnTo>
                <a:lnTo>
                  <a:pt x="5118" y="12485"/>
                </a:lnTo>
                <a:lnTo>
                  <a:pt x="5355" y="12697"/>
                </a:lnTo>
                <a:lnTo>
                  <a:pt x="5475" y="12750"/>
                </a:lnTo>
                <a:lnTo>
                  <a:pt x="5653" y="12803"/>
                </a:lnTo>
                <a:lnTo>
                  <a:pt x="5771" y="12750"/>
                </a:lnTo>
                <a:lnTo>
                  <a:pt x="5831" y="12643"/>
                </a:lnTo>
                <a:lnTo>
                  <a:pt x="5891" y="12539"/>
                </a:lnTo>
                <a:lnTo>
                  <a:pt x="5831" y="12381"/>
                </a:lnTo>
                <a:lnTo>
                  <a:pt x="5771" y="12118"/>
                </a:lnTo>
                <a:lnTo>
                  <a:pt x="5355" y="11644"/>
                </a:lnTo>
                <a:lnTo>
                  <a:pt x="5236" y="11484"/>
                </a:lnTo>
                <a:lnTo>
                  <a:pt x="5771" y="11064"/>
                </a:lnTo>
                <a:lnTo>
                  <a:pt x="5831" y="10906"/>
                </a:lnTo>
                <a:lnTo>
                  <a:pt x="5831" y="10748"/>
                </a:lnTo>
                <a:lnTo>
                  <a:pt x="5771" y="10643"/>
                </a:lnTo>
                <a:lnTo>
                  <a:pt x="5653" y="10590"/>
                </a:lnTo>
                <a:lnTo>
                  <a:pt x="5535" y="10536"/>
                </a:lnTo>
                <a:lnTo>
                  <a:pt x="5415" y="10536"/>
                </a:lnTo>
                <a:lnTo>
                  <a:pt x="5236" y="10643"/>
                </a:lnTo>
                <a:lnTo>
                  <a:pt x="4819" y="10959"/>
                </a:lnTo>
                <a:lnTo>
                  <a:pt x="4284" y="10432"/>
                </a:lnTo>
                <a:lnTo>
                  <a:pt x="4166" y="10378"/>
                </a:lnTo>
                <a:close/>
                <a:moveTo>
                  <a:pt x="5176" y="8745"/>
                </a:moveTo>
                <a:lnTo>
                  <a:pt x="5831" y="9851"/>
                </a:lnTo>
                <a:lnTo>
                  <a:pt x="6485" y="10906"/>
                </a:lnTo>
                <a:lnTo>
                  <a:pt x="7201" y="11960"/>
                </a:lnTo>
                <a:lnTo>
                  <a:pt x="7973" y="12961"/>
                </a:lnTo>
                <a:lnTo>
                  <a:pt x="7736" y="13066"/>
                </a:lnTo>
                <a:lnTo>
                  <a:pt x="7497" y="13171"/>
                </a:lnTo>
                <a:lnTo>
                  <a:pt x="7081" y="13435"/>
                </a:lnTo>
                <a:lnTo>
                  <a:pt x="6128" y="13961"/>
                </a:lnTo>
                <a:lnTo>
                  <a:pt x="5713" y="14225"/>
                </a:lnTo>
                <a:lnTo>
                  <a:pt x="5535" y="14383"/>
                </a:lnTo>
                <a:lnTo>
                  <a:pt x="5296" y="14436"/>
                </a:lnTo>
                <a:lnTo>
                  <a:pt x="5236" y="14436"/>
                </a:lnTo>
                <a:lnTo>
                  <a:pt x="5176" y="14488"/>
                </a:lnTo>
                <a:lnTo>
                  <a:pt x="5176" y="14594"/>
                </a:lnTo>
                <a:lnTo>
                  <a:pt x="3927" y="12961"/>
                </a:lnTo>
                <a:lnTo>
                  <a:pt x="2857" y="11484"/>
                </a:lnTo>
                <a:lnTo>
                  <a:pt x="1726" y="10062"/>
                </a:lnTo>
                <a:lnTo>
                  <a:pt x="2261" y="9904"/>
                </a:lnTo>
                <a:lnTo>
                  <a:pt x="2797" y="9642"/>
                </a:lnTo>
                <a:lnTo>
                  <a:pt x="3809" y="9166"/>
                </a:lnTo>
                <a:lnTo>
                  <a:pt x="4046" y="9061"/>
                </a:lnTo>
                <a:lnTo>
                  <a:pt x="4284" y="9008"/>
                </a:lnTo>
                <a:lnTo>
                  <a:pt x="4761" y="8957"/>
                </a:lnTo>
                <a:lnTo>
                  <a:pt x="4998" y="8903"/>
                </a:lnTo>
                <a:lnTo>
                  <a:pt x="5176" y="8745"/>
                </a:lnTo>
                <a:close/>
                <a:moveTo>
                  <a:pt x="20648" y="15805"/>
                </a:moveTo>
                <a:lnTo>
                  <a:pt x="20528" y="16121"/>
                </a:lnTo>
                <a:lnTo>
                  <a:pt x="20409" y="15963"/>
                </a:lnTo>
                <a:lnTo>
                  <a:pt x="20648" y="15805"/>
                </a:lnTo>
                <a:close/>
                <a:moveTo>
                  <a:pt x="15648" y="18597"/>
                </a:moveTo>
                <a:lnTo>
                  <a:pt x="15769" y="18808"/>
                </a:lnTo>
                <a:lnTo>
                  <a:pt x="15947" y="19072"/>
                </a:lnTo>
                <a:lnTo>
                  <a:pt x="16125" y="19335"/>
                </a:lnTo>
                <a:lnTo>
                  <a:pt x="16364" y="19493"/>
                </a:lnTo>
                <a:lnTo>
                  <a:pt x="16304" y="19493"/>
                </a:lnTo>
                <a:lnTo>
                  <a:pt x="15648" y="19756"/>
                </a:lnTo>
                <a:lnTo>
                  <a:pt x="15648" y="19598"/>
                </a:lnTo>
                <a:lnTo>
                  <a:pt x="15530" y="19440"/>
                </a:lnTo>
                <a:lnTo>
                  <a:pt x="15292" y="19282"/>
                </a:lnTo>
                <a:lnTo>
                  <a:pt x="15173" y="19072"/>
                </a:lnTo>
                <a:lnTo>
                  <a:pt x="15055" y="18861"/>
                </a:lnTo>
                <a:lnTo>
                  <a:pt x="14995" y="18650"/>
                </a:lnTo>
                <a:lnTo>
                  <a:pt x="15648" y="18597"/>
                </a:lnTo>
                <a:close/>
                <a:moveTo>
                  <a:pt x="10771" y="18439"/>
                </a:moveTo>
                <a:lnTo>
                  <a:pt x="10532" y="19282"/>
                </a:lnTo>
                <a:lnTo>
                  <a:pt x="10412" y="20125"/>
                </a:lnTo>
                <a:lnTo>
                  <a:pt x="10412" y="20336"/>
                </a:lnTo>
                <a:lnTo>
                  <a:pt x="9997" y="20020"/>
                </a:lnTo>
                <a:lnTo>
                  <a:pt x="9937" y="20020"/>
                </a:lnTo>
                <a:lnTo>
                  <a:pt x="9937" y="19598"/>
                </a:lnTo>
                <a:lnTo>
                  <a:pt x="9997" y="19177"/>
                </a:lnTo>
                <a:lnTo>
                  <a:pt x="10115" y="18808"/>
                </a:lnTo>
                <a:lnTo>
                  <a:pt x="10294" y="18492"/>
                </a:lnTo>
                <a:lnTo>
                  <a:pt x="10771" y="18439"/>
                </a:lnTo>
                <a:close/>
                <a:moveTo>
                  <a:pt x="11900" y="18914"/>
                </a:moveTo>
                <a:lnTo>
                  <a:pt x="11781" y="18966"/>
                </a:lnTo>
                <a:lnTo>
                  <a:pt x="11721" y="19019"/>
                </a:lnTo>
                <a:lnTo>
                  <a:pt x="11485" y="19704"/>
                </a:lnTo>
                <a:lnTo>
                  <a:pt x="11364" y="20073"/>
                </a:lnTo>
                <a:lnTo>
                  <a:pt x="11364" y="20547"/>
                </a:lnTo>
                <a:lnTo>
                  <a:pt x="11425" y="20652"/>
                </a:lnTo>
                <a:lnTo>
                  <a:pt x="11543" y="20757"/>
                </a:lnTo>
                <a:lnTo>
                  <a:pt x="11663" y="20810"/>
                </a:lnTo>
                <a:lnTo>
                  <a:pt x="11781" y="20863"/>
                </a:lnTo>
                <a:lnTo>
                  <a:pt x="11900" y="20863"/>
                </a:lnTo>
                <a:lnTo>
                  <a:pt x="12020" y="20757"/>
                </a:lnTo>
                <a:lnTo>
                  <a:pt x="12138" y="20652"/>
                </a:lnTo>
                <a:lnTo>
                  <a:pt x="12138" y="20494"/>
                </a:lnTo>
                <a:lnTo>
                  <a:pt x="12078" y="20336"/>
                </a:lnTo>
                <a:lnTo>
                  <a:pt x="11960" y="20283"/>
                </a:lnTo>
                <a:lnTo>
                  <a:pt x="11960" y="19862"/>
                </a:lnTo>
                <a:lnTo>
                  <a:pt x="12020" y="19072"/>
                </a:lnTo>
                <a:lnTo>
                  <a:pt x="11960" y="18966"/>
                </a:lnTo>
                <a:lnTo>
                  <a:pt x="11900" y="18914"/>
                </a:lnTo>
                <a:close/>
                <a:moveTo>
                  <a:pt x="16899" y="8060"/>
                </a:moveTo>
                <a:lnTo>
                  <a:pt x="18148" y="9642"/>
                </a:lnTo>
                <a:lnTo>
                  <a:pt x="18743" y="10432"/>
                </a:lnTo>
                <a:lnTo>
                  <a:pt x="19339" y="11222"/>
                </a:lnTo>
                <a:lnTo>
                  <a:pt x="19874" y="12169"/>
                </a:lnTo>
                <a:lnTo>
                  <a:pt x="20113" y="12697"/>
                </a:lnTo>
                <a:lnTo>
                  <a:pt x="20349" y="13224"/>
                </a:lnTo>
                <a:lnTo>
                  <a:pt x="20469" y="13751"/>
                </a:lnTo>
                <a:lnTo>
                  <a:pt x="20588" y="14278"/>
                </a:lnTo>
                <a:lnTo>
                  <a:pt x="20648" y="14804"/>
                </a:lnTo>
                <a:lnTo>
                  <a:pt x="20648" y="15331"/>
                </a:lnTo>
                <a:lnTo>
                  <a:pt x="19992" y="15700"/>
                </a:lnTo>
                <a:lnTo>
                  <a:pt x="19932" y="15753"/>
                </a:lnTo>
                <a:lnTo>
                  <a:pt x="19874" y="15858"/>
                </a:lnTo>
                <a:lnTo>
                  <a:pt x="19932" y="15911"/>
                </a:lnTo>
                <a:lnTo>
                  <a:pt x="19992" y="16016"/>
                </a:lnTo>
                <a:lnTo>
                  <a:pt x="20171" y="16332"/>
                </a:lnTo>
                <a:lnTo>
                  <a:pt x="20291" y="16438"/>
                </a:lnTo>
                <a:lnTo>
                  <a:pt x="20409" y="16543"/>
                </a:lnTo>
                <a:lnTo>
                  <a:pt x="20231" y="16912"/>
                </a:lnTo>
                <a:lnTo>
                  <a:pt x="19992" y="17280"/>
                </a:lnTo>
                <a:lnTo>
                  <a:pt x="19219" y="16754"/>
                </a:lnTo>
                <a:lnTo>
                  <a:pt x="19100" y="16701"/>
                </a:lnTo>
                <a:lnTo>
                  <a:pt x="18982" y="16754"/>
                </a:lnTo>
                <a:lnTo>
                  <a:pt x="18922" y="16859"/>
                </a:lnTo>
                <a:lnTo>
                  <a:pt x="18982" y="16964"/>
                </a:lnTo>
                <a:lnTo>
                  <a:pt x="19696" y="17702"/>
                </a:lnTo>
                <a:lnTo>
                  <a:pt x="19219" y="18123"/>
                </a:lnTo>
                <a:lnTo>
                  <a:pt x="19160" y="18018"/>
                </a:lnTo>
                <a:lnTo>
                  <a:pt x="18922" y="17807"/>
                </a:lnTo>
                <a:lnTo>
                  <a:pt x="18683" y="17597"/>
                </a:lnTo>
                <a:lnTo>
                  <a:pt x="18445" y="17333"/>
                </a:lnTo>
                <a:lnTo>
                  <a:pt x="18327" y="17070"/>
                </a:lnTo>
                <a:lnTo>
                  <a:pt x="18208" y="17017"/>
                </a:lnTo>
                <a:lnTo>
                  <a:pt x="18148" y="16964"/>
                </a:lnTo>
                <a:lnTo>
                  <a:pt x="18030" y="17017"/>
                </a:lnTo>
                <a:lnTo>
                  <a:pt x="17970" y="17122"/>
                </a:lnTo>
                <a:lnTo>
                  <a:pt x="17970" y="17386"/>
                </a:lnTo>
                <a:lnTo>
                  <a:pt x="18030" y="17597"/>
                </a:lnTo>
                <a:lnTo>
                  <a:pt x="18148" y="17860"/>
                </a:lnTo>
                <a:lnTo>
                  <a:pt x="18267" y="18071"/>
                </a:lnTo>
                <a:lnTo>
                  <a:pt x="18445" y="18281"/>
                </a:lnTo>
                <a:lnTo>
                  <a:pt x="18683" y="18492"/>
                </a:lnTo>
                <a:lnTo>
                  <a:pt x="18030" y="18808"/>
                </a:lnTo>
                <a:lnTo>
                  <a:pt x="18088" y="18650"/>
                </a:lnTo>
                <a:lnTo>
                  <a:pt x="18088" y="18439"/>
                </a:lnTo>
                <a:lnTo>
                  <a:pt x="17970" y="18334"/>
                </a:lnTo>
                <a:lnTo>
                  <a:pt x="17791" y="18176"/>
                </a:lnTo>
                <a:lnTo>
                  <a:pt x="17731" y="18176"/>
                </a:lnTo>
                <a:lnTo>
                  <a:pt x="17613" y="18229"/>
                </a:lnTo>
                <a:lnTo>
                  <a:pt x="17613" y="18334"/>
                </a:lnTo>
                <a:lnTo>
                  <a:pt x="17553" y="18281"/>
                </a:lnTo>
                <a:lnTo>
                  <a:pt x="17018" y="17860"/>
                </a:lnTo>
                <a:lnTo>
                  <a:pt x="16899" y="17755"/>
                </a:lnTo>
                <a:lnTo>
                  <a:pt x="16779" y="17807"/>
                </a:lnTo>
                <a:lnTo>
                  <a:pt x="16721" y="17913"/>
                </a:lnTo>
                <a:lnTo>
                  <a:pt x="16721" y="18018"/>
                </a:lnTo>
                <a:lnTo>
                  <a:pt x="17018" y="18439"/>
                </a:lnTo>
                <a:lnTo>
                  <a:pt x="17374" y="18966"/>
                </a:lnTo>
                <a:lnTo>
                  <a:pt x="17494" y="19072"/>
                </a:lnTo>
                <a:lnTo>
                  <a:pt x="16839" y="19282"/>
                </a:lnTo>
                <a:lnTo>
                  <a:pt x="16839" y="19177"/>
                </a:lnTo>
                <a:lnTo>
                  <a:pt x="16779" y="19072"/>
                </a:lnTo>
                <a:lnTo>
                  <a:pt x="16601" y="18861"/>
                </a:lnTo>
                <a:lnTo>
                  <a:pt x="16304" y="18545"/>
                </a:lnTo>
                <a:lnTo>
                  <a:pt x="16065" y="18229"/>
                </a:lnTo>
                <a:lnTo>
                  <a:pt x="15947" y="18123"/>
                </a:lnTo>
                <a:lnTo>
                  <a:pt x="15769" y="18123"/>
                </a:lnTo>
                <a:lnTo>
                  <a:pt x="15233" y="18229"/>
                </a:lnTo>
                <a:lnTo>
                  <a:pt x="14756" y="18281"/>
                </a:lnTo>
                <a:lnTo>
                  <a:pt x="14638" y="18334"/>
                </a:lnTo>
                <a:lnTo>
                  <a:pt x="14578" y="18439"/>
                </a:lnTo>
                <a:lnTo>
                  <a:pt x="14578" y="18545"/>
                </a:lnTo>
                <a:lnTo>
                  <a:pt x="14638" y="18650"/>
                </a:lnTo>
                <a:lnTo>
                  <a:pt x="14638" y="19019"/>
                </a:lnTo>
                <a:lnTo>
                  <a:pt x="14756" y="19388"/>
                </a:lnTo>
                <a:lnTo>
                  <a:pt x="14816" y="19598"/>
                </a:lnTo>
                <a:lnTo>
                  <a:pt x="14935" y="19756"/>
                </a:lnTo>
                <a:lnTo>
                  <a:pt x="15113" y="19862"/>
                </a:lnTo>
                <a:lnTo>
                  <a:pt x="15292" y="19915"/>
                </a:lnTo>
                <a:lnTo>
                  <a:pt x="14578" y="20178"/>
                </a:lnTo>
                <a:lnTo>
                  <a:pt x="14518" y="20073"/>
                </a:lnTo>
                <a:lnTo>
                  <a:pt x="14281" y="19967"/>
                </a:lnTo>
                <a:lnTo>
                  <a:pt x="14221" y="19967"/>
                </a:lnTo>
                <a:lnTo>
                  <a:pt x="13983" y="19440"/>
                </a:lnTo>
                <a:lnTo>
                  <a:pt x="13804" y="19230"/>
                </a:lnTo>
                <a:lnTo>
                  <a:pt x="13567" y="18966"/>
                </a:lnTo>
                <a:lnTo>
                  <a:pt x="13507" y="18966"/>
                </a:lnTo>
                <a:lnTo>
                  <a:pt x="13507" y="19388"/>
                </a:lnTo>
                <a:lnTo>
                  <a:pt x="13567" y="19756"/>
                </a:lnTo>
                <a:lnTo>
                  <a:pt x="13804" y="20494"/>
                </a:lnTo>
                <a:lnTo>
                  <a:pt x="13090" y="20757"/>
                </a:lnTo>
                <a:lnTo>
                  <a:pt x="13030" y="20336"/>
                </a:lnTo>
                <a:lnTo>
                  <a:pt x="12912" y="19967"/>
                </a:lnTo>
                <a:lnTo>
                  <a:pt x="12852" y="19440"/>
                </a:lnTo>
                <a:lnTo>
                  <a:pt x="12852" y="18966"/>
                </a:lnTo>
                <a:lnTo>
                  <a:pt x="12794" y="18861"/>
                </a:lnTo>
                <a:lnTo>
                  <a:pt x="12674" y="18808"/>
                </a:lnTo>
                <a:lnTo>
                  <a:pt x="12615" y="18808"/>
                </a:lnTo>
                <a:lnTo>
                  <a:pt x="12495" y="18914"/>
                </a:lnTo>
                <a:lnTo>
                  <a:pt x="12437" y="19440"/>
                </a:lnTo>
                <a:lnTo>
                  <a:pt x="12377" y="19967"/>
                </a:lnTo>
                <a:lnTo>
                  <a:pt x="12437" y="20441"/>
                </a:lnTo>
                <a:lnTo>
                  <a:pt x="12437" y="20652"/>
                </a:lnTo>
                <a:lnTo>
                  <a:pt x="12555" y="20863"/>
                </a:lnTo>
                <a:lnTo>
                  <a:pt x="12138" y="20915"/>
                </a:lnTo>
                <a:lnTo>
                  <a:pt x="11663" y="20863"/>
                </a:lnTo>
                <a:lnTo>
                  <a:pt x="11364" y="20757"/>
                </a:lnTo>
                <a:lnTo>
                  <a:pt x="11008" y="20652"/>
                </a:lnTo>
                <a:lnTo>
                  <a:pt x="11068" y="20336"/>
                </a:lnTo>
                <a:lnTo>
                  <a:pt x="11128" y="19598"/>
                </a:lnTo>
                <a:lnTo>
                  <a:pt x="11128" y="18334"/>
                </a:lnTo>
                <a:lnTo>
                  <a:pt x="11068" y="18229"/>
                </a:lnTo>
                <a:lnTo>
                  <a:pt x="10889" y="18176"/>
                </a:lnTo>
                <a:lnTo>
                  <a:pt x="10294" y="18229"/>
                </a:lnTo>
                <a:lnTo>
                  <a:pt x="10234" y="18176"/>
                </a:lnTo>
                <a:lnTo>
                  <a:pt x="10115" y="18229"/>
                </a:lnTo>
                <a:lnTo>
                  <a:pt x="9877" y="18545"/>
                </a:lnTo>
                <a:lnTo>
                  <a:pt x="9640" y="18861"/>
                </a:lnTo>
                <a:lnTo>
                  <a:pt x="9520" y="19230"/>
                </a:lnTo>
                <a:lnTo>
                  <a:pt x="9402" y="19546"/>
                </a:lnTo>
                <a:lnTo>
                  <a:pt x="8746" y="18966"/>
                </a:lnTo>
                <a:lnTo>
                  <a:pt x="9223" y="18439"/>
                </a:lnTo>
                <a:lnTo>
                  <a:pt x="9640" y="17913"/>
                </a:lnTo>
                <a:lnTo>
                  <a:pt x="9640" y="17649"/>
                </a:lnTo>
                <a:lnTo>
                  <a:pt x="9520" y="17544"/>
                </a:lnTo>
                <a:lnTo>
                  <a:pt x="9223" y="17544"/>
                </a:lnTo>
                <a:lnTo>
                  <a:pt x="9103" y="17649"/>
                </a:lnTo>
                <a:lnTo>
                  <a:pt x="8450" y="18597"/>
                </a:lnTo>
                <a:lnTo>
                  <a:pt x="8033" y="18123"/>
                </a:lnTo>
                <a:lnTo>
                  <a:pt x="8331" y="17913"/>
                </a:lnTo>
                <a:lnTo>
                  <a:pt x="8628" y="17649"/>
                </a:lnTo>
                <a:lnTo>
                  <a:pt x="8866" y="17333"/>
                </a:lnTo>
                <a:lnTo>
                  <a:pt x="9045" y="17017"/>
                </a:lnTo>
                <a:lnTo>
                  <a:pt x="9045" y="16859"/>
                </a:lnTo>
                <a:lnTo>
                  <a:pt x="8985" y="16754"/>
                </a:lnTo>
                <a:lnTo>
                  <a:pt x="8925" y="16701"/>
                </a:lnTo>
                <a:lnTo>
                  <a:pt x="8628" y="16701"/>
                </a:lnTo>
                <a:lnTo>
                  <a:pt x="8568" y="16806"/>
                </a:lnTo>
                <a:lnTo>
                  <a:pt x="7794" y="17807"/>
                </a:lnTo>
                <a:lnTo>
                  <a:pt x="7201" y="17122"/>
                </a:lnTo>
                <a:lnTo>
                  <a:pt x="7379" y="16964"/>
                </a:lnTo>
                <a:lnTo>
                  <a:pt x="7914" y="16385"/>
                </a:lnTo>
                <a:lnTo>
                  <a:pt x="8450" y="15753"/>
                </a:lnTo>
                <a:lnTo>
                  <a:pt x="8450" y="15647"/>
                </a:lnTo>
                <a:lnTo>
                  <a:pt x="8510" y="15595"/>
                </a:lnTo>
                <a:lnTo>
                  <a:pt x="8568" y="15489"/>
                </a:lnTo>
                <a:lnTo>
                  <a:pt x="8568" y="15384"/>
                </a:lnTo>
                <a:lnTo>
                  <a:pt x="8450" y="15279"/>
                </a:lnTo>
                <a:lnTo>
                  <a:pt x="8271" y="15226"/>
                </a:lnTo>
                <a:lnTo>
                  <a:pt x="8153" y="15226"/>
                </a:lnTo>
                <a:lnTo>
                  <a:pt x="8033" y="15279"/>
                </a:lnTo>
                <a:lnTo>
                  <a:pt x="7379" y="16121"/>
                </a:lnTo>
                <a:lnTo>
                  <a:pt x="7022" y="16596"/>
                </a:lnTo>
                <a:lnTo>
                  <a:pt x="6962" y="16490"/>
                </a:lnTo>
                <a:lnTo>
                  <a:pt x="6724" y="16490"/>
                </a:lnTo>
                <a:lnTo>
                  <a:pt x="6307" y="16016"/>
                </a:lnTo>
                <a:lnTo>
                  <a:pt x="7022" y="15542"/>
                </a:lnTo>
                <a:lnTo>
                  <a:pt x="7379" y="15331"/>
                </a:lnTo>
                <a:lnTo>
                  <a:pt x="7676" y="15015"/>
                </a:lnTo>
                <a:lnTo>
                  <a:pt x="7736" y="14962"/>
                </a:lnTo>
                <a:lnTo>
                  <a:pt x="7794" y="14857"/>
                </a:lnTo>
                <a:lnTo>
                  <a:pt x="7676" y="14699"/>
                </a:lnTo>
                <a:lnTo>
                  <a:pt x="7557" y="14594"/>
                </a:lnTo>
                <a:lnTo>
                  <a:pt x="7437" y="14594"/>
                </a:lnTo>
                <a:lnTo>
                  <a:pt x="7319" y="14646"/>
                </a:lnTo>
                <a:lnTo>
                  <a:pt x="6962" y="14857"/>
                </a:lnTo>
                <a:lnTo>
                  <a:pt x="6605" y="15120"/>
                </a:lnTo>
                <a:lnTo>
                  <a:pt x="6010" y="15647"/>
                </a:lnTo>
                <a:lnTo>
                  <a:pt x="5282" y="14704"/>
                </a:lnTo>
                <a:lnTo>
                  <a:pt x="5653" y="14752"/>
                </a:lnTo>
                <a:lnTo>
                  <a:pt x="6070" y="14699"/>
                </a:lnTo>
                <a:lnTo>
                  <a:pt x="6307" y="14594"/>
                </a:lnTo>
                <a:lnTo>
                  <a:pt x="6605" y="14436"/>
                </a:lnTo>
                <a:lnTo>
                  <a:pt x="7081" y="14172"/>
                </a:lnTo>
                <a:lnTo>
                  <a:pt x="7736" y="13856"/>
                </a:lnTo>
                <a:lnTo>
                  <a:pt x="8093" y="13698"/>
                </a:lnTo>
                <a:lnTo>
                  <a:pt x="8390" y="13487"/>
                </a:lnTo>
                <a:lnTo>
                  <a:pt x="9819" y="15331"/>
                </a:lnTo>
                <a:lnTo>
                  <a:pt x="10354" y="15963"/>
                </a:lnTo>
                <a:lnTo>
                  <a:pt x="10889" y="16596"/>
                </a:lnTo>
                <a:lnTo>
                  <a:pt x="11186" y="16859"/>
                </a:lnTo>
                <a:lnTo>
                  <a:pt x="11543" y="17122"/>
                </a:lnTo>
                <a:lnTo>
                  <a:pt x="11900" y="17333"/>
                </a:lnTo>
                <a:lnTo>
                  <a:pt x="12317" y="17491"/>
                </a:lnTo>
                <a:lnTo>
                  <a:pt x="12674" y="17597"/>
                </a:lnTo>
                <a:lnTo>
                  <a:pt x="13090" y="17649"/>
                </a:lnTo>
                <a:lnTo>
                  <a:pt x="13864" y="17649"/>
                </a:lnTo>
                <a:lnTo>
                  <a:pt x="14221" y="17597"/>
                </a:lnTo>
                <a:lnTo>
                  <a:pt x="14578" y="17491"/>
                </a:lnTo>
                <a:lnTo>
                  <a:pt x="14935" y="17386"/>
                </a:lnTo>
                <a:lnTo>
                  <a:pt x="15292" y="17228"/>
                </a:lnTo>
                <a:lnTo>
                  <a:pt x="15709" y="17017"/>
                </a:lnTo>
                <a:lnTo>
                  <a:pt x="16005" y="16754"/>
                </a:lnTo>
                <a:lnTo>
                  <a:pt x="16304" y="16490"/>
                </a:lnTo>
                <a:lnTo>
                  <a:pt x="16542" y="16174"/>
                </a:lnTo>
                <a:lnTo>
                  <a:pt x="16721" y="15858"/>
                </a:lnTo>
                <a:lnTo>
                  <a:pt x="16899" y="15542"/>
                </a:lnTo>
                <a:lnTo>
                  <a:pt x="17018" y="15173"/>
                </a:lnTo>
                <a:lnTo>
                  <a:pt x="17078" y="14857"/>
                </a:lnTo>
                <a:lnTo>
                  <a:pt x="17136" y="14120"/>
                </a:lnTo>
                <a:lnTo>
                  <a:pt x="17078" y="13382"/>
                </a:lnTo>
                <a:lnTo>
                  <a:pt x="16899" y="12643"/>
                </a:lnTo>
                <a:lnTo>
                  <a:pt x="16601" y="11960"/>
                </a:lnTo>
                <a:lnTo>
                  <a:pt x="16185" y="11326"/>
                </a:lnTo>
                <a:lnTo>
                  <a:pt x="15709" y="10748"/>
                </a:lnTo>
                <a:lnTo>
                  <a:pt x="14756" y="9535"/>
                </a:lnTo>
                <a:lnTo>
                  <a:pt x="15173" y="9326"/>
                </a:lnTo>
                <a:lnTo>
                  <a:pt x="15530" y="9115"/>
                </a:lnTo>
                <a:lnTo>
                  <a:pt x="16244" y="8587"/>
                </a:lnTo>
                <a:lnTo>
                  <a:pt x="16899" y="8060"/>
                </a:lnTo>
                <a:close/>
                <a:moveTo>
                  <a:pt x="13626" y="2950"/>
                </a:moveTo>
                <a:lnTo>
                  <a:pt x="13447" y="3003"/>
                </a:lnTo>
                <a:lnTo>
                  <a:pt x="13329" y="3108"/>
                </a:lnTo>
                <a:lnTo>
                  <a:pt x="13269" y="3161"/>
                </a:lnTo>
                <a:lnTo>
                  <a:pt x="13269" y="3424"/>
                </a:lnTo>
                <a:lnTo>
                  <a:pt x="13150" y="3477"/>
                </a:lnTo>
                <a:lnTo>
                  <a:pt x="13030" y="3530"/>
                </a:lnTo>
                <a:lnTo>
                  <a:pt x="11841" y="4372"/>
                </a:lnTo>
                <a:lnTo>
                  <a:pt x="11186" y="4794"/>
                </a:lnTo>
                <a:lnTo>
                  <a:pt x="10591" y="5163"/>
                </a:lnTo>
                <a:lnTo>
                  <a:pt x="10472" y="5268"/>
                </a:lnTo>
                <a:lnTo>
                  <a:pt x="10412" y="5373"/>
                </a:lnTo>
                <a:lnTo>
                  <a:pt x="10412" y="5637"/>
                </a:lnTo>
                <a:lnTo>
                  <a:pt x="13864" y="9589"/>
                </a:lnTo>
                <a:lnTo>
                  <a:pt x="13864" y="9693"/>
                </a:lnTo>
                <a:lnTo>
                  <a:pt x="13983" y="9746"/>
                </a:lnTo>
                <a:lnTo>
                  <a:pt x="15233" y="11275"/>
                </a:lnTo>
                <a:lnTo>
                  <a:pt x="15709" y="11907"/>
                </a:lnTo>
                <a:lnTo>
                  <a:pt x="16065" y="12592"/>
                </a:lnTo>
                <a:lnTo>
                  <a:pt x="16244" y="12961"/>
                </a:lnTo>
                <a:lnTo>
                  <a:pt x="16364" y="13329"/>
                </a:lnTo>
                <a:lnTo>
                  <a:pt x="16422" y="13698"/>
                </a:lnTo>
                <a:lnTo>
                  <a:pt x="16422" y="14488"/>
                </a:lnTo>
                <a:lnTo>
                  <a:pt x="16364" y="14804"/>
                </a:lnTo>
                <a:lnTo>
                  <a:pt x="16244" y="15173"/>
                </a:lnTo>
                <a:lnTo>
                  <a:pt x="16065" y="15489"/>
                </a:lnTo>
                <a:lnTo>
                  <a:pt x="15887" y="15805"/>
                </a:lnTo>
                <a:lnTo>
                  <a:pt x="15648" y="16069"/>
                </a:lnTo>
                <a:lnTo>
                  <a:pt x="15352" y="16332"/>
                </a:lnTo>
                <a:lnTo>
                  <a:pt x="15055" y="16596"/>
                </a:lnTo>
                <a:lnTo>
                  <a:pt x="14756" y="16754"/>
                </a:lnTo>
                <a:lnTo>
                  <a:pt x="14399" y="16859"/>
                </a:lnTo>
                <a:lnTo>
                  <a:pt x="14043" y="16912"/>
                </a:lnTo>
                <a:lnTo>
                  <a:pt x="13686" y="16964"/>
                </a:lnTo>
                <a:lnTo>
                  <a:pt x="12972" y="16964"/>
                </a:lnTo>
                <a:lnTo>
                  <a:pt x="12674" y="16859"/>
                </a:lnTo>
                <a:lnTo>
                  <a:pt x="12317" y="16754"/>
                </a:lnTo>
                <a:lnTo>
                  <a:pt x="11960" y="16543"/>
                </a:lnTo>
                <a:lnTo>
                  <a:pt x="11603" y="16332"/>
                </a:lnTo>
                <a:lnTo>
                  <a:pt x="11306" y="16016"/>
                </a:lnTo>
                <a:lnTo>
                  <a:pt x="11068" y="15700"/>
                </a:lnTo>
                <a:lnTo>
                  <a:pt x="9819" y="14225"/>
                </a:lnTo>
                <a:lnTo>
                  <a:pt x="8688" y="12750"/>
                </a:lnTo>
                <a:lnTo>
                  <a:pt x="7557" y="11222"/>
                </a:lnTo>
                <a:lnTo>
                  <a:pt x="6545" y="9642"/>
                </a:lnTo>
                <a:lnTo>
                  <a:pt x="6070" y="8850"/>
                </a:lnTo>
                <a:lnTo>
                  <a:pt x="5653" y="8060"/>
                </a:lnTo>
                <a:lnTo>
                  <a:pt x="5535" y="7955"/>
                </a:lnTo>
                <a:lnTo>
                  <a:pt x="5355" y="7902"/>
                </a:lnTo>
                <a:lnTo>
                  <a:pt x="5176" y="7902"/>
                </a:lnTo>
                <a:lnTo>
                  <a:pt x="5058" y="8007"/>
                </a:lnTo>
                <a:lnTo>
                  <a:pt x="4879" y="8167"/>
                </a:lnTo>
                <a:lnTo>
                  <a:pt x="4641" y="8271"/>
                </a:lnTo>
                <a:lnTo>
                  <a:pt x="4404" y="8376"/>
                </a:lnTo>
                <a:lnTo>
                  <a:pt x="4166" y="8376"/>
                </a:lnTo>
                <a:lnTo>
                  <a:pt x="3927" y="8429"/>
                </a:lnTo>
                <a:lnTo>
                  <a:pt x="3689" y="8483"/>
                </a:lnTo>
                <a:lnTo>
                  <a:pt x="3273" y="8692"/>
                </a:lnTo>
                <a:lnTo>
                  <a:pt x="2321" y="9219"/>
                </a:lnTo>
                <a:lnTo>
                  <a:pt x="1844" y="9484"/>
                </a:lnTo>
                <a:lnTo>
                  <a:pt x="1427" y="9800"/>
                </a:lnTo>
                <a:lnTo>
                  <a:pt x="1249" y="9800"/>
                </a:lnTo>
                <a:lnTo>
                  <a:pt x="1131" y="9904"/>
                </a:lnTo>
                <a:lnTo>
                  <a:pt x="1071" y="10009"/>
                </a:lnTo>
                <a:lnTo>
                  <a:pt x="1131" y="10167"/>
                </a:lnTo>
                <a:lnTo>
                  <a:pt x="1786" y="11222"/>
                </a:lnTo>
                <a:lnTo>
                  <a:pt x="2500" y="12276"/>
                </a:lnTo>
                <a:lnTo>
                  <a:pt x="3987" y="14278"/>
                </a:lnTo>
                <a:lnTo>
                  <a:pt x="5535" y="16279"/>
                </a:lnTo>
                <a:lnTo>
                  <a:pt x="7141" y="18229"/>
                </a:lnTo>
                <a:lnTo>
                  <a:pt x="8093" y="19282"/>
                </a:lnTo>
                <a:lnTo>
                  <a:pt x="8033" y="19282"/>
                </a:lnTo>
                <a:lnTo>
                  <a:pt x="8033" y="19388"/>
                </a:lnTo>
                <a:lnTo>
                  <a:pt x="8093" y="19440"/>
                </a:lnTo>
                <a:lnTo>
                  <a:pt x="8153" y="19493"/>
                </a:lnTo>
                <a:lnTo>
                  <a:pt x="8271" y="19440"/>
                </a:lnTo>
                <a:lnTo>
                  <a:pt x="8806" y="20020"/>
                </a:lnTo>
                <a:lnTo>
                  <a:pt x="9402" y="20547"/>
                </a:lnTo>
                <a:lnTo>
                  <a:pt x="9462" y="20599"/>
                </a:lnTo>
                <a:lnTo>
                  <a:pt x="9580" y="20652"/>
                </a:lnTo>
                <a:lnTo>
                  <a:pt x="9937" y="20915"/>
                </a:lnTo>
                <a:lnTo>
                  <a:pt x="10354" y="21126"/>
                </a:lnTo>
                <a:lnTo>
                  <a:pt x="10771" y="21337"/>
                </a:lnTo>
                <a:lnTo>
                  <a:pt x="11246" y="21495"/>
                </a:lnTo>
                <a:lnTo>
                  <a:pt x="11721" y="21600"/>
                </a:lnTo>
                <a:lnTo>
                  <a:pt x="12734" y="21600"/>
                </a:lnTo>
                <a:lnTo>
                  <a:pt x="13269" y="21495"/>
                </a:lnTo>
                <a:lnTo>
                  <a:pt x="13804" y="21284"/>
                </a:lnTo>
                <a:lnTo>
                  <a:pt x="14399" y="21073"/>
                </a:lnTo>
                <a:lnTo>
                  <a:pt x="15530" y="20599"/>
                </a:lnTo>
                <a:lnTo>
                  <a:pt x="18030" y="19651"/>
                </a:lnTo>
                <a:lnTo>
                  <a:pt x="18803" y="19282"/>
                </a:lnTo>
                <a:lnTo>
                  <a:pt x="19457" y="18914"/>
                </a:lnTo>
                <a:lnTo>
                  <a:pt x="20113" y="18439"/>
                </a:lnTo>
                <a:lnTo>
                  <a:pt x="20648" y="17860"/>
                </a:lnTo>
                <a:lnTo>
                  <a:pt x="20945" y="17438"/>
                </a:lnTo>
                <a:lnTo>
                  <a:pt x="21183" y="17017"/>
                </a:lnTo>
                <a:lnTo>
                  <a:pt x="21362" y="16543"/>
                </a:lnTo>
                <a:lnTo>
                  <a:pt x="21480" y="16069"/>
                </a:lnTo>
                <a:lnTo>
                  <a:pt x="21540" y="15595"/>
                </a:lnTo>
                <a:lnTo>
                  <a:pt x="21600" y="15120"/>
                </a:lnTo>
                <a:lnTo>
                  <a:pt x="21540" y="14646"/>
                </a:lnTo>
                <a:lnTo>
                  <a:pt x="21480" y="14172"/>
                </a:lnTo>
                <a:lnTo>
                  <a:pt x="21362" y="13698"/>
                </a:lnTo>
                <a:lnTo>
                  <a:pt x="21242" y="13224"/>
                </a:lnTo>
                <a:lnTo>
                  <a:pt x="20885" y="12327"/>
                </a:lnTo>
                <a:lnTo>
                  <a:pt x="20409" y="11433"/>
                </a:lnTo>
                <a:lnTo>
                  <a:pt x="19874" y="10590"/>
                </a:lnTo>
                <a:lnTo>
                  <a:pt x="19279" y="9800"/>
                </a:lnTo>
                <a:lnTo>
                  <a:pt x="16661" y="6427"/>
                </a:lnTo>
                <a:lnTo>
                  <a:pt x="14043" y="3108"/>
                </a:lnTo>
                <a:lnTo>
                  <a:pt x="13924" y="3003"/>
                </a:lnTo>
                <a:lnTo>
                  <a:pt x="13746" y="2950"/>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384" name="Google Shape;190;p2"/>
          <p:cNvSpPr/>
          <p:nvPr/>
        </p:nvSpPr>
        <p:spPr>
          <a:xfrm>
            <a:off x="1866010" y="4742879"/>
            <a:ext cx="681029" cy="45523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453" y="0"/>
                </a:moveTo>
                <a:lnTo>
                  <a:pt x="7279" y="176"/>
                </a:lnTo>
                <a:lnTo>
                  <a:pt x="6755" y="1045"/>
                </a:lnTo>
                <a:lnTo>
                  <a:pt x="6347" y="2004"/>
                </a:lnTo>
                <a:lnTo>
                  <a:pt x="5939" y="2961"/>
                </a:lnTo>
                <a:lnTo>
                  <a:pt x="5590" y="4008"/>
                </a:lnTo>
                <a:lnTo>
                  <a:pt x="5300" y="5053"/>
                </a:lnTo>
                <a:lnTo>
                  <a:pt x="5123" y="6185"/>
                </a:lnTo>
                <a:lnTo>
                  <a:pt x="4949" y="7316"/>
                </a:lnTo>
                <a:lnTo>
                  <a:pt x="4833" y="8536"/>
                </a:lnTo>
                <a:lnTo>
                  <a:pt x="4774" y="9146"/>
                </a:lnTo>
                <a:lnTo>
                  <a:pt x="4658" y="9669"/>
                </a:lnTo>
                <a:lnTo>
                  <a:pt x="4484" y="10279"/>
                </a:lnTo>
                <a:lnTo>
                  <a:pt x="4250" y="10713"/>
                </a:lnTo>
                <a:lnTo>
                  <a:pt x="4135" y="10975"/>
                </a:lnTo>
                <a:lnTo>
                  <a:pt x="3960" y="11062"/>
                </a:lnTo>
                <a:lnTo>
                  <a:pt x="3611" y="11236"/>
                </a:lnTo>
                <a:lnTo>
                  <a:pt x="2912" y="11236"/>
                </a:lnTo>
                <a:lnTo>
                  <a:pt x="2446" y="11062"/>
                </a:lnTo>
                <a:lnTo>
                  <a:pt x="1573" y="11062"/>
                </a:lnTo>
                <a:lnTo>
                  <a:pt x="1398" y="11236"/>
                </a:lnTo>
                <a:lnTo>
                  <a:pt x="1224" y="11324"/>
                </a:lnTo>
                <a:lnTo>
                  <a:pt x="932" y="11236"/>
                </a:lnTo>
                <a:lnTo>
                  <a:pt x="641" y="11236"/>
                </a:lnTo>
                <a:lnTo>
                  <a:pt x="408" y="11409"/>
                </a:lnTo>
                <a:lnTo>
                  <a:pt x="117" y="11585"/>
                </a:lnTo>
                <a:lnTo>
                  <a:pt x="59" y="11758"/>
                </a:lnTo>
                <a:lnTo>
                  <a:pt x="0" y="11934"/>
                </a:lnTo>
                <a:lnTo>
                  <a:pt x="0" y="12280"/>
                </a:lnTo>
                <a:lnTo>
                  <a:pt x="59" y="12368"/>
                </a:lnTo>
                <a:lnTo>
                  <a:pt x="117" y="12456"/>
                </a:lnTo>
                <a:lnTo>
                  <a:pt x="233" y="12542"/>
                </a:lnTo>
                <a:lnTo>
                  <a:pt x="351" y="12456"/>
                </a:lnTo>
                <a:lnTo>
                  <a:pt x="816" y="12280"/>
                </a:lnTo>
                <a:lnTo>
                  <a:pt x="932" y="12542"/>
                </a:lnTo>
                <a:lnTo>
                  <a:pt x="1106" y="12717"/>
                </a:lnTo>
                <a:lnTo>
                  <a:pt x="1281" y="12717"/>
                </a:lnTo>
                <a:lnTo>
                  <a:pt x="1398" y="12629"/>
                </a:lnTo>
                <a:lnTo>
                  <a:pt x="1457" y="12542"/>
                </a:lnTo>
                <a:lnTo>
                  <a:pt x="1573" y="12368"/>
                </a:lnTo>
                <a:lnTo>
                  <a:pt x="1689" y="12280"/>
                </a:lnTo>
                <a:lnTo>
                  <a:pt x="1981" y="12195"/>
                </a:lnTo>
                <a:lnTo>
                  <a:pt x="2271" y="12280"/>
                </a:lnTo>
                <a:lnTo>
                  <a:pt x="2562" y="12368"/>
                </a:lnTo>
                <a:lnTo>
                  <a:pt x="3144" y="12542"/>
                </a:lnTo>
                <a:lnTo>
                  <a:pt x="3493" y="12542"/>
                </a:lnTo>
                <a:lnTo>
                  <a:pt x="3785" y="12456"/>
                </a:lnTo>
                <a:lnTo>
                  <a:pt x="4135" y="12368"/>
                </a:lnTo>
                <a:lnTo>
                  <a:pt x="4368" y="12195"/>
                </a:lnTo>
                <a:lnTo>
                  <a:pt x="4658" y="11934"/>
                </a:lnTo>
                <a:lnTo>
                  <a:pt x="4892" y="11585"/>
                </a:lnTo>
                <a:lnTo>
                  <a:pt x="5066" y="11236"/>
                </a:lnTo>
                <a:lnTo>
                  <a:pt x="5241" y="10801"/>
                </a:lnTo>
                <a:lnTo>
                  <a:pt x="5474" y="9930"/>
                </a:lnTo>
                <a:lnTo>
                  <a:pt x="5590" y="9320"/>
                </a:lnTo>
                <a:lnTo>
                  <a:pt x="5649" y="8709"/>
                </a:lnTo>
                <a:lnTo>
                  <a:pt x="5765" y="7403"/>
                </a:lnTo>
                <a:lnTo>
                  <a:pt x="5939" y="6271"/>
                </a:lnTo>
                <a:lnTo>
                  <a:pt x="6173" y="5226"/>
                </a:lnTo>
                <a:lnTo>
                  <a:pt x="6404" y="4355"/>
                </a:lnTo>
                <a:lnTo>
                  <a:pt x="6696" y="3483"/>
                </a:lnTo>
                <a:lnTo>
                  <a:pt x="6987" y="2700"/>
                </a:lnTo>
                <a:lnTo>
                  <a:pt x="7395" y="2004"/>
                </a:lnTo>
                <a:lnTo>
                  <a:pt x="8211" y="6793"/>
                </a:lnTo>
                <a:lnTo>
                  <a:pt x="8966" y="11497"/>
                </a:lnTo>
                <a:lnTo>
                  <a:pt x="9723" y="16288"/>
                </a:lnTo>
                <a:lnTo>
                  <a:pt x="10423" y="21165"/>
                </a:lnTo>
                <a:lnTo>
                  <a:pt x="10480" y="21339"/>
                </a:lnTo>
                <a:lnTo>
                  <a:pt x="10655" y="21515"/>
                </a:lnTo>
                <a:lnTo>
                  <a:pt x="10772" y="21600"/>
                </a:lnTo>
                <a:lnTo>
                  <a:pt x="10947" y="21600"/>
                </a:lnTo>
                <a:lnTo>
                  <a:pt x="11353" y="21339"/>
                </a:lnTo>
                <a:lnTo>
                  <a:pt x="11704" y="20904"/>
                </a:lnTo>
                <a:lnTo>
                  <a:pt x="11936" y="20467"/>
                </a:lnTo>
                <a:lnTo>
                  <a:pt x="12169" y="19860"/>
                </a:lnTo>
                <a:lnTo>
                  <a:pt x="12402" y="18988"/>
                </a:lnTo>
                <a:lnTo>
                  <a:pt x="12577" y="18029"/>
                </a:lnTo>
                <a:lnTo>
                  <a:pt x="12985" y="16201"/>
                </a:lnTo>
                <a:lnTo>
                  <a:pt x="14381" y="9407"/>
                </a:lnTo>
                <a:lnTo>
                  <a:pt x="14615" y="10540"/>
                </a:lnTo>
                <a:lnTo>
                  <a:pt x="14789" y="11758"/>
                </a:lnTo>
                <a:lnTo>
                  <a:pt x="14789" y="12019"/>
                </a:lnTo>
                <a:lnTo>
                  <a:pt x="14905" y="12195"/>
                </a:lnTo>
                <a:lnTo>
                  <a:pt x="15021" y="12368"/>
                </a:lnTo>
                <a:lnTo>
                  <a:pt x="15196" y="12368"/>
                </a:lnTo>
                <a:lnTo>
                  <a:pt x="19097" y="12019"/>
                </a:lnTo>
                <a:lnTo>
                  <a:pt x="19156" y="12195"/>
                </a:lnTo>
                <a:lnTo>
                  <a:pt x="19213" y="12368"/>
                </a:lnTo>
                <a:lnTo>
                  <a:pt x="19564" y="12717"/>
                </a:lnTo>
                <a:lnTo>
                  <a:pt x="19970" y="12891"/>
                </a:lnTo>
                <a:lnTo>
                  <a:pt x="20029" y="12979"/>
                </a:lnTo>
                <a:lnTo>
                  <a:pt x="20494" y="12979"/>
                </a:lnTo>
                <a:lnTo>
                  <a:pt x="20727" y="12891"/>
                </a:lnTo>
                <a:lnTo>
                  <a:pt x="20960" y="12629"/>
                </a:lnTo>
                <a:lnTo>
                  <a:pt x="21135" y="12368"/>
                </a:lnTo>
                <a:lnTo>
                  <a:pt x="21310" y="12019"/>
                </a:lnTo>
                <a:lnTo>
                  <a:pt x="21484" y="11670"/>
                </a:lnTo>
                <a:lnTo>
                  <a:pt x="21600" y="11236"/>
                </a:lnTo>
                <a:lnTo>
                  <a:pt x="21600" y="10801"/>
                </a:lnTo>
                <a:lnTo>
                  <a:pt x="21484" y="10540"/>
                </a:lnTo>
                <a:lnTo>
                  <a:pt x="21310" y="10191"/>
                </a:lnTo>
                <a:lnTo>
                  <a:pt x="21076" y="10018"/>
                </a:lnTo>
                <a:lnTo>
                  <a:pt x="20845" y="9842"/>
                </a:lnTo>
                <a:lnTo>
                  <a:pt x="20552" y="9669"/>
                </a:lnTo>
                <a:lnTo>
                  <a:pt x="20319" y="9669"/>
                </a:lnTo>
                <a:lnTo>
                  <a:pt x="20029" y="9754"/>
                </a:lnTo>
                <a:lnTo>
                  <a:pt x="19738" y="9930"/>
                </a:lnTo>
                <a:lnTo>
                  <a:pt x="19564" y="10103"/>
                </a:lnTo>
                <a:lnTo>
                  <a:pt x="19446" y="10279"/>
                </a:lnTo>
                <a:lnTo>
                  <a:pt x="19272" y="10713"/>
                </a:lnTo>
                <a:lnTo>
                  <a:pt x="15545" y="11062"/>
                </a:lnTo>
                <a:lnTo>
                  <a:pt x="15429" y="10103"/>
                </a:lnTo>
                <a:lnTo>
                  <a:pt x="15254" y="9146"/>
                </a:lnTo>
                <a:lnTo>
                  <a:pt x="15021" y="8187"/>
                </a:lnTo>
                <a:lnTo>
                  <a:pt x="14731" y="7230"/>
                </a:lnTo>
                <a:lnTo>
                  <a:pt x="14615" y="7054"/>
                </a:lnTo>
                <a:lnTo>
                  <a:pt x="14497" y="6969"/>
                </a:lnTo>
                <a:lnTo>
                  <a:pt x="14264" y="6969"/>
                </a:lnTo>
                <a:lnTo>
                  <a:pt x="14032" y="7054"/>
                </a:lnTo>
                <a:lnTo>
                  <a:pt x="13974" y="7230"/>
                </a:lnTo>
                <a:lnTo>
                  <a:pt x="13915" y="7403"/>
                </a:lnTo>
                <a:lnTo>
                  <a:pt x="12459" y="14284"/>
                </a:lnTo>
                <a:lnTo>
                  <a:pt x="11704" y="17943"/>
                </a:lnTo>
                <a:lnTo>
                  <a:pt x="11471" y="18988"/>
                </a:lnTo>
                <a:lnTo>
                  <a:pt x="11353" y="19511"/>
                </a:lnTo>
                <a:lnTo>
                  <a:pt x="11121" y="19945"/>
                </a:lnTo>
                <a:lnTo>
                  <a:pt x="10423" y="15068"/>
                </a:lnTo>
                <a:lnTo>
                  <a:pt x="9666" y="10191"/>
                </a:lnTo>
                <a:lnTo>
                  <a:pt x="8850" y="5314"/>
                </a:lnTo>
                <a:lnTo>
                  <a:pt x="7977" y="522"/>
                </a:lnTo>
                <a:lnTo>
                  <a:pt x="7861" y="176"/>
                </a:lnTo>
                <a:lnTo>
                  <a:pt x="7685" y="88"/>
                </a:lnTo>
                <a:lnTo>
                  <a:pt x="7453" y="0"/>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385" name="Google Shape;191;p2"/>
          <p:cNvSpPr/>
          <p:nvPr/>
        </p:nvSpPr>
        <p:spPr>
          <a:xfrm>
            <a:off x="6669855" y="4614395"/>
            <a:ext cx="308363" cy="3304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885" y="0"/>
                </a:moveTo>
                <a:lnTo>
                  <a:pt x="13759" y="121"/>
                </a:lnTo>
                <a:lnTo>
                  <a:pt x="13629" y="242"/>
                </a:lnTo>
                <a:lnTo>
                  <a:pt x="13629" y="481"/>
                </a:lnTo>
                <a:lnTo>
                  <a:pt x="12342" y="1560"/>
                </a:lnTo>
                <a:lnTo>
                  <a:pt x="11315" y="2640"/>
                </a:lnTo>
                <a:lnTo>
                  <a:pt x="9769" y="4200"/>
                </a:lnTo>
                <a:lnTo>
                  <a:pt x="8613" y="5401"/>
                </a:lnTo>
                <a:lnTo>
                  <a:pt x="7712" y="5162"/>
                </a:lnTo>
                <a:lnTo>
                  <a:pt x="4627" y="4321"/>
                </a:lnTo>
                <a:lnTo>
                  <a:pt x="3986" y="4200"/>
                </a:lnTo>
                <a:lnTo>
                  <a:pt x="2829" y="3961"/>
                </a:lnTo>
                <a:lnTo>
                  <a:pt x="2314" y="3840"/>
                </a:lnTo>
                <a:lnTo>
                  <a:pt x="1798" y="3961"/>
                </a:lnTo>
                <a:lnTo>
                  <a:pt x="1542" y="4083"/>
                </a:lnTo>
                <a:lnTo>
                  <a:pt x="1542" y="4442"/>
                </a:lnTo>
                <a:lnTo>
                  <a:pt x="1669" y="4802"/>
                </a:lnTo>
                <a:lnTo>
                  <a:pt x="1928" y="5041"/>
                </a:lnTo>
                <a:lnTo>
                  <a:pt x="2314" y="5280"/>
                </a:lnTo>
                <a:lnTo>
                  <a:pt x="2699" y="5401"/>
                </a:lnTo>
                <a:lnTo>
                  <a:pt x="3726" y="5761"/>
                </a:lnTo>
                <a:lnTo>
                  <a:pt x="4497" y="5882"/>
                </a:lnTo>
                <a:lnTo>
                  <a:pt x="7200" y="6601"/>
                </a:lnTo>
                <a:lnTo>
                  <a:pt x="7200" y="6840"/>
                </a:lnTo>
                <a:lnTo>
                  <a:pt x="7326" y="7082"/>
                </a:lnTo>
                <a:lnTo>
                  <a:pt x="7586" y="7321"/>
                </a:lnTo>
                <a:lnTo>
                  <a:pt x="7712" y="7321"/>
                </a:lnTo>
                <a:lnTo>
                  <a:pt x="7971" y="7442"/>
                </a:lnTo>
                <a:lnTo>
                  <a:pt x="8357" y="7321"/>
                </a:lnTo>
                <a:lnTo>
                  <a:pt x="8872" y="7082"/>
                </a:lnTo>
                <a:lnTo>
                  <a:pt x="9384" y="6961"/>
                </a:lnTo>
                <a:lnTo>
                  <a:pt x="9643" y="6840"/>
                </a:lnTo>
                <a:lnTo>
                  <a:pt x="9769" y="6722"/>
                </a:lnTo>
                <a:lnTo>
                  <a:pt x="9769" y="6242"/>
                </a:lnTo>
                <a:lnTo>
                  <a:pt x="10285" y="5761"/>
                </a:lnTo>
                <a:lnTo>
                  <a:pt x="11827" y="4200"/>
                </a:lnTo>
                <a:lnTo>
                  <a:pt x="13369" y="2522"/>
                </a:lnTo>
                <a:lnTo>
                  <a:pt x="13499" y="4560"/>
                </a:lnTo>
                <a:lnTo>
                  <a:pt x="13499" y="6840"/>
                </a:lnTo>
                <a:lnTo>
                  <a:pt x="13629" y="7920"/>
                </a:lnTo>
                <a:lnTo>
                  <a:pt x="13885" y="8522"/>
                </a:lnTo>
                <a:lnTo>
                  <a:pt x="14144" y="8999"/>
                </a:lnTo>
                <a:lnTo>
                  <a:pt x="14400" y="9241"/>
                </a:lnTo>
                <a:lnTo>
                  <a:pt x="14786" y="9241"/>
                </a:lnTo>
                <a:lnTo>
                  <a:pt x="15686" y="9840"/>
                </a:lnTo>
                <a:lnTo>
                  <a:pt x="16584" y="10321"/>
                </a:lnTo>
                <a:lnTo>
                  <a:pt x="17744" y="10681"/>
                </a:lnTo>
                <a:lnTo>
                  <a:pt x="18771" y="10919"/>
                </a:lnTo>
                <a:lnTo>
                  <a:pt x="18386" y="11161"/>
                </a:lnTo>
                <a:lnTo>
                  <a:pt x="16584" y="12002"/>
                </a:lnTo>
                <a:lnTo>
                  <a:pt x="15813" y="12362"/>
                </a:lnTo>
                <a:lnTo>
                  <a:pt x="15041" y="12840"/>
                </a:lnTo>
                <a:lnTo>
                  <a:pt x="14786" y="12840"/>
                </a:lnTo>
                <a:lnTo>
                  <a:pt x="14656" y="12961"/>
                </a:lnTo>
                <a:lnTo>
                  <a:pt x="14270" y="13320"/>
                </a:lnTo>
                <a:lnTo>
                  <a:pt x="13885" y="14040"/>
                </a:lnTo>
                <a:lnTo>
                  <a:pt x="13629" y="14881"/>
                </a:lnTo>
                <a:lnTo>
                  <a:pt x="13499" y="17282"/>
                </a:lnTo>
                <a:lnTo>
                  <a:pt x="13499" y="19801"/>
                </a:lnTo>
                <a:lnTo>
                  <a:pt x="12472" y="18721"/>
                </a:lnTo>
                <a:lnTo>
                  <a:pt x="11315" y="17642"/>
                </a:lnTo>
                <a:lnTo>
                  <a:pt x="9258" y="15601"/>
                </a:lnTo>
                <a:lnTo>
                  <a:pt x="8998" y="15241"/>
                </a:lnTo>
                <a:lnTo>
                  <a:pt x="8742" y="15002"/>
                </a:lnTo>
                <a:lnTo>
                  <a:pt x="8357" y="15002"/>
                </a:lnTo>
                <a:lnTo>
                  <a:pt x="8357" y="15120"/>
                </a:lnTo>
                <a:lnTo>
                  <a:pt x="8101" y="15120"/>
                </a:lnTo>
                <a:lnTo>
                  <a:pt x="6685" y="15601"/>
                </a:lnTo>
                <a:lnTo>
                  <a:pt x="5142" y="15839"/>
                </a:lnTo>
                <a:lnTo>
                  <a:pt x="3726" y="16081"/>
                </a:lnTo>
                <a:lnTo>
                  <a:pt x="2184" y="16199"/>
                </a:lnTo>
                <a:lnTo>
                  <a:pt x="3986" y="14161"/>
                </a:lnTo>
                <a:lnTo>
                  <a:pt x="4757" y="13082"/>
                </a:lnTo>
                <a:lnTo>
                  <a:pt x="5398" y="11881"/>
                </a:lnTo>
                <a:lnTo>
                  <a:pt x="5914" y="11760"/>
                </a:lnTo>
                <a:lnTo>
                  <a:pt x="6043" y="11639"/>
                </a:lnTo>
                <a:lnTo>
                  <a:pt x="6169" y="11400"/>
                </a:lnTo>
                <a:lnTo>
                  <a:pt x="6299" y="11279"/>
                </a:lnTo>
                <a:lnTo>
                  <a:pt x="6299" y="11040"/>
                </a:lnTo>
                <a:lnTo>
                  <a:pt x="6169" y="10802"/>
                </a:lnTo>
                <a:lnTo>
                  <a:pt x="6043" y="10681"/>
                </a:lnTo>
                <a:lnTo>
                  <a:pt x="5784" y="10560"/>
                </a:lnTo>
                <a:lnTo>
                  <a:pt x="5398" y="9961"/>
                </a:lnTo>
                <a:lnTo>
                  <a:pt x="4241" y="8041"/>
                </a:lnTo>
                <a:lnTo>
                  <a:pt x="2955" y="6242"/>
                </a:lnTo>
                <a:lnTo>
                  <a:pt x="2184" y="5401"/>
                </a:lnTo>
                <a:lnTo>
                  <a:pt x="1283" y="4681"/>
                </a:lnTo>
                <a:lnTo>
                  <a:pt x="897" y="4560"/>
                </a:lnTo>
                <a:lnTo>
                  <a:pt x="641" y="4681"/>
                </a:lnTo>
                <a:lnTo>
                  <a:pt x="386" y="4920"/>
                </a:lnTo>
                <a:lnTo>
                  <a:pt x="386" y="5280"/>
                </a:lnTo>
                <a:lnTo>
                  <a:pt x="1157" y="6363"/>
                </a:lnTo>
                <a:lnTo>
                  <a:pt x="1928" y="7321"/>
                </a:lnTo>
                <a:lnTo>
                  <a:pt x="2699" y="8280"/>
                </a:lnTo>
                <a:lnTo>
                  <a:pt x="3341" y="9241"/>
                </a:lnTo>
                <a:lnTo>
                  <a:pt x="3856" y="10321"/>
                </a:lnTo>
                <a:lnTo>
                  <a:pt x="4112" y="10919"/>
                </a:lnTo>
                <a:lnTo>
                  <a:pt x="4497" y="11521"/>
                </a:lnTo>
                <a:lnTo>
                  <a:pt x="3856" y="12002"/>
                </a:lnTo>
                <a:lnTo>
                  <a:pt x="3214" y="12480"/>
                </a:lnTo>
                <a:lnTo>
                  <a:pt x="2054" y="13801"/>
                </a:lnTo>
                <a:lnTo>
                  <a:pt x="1027" y="15120"/>
                </a:lnTo>
                <a:lnTo>
                  <a:pt x="126" y="16559"/>
                </a:lnTo>
                <a:lnTo>
                  <a:pt x="0" y="16919"/>
                </a:lnTo>
                <a:lnTo>
                  <a:pt x="0" y="17282"/>
                </a:lnTo>
                <a:lnTo>
                  <a:pt x="256" y="17521"/>
                </a:lnTo>
                <a:lnTo>
                  <a:pt x="641" y="17642"/>
                </a:lnTo>
                <a:lnTo>
                  <a:pt x="2569" y="17642"/>
                </a:lnTo>
                <a:lnTo>
                  <a:pt x="4497" y="17521"/>
                </a:lnTo>
                <a:lnTo>
                  <a:pt x="6429" y="17161"/>
                </a:lnTo>
                <a:lnTo>
                  <a:pt x="8227" y="16559"/>
                </a:lnTo>
                <a:lnTo>
                  <a:pt x="8998" y="17521"/>
                </a:lnTo>
                <a:lnTo>
                  <a:pt x="9769" y="18240"/>
                </a:lnTo>
                <a:lnTo>
                  <a:pt x="11315" y="20161"/>
                </a:lnTo>
                <a:lnTo>
                  <a:pt x="12213" y="20880"/>
                </a:lnTo>
                <a:lnTo>
                  <a:pt x="12728" y="21240"/>
                </a:lnTo>
                <a:lnTo>
                  <a:pt x="13243" y="21479"/>
                </a:lnTo>
                <a:lnTo>
                  <a:pt x="13629" y="21479"/>
                </a:lnTo>
                <a:lnTo>
                  <a:pt x="14144" y="21361"/>
                </a:lnTo>
                <a:lnTo>
                  <a:pt x="14530" y="21600"/>
                </a:lnTo>
                <a:lnTo>
                  <a:pt x="15041" y="21600"/>
                </a:lnTo>
                <a:lnTo>
                  <a:pt x="15301" y="21361"/>
                </a:lnTo>
                <a:lnTo>
                  <a:pt x="15427" y="21119"/>
                </a:lnTo>
                <a:lnTo>
                  <a:pt x="15557" y="20880"/>
                </a:lnTo>
                <a:lnTo>
                  <a:pt x="15427" y="20642"/>
                </a:lnTo>
                <a:lnTo>
                  <a:pt x="15301" y="20520"/>
                </a:lnTo>
                <a:lnTo>
                  <a:pt x="15171" y="20399"/>
                </a:lnTo>
                <a:lnTo>
                  <a:pt x="15041" y="19801"/>
                </a:lnTo>
                <a:lnTo>
                  <a:pt x="15041" y="19081"/>
                </a:lnTo>
                <a:lnTo>
                  <a:pt x="14915" y="16919"/>
                </a:lnTo>
                <a:lnTo>
                  <a:pt x="14915" y="14400"/>
                </a:lnTo>
                <a:lnTo>
                  <a:pt x="15427" y="14400"/>
                </a:lnTo>
                <a:lnTo>
                  <a:pt x="15686" y="14279"/>
                </a:lnTo>
                <a:lnTo>
                  <a:pt x="15942" y="14040"/>
                </a:lnTo>
                <a:lnTo>
                  <a:pt x="15942" y="13919"/>
                </a:lnTo>
                <a:lnTo>
                  <a:pt x="16198" y="13801"/>
                </a:lnTo>
                <a:lnTo>
                  <a:pt x="18256" y="12722"/>
                </a:lnTo>
                <a:lnTo>
                  <a:pt x="19413" y="12120"/>
                </a:lnTo>
                <a:lnTo>
                  <a:pt x="19928" y="11760"/>
                </a:lnTo>
                <a:lnTo>
                  <a:pt x="20443" y="11400"/>
                </a:lnTo>
                <a:lnTo>
                  <a:pt x="20959" y="11400"/>
                </a:lnTo>
                <a:lnTo>
                  <a:pt x="21344" y="11279"/>
                </a:lnTo>
                <a:lnTo>
                  <a:pt x="21470" y="11040"/>
                </a:lnTo>
                <a:lnTo>
                  <a:pt x="21600" y="10802"/>
                </a:lnTo>
                <a:lnTo>
                  <a:pt x="21600" y="10560"/>
                </a:lnTo>
                <a:lnTo>
                  <a:pt x="21470" y="10200"/>
                </a:lnTo>
                <a:lnTo>
                  <a:pt x="21344" y="9961"/>
                </a:lnTo>
                <a:lnTo>
                  <a:pt x="20959" y="9840"/>
                </a:lnTo>
                <a:lnTo>
                  <a:pt x="19542" y="9601"/>
                </a:lnTo>
                <a:lnTo>
                  <a:pt x="18130" y="9120"/>
                </a:lnTo>
                <a:lnTo>
                  <a:pt x="16714" y="8760"/>
                </a:lnTo>
                <a:lnTo>
                  <a:pt x="15301" y="8401"/>
                </a:lnTo>
                <a:lnTo>
                  <a:pt x="15301" y="7442"/>
                </a:lnTo>
                <a:lnTo>
                  <a:pt x="15171" y="6601"/>
                </a:lnTo>
                <a:lnTo>
                  <a:pt x="14915" y="4802"/>
                </a:lnTo>
                <a:lnTo>
                  <a:pt x="14915" y="2882"/>
                </a:lnTo>
                <a:lnTo>
                  <a:pt x="14786" y="1802"/>
                </a:lnTo>
                <a:lnTo>
                  <a:pt x="14656" y="841"/>
                </a:lnTo>
                <a:lnTo>
                  <a:pt x="14786" y="602"/>
                </a:lnTo>
                <a:lnTo>
                  <a:pt x="14915" y="360"/>
                </a:lnTo>
                <a:lnTo>
                  <a:pt x="14786" y="121"/>
                </a:lnTo>
                <a:lnTo>
                  <a:pt x="14656" y="0"/>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386" name="Slide Number"/>
          <p:cNvSpPr txBox="1"/>
          <p:nvPr>
            <p:ph type="sldNum" sz="quarter" idx="2"/>
          </p:nvPr>
        </p:nvSpPr>
        <p:spPr>
          <a:xfrm>
            <a:off x="6553200" y="4767262"/>
            <a:ext cx="2133600" cy="360651"/>
          </a:xfrm>
          <a:prstGeom prst="rect">
            <a:avLst/>
          </a:prstGeom>
        </p:spPr>
        <p:txBody>
          <a:bodyPr anchor="t"/>
          <a:lstStyle>
            <a:lvl1pPr algn="l"/>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_1">
    <p:spTree>
      <p:nvGrpSpPr>
        <p:cNvPr id="1" name=""/>
        <p:cNvGrpSpPr/>
        <p:nvPr/>
      </p:nvGrpSpPr>
      <p:grpSpPr>
        <a:xfrm>
          <a:off x="0" y="0"/>
          <a:ext cx="0" cy="0"/>
          <a:chOff x="0" y="0"/>
          <a:chExt cx="0" cy="0"/>
        </a:xfrm>
      </p:grpSpPr>
      <p:grpSp>
        <p:nvGrpSpPr>
          <p:cNvPr id="544" name="Google Shape;6;p1"/>
          <p:cNvGrpSpPr/>
          <p:nvPr/>
        </p:nvGrpSpPr>
        <p:grpSpPr>
          <a:xfrm>
            <a:off x="-13" y="-47"/>
            <a:ext cx="9143766" cy="5143347"/>
            <a:chOff x="-6" y="-23"/>
            <a:chExt cx="9143765" cy="5143345"/>
          </a:xfrm>
        </p:grpSpPr>
        <p:sp>
          <p:nvSpPr>
            <p:cNvPr id="393" name="Google Shape;7;p1"/>
            <p:cNvSpPr/>
            <p:nvPr/>
          </p:nvSpPr>
          <p:spPr>
            <a:xfrm>
              <a:off x="-7" y="-24"/>
              <a:ext cx="9143766" cy="5143347"/>
            </a:xfrm>
            <a:prstGeom prst="rect">
              <a:avLst/>
            </a:prstGeom>
            <a:noFill/>
            <a:ln w="9525" cap="rnd">
              <a:solidFill>
                <a:schemeClr val="accent4"/>
              </a:solidFill>
              <a:prstDash val="solid"/>
              <a:round/>
            </a:ln>
            <a:effectLst/>
          </p:spPr>
          <p:txBody>
            <a:bodyPr wrap="square" lIns="0" tIns="0" rIns="0" bIns="0" numCol="1" anchor="ctr">
              <a:noAutofit/>
            </a:bodyPr>
            <a:lstStyle/>
            <a:p>
              <a:pPr>
                <a:defRPr>
                  <a:solidFill>
                    <a:srgbClr val="000000"/>
                  </a:solidFill>
                </a:defRPr>
              </a:pPr>
            </a:p>
          </p:txBody>
        </p:sp>
        <p:sp>
          <p:nvSpPr>
            <p:cNvPr id="394" name="Google Shape;8;p1"/>
            <p:cNvSpPr/>
            <p:nvPr/>
          </p:nvSpPr>
          <p:spPr>
            <a:xfrm>
              <a:off x="-7" y="504929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95" name="Google Shape;9;p1"/>
            <p:cNvSpPr/>
            <p:nvPr/>
          </p:nvSpPr>
          <p:spPr>
            <a:xfrm>
              <a:off x="-7" y="495639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96" name="Google Shape;10;p1"/>
            <p:cNvSpPr/>
            <p:nvPr/>
          </p:nvSpPr>
          <p:spPr>
            <a:xfrm>
              <a:off x="-7" y="486237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97" name="Google Shape;11;p1"/>
            <p:cNvSpPr/>
            <p:nvPr/>
          </p:nvSpPr>
          <p:spPr>
            <a:xfrm>
              <a:off x="-7" y="4769476"/>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98" name="Google Shape;12;p1"/>
            <p:cNvSpPr/>
            <p:nvPr/>
          </p:nvSpPr>
          <p:spPr>
            <a:xfrm>
              <a:off x="-7" y="4675447"/>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99" name="Google Shape;13;p1"/>
            <p:cNvSpPr/>
            <p:nvPr/>
          </p:nvSpPr>
          <p:spPr>
            <a:xfrm>
              <a:off x="-7" y="4582554"/>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00" name="Google Shape;14;p1"/>
            <p:cNvSpPr/>
            <p:nvPr/>
          </p:nvSpPr>
          <p:spPr>
            <a:xfrm>
              <a:off x="-7" y="4488524"/>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01" name="Google Shape;15;p1"/>
            <p:cNvSpPr/>
            <p:nvPr/>
          </p:nvSpPr>
          <p:spPr>
            <a:xfrm>
              <a:off x="-7" y="4395631"/>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02" name="Google Shape;16;p1"/>
            <p:cNvSpPr/>
            <p:nvPr/>
          </p:nvSpPr>
          <p:spPr>
            <a:xfrm>
              <a:off x="-7" y="430160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03" name="Google Shape;17;p1"/>
            <p:cNvSpPr/>
            <p:nvPr/>
          </p:nvSpPr>
          <p:spPr>
            <a:xfrm>
              <a:off x="-7" y="420870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04" name="Google Shape;18;p1"/>
            <p:cNvSpPr/>
            <p:nvPr/>
          </p:nvSpPr>
          <p:spPr>
            <a:xfrm>
              <a:off x="-7" y="411467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05" name="Google Shape;19;p1"/>
            <p:cNvSpPr/>
            <p:nvPr/>
          </p:nvSpPr>
          <p:spPr>
            <a:xfrm>
              <a:off x="-7" y="4020617"/>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06" name="Google Shape;20;p1"/>
            <p:cNvSpPr/>
            <p:nvPr/>
          </p:nvSpPr>
          <p:spPr>
            <a:xfrm>
              <a:off x="-7" y="3927756"/>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07" name="Google Shape;21;p1"/>
            <p:cNvSpPr/>
            <p:nvPr/>
          </p:nvSpPr>
          <p:spPr>
            <a:xfrm>
              <a:off x="-7" y="3833694"/>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08" name="Google Shape;22;p1"/>
            <p:cNvSpPr/>
            <p:nvPr/>
          </p:nvSpPr>
          <p:spPr>
            <a:xfrm>
              <a:off x="-7" y="3740833"/>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09" name="Google Shape;23;p1"/>
            <p:cNvSpPr/>
            <p:nvPr/>
          </p:nvSpPr>
          <p:spPr>
            <a:xfrm>
              <a:off x="-7" y="3646771"/>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10" name="Google Shape;24;p1"/>
            <p:cNvSpPr/>
            <p:nvPr/>
          </p:nvSpPr>
          <p:spPr>
            <a:xfrm>
              <a:off x="-7" y="355391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11" name="Google Shape;25;p1"/>
            <p:cNvSpPr/>
            <p:nvPr/>
          </p:nvSpPr>
          <p:spPr>
            <a:xfrm>
              <a:off x="-7" y="345984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12" name="Google Shape;26;p1"/>
            <p:cNvSpPr/>
            <p:nvPr/>
          </p:nvSpPr>
          <p:spPr>
            <a:xfrm>
              <a:off x="-7" y="336698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13" name="Google Shape;27;p1"/>
            <p:cNvSpPr/>
            <p:nvPr/>
          </p:nvSpPr>
          <p:spPr>
            <a:xfrm>
              <a:off x="-7" y="3272926"/>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14" name="Google Shape;28;p1"/>
            <p:cNvSpPr/>
            <p:nvPr/>
          </p:nvSpPr>
          <p:spPr>
            <a:xfrm>
              <a:off x="-7" y="3180065"/>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15" name="Google Shape;29;p1"/>
            <p:cNvSpPr/>
            <p:nvPr/>
          </p:nvSpPr>
          <p:spPr>
            <a:xfrm>
              <a:off x="-7" y="3086003"/>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16" name="Google Shape;30;p1"/>
            <p:cNvSpPr/>
            <p:nvPr/>
          </p:nvSpPr>
          <p:spPr>
            <a:xfrm>
              <a:off x="-7" y="2991941"/>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17" name="Google Shape;31;p1"/>
            <p:cNvSpPr/>
            <p:nvPr/>
          </p:nvSpPr>
          <p:spPr>
            <a:xfrm>
              <a:off x="-7" y="289908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18" name="Google Shape;32;p1"/>
            <p:cNvSpPr/>
            <p:nvPr/>
          </p:nvSpPr>
          <p:spPr>
            <a:xfrm>
              <a:off x="-7" y="280501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19" name="Google Shape;33;p1"/>
            <p:cNvSpPr/>
            <p:nvPr/>
          </p:nvSpPr>
          <p:spPr>
            <a:xfrm>
              <a:off x="-7" y="271215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20" name="Google Shape;34;p1"/>
            <p:cNvSpPr/>
            <p:nvPr/>
          </p:nvSpPr>
          <p:spPr>
            <a:xfrm>
              <a:off x="-7" y="2618096"/>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21" name="Google Shape;35;p1"/>
            <p:cNvSpPr/>
            <p:nvPr/>
          </p:nvSpPr>
          <p:spPr>
            <a:xfrm>
              <a:off x="-7" y="2525235"/>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22" name="Google Shape;36;p1"/>
            <p:cNvSpPr/>
            <p:nvPr/>
          </p:nvSpPr>
          <p:spPr>
            <a:xfrm>
              <a:off x="-7" y="2431173"/>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23" name="Google Shape;37;p1"/>
            <p:cNvSpPr/>
            <p:nvPr/>
          </p:nvSpPr>
          <p:spPr>
            <a:xfrm>
              <a:off x="-7" y="233831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24" name="Google Shape;38;p1"/>
            <p:cNvSpPr/>
            <p:nvPr/>
          </p:nvSpPr>
          <p:spPr>
            <a:xfrm>
              <a:off x="-7" y="224425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25" name="Google Shape;39;p1"/>
            <p:cNvSpPr/>
            <p:nvPr/>
          </p:nvSpPr>
          <p:spPr>
            <a:xfrm>
              <a:off x="-7" y="215138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26" name="Google Shape;40;p1"/>
            <p:cNvSpPr/>
            <p:nvPr/>
          </p:nvSpPr>
          <p:spPr>
            <a:xfrm>
              <a:off x="-7" y="205732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27" name="Google Shape;41;p1"/>
            <p:cNvSpPr/>
            <p:nvPr/>
          </p:nvSpPr>
          <p:spPr>
            <a:xfrm>
              <a:off x="-7" y="1963266"/>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28" name="Google Shape;42;p1"/>
            <p:cNvSpPr/>
            <p:nvPr/>
          </p:nvSpPr>
          <p:spPr>
            <a:xfrm>
              <a:off x="-7" y="1870405"/>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29" name="Google Shape;43;p1"/>
            <p:cNvSpPr/>
            <p:nvPr/>
          </p:nvSpPr>
          <p:spPr>
            <a:xfrm>
              <a:off x="-7" y="1776343"/>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30" name="Google Shape;44;p1"/>
            <p:cNvSpPr/>
            <p:nvPr/>
          </p:nvSpPr>
          <p:spPr>
            <a:xfrm>
              <a:off x="-7" y="168348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31" name="Google Shape;45;p1"/>
            <p:cNvSpPr/>
            <p:nvPr/>
          </p:nvSpPr>
          <p:spPr>
            <a:xfrm>
              <a:off x="-7" y="158942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32" name="Google Shape;46;p1"/>
            <p:cNvSpPr/>
            <p:nvPr/>
          </p:nvSpPr>
          <p:spPr>
            <a:xfrm>
              <a:off x="-7" y="149655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33" name="Google Shape;47;p1"/>
            <p:cNvSpPr/>
            <p:nvPr/>
          </p:nvSpPr>
          <p:spPr>
            <a:xfrm>
              <a:off x="-7" y="140249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34" name="Google Shape;48;p1"/>
            <p:cNvSpPr/>
            <p:nvPr/>
          </p:nvSpPr>
          <p:spPr>
            <a:xfrm>
              <a:off x="-7" y="1309637"/>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35" name="Google Shape;49;p1"/>
            <p:cNvSpPr/>
            <p:nvPr/>
          </p:nvSpPr>
          <p:spPr>
            <a:xfrm>
              <a:off x="-7" y="1215575"/>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36" name="Google Shape;50;p1"/>
            <p:cNvSpPr/>
            <p:nvPr/>
          </p:nvSpPr>
          <p:spPr>
            <a:xfrm>
              <a:off x="-7" y="1122714"/>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37" name="Google Shape;51;p1"/>
            <p:cNvSpPr/>
            <p:nvPr/>
          </p:nvSpPr>
          <p:spPr>
            <a:xfrm>
              <a:off x="-7" y="102865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38" name="Google Shape;52;p1"/>
            <p:cNvSpPr/>
            <p:nvPr/>
          </p:nvSpPr>
          <p:spPr>
            <a:xfrm>
              <a:off x="-7" y="93459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39" name="Google Shape;53;p1"/>
            <p:cNvSpPr/>
            <p:nvPr/>
          </p:nvSpPr>
          <p:spPr>
            <a:xfrm>
              <a:off x="-7" y="84172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40" name="Google Shape;54;p1"/>
            <p:cNvSpPr/>
            <p:nvPr/>
          </p:nvSpPr>
          <p:spPr>
            <a:xfrm>
              <a:off x="-7" y="74766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41" name="Google Shape;55;p1"/>
            <p:cNvSpPr/>
            <p:nvPr/>
          </p:nvSpPr>
          <p:spPr>
            <a:xfrm>
              <a:off x="-7" y="654807"/>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42" name="Google Shape;56;p1"/>
            <p:cNvSpPr/>
            <p:nvPr/>
          </p:nvSpPr>
          <p:spPr>
            <a:xfrm>
              <a:off x="-7" y="560745"/>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43" name="Google Shape;57;p1"/>
            <p:cNvSpPr/>
            <p:nvPr/>
          </p:nvSpPr>
          <p:spPr>
            <a:xfrm>
              <a:off x="-7" y="467884"/>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44" name="Google Shape;58;p1"/>
            <p:cNvSpPr/>
            <p:nvPr/>
          </p:nvSpPr>
          <p:spPr>
            <a:xfrm>
              <a:off x="-7" y="37382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45" name="Google Shape;59;p1"/>
            <p:cNvSpPr/>
            <p:nvPr/>
          </p:nvSpPr>
          <p:spPr>
            <a:xfrm>
              <a:off x="-7" y="280961"/>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46" name="Google Shape;60;p1"/>
            <p:cNvSpPr/>
            <p:nvPr/>
          </p:nvSpPr>
          <p:spPr>
            <a:xfrm>
              <a:off x="-7" y="18689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47" name="Google Shape;61;p1"/>
            <p:cNvSpPr/>
            <p:nvPr/>
          </p:nvSpPr>
          <p:spPr>
            <a:xfrm>
              <a:off x="-7" y="9403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48" name="Google Shape;62;p1"/>
            <p:cNvSpPr/>
            <p:nvPr/>
          </p:nvSpPr>
          <p:spPr>
            <a:xfrm flipH="1">
              <a:off x="904972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49" name="Google Shape;63;p1"/>
            <p:cNvSpPr/>
            <p:nvPr/>
          </p:nvSpPr>
          <p:spPr>
            <a:xfrm flipH="1">
              <a:off x="895566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50" name="Google Shape;64;p1"/>
            <p:cNvSpPr/>
            <p:nvPr/>
          </p:nvSpPr>
          <p:spPr>
            <a:xfrm flipH="1">
              <a:off x="886040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51" name="Google Shape;65;p1"/>
            <p:cNvSpPr/>
            <p:nvPr/>
          </p:nvSpPr>
          <p:spPr>
            <a:xfrm flipH="1">
              <a:off x="876634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52" name="Google Shape;66;p1"/>
            <p:cNvSpPr/>
            <p:nvPr/>
          </p:nvSpPr>
          <p:spPr>
            <a:xfrm flipH="1">
              <a:off x="867228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53" name="Google Shape;67;p1"/>
            <p:cNvSpPr/>
            <p:nvPr/>
          </p:nvSpPr>
          <p:spPr>
            <a:xfrm flipH="1">
              <a:off x="857825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54" name="Google Shape;68;p1"/>
            <p:cNvSpPr/>
            <p:nvPr/>
          </p:nvSpPr>
          <p:spPr>
            <a:xfrm flipH="1">
              <a:off x="848418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55" name="Google Shape;69;p1"/>
            <p:cNvSpPr/>
            <p:nvPr/>
          </p:nvSpPr>
          <p:spPr>
            <a:xfrm flipH="1">
              <a:off x="839012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56" name="Google Shape;70;p1"/>
            <p:cNvSpPr/>
            <p:nvPr/>
          </p:nvSpPr>
          <p:spPr>
            <a:xfrm flipH="1">
              <a:off x="829486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57" name="Google Shape;71;p1"/>
            <p:cNvSpPr/>
            <p:nvPr/>
          </p:nvSpPr>
          <p:spPr>
            <a:xfrm flipH="1">
              <a:off x="820083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58" name="Google Shape;72;p1"/>
            <p:cNvSpPr/>
            <p:nvPr/>
          </p:nvSpPr>
          <p:spPr>
            <a:xfrm flipH="1">
              <a:off x="810677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59" name="Google Shape;73;p1"/>
            <p:cNvSpPr/>
            <p:nvPr/>
          </p:nvSpPr>
          <p:spPr>
            <a:xfrm flipH="1">
              <a:off x="801271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60" name="Google Shape;74;p1"/>
            <p:cNvSpPr/>
            <p:nvPr/>
          </p:nvSpPr>
          <p:spPr>
            <a:xfrm flipH="1">
              <a:off x="791865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61" name="Google Shape;75;p1"/>
            <p:cNvSpPr/>
            <p:nvPr/>
          </p:nvSpPr>
          <p:spPr>
            <a:xfrm flipH="1">
              <a:off x="782458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62" name="Google Shape;76;p1"/>
            <p:cNvSpPr/>
            <p:nvPr/>
          </p:nvSpPr>
          <p:spPr>
            <a:xfrm flipH="1">
              <a:off x="772935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63" name="Google Shape;77;p1"/>
            <p:cNvSpPr/>
            <p:nvPr/>
          </p:nvSpPr>
          <p:spPr>
            <a:xfrm flipH="1">
              <a:off x="763529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64" name="Google Shape;78;p1"/>
            <p:cNvSpPr/>
            <p:nvPr/>
          </p:nvSpPr>
          <p:spPr>
            <a:xfrm flipH="1">
              <a:off x="754123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65" name="Google Shape;79;p1"/>
            <p:cNvSpPr/>
            <p:nvPr/>
          </p:nvSpPr>
          <p:spPr>
            <a:xfrm flipH="1">
              <a:off x="744717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66" name="Google Shape;80;p1"/>
            <p:cNvSpPr/>
            <p:nvPr/>
          </p:nvSpPr>
          <p:spPr>
            <a:xfrm flipH="1">
              <a:off x="735311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67" name="Google Shape;81;p1"/>
            <p:cNvSpPr/>
            <p:nvPr/>
          </p:nvSpPr>
          <p:spPr>
            <a:xfrm flipH="1">
              <a:off x="725788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68" name="Google Shape;82;p1"/>
            <p:cNvSpPr/>
            <p:nvPr/>
          </p:nvSpPr>
          <p:spPr>
            <a:xfrm flipH="1">
              <a:off x="716381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69" name="Google Shape;83;p1"/>
            <p:cNvSpPr/>
            <p:nvPr/>
          </p:nvSpPr>
          <p:spPr>
            <a:xfrm flipH="1">
              <a:off x="706975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70" name="Google Shape;84;p1"/>
            <p:cNvSpPr/>
            <p:nvPr/>
          </p:nvSpPr>
          <p:spPr>
            <a:xfrm flipH="1">
              <a:off x="697569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71" name="Google Shape;85;p1"/>
            <p:cNvSpPr/>
            <p:nvPr/>
          </p:nvSpPr>
          <p:spPr>
            <a:xfrm flipH="1">
              <a:off x="688163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72" name="Google Shape;86;p1"/>
            <p:cNvSpPr/>
            <p:nvPr/>
          </p:nvSpPr>
          <p:spPr>
            <a:xfrm flipH="1">
              <a:off x="678757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73" name="Google Shape;87;p1"/>
            <p:cNvSpPr/>
            <p:nvPr/>
          </p:nvSpPr>
          <p:spPr>
            <a:xfrm flipH="1">
              <a:off x="669234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74" name="Google Shape;88;p1"/>
            <p:cNvSpPr/>
            <p:nvPr/>
          </p:nvSpPr>
          <p:spPr>
            <a:xfrm flipH="1">
              <a:off x="659827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75" name="Google Shape;89;p1"/>
            <p:cNvSpPr/>
            <p:nvPr/>
          </p:nvSpPr>
          <p:spPr>
            <a:xfrm flipH="1">
              <a:off x="650421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76" name="Google Shape;90;p1"/>
            <p:cNvSpPr/>
            <p:nvPr/>
          </p:nvSpPr>
          <p:spPr>
            <a:xfrm flipH="1">
              <a:off x="641015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77" name="Google Shape;91;p1"/>
            <p:cNvSpPr/>
            <p:nvPr/>
          </p:nvSpPr>
          <p:spPr>
            <a:xfrm flipH="1">
              <a:off x="631609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78" name="Google Shape;92;p1"/>
            <p:cNvSpPr/>
            <p:nvPr/>
          </p:nvSpPr>
          <p:spPr>
            <a:xfrm flipH="1">
              <a:off x="622206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79" name="Google Shape;93;p1"/>
            <p:cNvSpPr/>
            <p:nvPr/>
          </p:nvSpPr>
          <p:spPr>
            <a:xfrm flipH="1">
              <a:off x="612680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80" name="Google Shape;94;p1"/>
            <p:cNvSpPr/>
            <p:nvPr/>
          </p:nvSpPr>
          <p:spPr>
            <a:xfrm flipH="1">
              <a:off x="603273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81" name="Google Shape;95;p1"/>
            <p:cNvSpPr/>
            <p:nvPr/>
          </p:nvSpPr>
          <p:spPr>
            <a:xfrm flipH="1">
              <a:off x="593867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82" name="Google Shape;96;p1"/>
            <p:cNvSpPr/>
            <p:nvPr/>
          </p:nvSpPr>
          <p:spPr>
            <a:xfrm flipH="1">
              <a:off x="584464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83" name="Google Shape;97;p1"/>
            <p:cNvSpPr/>
            <p:nvPr/>
          </p:nvSpPr>
          <p:spPr>
            <a:xfrm flipH="1">
              <a:off x="575058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84" name="Google Shape;98;p1"/>
            <p:cNvSpPr/>
            <p:nvPr/>
          </p:nvSpPr>
          <p:spPr>
            <a:xfrm flipH="1">
              <a:off x="565652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85" name="Google Shape;99;p1"/>
            <p:cNvSpPr/>
            <p:nvPr/>
          </p:nvSpPr>
          <p:spPr>
            <a:xfrm flipH="1">
              <a:off x="556126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86" name="Google Shape;100;p1"/>
            <p:cNvSpPr/>
            <p:nvPr/>
          </p:nvSpPr>
          <p:spPr>
            <a:xfrm flipH="1">
              <a:off x="546720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87" name="Google Shape;101;p1"/>
            <p:cNvSpPr/>
            <p:nvPr/>
          </p:nvSpPr>
          <p:spPr>
            <a:xfrm flipH="1">
              <a:off x="537317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88" name="Google Shape;102;p1"/>
            <p:cNvSpPr/>
            <p:nvPr/>
          </p:nvSpPr>
          <p:spPr>
            <a:xfrm flipH="1">
              <a:off x="527910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89" name="Google Shape;103;p1"/>
            <p:cNvSpPr/>
            <p:nvPr/>
          </p:nvSpPr>
          <p:spPr>
            <a:xfrm flipH="1">
              <a:off x="518504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90" name="Google Shape;104;p1"/>
            <p:cNvSpPr/>
            <p:nvPr/>
          </p:nvSpPr>
          <p:spPr>
            <a:xfrm flipH="1">
              <a:off x="508978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91" name="Google Shape;105;p1"/>
            <p:cNvSpPr/>
            <p:nvPr/>
          </p:nvSpPr>
          <p:spPr>
            <a:xfrm flipH="1">
              <a:off x="499575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92" name="Google Shape;106;p1"/>
            <p:cNvSpPr/>
            <p:nvPr/>
          </p:nvSpPr>
          <p:spPr>
            <a:xfrm flipH="1">
              <a:off x="490169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93" name="Google Shape;107;p1"/>
            <p:cNvSpPr/>
            <p:nvPr/>
          </p:nvSpPr>
          <p:spPr>
            <a:xfrm flipH="1">
              <a:off x="480763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94" name="Google Shape;108;p1"/>
            <p:cNvSpPr/>
            <p:nvPr/>
          </p:nvSpPr>
          <p:spPr>
            <a:xfrm flipH="1">
              <a:off x="471356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95" name="Google Shape;109;p1"/>
            <p:cNvSpPr/>
            <p:nvPr/>
          </p:nvSpPr>
          <p:spPr>
            <a:xfrm flipH="1">
              <a:off x="461950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96" name="Google Shape;110;p1"/>
            <p:cNvSpPr/>
            <p:nvPr/>
          </p:nvSpPr>
          <p:spPr>
            <a:xfrm flipH="1">
              <a:off x="452427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97" name="Google Shape;111;p1"/>
            <p:cNvSpPr/>
            <p:nvPr/>
          </p:nvSpPr>
          <p:spPr>
            <a:xfrm flipH="1">
              <a:off x="443021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98" name="Google Shape;112;p1"/>
            <p:cNvSpPr/>
            <p:nvPr/>
          </p:nvSpPr>
          <p:spPr>
            <a:xfrm flipH="1">
              <a:off x="433615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99" name="Google Shape;113;p1"/>
            <p:cNvSpPr/>
            <p:nvPr/>
          </p:nvSpPr>
          <p:spPr>
            <a:xfrm flipH="1">
              <a:off x="424209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00" name="Google Shape;114;p1"/>
            <p:cNvSpPr/>
            <p:nvPr/>
          </p:nvSpPr>
          <p:spPr>
            <a:xfrm flipH="1">
              <a:off x="414802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01" name="Google Shape;115;p1"/>
            <p:cNvSpPr/>
            <p:nvPr/>
          </p:nvSpPr>
          <p:spPr>
            <a:xfrm flipH="1">
              <a:off x="405396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02" name="Google Shape;116;p1"/>
            <p:cNvSpPr/>
            <p:nvPr/>
          </p:nvSpPr>
          <p:spPr>
            <a:xfrm flipH="1">
              <a:off x="395873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03" name="Google Shape;117;p1"/>
            <p:cNvSpPr/>
            <p:nvPr/>
          </p:nvSpPr>
          <p:spPr>
            <a:xfrm flipH="1">
              <a:off x="386467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04" name="Google Shape;118;p1"/>
            <p:cNvSpPr/>
            <p:nvPr/>
          </p:nvSpPr>
          <p:spPr>
            <a:xfrm flipH="1">
              <a:off x="377061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05" name="Google Shape;119;p1"/>
            <p:cNvSpPr/>
            <p:nvPr/>
          </p:nvSpPr>
          <p:spPr>
            <a:xfrm flipH="1">
              <a:off x="367655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06" name="Google Shape;120;p1"/>
            <p:cNvSpPr/>
            <p:nvPr/>
          </p:nvSpPr>
          <p:spPr>
            <a:xfrm flipH="1">
              <a:off x="358249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07" name="Google Shape;121;p1"/>
            <p:cNvSpPr/>
            <p:nvPr/>
          </p:nvSpPr>
          <p:spPr>
            <a:xfrm flipH="1">
              <a:off x="348726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08" name="Google Shape;122;p1"/>
            <p:cNvSpPr/>
            <p:nvPr/>
          </p:nvSpPr>
          <p:spPr>
            <a:xfrm flipH="1">
              <a:off x="339319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09" name="Google Shape;123;p1"/>
            <p:cNvSpPr/>
            <p:nvPr/>
          </p:nvSpPr>
          <p:spPr>
            <a:xfrm flipH="1">
              <a:off x="329913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10" name="Google Shape;124;p1"/>
            <p:cNvSpPr/>
            <p:nvPr/>
          </p:nvSpPr>
          <p:spPr>
            <a:xfrm flipH="1">
              <a:off x="320507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11" name="Google Shape;125;p1"/>
            <p:cNvSpPr/>
            <p:nvPr/>
          </p:nvSpPr>
          <p:spPr>
            <a:xfrm flipH="1">
              <a:off x="311104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12" name="Google Shape;126;p1"/>
            <p:cNvSpPr/>
            <p:nvPr/>
          </p:nvSpPr>
          <p:spPr>
            <a:xfrm flipH="1">
              <a:off x="301698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13" name="Google Shape;127;p1"/>
            <p:cNvSpPr/>
            <p:nvPr/>
          </p:nvSpPr>
          <p:spPr>
            <a:xfrm flipH="1">
              <a:off x="292172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14" name="Google Shape;128;p1"/>
            <p:cNvSpPr/>
            <p:nvPr/>
          </p:nvSpPr>
          <p:spPr>
            <a:xfrm flipH="1">
              <a:off x="282765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15" name="Google Shape;129;p1"/>
            <p:cNvSpPr/>
            <p:nvPr/>
          </p:nvSpPr>
          <p:spPr>
            <a:xfrm flipH="1">
              <a:off x="273359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16" name="Google Shape;130;p1"/>
            <p:cNvSpPr/>
            <p:nvPr/>
          </p:nvSpPr>
          <p:spPr>
            <a:xfrm flipH="1">
              <a:off x="263956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17" name="Google Shape;131;p1"/>
            <p:cNvSpPr/>
            <p:nvPr/>
          </p:nvSpPr>
          <p:spPr>
            <a:xfrm flipH="1">
              <a:off x="254550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18" name="Google Shape;132;p1"/>
            <p:cNvSpPr/>
            <p:nvPr/>
          </p:nvSpPr>
          <p:spPr>
            <a:xfrm flipH="1">
              <a:off x="245144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19" name="Google Shape;133;p1"/>
            <p:cNvSpPr/>
            <p:nvPr/>
          </p:nvSpPr>
          <p:spPr>
            <a:xfrm flipH="1">
              <a:off x="235618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20" name="Google Shape;134;p1"/>
            <p:cNvSpPr/>
            <p:nvPr/>
          </p:nvSpPr>
          <p:spPr>
            <a:xfrm flipH="1">
              <a:off x="226211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21" name="Google Shape;135;p1"/>
            <p:cNvSpPr/>
            <p:nvPr/>
          </p:nvSpPr>
          <p:spPr>
            <a:xfrm flipH="1">
              <a:off x="216808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22" name="Google Shape;136;p1"/>
            <p:cNvSpPr/>
            <p:nvPr/>
          </p:nvSpPr>
          <p:spPr>
            <a:xfrm flipH="1">
              <a:off x="207402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23" name="Google Shape;137;p1"/>
            <p:cNvSpPr/>
            <p:nvPr/>
          </p:nvSpPr>
          <p:spPr>
            <a:xfrm flipH="1">
              <a:off x="197996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24" name="Google Shape;138;p1"/>
            <p:cNvSpPr/>
            <p:nvPr/>
          </p:nvSpPr>
          <p:spPr>
            <a:xfrm flipH="1">
              <a:off x="188590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25" name="Google Shape;139;p1"/>
            <p:cNvSpPr/>
            <p:nvPr/>
          </p:nvSpPr>
          <p:spPr>
            <a:xfrm flipH="1">
              <a:off x="179067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26" name="Google Shape;140;p1"/>
            <p:cNvSpPr/>
            <p:nvPr/>
          </p:nvSpPr>
          <p:spPr>
            <a:xfrm flipH="1">
              <a:off x="169661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27" name="Google Shape;141;p1"/>
            <p:cNvSpPr/>
            <p:nvPr/>
          </p:nvSpPr>
          <p:spPr>
            <a:xfrm flipH="1">
              <a:off x="160255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28" name="Google Shape;142;p1"/>
            <p:cNvSpPr/>
            <p:nvPr/>
          </p:nvSpPr>
          <p:spPr>
            <a:xfrm flipH="1">
              <a:off x="150848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29" name="Google Shape;143;p1"/>
            <p:cNvSpPr/>
            <p:nvPr/>
          </p:nvSpPr>
          <p:spPr>
            <a:xfrm flipH="1">
              <a:off x="141442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30" name="Google Shape;144;p1"/>
            <p:cNvSpPr/>
            <p:nvPr/>
          </p:nvSpPr>
          <p:spPr>
            <a:xfrm flipH="1">
              <a:off x="131919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31" name="Google Shape;145;p1"/>
            <p:cNvSpPr/>
            <p:nvPr/>
          </p:nvSpPr>
          <p:spPr>
            <a:xfrm flipH="1">
              <a:off x="122513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32" name="Google Shape;146;p1"/>
            <p:cNvSpPr/>
            <p:nvPr/>
          </p:nvSpPr>
          <p:spPr>
            <a:xfrm flipH="1">
              <a:off x="113107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33" name="Google Shape;147;p1"/>
            <p:cNvSpPr/>
            <p:nvPr/>
          </p:nvSpPr>
          <p:spPr>
            <a:xfrm flipH="1">
              <a:off x="103701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34" name="Google Shape;148;p1"/>
            <p:cNvSpPr/>
            <p:nvPr/>
          </p:nvSpPr>
          <p:spPr>
            <a:xfrm flipH="1">
              <a:off x="94294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35" name="Google Shape;149;p1"/>
            <p:cNvSpPr/>
            <p:nvPr/>
          </p:nvSpPr>
          <p:spPr>
            <a:xfrm flipH="1">
              <a:off x="84888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36" name="Google Shape;150;p1"/>
            <p:cNvSpPr/>
            <p:nvPr/>
          </p:nvSpPr>
          <p:spPr>
            <a:xfrm flipH="1">
              <a:off x="75365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37" name="Google Shape;151;p1"/>
            <p:cNvSpPr/>
            <p:nvPr/>
          </p:nvSpPr>
          <p:spPr>
            <a:xfrm flipH="1">
              <a:off x="65959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38" name="Google Shape;152;p1"/>
            <p:cNvSpPr/>
            <p:nvPr/>
          </p:nvSpPr>
          <p:spPr>
            <a:xfrm flipH="1">
              <a:off x="56553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39" name="Google Shape;153;p1"/>
            <p:cNvSpPr/>
            <p:nvPr/>
          </p:nvSpPr>
          <p:spPr>
            <a:xfrm flipH="1">
              <a:off x="47147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40" name="Google Shape;154;p1"/>
            <p:cNvSpPr/>
            <p:nvPr/>
          </p:nvSpPr>
          <p:spPr>
            <a:xfrm flipH="1">
              <a:off x="37740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41" name="Google Shape;155;p1"/>
            <p:cNvSpPr/>
            <p:nvPr/>
          </p:nvSpPr>
          <p:spPr>
            <a:xfrm flipH="1">
              <a:off x="28338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42" name="Google Shape;156;p1"/>
            <p:cNvSpPr/>
            <p:nvPr/>
          </p:nvSpPr>
          <p:spPr>
            <a:xfrm flipH="1">
              <a:off x="18811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43" name="Google Shape;157;p1"/>
            <p:cNvSpPr/>
            <p:nvPr/>
          </p:nvSpPr>
          <p:spPr>
            <a:xfrm flipH="1">
              <a:off x="9405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grpSp>
      <p:sp>
        <p:nvSpPr>
          <p:cNvPr id="545" name="Title Text"/>
          <p:cNvSpPr txBox="1"/>
          <p:nvPr>
            <p:ph type="title"/>
          </p:nvPr>
        </p:nvSpPr>
        <p:spPr>
          <a:xfrm>
            <a:off x="3210935" y="1661761"/>
            <a:ext cx="5301601" cy="1159801"/>
          </a:xfrm>
          <a:prstGeom prst="rect">
            <a:avLst/>
          </a:prstGeom>
        </p:spPr>
        <p:txBody>
          <a:bodyPr>
            <a:normAutofit fontScale="100000" lnSpcReduction="0"/>
          </a:bodyPr>
          <a:lstStyle>
            <a:lvl1pPr algn="r">
              <a:defRPr sz="3700"/>
            </a:lvl1pPr>
          </a:lstStyle>
          <a:p>
            <a:pPr/>
            <a:r>
              <a:t>Title Text</a:t>
            </a:r>
          </a:p>
        </p:txBody>
      </p:sp>
      <p:sp>
        <p:nvSpPr>
          <p:cNvPr id="546" name="Body Level One…"/>
          <p:cNvSpPr txBox="1"/>
          <p:nvPr>
            <p:ph type="body" sz="quarter" idx="1"/>
          </p:nvPr>
        </p:nvSpPr>
        <p:spPr>
          <a:xfrm>
            <a:off x="3210885" y="2864176"/>
            <a:ext cx="5301601" cy="784801"/>
          </a:xfrm>
          <a:prstGeom prst="rect">
            <a:avLst/>
          </a:prstGeom>
        </p:spPr>
        <p:txBody>
          <a:bodyPr>
            <a:normAutofit fontScale="100000" lnSpcReduction="0"/>
          </a:bodyPr>
          <a:lstStyle>
            <a:lvl1pPr marL="393700" indent="-330200" algn="r">
              <a:spcBef>
                <a:spcPts val="0"/>
              </a:spcBef>
              <a:buClrTx/>
              <a:buSzTx/>
              <a:buFontTx/>
              <a:buNone/>
              <a:defRPr>
                <a:solidFill>
                  <a:srgbClr val="1C4587"/>
                </a:solidFill>
              </a:defRPr>
            </a:lvl1pPr>
            <a:lvl2pPr marL="393700" indent="165100" algn="r">
              <a:spcBef>
                <a:spcPts val="0"/>
              </a:spcBef>
              <a:buClrTx/>
              <a:buSzTx/>
              <a:buFontTx/>
              <a:buNone/>
              <a:defRPr>
                <a:solidFill>
                  <a:srgbClr val="1C4587"/>
                </a:solidFill>
              </a:defRPr>
            </a:lvl2pPr>
            <a:lvl3pPr marL="393700" indent="622300" algn="r">
              <a:spcBef>
                <a:spcPts val="0"/>
              </a:spcBef>
              <a:buClrTx/>
              <a:buSzTx/>
              <a:buFontTx/>
              <a:buNone/>
              <a:defRPr>
                <a:solidFill>
                  <a:srgbClr val="1C4587"/>
                </a:solidFill>
              </a:defRPr>
            </a:lvl3pPr>
            <a:lvl4pPr marL="393700" indent="1092200" algn="r">
              <a:spcBef>
                <a:spcPts val="0"/>
              </a:spcBef>
              <a:buClrTx/>
              <a:buSzTx/>
              <a:buFontTx/>
              <a:buNone/>
              <a:defRPr>
                <a:solidFill>
                  <a:srgbClr val="1C4587"/>
                </a:solidFill>
              </a:defRPr>
            </a:lvl4pPr>
            <a:lvl5pPr marL="393700" indent="1549400" algn="r">
              <a:spcBef>
                <a:spcPts val="0"/>
              </a:spcBef>
              <a:buClrTx/>
              <a:buSzTx/>
              <a:buFontTx/>
              <a:buNone/>
              <a:defRPr>
                <a:solidFill>
                  <a:srgbClr val="1C4587"/>
                </a:solidFill>
              </a:defRPr>
            </a:lvl5pPr>
          </a:lstStyle>
          <a:p>
            <a:pPr/>
            <a:r>
              <a:t>Body Level One</a:t>
            </a:r>
          </a:p>
          <a:p>
            <a:pPr lvl="1"/>
            <a:r>
              <a:t>Body Level Two</a:t>
            </a:r>
          </a:p>
          <a:p>
            <a:pPr lvl="2"/>
            <a:r>
              <a:t>Body Level Three</a:t>
            </a:r>
          </a:p>
          <a:p>
            <a:pPr lvl="3"/>
            <a:r>
              <a:t>Body Level Four</a:t>
            </a:r>
          </a:p>
          <a:p>
            <a:pPr lvl="4"/>
            <a:r>
              <a:t>Body Level Five</a:t>
            </a:r>
          </a:p>
        </p:txBody>
      </p:sp>
      <p:sp>
        <p:nvSpPr>
          <p:cNvPr id="547" name="Google Shape;195;p3"/>
          <p:cNvSpPr/>
          <p:nvPr/>
        </p:nvSpPr>
        <p:spPr>
          <a:xfrm>
            <a:off x="4412108" y="4661637"/>
            <a:ext cx="450522" cy="55873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721" y="4505"/>
                </a:moveTo>
                <a:lnTo>
                  <a:pt x="12871" y="4545"/>
                </a:lnTo>
                <a:lnTo>
                  <a:pt x="12970" y="4586"/>
                </a:lnTo>
                <a:lnTo>
                  <a:pt x="13119" y="4746"/>
                </a:lnTo>
                <a:lnTo>
                  <a:pt x="13219" y="4988"/>
                </a:lnTo>
                <a:lnTo>
                  <a:pt x="13219" y="5310"/>
                </a:lnTo>
                <a:lnTo>
                  <a:pt x="13170" y="5350"/>
                </a:lnTo>
                <a:lnTo>
                  <a:pt x="13020" y="5430"/>
                </a:lnTo>
                <a:lnTo>
                  <a:pt x="12770" y="5430"/>
                </a:lnTo>
                <a:lnTo>
                  <a:pt x="12721" y="5390"/>
                </a:lnTo>
                <a:lnTo>
                  <a:pt x="12620" y="5310"/>
                </a:lnTo>
                <a:lnTo>
                  <a:pt x="12521" y="5148"/>
                </a:lnTo>
                <a:lnTo>
                  <a:pt x="12471" y="4988"/>
                </a:lnTo>
                <a:lnTo>
                  <a:pt x="12471" y="4746"/>
                </a:lnTo>
                <a:lnTo>
                  <a:pt x="12571" y="4505"/>
                </a:lnTo>
                <a:close/>
                <a:moveTo>
                  <a:pt x="12721" y="4063"/>
                </a:moveTo>
                <a:lnTo>
                  <a:pt x="12571" y="4103"/>
                </a:lnTo>
                <a:lnTo>
                  <a:pt x="12422" y="4143"/>
                </a:lnTo>
                <a:lnTo>
                  <a:pt x="12272" y="4224"/>
                </a:lnTo>
                <a:lnTo>
                  <a:pt x="12222" y="4304"/>
                </a:lnTo>
                <a:lnTo>
                  <a:pt x="12121" y="4384"/>
                </a:lnTo>
                <a:lnTo>
                  <a:pt x="12022" y="4625"/>
                </a:lnTo>
                <a:lnTo>
                  <a:pt x="11972" y="4907"/>
                </a:lnTo>
                <a:lnTo>
                  <a:pt x="11972" y="5109"/>
                </a:lnTo>
                <a:lnTo>
                  <a:pt x="12022" y="5269"/>
                </a:lnTo>
                <a:lnTo>
                  <a:pt x="12072" y="5430"/>
                </a:lnTo>
                <a:lnTo>
                  <a:pt x="12222" y="5591"/>
                </a:lnTo>
                <a:lnTo>
                  <a:pt x="12371" y="5712"/>
                </a:lnTo>
                <a:lnTo>
                  <a:pt x="12571" y="5792"/>
                </a:lnTo>
                <a:lnTo>
                  <a:pt x="12770" y="5872"/>
                </a:lnTo>
                <a:lnTo>
                  <a:pt x="12970" y="5872"/>
                </a:lnTo>
                <a:lnTo>
                  <a:pt x="13219" y="5833"/>
                </a:lnTo>
                <a:lnTo>
                  <a:pt x="13419" y="5751"/>
                </a:lnTo>
                <a:lnTo>
                  <a:pt x="13618" y="5631"/>
                </a:lnTo>
                <a:lnTo>
                  <a:pt x="13718" y="5471"/>
                </a:lnTo>
                <a:lnTo>
                  <a:pt x="13768" y="5269"/>
                </a:lnTo>
                <a:lnTo>
                  <a:pt x="13768" y="5109"/>
                </a:lnTo>
                <a:lnTo>
                  <a:pt x="13718" y="4907"/>
                </a:lnTo>
                <a:lnTo>
                  <a:pt x="13669" y="4706"/>
                </a:lnTo>
                <a:lnTo>
                  <a:pt x="13568" y="4545"/>
                </a:lnTo>
                <a:lnTo>
                  <a:pt x="13469" y="4384"/>
                </a:lnTo>
                <a:lnTo>
                  <a:pt x="13319" y="4263"/>
                </a:lnTo>
                <a:lnTo>
                  <a:pt x="13119" y="4143"/>
                </a:lnTo>
                <a:lnTo>
                  <a:pt x="12919" y="4103"/>
                </a:lnTo>
                <a:lnTo>
                  <a:pt x="12721" y="4063"/>
                </a:lnTo>
                <a:close/>
                <a:moveTo>
                  <a:pt x="15314" y="7321"/>
                </a:moveTo>
                <a:lnTo>
                  <a:pt x="15314" y="7441"/>
                </a:lnTo>
                <a:lnTo>
                  <a:pt x="15264" y="7521"/>
                </a:lnTo>
                <a:lnTo>
                  <a:pt x="15165" y="7602"/>
                </a:lnTo>
                <a:lnTo>
                  <a:pt x="15015" y="7682"/>
                </a:lnTo>
                <a:lnTo>
                  <a:pt x="14666" y="7803"/>
                </a:lnTo>
                <a:lnTo>
                  <a:pt x="14417" y="7884"/>
                </a:lnTo>
                <a:lnTo>
                  <a:pt x="13319" y="8286"/>
                </a:lnTo>
                <a:lnTo>
                  <a:pt x="13219" y="7964"/>
                </a:lnTo>
                <a:lnTo>
                  <a:pt x="14467" y="7482"/>
                </a:lnTo>
                <a:lnTo>
                  <a:pt x="15065" y="7321"/>
                </a:lnTo>
                <a:close/>
                <a:moveTo>
                  <a:pt x="15114" y="6879"/>
                </a:moveTo>
                <a:lnTo>
                  <a:pt x="14766" y="6959"/>
                </a:lnTo>
                <a:lnTo>
                  <a:pt x="13669" y="7280"/>
                </a:lnTo>
                <a:lnTo>
                  <a:pt x="13119" y="7482"/>
                </a:lnTo>
                <a:lnTo>
                  <a:pt x="12620" y="7682"/>
                </a:lnTo>
                <a:lnTo>
                  <a:pt x="12521" y="7764"/>
                </a:lnTo>
                <a:lnTo>
                  <a:pt x="12521" y="7964"/>
                </a:lnTo>
                <a:lnTo>
                  <a:pt x="12671" y="8044"/>
                </a:lnTo>
                <a:lnTo>
                  <a:pt x="12871" y="8044"/>
                </a:lnTo>
                <a:lnTo>
                  <a:pt x="12871" y="8326"/>
                </a:lnTo>
                <a:lnTo>
                  <a:pt x="12970" y="8567"/>
                </a:lnTo>
                <a:lnTo>
                  <a:pt x="13020" y="8649"/>
                </a:lnTo>
                <a:lnTo>
                  <a:pt x="13119" y="8688"/>
                </a:lnTo>
                <a:lnTo>
                  <a:pt x="13269" y="8688"/>
                </a:lnTo>
                <a:lnTo>
                  <a:pt x="14267" y="8367"/>
                </a:lnTo>
                <a:lnTo>
                  <a:pt x="14766" y="8206"/>
                </a:lnTo>
                <a:lnTo>
                  <a:pt x="15264" y="8044"/>
                </a:lnTo>
                <a:lnTo>
                  <a:pt x="15514" y="7884"/>
                </a:lnTo>
                <a:lnTo>
                  <a:pt x="15714" y="7682"/>
                </a:lnTo>
                <a:lnTo>
                  <a:pt x="15813" y="7562"/>
                </a:lnTo>
                <a:lnTo>
                  <a:pt x="15813" y="7321"/>
                </a:lnTo>
                <a:lnTo>
                  <a:pt x="15763" y="7200"/>
                </a:lnTo>
                <a:lnTo>
                  <a:pt x="15714" y="7039"/>
                </a:lnTo>
                <a:lnTo>
                  <a:pt x="15614" y="6959"/>
                </a:lnTo>
                <a:lnTo>
                  <a:pt x="15464" y="6879"/>
                </a:lnTo>
                <a:close/>
                <a:moveTo>
                  <a:pt x="13867" y="3137"/>
                </a:moveTo>
                <a:lnTo>
                  <a:pt x="13918" y="3540"/>
                </a:lnTo>
                <a:lnTo>
                  <a:pt x="14067" y="3942"/>
                </a:lnTo>
                <a:lnTo>
                  <a:pt x="14366" y="4706"/>
                </a:lnTo>
                <a:lnTo>
                  <a:pt x="14716" y="5551"/>
                </a:lnTo>
                <a:lnTo>
                  <a:pt x="14815" y="5792"/>
                </a:lnTo>
                <a:lnTo>
                  <a:pt x="12272" y="6636"/>
                </a:lnTo>
                <a:lnTo>
                  <a:pt x="9728" y="7441"/>
                </a:lnTo>
                <a:lnTo>
                  <a:pt x="7034" y="8326"/>
                </a:lnTo>
                <a:lnTo>
                  <a:pt x="5637" y="8769"/>
                </a:lnTo>
                <a:lnTo>
                  <a:pt x="5188" y="8929"/>
                </a:lnTo>
                <a:lnTo>
                  <a:pt x="4739" y="9090"/>
                </a:lnTo>
                <a:lnTo>
                  <a:pt x="4440" y="8649"/>
                </a:lnTo>
                <a:lnTo>
                  <a:pt x="4140" y="8165"/>
                </a:lnTo>
                <a:lnTo>
                  <a:pt x="3642" y="7200"/>
                </a:lnTo>
                <a:lnTo>
                  <a:pt x="3442" y="6757"/>
                </a:lnTo>
                <a:lnTo>
                  <a:pt x="3242" y="6436"/>
                </a:lnTo>
                <a:lnTo>
                  <a:pt x="3042" y="6154"/>
                </a:lnTo>
                <a:lnTo>
                  <a:pt x="3691" y="6074"/>
                </a:lnTo>
                <a:lnTo>
                  <a:pt x="4340" y="5953"/>
                </a:lnTo>
                <a:lnTo>
                  <a:pt x="4988" y="5792"/>
                </a:lnTo>
                <a:lnTo>
                  <a:pt x="5637" y="5591"/>
                </a:lnTo>
                <a:lnTo>
                  <a:pt x="7084" y="5109"/>
                </a:lnTo>
                <a:lnTo>
                  <a:pt x="8530" y="4625"/>
                </a:lnTo>
                <a:lnTo>
                  <a:pt x="9279" y="4425"/>
                </a:lnTo>
                <a:lnTo>
                  <a:pt x="10027" y="4224"/>
                </a:lnTo>
                <a:lnTo>
                  <a:pt x="11523" y="3902"/>
                </a:lnTo>
                <a:lnTo>
                  <a:pt x="12272" y="3740"/>
                </a:lnTo>
                <a:lnTo>
                  <a:pt x="12970" y="3499"/>
                </a:lnTo>
                <a:lnTo>
                  <a:pt x="13419" y="3378"/>
                </a:lnTo>
                <a:lnTo>
                  <a:pt x="13618" y="3258"/>
                </a:lnTo>
                <a:lnTo>
                  <a:pt x="13867" y="3137"/>
                </a:lnTo>
                <a:close/>
                <a:moveTo>
                  <a:pt x="11773" y="8487"/>
                </a:moveTo>
                <a:lnTo>
                  <a:pt x="11822" y="8688"/>
                </a:lnTo>
                <a:lnTo>
                  <a:pt x="10975" y="9050"/>
                </a:lnTo>
                <a:lnTo>
                  <a:pt x="10476" y="9252"/>
                </a:lnTo>
                <a:lnTo>
                  <a:pt x="10326" y="9252"/>
                </a:lnTo>
                <a:lnTo>
                  <a:pt x="10276" y="9171"/>
                </a:lnTo>
                <a:lnTo>
                  <a:pt x="10276" y="8970"/>
                </a:lnTo>
                <a:lnTo>
                  <a:pt x="11773" y="8487"/>
                </a:lnTo>
                <a:close/>
                <a:moveTo>
                  <a:pt x="13867" y="2614"/>
                </a:moveTo>
                <a:lnTo>
                  <a:pt x="13568" y="2695"/>
                </a:lnTo>
                <a:lnTo>
                  <a:pt x="13319" y="2816"/>
                </a:lnTo>
                <a:lnTo>
                  <a:pt x="12770" y="3057"/>
                </a:lnTo>
                <a:lnTo>
                  <a:pt x="12022" y="3258"/>
                </a:lnTo>
                <a:lnTo>
                  <a:pt x="11324" y="3460"/>
                </a:lnTo>
                <a:lnTo>
                  <a:pt x="9877" y="3740"/>
                </a:lnTo>
                <a:lnTo>
                  <a:pt x="9178" y="3902"/>
                </a:lnTo>
                <a:lnTo>
                  <a:pt x="8481" y="4103"/>
                </a:lnTo>
                <a:lnTo>
                  <a:pt x="7084" y="4545"/>
                </a:lnTo>
                <a:lnTo>
                  <a:pt x="5736" y="5028"/>
                </a:lnTo>
                <a:lnTo>
                  <a:pt x="4988" y="5269"/>
                </a:lnTo>
                <a:lnTo>
                  <a:pt x="4240" y="5471"/>
                </a:lnTo>
                <a:lnTo>
                  <a:pt x="2743" y="5833"/>
                </a:lnTo>
                <a:lnTo>
                  <a:pt x="2644" y="5872"/>
                </a:lnTo>
                <a:lnTo>
                  <a:pt x="2593" y="5913"/>
                </a:lnTo>
                <a:lnTo>
                  <a:pt x="2593" y="5994"/>
                </a:lnTo>
                <a:lnTo>
                  <a:pt x="2644" y="6074"/>
                </a:lnTo>
                <a:lnTo>
                  <a:pt x="2694" y="6114"/>
                </a:lnTo>
                <a:lnTo>
                  <a:pt x="2644" y="6235"/>
                </a:lnTo>
                <a:lnTo>
                  <a:pt x="2644" y="6315"/>
                </a:lnTo>
                <a:lnTo>
                  <a:pt x="2743" y="6556"/>
                </a:lnTo>
                <a:lnTo>
                  <a:pt x="2943" y="7079"/>
                </a:lnTo>
                <a:lnTo>
                  <a:pt x="3242" y="7602"/>
                </a:lnTo>
                <a:lnTo>
                  <a:pt x="3741" y="8608"/>
                </a:lnTo>
                <a:lnTo>
                  <a:pt x="4040" y="9090"/>
                </a:lnTo>
                <a:lnTo>
                  <a:pt x="4340" y="9533"/>
                </a:lnTo>
                <a:lnTo>
                  <a:pt x="4440" y="9614"/>
                </a:lnTo>
                <a:lnTo>
                  <a:pt x="4489" y="9654"/>
                </a:lnTo>
                <a:lnTo>
                  <a:pt x="4639" y="9654"/>
                </a:lnTo>
                <a:lnTo>
                  <a:pt x="4788" y="9573"/>
                </a:lnTo>
                <a:lnTo>
                  <a:pt x="4889" y="9452"/>
                </a:lnTo>
                <a:lnTo>
                  <a:pt x="5437" y="9332"/>
                </a:lnTo>
                <a:lnTo>
                  <a:pt x="5986" y="9171"/>
                </a:lnTo>
                <a:lnTo>
                  <a:pt x="7034" y="8809"/>
                </a:lnTo>
                <a:lnTo>
                  <a:pt x="9926" y="7884"/>
                </a:lnTo>
                <a:lnTo>
                  <a:pt x="12620" y="7039"/>
                </a:lnTo>
                <a:lnTo>
                  <a:pt x="13918" y="6636"/>
                </a:lnTo>
                <a:lnTo>
                  <a:pt x="14566" y="6395"/>
                </a:lnTo>
                <a:lnTo>
                  <a:pt x="15165" y="6154"/>
                </a:lnTo>
                <a:lnTo>
                  <a:pt x="15314" y="6154"/>
                </a:lnTo>
                <a:lnTo>
                  <a:pt x="15414" y="6074"/>
                </a:lnTo>
                <a:lnTo>
                  <a:pt x="15464" y="5913"/>
                </a:lnTo>
                <a:lnTo>
                  <a:pt x="15464" y="5792"/>
                </a:lnTo>
                <a:lnTo>
                  <a:pt x="15365" y="5510"/>
                </a:lnTo>
                <a:lnTo>
                  <a:pt x="15015" y="4666"/>
                </a:lnTo>
                <a:lnTo>
                  <a:pt x="14666" y="3822"/>
                </a:lnTo>
                <a:lnTo>
                  <a:pt x="14467" y="3419"/>
                </a:lnTo>
                <a:lnTo>
                  <a:pt x="14217" y="3017"/>
                </a:lnTo>
                <a:lnTo>
                  <a:pt x="14167" y="2976"/>
                </a:lnTo>
                <a:lnTo>
                  <a:pt x="14067" y="2937"/>
                </a:lnTo>
                <a:lnTo>
                  <a:pt x="14118" y="2816"/>
                </a:lnTo>
                <a:lnTo>
                  <a:pt x="14118" y="2735"/>
                </a:lnTo>
                <a:lnTo>
                  <a:pt x="14017" y="2655"/>
                </a:lnTo>
                <a:lnTo>
                  <a:pt x="13867" y="2614"/>
                </a:lnTo>
                <a:close/>
                <a:moveTo>
                  <a:pt x="11822" y="7964"/>
                </a:moveTo>
                <a:lnTo>
                  <a:pt x="9977" y="8567"/>
                </a:lnTo>
                <a:lnTo>
                  <a:pt x="9877" y="8608"/>
                </a:lnTo>
                <a:lnTo>
                  <a:pt x="9827" y="8688"/>
                </a:lnTo>
                <a:lnTo>
                  <a:pt x="9777" y="8769"/>
                </a:lnTo>
                <a:lnTo>
                  <a:pt x="9827" y="8849"/>
                </a:lnTo>
                <a:lnTo>
                  <a:pt x="9777" y="8929"/>
                </a:lnTo>
                <a:lnTo>
                  <a:pt x="9728" y="9171"/>
                </a:lnTo>
                <a:lnTo>
                  <a:pt x="9777" y="9452"/>
                </a:lnTo>
                <a:lnTo>
                  <a:pt x="9827" y="9573"/>
                </a:lnTo>
                <a:lnTo>
                  <a:pt x="9926" y="9694"/>
                </a:lnTo>
                <a:lnTo>
                  <a:pt x="10077" y="9734"/>
                </a:lnTo>
                <a:lnTo>
                  <a:pt x="10276" y="9734"/>
                </a:lnTo>
                <a:lnTo>
                  <a:pt x="10476" y="9694"/>
                </a:lnTo>
                <a:lnTo>
                  <a:pt x="10725" y="9654"/>
                </a:lnTo>
                <a:lnTo>
                  <a:pt x="11175" y="9452"/>
                </a:lnTo>
                <a:lnTo>
                  <a:pt x="12321" y="9010"/>
                </a:lnTo>
                <a:lnTo>
                  <a:pt x="12371" y="8970"/>
                </a:lnTo>
                <a:lnTo>
                  <a:pt x="12471" y="8890"/>
                </a:lnTo>
                <a:lnTo>
                  <a:pt x="12471" y="8729"/>
                </a:lnTo>
                <a:lnTo>
                  <a:pt x="12172" y="8125"/>
                </a:lnTo>
                <a:lnTo>
                  <a:pt x="12121" y="8044"/>
                </a:lnTo>
                <a:lnTo>
                  <a:pt x="12022" y="8005"/>
                </a:lnTo>
                <a:lnTo>
                  <a:pt x="11923" y="7964"/>
                </a:lnTo>
                <a:close/>
                <a:moveTo>
                  <a:pt x="15913" y="9131"/>
                </a:moveTo>
                <a:lnTo>
                  <a:pt x="16163" y="9533"/>
                </a:lnTo>
                <a:lnTo>
                  <a:pt x="16462" y="9935"/>
                </a:lnTo>
                <a:lnTo>
                  <a:pt x="15913" y="10137"/>
                </a:lnTo>
                <a:lnTo>
                  <a:pt x="15414" y="10297"/>
                </a:lnTo>
                <a:lnTo>
                  <a:pt x="14866" y="10417"/>
                </a:lnTo>
                <a:lnTo>
                  <a:pt x="14316" y="10539"/>
                </a:lnTo>
                <a:lnTo>
                  <a:pt x="14118" y="10137"/>
                </a:lnTo>
                <a:lnTo>
                  <a:pt x="13867" y="9734"/>
                </a:lnTo>
                <a:lnTo>
                  <a:pt x="13818" y="9694"/>
                </a:lnTo>
                <a:lnTo>
                  <a:pt x="14366" y="9573"/>
                </a:lnTo>
                <a:lnTo>
                  <a:pt x="14866" y="9452"/>
                </a:lnTo>
                <a:lnTo>
                  <a:pt x="15913" y="9131"/>
                </a:lnTo>
                <a:close/>
                <a:moveTo>
                  <a:pt x="16013" y="8649"/>
                </a:moveTo>
                <a:lnTo>
                  <a:pt x="15365" y="8849"/>
                </a:lnTo>
                <a:lnTo>
                  <a:pt x="14716" y="9010"/>
                </a:lnTo>
                <a:lnTo>
                  <a:pt x="13419" y="9332"/>
                </a:lnTo>
                <a:lnTo>
                  <a:pt x="13370" y="9332"/>
                </a:lnTo>
                <a:lnTo>
                  <a:pt x="13319" y="9412"/>
                </a:lnTo>
                <a:lnTo>
                  <a:pt x="13269" y="9533"/>
                </a:lnTo>
                <a:lnTo>
                  <a:pt x="13370" y="9654"/>
                </a:lnTo>
                <a:lnTo>
                  <a:pt x="13419" y="9694"/>
                </a:lnTo>
                <a:lnTo>
                  <a:pt x="13519" y="9734"/>
                </a:lnTo>
                <a:lnTo>
                  <a:pt x="13469" y="9814"/>
                </a:lnTo>
                <a:lnTo>
                  <a:pt x="13469" y="9895"/>
                </a:lnTo>
                <a:lnTo>
                  <a:pt x="13718" y="10337"/>
                </a:lnTo>
                <a:lnTo>
                  <a:pt x="13867" y="10820"/>
                </a:lnTo>
                <a:lnTo>
                  <a:pt x="13918" y="10901"/>
                </a:lnTo>
                <a:lnTo>
                  <a:pt x="13968" y="10940"/>
                </a:lnTo>
                <a:lnTo>
                  <a:pt x="14017" y="10981"/>
                </a:lnTo>
                <a:lnTo>
                  <a:pt x="14118" y="11022"/>
                </a:lnTo>
                <a:lnTo>
                  <a:pt x="14866" y="10860"/>
                </a:lnTo>
                <a:lnTo>
                  <a:pt x="15565" y="10699"/>
                </a:lnTo>
                <a:lnTo>
                  <a:pt x="16262" y="10498"/>
                </a:lnTo>
                <a:lnTo>
                  <a:pt x="16911" y="10217"/>
                </a:lnTo>
                <a:lnTo>
                  <a:pt x="17010" y="10176"/>
                </a:lnTo>
                <a:lnTo>
                  <a:pt x="17111" y="10096"/>
                </a:lnTo>
                <a:lnTo>
                  <a:pt x="17111" y="9975"/>
                </a:lnTo>
                <a:lnTo>
                  <a:pt x="17061" y="9895"/>
                </a:lnTo>
                <a:lnTo>
                  <a:pt x="16662" y="9372"/>
                </a:lnTo>
                <a:lnTo>
                  <a:pt x="16313" y="8769"/>
                </a:lnTo>
                <a:lnTo>
                  <a:pt x="16262" y="8688"/>
                </a:lnTo>
                <a:lnTo>
                  <a:pt x="16212" y="8649"/>
                </a:lnTo>
                <a:close/>
                <a:moveTo>
                  <a:pt x="12121" y="10257"/>
                </a:moveTo>
                <a:lnTo>
                  <a:pt x="12321" y="10699"/>
                </a:lnTo>
                <a:lnTo>
                  <a:pt x="12620" y="11142"/>
                </a:lnTo>
                <a:lnTo>
                  <a:pt x="11773" y="11504"/>
                </a:lnTo>
                <a:lnTo>
                  <a:pt x="10825" y="11825"/>
                </a:lnTo>
                <a:lnTo>
                  <a:pt x="10625" y="11906"/>
                </a:lnTo>
                <a:lnTo>
                  <a:pt x="10526" y="11906"/>
                </a:lnTo>
                <a:lnTo>
                  <a:pt x="10476" y="11866"/>
                </a:lnTo>
                <a:lnTo>
                  <a:pt x="10376" y="11705"/>
                </a:lnTo>
                <a:lnTo>
                  <a:pt x="10326" y="11504"/>
                </a:lnTo>
                <a:lnTo>
                  <a:pt x="10227" y="11142"/>
                </a:lnTo>
                <a:lnTo>
                  <a:pt x="10027" y="10820"/>
                </a:lnTo>
                <a:lnTo>
                  <a:pt x="12121" y="10257"/>
                </a:lnTo>
                <a:close/>
                <a:moveTo>
                  <a:pt x="12172" y="9814"/>
                </a:moveTo>
                <a:lnTo>
                  <a:pt x="9728" y="10458"/>
                </a:lnTo>
                <a:lnTo>
                  <a:pt x="9677" y="10498"/>
                </a:lnTo>
                <a:lnTo>
                  <a:pt x="9627" y="10539"/>
                </a:lnTo>
                <a:lnTo>
                  <a:pt x="9578" y="10660"/>
                </a:lnTo>
                <a:lnTo>
                  <a:pt x="9627" y="10780"/>
                </a:lnTo>
                <a:lnTo>
                  <a:pt x="9777" y="10860"/>
                </a:lnTo>
                <a:lnTo>
                  <a:pt x="9777" y="11102"/>
                </a:lnTo>
                <a:lnTo>
                  <a:pt x="9827" y="11383"/>
                </a:lnTo>
                <a:lnTo>
                  <a:pt x="10027" y="11906"/>
                </a:lnTo>
                <a:lnTo>
                  <a:pt x="10077" y="12067"/>
                </a:lnTo>
                <a:lnTo>
                  <a:pt x="10227" y="12187"/>
                </a:lnTo>
                <a:lnTo>
                  <a:pt x="10376" y="12268"/>
                </a:lnTo>
                <a:lnTo>
                  <a:pt x="10575" y="12309"/>
                </a:lnTo>
                <a:lnTo>
                  <a:pt x="10924" y="12228"/>
                </a:lnTo>
                <a:lnTo>
                  <a:pt x="11274" y="12148"/>
                </a:lnTo>
                <a:lnTo>
                  <a:pt x="11923" y="11906"/>
                </a:lnTo>
                <a:lnTo>
                  <a:pt x="12571" y="11625"/>
                </a:lnTo>
                <a:lnTo>
                  <a:pt x="13170" y="11343"/>
                </a:lnTo>
                <a:lnTo>
                  <a:pt x="13219" y="11263"/>
                </a:lnTo>
                <a:lnTo>
                  <a:pt x="13269" y="11182"/>
                </a:lnTo>
                <a:lnTo>
                  <a:pt x="13269" y="11142"/>
                </a:lnTo>
                <a:lnTo>
                  <a:pt x="13219" y="11061"/>
                </a:lnTo>
                <a:lnTo>
                  <a:pt x="12970" y="10820"/>
                </a:lnTo>
                <a:lnTo>
                  <a:pt x="12770" y="10539"/>
                </a:lnTo>
                <a:lnTo>
                  <a:pt x="12620" y="10257"/>
                </a:lnTo>
                <a:lnTo>
                  <a:pt x="12521" y="9935"/>
                </a:lnTo>
                <a:lnTo>
                  <a:pt x="12471" y="9855"/>
                </a:lnTo>
                <a:lnTo>
                  <a:pt x="12371" y="9814"/>
                </a:lnTo>
                <a:close/>
                <a:moveTo>
                  <a:pt x="16961" y="11343"/>
                </a:moveTo>
                <a:lnTo>
                  <a:pt x="17160" y="11745"/>
                </a:lnTo>
                <a:lnTo>
                  <a:pt x="16262" y="12148"/>
                </a:lnTo>
                <a:lnTo>
                  <a:pt x="15365" y="12550"/>
                </a:lnTo>
                <a:lnTo>
                  <a:pt x="15165" y="11946"/>
                </a:lnTo>
                <a:lnTo>
                  <a:pt x="15215" y="11906"/>
                </a:lnTo>
                <a:lnTo>
                  <a:pt x="15215" y="11825"/>
                </a:lnTo>
                <a:lnTo>
                  <a:pt x="15614" y="11705"/>
                </a:lnTo>
                <a:lnTo>
                  <a:pt x="16013" y="11625"/>
                </a:lnTo>
                <a:lnTo>
                  <a:pt x="16961" y="11343"/>
                </a:lnTo>
                <a:close/>
                <a:moveTo>
                  <a:pt x="8530" y="11424"/>
                </a:moveTo>
                <a:lnTo>
                  <a:pt x="8630" y="11463"/>
                </a:lnTo>
                <a:lnTo>
                  <a:pt x="8729" y="11584"/>
                </a:lnTo>
                <a:lnTo>
                  <a:pt x="8929" y="11946"/>
                </a:lnTo>
                <a:lnTo>
                  <a:pt x="7882" y="12348"/>
                </a:lnTo>
                <a:lnTo>
                  <a:pt x="6934" y="12871"/>
                </a:lnTo>
                <a:lnTo>
                  <a:pt x="6734" y="12389"/>
                </a:lnTo>
                <a:lnTo>
                  <a:pt x="6585" y="12148"/>
                </a:lnTo>
                <a:lnTo>
                  <a:pt x="6435" y="11946"/>
                </a:lnTo>
                <a:lnTo>
                  <a:pt x="7632" y="11625"/>
                </a:lnTo>
                <a:lnTo>
                  <a:pt x="8081" y="11504"/>
                </a:lnTo>
                <a:lnTo>
                  <a:pt x="8481" y="11424"/>
                </a:lnTo>
                <a:close/>
                <a:moveTo>
                  <a:pt x="17111" y="10820"/>
                </a:moveTo>
                <a:lnTo>
                  <a:pt x="17010" y="10860"/>
                </a:lnTo>
                <a:lnTo>
                  <a:pt x="15664" y="11263"/>
                </a:lnTo>
                <a:lnTo>
                  <a:pt x="15114" y="11383"/>
                </a:lnTo>
                <a:lnTo>
                  <a:pt x="14866" y="11504"/>
                </a:lnTo>
                <a:lnTo>
                  <a:pt x="14766" y="11584"/>
                </a:lnTo>
                <a:lnTo>
                  <a:pt x="14666" y="11665"/>
                </a:lnTo>
                <a:lnTo>
                  <a:pt x="14666" y="11786"/>
                </a:lnTo>
                <a:lnTo>
                  <a:pt x="14716" y="11866"/>
                </a:lnTo>
                <a:lnTo>
                  <a:pt x="14766" y="11906"/>
                </a:lnTo>
                <a:lnTo>
                  <a:pt x="14766" y="11946"/>
                </a:lnTo>
                <a:lnTo>
                  <a:pt x="14815" y="12429"/>
                </a:lnTo>
                <a:lnTo>
                  <a:pt x="14965" y="12871"/>
                </a:lnTo>
                <a:lnTo>
                  <a:pt x="14965" y="12992"/>
                </a:lnTo>
                <a:lnTo>
                  <a:pt x="15065" y="13033"/>
                </a:lnTo>
                <a:lnTo>
                  <a:pt x="15165" y="13072"/>
                </a:lnTo>
                <a:lnTo>
                  <a:pt x="15264" y="13072"/>
                </a:lnTo>
                <a:lnTo>
                  <a:pt x="16511" y="12550"/>
                </a:lnTo>
                <a:lnTo>
                  <a:pt x="17659" y="11986"/>
                </a:lnTo>
                <a:lnTo>
                  <a:pt x="17760" y="11906"/>
                </a:lnTo>
                <a:lnTo>
                  <a:pt x="17808" y="11825"/>
                </a:lnTo>
                <a:lnTo>
                  <a:pt x="17808" y="11745"/>
                </a:lnTo>
                <a:lnTo>
                  <a:pt x="17760" y="11665"/>
                </a:lnTo>
                <a:lnTo>
                  <a:pt x="17509" y="11343"/>
                </a:lnTo>
                <a:lnTo>
                  <a:pt x="17360" y="10981"/>
                </a:lnTo>
                <a:lnTo>
                  <a:pt x="17309" y="10901"/>
                </a:lnTo>
                <a:lnTo>
                  <a:pt x="17210" y="10860"/>
                </a:lnTo>
                <a:lnTo>
                  <a:pt x="17111" y="10820"/>
                </a:lnTo>
                <a:close/>
                <a:moveTo>
                  <a:pt x="8430" y="10940"/>
                </a:moveTo>
                <a:lnTo>
                  <a:pt x="8131" y="10981"/>
                </a:lnTo>
                <a:lnTo>
                  <a:pt x="7832" y="11061"/>
                </a:lnTo>
                <a:lnTo>
                  <a:pt x="7283" y="11222"/>
                </a:lnTo>
                <a:lnTo>
                  <a:pt x="6585" y="11383"/>
                </a:lnTo>
                <a:lnTo>
                  <a:pt x="5886" y="11584"/>
                </a:lnTo>
                <a:lnTo>
                  <a:pt x="5837" y="11625"/>
                </a:lnTo>
                <a:lnTo>
                  <a:pt x="5787" y="11665"/>
                </a:lnTo>
                <a:lnTo>
                  <a:pt x="5736" y="11825"/>
                </a:lnTo>
                <a:lnTo>
                  <a:pt x="5787" y="11946"/>
                </a:lnTo>
                <a:lnTo>
                  <a:pt x="5837" y="11986"/>
                </a:lnTo>
                <a:lnTo>
                  <a:pt x="5936" y="12027"/>
                </a:lnTo>
                <a:lnTo>
                  <a:pt x="6136" y="12389"/>
                </a:lnTo>
                <a:lnTo>
                  <a:pt x="6335" y="12831"/>
                </a:lnTo>
                <a:lnTo>
                  <a:pt x="6484" y="13314"/>
                </a:lnTo>
                <a:lnTo>
                  <a:pt x="6585" y="13394"/>
                </a:lnTo>
                <a:lnTo>
                  <a:pt x="6684" y="13435"/>
                </a:lnTo>
                <a:lnTo>
                  <a:pt x="6785" y="13435"/>
                </a:lnTo>
                <a:lnTo>
                  <a:pt x="6934" y="13394"/>
                </a:lnTo>
                <a:lnTo>
                  <a:pt x="7533" y="13072"/>
                </a:lnTo>
                <a:lnTo>
                  <a:pt x="8131" y="12791"/>
                </a:lnTo>
                <a:lnTo>
                  <a:pt x="8729" y="12550"/>
                </a:lnTo>
                <a:lnTo>
                  <a:pt x="9428" y="12309"/>
                </a:lnTo>
                <a:lnTo>
                  <a:pt x="9477" y="12268"/>
                </a:lnTo>
                <a:lnTo>
                  <a:pt x="9578" y="12187"/>
                </a:lnTo>
                <a:lnTo>
                  <a:pt x="9578" y="11986"/>
                </a:lnTo>
                <a:lnTo>
                  <a:pt x="9378" y="11625"/>
                </a:lnTo>
                <a:lnTo>
                  <a:pt x="9178" y="11302"/>
                </a:lnTo>
                <a:lnTo>
                  <a:pt x="9079" y="11142"/>
                </a:lnTo>
                <a:lnTo>
                  <a:pt x="8879" y="11022"/>
                </a:lnTo>
                <a:lnTo>
                  <a:pt x="8679" y="10981"/>
                </a:lnTo>
                <a:lnTo>
                  <a:pt x="8430" y="10940"/>
                </a:lnTo>
                <a:close/>
                <a:moveTo>
                  <a:pt x="13370" y="12469"/>
                </a:moveTo>
                <a:lnTo>
                  <a:pt x="13768" y="13072"/>
                </a:lnTo>
                <a:lnTo>
                  <a:pt x="13219" y="13314"/>
                </a:lnTo>
                <a:lnTo>
                  <a:pt x="12671" y="13475"/>
                </a:lnTo>
                <a:lnTo>
                  <a:pt x="12121" y="13636"/>
                </a:lnTo>
                <a:lnTo>
                  <a:pt x="11573" y="13756"/>
                </a:lnTo>
                <a:lnTo>
                  <a:pt x="11324" y="13194"/>
                </a:lnTo>
                <a:lnTo>
                  <a:pt x="11822" y="13072"/>
                </a:lnTo>
                <a:lnTo>
                  <a:pt x="12371" y="12871"/>
                </a:lnTo>
                <a:lnTo>
                  <a:pt x="13370" y="12469"/>
                </a:lnTo>
                <a:close/>
                <a:moveTo>
                  <a:pt x="13419" y="11946"/>
                </a:moveTo>
                <a:lnTo>
                  <a:pt x="12172" y="12389"/>
                </a:lnTo>
                <a:lnTo>
                  <a:pt x="11523" y="12590"/>
                </a:lnTo>
                <a:lnTo>
                  <a:pt x="10975" y="12871"/>
                </a:lnTo>
                <a:lnTo>
                  <a:pt x="10874" y="12871"/>
                </a:lnTo>
                <a:lnTo>
                  <a:pt x="10775" y="12912"/>
                </a:lnTo>
                <a:lnTo>
                  <a:pt x="10725" y="13033"/>
                </a:lnTo>
                <a:lnTo>
                  <a:pt x="10725" y="13113"/>
                </a:lnTo>
                <a:lnTo>
                  <a:pt x="10924" y="13595"/>
                </a:lnTo>
                <a:lnTo>
                  <a:pt x="11124" y="14079"/>
                </a:lnTo>
                <a:lnTo>
                  <a:pt x="11224" y="14199"/>
                </a:lnTo>
                <a:lnTo>
                  <a:pt x="11324" y="14239"/>
                </a:lnTo>
                <a:lnTo>
                  <a:pt x="11373" y="14239"/>
                </a:lnTo>
                <a:lnTo>
                  <a:pt x="12172" y="14079"/>
                </a:lnTo>
                <a:lnTo>
                  <a:pt x="12871" y="13877"/>
                </a:lnTo>
                <a:lnTo>
                  <a:pt x="13618" y="13676"/>
                </a:lnTo>
                <a:lnTo>
                  <a:pt x="14316" y="13394"/>
                </a:lnTo>
                <a:lnTo>
                  <a:pt x="14366" y="13314"/>
                </a:lnTo>
                <a:lnTo>
                  <a:pt x="14417" y="13274"/>
                </a:lnTo>
                <a:lnTo>
                  <a:pt x="14417" y="13113"/>
                </a:lnTo>
                <a:lnTo>
                  <a:pt x="13768" y="12107"/>
                </a:lnTo>
                <a:lnTo>
                  <a:pt x="13718" y="12027"/>
                </a:lnTo>
                <a:lnTo>
                  <a:pt x="13618" y="11946"/>
                </a:lnTo>
                <a:close/>
                <a:moveTo>
                  <a:pt x="17859" y="13475"/>
                </a:moveTo>
                <a:lnTo>
                  <a:pt x="18008" y="13515"/>
                </a:lnTo>
                <a:lnTo>
                  <a:pt x="18158" y="13676"/>
                </a:lnTo>
                <a:lnTo>
                  <a:pt x="18507" y="14239"/>
                </a:lnTo>
                <a:lnTo>
                  <a:pt x="17459" y="14521"/>
                </a:lnTo>
                <a:lnTo>
                  <a:pt x="16462" y="14882"/>
                </a:lnTo>
                <a:lnTo>
                  <a:pt x="16313" y="14641"/>
                </a:lnTo>
                <a:lnTo>
                  <a:pt x="16163" y="14400"/>
                </a:lnTo>
                <a:lnTo>
                  <a:pt x="15963" y="13918"/>
                </a:lnTo>
                <a:lnTo>
                  <a:pt x="16361" y="13836"/>
                </a:lnTo>
                <a:lnTo>
                  <a:pt x="16711" y="13756"/>
                </a:lnTo>
                <a:lnTo>
                  <a:pt x="17459" y="13556"/>
                </a:lnTo>
                <a:lnTo>
                  <a:pt x="17709" y="13475"/>
                </a:lnTo>
                <a:close/>
                <a:moveTo>
                  <a:pt x="9578" y="13515"/>
                </a:moveTo>
                <a:lnTo>
                  <a:pt x="9977" y="14279"/>
                </a:lnTo>
                <a:lnTo>
                  <a:pt x="7931" y="15124"/>
                </a:lnTo>
                <a:lnTo>
                  <a:pt x="7632" y="14400"/>
                </a:lnTo>
                <a:lnTo>
                  <a:pt x="8081" y="14118"/>
                </a:lnTo>
                <a:lnTo>
                  <a:pt x="8530" y="13877"/>
                </a:lnTo>
                <a:lnTo>
                  <a:pt x="9079" y="13676"/>
                </a:lnTo>
                <a:lnTo>
                  <a:pt x="9578" y="13515"/>
                </a:lnTo>
                <a:close/>
                <a:moveTo>
                  <a:pt x="17760" y="13033"/>
                </a:moveTo>
                <a:lnTo>
                  <a:pt x="17459" y="13072"/>
                </a:lnTo>
                <a:lnTo>
                  <a:pt x="16961" y="13233"/>
                </a:lnTo>
                <a:lnTo>
                  <a:pt x="16212" y="13394"/>
                </a:lnTo>
                <a:lnTo>
                  <a:pt x="15864" y="13475"/>
                </a:lnTo>
                <a:lnTo>
                  <a:pt x="15565" y="13595"/>
                </a:lnTo>
                <a:lnTo>
                  <a:pt x="15464" y="13636"/>
                </a:lnTo>
                <a:lnTo>
                  <a:pt x="15464" y="13797"/>
                </a:lnTo>
                <a:lnTo>
                  <a:pt x="15565" y="13877"/>
                </a:lnTo>
                <a:lnTo>
                  <a:pt x="15664" y="13918"/>
                </a:lnTo>
                <a:lnTo>
                  <a:pt x="15614" y="14079"/>
                </a:lnTo>
                <a:lnTo>
                  <a:pt x="15614" y="14279"/>
                </a:lnTo>
                <a:lnTo>
                  <a:pt x="15664" y="14441"/>
                </a:lnTo>
                <a:lnTo>
                  <a:pt x="15714" y="14601"/>
                </a:lnTo>
                <a:lnTo>
                  <a:pt x="15913" y="14964"/>
                </a:lnTo>
                <a:lnTo>
                  <a:pt x="16163" y="15244"/>
                </a:lnTo>
                <a:lnTo>
                  <a:pt x="16313" y="15325"/>
                </a:lnTo>
                <a:lnTo>
                  <a:pt x="16462" y="15325"/>
                </a:lnTo>
                <a:lnTo>
                  <a:pt x="17709" y="14923"/>
                </a:lnTo>
                <a:lnTo>
                  <a:pt x="18956" y="14561"/>
                </a:lnTo>
                <a:lnTo>
                  <a:pt x="19056" y="14480"/>
                </a:lnTo>
                <a:lnTo>
                  <a:pt x="19106" y="14441"/>
                </a:lnTo>
                <a:lnTo>
                  <a:pt x="19156" y="14359"/>
                </a:lnTo>
                <a:lnTo>
                  <a:pt x="19106" y="14279"/>
                </a:lnTo>
                <a:lnTo>
                  <a:pt x="18556" y="13314"/>
                </a:lnTo>
                <a:lnTo>
                  <a:pt x="18457" y="13194"/>
                </a:lnTo>
                <a:lnTo>
                  <a:pt x="18308" y="13113"/>
                </a:lnTo>
                <a:lnTo>
                  <a:pt x="18158" y="13033"/>
                </a:lnTo>
                <a:close/>
                <a:moveTo>
                  <a:pt x="9777" y="12992"/>
                </a:moveTo>
                <a:lnTo>
                  <a:pt x="9677" y="13033"/>
                </a:lnTo>
                <a:lnTo>
                  <a:pt x="9029" y="13194"/>
                </a:lnTo>
                <a:lnTo>
                  <a:pt x="8380" y="13394"/>
                </a:lnTo>
                <a:lnTo>
                  <a:pt x="7782" y="13716"/>
                </a:lnTo>
                <a:lnTo>
                  <a:pt x="7234" y="14038"/>
                </a:lnTo>
                <a:lnTo>
                  <a:pt x="7133" y="14079"/>
                </a:lnTo>
                <a:lnTo>
                  <a:pt x="7084" y="14118"/>
                </a:lnTo>
                <a:lnTo>
                  <a:pt x="7034" y="14159"/>
                </a:lnTo>
                <a:lnTo>
                  <a:pt x="7034" y="14239"/>
                </a:lnTo>
                <a:lnTo>
                  <a:pt x="7133" y="14561"/>
                </a:lnTo>
                <a:lnTo>
                  <a:pt x="7234" y="14882"/>
                </a:lnTo>
                <a:lnTo>
                  <a:pt x="7533" y="15526"/>
                </a:lnTo>
                <a:lnTo>
                  <a:pt x="7582" y="15567"/>
                </a:lnTo>
                <a:lnTo>
                  <a:pt x="7682" y="15647"/>
                </a:lnTo>
                <a:lnTo>
                  <a:pt x="7882" y="15647"/>
                </a:lnTo>
                <a:lnTo>
                  <a:pt x="10425" y="14601"/>
                </a:lnTo>
                <a:lnTo>
                  <a:pt x="10526" y="14561"/>
                </a:lnTo>
                <a:lnTo>
                  <a:pt x="10575" y="14480"/>
                </a:lnTo>
                <a:lnTo>
                  <a:pt x="10625" y="14400"/>
                </a:lnTo>
                <a:lnTo>
                  <a:pt x="10575" y="14320"/>
                </a:lnTo>
                <a:lnTo>
                  <a:pt x="10027" y="13153"/>
                </a:lnTo>
                <a:lnTo>
                  <a:pt x="9977" y="13072"/>
                </a:lnTo>
                <a:lnTo>
                  <a:pt x="9877" y="13033"/>
                </a:lnTo>
                <a:lnTo>
                  <a:pt x="9777" y="12992"/>
                </a:lnTo>
                <a:close/>
                <a:moveTo>
                  <a:pt x="14316" y="14561"/>
                </a:moveTo>
                <a:lnTo>
                  <a:pt x="14815" y="15325"/>
                </a:lnTo>
                <a:lnTo>
                  <a:pt x="12671" y="16009"/>
                </a:lnTo>
                <a:lnTo>
                  <a:pt x="12272" y="15244"/>
                </a:lnTo>
                <a:lnTo>
                  <a:pt x="12371" y="15164"/>
                </a:lnTo>
                <a:lnTo>
                  <a:pt x="12371" y="15124"/>
                </a:lnTo>
                <a:lnTo>
                  <a:pt x="12422" y="15084"/>
                </a:lnTo>
                <a:lnTo>
                  <a:pt x="12871" y="14923"/>
                </a:lnTo>
                <a:lnTo>
                  <a:pt x="13269" y="14842"/>
                </a:lnTo>
                <a:lnTo>
                  <a:pt x="14316" y="14561"/>
                </a:lnTo>
                <a:close/>
                <a:moveTo>
                  <a:pt x="14467" y="14079"/>
                </a:moveTo>
                <a:lnTo>
                  <a:pt x="14366" y="14118"/>
                </a:lnTo>
                <a:lnTo>
                  <a:pt x="12919" y="14521"/>
                </a:lnTo>
                <a:lnTo>
                  <a:pt x="12321" y="14641"/>
                </a:lnTo>
                <a:lnTo>
                  <a:pt x="12072" y="14762"/>
                </a:lnTo>
                <a:lnTo>
                  <a:pt x="11923" y="14802"/>
                </a:lnTo>
                <a:lnTo>
                  <a:pt x="11872" y="14882"/>
                </a:lnTo>
                <a:lnTo>
                  <a:pt x="11773" y="15003"/>
                </a:lnTo>
                <a:lnTo>
                  <a:pt x="11822" y="15164"/>
                </a:lnTo>
                <a:lnTo>
                  <a:pt x="11872" y="15205"/>
                </a:lnTo>
                <a:lnTo>
                  <a:pt x="11872" y="15244"/>
                </a:lnTo>
                <a:lnTo>
                  <a:pt x="11923" y="15526"/>
                </a:lnTo>
                <a:lnTo>
                  <a:pt x="12022" y="15808"/>
                </a:lnTo>
                <a:lnTo>
                  <a:pt x="12272" y="16331"/>
                </a:lnTo>
                <a:lnTo>
                  <a:pt x="12371" y="16371"/>
                </a:lnTo>
                <a:lnTo>
                  <a:pt x="12422" y="16411"/>
                </a:lnTo>
                <a:lnTo>
                  <a:pt x="12521" y="16452"/>
                </a:lnTo>
                <a:lnTo>
                  <a:pt x="12620" y="16452"/>
                </a:lnTo>
                <a:lnTo>
                  <a:pt x="15264" y="15647"/>
                </a:lnTo>
                <a:lnTo>
                  <a:pt x="15314" y="15606"/>
                </a:lnTo>
                <a:lnTo>
                  <a:pt x="15365" y="15526"/>
                </a:lnTo>
                <a:lnTo>
                  <a:pt x="15414" y="15446"/>
                </a:lnTo>
                <a:lnTo>
                  <a:pt x="15414" y="15365"/>
                </a:lnTo>
                <a:lnTo>
                  <a:pt x="14716" y="14239"/>
                </a:lnTo>
                <a:lnTo>
                  <a:pt x="14666" y="14159"/>
                </a:lnTo>
                <a:lnTo>
                  <a:pt x="14566" y="14118"/>
                </a:lnTo>
                <a:lnTo>
                  <a:pt x="14467" y="14079"/>
                </a:lnTo>
                <a:close/>
                <a:moveTo>
                  <a:pt x="10874" y="15727"/>
                </a:moveTo>
                <a:lnTo>
                  <a:pt x="11024" y="15888"/>
                </a:lnTo>
                <a:lnTo>
                  <a:pt x="11074" y="16009"/>
                </a:lnTo>
                <a:lnTo>
                  <a:pt x="11024" y="16170"/>
                </a:lnTo>
                <a:lnTo>
                  <a:pt x="10924" y="16331"/>
                </a:lnTo>
                <a:lnTo>
                  <a:pt x="10775" y="16452"/>
                </a:lnTo>
                <a:lnTo>
                  <a:pt x="10625" y="16612"/>
                </a:lnTo>
                <a:lnTo>
                  <a:pt x="10276" y="16773"/>
                </a:lnTo>
                <a:lnTo>
                  <a:pt x="9578" y="17014"/>
                </a:lnTo>
                <a:lnTo>
                  <a:pt x="9229" y="17095"/>
                </a:lnTo>
                <a:lnTo>
                  <a:pt x="8929" y="17255"/>
                </a:lnTo>
                <a:lnTo>
                  <a:pt x="8580" y="16572"/>
                </a:lnTo>
                <a:lnTo>
                  <a:pt x="8679" y="16532"/>
                </a:lnTo>
                <a:lnTo>
                  <a:pt x="8780" y="16411"/>
                </a:lnTo>
                <a:lnTo>
                  <a:pt x="8780" y="16371"/>
                </a:lnTo>
                <a:lnTo>
                  <a:pt x="8879" y="16452"/>
                </a:lnTo>
                <a:lnTo>
                  <a:pt x="8980" y="16411"/>
                </a:lnTo>
                <a:lnTo>
                  <a:pt x="9229" y="16371"/>
                </a:lnTo>
                <a:lnTo>
                  <a:pt x="9827" y="16210"/>
                </a:lnTo>
                <a:lnTo>
                  <a:pt x="10376" y="16009"/>
                </a:lnTo>
                <a:lnTo>
                  <a:pt x="10874" y="15727"/>
                </a:lnTo>
                <a:close/>
                <a:moveTo>
                  <a:pt x="20602" y="16854"/>
                </a:moveTo>
                <a:lnTo>
                  <a:pt x="20602" y="16934"/>
                </a:lnTo>
                <a:lnTo>
                  <a:pt x="20702" y="16975"/>
                </a:lnTo>
                <a:lnTo>
                  <a:pt x="20751" y="17014"/>
                </a:lnTo>
                <a:lnTo>
                  <a:pt x="20602" y="17255"/>
                </a:lnTo>
                <a:lnTo>
                  <a:pt x="20403" y="17537"/>
                </a:lnTo>
                <a:lnTo>
                  <a:pt x="20203" y="17135"/>
                </a:lnTo>
                <a:lnTo>
                  <a:pt x="20602" y="16854"/>
                </a:lnTo>
                <a:close/>
                <a:moveTo>
                  <a:pt x="10874" y="15244"/>
                </a:moveTo>
                <a:lnTo>
                  <a:pt x="10725" y="15285"/>
                </a:lnTo>
                <a:lnTo>
                  <a:pt x="10376" y="15486"/>
                </a:lnTo>
                <a:lnTo>
                  <a:pt x="9977" y="15647"/>
                </a:lnTo>
                <a:lnTo>
                  <a:pt x="9578" y="15808"/>
                </a:lnTo>
                <a:lnTo>
                  <a:pt x="9178" y="15929"/>
                </a:lnTo>
                <a:lnTo>
                  <a:pt x="8630" y="16009"/>
                </a:lnTo>
                <a:lnTo>
                  <a:pt x="8380" y="16090"/>
                </a:lnTo>
                <a:lnTo>
                  <a:pt x="8281" y="16170"/>
                </a:lnTo>
                <a:lnTo>
                  <a:pt x="8181" y="16250"/>
                </a:lnTo>
                <a:lnTo>
                  <a:pt x="8181" y="16371"/>
                </a:lnTo>
                <a:lnTo>
                  <a:pt x="8081" y="16452"/>
                </a:lnTo>
                <a:lnTo>
                  <a:pt x="8081" y="16572"/>
                </a:lnTo>
                <a:lnTo>
                  <a:pt x="8331" y="17095"/>
                </a:lnTo>
                <a:lnTo>
                  <a:pt x="8530" y="17658"/>
                </a:lnTo>
                <a:lnTo>
                  <a:pt x="8630" y="17739"/>
                </a:lnTo>
                <a:lnTo>
                  <a:pt x="8729" y="17778"/>
                </a:lnTo>
                <a:lnTo>
                  <a:pt x="8829" y="17778"/>
                </a:lnTo>
                <a:lnTo>
                  <a:pt x="8929" y="17739"/>
                </a:lnTo>
                <a:lnTo>
                  <a:pt x="9229" y="17578"/>
                </a:lnTo>
                <a:lnTo>
                  <a:pt x="9528" y="17457"/>
                </a:lnTo>
                <a:lnTo>
                  <a:pt x="10176" y="17255"/>
                </a:lnTo>
                <a:lnTo>
                  <a:pt x="10476" y="17175"/>
                </a:lnTo>
                <a:lnTo>
                  <a:pt x="10775" y="17055"/>
                </a:lnTo>
                <a:lnTo>
                  <a:pt x="11074" y="16894"/>
                </a:lnTo>
                <a:lnTo>
                  <a:pt x="11324" y="16693"/>
                </a:lnTo>
                <a:lnTo>
                  <a:pt x="11474" y="16532"/>
                </a:lnTo>
                <a:lnTo>
                  <a:pt x="11573" y="16331"/>
                </a:lnTo>
                <a:lnTo>
                  <a:pt x="11573" y="15929"/>
                </a:lnTo>
                <a:lnTo>
                  <a:pt x="11523" y="15727"/>
                </a:lnTo>
                <a:lnTo>
                  <a:pt x="11373" y="15526"/>
                </a:lnTo>
                <a:lnTo>
                  <a:pt x="11224" y="15406"/>
                </a:lnTo>
                <a:lnTo>
                  <a:pt x="10975" y="15285"/>
                </a:lnTo>
                <a:lnTo>
                  <a:pt x="10874" y="15244"/>
                </a:lnTo>
                <a:close/>
                <a:moveTo>
                  <a:pt x="20003" y="17255"/>
                </a:moveTo>
                <a:lnTo>
                  <a:pt x="20054" y="17537"/>
                </a:lnTo>
                <a:lnTo>
                  <a:pt x="20153" y="17819"/>
                </a:lnTo>
                <a:lnTo>
                  <a:pt x="19704" y="18101"/>
                </a:lnTo>
                <a:lnTo>
                  <a:pt x="19605" y="17980"/>
                </a:lnTo>
                <a:lnTo>
                  <a:pt x="19455" y="17537"/>
                </a:lnTo>
                <a:lnTo>
                  <a:pt x="19555" y="17497"/>
                </a:lnTo>
                <a:lnTo>
                  <a:pt x="20003" y="17255"/>
                </a:lnTo>
                <a:close/>
                <a:moveTo>
                  <a:pt x="19205" y="17658"/>
                </a:moveTo>
                <a:lnTo>
                  <a:pt x="19255" y="17980"/>
                </a:lnTo>
                <a:lnTo>
                  <a:pt x="19355" y="18302"/>
                </a:lnTo>
                <a:lnTo>
                  <a:pt x="18807" y="18502"/>
                </a:lnTo>
                <a:lnTo>
                  <a:pt x="18657" y="18342"/>
                </a:lnTo>
                <a:lnTo>
                  <a:pt x="18358" y="18020"/>
                </a:lnTo>
                <a:lnTo>
                  <a:pt x="19205" y="17658"/>
                </a:lnTo>
                <a:close/>
                <a:moveTo>
                  <a:pt x="18257" y="18060"/>
                </a:moveTo>
                <a:lnTo>
                  <a:pt x="18358" y="18342"/>
                </a:lnTo>
                <a:lnTo>
                  <a:pt x="18407" y="18502"/>
                </a:lnTo>
                <a:lnTo>
                  <a:pt x="18457" y="18624"/>
                </a:lnTo>
                <a:lnTo>
                  <a:pt x="17808" y="18825"/>
                </a:lnTo>
                <a:lnTo>
                  <a:pt x="17659" y="18704"/>
                </a:lnTo>
                <a:lnTo>
                  <a:pt x="17509" y="18502"/>
                </a:lnTo>
                <a:lnTo>
                  <a:pt x="17459" y="18342"/>
                </a:lnTo>
                <a:lnTo>
                  <a:pt x="18257" y="18060"/>
                </a:lnTo>
                <a:close/>
                <a:moveTo>
                  <a:pt x="17111" y="18463"/>
                </a:moveTo>
                <a:lnTo>
                  <a:pt x="17210" y="18745"/>
                </a:lnTo>
                <a:lnTo>
                  <a:pt x="17410" y="18945"/>
                </a:lnTo>
                <a:lnTo>
                  <a:pt x="16861" y="19146"/>
                </a:lnTo>
                <a:lnTo>
                  <a:pt x="16761" y="19066"/>
                </a:lnTo>
                <a:lnTo>
                  <a:pt x="16662" y="18945"/>
                </a:lnTo>
                <a:lnTo>
                  <a:pt x="16612" y="18825"/>
                </a:lnTo>
                <a:lnTo>
                  <a:pt x="16612" y="18663"/>
                </a:lnTo>
                <a:lnTo>
                  <a:pt x="17111" y="18463"/>
                </a:lnTo>
                <a:close/>
                <a:moveTo>
                  <a:pt x="16361" y="18745"/>
                </a:moveTo>
                <a:lnTo>
                  <a:pt x="16313" y="18905"/>
                </a:lnTo>
                <a:lnTo>
                  <a:pt x="16361" y="19066"/>
                </a:lnTo>
                <a:lnTo>
                  <a:pt x="16462" y="19267"/>
                </a:lnTo>
                <a:lnTo>
                  <a:pt x="16062" y="19348"/>
                </a:lnTo>
                <a:lnTo>
                  <a:pt x="16013" y="19348"/>
                </a:lnTo>
                <a:lnTo>
                  <a:pt x="15963" y="19186"/>
                </a:lnTo>
                <a:lnTo>
                  <a:pt x="15864" y="18905"/>
                </a:lnTo>
                <a:lnTo>
                  <a:pt x="16361" y="18745"/>
                </a:lnTo>
                <a:close/>
                <a:moveTo>
                  <a:pt x="15565" y="19025"/>
                </a:moveTo>
                <a:lnTo>
                  <a:pt x="15614" y="19307"/>
                </a:lnTo>
                <a:lnTo>
                  <a:pt x="15664" y="19509"/>
                </a:lnTo>
                <a:lnTo>
                  <a:pt x="15215" y="19629"/>
                </a:lnTo>
                <a:lnTo>
                  <a:pt x="15114" y="19669"/>
                </a:lnTo>
                <a:lnTo>
                  <a:pt x="15114" y="19428"/>
                </a:lnTo>
                <a:lnTo>
                  <a:pt x="14965" y="19307"/>
                </a:lnTo>
                <a:lnTo>
                  <a:pt x="14916" y="19227"/>
                </a:lnTo>
                <a:lnTo>
                  <a:pt x="15565" y="19025"/>
                </a:lnTo>
                <a:close/>
                <a:moveTo>
                  <a:pt x="14467" y="19348"/>
                </a:moveTo>
                <a:lnTo>
                  <a:pt x="14617" y="19509"/>
                </a:lnTo>
                <a:lnTo>
                  <a:pt x="14766" y="19629"/>
                </a:lnTo>
                <a:lnTo>
                  <a:pt x="14866" y="19710"/>
                </a:lnTo>
                <a:lnTo>
                  <a:pt x="14916" y="19710"/>
                </a:lnTo>
                <a:lnTo>
                  <a:pt x="14217" y="19951"/>
                </a:lnTo>
                <a:lnTo>
                  <a:pt x="14167" y="19871"/>
                </a:lnTo>
                <a:lnTo>
                  <a:pt x="14067" y="19871"/>
                </a:lnTo>
                <a:lnTo>
                  <a:pt x="13918" y="19910"/>
                </a:lnTo>
                <a:lnTo>
                  <a:pt x="13818" y="19629"/>
                </a:lnTo>
                <a:lnTo>
                  <a:pt x="13768" y="19548"/>
                </a:lnTo>
                <a:lnTo>
                  <a:pt x="14467" y="19348"/>
                </a:lnTo>
                <a:close/>
                <a:moveTo>
                  <a:pt x="13968" y="482"/>
                </a:moveTo>
                <a:lnTo>
                  <a:pt x="14217" y="523"/>
                </a:lnTo>
                <a:lnTo>
                  <a:pt x="14366" y="603"/>
                </a:lnTo>
                <a:lnTo>
                  <a:pt x="14516" y="684"/>
                </a:lnTo>
                <a:lnTo>
                  <a:pt x="14666" y="805"/>
                </a:lnTo>
                <a:lnTo>
                  <a:pt x="14916" y="1086"/>
                </a:lnTo>
                <a:lnTo>
                  <a:pt x="14965" y="1327"/>
                </a:lnTo>
                <a:lnTo>
                  <a:pt x="15015" y="1569"/>
                </a:lnTo>
                <a:lnTo>
                  <a:pt x="15414" y="2575"/>
                </a:lnTo>
                <a:lnTo>
                  <a:pt x="16163" y="4384"/>
                </a:lnTo>
                <a:lnTo>
                  <a:pt x="17760" y="8005"/>
                </a:lnTo>
                <a:lnTo>
                  <a:pt x="19355" y="11584"/>
                </a:lnTo>
                <a:lnTo>
                  <a:pt x="20203" y="13394"/>
                </a:lnTo>
                <a:lnTo>
                  <a:pt x="20652" y="14359"/>
                </a:lnTo>
                <a:lnTo>
                  <a:pt x="20951" y="14964"/>
                </a:lnTo>
                <a:lnTo>
                  <a:pt x="20852" y="15003"/>
                </a:lnTo>
                <a:lnTo>
                  <a:pt x="20802" y="15164"/>
                </a:lnTo>
                <a:lnTo>
                  <a:pt x="20802" y="15285"/>
                </a:lnTo>
                <a:lnTo>
                  <a:pt x="20751" y="15567"/>
                </a:lnTo>
                <a:lnTo>
                  <a:pt x="20702" y="15767"/>
                </a:lnTo>
                <a:lnTo>
                  <a:pt x="20652" y="15929"/>
                </a:lnTo>
                <a:lnTo>
                  <a:pt x="20403" y="16290"/>
                </a:lnTo>
                <a:lnTo>
                  <a:pt x="20054" y="16612"/>
                </a:lnTo>
                <a:lnTo>
                  <a:pt x="19654" y="16854"/>
                </a:lnTo>
                <a:lnTo>
                  <a:pt x="19205" y="17095"/>
                </a:lnTo>
                <a:lnTo>
                  <a:pt x="18756" y="17296"/>
                </a:lnTo>
                <a:lnTo>
                  <a:pt x="17760" y="17698"/>
                </a:lnTo>
                <a:lnTo>
                  <a:pt x="16761" y="18060"/>
                </a:lnTo>
                <a:lnTo>
                  <a:pt x="14766" y="18745"/>
                </a:lnTo>
                <a:lnTo>
                  <a:pt x="13618" y="19106"/>
                </a:lnTo>
                <a:lnTo>
                  <a:pt x="13568" y="19066"/>
                </a:lnTo>
                <a:lnTo>
                  <a:pt x="13519" y="19066"/>
                </a:lnTo>
                <a:lnTo>
                  <a:pt x="13469" y="19106"/>
                </a:lnTo>
                <a:lnTo>
                  <a:pt x="13469" y="19146"/>
                </a:lnTo>
                <a:lnTo>
                  <a:pt x="12022" y="19509"/>
                </a:lnTo>
                <a:lnTo>
                  <a:pt x="10575" y="19871"/>
                </a:lnTo>
                <a:lnTo>
                  <a:pt x="9477" y="20071"/>
                </a:lnTo>
                <a:lnTo>
                  <a:pt x="8380" y="20272"/>
                </a:lnTo>
                <a:lnTo>
                  <a:pt x="7882" y="20313"/>
                </a:lnTo>
                <a:lnTo>
                  <a:pt x="7632" y="20313"/>
                </a:lnTo>
                <a:lnTo>
                  <a:pt x="7383" y="20233"/>
                </a:lnTo>
                <a:lnTo>
                  <a:pt x="7183" y="20151"/>
                </a:lnTo>
                <a:lnTo>
                  <a:pt x="7034" y="19991"/>
                </a:lnTo>
                <a:lnTo>
                  <a:pt x="6884" y="19871"/>
                </a:lnTo>
                <a:lnTo>
                  <a:pt x="6734" y="19710"/>
                </a:lnTo>
                <a:lnTo>
                  <a:pt x="6634" y="19387"/>
                </a:lnTo>
                <a:lnTo>
                  <a:pt x="6484" y="19066"/>
                </a:lnTo>
                <a:lnTo>
                  <a:pt x="6086" y="18101"/>
                </a:lnTo>
                <a:lnTo>
                  <a:pt x="5338" y="16250"/>
                </a:lnTo>
                <a:lnTo>
                  <a:pt x="4590" y="14441"/>
                </a:lnTo>
                <a:lnTo>
                  <a:pt x="3741" y="12630"/>
                </a:lnTo>
                <a:lnTo>
                  <a:pt x="2943" y="10820"/>
                </a:lnTo>
                <a:lnTo>
                  <a:pt x="2045" y="9050"/>
                </a:lnTo>
                <a:lnTo>
                  <a:pt x="1148" y="7241"/>
                </a:lnTo>
                <a:lnTo>
                  <a:pt x="798" y="6636"/>
                </a:lnTo>
                <a:lnTo>
                  <a:pt x="649" y="6356"/>
                </a:lnTo>
                <a:lnTo>
                  <a:pt x="449" y="6074"/>
                </a:lnTo>
                <a:lnTo>
                  <a:pt x="499" y="6033"/>
                </a:lnTo>
                <a:lnTo>
                  <a:pt x="548" y="5953"/>
                </a:lnTo>
                <a:lnTo>
                  <a:pt x="499" y="5712"/>
                </a:lnTo>
                <a:lnTo>
                  <a:pt x="548" y="5510"/>
                </a:lnTo>
                <a:lnTo>
                  <a:pt x="548" y="5350"/>
                </a:lnTo>
                <a:lnTo>
                  <a:pt x="649" y="5148"/>
                </a:lnTo>
                <a:lnTo>
                  <a:pt x="847" y="4827"/>
                </a:lnTo>
                <a:lnTo>
                  <a:pt x="1148" y="4545"/>
                </a:lnTo>
                <a:lnTo>
                  <a:pt x="1496" y="4263"/>
                </a:lnTo>
                <a:lnTo>
                  <a:pt x="1896" y="4022"/>
                </a:lnTo>
                <a:lnTo>
                  <a:pt x="2345" y="3822"/>
                </a:lnTo>
                <a:lnTo>
                  <a:pt x="2743" y="3620"/>
                </a:lnTo>
                <a:lnTo>
                  <a:pt x="3792" y="3218"/>
                </a:lnTo>
                <a:lnTo>
                  <a:pt x="4889" y="2896"/>
                </a:lnTo>
                <a:lnTo>
                  <a:pt x="7084" y="2212"/>
                </a:lnTo>
                <a:lnTo>
                  <a:pt x="9229" y="1529"/>
                </a:lnTo>
                <a:lnTo>
                  <a:pt x="10276" y="1206"/>
                </a:lnTo>
                <a:lnTo>
                  <a:pt x="11373" y="885"/>
                </a:lnTo>
                <a:lnTo>
                  <a:pt x="12422" y="644"/>
                </a:lnTo>
                <a:lnTo>
                  <a:pt x="12970" y="564"/>
                </a:lnTo>
                <a:lnTo>
                  <a:pt x="13519" y="482"/>
                </a:lnTo>
                <a:close/>
                <a:moveTo>
                  <a:pt x="13419" y="19669"/>
                </a:moveTo>
                <a:lnTo>
                  <a:pt x="13419" y="19710"/>
                </a:lnTo>
                <a:lnTo>
                  <a:pt x="13469" y="19910"/>
                </a:lnTo>
                <a:lnTo>
                  <a:pt x="13618" y="20112"/>
                </a:lnTo>
                <a:lnTo>
                  <a:pt x="13020" y="20313"/>
                </a:lnTo>
                <a:lnTo>
                  <a:pt x="13020" y="20272"/>
                </a:lnTo>
                <a:lnTo>
                  <a:pt x="12970" y="20112"/>
                </a:lnTo>
                <a:lnTo>
                  <a:pt x="12871" y="19991"/>
                </a:lnTo>
                <a:lnTo>
                  <a:pt x="12770" y="19830"/>
                </a:lnTo>
                <a:lnTo>
                  <a:pt x="13419" y="19669"/>
                </a:lnTo>
                <a:close/>
                <a:moveTo>
                  <a:pt x="12371" y="19951"/>
                </a:moveTo>
                <a:lnTo>
                  <a:pt x="12471" y="20192"/>
                </a:lnTo>
                <a:lnTo>
                  <a:pt x="12571" y="20313"/>
                </a:lnTo>
                <a:lnTo>
                  <a:pt x="12671" y="20394"/>
                </a:lnTo>
                <a:lnTo>
                  <a:pt x="12022" y="20594"/>
                </a:lnTo>
                <a:lnTo>
                  <a:pt x="11923" y="20514"/>
                </a:lnTo>
                <a:lnTo>
                  <a:pt x="11822" y="20394"/>
                </a:lnTo>
                <a:lnTo>
                  <a:pt x="11723" y="20272"/>
                </a:lnTo>
                <a:lnTo>
                  <a:pt x="11672" y="20112"/>
                </a:lnTo>
                <a:lnTo>
                  <a:pt x="12371" y="19951"/>
                </a:lnTo>
                <a:close/>
                <a:moveTo>
                  <a:pt x="11224" y="20192"/>
                </a:moveTo>
                <a:lnTo>
                  <a:pt x="11274" y="20353"/>
                </a:lnTo>
                <a:lnTo>
                  <a:pt x="11373" y="20554"/>
                </a:lnTo>
                <a:lnTo>
                  <a:pt x="11573" y="20756"/>
                </a:lnTo>
                <a:lnTo>
                  <a:pt x="11124" y="20876"/>
                </a:lnTo>
                <a:lnTo>
                  <a:pt x="11074" y="20795"/>
                </a:lnTo>
                <a:lnTo>
                  <a:pt x="11024" y="20756"/>
                </a:lnTo>
                <a:lnTo>
                  <a:pt x="10874" y="20675"/>
                </a:lnTo>
                <a:lnTo>
                  <a:pt x="10825" y="20635"/>
                </a:lnTo>
                <a:lnTo>
                  <a:pt x="10676" y="20433"/>
                </a:lnTo>
                <a:lnTo>
                  <a:pt x="10676" y="20353"/>
                </a:lnTo>
                <a:lnTo>
                  <a:pt x="11224" y="20192"/>
                </a:lnTo>
                <a:close/>
                <a:moveTo>
                  <a:pt x="7133" y="20635"/>
                </a:moveTo>
                <a:lnTo>
                  <a:pt x="7383" y="20715"/>
                </a:lnTo>
                <a:lnTo>
                  <a:pt x="7682" y="20756"/>
                </a:lnTo>
                <a:lnTo>
                  <a:pt x="7982" y="20795"/>
                </a:lnTo>
                <a:lnTo>
                  <a:pt x="8081" y="21077"/>
                </a:lnTo>
                <a:lnTo>
                  <a:pt x="7832" y="20997"/>
                </a:lnTo>
                <a:lnTo>
                  <a:pt x="7582" y="20876"/>
                </a:lnTo>
                <a:lnTo>
                  <a:pt x="7333" y="20756"/>
                </a:lnTo>
                <a:lnTo>
                  <a:pt x="7133" y="20635"/>
                </a:lnTo>
                <a:close/>
                <a:moveTo>
                  <a:pt x="10276" y="20433"/>
                </a:moveTo>
                <a:lnTo>
                  <a:pt x="10276" y="20594"/>
                </a:lnTo>
                <a:lnTo>
                  <a:pt x="10376" y="20756"/>
                </a:lnTo>
                <a:lnTo>
                  <a:pt x="10476" y="20876"/>
                </a:lnTo>
                <a:lnTo>
                  <a:pt x="10575" y="20997"/>
                </a:lnTo>
                <a:lnTo>
                  <a:pt x="10476" y="21036"/>
                </a:lnTo>
                <a:lnTo>
                  <a:pt x="9827" y="21157"/>
                </a:lnTo>
                <a:lnTo>
                  <a:pt x="9728" y="21036"/>
                </a:lnTo>
                <a:lnTo>
                  <a:pt x="9627" y="20916"/>
                </a:lnTo>
                <a:lnTo>
                  <a:pt x="9477" y="20756"/>
                </a:lnTo>
                <a:lnTo>
                  <a:pt x="9378" y="20594"/>
                </a:lnTo>
                <a:lnTo>
                  <a:pt x="9677" y="20514"/>
                </a:lnTo>
                <a:lnTo>
                  <a:pt x="10276" y="20433"/>
                </a:lnTo>
                <a:close/>
                <a:moveTo>
                  <a:pt x="8980" y="20675"/>
                </a:moveTo>
                <a:lnTo>
                  <a:pt x="9079" y="20956"/>
                </a:lnTo>
                <a:lnTo>
                  <a:pt x="9178" y="21077"/>
                </a:lnTo>
                <a:lnTo>
                  <a:pt x="9279" y="21198"/>
                </a:lnTo>
                <a:lnTo>
                  <a:pt x="8829" y="21198"/>
                </a:lnTo>
                <a:lnTo>
                  <a:pt x="8829" y="21077"/>
                </a:lnTo>
                <a:lnTo>
                  <a:pt x="8729" y="21036"/>
                </a:lnTo>
                <a:lnTo>
                  <a:pt x="8679" y="21036"/>
                </a:lnTo>
                <a:lnTo>
                  <a:pt x="8580" y="21077"/>
                </a:lnTo>
                <a:lnTo>
                  <a:pt x="8530" y="21077"/>
                </a:lnTo>
                <a:lnTo>
                  <a:pt x="8430" y="21036"/>
                </a:lnTo>
                <a:lnTo>
                  <a:pt x="8380" y="20916"/>
                </a:lnTo>
                <a:lnTo>
                  <a:pt x="8331" y="20756"/>
                </a:lnTo>
                <a:lnTo>
                  <a:pt x="8980" y="20675"/>
                </a:lnTo>
                <a:close/>
                <a:moveTo>
                  <a:pt x="13768" y="0"/>
                </a:moveTo>
                <a:lnTo>
                  <a:pt x="13219" y="41"/>
                </a:lnTo>
                <a:lnTo>
                  <a:pt x="12671" y="121"/>
                </a:lnTo>
                <a:lnTo>
                  <a:pt x="11972" y="241"/>
                </a:lnTo>
                <a:lnTo>
                  <a:pt x="11274" y="442"/>
                </a:lnTo>
                <a:lnTo>
                  <a:pt x="9926" y="805"/>
                </a:lnTo>
                <a:lnTo>
                  <a:pt x="7234" y="1649"/>
                </a:lnTo>
                <a:lnTo>
                  <a:pt x="4590" y="2494"/>
                </a:lnTo>
                <a:lnTo>
                  <a:pt x="3292" y="2937"/>
                </a:lnTo>
                <a:lnTo>
                  <a:pt x="2644" y="3178"/>
                </a:lnTo>
                <a:lnTo>
                  <a:pt x="2045" y="3419"/>
                </a:lnTo>
                <a:lnTo>
                  <a:pt x="1696" y="3620"/>
                </a:lnTo>
                <a:lnTo>
                  <a:pt x="1297" y="3822"/>
                </a:lnTo>
                <a:lnTo>
                  <a:pt x="948" y="4103"/>
                </a:lnTo>
                <a:lnTo>
                  <a:pt x="598" y="4384"/>
                </a:lnTo>
                <a:lnTo>
                  <a:pt x="299" y="4706"/>
                </a:lnTo>
                <a:lnTo>
                  <a:pt x="99" y="5068"/>
                </a:lnTo>
                <a:lnTo>
                  <a:pt x="50" y="5229"/>
                </a:lnTo>
                <a:lnTo>
                  <a:pt x="50" y="5591"/>
                </a:lnTo>
                <a:lnTo>
                  <a:pt x="99" y="5751"/>
                </a:lnTo>
                <a:lnTo>
                  <a:pt x="0" y="5792"/>
                </a:lnTo>
                <a:lnTo>
                  <a:pt x="0" y="5833"/>
                </a:lnTo>
                <a:lnTo>
                  <a:pt x="50" y="6275"/>
                </a:lnTo>
                <a:lnTo>
                  <a:pt x="200" y="6636"/>
                </a:lnTo>
                <a:lnTo>
                  <a:pt x="598" y="7441"/>
                </a:lnTo>
                <a:lnTo>
                  <a:pt x="1447" y="9211"/>
                </a:lnTo>
                <a:lnTo>
                  <a:pt x="3192" y="12791"/>
                </a:lnTo>
                <a:lnTo>
                  <a:pt x="3990" y="14601"/>
                </a:lnTo>
                <a:lnTo>
                  <a:pt x="4788" y="16452"/>
                </a:lnTo>
                <a:lnTo>
                  <a:pt x="5536" y="18261"/>
                </a:lnTo>
                <a:lnTo>
                  <a:pt x="5837" y="19106"/>
                </a:lnTo>
                <a:lnTo>
                  <a:pt x="6035" y="19548"/>
                </a:lnTo>
                <a:lnTo>
                  <a:pt x="6136" y="19790"/>
                </a:lnTo>
                <a:lnTo>
                  <a:pt x="6286" y="19991"/>
                </a:lnTo>
                <a:lnTo>
                  <a:pt x="6335" y="20233"/>
                </a:lnTo>
                <a:lnTo>
                  <a:pt x="6435" y="20433"/>
                </a:lnTo>
                <a:lnTo>
                  <a:pt x="6535" y="20594"/>
                </a:lnTo>
                <a:lnTo>
                  <a:pt x="6684" y="20756"/>
                </a:lnTo>
                <a:lnTo>
                  <a:pt x="6834" y="20916"/>
                </a:lnTo>
                <a:lnTo>
                  <a:pt x="7034" y="21077"/>
                </a:lnTo>
                <a:lnTo>
                  <a:pt x="7482" y="21278"/>
                </a:lnTo>
                <a:lnTo>
                  <a:pt x="7931" y="21439"/>
                </a:lnTo>
                <a:lnTo>
                  <a:pt x="8481" y="21559"/>
                </a:lnTo>
                <a:lnTo>
                  <a:pt x="8980" y="21600"/>
                </a:lnTo>
                <a:lnTo>
                  <a:pt x="9528" y="21600"/>
                </a:lnTo>
                <a:lnTo>
                  <a:pt x="10176" y="21520"/>
                </a:lnTo>
                <a:lnTo>
                  <a:pt x="10775" y="21399"/>
                </a:lnTo>
                <a:lnTo>
                  <a:pt x="12022" y="21036"/>
                </a:lnTo>
                <a:lnTo>
                  <a:pt x="15065" y="20112"/>
                </a:lnTo>
                <a:lnTo>
                  <a:pt x="17958" y="19267"/>
                </a:lnTo>
                <a:lnTo>
                  <a:pt x="18807" y="18986"/>
                </a:lnTo>
                <a:lnTo>
                  <a:pt x="19605" y="18663"/>
                </a:lnTo>
                <a:lnTo>
                  <a:pt x="19755" y="18663"/>
                </a:lnTo>
                <a:lnTo>
                  <a:pt x="19954" y="18583"/>
                </a:lnTo>
                <a:lnTo>
                  <a:pt x="20003" y="18502"/>
                </a:lnTo>
                <a:lnTo>
                  <a:pt x="20003" y="18463"/>
                </a:lnTo>
                <a:lnTo>
                  <a:pt x="20254" y="18302"/>
                </a:lnTo>
                <a:lnTo>
                  <a:pt x="20652" y="18020"/>
                </a:lnTo>
                <a:lnTo>
                  <a:pt x="20951" y="17658"/>
                </a:lnTo>
                <a:lnTo>
                  <a:pt x="21151" y="17296"/>
                </a:lnTo>
                <a:lnTo>
                  <a:pt x="21351" y="16894"/>
                </a:lnTo>
                <a:lnTo>
                  <a:pt x="21450" y="16491"/>
                </a:lnTo>
                <a:lnTo>
                  <a:pt x="21501" y="16049"/>
                </a:lnTo>
                <a:lnTo>
                  <a:pt x="21550" y="15205"/>
                </a:lnTo>
                <a:lnTo>
                  <a:pt x="21600" y="15164"/>
                </a:lnTo>
                <a:lnTo>
                  <a:pt x="21600" y="15084"/>
                </a:lnTo>
                <a:lnTo>
                  <a:pt x="21550" y="14882"/>
                </a:lnTo>
                <a:lnTo>
                  <a:pt x="21501" y="14682"/>
                </a:lnTo>
                <a:lnTo>
                  <a:pt x="21301" y="14320"/>
                </a:lnTo>
                <a:lnTo>
                  <a:pt x="20852" y="13354"/>
                </a:lnTo>
                <a:lnTo>
                  <a:pt x="20003" y="11584"/>
                </a:lnTo>
                <a:lnTo>
                  <a:pt x="18358" y="7964"/>
                </a:lnTo>
                <a:lnTo>
                  <a:pt x="16761" y="4345"/>
                </a:lnTo>
                <a:lnTo>
                  <a:pt x="16013" y="2534"/>
                </a:lnTo>
                <a:lnTo>
                  <a:pt x="15565" y="1569"/>
                </a:lnTo>
                <a:lnTo>
                  <a:pt x="15464" y="1287"/>
                </a:lnTo>
                <a:lnTo>
                  <a:pt x="15514" y="1126"/>
                </a:lnTo>
                <a:lnTo>
                  <a:pt x="15514" y="1006"/>
                </a:lnTo>
                <a:lnTo>
                  <a:pt x="15464" y="844"/>
                </a:lnTo>
                <a:lnTo>
                  <a:pt x="15365" y="684"/>
                </a:lnTo>
                <a:lnTo>
                  <a:pt x="15165" y="442"/>
                </a:lnTo>
                <a:lnTo>
                  <a:pt x="14815" y="241"/>
                </a:lnTo>
                <a:lnTo>
                  <a:pt x="14566" y="121"/>
                </a:lnTo>
                <a:lnTo>
                  <a:pt x="14316" y="41"/>
                </a:lnTo>
                <a:lnTo>
                  <a:pt x="14067" y="0"/>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548" name="Google Shape;196;p3"/>
          <p:cNvSpPr/>
          <p:nvPr/>
        </p:nvSpPr>
        <p:spPr>
          <a:xfrm>
            <a:off x="3968854" y="4000316"/>
            <a:ext cx="443232" cy="5046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552" y="0"/>
                </a:moveTo>
                <a:lnTo>
                  <a:pt x="14451" y="44"/>
                </a:lnTo>
                <a:lnTo>
                  <a:pt x="14247" y="267"/>
                </a:lnTo>
                <a:lnTo>
                  <a:pt x="14095" y="534"/>
                </a:lnTo>
                <a:lnTo>
                  <a:pt x="13842" y="1068"/>
                </a:lnTo>
                <a:lnTo>
                  <a:pt x="13588" y="1781"/>
                </a:lnTo>
                <a:lnTo>
                  <a:pt x="13386" y="2538"/>
                </a:lnTo>
                <a:lnTo>
                  <a:pt x="13386" y="2671"/>
                </a:lnTo>
                <a:lnTo>
                  <a:pt x="13436" y="2805"/>
                </a:lnTo>
                <a:lnTo>
                  <a:pt x="13538" y="2850"/>
                </a:lnTo>
                <a:lnTo>
                  <a:pt x="13639" y="2895"/>
                </a:lnTo>
                <a:lnTo>
                  <a:pt x="13740" y="2938"/>
                </a:lnTo>
                <a:lnTo>
                  <a:pt x="13892" y="2895"/>
                </a:lnTo>
                <a:lnTo>
                  <a:pt x="13995" y="2805"/>
                </a:lnTo>
                <a:lnTo>
                  <a:pt x="14095" y="2716"/>
                </a:lnTo>
                <a:lnTo>
                  <a:pt x="14147" y="2494"/>
                </a:lnTo>
                <a:lnTo>
                  <a:pt x="14147" y="2404"/>
                </a:lnTo>
                <a:lnTo>
                  <a:pt x="14451" y="1381"/>
                </a:lnTo>
                <a:lnTo>
                  <a:pt x="14704" y="756"/>
                </a:lnTo>
                <a:lnTo>
                  <a:pt x="14755" y="444"/>
                </a:lnTo>
                <a:lnTo>
                  <a:pt x="14806" y="134"/>
                </a:lnTo>
                <a:lnTo>
                  <a:pt x="14755" y="44"/>
                </a:lnTo>
                <a:lnTo>
                  <a:pt x="14654" y="0"/>
                </a:lnTo>
                <a:close/>
                <a:moveTo>
                  <a:pt x="4918" y="1247"/>
                </a:moveTo>
                <a:lnTo>
                  <a:pt x="4867" y="1291"/>
                </a:lnTo>
                <a:lnTo>
                  <a:pt x="4816" y="1336"/>
                </a:lnTo>
                <a:lnTo>
                  <a:pt x="4816" y="1381"/>
                </a:lnTo>
                <a:lnTo>
                  <a:pt x="4918" y="1603"/>
                </a:lnTo>
                <a:lnTo>
                  <a:pt x="5070" y="1781"/>
                </a:lnTo>
                <a:lnTo>
                  <a:pt x="5374" y="2137"/>
                </a:lnTo>
                <a:lnTo>
                  <a:pt x="5679" y="2494"/>
                </a:lnTo>
                <a:lnTo>
                  <a:pt x="6034" y="2850"/>
                </a:lnTo>
                <a:lnTo>
                  <a:pt x="6186" y="3162"/>
                </a:lnTo>
                <a:lnTo>
                  <a:pt x="6338" y="3474"/>
                </a:lnTo>
                <a:lnTo>
                  <a:pt x="6490" y="3607"/>
                </a:lnTo>
                <a:lnTo>
                  <a:pt x="6591" y="3696"/>
                </a:lnTo>
                <a:lnTo>
                  <a:pt x="6794" y="3741"/>
                </a:lnTo>
                <a:lnTo>
                  <a:pt x="6997" y="3741"/>
                </a:lnTo>
                <a:lnTo>
                  <a:pt x="7098" y="3696"/>
                </a:lnTo>
                <a:lnTo>
                  <a:pt x="7199" y="3651"/>
                </a:lnTo>
                <a:lnTo>
                  <a:pt x="7250" y="3562"/>
                </a:lnTo>
                <a:lnTo>
                  <a:pt x="7250" y="3474"/>
                </a:lnTo>
                <a:lnTo>
                  <a:pt x="7199" y="3295"/>
                </a:lnTo>
                <a:lnTo>
                  <a:pt x="7149" y="3207"/>
                </a:lnTo>
                <a:lnTo>
                  <a:pt x="7047" y="3162"/>
                </a:lnTo>
                <a:lnTo>
                  <a:pt x="6895" y="3162"/>
                </a:lnTo>
                <a:lnTo>
                  <a:pt x="6895" y="3028"/>
                </a:lnTo>
                <a:lnTo>
                  <a:pt x="6845" y="2895"/>
                </a:lnTo>
                <a:lnTo>
                  <a:pt x="6642" y="2583"/>
                </a:lnTo>
                <a:lnTo>
                  <a:pt x="6389" y="2270"/>
                </a:lnTo>
                <a:lnTo>
                  <a:pt x="6084" y="1960"/>
                </a:lnTo>
                <a:lnTo>
                  <a:pt x="5730" y="1691"/>
                </a:lnTo>
                <a:lnTo>
                  <a:pt x="5374" y="1424"/>
                </a:lnTo>
                <a:lnTo>
                  <a:pt x="4968" y="1247"/>
                </a:lnTo>
                <a:close/>
                <a:moveTo>
                  <a:pt x="21195" y="4854"/>
                </a:moveTo>
                <a:lnTo>
                  <a:pt x="21093" y="4898"/>
                </a:lnTo>
                <a:lnTo>
                  <a:pt x="20992" y="4988"/>
                </a:lnTo>
                <a:lnTo>
                  <a:pt x="20840" y="5076"/>
                </a:lnTo>
                <a:lnTo>
                  <a:pt x="20688" y="5166"/>
                </a:lnTo>
                <a:lnTo>
                  <a:pt x="20484" y="5255"/>
                </a:lnTo>
                <a:lnTo>
                  <a:pt x="20281" y="5255"/>
                </a:lnTo>
                <a:lnTo>
                  <a:pt x="20079" y="5344"/>
                </a:lnTo>
                <a:lnTo>
                  <a:pt x="20028" y="5388"/>
                </a:lnTo>
                <a:lnTo>
                  <a:pt x="19977" y="5522"/>
                </a:lnTo>
                <a:lnTo>
                  <a:pt x="19927" y="5567"/>
                </a:lnTo>
                <a:lnTo>
                  <a:pt x="19876" y="5611"/>
                </a:lnTo>
                <a:lnTo>
                  <a:pt x="19673" y="5744"/>
                </a:lnTo>
                <a:lnTo>
                  <a:pt x="19268" y="5878"/>
                </a:lnTo>
                <a:lnTo>
                  <a:pt x="18964" y="6056"/>
                </a:lnTo>
                <a:lnTo>
                  <a:pt x="18710" y="6280"/>
                </a:lnTo>
                <a:lnTo>
                  <a:pt x="18658" y="6368"/>
                </a:lnTo>
                <a:lnTo>
                  <a:pt x="18658" y="6457"/>
                </a:lnTo>
                <a:lnTo>
                  <a:pt x="18761" y="6502"/>
                </a:lnTo>
                <a:lnTo>
                  <a:pt x="19116" y="6502"/>
                </a:lnTo>
                <a:lnTo>
                  <a:pt x="19369" y="6457"/>
                </a:lnTo>
                <a:lnTo>
                  <a:pt x="19876" y="6280"/>
                </a:lnTo>
                <a:lnTo>
                  <a:pt x="20281" y="6101"/>
                </a:lnTo>
                <a:lnTo>
                  <a:pt x="20433" y="6013"/>
                </a:lnTo>
                <a:lnTo>
                  <a:pt x="20536" y="5834"/>
                </a:lnTo>
                <a:lnTo>
                  <a:pt x="20840" y="5789"/>
                </a:lnTo>
                <a:lnTo>
                  <a:pt x="21093" y="5656"/>
                </a:lnTo>
                <a:lnTo>
                  <a:pt x="21245" y="5701"/>
                </a:lnTo>
                <a:lnTo>
                  <a:pt x="21347" y="5701"/>
                </a:lnTo>
                <a:lnTo>
                  <a:pt x="21499" y="5611"/>
                </a:lnTo>
                <a:lnTo>
                  <a:pt x="21600" y="5522"/>
                </a:lnTo>
                <a:lnTo>
                  <a:pt x="21600" y="5433"/>
                </a:lnTo>
                <a:lnTo>
                  <a:pt x="21549" y="5300"/>
                </a:lnTo>
                <a:lnTo>
                  <a:pt x="21600" y="5255"/>
                </a:lnTo>
                <a:lnTo>
                  <a:pt x="21600" y="5166"/>
                </a:lnTo>
                <a:lnTo>
                  <a:pt x="21549" y="5076"/>
                </a:lnTo>
                <a:lnTo>
                  <a:pt x="21499" y="4988"/>
                </a:lnTo>
                <a:lnTo>
                  <a:pt x="21397" y="4898"/>
                </a:lnTo>
                <a:lnTo>
                  <a:pt x="21296" y="4898"/>
                </a:lnTo>
                <a:lnTo>
                  <a:pt x="21195" y="4854"/>
                </a:lnTo>
                <a:close/>
                <a:moveTo>
                  <a:pt x="3092" y="9041"/>
                </a:moveTo>
                <a:lnTo>
                  <a:pt x="2940" y="9086"/>
                </a:lnTo>
                <a:lnTo>
                  <a:pt x="1469" y="9664"/>
                </a:lnTo>
                <a:lnTo>
                  <a:pt x="658" y="9976"/>
                </a:lnTo>
                <a:lnTo>
                  <a:pt x="354" y="10154"/>
                </a:lnTo>
                <a:lnTo>
                  <a:pt x="202" y="10288"/>
                </a:lnTo>
                <a:lnTo>
                  <a:pt x="152" y="10243"/>
                </a:lnTo>
                <a:lnTo>
                  <a:pt x="101" y="10243"/>
                </a:lnTo>
                <a:lnTo>
                  <a:pt x="0" y="10333"/>
                </a:lnTo>
                <a:lnTo>
                  <a:pt x="0" y="10421"/>
                </a:lnTo>
                <a:lnTo>
                  <a:pt x="50" y="10466"/>
                </a:lnTo>
                <a:lnTo>
                  <a:pt x="152" y="10555"/>
                </a:lnTo>
                <a:lnTo>
                  <a:pt x="304" y="10600"/>
                </a:lnTo>
                <a:lnTo>
                  <a:pt x="506" y="10555"/>
                </a:lnTo>
                <a:lnTo>
                  <a:pt x="709" y="10510"/>
                </a:lnTo>
                <a:lnTo>
                  <a:pt x="1116" y="10376"/>
                </a:lnTo>
                <a:lnTo>
                  <a:pt x="1420" y="10288"/>
                </a:lnTo>
                <a:lnTo>
                  <a:pt x="3295" y="9575"/>
                </a:lnTo>
                <a:lnTo>
                  <a:pt x="3396" y="9530"/>
                </a:lnTo>
                <a:lnTo>
                  <a:pt x="3499" y="9441"/>
                </a:lnTo>
                <a:lnTo>
                  <a:pt x="3499" y="9308"/>
                </a:lnTo>
                <a:lnTo>
                  <a:pt x="3447" y="9219"/>
                </a:lnTo>
                <a:lnTo>
                  <a:pt x="3347" y="9129"/>
                </a:lnTo>
                <a:lnTo>
                  <a:pt x="3244" y="9086"/>
                </a:lnTo>
                <a:lnTo>
                  <a:pt x="3092" y="9041"/>
                </a:lnTo>
                <a:close/>
                <a:moveTo>
                  <a:pt x="9228" y="9486"/>
                </a:moveTo>
                <a:lnTo>
                  <a:pt x="9126" y="9575"/>
                </a:lnTo>
                <a:lnTo>
                  <a:pt x="9126" y="9797"/>
                </a:lnTo>
                <a:lnTo>
                  <a:pt x="9582" y="10288"/>
                </a:lnTo>
                <a:lnTo>
                  <a:pt x="9736" y="10555"/>
                </a:lnTo>
                <a:lnTo>
                  <a:pt x="9888" y="10822"/>
                </a:lnTo>
                <a:lnTo>
                  <a:pt x="9989" y="10867"/>
                </a:lnTo>
                <a:lnTo>
                  <a:pt x="10040" y="10910"/>
                </a:lnTo>
                <a:lnTo>
                  <a:pt x="10242" y="10910"/>
                </a:lnTo>
                <a:lnTo>
                  <a:pt x="10496" y="10777"/>
                </a:lnTo>
                <a:lnTo>
                  <a:pt x="10749" y="10643"/>
                </a:lnTo>
                <a:lnTo>
                  <a:pt x="10952" y="10466"/>
                </a:lnTo>
                <a:lnTo>
                  <a:pt x="10952" y="10510"/>
                </a:lnTo>
                <a:lnTo>
                  <a:pt x="11053" y="10643"/>
                </a:lnTo>
                <a:lnTo>
                  <a:pt x="11155" y="10777"/>
                </a:lnTo>
                <a:lnTo>
                  <a:pt x="11307" y="10867"/>
                </a:lnTo>
                <a:lnTo>
                  <a:pt x="11509" y="10955"/>
                </a:lnTo>
                <a:lnTo>
                  <a:pt x="11864" y="11000"/>
                </a:lnTo>
                <a:lnTo>
                  <a:pt x="12119" y="11000"/>
                </a:lnTo>
                <a:lnTo>
                  <a:pt x="12372" y="10910"/>
                </a:lnTo>
                <a:lnTo>
                  <a:pt x="12828" y="10733"/>
                </a:lnTo>
                <a:lnTo>
                  <a:pt x="13284" y="10510"/>
                </a:lnTo>
                <a:lnTo>
                  <a:pt x="13436" y="10376"/>
                </a:lnTo>
                <a:lnTo>
                  <a:pt x="13487" y="10288"/>
                </a:lnTo>
                <a:lnTo>
                  <a:pt x="13487" y="10154"/>
                </a:lnTo>
                <a:lnTo>
                  <a:pt x="13386" y="10021"/>
                </a:lnTo>
                <a:lnTo>
                  <a:pt x="13335" y="9976"/>
                </a:lnTo>
                <a:lnTo>
                  <a:pt x="13081" y="9976"/>
                </a:lnTo>
                <a:lnTo>
                  <a:pt x="13031" y="10065"/>
                </a:lnTo>
                <a:lnTo>
                  <a:pt x="12777" y="10243"/>
                </a:lnTo>
                <a:lnTo>
                  <a:pt x="12423" y="10376"/>
                </a:lnTo>
                <a:lnTo>
                  <a:pt x="12119" y="10466"/>
                </a:lnTo>
                <a:lnTo>
                  <a:pt x="11864" y="10510"/>
                </a:lnTo>
                <a:lnTo>
                  <a:pt x="11712" y="10510"/>
                </a:lnTo>
                <a:lnTo>
                  <a:pt x="11611" y="10466"/>
                </a:lnTo>
                <a:lnTo>
                  <a:pt x="11560" y="10421"/>
                </a:lnTo>
                <a:lnTo>
                  <a:pt x="11509" y="10376"/>
                </a:lnTo>
                <a:lnTo>
                  <a:pt x="11408" y="10021"/>
                </a:lnTo>
                <a:lnTo>
                  <a:pt x="11307" y="9887"/>
                </a:lnTo>
                <a:lnTo>
                  <a:pt x="11155" y="9842"/>
                </a:lnTo>
                <a:lnTo>
                  <a:pt x="11003" y="9842"/>
                </a:lnTo>
                <a:lnTo>
                  <a:pt x="10901" y="9887"/>
                </a:lnTo>
                <a:lnTo>
                  <a:pt x="10698" y="10021"/>
                </a:lnTo>
                <a:lnTo>
                  <a:pt x="10546" y="10199"/>
                </a:lnTo>
                <a:lnTo>
                  <a:pt x="10242" y="10376"/>
                </a:lnTo>
                <a:lnTo>
                  <a:pt x="10040" y="10154"/>
                </a:lnTo>
                <a:lnTo>
                  <a:pt x="9837" y="9931"/>
                </a:lnTo>
                <a:lnTo>
                  <a:pt x="9633" y="9708"/>
                </a:lnTo>
                <a:lnTo>
                  <a:pt x="9380" y="9530"/>
                </a:lnTo>
                <a:lnTo>
                  <a:pt x="9278" y="9486"/>
                </a:lnTo>
                <a:close/>
                <a:moveTo>
                  <a:pt x="17797" y="13361"/>
                </a:moveTo>
                <a:lnTo>
                  <a:pt x="17696" y="13406"/>
                </a:lnTo>
                <a:lnTo>
                  <a:pt x="17645" y="13449"/>
                </a:lnTo>
                <a:lnTo>
                  <a:pt x="17645" y="13539"/>
                </a:lnTo>
                <a:lnTo>
                  <a:pt x="17594" y="13628"/>
                </a:lnTo>
                <a:lnTo>
                  <a:pt x="17645" y="13716"/>
                </a:lnTo>
                <a:lnTo>
                  <a:pt x="17949" y="14207"/>
                </a:lnTo>
                <a:lnTo>
                  <a:pt x="18354" y="14653"/>
                </a:lnTo>
                <a:lnTo>
                  <a:pt x="18658" y="15053"/>
                </a:lnTo>
                <a:lnTo>
                  <a:pt x="18862" y="15187"/>
                </a:lnTo>
                <a:lnTo>
                  <a:pt x="19116" y="15320"/>
                </a:lnTo>
                <a:lnTo>
                  <a:pt x="19318" y="15320"/>
                </a:lnTo>
                <a:lnTo>
                  <a:pt x="19369" y="15275"/>
                </a:lnTo>
                <a:lnTo>
                  <a:pt x="19470" y="15232"/>
                </a:lnTo>
                <a:lnTo>
                  <a:pt x="19572" y="15098"/>
                </a:lnTo>
                <a:lnTo>
                  <a:pt x="19572" y="14875"/>
                </a:lnTo>
                <a:lnTo>
                  <a:pt x="19521" y="14741"/>
                </a:lnTo>
                <a:lnTo>
                  <a:pt x="19470" y="14653"/>
                </a:lnTo>
                <a:lnTo>
                  <a:pt x="19420" y="14608"/>
                </a:lnTo>
                <a:lnTo>
                  <a:pt x="19217" y="14608"/>
                </a:lnTo>
                <a:lnTo>
                  <a:pt x="19116" y="14429"/>
                </a:lnTo>
                <a:lnTo>
                  <a:pt x="18761" y="14073"/>
                </a:lnTo>
                <a:lnTo>
                  <a:pt x="18405" y="13716"/>
                </a:lnTo>
                <a:lnTo>
                  <a:pt x="18050" y="13406"/>
                </a:lnTo>
                <a:lnTo>
                  <a:pt x="18000" y="13361"/>
                </a:lnTo>
                <a:close/>
                <a:moveTo>
                  <a:pt x="11307" y="3874"/>
                </a:moveTo>
                <a:lnTo>
                  <a:pt x="11763" y="3918"/>
                </a:lnTo>
                <a:lnTo>
                  <a:pt x="12271" y="3963"/>
                </a:lnTo>
                <a:lnTo>
                  <a:pt x="12727" y="4053"/>
                </a:lnTo>
                <a:lnTo>
                  <a:pt x="13183" y="4142"/>
                </a:lnTo>
                <a:lnTo>
                  <a:pt x="13639" y="4275"/>
                </a:lnTo>
                <a:lnTo>
                  <a:pt x="14095" y="4454"/>
                </a:lnTo>
                <a:lnTo>
                  <a:pt x="14552" y="4676"/>
                </a:lnTo>
                <a:lnTo>
                  <a:pt x="14958" y="4898"/>
                </a:lnTo>
                <a:lnTo>
                  <a:pt x="15312" y="5166"/>
                </a:lnTo>
                <a:lnTo>
                  <a:pt x="15667" y="5433"/>
                </a:lnTo>
                <a:lnTo>
                  <a:pt x="16022" y="5744"/>
                </a:lnTo>
                <a:lnTo>
                  <a:pt x="16326" y="6056"/>
                </a:lnTo>
                <a:lnTo>
                  <a:pt x="16581" y="6457"/>
                </a:lnTo>
                <a:lnTo>
                  <a:pt x="16783" y="6769"/>
                </a:lnTo>
                <a:lnTo>
                  <a:pt x="16935" y="7126"/>
                </a:lnTo>
                <a:lnTo>
                  <a:pt x="17087" y="7527"/>
                </a:lnTo>
                <a:lnTo>
                  <a:pt x="17189" y="7927"/>
                </a:lnTo>
                <a:lnTo>
                  <a:pt x="17290" y="8283"/>
                </a:lnTo>
                <a:lnTo>
                  <a:pt x="17290" y="9086"/>
                </a:lnTo>
                <a:lnTo>
                  <a:pt x="17239" y="9486"/>
                </a:lnTo>
                <a:lnTo>
                  <a:pt x="17138" y="9887"/>
                </a:lnTo>
                <a:lnTo>
                  <a:pt x="16986" y="10333"/>
                </a:lnTo>
                <a:lnTo>
                  <a:pt x="16783" y="10688"/>
                </a:lnTo>
                <a:lnTo>
                  <a:pt x="16581" y="11089"/>
                </a:lnTo>
                <a:lnTo>
                  <a:pt x="16326" y="11446"/>
                </a:lnTo>
                <a:lnTo>
                  <a:pt x="16022" y="11802"/>
                </a:lnTo>
                <a:lnTo>
                  <a:pt x="15363" y="12469"/>
                </a:lnTo>
                <a:lnTo>
                  <a:pt x="14299" y="13494"/>
                </a:lnTo>
                <a:lnTo>
                  <a:pt x="13740" y="14028"/>
                </a:lnTo>
                <a:lnTo>
                  <a:pt x="13234" y="14608"/>
                </a:lnTo>
                <a:lnTo>
                  <a:pt x="12828" y="15187"/>
                </a:lnTo>
                <a:lnTo>
                  <a:pt x="12423" y="15810"/>
                </a:lnTo>
                <a:lnTo>
                  <a:pt x="12321" y="16122"/>
                </a:lnTo>
                <a:lnTo>
                  <a:pt x="12168" y="16479"/>
                </a:lnTo>
                <a:lnTo>
                  <a:pt x="12119" y="16789"/>
                </a:lnTo>
                <a:lnTo>
                  <a:pt x="12068" y="17146"/>
                </a:lnTo>
                <a:lnTo>
                  <a:pt x="11357" y="17013"/>
                </a:lnTo>
                <a:lnTo>
                  <a:pt x="10648" y="16923"/>
                </a:lnTo>
                <a:lnTo>
                  <a:pt x="11864" y="14162"/>
                </a:lnTo>
                <a:lnTo>
                  <a:pt x="12524" y="12648"/>
                </a:lnTo>
                <a:lnTo>
                  <a:pt x="12879" y="11935"/>
                </a:lnTo>
                <a:lnTo>
                  <a:pt x="12980" y="11579"/>
                </a:lnTo>
                <a:lnTo>
                  <a:pt x="12980" y="11401"/>
                </a:lnTo>
                <a:lnTo>
                  <a:pt x="12929" y="11223"/>
                </a:lnTo>
                <a:lnTo>
                  <a:pt x="12879" y="11179"/>
                </a:lnTo>
                <a:lnTo>
                  <a:pt x="12828" y="11179"/>
                </a:lnTo>
                <a:lnTo>
                  <a:pt x="12676" y="11267"/>
                </a:lnTo>
                <a:lnTo>
                  <a:pt x="12575" y="11401"/>
                </a:lnTo>
                <a:lnTo>
                  <a:pt x="12423" y="11668"/>
                </a:lnTo>
                <a:lnTo>
                  <a:pt x="12119" y="12247"/>
                </a:lnTo>
                <a:lnTo>
                  <a:pt x="11357" y="13895"/>
                </a:lnTo>
                <a:lnTo>
                  <a:pt x="10141" y="16656"/>
                </a:lnTo>
                <a:lnTo>
                  <a:pt x="9989" y="16879"/>
                </a:lnTo>
                <a:lnTo>
                  <a:pt x="9633" y="16789"/>
                </a:lnTo>
                <a:lnTo>
                  <a:pt x="8873" y="16612"/>
                </a:lnTo>
                <a:lnTo>
                  <a:pt x="8873" y="16567"/>
                </a:lnTo>
                <a:lnTo>
                  <a:pt x="8974" y="16255"/>
                </a:lnTo>
                <a:lnTo>
                  <a:pt x="9025" y="15899"/>
                </a:lnTo>
                <a:lnTo>
                  <a:pt x="9025" y="15232"/>
                </a:lnTo>
                <a:lnTo>
                  <a:pt x="9126" y="13806"/>
                </a:lnTo>
                <a:lnTo>
                  <a:pt x="9228" y="12292"/>
                </a:lnTo>
                <a:lnTo>
                  <a:pt x="9278" y="11535"/>
                </a:lnTo>
                <a:lnTo>
                  <a:pt x="9228" y="10777"/>
                </a:lnTo>
                <a:lnTo>
                  <a:pt x="9228" y="10688"/>
                </a:lnTo>
                <a:lnTo>
                  <a:pt x="9177" y="10643"/>
                </a:lnTo>
                <a:lnTo>
                  <a:pt x="9025" y="10555"/>
                </a:lnTo>
                <a:lnTo>
                  <a:pt x="8873" y="10600"/>
                </a:lnTo>
                <a:lnTo>
                  <a:pt x="8822" y="10643"/>
                </a:lnTo>
                <a:lnTo>
                  <a:pt x="8772" y="10733"/>
                </a:lnTo>
                <a:lnTo>
                  <a:pt x="8670" y="11401"/>
                </a:lnTo>
                <a:lnTo>
                  <a:pt x="8620" y="12114"/>
                </a:lnTo>
                <a:lnTo>
                  <a:pt x="8569" y="13494"/>
                </a:lnTo>
                <a:lnTo>
                  <a:pt x="8417" y="14920"/>
                </a:lnTo>
                <a:lnTo>
                  <a:pt x="8315" y="15676"/>
                </a:lnTo>
                <a:lnTo>
                  <a:pt x="8315" y="16434"/>
                </a:lnTo>
                <a:lnTo>
                  <a:pt x="7657" y="16212"/>
                </a:lnTo>
                <a:lnTo>
                  <a:pt x="7047" y="16033"/>
                </a:lnTo>
                <a:lnTo>
                  <a:pt x="6389" y="15943"/>
                </a:lnTo>
                <a:lnTo>
                  <a:pt x="5779" y="15943"/>
                </a:lnTo>
                <a:lnTo>
                  <a:pt x="5983" y="15632"/>
                </a:lnTo>
                <a:lnTo>
                  <a:pt x="6135" y="15320"/>
                </a:lnTo>
                <a:lnTo>
                  <a:pt x="6287" y="15008"/>
                </a:lnTo>
                <a:lnTo>
                  <a:pt x="6389" y="14653"/>
                </a:lnTo>
                <a:lnTo>
                  <a:pt x="6490" y="13940"/>
                </a:lnTo>
                <a:lnTo>
                  <a:pt x="6490" y="13227"/>
                </a:lnTo>
                <a:lnTo>
                  <a:pt x="6389" y="12336"/>
                </a:lnTo>
                <a:lnTo>
                  <a:pt x="6236" y="11446"/>
                </a:lnTo>
                <a:lnTo>
                  <a:pt x="6034" y="10555"/>
                </a:lnTo>
                <a:lnTo>
                  <a:pt x="5831" y="9664"/>
                </a:lnTo>
                <a:lnTo>
                  <a:pt x="5779" y="9219"/>
                </a:lnTo>
                <a:lnTo>
                  <a:pt x="5779" y="8283"/>
                </a:lnTo>
                <a:lnTo>
                  <a:pt x="5831" y="7837"/>
                </a:lnTo>
                <a:lnTo>
                  <a:pt x="5931" y="7393"/>
                </a:lnTo>
                <a:lnTo>
                  <a:pt x="6135" y="6992"/>
                </a:lnTo>
                <a:lnTo>
                  <a:pt x="6338" y="6590"/>
                </a:lnTo>
                <a:lnTo>
                  <a:pt x="6591" y="6146"/>
                </a:lnTo>
                <a:lnTo>
                  <a:pt x="6946" y="5789"/>
                </a:lnTo>
                <a:lnTo>
                  <a:pt x="7250" y="5433"/>
                </a:lnTo>
                <a:lnTo>
                  <a:pt x="7605" y="5121"/>
                </a:lnTo>
                <a:lnTo>
                  <a:pt x="8010" y="4854"/>
                </a:lnTo>
                <a:lnTo>
                  <a:pt x="8417" y="4587"/>
                </a:lnTo>
                <a:lnTo>
                  <a:pt x="8873" y="4364"/>
                </a:lnTo>
                <a:lnTo>
                  <a:pt x="9380" y="4186"/>
                </a:lnTo>
                <a:lnTo>
                  <a:pt x="9837" y="4053"/>
                </a:lnTo>
                <a:lnTo>
                  <a:pt x="10344" y="3963"/>
                </a:lnTo>
                <a:lnTo>
                  <a:pt x="10800" y="3918"/>
                </a:lnTo>
                <a:lnTo>
                  <a:pt x="11307" y="3874"/>
                </a:lnTo>
                <a:close/>
                <a:moveTo>
                  <a:pt x="5475" y="16300"/>
                </a:moveTo>
                <a:lnTo>
                  <a:pt x="6389" y="16434"/>
                </a:lnTo>
                <a:lnTo>
                  <a:pt x="7250" y="16656"/>
                </a:lnTo>
                <a:lnTo>
                  <a:pt x="8214" y="16923"/>
                </a:lnTo>
                <a:lnTo>
                  <a:pt x="9126" y="17235"/>
                </a:lnTo>
                <a:lnTo>
                  <a:pt x="9481" y="17325"/>
                </a:lnTo>
                <a:lnTo>
                  <a:pt x="9888" y="17369"/>
                </a:lnTo>
                <a:lnTo>
                  <a:pt x="10648" y="17458"/>
                </a:lnTo>
                <a:lnTo>
                  <a:pt x="11357" y="17592"/>
                </a:lnTo>
                <a:lnTo>
                  <a:pt x="11712" y="17681"/>
                </a:lnTo>
                <a:lnTo>
                  <a:pt x="12068" y="17769"/>
                </a:lnTo>
                <a:lnTo>
                  <a:pt x="12119" y="17948"/>
                </a:lnTo>
                <a:lnTo>
                  <a:pt x="12220" y="18038"/>
                </a:lnTo>
                <a:lnTo>
                  <a:pt x="12372" y="18081"/>
                </a:lnTo>
                <a:lnTo>
                  <a:pt x="12524" y="18081"/>
                </a:lnTo>
                <a:lnTo>
                  <a:pt x="12524" y="18215"/>
                </a:lnTo>
                <a:lnTo>
                  <a:pt x="12473" y="18393"/>
                </a:lnTo>
                <a:lnTo>
                  <a:pt x="12321" y="18482"/>
                </a:lnTo>
                <a:lnTo>
                  <a:pt x="12119" y="18616"/>
                </a:lnTo>
                <a:lnTo>
                  <a:pt x="11104" y="18260"/>
                </a:lnTo>
                <a:lnTo>
                  <a:pt x="8822" y="17592"/>
                </a:lnTo>
                <a:lnTo>
                  <a:pt x="7706" y="17325"/>
                </a:lnTo>
                <a:lnTo>
                  <a:pt x="6591" y="17102"/>
                </a:lnTo>
                <a:lnTo>
                  <a:pt x="5931" y="17013"/>
                </a:lnTo>
                <a:lnTo>
                  <a:pt x="5627" y="17013"/>
                </a:lnTo>
                <a:lnTo>
                  <a:pt x="5323" y="17058"/>
                </a:lnTo>
                <a:lnTo>
                  <a:pt x="5171" y="17013"/>
                </a:lnTo>
                <a:lnTo>
                  <a:pt x="5070" y="16923"/>
                </a:lnTo>
                <a:lnTo>
                  <a:pt x="5019" y="16789"/>
                </a:lnTo>
                <a:lnTo>
                  <a:pt x="5019" y="16522"/>
                </a:lnTo>
                <a:lnTo>
                  <a:pt x="5120" y="16434"/>
                </a:lnTo>
                <a:lnTo>
                  <a:pt x="5274" y="16345"/>
                </a:lnTo>
                <a:lnTo>
                  <a:pt x="5426" y="16300"/>
                </a:lnTo>
                <a:close/>
                <a:moveTo>
                  <a:pt x="5882" y="19106"/>
                </a:moveTo>
                <a:lnTo>
                  <a:pt x="6490" y="19240"/>
                </a:lnTo>
                <a:lnTo>
                  <a:pt x="6186" y="19507"/>
                </a:lnTo>
                <a:lnTo>
                  <a:pt x="5931" y="19774"/>
                </a:lnTo>
                <a:lnTo>
                  <a:pt x="5931" y="19729"/>
                </a:lnTo>
                <a:lnTo>
                  <a:pt x="5882" y="19595"/>
                </a:lnTo>
                <a:lnTo>
                  <a:pt x="5882" y="19106"/>
                </a:lnTo>
                <a:close/>
                <a:moveTo>
                  <a:pt x="6693" y="19328"/>
                </a:moveTo>
                <a:lnTo>
                  <a:pt x="6895" y="19373"/>
                </a:lnTo>
                <a:lnTo>
                  <a:pt x="7098" y="19418"/>
                </a:lnTo>
                <a:lnTo>
                  <a:pt x="6743" y="19595"/>
                </a:lnTo>
                <a:lnTo>
                  <a:pt x="6389" y="19863"/>
                </a:lnTo>
                <a:lnTo>
                  <a:pt x="6541" y="19595"/>
                </a:lnTo>
                <a:lnTo>
                  <a:pt x="6693" y="19328"/>
                </a:lnTo>
                <a:close/>
                <a:moveTo>
                  <a:pt x="5730" y="17547"/>
                </a:moveTo>
                <a:lnTo>
                  <a:pt x="6439" y="17592"/>
                </a:lnTo>
                <a:lnTo>
                  <a:pt x="7402" y="17814"/>
                </a:lnTo>
                <a:lnTo>
                  <a:pt x="8366" y="18038"/>
                </a:lnTo>
                <a:lnTo>
                  <a:pt x="10242" y="18616"/>
                </a:lnTo>
                <a:lnTo>
                  <a:pt x="11104" y="18883"/>
                </a:lnTo>
                <a:lnTo>
                  <a:pt x="11611" y="19016"/>
                </a:lnTo>
                <a:lnTo>
                  <a:pt x="12016" y="19151"/>
                </a:lnTo>
                <a:lnTo>
                  <a:pt x="12068" y="19240"/>
                </a:lnTo>
                <a:lnTo>
                  <a:pt x="12119" y="19285"/>
                </a:lnTo>
                <a:lnTo>
                  <a:pt x="12220" y="19373"/>
                </a:lnTo>
                <a:lnTo>
                  <a:pt x="12372" y="19373"/>
                </a:lnTo>
                <a:lnTo>
                  <a:pt x="12321" y="19507"/>
                </a:lnTo>
                <a:lnTo>
                  <a:pt x="12220" y="19685"/>
                </a:lnTo>
                <a:lnTo>
                  <a:pt x="12016" y="19907"/>
                </a:lnTo>
                <a:lnTo>
                  <a:pt x="11813" y="20041"/>
                </a:lnTo>
                <a:lnTo>
                  <a:pt x="11611" y="20131"/>
                </a:lnTo>
                <a:lnTo>
                  <a:pt x="9989" y="19595"/>
                </a:lnTo>
                <a:lnTo>
                  <a:pt x="8315" y="19151"/>
                </a:lnTo>
                <a:lnTo>
                  <a:pt x="6541" y="18661"/>
                </a:lnTo>
                <a:lnTo>
                  <a:pt x="5627" y="18482"/>
                </a:lnTo>
                <a:lnTo>
                  <a:pt x="4766" y="18348"/>
                </a:lnTo>
                <a:lnTo>
                  <a:pt x="4766" y="18038"/>
                </a:lnTo>
                <a:lnTo>
                  <a:pt x="4867" y="17814"/>
                </a:lnTo>
                <a:lnTo>
                  <a:pt x="5019" y="17681"/>
                </a:lnTo>
                <a:lnTo>
                  <a:pt x="5120" y="17592"/>
                </a:lnTo>
                <a:lnTo>
                  <a:pt x="5426" y="17592"/>
                </a:lnTo>
                <a:lnTo>
                  <a:pt x="5475" y="17636"/>
                </a:lnTo>
                <a:lnTo>
                  <a:pt x="5526" y="17636"/>
                </a:lnTo>
                <a:lnTo>
                  <a:pt x="5578" y="17592"/>
                </a:lnTo>
                <a:lnTo>
                  <a:pt x="5730" y="17547"/>
                </a:lnTo>
                <a:close/>
                <a:moveTo>
                  <a:pt x="7605" y="19507"/>
                </a:moveTo>
                <a:lnTo>
                  <a:pt x="7910" y="19595"/>
                </a:lnTo>
                <a:lnTo>
                  <a:pt x="7605" y="19774"/>
                </a:lnTo>
                <a:lnTo>
                  <a:pt x="7250" y="19952"/>
                </a:lnTo>
                <a:lnTo>
                  <a:pt x="6946" y="20175"/>
                </a:lnTo>
                <a:lnTo>
                  <a:pt x="6693" y="20442"/>
                </a:lnTo>
                <a:lnTo>
                  <a:pt x="6439" y="20353"/>
                </a:lnTo>
                <a:lnTo>
                  <a:pt x="6541" y="20264"/>
                </a:lnTo>
                <a:lnTo>
                  <a:pt x="7605" y="19507"/>
                </a:lnTo>
                <a:close/>
                <a:moveTo>
                  <a:pt x="8265" y="19685"/>
                </a:moveTo>
                <a:lnTo>
                  <a:pt x="8569" y="19774"/>
                </a:lnTo>
                <a:lnTo>
                  <a:pt x="8569" y="19819"/>
                </a:lnTo>
                <a:lnTo>
                  <a:pt x="8214" y="19952"/>
                </a:lnTo>
                <a:lnTo>
                  <a:pt x="7910" y="20131"/>
                </a:lnTo>
                <a:lnTo>
                  <a:pt x="7657" y="20308"/>
                </a:lnTo>
                <a:lnTo>
                  <a:pt x="7453" y="20575"/>
                </a:lnTo>
                <a:lnTo>
                  <a:pt x="7250" y="20532"/>
                </a:lnTo>
                <a:lnTo>
                  <a:pt x="7758" y="20086"/>
                </a:lnTo>
                <a:lnTo>
                  <a:pt x="8265" y="19685"/>
                </a:lnTo>
                <a:close/>
                <a:moveTo>
                  <a:pt x="8822" y="19863"/>
                </a:moveTo>
                <a:lnTo>
                  <a:pt x="9532" y="20086"/>
                </a:lnTo>
                <a:lnTo>
                  <a:pt x="8873" y="20398"/>
                </a:lnTo>
                <a:lnTo>
                  <a:pt x="8569" y="20575"/>
                </a:lnTo>
                <a:lnTo>
                  <a:pt x="8265" y="20799"/>
                </a:lnTo>
                <a:lnTo>
                  <a:pt x="8010" y="20709"/>
                </a:lnTo>
                <a:lnTo>
                  <a:pt x="8062" y="20620"/>
                </a:lnTo>
                <a:lnTo>
                  <a:pt x="8062" y="20487"/>
                </a:lnTo>
                <a:lnTo>
                  <a:pt x="8417" y="20175"/>
                </a:lnTo>
                <a:lnTo>
                  <a:pt x="8822" y="19907"/>
                </a:lnTo>
                <a:lnTo>
                  <a:pt x="8822" y="19863"/>
                </a:lnTo>
                <a:close/>
                <a:moveTo>
                  <a:pt x="9785" y="20131"/>
                </a:moveTo>
                <a:lnTo>
                  <a:pt x="10242" y="20264"/>
                </a:lnTo>
                <a:lnTo>
                  <a:pt x="9888" y="20532"/>
                </a:lnTo>
                <a:lnTo>
                  <a:pt x="9380" y="21021"/>
                </a:lnTo>
                <a:lnTo>
                  <a:pt x="8924" y="20932"/>
                </a:lnTo>
                <a:lnTo>
                  <a:pt x="8974" y="20842"/>
                </a:lnTo>
                <a:lnTo>
                  <a:pt x="8924" y="20799"/>
                </a:lnTo>
                <a:lnTo>
                  <a:pt x="9329" y="20442"/>
                </a:lnTo>
                <a:lnTo>
                  <a:pt x="9785" y="20131"/>
                </a:lnTo>
                <a:close/>
                <a:moveTo>
                  <a:pt x="11104" y="3250"/>
                </a:moveTo>
                <a:lnTo>
                  <a:pt x="10648" y="3295"/>
                </a:lnTo>
                <a:lnTo>
                  <a:pt x="10192" y="3340"/>
                </a:lnTo>
                <a:lnTo>
                  <a:pt x="9736" y="3429"/>
                </a:lnTo>
                <a:lnTo>
                  <a:pt x="9329" y="3517"/>
                </a:lnTo>
                <a:lnTo>
                  <a:pt x="8873" y="3651"/>
                </a:lnTo>
                <a:lnTo>
                  <a:pt x="8467" y="3829"/>
                </a:lnTo>
                <a:lnTo>
                  <a:pt x="8062" y="4008"/>
                </a:lnTo>
                <a:lnTo>
                  <a:pt x="7706" y="4275"/>
                </a:lnTo>
                <a:lnTo>
                  <a:pt x="6946" y="4809"/>
                </a:lnTo>
                <a:lnTo>
                  <a:pt x="6642" y="5121"/>
                </a:lnTo>
                <a:lnTo>
                  <a:pt x="6338" y="5477"/>
                </a:lnTo>
                <a:lnTo>
                  <a:pt x="6034" y="5789"/>
                </a:lnTo>
                <a:lnTo>
                  <a:pt x="5779" y="6190"/>
                </a:lnTo>
                <a:lnTo>
                  <a:pt x="5526" y="6547"/>
                </a:lnTo>
                <a:lnTo>
                  <a:pt x="5323" y="6947"/>
                </a:lnTo>
                <a:lnTo>
                  <a:pt x="5171" y="7482"/>
                </a:lnTo>
                <a:lnTo>
                  <a:pt x="5070" y="8016"/>
                </a:lnTo>
                <a:lnTo>
                  <a:pt x="5019" y="8550"/>
                </a:lnTo>
                <a:lnTo>
                  <a:pt x="5019" y="9129"/>
                </a:lnTo>
                <a:lnTo>
                  <a:pt x="5120" y="9664"/>
                </a:lnTo>
                <a:lnTo>
                  <a:pt x="5222" y="10243"/>
                </a:lnTo>
                <a:lnTo>
                  <a:pt x="5475" y="11312"/>
                </a:lnTo>
                <a:lnTo>
                  <a:pt x="5679" y="12514"/>
                </a:lnTo>
                <a:lnTo>
                  <a:pt x="5779" y="13094"/>
                </a:lnTo>
                <a:lnTo>
                  <a:pt x="5831" y="13673"/>
                </a:lnTo>
                <a:lnTo>
                  <a:pt x="5779" y="14252"/>
                </a:lnTo>
                <a:lnTo>
                  <a:pt x="5679" y="14830"/>
                </a:lnTo>
                <a:lnTo>
                  <a:pt x="5526" y="15320"/>
                </a:lnTo>
                <a:lnTo>
                  <a:pt x="5274" y="15855"/>
                </a:lnTo>
                <a:lnTo>
                  <a:pt x="4968" y="15943"/>
                </a:lnTo>
                <a:lnTo>
                  <a:pt x="4766" y="16122"/>
                </a:lnTo>
                <a:lnTo>
                  <a:pt x="4563" y="16300"/>
                </a:lnTo>
                <a:lnTo>
                  <a:pt x="4462" y="16567"/>
                </a:lnTo>
                <a:lnTo>
                  <a:pt x="4462" y="16789"/>
                </a:lnTo>
                <a:lnTo>
                  <a:pt x="4512" y="16968"/>
                </a:lnTo>
                <a:lnTo>
                  <a:pt x="4614" y="17191"/>
                </a:lnTo>
                <a:lnTo>
                  <a:pt x="4715" y="17325"/>
                </a:lnTo>
                <a:lnTo>
                  <a:pt x="4614" y="17414"/>
                </a:lnTo>
                <a:lnTo>
                  <a:pt x="4512" y="17502"/>
                </a:lnTo>
                <a:lnTo>
                  <a:pt x="4411" y="17636"/>
                </a:lnTo>
                <a:lnTo>
                  <a:pt x="4310" y="17814"/>
                </a:lnTo>
                <a:lnTo>
                  <a:pt x="4259" y="18038"/>
                </a:lnTo>
                <a:lnTo>
                  <a:pt x="4208" y="18260"/>
                </a:lnTo>
                <a:lnTo>
                  <a:pt x="4208" y="18438"/>
                </a:lnTo>
                <a:lnTo>
                  <a:pt x="4259" y="18661"/>
                </a:lnTo>
                <a:lnTo>
                  <a:pt x="4411" y="18794"/>
                </a:lnTo>
                <a:lnTo>
                  <a:pt x="4563" y="18928"/>
                </a:lnTo>
                <a:lnTo>
                  <a:pt x="4715" y="18973"/>
                </a:lnTo>
                <a:lnTo>
                  <a:pt x="4816" y="18928"/>
                </a:lnTo>
                <a:lnTo>
                  <a:pt x="4867" y="18883"/>
                </a:lnTo>
                <a:lnTo>
                  <a:pt x="4918" y="18883"/>
                </a:lnTo>
                <a:lnTo>
                  <a:pt x="5627" y="19061"/>
                </a:lnTo>
                <a:lnTo>
                  <a:pt x="5526" y="19195"/>
                </a:lnTo>
                <a:lnTo>
                  <a:pt x="5426" y="19373"/>
                </a:lnTo>
                <a:lnTo>
                  <a:pt x="5426" y="19819"/>
                </a:lnTo>
                <a:lnTo>
                  <a:pt x="5526" y="20041"/>
                </a:lnTo>
                <a:lnTo>
                  <a:pt x="5627" y="20219"/>
                </a:lnTo>
                <a:lnTo>
                  <a:pt x="5730" y="20398"/>
                </a:lnTo>
                <a:lnTo>
                  <a:pt x="5931" y="20487"/>
                </a:lnTo>
                <a:lnTo>
                  <a:pt x="5882" y="20575"/>
                </a:lnTo>
                <a:lnTo>
                  <a:pt x="5931" y="20665"/>
                </a:lnTo>
                <a:lnTo>
                  <a:pt x="5983" y="20709"/>
                </a:lnTo>
                <a:lnTo>
                  <a:pt x="6084" y="20754"/>
                </a:lnTo>
                <a:lnTo>
                  <a:pt x="6338" y="20842"/>
                </a:lnTo>
                <a:lnTo>
                  <a:pt x="6642" y="20976"/>
                </a:lnTo>
                <a:lnTo>
                  <a:pt x="7301" y="21111"/>
                </a:lnTo>
                <a:lnTo>
                  <a:pt x="7453" y="21154"/>
                </a:lnTo>
                <a:lnTo>
                  <a:pt x="7706" y="21199"/>
                </a:lnTo>
                <a:lnTo>
                  <a:pt x="8721" y="21466"/>
                </a:lnTo>
                <a:lnTo>
                  <a:pt x="9228" y="21555"/>
                </a:lnTo>
                <a:lnTo>
                  <a:pt x="9481" y="21600"/>
                </a:lnTo>
                <a:lnTo>
                  <a:pt x="9736" y="21555"/>
                </a:lnTo>
                <a:lnTo>
                  <a:pt x="9837" y="21511"/>
                </a:lnTo>
                <a:lnTo>
                  <a:pt x="9888" y="21466"/>
                </a:lnTo>
                <a:lnTo>
                  <a:pt x="9888" y="21378"/>
                </a:lnTo>
                <a:lnTo>
                  <a:pt x="9837" y="21288"/>
                </a:lnTo>
                <a:lnTo>
                  <a:pt x="10293" y="20887"/>
                </a:lnTo>
                <a:lnTo>
                  <a:pt x="10496" y="20665"/>
                </a:lnTo>
                <a:lnTo>
                  <a:pt x="10698" y="20442"/>
                </a:lnTo>
                <a:lnTo>
                  <a:pt x="11509" y="20665"/>
                </a:lnTo>
                <a:lnTo>
                  <a:pt x="11661" y="20665"/>
                </a:lnTo>
                <a:lnTo>
                  <a:pt x="11813" y="20620"/>
                </a:lnTo>
                <a:lnTo>
                  <a:pt x="12068" y="20532"/>
                </a:lnTo>
                <a:lnTo>
                  <a:pt x="12321" y="20353"/>
                </a:lnTo>
                <a:lnTo>
                  <a:pt x="12575" y="20131"/>
                </a:lnTo>
                <a:lnTo>
                  <a:pt x="12727" y="19863"/>
                </a:lnTo>
                <a:lnTo>
                  <a:pt x="12828" y="19595"/>
                </a:lnTo>
                <a:lnTo>
                  <a:pt x="12879" y="19285"/>
                </a:lnTo>
                <a:lnTo>
                  <a:pt x="12828" y="19061"/>
                </a:lnTo>
                <a:lnTo>
                  <a:pt x="12727" y="18928"/>
                </a:lnTo>
                <a:lnTo>
                  <a:pt x="12676" y="18839"/>
                </a:lnTo>
                <a:lnTo>
                  <a:pt x="12777" y="18705"/>
                </a:lnTo>
                <a:lnTo>
                  <a:pt x="12929" y="18527"/>
                </a:lnTo>
                <a:lnTo>
                  <a:pt x="12980" y="18348"/>
                </a:lnTo>
                <a:lnTo>
                  <a:pt x="13031" y="18215"/>
                </a:lnTo>
                <a:lnTo>
                  <a:pt x="13132" y="18126"/>
                </a:lnTo>
                <a:lnTo>
                  <a:pt x="13234" y="18038"/>
                </a:lnTo>
                <a:lnTo>
                  <a:pt x="13234" y="17948"/>
                </a:lnTo>
                <a:lnTo>
                  <a:pt x="13183" y="17814"/>
                </a:lnTo>
                <a:lnTo>
                  <a:pt x="12980" y="17636"/>
                </a:lnTo>
                <a:lnTo>
                  <a:pt x="12777" y="17458"/>
                </a:lnTo>
                <a:lnTo>
                  <a:pt x="12777" y="17058"/>
                </a:lnTo>
                <a:lnTo>
                  <a:pt x="12879" y="16612"/>
                </a:lnTo>
                <a:lnTo>
                  <a:pt x="13031" y="16212"/>
                </a:lnTo>
                <a:lnTo>
                  <a:pt x="13183" y="15855"/>
                </a:lnTo>
                <a:lnTo>
                  <a:pt x="13436" y="15499"/>
                </a:lnTo>
                <a:lnTo>
                  <a:pt x="13690" y="15142"/>
                </a:lnTo>
                <a:lnTo>
                  <a:pt x="14247" y="14429"/>
                </a:lnTo>
                <a:lnTo>
                  <a:pt x="14907" y="13761"/>
                </a:lnTo>
                <a:lnTo>
                  <a:pt x="15617" y="13138"/>
                </a:lnTo>
                <a:lnTo>
                  <a:pt x="16275" y="12514"/>
                </a:lnTo>
                <a:lnTo>
                  <a:pt x="16834" y="11847"/>
                </a:lnTo>
                <a:lnTo>
                  <a:pt x="17087" y="11535"/>
                </a:lnTo>
                <a:lnTo>
                  <a:pt x="17341" y="11179"/>
                </a:lnTo>
                <a:lnTo>
                  <a:pt x="17493" y="10867"/>
                </a:lnTo>
                <a:lnTo>
                  <a:pt x="17696" y="10510"/>
                </a:lnTo>
                <a:lnTo>
                  <a:pt x="17797" y="10154"/>
                </a:lnTo>
                <a:lnTo>
                  <a:pt x="17898" y="9753"/>
                </a:lnTo>
                <a:lnTo>
                  <a:pt x="17949" y="9396"/>
                </a:lnTo>
                <a:lnTo>
                  <a:pt x="18000" y="9041"/>
                </a:lnTo>
                <a:lnTo>
                  <a:pt x="18000" y="8283"/>
                </a:lnTo>
                <a:lnTo>
                  <a:pt x="17848" y="7570"/>
                </a:lnTo>
                <a:lnTo>
                  <a:pt x="17594" y="6814"/>
                </a:lnTo>
                <a:lnTo>
                  <a:pt x="17189" y="6101"/>
                </a:lnTo>
                <a:lnTo>
                  <a:pt x="16935" y="5789"/>
                </a:lnTo>
                <a:lnTo>
                  <a:pt x="16682" y="5433"/>
                </a:lnTo>
                <a:lnTo>
                  <a:pt x="16378" y="5166"/>
                </a:lnTo>
                <a:lnTo>
                  <a:pt x="16074" y="4854"/>
                </a:lnTo>
                <a:lnTo>
                  <a:pt x="15718" y="4631"/>
                </a:lnTo>
                <a:lnTo>
                  <a:pt x="15363" y="4364"/>
                </a:lnTo>
                <a:lnTo>
                  <a:pt x="14603" y="3963"/>
                </a:lnTo>
                <a:lnTo>
                  <a:pt x="13791" y="3651"/>
                </a:lnTo>
                <a:lnTo>
                  <a:pt x="12929" y="3429"/>
                </a:lnTo>
                <a:lnTo>
                  <a:pt x="12016" y="3295"/>
                </a:lnTo>
                <a:lnTo>
                  <a:pt x="11104" y="3250"/>
                </a:lnTo>
                <a:close/>
              </a:path>
            </a:pathLst>
          </a:custGeom>
          <a:solidFill>
            <a:schemeClr val="accent1"/>
          </a:solidFill>
          <a:ln w="12700">
            <a:miter lim="400000"/>
          </a:ln>
        </p:spPr>
        <p:txBody>
          <a:bodyPr lIns="0" tIns="0" rIns="0" bIns="0" anchor="ctr"/>
          <a:lstStyle/>
          <a:p>
            <a:pPr>
              <a:defRPr>
                <a:solidFill>
                  <a:srgbClr val="A4C2F4"/>
                </a:solidFill>
              </a:defRPr>
            </a:pPr>
          </a:p>
        </p:txBody>
      </p:sp>
      <p:sp>
        <p:nvSpPr>
          <p:cNvPr id="549" name="Google Shape;197;p3"/>
          <p:cNvSpPr/>
          <p:nvPr/>
        </p:nvSpPr>
        <p:spPr>
          <a:xfrm>
            <a:off x="6283392" y="4209543"/>
            <a:ext cx="210157" cy="4588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732" y="195"/>
                </a:moveTo>
                <a:lnTo>
                  <a:pt x="9411" y="588"/>
                </a:lnTo>
                <a:lnTo>
                  <a:pt x="9195" y="979"/>
                </a:lnTo>
                <a:lnTo>
                  <a:pt x="9090" y="1812"/>
                </a:lnTo>
                <a:lnTo>
                  <a:pt x="8982" y="3967"/>
                </a:lnTo>
                <a:lnTo>
                  <a:pt x="9090" y="5976"/>
                </a:lnTo>
                <a:lnTo>
                  <a:pt x="9090" y="7444"/>
                </a:lnTo>
                <a:lnTo>
                  <a:pt x="9195" y="7641"/>
                </a:lnTo>
                <a:lnTo>
                  <a:pt x="9411" y="7837"/>
                </a:lnTo>
                <a:lnTo>
                  <a:pt x="9516" y="7885"/>
                </a:lnTo>
                <a:lnTo>
                  <a:pt x="9732" y="7934"/>
                </a:lnTo>
                <a:lnTo>
                  <a:pt x="9836" y="7934"/>
                </a:lnTo>
                <a:lnTo>
                  <a:pt x="10052" y="7837"/>
                </a:lnTo>
                <a:lnTo>
                  <a:pt x="10160" y="7690"/>
                </a:lnTo>
                <a:lnTo>
                  <a:pt x="10265" y="7542"/>
                </a:lnTo>
                <a:lnTo>
                  <a:pt x="10265" y="6122"/>
                </a:lnTo>
                <a:lnTo>
                  <a:pt x="10160" y="3967"/>
                </a:lnTo>
                <a:lnTo>
                  <a:pt x="10265" y="2007"/>
                </a:lnTo>
                <a:lnTo>
                  <a:pt x="10265" y="1078"/>
                </a:lnTo>
                <a:lnTo>
                  <a:pt x="10160" y="636"/>
                </a:lnTo>
                <a:lnTo>
                  <a:pt x="9944" y="391"/>
                </a:lnTo>
                <a:lnTo>
                  <a:pt x="9836" y="195"/>
                </a:lnTo>
                <a:close/>
                <a:moveTo>
                  <a:pt x="5026" y="0"/>
                </a:moveTo>
                <a:lnTo>
                  <a:pt x="4918" y="48"/>
                </a:lnTo>
                <a:lnTo>
                  <a:pt x="4705" y="195"/>
                </a:lnTo>
                <a:lnTo>
                  <a:pt x="4598" y="391"/>
                </a:lnTo>
                <a:lnTo>
                  <a:pt x="4490" y="832"/>
                </a:lnTo>
                <a:lnTo>
                  <a:pt x="4598" y="1713"/>
                </a:lnTo>
                <a:lnTo>
                  <a:pt x="4705" y="3868"/>
                </a:lnTo>
                <a:lnTo>
                  <a:pt x="5026" y="8326"/>
                </a:lnTo>
                <a:lnTo>
                  <a:pt x="5131" y="8473"/>
                </a:lnTo>
                <a:lnTo>
                  <a:pt x="5239" y="8522"/>
                </a:lnTo>
                <a:lnTo>
                  <a:pt x="5455" y="8571"/>
                </a:lnTo>
                <a:lnTo>
                  <a:pt x="5667" y="8619"/>
                </a:lnTo>
                <a:lnTo>
                  <a:pt x="5880" y="8571"/>
                </a:lnTo>
                <a:lnTo>
                  <a:pt x="6096" y="8522"/>
                </a:lnTo>
                <a:lnTo>
                  <a:pt x="6309" y="8473"/>
                </a:lnTo>
                <a:lnTo>
                  <a:pt x="6309" y="7934"/>
                </a:lnTo>
                <a:lnTo>
                  <a:pt x="5988" y="4015"/>
                </a:lnTo>
                <a:lnTo>
                  <a:pt x="5775" y="1860"/>
                </a:lnTo>
                <a:lnTo>
                  <a:pt x="5667" y="782"/>
                </a:lnTo>
                <a:lnTo>
                  <a:pt x="5560" y="391"/>
                </a:lnTo>
                <a:lnTo>
                  <a:pt x="5455" y="195"/>
                </a:lnTo>
                <a:lnTo>
                  <a:pt x="5131" y="48"/>
                </a:lnTo>
                <a:lnTo>
                  <a:pt x="5026" y="0"/>
                </a:lnTo>
                <a:close/>
                <a:moveTo>
                  <a:pt x="14437" y="244"/>
                </a:moveTo>
                <a:lnTo>
                  <a:pt x="14221" y="294"/>
                </a:lnTo>
                <a:lnTo>
                  <a:pt x="14116" y="342"/>
                </a:lnTo>
                <a:lnTo>
                  <a:pt x="14116" y="441"/>
                </a:lnTo>
                <a:lnTo>
                  <a:pt x="13900" y="1469"/>
                </a:lnTo>
                <a:lnTo>
                  <a:pt x="13796" y="2546"/>
                </a:lnTo>
                <a:lnTo>
                  <a:pt x="13796" y="6857"/>
                </a:lnTo>
                <a:lnTo>
                  <a:pt x="13688" y="7837"/>
                </a:lnTo>
                <a:lnTo>
                  <a:pt x="13688" y="8375"/>
                </a:lnTo>
                <a:lnTo>
                  <a:pt x="13900" y="8865"/>
                </a:lnTo>
                <a:lnTo>
                  <a:pt x="14008" y="8963"/>
                </a:lnTo>
                <a:lnTo>
                  <a:pt x="14329" y="9012"/>
                </a:lnTo>
                <a:lnTo>
                  <a:pt x="14650" y="8963"/>
                </a:lnTo>
                <a:lnTo>
                  <a:pt x="14865" y="8865"/>
                </a:lnTo>
                <a:lnTo>
                  <a:pt x="15078" y="8375"/>
                </a:lnTo>
                <a:lnTo>
                  <a:pt x="15078" y="7837"/>
                </a:lnTo>
                <a:lnTo>
                  <a:pt x="14970" y="6857"/>
                </a:lnTo>
                <a:lnTo>
                  <a:pt x="14970" y="4702"/>
                </a:lnTo>
                <a:lnTo>
                  <a:pt x="15078" y="2546"/>
                </a:lnTo>
                <a:lnTo>
                  <a:pt x="14970" y="1518"/>
                </a:lnTo>
                <a:lnTo>
                  <a:pt x="14865" y="441"/>
                </a:lnTo>
                <a:lnTo>
                  <a:pt x="14865" y="342"/>
                </a:lnTo>
                <a:lnTo>
                  <a:pt x="14758" y="294"/>
                </a:lnTo>
                <a:lnTo>
                  <a:pt x="14437" y="244"/>
                </a:lnTo>
                <a:close/>
                <a:moveTo>
                  <a:pt x="18285" y="3575"/>
                </a:moveTo>
                <a:lnTo>
                  <a:pt x="18285" y="3624"/>
                </a:lnTo>
                <a:lnTo>
                  <a:pt x="18072" y="4015"/>
                </a:lnTo>
                <a:lnTo>
                  <a:pt x="17965" y="4408"/>
                </a:lnTo>
                <a:lnTo>
                  <a:pt x="17860" y="5240"/>
                </a:lnTo>
                <a:lnTo>
                  <a:pt x="17860" y="6906"/>
                </a:lnTo>
                <a:lnTo>
                  <a:pt x="17752" y="10236"/>
                </a:lnTo>
                <a:lnTo>
                  <a:pt x="17752" y="10530"/>
                </a:lnTo>
                <a:lnTo>
                  <a:pt x="17860" y="10628"/>
                </a:lnTo>
                <a:lnTo>
                  <a:pt x="17965" y="10727"/>
                </a:lnTo>
                <a:lnTo>
                  <a:pt x="18180" y="10775"/>
                </a:lnTo>
                <a:lnTo>
                  <a:pt x="18606" y="10775"/>
                </a:lnTo>
                <a:lnTo>
                  <a:pt x="18822" y="10727"/>
                </a:lnTo>
                <a:lnTo>
                  <a:pt x="18927" y="10628"/>
                </a:lnTo>
                <a:lnTo>
                  <a:pt x="19034" y="10530"/>
                </a:lnTo>
                <a:lnTo>
                  <a:pt x="19034" y="5289"/>
                </a:lnTo>
                <a:lnTo>
                  <a:pt x="18927" y="4457"/>
                </a:lnTo>
                <a:lnTo>
                  <a:pt x="18822" y="4015"/>
                </a:lnTo>
                <a:lnTo>
                  <a:pt x="18606" y="3624"/>
                </a:lnTo>
                <a:lnTo>
                  <a:pt x="18501" y="3575"/>
                </a:lnTo>
                <a:close/>
                <a:moveTo>
                  <a:pt x="9516" y="10530"/>
                </a:moveTo>
                <a:lnTo>
                  <a:pt x="8982" y="10824"/>
                </a:lnTo>
                <a:lnTo>
                  <a:pt x="8341" y="11070"/>
                </a:lnTo>
                <a:lnTo>
                  <a:pt x="7807" y="11217"/>
                </a:lnTo>
                <a:lnTo>
                  <a:pt x="7163" y="11314"/>
                </a:lnTo>
                <a:lnTo>
                  <a:pt x="7592" y="11070"/>
                </a:lnTo>
                <a:lnTo>
                  <a:pt x="8020" y="10873"/>
                </a:lnTo>
                <a:lnTo>
                  <a:pt x="8662" y="10677"/>
                </a:lnTo>
                <a:lnTo>
                  <a:pt x="9303" y="10580"/>
                </a:lnTo>
                <a:lnTo>
                  <a:pt x="9516" y="10530"/>
                </a:lnTo>
                <a:close/>
                <a:moveTo>
                  <a:pt x="14008" y="12685"/>
                </a:moveTo>
                <a:lnTo>
                  <a:pt x="13154" y="12735"/>
                </a:lnTo>
                <a:lnTo>
                  <a:pt x="12618" y="12783"/>
                </a:lnTo>
                <a:lnTo>
                  <a:pt x="11868" y="12783"/>
                </a:lnTo>
                <a:lnTo>
                  <a:pt x="11868" y="12930"/>
                </a:lnTo>
                <a:lnTo>
                  <a:pt x="11976" y="13029"/>
                </a:lnTo>
                <a:lnTo>
                  <a:pt x="12084" y="13126"/>
                </a:lnTo>
                <a:lnTo>
                  <a:pt x="12297" y="13176"/>
                </a:lnTo>
                <a:lnTo>
                  <a:pt x="12513" y="13225"/>
                </a:lnTo>
                <a:lnTo>
                  <a:pt x="13046" y="13273"/>
                </a:lnTo>
                <a:lnTo>
                  <a:pt x="13580" y="13225"/>
                </a:lnTo>
                <a:lnTo>
                  <a:pt x="14008" y="13273"/>
                </a:lnTo>
                <a:lnTo>
                  <a:pt x="14437" y="13322"/>
                </a:lnTo>
                <a:lnTo>
                  <a:pt x="14865" y="13372"/>
                </a:lnTo>
                <a:lnTo>
                  <a:pt x="15291" y="13519"/>
                </a:lnTo>
                <a:lnTo>
                  <a:pt x="15507" y="13666"/>
                </a:lnTo>
                <a:lnTo>
                  <a:pt x="15828" y="13861"/>
                </a:lnTo>
                <a:lnTo>
                  <a:pt x="15933" y="14057"/>
                </a:lnTo>
                <a:lnTo>
                  <a:pt x="16040" y="14253"/>
                </a:lnTo>
                <a:lnTo>
                  <a:pt x="16148" y="14351"/>
                </a:lnTo>
                <a:lnTo>
                  <a:pt x="16361" y="14449"/>
                </a:lnTo>
                <a:lnTo>
                  <a:pt x="17002" y="14449"/>
                </a:lnTo>
                <a:lnTo>
                  <a:pt x="17218" y="14351"/>
                </a:lnTo>
                <a:lnTo>
                  <a:pt x="17323" y="14301"/>
                </a:lnTo>
                <a:lnTo>
                  <a:pt x="17431" y="14154"/>
                </a:lnTo>
                <a:lnTo>
                  <a:pt x="17218" y="13763"/>
                </a:lnTo>
                <a:lnTo>
                  <a:pt x="16790" y="13420"/>
                </a:lnTo>
                <a:lnTo>
                  <a:pt x="16253" y="13126"/>
                </a:lnTo>
                <a:lnTo>
                  <a:pt x="15612" y="12882"/>
                </a:lnTo>
                <a:lnTo>
                  <a:pt x="14865" y="12735"/>
                </a:lnTo>
                <a:lnTo>
                  <a:pt x="14008" y="12685"/>
                </a:lnTo>
                <a:close/>
                <a:moveTo>
                  <a:pt x="14221" y="11412"/>
                </a:moveTo>
                <a:lnTo>
                  <a:pt x="14970" y="11510"/>
                </a:lnTo>
                <a:lnTo>
                  <a:pt x="15720" y="11657"/>
                </a:lnTo>
                <a:lnTo>
                  <a:pt x="16469" y="11852"/>
                </a:lnTo>
                <a:lnTo>
                  <a:pt x="17218" y="12098"/>
                </a:lnTo>
                <a:lnTo>
                  <a:pt x="17752" y="12342"/>
                </a:lnTo>
                <a:lnTo>
                  <a:pt x="18393" y="12636"/>
                </a:lnTo>
                <a:lnTo>
                  <a:pt x="18822" y="12930"/>
                </a:lnTo>
                <a:lnTo>
                  <a:pt x="19247" y="13273"/>
                </a:lnTo>
                <a:lnTo>
                  <a:pt x="19571" y="13616"/>
                </a:lnTo>
                <a:lnTo>
                  <a:pt x="19784" y="14007"/>
                </a:lnTo>
                <a:lnTo>
                  <a:pt x="19997" y="14351"/>
                </a:lnTo>
                <a:lnTo>
                  <a:pt x="20212" y="14791"/>
                </a:lnTo>
                <a:lnTo>
                  <a:pt x="20212" y="16016"/>
                </a:lnTo>
                <a:lnTo>
                  <a:pt x="19892" y="16849"/>
                </a:lnTo>
                <a:lnTo>
                  <a:pt x="19463" y="17633"/>
                </a:lnTo>
                <a:lnTo>
                  <a:pt x="19034" y="18024"/>
                </a:lnTo>
                <a:lnTo>
                  <a:pt x="18606" y="18417"/>
                </a:lnTo>
                <a:lnTo>
                  <a:pt x="18393" y="18612"/>
                </a:lnTo>
                <a:lnTo>
                  <a:pt x="17965" y="18760"/>
                </a:lnTo>
                <a:lnTo>
                  <a:pt x="17218" y="19054"/>
                </a:lnTo>
                <a:lnTo>
                  <a:pt x="16148" y="19395"/>
                </a:lnTo>
                <a:lnTo>
                  <a:pt x="15078" y="19837"/>
                </a:lnTo>
                <a:lnTo>
                  <a:pt x="14650" y="19984"/>
                </a:lnTo>
                <a:lnTo>
                  <a:pt x="13580" y="20278"/>
                </a:lnTo>
                <a:lnTo>
                  <a:pt x="14008" y="19837"/>
                </a:lnTo>
                <a:lnTo>
                  <a:pt x="14329" y="19542"/>
                </a:lnTo>
                <a:lnTo>
                  <a:pt x="14437" y="19347"/>
                </a:lnTo>
                <a:lnTo>
                  <a:pt x="14542" y="19200"/>
                </a:lnTo>
                <a:lnTo>
                  <a:pt x="14437" y="19054"/>
                </a:lnTo>
                <a:lnTo>
                  <a:pt x="14329" y="18907"/>
                </a:lnTo>
                <a:lnTo>
                  <a:pt x="14116" y="18857"/>
                </a:lnTo>
                <a:lnTo>
                  <a:pt x="13580" y="18857"/>
                </a:lnTo>
                <a:lnTo>
                  <a:pt x="13367" y="18907"/>
                </a:lnTo>
                <a:lnTo>
                  <a:pt x="13259" y="19004"/>
                </a:lnTo>
                <a:lnTo>
                  <a:pt x="13154" y="19151"/>
                </a:lnTo>
                <a:lnTo>
                  <a:pt x="13259" y="19298"/>
                </a:lnTo>
                <a:lnTo>
                  <a:pt x="13154" y="19395"/>
                </a:lnTo>
                <a:lnTo>
                  <a:pt x="12938" y="19739"/>
                </a:lnTo>
                <a:lnTo>
                  <a:pt x="12726" y="20032"/>
                </a:lnTo>
                <a:lnTo>
                  <a:pt x="12618" y="20376"/>
                </a:lnTo>
                <a:lnTo>
                  <a:pt x="12726" y="20473"/>
                </a:lnTo>
                <a:lnTo>
                  <a:pt x="12513" y="20522"/>
                </a:lnTo>
                <a:lnTo>
                  <a:pt x="11656" y="20669"/>
                </a:lnTo>
                <a:lnTo>
                  <a:pt x="10586" y="20816"/>
                </a:lnTo>
                <a:lnTo>
                  <a:pt x="11122" y="20473"/>
                </a:lnTo>
                <a:lnTo>
                  <a:pt x="11976" y="19689"/>
                </a:lnTo>
                <a:lnTo>
                  <a:pt x="11976" y="19494"/>
                </a:lnTo>
                <a:lnTo>
                  <a:pt x="11868" y="19395"/>
                </a:lnTo>
                <a:lnTo>
                  <a:pt x="11764" y="19347"/>
                </a:lnTo>
                <a:lnTo>
                  <a:pt x="11548" y="19298"/>
                </a:lnTo>
                <a:lnTo>
                  <a:pt x="11335" y="19298"/>
                </a:lnTo>
                <a:lnTo>
                  <a:pt x="11122" y="19347"/>
                </a:lnTo>
                <a:lnTo>
                  <a:pt x="11014" y="19445"/>
                </a:lnTo>
                <a:lnTo>
                  <a:pt x="10160" y="20229"/>
                </a:lnTo>
                <a:lnTo>
                  <a:pt x="9732" y="20572"/>
                </a:lnTo>
                <a:lnTo>
                  <a:pt x="9411" y="20914"/>
                </a:lnTo>
                <a:lnTo>
                  <a:pt x="8449" y="20963"/>
                </a:lnTo>
                <a:lnTo>
                  <a:pt x="7379" y="20866"/>
                </a:lnTo>
                <a:lnTo>
                  <a:pt x="8020" y="20572"/>
                </a:lnTo>
                <a:lnTo>
                  <a:pt x="8554" y="20278"/>
                </a:lnTo>
                <a:lnTo>
                  <a:pt x="9090" y="19885"/>
                </a:lnTo>
                <a:lnTo>
                  <a:pt x="9516" y="19494"/>
                </a:lnTo>
                <a:lnTo>
                  <a:pt x="9732" y="19494"/>
                </a:lnTo>
                <a:lnTo>
                  <a:pt x="9836" y="19395"/>
                </a:lnTo>
                <a:lnTo>
                  <a:pt x="9944" y="19347"/>
                </a:lnTo>
                <a:lnTo>
                  <a:pt x="10052" y="19200"/>
                </a:lnTo>
                <a:lnTo>
                  <a:pt x="9944" y="19151"/>
                </a:lnTo>
                <a:lnTo>
                  <a:pt x="9944" y="19054"/>
                </a:lnTo>
                <a:lnTo>
                  <a:pt x="9732" y="19004"/>
                </a:lnTo>
                <a:lnTo>
                  <a:pt x="9411" y="18955"/>
                </a:lnTo>
                <a:lnTo>
                  <a:pt x="9195" y="18955"/>
                </a:lnTo>
                <a:lnTo>
                  <a:pt x="8874" y="19004"/>
                </a:lnTo>
                <a:lnTo>
                  <a:pt x="8554" y="19200"/>
                </a:lnTo>
                <a:lnTo>
                  <a:pt x="8020" y="19592"/>
                </a:lnTo>
                <a:lnTo>
                  <a:pt x="7271" y="20131"/>
                </a:lnTo>
                <a:lnTo>
                  <a:pt x="6522" y="20620"/>
                </a:lnTo>
                <a:lnTo>
                  <a:pt x="6417" y="20767"/>
                </a:lnTo>
                <a:lnTo>
                  <a:pt x="5560" y="20522"/>
                </a:lnTo>
                <a:lnTo>
                  <a:pt x="4705" y="20278"/>
                </a:lnTo>
                <a:lnTo>
                  <a:pt x="5131" y="20131"/>
                </a:lnTo>
                <a:lnTo>
                  <a:pt x="5455" y="19984"/>
                </a:lnTo>
                <a:lnTo>
                  <a:pt x="6522" y="19445"/>
                </a:lnTo>
                <a:lnTo>
                  <a:pt x="7484" y="18955"/>
                </a:lnTo>
                <a:lnTo>
                  <a:pt x="7912" y="18661"/>
                </a:lnTo>
                <a:lnTo>
                  <a:pt x="8128" y="18367"/>
                </a:lnTo>
                <a:lnTo>
                  <a:pt x="8128" y="18270"/>
                </a:lnTo>
                <a:lnTo>
                  <a:pt x="8020" y="18171"/>
                </a:lnTo>
                <a:lnTo>
                  <a:pt x="7700" y="18171"/>
                </a:lnTo>
                <a:lnTo>
                  <a:pt x="7058" y="18318"/>
                </a:lnTo>
                <a:lnTo>
                  <a:pt x="6522" y="18514"/>
                </a:lnTo>
                <a:lnTo>
                  <a:pt x="5667" y="19004"/>
                </a:lnTo>
                <a:lnTo>
                  <a:pt x="4598" y="19592"/>
                </a:lnTo>
                <a:lnTo>
                  <a:pt x="4385" y="19788"/>
                </a:lnTo>
                <a:lnTo>
                  <a:pt x="4169" y="20032"/>
                </a:lnTo>
                <a:lnTo>
                  <a:pt x="3315" y="19542"/>
                </a:lnTo>
                <a:lnTo>
                  <a:pt x="4277" y="19102"/>
                </a:lnTo>
                <a:lnTo>
                  <a:pt x="5131" y="18612"/>
                </a:lnTo>
                <a:lnTo>
                  <a:pt x="6737" y="17633"/>
                </a:lnTo>
                <a:lnTo>
                  <a:pt x="6737" y="17436"/>
                </a:lnTo>
                <a:lnTo>
                  <a:pt x="6522" y="17290"/>
                </a:lnTo>
                <a:lnTo>
                  <a:pt x="6417" y="17240"/>
                </a:lnTo>
                <a:lnTo>
                  <a:pt x="5988" y="17240"/>
                </a:lnTo>
                <a:lnTo>
                  <a:pt x="5775" y="17290"/>
                </a:lnTo>
                <a:lnTo>
                  <a:pt x="4169" y="18220"/>
                </a:lnTo>
                <a:lnTo>
                  <a:pt x="3528" y="18710"/>
                </a:lnTo>
                <a:lnTo>
                  <a:pt x="2886" y="19200"/>
                </a:lnTo>
                <a:lnTo>
                  <a:pt x="2458" y="18760"/>
                </a:lnTo>
                <a:lnTo>
                  <a:pt x="2032" y="18318"/>
                </a:lnTo>
                <a:lnTo>
                  <a:pt x="2994" y="17927"/>
                </a:lnTo>
                <a:lnTo>
                  <a:pt x="3956" y="17486"/>
                </a:lnTo>
                <a:lnTo>
                  <a:pt x="5455" y="16605"/>
                </a:lnTo>
                <a:lnTo>
                  <a:pt x="5560" y="16506"/>
                </a:lnTo>
                <a:lnTo>
                  <a:pt x="5560" y="16408"/>
                </a:lnTo>
                <a:lnTo>
                  <a:pt x="5455" y="16309"/>
                </a:lnTo>
                <a:lnTo>
                  <a:pt x="5347" y="16261"/>
                </a:lnTo>
                <a:lnTo>
                  <a:pt x="5131" y="16212"/>
                </a:lnTo>
                <a:lnTo>
                  <a:pt x="4918" y="16163"/>
                </a:lnTo>
                <a:lnTo>
                  <a:pt x="4705" y="16163"/>
                </a:lnTo>
                <a:lnTo>
                  <a:pt x="4490" y="16261"/>
                </a:lnTo>
                <a:lnTo>
                  <a:pt x="3102" y="16996"/>
                </a:lnTo>
                <a:lnTo>
                  <a:pt x="2353" y="17387"/>
                </a:lnTo>
                <a:lnTo>
                  <a:pt x="1816" y="17829"/>
                </a:lnTo>
                <a:lnTo>
                  <a:pt x="1711" y="17633"/>
                </a:lnTo>
                <a:lnTo>
                  <a:pt x="1603" y="17192"/>
                </a:lnTo>
                <a:lnTo>
                  <a:pt x="2245" y="16898"/>
                </a:lnTo>
                <a:lnTo>
                  <a:pt x="2994" y="16555"/>
                </a:lnTo>
                <a:lnTo>
                  <a:pt x="3848" y="16115"/>
                </a:lnTo>
                <a:lnTo>
                  <a:pt x="4277" y="15869"/>
                </a:lnTo>
                <a:lnTo>
                  <a:pt x="4385" y="15722"/>
                </a:lnTo>
                <a:lnTo>
                  <a:pt x="4385" y="15478"/>
                </a:lnTo>
                <a:lnTo>
                  <a:pt x="4277" y="15428"/>
                </a:lnTo>
                <a:lnTo>
                  <a:pt x="4064" y="15379"/>
                </a:lnTo>
                <a:lnTo>
                  <a:pt x="3956" y="15428"/>
                </a:lnTo>
                <a:lnTo>
                  <a:pt x="3423" y="15527"/>
                </a:lnTo>
                <a:lnTo>
                  <a:pt x="2994" y="15722"/>
                </a:lnTo>
                <a:lnTo>
                  <a:pt x="2245" y="16163"/>
                </a:lnTo>
                <a:lnTo>
                  <a:pt x="1496" y="16605"/>
                </a:lnTo>
                <a:lnTo>
                  <a:pt x="1496" y="15918"/>
                </a:lnTo>
                <a:lnTo>
                  <a:pt x="1816" y="15771"/>
                </a:lnTo>
                <a:lnTo>
                  <a:pt x="2137" y="15624"/>
                </a:lnTo>
                <a:lnTo>
                  <a:pt x="2353" y="15331"/>
                </a:lnTo>
                <a:lnTo>
                  <a:pt x="2886" y="15281"/>
                </a:lnTo>
                <a:lnTo>
                  <a:pt x="3315" y="15232"/>
                </a:lnTo>
                <a:lnTo>
                  <a:pt x="3635" y="15085"/>
                </a:lnTo>
                <a:lnTo>
                  <a:pt x="3956" y="14938"/>
                </a:lnTo>
                <a:lnTo>
                  <a:pt x="4277" y="14791"/>
                </a:lnTo>
                <a:lnTo>
                  <a:pt x="4385" y="14596"/>
                </a:lnTo>
                <a:lnTo>
                  <a:pt x="4385" y="14400"/>
                </a:lnTo>
                <a:lnTo>
                  <a:pt x="4277" y="14301"/>
                </a:lnTo>
                <a:lnTo>
                  <a:pt x="4064" y="14253"/>
                </a:lnTo>
                <a:lnTo>
                  <a:pt x="3423" y="14253"/>
                </a:lnTo>
                <a:lnTo>
                  <a:pt x="3207" y="14351"/>
                </a:lnTo>
                <a:lnTo>
                  <a:pt x="3102" y="14449"/>
                </a:lnTo>
                <a:lnTo>
                  <a:pt x="2994" y="14596"/>
                </a:lnTo>
                <a:lnTo>
                  <a:pt x="2778" y="14694"/>
                </a:lnTo>
                <a:lnTo>
                  <a:pt x="2458" y="14743"/>
                </a:lnTo>
                <a:lnTo>
                  <a:pt x="2032" y="14791"/>
                </a:lnTo>
                <a:lnTo>
                  <a:pt x="2566" y="14400"/>
                </a:lnTo>
                <a:lnTo>
                  <a:pt x="2778" y="14253"/>
                </a:lnTo>
                <a:lnTo>
                  <a:pt x="3207" y="14106"/>
                </a:lnTo>
                <a:lnTo>
                  <a:pt x="3528" y="13959"/>
                </a:lnTo>
                <a:lnTo>
                  <a:pt x="4064" y="13910"/>
                </a:lnTo>
                <a:lnTo>
                  <a:pt x="4490" y="13812"/>
                </a:lnTo>
                <a:lnTo>
                  <a:pt x="5026" y="13812"/>
                </a:lnTo>
                <a:lnTo>
                  <a:pt x="6096" y="13763"/>
                </a:lnTo>
                <a:lnTo>
                  <a:pt x="7058" y="13714"/>
                </a:lnTo>
                <a:lnTo>
                  <a:pt x="7912" y="13567"/>
                </a:lnTo>
                <a:lnTo>
                  <a:pt x="8769" y="13322"/>
                </a:lnTo>
                <a:lnTo>
                  <a:pt x="9411" y="12979"/>
                </a:lnTo>
                <a:lnTo>
                  <a:pt x="9944" y="12636"/>
                </a:lnTo>
                <a:lnTo>
                  <a:pt x="10373" y="12245"/>
                </a:lnTo>
                <a:lnTo>
                  <a:pt x="10801" y="11804"/>
                </a:lnTo>
                <a:lnTo>
                  <a:pt x="10801" y="11705"/>
                </a:lnTo>
                <a:lnTo>
                  <a:pt x="11443" y="11657"/>
                </a:lnTo>
                <a:lnTo>
                  <a:pt x="12084" y="11558"/>
                </a:lnTo>
                <a:lnTo>
                  <a:pt x="12726" y="11461"/>
                </a:lnTo>
                <a:lnTo>
                  <a:pt x="13367" y="11412"/>
                </a:lnTo>
                <a:close/>
                <a:moveTo>
                  <a:pt x="9516" y="9992"/>
                </a:moveTo>
                <a:lnTo>
                  <a:pt x="8769" y="10090"/>
                </a:lnTo>
                <a:lnTo>
                  <a:pt x="8128" y="10286"/>
                </a:lnTo>
                <a:lnTo>
                  <a:pt x="7484" y="10481"/>
                </a:lnTo>
                <a:lnTo>
                  <a:pt x="7058" y="10677"/>
                </a:lnTo>
                <a:lnTo>
                  <a:pt x="6630" y="10922"/>
                </a:lnTo>
                <a:lnTo>
                  <a:pt x="6309" y="11167"/>
                </a:lnTo>
                <a:lnTo>
                  <a:pt x="6096" y="11461"/>
                </a:lnTo>
                <a:lnTo>
                  <a:pt x="5880" y="11020"/>
                </a:lnTo>
                <a:lnTo>
                  <a:pt x="5667" y="10580"/>
                </a:lnTo>
                <a:lnTo>
                  <a:pt x="5455" y="10481"/>
                </a:lnTo>
                <a:lnTo>
                  <a:pt x="5347" y="10481"/>
                </a:lnTo>
                <a:lnTo>
                  <a:pt x="5131" y="10530"/>
                </a:lnTo>
                <a:lnTo>
                  <a:pt x="4918" y="10677"/>
                </a:lnTo>
                <a:lnTo>
                  <a:pt x="4810" y="10824"/>
                </a:lnTo>
                <a:lnTo>
                  <a:pt x="4705" y="11167"/>
                </a:lnTo>
                <a:lnTo>
                  <a:pt x="4810" y="11558"/>
                </a:lnTo>
                <a:lnTo>
                  <a:pt x="5026" y="11902"/>
                </a:lnTo>
                <a:lnTo>
                  <a:pt x="5455" y="12294"/>
                </a:lnTo>
                <a:lnTo>
                  <a:pt x="5988" y="12588"/>
                </a:lnTo>
                <a:lnTo>
                  <a:pt x="6630" y="12832"/>
                </a:lnTo>
                <a:lnTo>
                  <a:pt x="7271" y="13029"/>
                </a:lnTo>
                <a:lnTo>
                  <a:pt x="6737" y="13126"/>
                </a:lnTo>
                <a:lnTo>
                  <a:pt x="6201" y="13176"/>
                </a:lnTo>
                <a:lnTo>
                  <a:pt x="4918" y="13176"/>
                </a:lnTo>
                <a:lnTo>
                  <a:pt x="4277" y="13225"/>
                </a:lnTo>
                <a:lnTo>
                  <a:pt x="3635" y="13273"/>
                </a:lnTo>
                <a:lnTo>
                  <a:pt x="3102" y="13372"/>
                </a:lnTo>
                <a:lnTo>
                  <a:pt x="2566" y="13519"/>
                </a:lnTo>
                <a:lnTo>
                  <a:pt x="1711" y="13861"/>
                </a:lnTo>
                <a:lnTo>
                  <a:pt x="1283" y="14057"/>
                </a:lnTo>
                <a:lnTo>
                  <a:pt x="962" y="14301"/>
                </a:lnTo>
                <a:lnTo>
                  <a:pt x="641" y="14596"/>
                </a:lnTo>
                <a:lnTo>
                  <a:pt x="426" y="14841"/>
                </a:lnTo>
                <a:lnTo>
                  <a:pt x="105" y="15478"/>
                </a:lnTo>
                <a:lnTo>
                  <a:pt x="0" y="16115"/>
                </a:lnTo>
                <a:lnTo>
                  <a:pt x="0" y="16751"/>
                </a:lnTo>
                <a:lnTo>
                  <a:pt x="213" y="17387"/>
                </a:lnTo>
                <a:lnTo>
                  <a:pt x="426" y="17976"/>
                </a:lnTo>
                <a:lnTo>
                  <a:pt x="749" y="18564"/>
                </a:lnTo>
                <a:lnTo>
                  <a:pt x="1175" y="19054"/>
                </a:lnTo>
                <a:lnTo>
                  <a:pt x="1711" y="19592"/>
                </a:lnTo>
                <a:lnTo>
                  <a:pt x="2458" y="20082"/>
                </a:lnTo>
                <a:lnTo>
                  <a:pt x="3207" y="20473"/>
                </a:lnTo>
                <a:lnTo>
                  <a:pt x="4169" y="20866"/>
                </a:lnTo>
                <a:lnTo>
                  <a:pt x="5131" y="21159"/>
                </a:lnTo>
                <a:lnTo>
                  <a:pt x="6309" y="21404"/>
                </a:lnTo>
                <a:lnTo>
                  <a:pt x="7484" y="21551"/>
                </a:lnTo>
                <a:lnTo>
                  <a:pt x="8128" y="21600"/>
                </a:lnTo>
                <a:lnTo>
                  <a:pt x="8769" y="21600"/>
                </a:lnTo>
                <a:lnTo>
                  <a:pt x="10160" y="21551"/>
                </a:lnTo>
                <a:lnTo>
                  <a:pt x="11443" y="21404"/>
                </a:lnTo>
                <a:lnTo>
                  <a:pt x="12618" y="21209"/>
                </a:lnTo>
                <a:lnTo>
                  <a:pt x="13688" y="20963"/>
                </a:lnTo>
                <a:lnTo>
                  <a:pt x="14865" y="20719"/>
                </a:lnTo>
                <a:lnTo>
                  <a:pt x="15828" y="20425"/>
                </a:lnTo>
                <a:lnTo>
                  <a:pt x="16361" y="20229"/>
                </a:lnTo>
                <a:lnTo>
                  <a:pt x="16682" y="20032"/>
                </a:lnTo>
                <a:lnTo>
                  <a:pt x="18393" y="19347"/>
                </a:lnTo>
                <a:lnTo>
                  <a:pt x="19142" y="19054"/>
                </a:lnTo>
                <a:lnTo>
                  <a:pt x="19571" y="18907"/>
                </a:lnTo>
                <a:lnTo>
                  <a:pt x="19784" y="18710"/>
                </a:lnTo>
                <a:lnTo>
                  <a:pt x="20317" y="18270"/>
                </a:lnTo>
                <a:lnTo>
                  <a:pt x="20746" y="17780"/>
                </a:lnTo>
                <a:lnTo>
                  <a:pt x="21066" y="17290"/>
                </a:lnTo>
                <a:lnTo>
                  <a:pt x="21279" y="16849"/>
                </a:lnTo>
                <a:lnTo>
                  <a:pt x="21495" y="16359"/>
                </a:lnTo>
                <a:lnTo>
                  <a:pt x="21600" y="15869"/>
                </a:lnTo>
                <a:lnTo>
                  <a:pt x="21600" y="15379"/>
                </a:lnTo>
                <a:lnTo>
                  <a:pt x="21495" y="14890"/>
                </a:lnTo>
                <a:lnTo>
                  <a:pt x="21387" y="14400"/>
                </a:lnTo>
                <a:lnTo>
                  <a:pt x="21174" y="13910"/>
                </a:lnTo>
                <a:lnTo>
                  <a:pt x="20854" y="13519"/>
                </a:lnTo>
                <a:lnTo>
                  <a:pt x="20425" y="13077"/>
                </a:lnTo>
                <a:lnTo>
                  <a:pt x="19997" y="12735"/>
                </a:lnTo>
                <a:lnTo>
                  <a:pt x="19463" y="12342"/>
                </a:lnTo>
                <a:lnTo>
                  <a:pt x="18822" y="11999"/>
                </a:lnTo>
                <a:lnTo>
                  <a:pt x="18180" y="11705"/>
                </a:lnTo>
                <a:lnTo>
                  <a:pt x="17431" y="11461"/>
                </a:lnTo>
                <a:lnTo>
                  <a:pt x="16574" y="11217"/>
                </a:lnTo>
                <a:lnTo>
                  <a:pt x="15720" y="11070"/>
                </a:lnTo>
                <a:lnTo>
                  <a:pt x="14865" y="10922"/>
                </a:lnTo>
                <a:lnTo>
                  <a:pt x="13900" y="10873"/>
                </a:lnTo>
                <a:lnTo>
                  <a:pt x="13046" y="10873"/>
                </a:lnTo>
                <a:lnTo>
                  <a:pt x="12297" y="10922"/>
                </a:lnTo>
                <a:lnTo>
                  <a:pt x="11443" y="11070"/>
                </a:lnTo>
                <a:lnTo>
                  <a:pt x="11122" y="11167"/>
                </a:lnTo>
                <a:lnTo>
                  <a:pt x="10801" y="11265"/>
                </a:lnTo>
                <a:lnTo>
                  <a:pt x="10586" y="11412"/>
                </a:lnTo>
                <a:lnTo>
                  <a:pt x="10373" y="11558"/>
                </a:lnTo>
                <a:lnTo>
                  <a:pt x="10373" y="11608"/>
                </a:lnTo>
                <a:lnTo>
                  <a:pt x="10265" y="11657"/>
                </a:lnTo>
                <a:lnTo>
                  <a:pt x="10160" y="11705"/>
                </a:lnTo>
                <a:lnTo>
                  <a:pt x="9303" y="12245"/>
                </a:lnTo>
                <a:lnTo>
                  <a:pt x="8769" y="12489"/>
                </a:lnTo>
                <a:lnTo>
                  <a:pt x="8233" y="12735"/>
                </a:lnTo>
                <a:lnTo>
                  <a:pt x="8128" y="12636"/>
                </a:lnTo>
                <a:lnTo>
                  <a:pt x="7163" y="12245"/>
                </a:lnTo>
                <a:lnTo>
                  <a:pt x="6842" y="12049"/>
                </a:lnTo>
                <a:lnTo>
                  <a:pt x="6417" y="11852"/>
                </a:lnTo>
                <a:lnTo>
                  <a:pt x="6630" y="11852"/>
                </a:lnTo>
                <a:lnTo>
                  <a:pt x="6737" y="11804"/>
                </a:lnTo>
                <a:lnTo>
                  <a:pt x="7379" y="11804"/>
                </a:lnTo>
                <a:lnTo>
                  <a:pt x="7912" y="11755"/>
                </a:lnTo>
                <a:lnTo>
                  <a:pt x="8449" y="11657"/>
                </a:lnTo>
                <a:lnTo>
                  <a:pt x="8874" y="11510"/>
                </a:lnTo>
                <a:lnTo>
                  <a:pt x="9516" y="11314"/>
                </a:lnTo>
                <a:lnTo>
                  <a:pt x="10160" y="11020"/>
                </a:lnTo>
                <a:lnTo>
                  <a:pt x="10694" y="10727"/>
                </a:lnTo>
                <a:lnTo>
                  <a:pt x="11122" y="10433"/>
                </a:lnTo>
                <a:lnTo>
                  <a:pt x="11227" y="10334"/>
                </a:lnTo>
                <a:lnTo>
                  <a:pt x="11227" y="10236"/>
                </a:lnTo>
                <a:lnTo>
                  <a:pt x="11014" y="10090"/>
                </a:lnTo>
                <a:lnTo>
                  <a:pt x="10694" y="9992"/>
                </a:lnTo>
                <a:lnTo>
                  <a:pt x="10481" y="9992"/>
                </a:lnTo>
                <a:lnTo>
                  <a:pt x="10265" y="10040"/>
                </a:lnTo>
                <a:lnTo>
                  <a:pt x="9944" y="9992"/>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550" name="Google Shape;198;p3"/>
          <p:cNvSpPr/>
          <p:nvPr/>
        </p:nvSpPr>
        <p:spPr>
          <a:xfrm>
            <a:off x="5746588" y="4042836"/>
            <a:ext cx="414101" cy="5077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522" y="5224"/>
                </a:moveTo>
                <a:lnTo>
                  <a:pt x="16065" y="5754"/>
                </a:lnTo>
                <a:lnTo>
                  <a:pt x="15847" y="5754"/>
                </a:lnTo>
                <a:lnTo>
                  <a:pt x="15847" y="5666"/>
                </a:lnTo>
                <a:lnTo>
                  <a:pt x="15793" y="5577"/>
                </a:lnTo>
                <a:lnTo>
                  <a:pt x="15739" y="5577"/>
                </a:lnTo>
                <a:lnTo>
                  <a:pt x="15685" y="5489"/>
                </a:lnTo>
                <a:lnTo>
                  <a:pt x="15630" y="5444"/>
                </a:lnTo>
                <a:lnTo>
                  <a:pt x="15467" y="5400"/>
                </a:lnTo>
                <a:lnTo>
                  <a:pt x="15305" y="5444"/>
                </a:lnTo>
                <a:lnTo>
                  <a:pt x="15250" y="5489"/>
                </a:lnTo>
                <a:lnTo>
                  <a:pt x="15196" y="5577"/>
                </a:lnTo>
                <a:lnTo>
                  <a:pt x="15196" y="5666"/>
                </a:lnTo>
                <a:lnTo>
                  <a:pt x="14871" y="5577"/>
                </a:lnTo>
                <a:lnTo>
                  <a:pt x="15522" y="5224"/>
                </a:lnTo>
                <a:close/>
                <a:moveTo>
                  <a:pt x="10203" y="4160"/>
                </a:moveTo>
                <a:lnTo>
                  <a:pt x="10420" y="4205"/>
                </a:lnTo>
                <a:lnTo>
                  <a:pt x="10691" y="4250"/>
                </a:lnTo>
                <a:lnTo>
                  <a:pt x="10909" y="4338"/>
                </a:lnTo>
                <a:lnTo>
                  <a:pt x="11071" y="4471"/>
                </a:lnTo>
                <a:lnTo>
                  <a:pt x="11126" y="4603"/>
                </a:lnTo>
                <a:lnTo>
                  <a:pt x="11126" y="4693"/>
                </a:lnTo>
                <a:lnTo>
                  <a:pt x="11071" y="4825"/>
                </a:lnTo>
                <a:lnTo>
                  <a:pt x="11017" y="4958"/>
                </a:lnTo>
                <a:lnTo>
                  <a:pt x="10746" y="5179"/>
                </a:lnTo>
                <a:lnTo>
                  <a:pt x="10583" y="5356"/>
                </a:lnTo>
                <a:lnTo>
                  <a:pt x="10258" y="5710"/>
                </a:lnTo>
                <a:lnTo>
                  <a:pt x="9932" y="5975"/>
                </a:lnTo>
                <a:lnTo>
                  <a:pt x="9607" y="6153"/>
                </a:lnTo>
                <a:lnTo>
                  <a:pt x="9444" y="6197"/>
                </a:lnTo>
                <a:lnTo>
                  <a:pt x="9335" y="6197"/>
                </a:lnTo>
                <a:lnTo>
                  <a:pt x="9226" y="6108"/>
                </a:lnTo>
                <a:lnTo>
                  <a:pt x="9172" y="6020"/>
                </a:lnTo>
                <a:lnTo>
                  <a:pt x="9117" y="5799"/>
                </a:lnTo>
                <a:lnTo>
                  <a:pt x="9117" y="5002"/>
                </a:lnTo>
                <a:lnTo>
                  <a:pt x="9064" y="4338"/>
                </a:lnTo>
                <a:lnTo>
                  <a:pt x="9280" y="4250"/>
                </a:lnTo>
                <a:lnTo>
                  <a:pt x="9497" y="4205"/>
                </a:lnTo>
                <a:lnTo>
                  <a:pt x="9715" y="4160"/>
                </a:lnTo>
                <a:close/>
                <a:moveTo>
                  <a:pt x="9552" y="3762"/>
                </a:moveTo>
                <a:lnTo>
                  <a:pt x="9226" y="3852"/>
                </a:lnTo>
                <a:lnTo>
                  <a:pt x="8901" y="3940"/>
                </a:lnTo>
                <a:lnTo>
                  <a:pt x="8629" y="4072"/>
                </a:lnTo>
                <a:lnTo>
                  <a:pt x="8466" y="4293"/>
                </a:lnTo>
                <a:lnTo>
                  <a:pt x="8466" y="4383"/>
                </a:lnTo>
                <a:lnTo>
                  <a:pt x="8521" y="4426"/>
                </a:lnTo>
                <a:lnTo>
                  <a:pt x="8575" y="4471"/>
                </a:lnTo>
                <a:lnTo>
                  <a:pt x="8683" y="4471"/>
                </a:lnTo>
                <a:lnTo>
                  <a:pt x="8846" y="4426"/>
                </a:lnTo>
                <a:lnTo>
                  <a:pt x="8792" y="5091"/>
                </a:lnTo>
                <a:lnTo>
                  <a:pt x="8792" y="5975"/>
                </a:lnTo>
                <a:lnTo>
                  <a:pt x="8846" y="6153"/>
                </a:lnTo>
                <a:lnTo>
                  <a:pt x="8954" y="6285"/>
                </a:lnTo>
                <a:lnTo>
                  <a:pt x="9117" y="6418"/>
                </a:lnTo>
                <a:lnTo>
                  <a:pt x="9226" y="6507"/>
                </a:lnTo>
                <a:lnTo>
                  <a:pt x="9660" y="6507"/>
                </a:lnTo>
                <a:lnTo>
                  <a:pt x="9932" y="6373"/>
                </a:lnTo>
                <a:lnTo>
                  <a:pt x="10203" y="6197"/>
                </a:lnTo>
                <a:lnTo>
                  <a:pt x="10691" y="5799"/>
                </a:lnTo>
                <a:lnTo>
                  <a:pt x="11017" y="5444"/>
                </a:lnTo>
                <a:lnTo>
                  <a:pt x="11234" y="5224"/>
                </a:lnTo>
                <a:lnTo>
                  <a:pt x="11452" y="5046"/>
                </a:lnTo>
                <a:lnTo>
                  <a:pt x="11560" y="4781"/>
                </a:lnTo>
                <a:lnTo>
                  <a:pt x="11614" y="4648"/>
                </a:lnTo>
                <a:lnTo>
                  <a:pt x="11614" y="4515"/>
                </a:lnTo>
                <a:lnTo>
                  <a:pt x="11505" y="4338"/>
                </a:lnTo>
                <a:lnTo>
                  <a:pt x="11342" y="4160"/>
                </a:lnTo>
                <a:lnTo>
                  <a:pt x="11126" y="3984"/>
                </a:lnTo>
                <a:lnTo>
                  <a:pt x="10909" y="3895"/>
                </a:lnTo>
                <a:lnTo>
                  <a:pt x="10637" y="3807"/>
                </a:lnTo>
                <a:lnTo>
                  <a:pt x="10311" y="3762"/>
                </a:lnTo>
                <a:close/>
                <a:moveTo>
                  <a:pt x="4125" y="4250"/>
                </a:moveTo>
                <a:lnTo>
                  <a:pt x="4341" y="4426"/>
                </a:lnTo>
                <a:lnTo>
                  <a:pt x="4559" y="4560"/>
                </a:lnTo>
                <a:lnTo>
                  <a:pt x="5102" y="4736"/>
                </a:lnTo>
                <a:lnTo>
                  <a:pt x="5372" y="4825"/>
                </a:lnTo>
                <a:lnTo>
                  <a:pt x="5427" y="4913"/>
                </a:lnTo>
                <a:lnTo>
                  <a:pt x="5482" y="5002"/>
                </a:lnTo>
                <a:lnTo>
                  <a:pt x="5482" y="5091"/>
                </a:lnTo>
                <a:lnTo>
                  <a:pt x="5535" y="5134"/>
                </a:lnTo>
                <a:lnTo>
                  <a:pt x="5590" y="5179"/>
                </a:lnTo>
                <a:lnTo>
                  <a:pt x="5698" y="5224"/>
                </a:lnTo>
                <a:lnTo>
                  <a:pt x="5970" y="5312"/>
                </a:lnTo>
                <a:lnTo>
                  <a:pt x="6241" y="5400"/>
                </a:lnTo>
                <a:lnTo>
                  <a:pt x="6513" y="5534"/>
                </a:lnTo>
                <a:lnTo>
                  <a:pt x="6729" y="5666"/>
                </a:lnTo>
                <a:lnTo>
                  <a:pt x="7164" y="6065"/>
                </a:lnTo>
                <a:lnTo>
                  <a:pt x="7544" y="6418"/>
                </a:lnTo>
                <a:lnTo>
                  <a:pt x="7056" y="6463"/>
                </a:lnTo>
                <a:lnTo>
                  <a:pt x="6621" y="6463"/>
                </a:lnTo>
                <a:lnTo>
                  <a:pt x="5644" y="6418"/>
                </a:lnTo>
                <a:lnTo>
                  <a:pt x="5156" y="6418"/>
                </a:lnTo>
                <a:lnTo>
                  <a:pt x="4668" y="6507"/>
                </a:lnTo>
                <a:lnTo>
                  <a:pt x="4396" y="6595"/>
                </a:lnTo>
                <a:lnTo>
                  <a:pt x="4125" y="6728"/>
                </a:lnTo>
                <a:lnTo>
                  <a:pt x="3853" y="6816"/>
                </a:lnTo>
                <a:lnTo>
                  <a:pt x="3690" y="6861"/>
                </a:lnTo>
                <a:lnTo>
                  <a:pt x="3474" y="6861"/>
                </a:lnTo>
                <a:lnTo>
                  <a:pt x="3419" y="6906"/>
                </a:lnTo>
                <a:lnTo>
                  <a:pt x="3365" y="6994"/>
                </a:lnTo>
                <a:lnTo>
                  <a:pt x="3365" y="7038"/>
                </a:lnTo>
                <a:lnTo>
                  <a:pt x="3474" y="8056"/>
                </a:lnTo>
                <a:lnTo>
                  <a:pt x="3147" y="7835"/>
                </a:lnTo>
                <a:lnTo>
                  <a:pt x="2822" y="7702"/>
                </a:lnTo>
                <a:lnTo>
                  <a:pt x="2822" y="7392"/>
                </a:lnTo>
                <a:lnTo>
                  <a:pt x="2714" y="7126"/>
                </a:lnTo>
                <a:lnTo>
                  <a:pt x="2551" y="6994"/>
                </a:lnTo>
                <a:lnTo>
                  <a:pt x="2333" y="6906"/>
                </a:lnTo>
                <a:lnTo>
                  <a:pt x="1900" y="6816"/>
                </a:lnTo>
                <a:lnTo>
                  <a:pt x="1628" y="6816"/>
                </a:lnTo>
                <a:lnTo>
                  <a:pt x="1357" y="6861"/>
                </a:lnTo>
                <a:lnTo>
                  <a:pt x="1628" y="6463"/>
                </a:lnTo>
                <a:lnTo>
                  <a:pt x="1900" y="6065"/>
                </a:lnTo>
                <a:lnTo>
                  <a:pt x="2171" y="5710"/>
                </a:lnTo>
                <a:lnTo>
                  <a:pt x="2496" y="5356"/>
                </a:lnTo>
                <a:lnTo>
                  <a:pt x="2876" y="5046"/>
                </a:lnTo>
                <a:lnTo>
                  <a:pt x="3256" y="4781"/>
                </a:lnTo>
                <a:lnTo>
                  <a:pt x="3690" y="4515"/>
                </a:lnTo>
                <a:lnTo>
                  <a:pt x="4125" y="4250"/>
                </a:lnTo>
                <a:close/>
                <a:moveTo>
                  <a:pt x="15739" y="9074"/>
                </a:moveTo>
                <a:lnTo>
                  <a:pt x="16336" y="9295"/>
                </a:lnTo>
                <a:lnTo>
                  <a:pt x="16771" y="9472"/>
                </a:lnTo>
                <a:lnTo>
                  <a:pt x="16987" y="9561"/>
                </a:lnTo>
                <a:lnTo>
                  <a:pt x="17204" y="9605"/>
                </a:lnTo>
                <a:lnTo>
                  <a:pt x="17096" y="9960"/>
                </a:lnTo>
                <a:lnTo>
                  <a:pt x="16607" y="9782"/>
                </a:lnTo>
                <a:lnTo>
                  <a:pt x="16118" y="9605"/>
                </a:lnTo>
                <a:lnTo>
                  <a:pt x="15956" y="9517"/>
                </a:lnTo>
                <a:lnTo>
                  <a:pt x="15739" y="9074"/>
                </a:lnTo>
                <a:close/>
                <a:moveTo>
                  <a:pt x="15196" y="9738"/>
                </a:moveTo>
                <a:lnTo>
                  <a:pt x="15359" y="9827"/>
                </a:lnTo>
                <a:lnTo>
                  <a:pt x="15577" y="9915"/>
                </a:lnTo>
                <a:lnTo>
                  <a:pt x="15630" y="10048"/>
                </a:lnTo>
                <a:lnTo>
                  <a:pt x="15685" y="10136"/>
                </a:lnTo>
                <a:lnTo>
                  <a:pt x="15847" y="10180"/>
                </a:lnTo>
                <a:lnTo>
                  <a:pt x="16173" y="10268"/>
                </a:lnTo>
                <a:lnTo>
                  <a:pt x="16336" y="10313"/>
                </a:lnTo>
                <a:lnTo>
                  <a:pt x="16336" y="10446"/>
                </a:lnTo>
                <a:lnTo>
                  <a:pt x="16390" y="10535"/>
                </a:lnTo>
                <a:lnTo>
                  <a:pt x="16499" y="10623"/>
                </a:lnTo>
                <a:lnTo>
                  <a:pt x="16771" y="10668"/>
                </a:lnTo>
                <a:lnTo>
                  <a:pt x="16499" y="11154"/>
                </a:lnTo>
                <a:lnTo>
                  <a:pt x="16390" y="11066"/>
                </a:lnTo>
                <a:lnTo>
                  <a:pt x="15685" y="10579"/>
                </a:lnTo>
                <a:lnTo>
                  <a:pt x="15685" y="10313"/>
                </a:lnTo>
                <a:lnTo>
                  <a:pt x="15630" y="10092"/>
                </a:lnTo>
                <a:lnTo>
                  <a:pt x="15522" y="9960"/>
                </a:lnTo>
                <a:lnTo>
                  <a:pt x="15305" y="9870"/>
                </a:lnTo>
                <a:lnTo>
                  <a:pt x="15196" y="9738"/>
                </a:lnTo>
                <a:close/>
                <a:moveTo>
                  <a:pt x="13514" y="5799"/>
                </a:moveTo>
                <a:lnTo>
                  <a:pt x="14056" y="5843"/>
                </a:lnTo>
                <a:lnTo>
                  <a:pt x="14165" y="5887"/>
                </a:lnTo>
                <a:lnTo>
                  <a:pt x="14219" y="5843"/>
                </a:lnTo>
                <a:lnTo>
                  <a:pt x="14653" y="5932"/>
                </a:lnTo>
                <a:lnTo>
                  <a:pt x="15087" y="6065"/>
                </a:lnTo>
                <a:lnTo>
                  <a:pt x="14816" y="6330"/>
                </a:lnTo>
                <a:lnTo>
                  <a:pt x="14816" y="6418"/>
                </a:lnTo>
                <a:lnTo>
                  <a:pt x="14871" y="6507"/>
                </a:lnTo>
                <a:lnTo>
                  <a:pt x="14979" y="6551"/>
                </a:lnTo>
                <a:lnTo>
                  <a:pt x="15087" y="6551"/>
                </a:lnTo>
                <a:lnTo>
                  <a:pt x="15413" y="6418"/>
                </a:lnTo>
                <a:lnTo>
                  <a:pt x="15739" y="6330"/>
                </a:lnTo>
                <a:lnTo>
                  <a:pt x="16065" y="6285"/>
                </a:lnTo>
                <a:lnTo>
                  <a:pt x="16444" y="6241"/>
                </a:lnTo>
                <a:lnTo>
                  <a:pt x="16771" y="6773"/>
                </a:lnTo>
                <a:lnTo>
                  <a:pt x="16065" y="6906"/>
                </a:lnTo>
                <a:lnTo>
                  <a:pt x="15685" y="6994"/>
                </a:lnTo>
                <a:lnTo>
                  <a:pt x="15359" y="7126"/>
                </a:lnTo>
                <a:lnTo>
                  <a:pt x="15305" y="7171"/>
                </a:lnTo>
                <a:lnTo>
                  <a:pt x="15305" y="7259"/>
                </a:lnTo>
                <a:lnTo>
                  <a:pt x="15359" y="7304"/>
                </a:lnTo>
                <a:lnTo>
                  <a:pt x="15739" y="7392"/>
                </a:lnTo>
                <a:lnTo>
                  <a:pt x="16173" y="7392"/>
                </a:lnTo>
                <a:lnTo>
                  <a:pt x="16607" y="7347"/>
                </a:lnTo>
                <a:lnTo>
                  <a:pt x="16987" y="7259"/>
                </a:lnTo>
                <a:lnTo>
                  <a:pt x="17204" y="7923"/>
                </a:lnTo>
                <a:lnTo>
                  <a:pt x="17259" y="8012"/>
                </a:lnTo>
                <a:lnTo>
                  <a:pt x="16661" y="7879"/>
                </a:lnTo>
                <a:lnTo>
                  <a:pt x="16173" y="7790"/>
                </a:lnTo>
                <a:lnTo>
                  <a:pt x="15902" y="7747"/>
                </a:lnTo>
                <a:lnTo>
                  <a:pt x="15630" y="7790"/>
                </a:lnTo>
                <a:lnTo>
                  <a:pt x="15577" y="7790"/>
                </a:lnTo>
                <a:lnTo>
                  <a:pt x="15630" y="7879"/>
                </a:lnTo>
                <a:lnTo>
                  <a:pt x="15847" y="8012"/>
                </a:lnTo>
                <a:lnTo>
                  <a:pt x="16118" y="8145"/>
                </a:lnTo>
                <a:lnTo>
                  <a:pt x="16771" y="8366"/>
                </a:lnTo>
                <a:lnTo>
                  <a:pt x="17312" y="8498"/>
                </a:lnTo>
                <a:lnTo>
                  <a:pt x="17259" y="9162"/>
                </a:lnTo>
                <a:lnTo>
                  <a:pt x="16987" y="9074"/>
                </a:lnTo>
                <a:lnTo>
                  <a:pt x="16716" y="8986"/>
                </a:lnTo>
                <a:lnTo>
                  <a:pt x="15956" y="8720"/>
                </a:lnTo>
                <a:lnTo>
                  <a:pt x="15577" y="8631"/>
                </a:lnTo>
                <a:lnTo>
                  <a:pt x="15142" y="8588"/>
                </a:lnTo>
                <a:lnTo>
                  <a:pt x="15087" y="8588"/>
                </a:lnTo>
                <a:lnTo>
                  <a:pt x="15087" y="8720"/>
                </a:lnTo>
                <a:lnTo>
                  <a:pt x="15522" y="8941"/>
                </a:lnTo>
                <a:lnTo>
                  <a:pt x="15413" y="8986"/>
                </a:lnTo>
                <a:lnTo>
                  <a:pt x="14816" y="9162"/>
                </a:lnTo>
                <a:lnTo>
                  <a:pt x="14653" y="9029"/>
                </a:lnTo>
                <a:lnTo>
                  <a:pt x="14545" y="8986"/>
                </a:lnTo>
                <a:lnTo>
                  <a:pt x="14491" y="9029"/>
                </a:lnTo>
                <a:lnTo>
                  <a:pt x="14436" y="9074"/>
                </a:lnTo>
                <a:lnTo>
                  <a:pt x="14383" y="9119"/>
                </a:lnTo>
                <a:lnTo>
                  <a:pt x="14383" y="9295"/>
                </a:lnTo>
                <a:lnTo>
                  <a:pt x="14328" y="9339"/>
                </a:lnTo>
                <a:lnTo>
                  <a:pt x="14328" y="9427"/>
                </a:lnTo>
                <a:lnTo>
                  <a:pt x="14383" y="9561"/>
                </a:lnTo>
                <a:lnTo>
                  <a:pt x="14708" y="9870"/>
                </a:lnTo>
                <a:lnTo>
                  <a:pt x="14219" y="9605"/>
                </a:lnTo>
                <a:lnTo>
                  <a:pt x="13730" y="9384"/>
                </a:lnTo>
                <a:lnTo>
                  <a:pt x="13677" y="9384"/>
                </a:lnTo>
                <a:lnTo>
                  <a:pt x="13622" y="9427"/>
                </a:lnTo>
                <a:lnTo>
                  <a:pt x="13568" y="9472"/>
                </a:lnTo>
                <a:lnTo>
                  <a:pt x="13568" y="9561"/>
                </a:lnTo>
                <a:lnTo>
                  <a:pt x="13893" y="9870"/>
                </a:lnTo>
                <a:lnTo>
                  <a:pt x="14273" y="10180"/>
                </a:lnTo>
                <a:lnTo>
                  <a:pt x="15034" y="10711"/>
                </a:lnTo>
                <a:lnTo>
                  <a:pt x="15142" y="10801"/>
                </a:lnTo>
                <a:lnTo>
                  <a:pt x="15034" y="11021"/>
                </a:lnTo>
                <a:lnTo>
                  <a:pt x="14871" y="11242"/>
                </a:lnTo>
                <a:lnTo>
                  <a:pt x="14653" y="11332"/>
                </a:lnTo>
                <a:lnTo>
                  <a:pt x="14545" y="11287"/>
                </a:lnTo>
                <a:lnTo>
                  <a:pt x="13948" y="10977"/>
                </a:lnTo>
                <a:lnTo>
                  <a:pt x="13785" y="10756"/>
                </a:lnTo>
                <a:lnTo>
                  <a:pt x="13568" y="10490"/>
                </a:lnTo>
                <a:lnTo>
                  <a:pt x="13242" y="10313"/>
                </a:lnTo>
                <a:lnTo>
                  <a:pt x="12971" y="10136"/>
                </a:lnTo>
                <a:lnTo>
                  <a:pt x="12808" y="10003"/>
                </a:lnTo>
                <a:lnTo>
                  <a:pt x="12646" y="9782"/>
                </a:lnTo>
                <a:lnTo>
                  <a:pt x="12591" y="9517"/>
                </a:lnTo>
                <a:lnTo>
                  <a:pt x="12536" y="9517"/>
                </a:lnTo>
                <a:lnTo>
                  <a:pt x="12536" y="9384"/>
                </a:lnTo>
                <a:lnTo>
                  <a:pt x="12483" y="9339"/>
                </a:lnTo>
                <a:lnTo>
                  <a:pt x="12374" y="9339"/>
                </a:lnTo>
                <a:lnTo>
                  <a:pt x="11668" y="9251"/>
                </a:lnTo>
                <a:lnTo>
                  <a:pt x="10909" y="9207"/>
                </a:lnTo>
                <a:lnTo>
                  <a:pt x="10529" y="9207"/>
                </a:lnTo>
                <a:lnTo>
                  <a:pt x="10148" y="9251"/>
                </a:lnTo>
                <a:lnTo>
                  <a:pt x="9823" y="9339"/>
                </a:lnTo>
                <a:lnTo>
                  <a:pt x="9552" y="9517"/>
                </a:lnTo>
                <a:lnTo>
                  <a:pt x="9444" y="9384"/>
                </a:lnTo>
                <a:lnTo>
                  <a:pt x="9389" y="9295"/>
                </a:lnTo>
                <a:lnTo>
                  <a:pt x="9444" y="9207"/>
                </a:lnTo>
                <a:lnTo>
                  <a:pt x="9497" y="9119"/>
                </a:lnTo>
                <a:lnTo>
                  <a:pt x="9769" y="8941"/>
                </a:lnTo>
                <a:lnTo>
                  <a:pt x="10040" y="8853"/>
                </a:lnTo>
                <a:lnTo>
                  <a:pt x="10474" y="8808"/>
                </a:lnTo>
                <a:lnTo>
                  <a:pt x="10909" y="8720"/>
                </a:lnTo>
                <a:lnTo>
                  <a:pt x="11126" y="8631"/>
                </a:lnTo>
                <a:lnTo>
                  <a:pt x="11397" y="8454"/>
                </a:lnTo>
                <a:lnTo>
                  <a:pt x="11452" y="8321"/>
                </a:lnTo>
                <a:lnTo>
                  <a:pt x="11505" y="8233"/>
                </a:lnTo>
                <a:lnTo>
                  <a:pt x="11452" y="8145"/>
                </a:lnTo>
                <a:lnTo>
                  <a:pt x="11342" y="8056"/>
                </a:lnTo>
                <a:lnTo>
                  <a:pt x="11234" y="7967"/>
                </a:lnTo>
                <a:lnTo>
                  <a:pt x="11071" y="7967"/>
                </a:lnTo>
                <a:lnTo>
                  <a:pt x="10691" y="8012"/>
                </a:lnTo>
                <a:lnTo>
                  <a:pt x="10366" y="8100"/>
                </a:lnTo>
                <a:lnTo>
                  <a:pt x="10040" y="8188"/>
                </a:lnTo>
                <a:lnTo>
                  <a:pt x="9932" y="8188"/>
                </a:lnTo>
                <a:lnTo>
                  <a:pt x="9823" y="8145"/>
                </a:lnTo>
                <a:lnTo>
                  <a:pt x="9823" y="8056"/>
                </a:lnTo>
                <a:lnTo>
                  <a:pt x="9877" y="7967"/>
                </a:lnTo>
                <a:lnTo>
                  <a:pt x="9986" y="7790"/>
                </a:lnTo>
                <a:lnTo>
                  <a:pt x="10095" y="7657"/>
                </a:lnTo>
                <a:lnTo>
                  <a:pt x="10474" y="7480"/>
                </a:lnTo>
                <a:lnTo>
                  <a:pt x="10854" y="7259"/>
                </a:lnTo>
                <a:lnTo>
                  <a:pt x="11397" y="6949"/>
                </a:lnTo>
                <a:lnTo>
                  <a:pt x="11995" y="6595"/>
                </a:lnTo>
                <a:lnTo>
                  <a:pt x="12103" y="6684"/>
                </a:lnTo>
                <a:lnTo>
                  <a:pt x="12157" y="6684"/>
                </a:lnTo>
                <a:lnTo>
                  <a:pt x="12211" y="6640"/>
                </a:lnTo>
                <a:lnTo>
                  <a:pt x="12591" y="6241"/>
                </a:lnTo>
                <a:lnTo>
                  <a:pt x="12917" y="5799"/>
                </a:lnTo>
                <a:close/>
                <a:moveTo>
                  <a:pt x="15522" y="11066"/>
                </a:moveTo>
                <a:lnTo>
                  <a:pt x="15902" y="11332"/>
                </a:lnTo>
                <a:lnTo>
                  <a:pt x="16228" y="11597"/>
                </a:lnTo>
                <a:lnTo>
                  <a:pt x="15793" y="12216"/>
                </a:lnTo>
                <a:lnTo>
                  <a:pt x="15685" y="12305"/>
                </a:lnTo>
                <a:lnTo>
                  <a:pt x="15630" y="12261"/>
                </a:lnTo>
                <a:lnTo>
                  <a:pt x="15577" y="12173"/>
                </a:lnTo>
                <a:lnTo>
                  <a:pt x="15413" y="11995"/>
                </a:lnTo>
                <a:lnTo>
                  <a:pt x="15250" y="11774"/>
                </a:lnTo>
                <a:lnTo>
                  <a:pt x="15034" y="11597"/>
                </a:lnTo>
                <a:lnTo>
                  <a:pt x="15196" y="11464"/>
                </a:lnTo>
                <a:lnTo>
                  <a:pt x="15305" y="11375"/>
                </a:lnTo>
                <a:lnTo>
                  <a:pt x="15522" y="11066"/>
                </a:lnTo>
                <a:close/>
                <a:moveTo>
                  <a:pt x="814" y="8808"/>
                </a:moveTo>
                <a:lnTo>
                  <a:pt x="1194" y="9029"/>
                </a:lnTo>
                <a:lnTo>
                  <a:pt x="1465" y="9295"/>
                </a:lnTo>
                <a:lnTo>
                  <a:pt x="1790" y="9561"/>
                </a:lnTo>
                <a:lnTo>
                  <a:pt x="2116" y="9827"/>
                </a:lnTo>
                <a:lnTo>
                  <a:pt x="2931" y="10358"/>
                </a:lnTo>
                <a:lnTo>
                  <a:pt x="3310" y="10668"/>
                </a:lnTo>
                <a:lnTo>
                  <a:pt x="3474" y="10844"/>
                </a:lnTo>
                <a:lnTo>
                  <a:pt x="3582" y="11021"/>
                </a:lnTo>
                <a:lnTo>
                  <a:pt x="3256" y="11199"/>
                </a:lnTo>
                <a:lnTo>
                  <a:pt x="2984" y="11420"/>
                </a:lnTo>
                <a:lnTo>
                  <a:pt x="2768" y="11685"/>
                </a:lnTo>
                <a:lnTo>
                  <a:pt x="2605" y="12040"/>
                </a:lnTo>
                <a:lnTo>
                  <a:pt x="2551" y="12481"/>
                </a:lnTo>
                <a:lnTo>
                  <a:pt x="2605" y="12881"/>
                </a:lnTo>
                <a:lnTo>
                  <a:pt x="2822" y="13765"/>
                </a:lnTo>
                <a:lnTo>
                  <a:pt x="2280" y="13234"/>
                </a:lnTo>
                <a:lnTo>
                  <a:pt x="1845" y="12703"/>
                </a:lnTo>
                <a:lnTo>
                  <a:pt x="1465" y="12083"/>
                </a:lnTo>
                <a:lnTo>
                  <a:pt x="1194" y="11464"/>
                </a:lnTo>
                <a:lnTo>
                  <a:pt x="977" y="10801"/>
                </a:lnTo>
                <a:lnTo>
                  <a:pt x="814" y="10136"/>
                </a:lnTo>
                <a:lnTo>
                  <a:pt x="759" y="9472"/>
                </a:lnTo>
                <a:lnTo>
                  <a:pt x="814" y="8808"/>
                </a:lnTo>
                <a:close/>
                <a:moveTo>
                  <a:pt x="10203" y="10401"/>
                </a:moveTo>
                <a:lnTo>
                  <a:pt x="10258" y="10490"/>
                </a:lnTo>
                <a:lnTo>
                  <a:pt x="10366" y="10535"/>
                </a:lnTo>
                <a:lnTo>
                  <a:pt x="10746" y="10711"/>
                </a:lnTo>
                <a:lnTo>
                  <a:pt x="11071" y="10889"/>
                </a:lnTo>
                <a:lnTo>
                  <a:pt x="11397" y="11110"/>
                </a:lnTo>
                <a:lnTo>
                  <a:pt x="11668" y="11375"/>
                </a:lnTo>
                <a:lnTo>
                  <a:pt x="11885" y="11642"/>
                </a:lnTo>
                <a:lnTo>
                  <a:pt x="12103" y="11951"/>
                </a:lnTo>
                <a:lnTo>
                  <a:pt x="12211" y="12261"/>
                </a:lnTo>
                <a:lnTo>
                  <a:pt x="12211" y="12571"/>
                </a:lnTo>
                <a:lnTo>
                  <a:pt x="12157" y="12836"/>
                </a:lnTo>
                <a:lnTo>
                  <a:pt x="11397" y="12173"/>
                </a:lnTo>
                <a:lnTo>
                  <a:pt x="10583" y="11597"/>
                </a:lnTo>
                <a:lnTo>
                  <a:pt x="10474" y="11597"/>
                </a:lnTo>
                <a:lnTo>
                  <a:pt x="10420" y="11642"/>
                </a:lnTo>
                <a:lnTo>
                  <a:pt x="10474" y="11685"/>
                </a:lnTo>
                <a:lnTo>
                  <a:pt x="11180" y="12481"/>
                </a:lnTo>
                <a:lnTo>
                  <a:pt x="11940" y="13234"/>
                </a:lnTo>
                <a:lnTo>
                  <a:pt x="11668" y="13500"/>
                </a:lnTo>
                <a:lnTo>
                  <a:pt x="11452" y="13765"/>
                </a:lnTo>
                <a:lnTo>
                  <a:pt x="11126" y="14031"/>
                </a:lnTo>
                <a:lnTo>
                  <a:pt x="10691" y="13722"/>
                </a:lnTo>
                <a:lnTo>
                  <a:pt x="10148" y="13279"/>
                </a:lnTo>
                <a:lnTo>
                  <a:pt x="10040" y="12969"/>
                </a:lnTo>
                <a:lnTo>
                  <a:pt x="9986" y="12659"/>
                </a:lnTo>
                <a:lnTo>
                  <a:pt x="9823" y="12349"/>
                </a:lnTo>
                <a:lnTo>
                  <a:pt x="9660" y="12040"/>
                </a:lnTo>
                <a:lnTo>
                  <a:pt x="9552" y="11907"/>
                </a:lnTo>
                <a:lnTo>
                  <a:pt x="9335" y="11907"/>
                </a:lnTo>
                <a:lnTo>
                  <a:pt x="8683" y="12083"/>
                </a:lnTo>
                <a:lnTo>
                  <a:pt x="8358" y="12173"/>
                </a:lnTo>
                <a:lnTo>
                  <a:pt x="8250" y="12173"/>
                </a:lnTo>
                <a:lnTo>
                  <a:pt x="8086" y="12083"/>
                </a:lnTo>
                <a:lnTo>
                  <a:pt x="7707" y="11951"/>
                </a:lnTo>
                <a:lnTo>
                  <a:pt x="7435" y="11774"/>
                </a:lnTo>
                <a:lnTo>
                  <a:pt x="7327" y="11642"/>
                </a:lnTo>
                <a:lnTo>
                  <a:pt x="7219" y="11509"/>
                </a:lnTo>
                <a:lnTo>
                  <a:pt x="7164" y="11375"/>
                </a:lnTo>
                <a:lnTo>
                  <a:pt x="7164" y="11199"/>
                </a:lnTo>
                <a:lnTo>
                  <a:pt x="7219" y="11021"/>
                </a:lnTo>
                <a:lnTo>
                  <a:pt x="7327" y="10844"/>
                </a:lnTo>
                <a:lnTo>
                  <a:pt x="7489" y="10711"/>
                </a:lnTo>
                <a:lnTo>
                  <a:pt x="7707" y="10623"/>
                </a:lnTo>
                <a:lnTo>
                  <a:pt x="8250" y="10490"/>
                </a:lnTo>
                <a:lnTo>
                  <a:pt x="8683" y="10446"/>
                </a:lnTo>
                <a:lnTo>
                  <a:pt x="9444" y="10446"/>
                </a:lnTo>
                <a:lnTo>
                  <a:pt x="10203" y="10401"/>
                </a:lnTo>
                <a:close/>
                <a:moveTo>
                  <a:pt x="12754" y="12173"/>
                </a:moveTo>
                <a:lnTo>
                  <a:pt x="13840" y="12748"/>
                </a:lnTo>
                <a:lnTo>
                  <a:pt x="14056" y="12924"/>
                </a:lnTo>
                <a:lnTo>
                  <a:pt x="14273" y="13102"/>
                </a:lnTo>
                <a:lnTo>
                  <a:pt x="14436" y="13279"/>
                </a:lnTo>
                <a:lnTo>
                  <a:pt x="14599" y="13455"/>
                </a:lnTo>
                <a:lnTo>
                  <a:pt x="13840" y="14031"/>
                </a:lnTo>
                <a:lnTo>
                  <a:pt x="13785" y="13987"/>
                </a:lnTo>
                <a:lnTo>
                  <a:pt x="13622" y="13855"/>
                </a:lnTo>
                <a:lnTo>
                  <a:pt x="13405" y="13765"/>
                </a:lnTo>
                <a:lnTo>
                  <a:pt x="13134" y="13633"/>
                </a:lnTo>
                <a:lnTo>
                  <a:pt x="12971" y="13500"/>
                </a:lnTo>
                <a:lnTo>
                  <a:pt x="12591" y="13190"/>
                </a:lnTo>
                <a:lnTo>
                  <a:pt x="12646" y="13057"/>
                </a:lnTo>
                <a:lnTo>
                  <a:pt x="12754" y="12836"/>
                </a:lnTo>
                <a:lnTo>
                  <a:pt x="12808" y="12615"/>
                </a:lnTo>
                <a:lnTo>
                  <a:pt x="12808" y="12393"/>
                </a:lnTo>
                <a:lnTo>
                  <a:pt x="12754" y="12173"/>
                </a:lnTo>
                <a:close/>
                <a:moveTo>
                  <a:pt x="10148" y="13943"/>
                </a:moveTo>
                <a:lnTo>
                  <a:pt x="10637" y="14341"/>
                </a:lnTo>
                <a:lnTo>
                  <a:pt x="10366" y="14429"/>
                </a:lnTo>
                <a:lnTo>
                  <a:pt x="10203" y="14429"/>
                </a:lnTo>
                <a:lnTo>
                  <a:pt x="10040" y="14386"/>
                </a:lnTo>
                <a:lnTo>
                  <a:pt x="10148" y="13943"/>
                </a:lnTo>
                <a:close/>
                <a:moveTo>
                  <a:pt x="12320" y="13589"/>
                </a:moveTo>
                <a:lnTo>
                  <a:pt x="12536" y="13810"/>
                </a:lnTo>
                <a:lnTo>
                  <a:pt x="12808" y="14031"/>
                </a:lnTo>
                <a:lnTo>
                  <a:pt x="13134" y="14208"/>
                </a:lnTo>
                <a:lnTo>
                  <a:pt x="13297" y="14253"/>
                </a:lnTo>
                <a:lnTo>
                  <a:pt x="13459" y="14296"/>
                </a:lnTo>
                <a:lnTo>
                  <a:pt x="12917" y="14606"/>
                </a:lnTo>
                <a:lnTo>
                  <a:pt x="12320" y="14872"/>
                </a:lnTo>
                <a:lnTo>
                  <a:pt x="12265" y="14828"/>
                </a:lnTo>
                <a:lnTo>
                  <a:pt x="11560" y="14341"/>
                </a:lnTo>
                <a:lnTo>
                  <a:pt x="11940" y="13987"/>
                </a:lnTo>
                <a:lnTo>
                  <a:pt x="12320" y="13589"/>
                </a:lnTo>
                <a:close/>
                <a:moveTo>
                  <a:pt x="10311" y="3231"/>
                </a:moveTo>
                <a:lnTo>
                  <a:pt x="10909" y="3276"/>
                </a:lnTo>
                <a:lnTo>
                  <a:pt x="11505" y="3364"/>
                </a:lnTo>
                <a:lnTo>
                  <a:pt x="12103" y="3497"/>
                </a:lnTo>
                <a:lnTo>
                  <a:pt x="12646" y="3630"/>
                </a:lnTo>
                <a:lnTo>
                  <a:pt x="13189" y="3852"/>
                </a:lnTo>
                <a:lnTo>
                  <a:pt x="13730" y="4072"/>
                </a:lnTo>
                <a:lnTo>
                  <a:pt x="14219" y="4338"/>
                </a:lnTo>
                <a:lnTo>
                  <a:pt x="14056" y="4383"/>
                </a:lnTo>
                <a:lnTo>
                  <a:pt x="13730" y="4603"/>
                </a:lnTo>
                <a:lnTo>
                  <a:pt x="13568" y="4736"/>
                </a:lnTo>
                <a:lnTo>
                  <a:pt x="13405" y="4869"/>
                </a:lnTo>
                <a:lnTo>
                  <a:pt x="13405" y="4958"/>
                </a:lnTo>
                <a:lnTo>
                  <a:pt x="13514" y="4958"/>
                </a:lnTo>
                <a:lnTo>
                  <a:pt x="13677" y="4913"/>
                </a:lnTo>
                <a:lnTo>
                  <a:pt x="13840" y="4913"/>
                </a:lnTo>
                <a:lnTo>
                  <a:pt x="14328" y="4736"/>
                </a:lnTo>
                <a:lnTo>
                  <a:pt x="14653" y="4603"/>
                </a:lnTo>
                <a:lnTo>
                  <a:pt x="15087" y="4869"/>
                </a:lnTo>
                <a:lnTo>
                  <a:pt x="14653" y="5134"/>
                </a:lnTo>
                <a:lnTo>
                  <a:pt x="14219" y="5444"/>
                </a:lnTo>
                <a:lnTo>
                  <a:pt x="13730" y="5400"/>
                </a:lnTo>
                <a:lnTo>
                  <a:pt x="12917" y="5400"/>
                </a:lnTo>
                <a:lnTo>
                  <a:pt x="12699" y="5444"/>
                </a:lnTo>
                <a:lnTo>
                  <a:pt x="12646" y="5489"/>
                </a:lnTo>
                <a:lnTo>
                  <a:pt x="12591" y="5577"/>
                </a:lnTo>
                <a:lnTo>
                  <a:pt x="12320" y="6020"/>
                </a:lnTo>
                <a:lnTo>
                  <a:pt x="11995" y="6463"/>
                </a:lnTo>
                <a:lnTo>
                  <a:pt x="11614" y="6595"/>
                </a:lnTo>
                <a:lnTo>
                  <a:pt x="11234" y="6773"/>
                </a:lnTo>
                <a:lnTo>
                  <a:pt x="10529" y="7126"/>
                </a:lnTo>
                <a:lnTo>
                  <a:pt x="9932" y="7437"/>
                </a:lnTo>
                <a:lnTo>
                  <a:pt x="9660" y="7614"/>
                </a:lnTo>
                <a:lnTo>
                  <a:pt x="9552" y="7702"/>
                </a:lnTo>
                <a:lnTo>
                  <a:pt x="9497" y="7835"/>
                </a:lnTo>
                <a:lnTo>
                  <a:pt x="9444" y="8056"/>
                </a:lnTo>
                <a:lnTo>
                  <a:pt x="9497" y="8188"/>
                </a:lnTo>
                <a:lnTo>
                  <a:pt x="9552" y="8321"/>
                </a:lnTo>
                <a:lnTo>
                  <a:pt x="9715" y="8410"/>
                </a:lnTo>
                <a:lnTo>
                  <a:pt x="9877" y="8410"/>
                </a:lnTo>
                <a:lnTo>
                  <a:pt x="10095" y="8454"/>
                </a:lnTo>
                <a:lnTo>
                  <a:pt x="10529" y="8366"/>
                </a:lnTo>
                <a:lnTo>
                  <a:pt x="10801" y="8278"/>
                </a:lnTo>
                <a:lnTo>
                  <a:pt x="11017" y="8233"/>
                </a:lnTo>
                <a:lnTo>
                  <a:pt x="11071" y="8278"/>
                </a:lnTo>
                <a:lnTo>
                  <a:pt x="10963" y="8321"/>
                </a:lnTo>
                <a:lnTo>
                  <a:pt x="10691" y="8454"/>
                </a:lnTo>
                <a:lnTo>
                  <a:pt x="10148" y="8543"/>
                </a:lnTo>
                <a:lnTo>
                  <a:pt x="9660" y="8631"/>
                </a:lnTo>
                <a:lnTo>
                  <a:pt x="9389" y="8720"/>
                </a:lnTo>
                <a:lnTo>
                  <a:pt x="9226" y="8853"/>
                </a:lnTo>
                <a:lnTo>
                  <a:pt x="9117" y="9029"/>
                </a:lnTo>
                <a:lnTo>
                  <a:pt x="9064" y="9207"/>
                </a:lnTo>
                <a:lnTo>
                  <a:pt x="9064" y="9384"/>
                </a:lnTo>
                <a:lnTo>
                  <a:pt x="9117" y="9561"/>
                </a:lnTo>
                <a:lnTo>
                  <a:pt x="9226" y="9738"/>
                </a:lnTo>
                <a:lnTo>
                  <a:pt x="9444" y="9870"/>
                </a:lnTo>
                <a:lnTo>
                  <a:pt x="9607" y="9870"/>
                </a:lnTo>
                <a:lnTo>
                  <a:pt x="9715" y="9827"/>
                </a:lnTo>
                <a:lnTo>
                  <a:pt x="9823" y="9738"/>
                </a:lnTo>
                <a:lnTo>
                  <a:pt x="9932" y="9649"/>
                </a:lnTo>
                <a:lnTo>
                  <a:pt x="10203" y="9561"/>
                </a:lnTo>
                <a:lnTo>
                  <a:pt x="10854" y="9561"/>
                </a:lnTo>
                <a:lnTo>
                  <a:pt x="12320" y="9649"/>
                </a:lnTo>
                <a:lnTo>
                  <a:pt x="12320" y="9827"/>
                </a:lnTo>
                <a:lnTo>
                  <a:pt x="12374" y="10048"/>
                </a:lnTo>
                <a:lnTo>
                  <a:pt x="12483" y="10225"/>
                </a:lnTo>
                <a:lnTo>
                  <a:pt x="12646" y="10358"/>
                </a:lnTo>
                <a:lnTo>
                  <a:pt x="12971" y="10579"/>
                </a:lnTo>
                <a:lnTo>
                  <a:pt x="12646" y="10490"/>
                </a:lnTo>
                <a:lnTo>
                  <a:pt x="12320" y="10446"/>
                </a:lnTo>
                <a:lnTo>
                  <a:pt x="12265" y="10446"/>
                </a:lnTo>
                <a:lnTo>
                  <a:pt x="12265" y="10535"/>
                </a:lnTo>
                <a:lnTo>
                  <a:pt x="12591" y="10801"/>
                </a:lnTo>
                <a:lnTo>
                  <a:pt x="12971" y="11066"/>
                </a:lnTo>
                <a:lnTo>
                  <a:pt x="13840" y="11464"/>
                </a:lnTo>
                <a:lnTo>
                  <a:pt x="13948" y="11552"/>
                </a:lnTo>
                <a:lnTo>
                  <a:pt x="14111" y="11642"/>
                </a:lnTo>
                <a:lnTo>
                  <a:pt x="14273" y="11685"/>
                </a:lnTo>
                <a:lnTo>
                  <a:pt x="14491" y="11818"/>
                </a:lnTo>
                <a:lnTo>
                  <a:pt x="14708" y="11995"/>
                </a:lnTo>
                <a:lnTo>
                  <a:pt x="14979" y="12305"/>
                </a:lnTo>
                <a:lnTo>
                  <a:pt x="15196" y="12481"/>
                </a:lnTo>
                <a:lnTo>
                  <a:pt x="15413" y="12659"/>
                </a:lnTo>
                <a:lnTo>
                  <a:pt x="14979" y="13102"/>
                </a:lnTo>
                <a:lnTo>
                  <a:pt x="14762" y="12836"/>
                </a:lnTo>
                <a:lnTo>
                  <a:pt x="14491" y="12615"/>
                </a:lnTo>
                <a:lnTo>
                  <a:pt x="13948" y="12261"/>
                </a:lnTo>
                <a:lnTo>
                  <a:pt x="13297" y="11951"/>
                </a:lnTo>
                <a:lnTo>
                  <a:pt x="12428" y="11464"/>
                </a:lnTo>
                <a:lnTo>
                  <a:pt x="12048" y="11066"/>
                </a:lnTo>
                <a:lnTo>
                  <a:pt x="11614" y="10711"/>
                </a:lnTo>
                <a:lnTo>
                  <a:pt x="11180" y="10446"/>
                </a:lnTo>
                <a:lnTo>
                  <a:pt x="10691" y="10180"/>
                </a:lnTo>
                <a:lnTo>
                  <a:pt x="10637" y="10180"/>
                </a:lnTo>
                <a:lnTo>
                  <a:pt x="10637" y="10136"/>
                </a:lnTo>
                <a:lnTo>
                  <a:pt x="10583" y="10136"/>
                </a:lnTo>
                <a:lnTo>
                  <a:pt x="10420" y="10092"/>
                </a:lnTo>
                <a:lnTo>
                  <a:pt x="9877" y="10048"/>
                </a:lnTo>
                <a:lnTo>
                  <a:pt x="9280" y="10003"/>
                </a:lnTo>
                <a:lnTo>
                  <a:pt x="8683" y="10048"/>
                </a:lnTo>
                <a:lnTo>
                  <a:pt x="8086" y="10092"/>
                </a:lnTo>
                <a:lnTo>
                  <a:pt x="7652" y="10180"/>
                </a:lnTo>
                <a:lnTo>
                  <a:pt x="7381" y="10268"/>
                </a:lnTo>
                <a:lnTo>
                  <a:pt x="7164" y="10401"/>
                </a:lnTo>
                <a:lnTo>
                  <a:pt x="7001" y="10535"/>
                </a:lnTo>
                <a:lnTo>
                  <a:pt x="6838" y="10668"/>
                </a:lnTo>
                <a:lnTo>
                  <a:pt x="6729" y="10844"/>
                </a:lnTo>
                <a:lnTo>
                  <a:pt x="6621" y="11066"/>
                </a:lnTo>
                <a:lnTo>
                  <a:pt x="6621" y="11420"/>
                </a:lnTo>
                <a:lnTo>
                  <a:pt x="6676" y="11597"/>
                </a:lnTo>
                <a:lnTo>
                  <a:pt x="6729" y="11730"/>
                </a:lnTo>
                <a:lnTo>
                  <a:pt x="7001" y="12040"/>
                </a:lnTo>
                <a:lnTo>
                  <a:pt x="7327" y="12261"/>
                </a:lnTo>
                <a:lnTo>
                  <a:pt x="7760" y="12481"/>
                </a:lnTo>
                <a:lnTo>
                  <a:pt x="8250" y="12659"/>
                </a:lnTo>
                <a:lnTo>
                  <a:pt x="8413" y="12659"/>
                </a:lnTo>
                <a:lnTo>
                  <a:pt x="8575" y="12571"/>
                </a:lnTo>
                <a:lnTo>
                  <a:pt x="9009" y="12438"/>
                </a:lnTo>
                <a:lnTo>
                  <a:pt x="9009" y="12703"/>
                </a:lnTo>
                <a:lnTo>
                  <a:pt x="9117" y="13014"/>
                </a:lnTo>
                <a:lnTo>
                  <a:pt x="9335" y="13234"/>
                </a:lnTo>
                <a:lnTo>
                  <a:pt x="9607" y="13500"/>
                </a:lnTo>
                <a:lnTo>
                  <a:pt x="9607" y="13987"/>
                </a:lnTo>
                <a:lnTo>
                  <a:pt x="9497" y="14429"/>
                </a:lnTo>
                <a:lnTo>
                  <a:pt x="9444" y="14606"/>
                </a:lnTo>
                <a:lnTo>
                  <a:pt x="9497" y="14651"/>
                </a:lnTo>
                <a:lnTo>
                  <a:pt x="9552" y="14696"/>
                </a:lnTo>
                <a:lnTo>
                  <a:pt x="9932" y="14828"/>
                </a:lnTo>
                <a:lnTo>
                  <a:pt x="10311" y="14872"/>
                </a:lnTo>
                <a:lnTo>
                  <a:pt x="10691" y="14784"/>
                </a:lnTo>
                <a:lnTo>
                  <a:pt x="11017" y="14651"/>
                </a:lnTo>
                <a:lnTo>
                  <a:pt x="11723" y="15094"/>
                </a:lnTo>
                <a:lnTo>
                  <a:pt x="11071" y="15270"/>
                </a:lnTo>
                <a:lnTo>
                  <a:pt x="10420" y="15447"/>
                </a:lnTo>
                <a:lnTo>
                  <a:pt x="9932" y="15537"/>
                </a:lnTo>
                <a:lnTo>
                  <a:pt x="9769" y="15403"/>
                </a:lnTo>
                <a:lnTo>
                  <a:pt x="9607" y="15182"/>
                </a:lnTo>
                <a:lnTo>
                  <a:pt x="9335" y="14828"/>
                </a:lnTo>
                <a:lnTo>
                  <a:pt x="9009" y="14518"/>
                </a:lnTo>
                <a:lnTo>
                  <a:pt x="8683" y="14253"/>
                </a:lnTo>
                <a:lnTo>
                  <a:pt x="8086" y="13722"/>
                </a:lnTo>
                <a:lnTo>
                  <a:pt x="7544" y="13146"/>
                </a:lnTo>
                <a:lnTo>
                  <a:pt x="7489" y="13102"/>
                </a:lnTo>
                <a:lnTo>
                  <a:pt x="7381" y="13102"/>
                </a:lnTo>
                <a:lnTo>
                  <a:pt x="7327" y="13146"/>
                </a:lnTo>
                <a:lnTo>
                  <a:pt x="7327" y="13455"/>
                </a:lnTo>
                <a:lnTo>
                  <a:pt x="7435" y="13677"/>
                </a:lnTo>
                <a:lnTo>
                  <a:pt x="7544" y="13898"/>
                </a:lnTo>
                <a:lnTo>
                  <a:pt x="7760" y="14120"/>
                </a:lnTo>
                <a:lnTo>
                  <a:pt x="8195" y="14518"/>
                </a:lnTo>
                <a:lnTo>
                  <a:pt x="8629" y="14872"/>
                </a:lnTo>
                <a:lnTo>
                  <a:pt x="8901" y="15182"/>
                </a:lnTo>
                <a:lnTo>
                  <a:pt x="9172" y="15580"/>
                </a:lnTo>
                <a:lnTo>
                  <a:pt x="8358" y="15625"/>
                </a:lnTo>
                <a:lnTo>
                  <a:pt x="7435" y="14916"/>
                </a:lnTo>
                <a:lnTo>
                  <a:pt x="6892" y="14474"/>
                </a:lnTo>
                <a:lnTo>
                  <a:pt x="6676" y="14253"/>
                </a:lnTo>
                <a:lnTo>
                  <a:pt x="6566" y="13943"/>
                </a:lnTo>
                <a:lnTo>
                  <a:pt x="6513" y="13898"/>
                </a:lnTo>
                <a:lnTo>
                  <a:pt x="6404" y="13855"/>
                </a:lnTo>
                <a:lnTo>
                  <a:pt x="6295" y="13855"/>
                </a:lnTo>
                <a:lnTo>
                  <a:pt x="6241" y="13943"/>
                </a:lnTo>
                <a:lnTo>
                  <a:pt x="6241" y="14253"/>
                </a:lnTo>
                <a:lnTo>
                  <a:pt x="6350" y="14518"/>
                </a:lnTo>
                <a:lnTo>
                  <a:pt x="6513" y="14784"/>
                </a:lnTo>
                <a:lnTo>
                  <a:pt x="6784" y="15005"/>
                </a:lnTo>
                <a:lnTo>
                  <a:pt x="7327" y="15537"/>
                </a:lnTo>
                <a:lnTo>
                  <a:pt x="7219" y="15537"/>
                </a:lnTo>
                <a:lnTo>
                  <a:pt x="7219" y="15447"/>
                </a:lnTo>
                <a:lnTo>
                  <a:pt x="7164" y="15403"/>
                </a:lnTo>
                <a:lnTo>
                  <a:pt x="6729" y="15315"/>
                </a:lnTo>
                <a:lnTo>
                  <a:pt x="6566" y="15270"/>
                </a:lnTo>
                <a:lnTo>
                  <a:pt x="6458" y="15137"/>
                </a:lnTo>
                <a:lnTo>
                  <a:pt x="6350" y="14916"/>
                </a:lnTo>
                <a:lnTo>
                  <a:pt x="6025" y="14474"/>
                </a:lnTo>
                <a:lnTo>
                  <a:pt x="5807" y="14296"/>
                </a:lnTo>
                <a:lnTo>
                  <a:pt x="5644" y="14163"/>
                </a:lnTo>
                <a:lnTo>
                  <a:pt x="5644" y="13987"/>
                </a:lnTo>
                <a:lnTo>
                  <a:pt x="5590" y="13943"/>
                </a:lnTo>
                <a:lnTo>
                  <a:pt x="5535" y="13898"/>
                </a:lnTo>
                <a:lnTo>
                  <a:pt x="5427" y="13943"/>
                </a:lnTo>
                <a:lnTo>
                  <a:pt x="5264" y="14031"/>
                </a:lnTo>
                <a:lnTo>
                  <a:pt x="5210" y="14120"/>
                </a:lnTo>
                <a:lnTo>
                  <a:pt x="5210" y="14296"/>
                </a:lnTo>
                <a:lnTo>
                  <a:pt x="5264" y="14429"/>
                </a:lnTo>
                <a:lnTo>
                  <a:pt x="5427" y="14606"/>
                </a:lnTo>
                <a:lnTo>
                  <a:pt x="5590" y="14784"/>
                </a:lnTo>
                <a:lnTo>
                  <a:pt x="5753" y="15005"/>
                </a:lnTo>
                <a:lnTo>
                  <a:pt x="5862" y="15270"/>
                </a:lnTo>
                <a:lnTo>
                  <a:pt x="4993" y="15005"/>
                </a:lnTo>
                <a:lnTo>
                  <a:pt x="4178" y="14606"/>
                </a:lnTo>
                <a:lnTo>
                  <a:pt x="4125" y="14563"/>
                </a:lnTo>
                <a:lnTo>
                  <a:pt x="4016" y="14429"/>
                </a:lnTo>
                <a:lnTo>
                  <a:pt x="3853" y="14341"/>
                </a:lnTo>
                <a:lnTo>
                  <a:pt x="3474" y="14253"/>
                </a:lnTo>
                <a:lnTo>
                  <a:pt x="3419" y="14163"/>
                </a:lnTo>
                <a:lnTo>
                  <a:pt x="3202" y="13412"/>
                </a:lnTo>
                <a:lnTo>
                  <a:pt x="3094" y="12969"/>
                </a:lnTo>
                <a:lnTo>
                  <a:pt x="3039" y="12526"/>
                </a:lnTo>
                <a:lnTo>
                  <a:pt x="3039" y="12128"/>
                </a:lnTo>
                <a:lnTo>
                  <a:pt x="3094" y="11907"/>
                </a:lnTo>
                <a:lnTo>
                  <a:pt x="3202" y="11774"/>
                </a:lnTo>
                <a:lnTo>
                  <a:pt x="3310" y="11597"/>
                </a:lnTo>
                <a:lnTo>
                  <a:pt x="3474" y="11509"/>
                </a:lnTo>
                <a:lnTo>
                  <a:pt x="3690" y="11420"/>
                </a:lnTo>
                <a:lnTo>
                  <a:pt x="3962" y="11332"/>
                </a:lnTo>
                <a:lnTo>
                  <a:pt x="4016" y="11332"/>
                </a:lnTo>
                <a:lnTo>
                  <a:pt x="4070" y="11287"/>
                </a:lnTo>
                <a:lnTo>
                  <a:pt x="4125" y="11199"/>
                </a:lnTo>
                <a:lnTo>
                  <a:pt x="4125" y="11110"/>
                </a:lnTo>
                <a:lnTo>
                  <a:pt x="4016" y="10889"/>
                </a:lnTo>
                <a:lnTo>
                  <a:pt x="3853" y="10668"/>
                </a:lnTo>
                <a:lnTo>
                  <a:pt x="3690" y="10490"/>
                </a:lnTo>
                <a:lnTo>
                  <a:pt x="3474" y="10268"/>
                </a:lnTo>
                <a:lnTo>
                  <a:pt x="3039" y="9960"/>
                </a:lnTo>
                <a:lnTo>
                  <a:pt x="2551" y="9605"/>
                </a:lnTo>
                <a:lnTo>
                  <a:pt x="2225" y="9427"/>
                </a:lnTo>
                <a:lnTo>
                  <a:pt x="1900" y="9207"/>
                </a:lnTo>
                <a:lnTo>
                  <a:pt x="1737" y="8986"/>
                </a:lnTo>
                <a:lnTo>
                  <a:pt x="1465" y="8808"/>
                </a:lnTo>
                <a:lnTo>
                  <a:pt x="1139" y="8631"/>
                </a:lnTo>
                <a:lnTo>
                  <a:pt x="814" y="8588"/>
                </a:lnTo>
                <a:lnTo>
                  <a:pt x="977" y="7923"/>
                </a:lnTo>
                <a:lnTo>
                  <a:pt x="1139" y="7347"/>
                </a:lnTo>
                <a:lnTo>
                  <a:pt x="1194" y="7259"/>
                </a:lnTo>
                <a:lnTo>
                  <a:pt x="1411" y="7171"/>
                </a:lnTo>
                <a:lnTo>
                  <a:pt x="1628" y="7126"/>
                </a:lnTo>
                <a:lnTo>
                  <a:pt x="1845" y="7126"/>
                </a:lnTo>
                <a:lnTo>
                  <a:pt x="2062" y="7171"/>
                </a:lnTo>
                <a:lnTo>
                  <a:pt x="2225" y="7259"/>
                </a:lnTo>
                <a:lnTo>
                  <a:pt x="2388" y="7392"/>
                </a:lnTo>
                <a:lnTo>
                  <a:pt x="2443" y="7525"/>
                </a:lnTo>
                <a:lnTo>
                  <a:pt x="2443" y="7879"/>
                </a:lnTo>
                <a:lnTo>
                  <a:pt x="2496" y="7923"/>
                </a:lnTo>
                <a:lnTo>
                  <a:pt x="2551" y="7923"/>
                </a:lnTo>
                <a:lnTo>
                  <a:pt x="2876" y="8056"/>
                </a:lnTo>
                <a:lnTo>
                  <a:pt x="3147" y="8188"/>
                </a:lnTo>
                <a:lnTo>
                  <a:pt x="3365" y="8410"/>
                </a:lnTo>
                <a:lnTo>
                  <a:pt x="3527" y="8631"/>
                </a:lnTo>
                <a:lnTo>
                  <a:pt x="3637" y="8720"/>
                </a:lnTo>
                <a:lnTo>
                  <a:pt x="3745" y="8720"/>
                </a:lnTo>
                <a:lnTo>
                  <a:pt x="3853" y="8676"/>
                </a:lnTo>
                <a:lnTo>
                  <a:pt x="3908" y="8543"/>
                </a:lnTo>
                <a:lnTo>
                  <a:pt x="3745" y="7171"/>
                </a:lnTo>
                <a:lnTo>
                  <a:pt x="4070" y="7126"/>
                </a:lnTo>
                <a:lnTo>
                  <a:pt x="4450" y="6994"/>
                </a:lnTo>
                <a:lnTo>
                  <a:pt x="4776" y="6906"/>
                </a:lnTo>
                <a:lnTo>
                  <a:pt x="5102" y="6861"/>
                </a:lnTo>
                <a:lnTo>
                  <a:pt x="5427" y="6816"/>
                </a:lnTo>
                <a:lnTo>
                  <a:pt x="5753" y="6861"/>
                </a:lnTo>
                <a:lnTo>
                  <a:pt x="6350" y="6906"/>
                </a:lnTo>
                <a:lnTo>
                  <a:pt x="7544" y="6906"/>
                </a:lnTo>
                <a:lnTo>
                  <a:pt x="7815" y="6816"/>
                </a:lnTo>
                <a:lnTo>
                  <a:pt x="8141" y="6728"/>
                </a:lnTo>
                <a:lnTo>
                  <a:pt x="8250" y="6684"/>
                </a:lnTo>
                <a:lnTo>
                  <a:pt x="8303" y="6595"/>
                </a:lnTo>
                <a:lnTo>
                  <a:pt x="8303" y="6463"/>
                </a:lnTo>
                <a:lnTo>
                  <a:pt x="8250" y="6373"/>
                </a:lnTo>
                <a:lnTo>
                  <a:pt x="7760" y="5932"/>
                </a:lnTo>
                <a:lnTo>
                  <a:pt x="7219" y="5489"/>
                </a:lnTo>
                <a:lnTo>
                  <a:pt x="6947" y="5267"/>
                </a:lnTo>
                <a:lnTo>
                  <a:pt x="6676" y="5091"/>
                </a:lnTo>
                <a:lnTo>
                  <a:pt x="6350" y="4958"/>
                </a:lnTo>
                <a:lnTo>
                  <a:pt x="5970" y="4825"/>
                </a:lnTo>
                <a:lnTo>
                  <a:pt x="5915" y="4693"/>
                </a:lnTo>
                <a:lnTo>
                  <a:pt x="5862" y="4603"/>
                </a:lnTo>
                <a:lnTo>
                  <a:pt x="5698" y="4515"/>
                </a:lnTo>
                <a:lnTo>
                  <a:pt x="5535" y="4426"/>
                </a:lnTo>
                <a:lnTo>
                  <a:pt x="4993" y="4250"/>
                </a:lnTo>
                <a:lnTo>
                  <a:pt x="4721" y="4160"/>
                </a:lnTo>
                <a:lnTo>
                  <a:pt x="4396" y="4117"/>
                </a:lnTo>
                <a:lnTo>
                  <a:pt x="5047" y="3895"/>
                </a:lnTo>
                <a:lnTo>
                  <a:pt x="5644" y="3674"/>
                </a:lnTo>
                <a:lnTo>
                  <a:pt x="6295" y="3541"/>
                </a:lnTo>
                <a:lnTo>
                  <a:pt x="6947" y="3452"/>
                </a:lnTo>
                <a:lnTo>
                  <a:pt x="7598" y="3364"/>
                </a:lnTo>
                <a:lnTo>
                  <a:pt x="9607" y="3364"/>
                </a:lnTo>
                <a:lnTo>
                  <a:pt x="9715" y="3319"/>
                </a:lnTo>
                <a:lnTo>
                  <a:pt x="9715" y="3231"/>
                </a:lnTo>
                <a:close/>
                <a:moveTo>
                  <a:pt x="7544" y="18811"/>
                </a:moveTo>
                <a:lnTo>
                  <a:pt x="7760" y="18856"/>
                </a:lnTo>
                <a:lnTo>
                  <a:pt x="8141" y="18944"/>
                </a:lnTo>
                <a:lnTo>
                  <a:pt x="7978" y="18989"/>
                </a:lnTo>
                <a:lnTo>
                  <a:pt x="7870" y="19077"/>
                </a:lnTo>
                <a:lnTo>
                  <a:pt x="7760" y="19210"/>
                </a:lnTo>
                <a:lnTo>
                  <a:pt x="7760" y="19342"/>
                </a:lnTo>
                <a:lnTo>
                  <a:pt x="7707" y="19520"/>
                </a:lnTo>
                <a:lnTo>
                  <a:pt x="7760" y="19741"/>
                </a:lnTo>
                <a:lnTo>
                  <a:pt x="7760" y="19830"/>
                </a:lnTo>
                <a:lnTo>
                  <a:pt x="7815" y="19918"/>
                </a:lnTo>
                <a:lnTo>
                  <a:pt x="7923" y="20006"/>
                </a:lnTo>
                <a:lnTo>
                  <a:pt x="8032" y="20051"/>
                </a:lnTo>
                <a:lnTo>
                  <a:pt x="8195" y="20051"/>
                </a:lnTo>
                <a:lnTo>
                  <a:pt x="8683" y="20449"/>
                </a:lnTo>
                <a:lnTo>
                  <a:pt x="9226" y="20714"/>
                </a:lnTo>
                <a:lnTo>
                  <a:pt x="9715" y="20936"/>
                </a:lnTo>
                <a:lnTo>
                  <a:pt x="9986" y="21024"/>
                </a:lnTo>
                <a:lnTo>
                  <a:pt x="5102" y="20980"/>
                </a:lnTo>
                <a:lnTo>
                  <a:pt x="5319" y="20892"/>
                </a:lnTo>
                <a:lnTo>
                  <a:pt x="5807" y="20714"/>
                </a:lnTo>
                <a:lnTo>
                  <a:pt x="6295" y="20494"/>
                </a:lnTo>
                <a:lnTo>
                  <a:pt x="6621" y="20316"/>
                </a:lnTo>
                <a:lnTo>
                  <a:pt x="6947" y="20095"/>
                </a:lnTo>
                <a:lnTo>
                  <a:pt x="7056" y="20139"/>
                </a:lnTo>
                <a:lnTo>
                  <a:pt x="7219" y="20139"/>
                </a:lnTo>
                <a:lnTo>
                  <a:pt x="7327" y="20095"/>
                </a:lnTo>
                <a:lnTo>
                  <a:pt x="7435" y="20006"/>
                </a:lnTo>
                <a:lnTo>
                  <a:pt x="7598" y="19785"/>
                </a:lnTo>
                <a:lnTo>
                  <a:pt x="7707" y="19564"/>
                </a:lnTo>
                <a:lnTo>
                  <a:pt x="7652" y="19430"/>
                </a:lnTo>
                <a:lnTo>
                  <a:pt x="7544" y="19342"/>
                </a:lnTo>
                <a:lnTo>
                  <a:pt x="7489" y="19298"/>
                </a:lnTo>
                <a:lnTo>
                  <a:pt x="7544" y="19032"/>
                </a:lnTo>
                <a:lnTo>
                  <a:pt x="7544" y="18811"/>
                </a:lnTo>
                <a:close/>
                <a:moveTo>
                  <a:pt x="14491" y="0"/>
                </a:moveTo>
                <a:lnTo>
                  <a:pt x="14273" y="89"/>
                </a:lnTo>
                <a:lnTo>
                  <a:pt x="13893" y="133"/>
                </a:lnTo>
                <a:lnTo>
                  <a:pt x="13568" y="265"/>
                </a:lnTo>
                <a:lnTo>
                  <a:pt x="13405" y="355"/>
                </a:lnTo>
                <a:lnTo>
                  <a:pt x="13297" y="487"/>
                </a:lnTo>
                <a:lnTo>
                  <a:pt x="13242" y="620"/>
                </a:lnTo>
                <a:lnTo>
                  <a:pt x="13189" y="798"/>
                </a:lnTo>
                <a:lnTo>
                  <a:pt x="13189" y="1063"/>
                </a:lnTo>
                <a:lnTo>
                  <a:pt x="13297" y="1239"/>
                </a:lnTo>
                <a:lnTo>
                  <a:pt x="13351" y="1372"/>
                </a:lnTo>
                <a:lnTo>
                  <a:pt x="12211" y="2833"/>
                </a:lnTo>
                <a:lnTo>
                  <a:pt x="11289" y="2656"/>
                </a:lnTo>
                <a:lnTo>
                  <a:pt x="10366" y="2612"/>
                </a:lnTo>
                <a:lnTo>
                  <a:pt x="9444" y="2612"/>
                </a:lnTo>
                <a:lnTo>
                  <a:pt x="8575" y="2700"/>
                </a:lnTo>
                <a:lnTo>
                  <a:pt x="8358" y="2745"/>
                </a:lnTo>
                <a:lnTo>
                  <a:pt x="8250" y="2878"/>
                </a:lnTo>
                <a:lnTo>
                  <a:pt x="7544" y="2833"/>
                </a:lnTo>
                <a:lnTo>
                  <a:pt x="6838" y="2921"/>
                </a:lnTo>
                <a:lnTo>
                  <a:pt x="6078" y="3011"/>
                </a:lnTo>
                <a:lnTo>
                  <a:pt x="5372" y="3187"/>
                </a:lnTo>
                <a:lnTo>
                  <a:pt x="4721" y="3409"/>
                </a:lnTo>
                <a:lnTo>
                  <a:pt x="4016" y="3674"/>
                </a:lnTo>
                <a:lnTo>
                  <a:pt x="3419" y="3984"/>
                </a:lnTo>
                <a:lnTo>
                  <a:pt x="2876" y="4293"/>
                </a:lnTo>
                <a:lnTo>
                  <a:pt x="2225" y="4736"/>
                </a:lnTo>
                <a:lnTo>
                  <a:pt x="1682" y="5267"/>
                </a:lnTo>
                <a:lnTo>
                  <a:pt x="1194" y="5799"/>
                </a:lnTo>
                <a:lnTo>
                  <a:pt x="814" y="6373"/>
                </a:lnTo>
                <a:lnTo>
                  <a:pt x="488" y="6994"/>
                </a:lnTo>
                <a:lnTo>
                  <a:pt x="271" y="7657"/>
                </a:lnTo>
                <a:lnTo>
                  <a:pt x="108" y="8321"/>
                </a:lnTo>
                <a:lnTo>
                  <a:pt x="0" y="8986"/>
                </a:lnTo>
                <a:lnTo>
                  <a:pt x="0" y="9649"/>
                </a:lnTo>
                <a:lnTo>
                  <a:pt x="55" y="10313"/>
                </a:lnTo>
                <a:lnTo>
                  <a:pt x="217" y="10977"/>
                </a:lnTo>
                <a:lnTo>
                  <a:pt x="434" y="11642"/>
                </a:lnTo>
                <a:lnTo>
                  <a:pt x="706" y="12261"/>
                </a:lnTo>
                <a:lnTo>
                  <a:pt x="1031" y="12836"/>
                </a:lnTo>
                <a:lnTo>
                  <a:pt x="1465" y="13412"/>
                </a:lnTo>
                <a:lnTo>
                  <a:pt x="2008" y="13943"/>
                </a:lnTo>
                <a:lnTo>
                  <a:pt x="2551" y="14429"/>
                </a:lnTo>
                <a:lnTo>
                  <a:pt x="3202" y="14872"/>
                </a:lnTo>
                <a:lnTo>
                  <a:pt x="3962" y="15270"/>
                </a:lnTo>
                <a:lnTo>
                  <a:pt x="4668" y="15580"/>
                </a:lnTo>
                <a:lnTo>
                  <a:pt x="5482" y="15846"/>
                </a:lnTo>
                <a:lnTo>
                  <a:pt x="6295" y="16023"/>
                </a:lnTo>
                <a:lnTo>
                  <a:pt x="7109" y="16156"/>
                </a:lnTo>
                <a:lnTo>
                  <a:pt x="7978" y="16244"/>
                </a:lnTo>
                <a:lnTo>
                  <a:pt x="8792" y="16244"/>
                </a:lnTo>
                <a:lnTo>
                  <a:pt x="9607" y="16200"/>
                </a:lnTo>
                <a:lnTo>
                  <a:pt x="10420" y="16111"/>
                </a:lnTo>
                <a:lnTo>
                  <a:pt x="11234" y="15935"/>
                </a:lnTo>
                <a:lnTo>
                  <a:pt x="11995" y="15713"/>
                </a:lnTo>
                <a:lnTo>
                  <a:pt x="12754" y="15447"/>
                </a:lnTo>
                <a:lnTo>
                  <a:pt x="13459" y="15094"/>
                </a:lnTo>
                <a:lnTo>
                  <a:pt x="14111" y="14739"/>
                </a:lnTo>
                <a:lnTo>
                  <a:pt x="14871" y="14208"/>
                </a:lnTo>
                <a:lnTo>
                  <a:pt x="15522" y="13589"/>
                </a:lnTo>
                <a:lnTo>
                  <a:pt x="16173" y="12924"/>
                </a:lnTo>
                <a:lnTo>
                  <a:pt x="16716" y="12261"/>
                </a:lnTo>
                <a:lnTo>
                  <a:pt x="17204" y="11509"/>
                </a:lnTo>
                <a:lnTo>
                  <a:pt x="17584" y="10756"/>
                </a:lnTo>
                <a:lnTo>
                  <a:pt x="17910" y="10003"/>
                </a:lnTo>
                <a:lnTo>
                  <a:pt x="18018" y="9561"/>
                </a:lnTo>
                <a:lnTo>
                  <a:pt x="18073" y="9162"/>
                </a:lnTo>
                <a:lnTo>
                  <a:pt x="18127" y="8543"/>
                </a:lnTo>
                <a:lnTo>
                  <a:pt x="18073" y="7967"/>
                </a:lnTo>
                <a:lnTo>
                  <a:pt x="17910" y="7392"/>
                </a:lnTo>
                <a:lnTo>
                  <a:pt x="17638" y="6816"/>
                </a:lnTo>
                <a:lnTo>
                  <a:pt x="17367" y="6241"/>
                </a:lnTo>
                <a:lnTo>
                  <a:pt x="16987" y="5710"/>
                </a:lnTo>
                <a:lnTo>
                  <a:pt x="16553" y="5224"/>
                </a:lnTo>
                <a:lnTo>
                  <a:pt x="16065" y="4781"/>
                </a:lnTo>
                <a:lnTo>
                  <a:pt x="16010" y="4648"/>
                </a:lnTo>
                <a:lnTo>
                  <a:pt x="15847" y="4603"/>
                </a:lnTo>
                <a:lnTo>
                  <a:pt x="15196" y="4072"/>
                </a:lnTo>
                <a:lnTo>
                  <a:pt x="15034" y="3984"/>
                </a:lnTo>
                <a:lnTo>
                  <a:pt x="14545" y="3719"/>
                </a:lnTo>
                <a:lnTo>
                  <a:pt x="14056" y="3452"/>
                </a:lnTo>
                <a:lnTo>
                  <a:pt x="13514" y="3231"/>
                </a:lnTo>
                <a:lnTo>
                  <a:pt x="12971" y="3054"/>
                </a:lnTo>
                <a:lnTo>
                  <a:pt x="13025" y="2966"/>
                </a:lnTo>
                <a:lnTo>
                  <a:pt x="13079" y="2921"/>
                </a:lnTo>
                <a:lnTo>
                  <a:pt x="13025" y="2833"/>
                </a:lnTo>
                <a:lnTo>
                  <a:pt x="13568" y="2258"/>
                </a:lnTo>
                <a:lnTo>
                  <a:pt x="14056" y="1682"/>
                </a:lnTo>
                <a:lnTo>
                  <a:pt x="14436" y="1682"/>
                </a:lnTo>
                <a:lnTo>
                  <a:pt x="14599" y="1639"/>
                </a:lnTo>
                <a:lnTo>
                  <a:pt x="14762" y="1549"/>
                </a:lnTo>
                <a:lnTo>
                  <a:pt x="14871" y="1461"/>
                </a:lnTo>
                <a:lnTo>
                  <a:pt x="15685" y="1771"/>
                </a:lnTo>
                <a:lnTo>
                  <a:pt x="16390" y="2170"/>
                </a:lnTo>
                <a:lnTo>
                  <a:pt x="17096" y="2568"/>
                </a:lnTo>
                <a:lnTo>
                  <a:pt x="17747" y="3054"/>
                </a:lnTo>
                <a:lnTo>
                  <a:pt x="18344" y="3586"/>
                </a:lnTo>
                <a:lnTo>
                  <a:pt x="18887" y="4117"/>
                </a:lnTo>
                <a:lnTo>
                  <a:pt x="19321" y="4736"/>
                </a:lnTo>
                <a:lnTo>
                  <a:pt x="19755" y="5356"/>
                </a:lnTo>
                <a:lnTo>
                  <a:pt x="20081" y="6020"/>
                </a:lnTo>
                <a:lnTo>
                  <a:pt x="20353" y="6684"/>
                </a:lnTo>
                <a:lnTo>
                  <a:pt x="20569" y="7392"/>
                </a:lnTo>
                <a:lnTo>
                  <a:pt x="20732" y="8100"/>
                </a:lnTo>
                <a:lnTo>
                  <a:pt x="20841" y="8808"/>
                </a:lnTo>
                <a:lnTo>
                  <a:pt x="20841" y="10268"/>
                </a:lnTo>
                <a:lnTo>
                  <a:pt x="20732" y="10977"/>
                </a:lnTo>
                <a:lnTo>
                  <a:pt x="20515" y="11774"/>
                </a:lnTo>
                <a:lnTo>
                  <a:pt x="20298" y="12526"/>
                </a:lnTo>
                <a:lnTo>
                  <a:pt x="19918" y="13279"/>
                </a:lnTo>
                <a:lnTo>
                  <a:pt x="19538" y="13987"/>
                </a:lnTo>
                <a:lnTo>
                  <a:pt x="19049" y="14696"/>
                </a:lnTo>
                <a:lnTo>
                  <a:pt x="18453" y="15315"/>
                </a:lnTo>
                <a:lnTo>
                  <a:pt x="17855" y="15935"/>
                </a:lnTo>
                <a:lnTo>
                  <a:pt x="17150" y="16510"/>
                </a:lnTo>
                <a:lnTo>
                  <a:pt x="16390" y="16952"/>
                </a:lnTo>
                <a:lnTo>
                  <a:pt x="15630" y="17395"/>
                </a:lnTo>
                <a:lnTo>
                  <a:pt x="14762" y="17750"/>
                </a:lnTo>
                <a:lnTo>
                  <a:pt x="13893" y="18059"/>
                </a:lnTo>
                <a:lnTo>
                  <a:pt x="13025" y="18281"/>
                </a:lnTo>
                <a:lnTo>
                  <a:pt x="12103" y="18413"/>
                </a:lnTo>
                <a:lnTo>
                  <a:pt x="11180" y="18501"/>
                </a:lnTo>
                <a:lnTo>
                  <a:pt x="10203" y="18546"/>
                </a:lnTo>
                <a:lnTo>
                  <a:pt x="9497" y="18501"/>
                </a:lnTo>
                <a:lnTo>
                  <a:pt x="8792" y="18457"/>
                </a:lnTo>
                <a:lnTo>
                  <a:pt x="8086" y="18324"/>
                </a:lnTo>
                <a:lnTo>
                  <a:pt x="7435" y="18191"/>
                </a:lnTo>
                <a:lnTo>
                  <a:pt x="6729" y="17970"/>
                </a:lnTo>
                <a:lnTo>
                  <a:pt x="6078" y="17705"/>
                </a:lnTo>
                <a:lnTo>
                  <a:pt x="5372" y="17440"/>
                </a:lnTo>
                <a:lnTo>
                  <a:pt x="5427" y="17395"/>
                </a:lnTo>
                <a:lnTo>
                  <a:pt x="5482" y="17307"/>
                </a:lnTo>
                <a:lnTo>
                  <a:pt x="5482" y="17129"/>
                </a:lnTo>
                <a:lnTo>
                  <a:pt x="5427" y="17041"/>
                </a:lnTo>
                <a:lnTo>
                  <a:pt x="5210" y="16909"/>
                </a:lnTo>
                <a:lnTo>
                  <a:pt x="4993" y="16819"/>
                </a:lnTo>
                <a:lnTo>
                  <a:pt x="4776" y="16776"/>
                </a:lnTo>
                <a:lnTo>
                  <a:pt x="4450" y="16776"/>
                </a:lnTo>
                <a:lnTo>
                  <a:pt x="4288" y="16819"/>
                </a:lnTo>
                <a:lnTo>
                  <a:pt x="4070" y="16909"/>
                </a:lnTo>
                <a:lnTo>
                  <a:pt x="3908" y="17041"/>
                </a:lnTo>
                <a:lnTo>
                  <a:pt x="3853" y="17217"/>
                </a:lnTo>
                <a:lnTo>
                  <a:pt x="3853" y="17395"/>
                </a:lnTo>
                <a:lnTo>
                  <a:pt x="3908" y="17572"/>
                </a:lnTo>
                <a:lnTo>
                  <a:pt x="4016" y="17750"/>
                </a:lnTo>
                <a:lnTo>
                  <a:pt x="4178" y="17882"/>
                </a:lnTo>
                <a:lnTo>
                  <a:pt x="4396" y="17926"/>
                </a:lnTo>
                <a:lnTo>
                  <a:pt x="4613" y="17970"/>
                </a:lnTo>
                <a:lnTo>
                  <a:pt x="4831" y="17926"/>
                </a:lnTo>
                <a:lnTo>
                  <a:pt x="4993" y="17793"/>
                </a:lnTo>
                <a:lnTo>
                  <a:pt x="5210" y="17926"/>
                </a:lnTo>
                <a:lnTo>
                  <a:pt x="5970" y="18281"/>
                </a:lnTo>
                <a:lnTo>
                  <a:pt x="6566" y="18501"/>
                </a:lnTo>
                <a:lnTo>
                  <a:pt x="7109" y="18679"/>
                </a:lnTo>
                <a:lnTo>
                  <a:pt x="7056" y="18767"/>
                </a:lnTo>
                <a:lnTo>
                  <a:pt x="7001" y="18811"/>
                </a:lnTo>
                <a:lnTo>
                  <a:pt x="6892" y="19077"/>
                </a:lnTo>
                <a:lnTo>
                  <a:pt x="6838" y="19342"/>
                </a:lnTo>
                <a:lnTo>
                  <a:pt x="6784" y="19873"/>
                </a:lnTo>
                <a:lnTo>
                  <a:pt x="5862" y="20095"/>
                </a:lnTo>
                <a:lnTo>
                  <a:pt x="4993" y="20404"/>
                </a:lnTo>
                <a:lnTo>
                  <a:pt x="4070" y="20714"/>
                </a:lnTo>
                <a:lnTo>
                  <a:pt x="3147" y="20980"/>
                </a:lnTo>
                <a:lnTo>
                  <a:pt x="3039" y="21024"/>
                </a:lnTo>
                <a:lnTo>
                  <a:pt x="2984" y="21113"/>
                </a:lnTo>
                <a:lnTo>
                  <a:pt x="2931" y="21202"/>
                </a:lnTo>
                <a:lnTo>
                  <a:pt x="2931" y="21290"/>
                </a:lnTo>
                <a:lnTo>
                  <a:pt x="2984" y="21378"/>
                </a:lnTo>
                <a:lnTo>
                  <a:pt x="3039" y="21467"/>
                </a:lnTo>
                <a:lnTo>
                  <a:pt x="3147" y="21512"/>
                </a:lnTo>
                <a:lnTo>
                  <a:pt x="3256" y="21555"/>
                </a:lnTo>
                <a:lnTo>
                  <a:pt x="12428" y="21600"/>
                </a:lnTo>
                <a:lnTo>
                  <a:pt x="12536" y="21600"/>
                </a:lnTo>
                <a:lnTo>
                  <a:pt x="12646" y="21555"/>
                </a:lnTo>
                <a:lnTo>
                  <a:pt x="12754" y="21467"/>
                </a:lnTo>
                <a:lnTo>
                  <a:pt x="12754" y="21202"/>
                </a:lnTo>
                <a:lnTo>
                  <a:pt x="12699" y="21113"/>
                </a:lnTo>
                <a:lnTo>
                  <a:pt x="12536" y="21024"/>
                </a:lnTo>
                <a:lnTo>
                  <a:pt x="11995" y="20847"/>
                </a:lnTo>
                <a:lnTo>
                  <a:pt x="11342" y="20714"/>
                </a:lnTo>
                <a:lnTo>
                  <a:pt x="10746" y="20582"/>
                </a:lnTo>
                <a:lnTo>
                  <a:pt x="10148" y="20449"/>
                </a:lnTo>
                <a:lnTo>
                  <a:pt x="9607" y="20228"/>
                </a:lnTo>
                <a:lnTo>
                  <a:pt x="9117" y="19963"/>
                </a:lnTo>
                <a:lnTo>
                  <a:pt x="8738" y="19697"/>
                </a:lnTo>
                <a:lnTo>
                  <a:pt x="8575" y="19564"/>
                </a:lnTo>
                <a:lnTo>
                  <a:pt x="8358" y="19475"/>
                </a:lnTo>
                <a:lnTo>
                  <a:pt x="8358" y="19430"/>
                </a:lnTo>
                <a:lnTo>
                  <a:pt x="8413" y="19210"/>
                </a:lnTo>
                <a:lnTo>
                  <a:pt x="8358" y="18989"/>
                </a:lnTo>
                <a:lnTo>
                  <a:pt x="9064" y="19077"/>
                </a:lnTo>
                <a:lnTo>
                  <a:pt x="9823" y="19122"/>
                </a:lnTo>
                <a:lnTo>
                  <a:pt x="11289" y="19122"/>
                </a:lnTo>
                <a:lnTo>
                  <a:pt x="12157" y="19032"/>
                </a:lnTo>
                <a:lnTo>
                  <a:pt x="13079" y="18856"/>
                </a:lnTo>
                <a:lnTo>
                  <a:pt x="13948" y="18679"/>
                </a:lnTo>
                <a:lnTo>
                  <a:pt x="14816" y="18413"/>
                </a:lnTo>
                <a:lnTo>
                  <a:pt x="15630" y="18059"/>
                </a:lnTo>
                <a:lnTo>
                  <a:pt x="16390" y="17705"/>
                </a:lnTo>
                <a:lnTo>
                  <a:pt x="17150" y="17262"/>
                </a:lnTo>
                <a:lnTo>
                  <a:pt x="17855" y="16776"/>
                </a:lnTo>
                <a:lnTo>
                  <a:pt x="18506" y="16244"/>
                </a:lnTo>
                <a:lnTo>
                  <a:pt x="19104" y="15669"/>
                </a:lnTo>
                <a:lnTo>
                  <a:pt x="19647" y="15049"/>
                </a:lnTo>
                <a:lnTo>
                  <a:pt x="20081" y="14386"/>
                </a:lnTo>
                <a:lnTo>
                  <a:pt x="20515" y="13722"/>
                </a:lnTo>
                <a:lnTo>
                  <a:pt x="20841" y="13014"/>
                </a:lnTo>
                <a:lnTo>
                  <a:pt x="21166" y="12305"/>
                </a:lnTo>
                <a:lnTo>
                  <a:pt x="21329" y="11552"/>
                </a:lnTo>
                <a:lnTo>
                  <a:pt x="21492" y="10801"/>
                </a:lnTo>
                <a:lnTo>
                  <a:pt x="21600" y="10048"/>
                </a:lnTo>
                <a:lnTo>
                  <a:pt x="21600" y="9295"/>
                </a:lnTo>
                <a:lnTo>
                  <a:pt x="21547" y="8543"/>
                </a:lnTo>
                <a:lnTo>
                  <a:pt x="21437" y="7790"/>
                </a:lnTo>
                <a:lnTo>
                  <a:pt x="21275" y="7038"/>
                </a:lnTo>
                <a:lnTo>
                  <a:pt x="21004" y="6285"/>
                </a:lnTo>
                <a:lnTo>
                  <a:pt x="20678" y="5577"/>
                </a:lnTo>
                <a:lnTo>
                  <a:pt x="20298" y="4825"/>
                </a:lnTo>
                <a:lnTo>
                  <a:pt x="19755" y="4117"/>
                </a:lnTo>
                <a:lnTo>
                  <a:pt x="19212" y="3452"/>
                </a:lnTo>
                <a:lnTo>
                  <a:pt x="18506" y="2789"/>
                </a:lnTo>
                <a:lnTo>
                  <a:pt x="17801" y="2213"/>
                </a:lnTo>
                <a:lnTo>
                  <a:pt x="16987" y="1682"/>
                </a:lnTo>
                <a:lnTo>
                  <a:pt x="16118" y="1239"/>
                </a:lnTo>
                <a:lnTo>
                  <a:pt x="15685" y="1063"/>
                </a:lnTo>
                <a:lnTo>
                  <a:pt x="15196" y="886"/>
                </a:lnTo>
                <a:lnTo>
                  <a:pt x="15250" y="708"/>
                </a:lnTo>
                <a:lnTo>
                  <a:pt x="15250" y="532"/>
                </a:lnTo>
                <a:lnTo>
                  <a:pt x="15196" y="355"/>
                </a:lnTo>
                <a:lnTo>
                  <a:pt x="15087" y="177"/>
                </a:lnTo>
                <a:lnTo>
                  <a:pt x="14924" y="89"/>
                </a:lnTo>
                <a:lnTo>
                  <a:pt x="14708" y="0"/>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551" name="Google Shape;199;p3"/>
          <p:cNvSpPr/>
          <p:nvPr/>
        </p:nvSpPr>
        <p:spPr>
          <a:xfrm>
            <a:off x="7063638" y="4132028"/>
            <a:ext cx="456762" cy="4255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664" y="845"/>
                </a:moveTo>
                <a:lnTo>
                  <a:pt x="17713" y="898"/>
                </a:lnTo>
                <a:lnTo>
                  <a:pt x="17812" y="952"/>
                </a:lnTo>
                <a:lnTo>
                  <a:pt x="17910" y="1003"/>
                </a:lnTo>
                <a:lnTo>
                  <a:pt x="18255" y="1110"/>
                </a:lnTo>
                <a:lnTo>
                  <a:pt x="18550" y="1215"/>
                </a:lnTo>
                <a:lnTo>
                  <a:pt x="18795" y="1373"/>
                </a:lnTo>
                <a:lnTo>
                  <a:pt x="18992" y="1690"/>
                </a:lnTo>
                <a:lnTo>
                  <a:pt x="19190" y="2007"/>
                </a:lnTo>
                <a:lnTo>
                  <a:pt x="19238" y="2377"/>
                </a:lnTo>
                <a:lnTo>
                  <a:pt x="19190" y="2747"/>
                </a:lnTo>
                <a:lnTo>
                  <a:pt x="19090" y="3064"/>
                </a:lnTo>
                <a:lnTo>
                  <a:pt x="18894" y="3380"/>
                </a:lnTo>
                <a:lnTo>
                  <a:pt x="18648" y="3644"/>
                </a:lnTo>
                <a:lnTo>
                  <a:pt x="18353" y="3856"/>
                </a:lnTo>
                <a:lnTo>
                  <a:pt x="18057" y="4014"/>
                </a:lnTo>
                <a:lnTo>
                  <a:pt x="17664" y="4067"/>
                </a:lnTo>
                <a:lnTo>
                  <a:pt x="17222" y="4014"/>
                </a:lnTo>
                <a:lnTo>
                  <a:pt x="16975" y="3961"/>
                </a:lnTo>
                <a:lnTo>
                  <a:pt x="16827" y="3909"/>
                </a:lnTo>
                <a:lnTo>
                  <a:pt x="16680" y="3802"/>
                </a:lnTo>
                <a:lnTo>
                  <a:pt x="16582" y="3592"/>
                </a:lnTo>
                <a:lnTo>
                  <a:pt x="16483" y="3592"/>
                </a:lnTo>
                <a:lnTo>
                  <a:pt x="16434" y="3275"/>
                </a:lnTo>
                <a:lnTo>
                  <a:pt x="16434" y="2694"/>
                </a:lnTo>
                <a:lnTo>
                  <a:pt x="16483" y="2482"/>
                </a:lnTo>
                <a:lnTo>
                  <a:pt x="16630" y="2007"/>
                </a:lnTo>
                <a:lnTo>
                  <a:pt x="16877" y="1532"/>
                </a:lnTo>
                <a:lnTo>
                  <a:pt x="17222" y="1162"/>
                </a:lnTo>
                <a:lnTo>
                  <a:pt x="17418" y="1003"/>
                </a:lnTo>
                <a:lnTo>
                  <a:pt x="17664" y="845"/>
                </a:lnTo>
                <a:close/>
                <a:moveTo>
                  <a:pt x="12153" y="4806"/>
                </a:moveTo>
                <a:lnTo>
                  <a:pt x="12400" y="4912"/>
                </a:lnTo>
                <a:lnTo>
                  <a:pt x="12400" y="4964"/>
                </a:lnTo>
                <a:lnTo>
                  <a:pt x="12300" y="5229"/>
                </a:lnTo>
                <a:lnTo>
                  <a:pt x="12300" y="5281"/>
                </a:lnTo>
                <a:lnTo>
                  <a:pt x="12252" y="5229"/>
                </a:lnTo>
                <a:lnTo>
                  <a:pt x="12153" y="5071"/>
                </a:lnTo>
                <a:lnTo>
                  <a:pt x="12055" y="4964"/>
                </a:lnTo>
                <a:lnTo>
                  <a:pt x="12055" y="4859"/>
                </a:lnTo>
                <a:lnTo>
                  <a:pt x="12153" y="4806"/>
                </a:lnTo>
                <a:close/>
                <a:moveTo>
                  <a:pt x="18943" y="633"/>
                </a:moveTo>
                <a:lnTo>
                  <a:pt x="19090" y="687"/>
                </a:lnTo>
                <a:lnTo>
                  <a:pt x="19190" y="845"/>
                </a:lnTo>
                <a:lnTo>
                  <a:pt x="19337" y="952"/>
                </a:lnTo>
                <a:lnTo>
                  <a:pt x="19387" y="1162"/>
                </a:lnTo>
                <a:lnTo>
                  <a:pt x="19485" y="1162"/>
                </a:lnTo>
                <a:lnTo>
                  <a:pt x="19435" y="898"/>
                </a:lnTo>
                <a:lnTo>
                  <a:pt x="19387" y="687"/>
                </a:lnTo>
                <a:lnTo>
                  <a:pt x="19583" y="793"/>
                </a:lnTo>
                <a:lnTo>
                  <a:pt x="19829" y="898"/>
                </a:lnTo>
                <a:lnTo>
                  <a:pt x="20075" y="1110"/>
                </a:lnTo>
                <a:lnTo>
                  <a:pt x="20272" y="1268"/>
                </a:lnTo>
                <a:lnTo>
                  <a:pt x="20420" y="1532"/>
                </a:lnTo>
                <a:lnTo>
                  <a:pt x="20567" y="1743"/>
                </a:lnTo>
                <a:lnTo>
                  <a:pt x="20715" y="2272"/>
                </a:lnTo>
                <a:lnTo>
                  <a:pt x="20862" y="2799"/>
                </a:lnTo>
                <a:lnTo>
                  <a:pt x="20960" y="3434"/>
                </a:lnTo>
                <a:lnTo>
                  <a:pt x="21010" y="3697"/>
                </a:lnTo>
                <a:lnTo>
                  <a:pt x="20960" y="4014"/>
                </a:lnTo>
                <a:lnTo>
                  <a:pt x="20912" y="4279"/>
                </a:lnTo>
                <a:lnTo>
                  <a:pt x="20764" y="4489"/>
                </a:lnTo>
                <a:lnTo>
                  <a:pt x="20370" y="4912"/>
                </a:lnTo>
                <a:lnTo>
                  <a:pt x="20025" y="5176"/>
                </a:lnTo>
                <a:lnTo>
                  <a:pt x="19583" y="5334"/>
                </a:lnTo>
                <a:lnTo>
                  <a:pt x="19140" y="5441"/>
                </a:lnTo>
                <a:lnTo>
                  <a:pt x="18697" y="5493"/>
                </a:lnTo>
                <a:lnTo>
                  <a:pt x="18402" y="5441"/>
                </a:lnTo>
                <a:lnTo>
                  <a:pt x="18107" y="5387"/>
                </a:lnTo>
                <a:lnTo>
                  <a:pt x="17860" y="5281"/>
                </a:lnTo>
                <a:lnTo>
                  <a:pt x="17615" y="5176"/>
                </a:lnTo>
                <a:lnTo>
                  <a:pt x="17369" y="5017"/>
                </a:lnTo>
                <a:lnTo>
                  <a:pt x="17172" y="4806"/>
                </a:lnTo>
                <a:lnTo>
                  <a:pt x="16975" y="4596"/>
                </a:lnTo>
                <a:lnTo>
                  <a:pt x="16827" y="4384"/>
                </a:lnTo>
                <a:lnTo>
                  <a:pt x="17222" y="4489"/>
                </a:lnTo>
                <a:lnTo>
                  <a:pt x="17615" y="4542"/>
                </a:lnTo>
                <a:lnTo>
                  <a:pt x="18008" y="4489"/>
                </a:lnTo>
                <a:lnTo>
                  <a:pt x="18402" y="4384"/>
                </a:lnTo>
                <a:lnTo>
                  <a:pt x="18747" y="4226"/>
                </a:lnTo>
                <a:lnTo>
                  <a:pt x="19090" y="3961"/>
                </a:lnTo>
                <a:lnTo>
                  <a:pt x="19337" y="3592"/>
                </a:lnTo>
                <a:lnTo>
                  <a:pt x="19583" y="3222"/>
                </a:lnTo>
                <a:lnTo>
                  <a:pt x="19682" y="2852"/>
                </a:lnTo>
                <a:lnTo>
                  <a:pt x="19730" y="2482"/>
                </a:lnTo>
                <a:lnTo>
                  <a:pt x="19682" y="2113"/>
                </a:lnTo>
                <a:lnTo>
                  <a:pt x="19583" y="1743"/>
                </a:lnTo>
                <a:lnTo>
                  <a:pt x="19435" y="1427"/>
                </a:lnTo>
                <a:lnTo>
                  <a:pt x="19238" y="1110"/>
                </a:lnTo>
                <a:lnTo>
                  <a:pt x="18992" y="845"/>
                </a:lnTo>
                <a:lnTo>
                  <a:pt x="18697" y="633"/>
                </a:lnTo>
                <a:close/>
                <a:moveTo>
                  <a:pt x="18452" y="0"/>
                </a:moveTo>
                <a:lnTo>
                  <a:pt x="18255" y="107"/>
                </a:lnTo>
                <a:lnTo>
                  <a:pt x="17910" y="158"/>
                </a:lnTo>
                <a:lnTo>
                  <a:pt x="17615" y="212"/>
                </a:lnTo>
                <a:lnTo>
                  <a:pt x="17320" y="370"/>
                </a:lnTo>
                <a:lnTo>
                  <a:pt x="17073" y="582"/>
                </a:lnTo>
                <a:lnTo>
                  <a:pt x="16778" y="793"/>
                </a:lnTo>
                <a:lnTo>
                  <a:pt x="16582" y="1057"/>
                </a:lnTo>
                <a:lnTo>
                  <a:pt x="16385" y="1320"/>
                </a:lnTo>
                <a:lnTo>
                  <a:pt x="16188" y="1637"/>
                </a:lnTo>
                <a:lnTo>
                  <a:pt x="16090" y="1902"/>
                </a:lnTo>
                <a:lnTo>
                  <a:pt x="15990" y="2272"/>
                </a:lnTo>
                <a:lnTo>
                  <a:pt x="15892" y="2589"/>
                </a:lnTo>
                <a:lnTo>
                  <a:pt x="15892" y="3275"/>
                </a:lnTo>
                <a:lnTo>
                  <a:pt x="15942" y="3644"/>
                </a:lnTo>
                <a:lnTo>
                  <a:pt x="16040" y="3961"/>
                </a:lnTo>
                <a:lnTo>
                  <a:pt x="16139" y="4279"/>
                </a:lnTo>
                <a:lnTo>
                  <a:pt x="16287" y="4596"/>
                </a:lnTo>
                <a:lnTo>
                  <a:pt x="16434" y="4859"/>
                </a:lnTo>
                <a:lnTo>
                  <a:pt x="16630" y="5122"/>
                </a:lnTo>
                <a:lnTo>
                  <a:pt x="16877" y="5334"/>
                </a:lnTo>
                <a:lnTo>
                  <a:pt x="17123" y="5546"/>
                </a:lnTo>
                <a:lnTo>
                  <a:pt x="17418" y="5757"/>
                </a:lnTo>
                <a:lnTo>
                  <a:pt x="17713" y="5863"/>
                </a:lnTo>
                <a:lnTo>
                  <a:pt x="18008" y="5968"/>
                </a:lnTo>
                <a:lnTo>
                  <a:pt x="18353" y="6074"/>
                </a:lnTo>
                <a:lnTo>
                  <a:pt x="18943" y="6074"/>
                </a:lnTo>
                <a:lnTo>
                  <a:pt x="19534" y="5968"/>
                </a:lnTo>
                <a:lnTo>
                  <a:pt x="20124" y="5757"/>
                </a:lnTo>
                <a:lnTo>
                  <a:pt x="20617" y="5441"/>
                </a:lnTo>
                <a:lnTo>
                  <a:pt x="20912" y="5229"/>
                </a:lnTo>
                <a:lnTo>
                  <a:pt x="21108" y="4964"/>
                </a:lnTo>
                <a:lnTo>
                  <a:pt x="21305" y="4701"/>
                </a:lnTo>
                <a:lnTo>
                  <a:pt x="21452" y="4384"/>
                </a:lnTo>
                <a:lnTo>
                  <a:pt x="21550" y="4014"/>
                </a:lnTo>
                <a:lnTo>
                  <a:pt x="21600" y="3592"/>
                </a:lnTo>
                <a:lnTo>
                  <a:pt x="21550" y="3222"/>
                </a:lnTo>
                <a:lnTo>
                  <a:pt x="21452" y="2852"/>
                </a:lnTo>
                <a:lnTo>
                  <a:pt x="21305" y="2060"/>
                </a:lnTo>
                <a:lnTo>
                  <a:pt x="21157" y="1690"/>
                </a:lnTo>
                <a:lnTo>
                  <a:pt x="21010" y="1373"/>
                </a:lnTo>
                <a:lnTo>
                  <a:pt x="20813" y="1057"/>
                </a:lnTo>
                <a:lnTo>
                  <a:pt x="20617" y="793"/>
                </a:lnTo>
                <a:lnTo>
                  <a:pt x="20320" y="528"/>
                </a:lnTo>
                <a:lnTo>
                  <a:pt x="20025" y="317"/>
                </a:lnTo>
                <a:lnTo>
                  <a:pt x="19632" y="107"/>
                </a:lnTo>
                <a:lnTo>
                  <a:pt x="19140" y="0"/>
                </a:lnTo>
                <a:close/>
                <a:moveTo>
                  <a:pt x="14908" y="6549"/>
                </a:moveTo>
                <a:lnTo>
                  <a:pt x="15352" y="6971"/>
                </a:lnTo>
                <a:lnTo>
                  <a:pt x="15155" y="7129"/>
                </a:lnTo>
                <a:lnTo>
                  <a:pt x="14908" y="7078"/>
                </a:lnTo>
                <a:lnTo>
                  <a:pt x="14662" y="7078"/>
                </a:lnTo>
                <a:lnTo>
                  <a:pt x="14269" y="7129"/>
                </a:lnTo>
                <a:lnTo>
                  <a:pt x="14565" y="6813"/>
                </a:lnTo>
                <a:lnTo>
                  <a:pt x="14908" y="6549"/>
                </a:lnTo>
                <a:close/>
                <a:moveTo>
                  <a:pt x="9200" y="5229"/>
                </a:moveTo>
                <a:lnTo>
                  <a:pt x="9398" y="5281"/>
                </a:lnTo>
                <a:lnTo>
                  <a:pt x="9447" y="5334"/>
                </a:lnTo>
                <a:lnTo>
                  <a:pt x="9447" y="5441"/>
                </a:lnTo>
                <a:lnTo>
                  <a:pt x="9496" y="5546"/>
                </a:lnTo>
                <a:lnTo>
                  <a:pt x="9644" y="5599"/>
                </a:lnTo>
                <a:lnTo>
                  <a:pt x="9890" y="5599"/>
                </a:lnTo>
                <a:lnTo>
                  <a:pt x="9940" y="5651"/>
                </a:lnTo>
                <a:lnTo>
                  <a:pt x="9988" y="5809"/>
                </a:lnTo>
                <a:lnTo>
                  <a:pt x="10037" y="5968"/>
                </a:lnTo>
                <a:lnTo>
                  <a:pt x="10037" y="6126"/>
                </a:lnTo>
                <a:lnTo>
                  <a:pt x="9988" y="6496"/>
                </a:lnTo>
                <a:lnTo>
                  <a:pt x="9890" y="6866"/>
                </a:lnTo>
                <a:lnTo>
                  <a:pt x="9693" y="7236"/>
                </a:lnTo>
                <a:lnTo>
                  <a:pt x="9595" y="7394"/>
                </a:lnTo>
                <a:lnTo>
                  <a:pt x="9447" y="7499"/>
                </a:lnTo>
                <a:lnTo>
                  <a:pt x="9300" y="7553"/>
                </a:lnTo>
                <a:lnTo>
                  <a:pt x="9103" y="7553"/>
                </a:lnTo>
                <a:lnTo>
                  <a:pt x="9103" y="7183"/>
                </a:lnTo>
                <a:lnTo>
                  <a:pt x="9053" y="6866"/>
                </a:lnTo>
                <a:lnTo>
                  <a:pt x="8905" y="6549"/>
                </a:lnTo>
                <a:lnTo>
                  <a:pt x="8709" y="6233"/>
                </a:lnTo>
                <a:lnTo>
                  <a:pt x="8463" y="5968"/>
                </a:lnTo>
                <a:lnTo>
                  <a:pt x="8168" y="5809"/>
                </a:lnTo>
                <a:lnTo>
                  <a:pt x="8168" y="5651"/>
                </a:lnTo>
                <a:lnTo>
                  <a:pt x="8265" y="5546"/>
                </a:lnTo>
                <a:lnTo>
                  <a:pt x="8365" y="5441"/>
                </a:lnTo>
                <a:lnTo>
                  <a:pt x="8512" y="5387"/>
                </a:lnTo>
                <a:lnTo>
                  <a:pt x="8807" y="5334"/>
                </a:lnTo>
                <a:lnTo>
                  <a:pt x="9200" y="5229"/>
                </a:lnTo>
                <a:close/>
                <a:moveTo>
                  <a:pt x="8758" y="4596"/>
                </a:moveTo>
                <a:lnTo>
                  <a:pt x="8709" y="4647"/>
                </a:lnTo>
                <a:lnTo>
                  <a:pt x="8660" y="4754"/>
                </a:lnTo>
                <a:lnTo>
                  <a:pt x="8660" y="4912"/>
                </a:lnTo>
                <a:lnTo>
                  <a:pt x="8315" y="5017"/>
                </a:lnTo>
                <a:lnTo>
                  <a:pt x="8020" y="5122"/>
                </a:lnTo>
                <a:lnTo>
                  <a:pt x="7775" y="5387"/>
                </a:lnTo>
                <a:lnTo>
                  <a:pt x="7725" y="5493"/>
                </a:lnTo>
                <a:lnTo>
                  <a:pt x="7627" y="5651"/>
                </a:lnTo>
                <a:lnTo>
                  <a:pt x="7627" y="5863"/>
                </a:lnTo>
                <a:lnTo>
                  <a:pt x="7775" y="6074"/>
                </a:lnTo>
                <a:lnTo>
                  <a:pt x="7922" y="6179"/>
                </a:lnTo>
                <a:lnTo>
                  <a:pt x="8118" y="6284"/>
                </a:lnTo>
                <a:lnTo>
                  <a:pt x="8265" y="6391"/>
                </a:lnTo>
                <a:lnTo>
                  <a:pt x="8414" y="6496"/>
                </a:lnTo>
                <a:lnTo>
                  <a:pt x="8512" y="6654"/>
                </a:lnTo>
                <a:lnTo>
                  <a:pt x="8610" y="6866"/>
                </a:lnTo>
                <a:lnTo>
                  <a:pt x="8709" y="7236"/>
                </a:lnTo>
                <a:lnTo>
                  <a:pt x="8660" y="7605"/>
                </a:lnTo>
                <a:lnTo>
                  <a:pt x="8709" y="7763"/>
                </a:lnTo>
                <a:lnTo>
                  <a:pt x="8758" y="7869"/>
                </a:lnTo>
                <a:lnTo>
                  <a:pt x="9053" y="7975"/>
                </a:lnTo>
                <a:lnTo>
                  <a:pt x="9300" y="7975"/>
                </a:lnTo>
                <a:lnTo>
                  <a:pt x="9545" y="7923"/>
                </a:lnTo>
                <a:lnTo>
                  <a:pt x="9742" y="7816"/>
                </a:lnTo>
                <a:lnTo>
                  <a:pt x="9940" y="7605"/>
                </a:lnTo>
                <a:lnTo>
                  <a:pt x="10087" y="7394"/>
                </a:lnTo>
                <a:lnTo>
                  <a:pt x="10235" y="7129"/>
                </a:lnTo>
                <a:lnTo>
                  <a:pt x="10333" y="6866"/>
                </a:lnTo>
                <a:lnTo>
                  <a:pt x="10382" y="6601"/>
                </a:lnTo>
                <a:lnTo>
                  <a:pt x="10430" y="6284"/>
                </a:lnTo>
                <a:lnTo>
                  <a:pt x="10430" y="5651"/>
                </a:lnTo>
                <a:lnTo>
                  <a:pt x="10333" y="5441"/>
                </a:lnTo>
                <a:lnTo>
                  <a:pt x="10235" y="5281"/>
                </a:lnTo>
                <a:lnTo>
                  <a:pt x="10037" y="5176"/>
                </a:lnTo>
                <a:lnTo>
                  <a:pt x="9840" y="5176"/>
                </a:lnTo>
                <a:lnTo>
                  <a:pt x="9792" y="5017"/>
                </a:lnTo>
                <a:lnTo>
                  <a:pt x="9693" y="4964"/>
                </a:lnTo>
                <a:lnTo>
                  <a:pt x="9447" y="4859"/>
                </a:lnTo>
                <a:lnTo>
                  <a:pt x="9152" y="4754"/>
                </a:lnTo>
                <a:lnTo>
                  <a:pt x="8955" y="4647"/>
                </a:lnTo>
                <a:lnTo>
                  <a:pt x="8807" y="4596"/>
                </a:lnTo>
                <a:close/>
                <a:moveTo>
                  <a:pt x="15745" y="7394"/>
                </a:moveTo>
                <a:lnTo>
                  <a:pt x="16335" y="8186"/>
                </a:lnTo>
                <a:lnTo>
                  <a:pt x="15795" y="8345"/>
                </a:lnTo>
                <a:lnTo>
                  <a:pt x="15302" y="8661"/>
                </a:lnTo>
                <a:lnTo>
                  <a:pt x="14810" y="8978"/>
                </a:lnTo>
                <a:lnTo>
                  <a:pt x="14613" y="9190"/>
                </a:lnTo>
                <a:lnTo>
                  <a:pt x="14465" y="9453"/>
                </a:lnTo>
                <a:lnTo>
                  <a:pt x="14417" y="9560"/>
                </a:lnTo>
                <a:lnTo>
                  <a:pt x="14465" y="9612"/>
                </a:lnTo>
                <a:lnTo>
                  <a:pt x="14565" y="9665"/>
                </a:lnTo>
                <a:lnTo>
                  <a:pt x="14662" y="9665"/>
                </a:lnTo>
                <a:lnTo>
                  <a:pt x="15105" y="9348"/>
                </a:lnTo>
                <a:lnTo>
                  <a:pt x="15499" y="9085"/>
                </a:lnTo>
                <a:lnTo>
                  <a:pt x="15892" y="8925"/>
                </a:lnTo>
                <a:lnTo>
                  <a:pt x="16287" y="8766"/>
                </a:lnTo>
                <a:lnTo>
                  <a:pt x="16434" y="8715"/>
                </a:lnTo>
                <a:lnTo>
                  <a:pt x="16582" y="8661"/>
                </a:lnTo>
                <a:lnTo>
                  <a:pt x="16630" y="8608"/>
                </a:lnTo>
                <a:lnTo>
                  <a:pt x="16925" y="9295"/>
                </a:lnTo>
                <a:lnTo>
                  <a:pt x="17222" y="9928"/>
                </a:lnTo>
                <a:lnTo>
                  <a:pt x="17172" y="9982"/>
                </a:lnTo>
                <a:lnTo>
                  <a:pt x="16532" y="10140"/>
                </a:lnTo>
                <a:lnTo>
                  <a:pt x="15843" y="10246"/>
                </a:lnTo>
                <a:lnTo>
                  <a:pt x="15155" y="10246"/>
                </a:lnTo>
                <a:lnTo>
                  <a:pt x="14417" y="10193"/>
                </a:lnTo>
                <a:lnTo>
                  <a:pt x="14318" y="10246"/>
                </a:lnTo>
                <a:lnTo>
                  <a:pt x="14269" y="10298"/>
                </a:lnTo>
                <a:lnTo>
                  <a:pt x="14269" y="10405"/>
                </a:lnTo>
                <a:lnTo>
                  <a:pt x="14367" y="10510"/>
                </a:lnTo>
                <a:lnTo>
                  <a:pt x="14662" y="10615"/>
                </a:lnTo>
                <a:lnTo>
                  <a:pt x="15007" y="10722"/>
                </a:lnTo>
                <a:lnTo>
                  <a:pt x="15695" y="10773"/>
                </a:lnTo>
                <a:lnTo>
                  <a:pt x="16040" y="10773"/>
                </a:lnTo>
                <a:lnTo>
                  <a:pt x="16385" y="10722"/>
                </a:lnTo>
                <a:lnTo>
                  <a:pt x="16877" y="10615"/>
                </a:lnTo>
                <a:lnTo>
                  <a:pt x="17025" y="10615"/>
                </a:lnTo>
                <a:lnTo>
                  <a:pt x="17123" y="10563"/>
                </a:lnTo>
                <a:lnTo>
                  <a:pt x="17172" y="10668"/>
                </a:lnTo>
                <a:lnTo>
                  <a:pt x="17222" y="10722"/>
                </a:lnTo>
                <a:lnTo>
                  <a:pt x="17270" y="10773"/>
                </a:lnTo>
                <a:lnTo>
                  <a:pt x="17418" y="10827"/>
                </a:lnTo>
                <a:lnTo>
                  <a:pt x="17467" y="11197"/>
                </a:lnTo>
                <a:lnTo>
                  <a:pt x="17517" y="11618"/>
                </a:lnTo>
                <a:lnTo>
                  <a:pt x="17418" y="11672"/>
                </a:lnTo>
                <a:lnTo>
                  <a:pt x="17025" y="11513"/>
                </a:lnTo>
                <a:lnTo>
                  <a:pt x="16730" y="11355"/>
                </a:lnTo>
                <a:lnTo>
                  <a:pt x="16434" y="11197"/>
                </a:lnTo>
                <a:lnTo>
                  <a:pt x="15942" y="11197"/>
                </a:lnTo>
                <a:lnTo>
                  <a:pt x="15795" y="11248"/>
                </a:lnTo>
                <a:lnTo>
                  <a:pt x="15057" y="11197"/>
                </a:lnTo>
                <a:lnTo>
                  <a:pt x="14613" y="11143"/>
                </a:lnTo>
                <a:lnTo>
                  <a:pt x="14417" y="11143"/>
                </a:lnTo>
                <a:lnTo>
                  <a:pt x="14318" y="11090"/>
                </a:lnTo>
                <a:lnTo>
                  <a:pt x="14170" y="10773"/>
                </a:lnTo>
                <a:lnTo>
                  <a:pt x="14122" y="10773"/>
                </a:lnTo>
                <a:lnTo>
                  <a:pt x="14122" y="11460"/>
                </a:lnTo>
                <a:lnTo>
                  <a:pt x="14220" y="11513"/>
                </a:lnTo>
                <a:lnTo>
                  <a:pt x="14810" y="11672"/>
                </a:lnTo>
                <a:lnTo>
                  <a:pt x="15400" y="11725"/>
                </a:lnTo>
                <a:lnTo>
                  <a:pt x="15400" y="11988"/>
                </a:lnTo>
                <a:lnTo>
                  <a:pt x="15450" y="12200"/>
                </a:lnTo>
                <a:lnTo>
                  <a:pt x="15548" y="12305"/>
                </a:lnTo>
                <a:lnTo>
                  <a:pt x="15597" y="12358"/>
                </a:lnTo>
                <a:lnTo>
                  <a:pt x="15795" y="12464"/>
                </a:lnTo>
                <a:lnTo>
                  <a:pt x="16040" y="12622"/>
                </a:lnTo>
                <a:lnTo>
                  <a:pt x="15302" y="12464"/>
                </a:lnTo>
                <a:lnTo>
                  <a:pt x="14712" y="12200"/>
                </a:lnTo>
                <a:lnTo>
                  <a:pt x="14367" y="12147"/>
                </a:lnTo>
                <a:lnTo>
                  <a:pt x="14023" y="12094"/>
                </a:lnTo>
                <a:lnTo>
                  <a:pt x="13678" y="11830"/>
                </a:lnTo>
                <a:lnTo>
                  <a:pt x="13482" y="11777"/>
                </a:lnTo>
                <a:lnTo>
                  <a:pt x="13335" y="11725"/>
                </a:lnTo>
                <a:lnTo>
                  <a:pt x="13039" y="11777"/>
                </a:lnTo>
                <a:lnTo>
                  <a:pt x="12842" y="11883"/>
                </a:lnTo>
                <a:lnTo>
                  <a:pt x="12695" y="12042"/>
                </a:lnTo>
                <a:lnTo>
                  <a:pt x="12547" y="12252"/>
                </a:lnTo>
                <a:lnTo>
                  <a:pt x="12400" y="12358"/>
                </a:lnTo>
                <a:lnTo>
                  <a:pt x="12202" y="12410"/>
                </a:lnTo>
                <a:lnTo>
                  <a:pt x="11858" y="12358"/>
                </a:lnTo>
                <a:lnTo>
                  <a:pt x="11563" y="12410"/>
                </a:lnTo>
                <a:lnTo>
                  <a:pt x="11267" y="12517"/>
                </a:lnTo>
                <a:lnTo>
                  <a:pt x="10972" y="12675"/>
                </a:lnTo>
                <a:lnTo>
                  <a:pt x="10628" y="12675"/>
                </a:lnTo>
                <a:lnTo>
                  <a:pt x="10530" y="12622"/>
                </a:lnTo>
                <a:lnTo>
                  <a:pt x="10480" y="12569"/>
                </a:lnTo>
                <a:lnTo>
                  <a:pt x="10480" y="12517"/>
                </a:lnTo>
                <a:lnTo>
                  <a:pt x="10578" y="12410"/>
                </a:lnTo>
                <a:lnTo>
                  <a:pt x="10727" y="12252"/>
                </a:lnTo>
                <a:lnTo>
                  <a:pt x="10923" y="12147"/>
                </a:lnTo>
                <a:lnTo>
                  <a:pt x="11267" y="11988"/>
                </a:lnTo>
                <a:lnTo>
                  <a:pt x="11710" y="11777"/>
                </a:lnTo>
                <a:lnTo>
                  <a:pt x="11957" y="11618"/>
                </a:lnTo>
                <a:lnTo>
                  <a:pt x="12104" y="11408"/>
                </a:lnTo>
                <a:lnTo>
                  <a:pt x="12252" y="11197"/>
                </a:lnTo>
                <a:lnTo>
                  <a:pt x="12350" y="10985"/>
                </a:lnTo>
                <a:lnTo>
                  <a:pt x="12350" y="10722"/>
                </a:lnTo>
                <a:lnTo>
                  <a:pt x="12300" y="10405"/>
                </a:lnTo>
                <a:lnTo>
                  <a:pt x="12202" y="10246"/>
                </a:lnTo>
                <a:lnTo>
                  <a:pt x="12055" y="10087"/>
                </a:lnTo>
                <a:lnTo>
                  <a:pt x="11858" y="9928"/>
                </a:lnTo>
                <a:lnTo>
                  <a:pt x="11660" y="9876"/>
                </a:lnTo>
                <a:lnTo>
                  <a:pt x="11465" y="9823"/>
                </a:lnTo>
                <a:lnTo>
                  <a:pt x="11267" y="9823"/>
                </a:lnTo>
                <a:lnTo>
                  <a:pt x="11070" y="9876"/>
                </a:lnTo>
                <a:lnTo>
                  <a:pt x="10874" y="9982"/>
                </a:lnTo>
                <a:lnTo>
                  <a:pt x="10628" y="10246"/>
                </a:lnTo>
                <a:lnTo>
                  <a:pt x="10727" y="10035"/>
                </a:lnTo>
                <a:lnTo>
                  <a:pt x="10874" y="9876"/>
                </a:lnTo>
                <a:lnTo>
                  <a:pt x="11120" y="9506"/>
                </a:lnTo>
                <a:lnTo>
                  <a:pt x="11415" y="9190"/>
                </a:lnTo>
                <a:lnTo>
                  <a:pt x="11760" y="8820"/>
                </a:lnTo>
                <a:lnTo>
                  <a:pt x="12005" y="8556"/>
                </a:lnTo>
                <a:lnTo>
                  <a:pt x="12252" y="8345"/>
                </a:lnTo>
                <a:lnTo>
                  <a:pt x="12300" y="8345"/>
                </a:lnTo>
                <a:lnTo>
                  <a:pt x="12595" y="8291"/>
                </a:lnTo>
                <a:lnTo>
                  <a:pt x="12892" y="8186"/>
                </a:lnTo>
                <a:lnTo>
                  <a:pt x="13482" y="7975"/>
                </a:lnTo>
                <a:lnTo>
                  <a:pt x="14023" y="7711"/>
                </a:lnTo>
                <a:lnTo>
                  <a:pt x="14269" y="7605"/>
                </a:lnTo>
                <a:lnTo>
                  <a:pt x="14613" y="7553"/>
                </a:lnTo>
                <a:lnTo>
                  <a:pt x="14220" y="7923"/>
                </a:lnTo>
                <a:lnTo>
                  <a:pt x="14072" y="8133"/>
                </a:lnTo>
                <a:lnTo>
                  <a:pt x="13974" y="8398"/>
                </a:lnTo>
                <a:lnTo>
                  <a:pt x="14023" y="8450"/>
                </a:lnTo>
                <a:lnTo>
                  <a:pt x="14269" y="8345"/>
                </a:lnTo>
                <a:lnTo>
                  <a:pt x="14515" y="8239"/>
                </a:lnTo>
                <a:lnTo>
                  <a:pt x="14958" y="7923"/>
                </a:lnTo>
                <a:lnTo>
                  <a:pt x="15745" y="7394"/>
                </a:lnTo>
                <a:close/>
                <a:moveTo>
                  <a:pt x="16090" y="11883"/>
                </a:moveTo>
                <a:lnTo>
                  <a:pt x="16827" y="12094"/>
                </a:lnTo>
                <a:lnTo>
                  <a:pt x="17073" y="12358"/>
                </a:lnTo>
                <a:lnTo>
                  <a:pt x="17172" y="12410"/>
                </a:lnTo>
                <a:lnTo>
                  <a:pt x="17270" y="12464"/>
                </a:lnTo>
                <a:lnTo>
                  <a:pt x="17369" y="12410"/>
                </a:lnTo>
                <a:lnTo>
                  <a:pt x="17467" y="12358"/>
                </a:lnTo>
                <a:lnTo>
                  <a:pt x="17369" y="12992"/>
                </a:lnTo>
                <a:lnTo>
                  <a:pt x="16778" y="12834"/>
                </a:lnTo>
                <a:lnTo>
                  <a:pt x="16630" y="12464"/>
                </a:lnTo>
                <a:lnTo>
                  <a:pt x="16385" y="12200"/>
                </a:lnTo>
                <a:lnTo>
                  <a:pt x="16139" y="11988"/>
                </a:lnTo>
                <a:lnTo>
                  <a:pt x="16040" y="11935"/>
                </a:lnTo>
                <a:lnTo>
                  <a:pt x="16090" y="11883"/>
                </a:lnTo>
                <a:close/>
                <a:moveTo>
                  <a:pt x="14662" y="12728"/>
                </a:moveTo>
                <a:lnTo>
                  <a:pt x="15450" y="13097"/>
                </a:lnTo>
                <a:lnTo>
                  <a:pt x="16237" y="13309"/>
                </a:lnTo>
                <a:lnTo>
                  <a:pt x="16139" y="13520"/>
                </a:lnTo>
                <a:lnTo>
                  <a:pt x="15990" y="13731"/>
                </a:lnTo>
                <a:lnTo>
                  <a:pt x="15795" y="13837"/>
                </a:lnTo>
                <a:lnTo>
                  <a:pt x="15695" y="13837"/>
                </a:lnTo>
                <a:lnTo>
                  <a:pt x="15597" y="13784"/>
                </a:lnTo>
                <a:lnTo>
                  <a:pt x="15450" y="13731"/>
                </a:lnTo>
                <a:lnTo>
                  <a:pt x="15302" y="13572"/>
                </a:lnTo>
                <a:lnTo>
                  <a:pt x="15057" y="13309"/>
                </a:lnTo>
                <a:lnTo>
                  <a:pt x="14662" y="12728"/>
                </a:lnTo>
                <a:close/>
                <a:moveTo>
                  <a:pt x="16778" y="13467"/>
                </a:moveTo>
                <a:lnTo>
                  <a:pt x="17270" y="13520"/>
                </a:lnTo>
                <a:lnTo>
                  <a:pt x="16975" y="14629"/>
                </a:lnTo>
                <a:lnTo>
                  <a:pt x="16877" y="14524"/>
                </a:lnTo>
                <a:lnTo>
                  <a:pt x="16582" y="14524"/>
                </a:lnTo>
                <a:lnTo>
                  <a:pt x="16385" y="14471"/>
                </a:lnTo>
                <a:lnTo>
                  <a:pt x="15942" y="14365"/>
                </a:lnTo>
                <a:lnTo>
                  <a:pt x="16237" y="14207"/>
                </a:lnTo>
                <a:lnTo>
                  <a:pt x="16483" y="14049"/>
                </a:lnTo>
                <a:lnTo>
                  <a:pt x="16630" y="13784"/>
                </a:lnTo>
                <a:lnTo>
                  <a:pt x="16778" y="13467"/>
                </a:lnTo>
                <a:close/>
                <a:moveTo>
                  <a:pt x="13925" y="13995"/>
                </a:moveTo>
                <a:lnTo>
                  <a:pt x="15302" y="14629"/>
                </a:lnTo>
                <a:lnTo>
                  <a:pt x="15990" y="14946"/>
                </a:lnTo>
                <a:lnTo>
                  <a:pt x="16434" y="15104"/>
                </a:lnTo>
                <a:lnTo>
                  <a:pt x="16630" y="15104"/>
                </a:lnTo>
                <a:lnTo>
                  <a:pt x="16778" y="15052"/>
                </a:lnTo>
                <a:lnTo>
                  <a:pt x="16532" y="15791"/>
                </a:lnTo>
                <a:lnTo>
                  <a:pt x="16139" y="15632"/>
                </a:lnTo>
                <a:lnTo>
                  <a:pt x="15942" y="15527"/>
                </a:lnTo>
                <a:lnTo>
                  <a:pt x="15795" y="15421"/>
                </a:lnTo>
                <a:lnTo>
                  <a:pt x="15450" y="15157"/>
                </a:lnTo>
                <a:lnTo>
                  <a:pt x="15302" y="14999"/>
                </a:lnTo>
                <a:lnTo>
                  <a:pt x="15105" y="14892"/>
                </a:lnTo>
                <a:lnTo>
                  <a:pt x="14860" y="14841"/>
                </a:lnTo>
                <a:lnTo>
                  <a:pt x="14613" y="14787"/>
                </a:lnTo>
                <a:lnTo>
                  <a:pt x="14072" y="14734"/>
                </a:lnTo>
                <a:lnTo>
                  <a:pt x="14023" y="14365"/>
                </a:lnTo>
                <a:lnTo>
                  <a:pt x="13925" y="13995"/>
                </a:lnTo>
                <a:close/>
                <a:moveTo>
                  <a:pt x="14023" y="15157"/>
                </a:moveTo>
                <a:lnTo>
                  <a:pt x="14465" y="15262"/>
                </a:lnTo>
                <a:lnTo>
                  <a:pt x="14712" y="15316"/>
                </a:lnTo>
                <a:lnTo>
                  <a:pt x="14908" y="15421"/>
                </a:lnTo>
                <a:lnTo>
                  <a:pt x="15204" y="15579"/>
                </a:lnTo>
                <a:lnTo>
                  <a:pt x="15450" y="15791"/>
                </a:lnTo>
                <a:lnTo>
                  <a:pt x="15695" y="16002"/>
                </a:lnTo>
                <a:lnTo>
                  <a:pt x="15942" y="16214"/>
                </a:lnTo>
                <a:lnTo>
                  <a:pt x="16237" y="16319"/>
                </a:lnTo>
                <a:lnTo>
                  <a:pt x="15745" y="17164"/>
                </a:lnTo>
                <a:lnTo>
                  <a:pt x="15597" y="17164"/>
                </a:lnTo>
                <a:lnTo>
                  <a:pt x="15400" y="17111"/>
                </a:lnTo>
                <a:lnTo>
                  <a:pt x="15057" y="16899"/>
                </a:lnTo>
                <a:lnTo>
                  <a:pt x="14170" y="16531"/>
                </a:lnTo>
                <a:lnTo>
                  <a:pt x="13777" y="16319"/>
                </a:lnTo>
                <a:lnTo>
                  <a:pt x="13925" y="15791"/>
                </a:lnTo>
                <a:lnTo>
                  <a:pt x="14023" y="15262"/>
                </a:lnTo>
                <a:lnTo>
                  <a:pt x="14023" y="15157"/>
                </a:lnTo>
                <a:close/>
                <a:moveTo>
                  <a:pt x="13580" y="16794"/>
                </a:moveTo>
                <a:lnTo>
                  <a:pt x="14465" y="17216"/>
                </a:lnTo>
                <a:lnTo>
                  <a:pt x="14908" y="17481"/>
                </a:lnTo>
                <a:lnTo>
                  <a:pt x="15155" y="17586"/>
                </a:lnTo>
                <a:lnTo>
                  <a:pt x="15400" y="17693"/>
                </a:lnTo>
                <a:lnTo>
                  <a:pt x="15057" y="18220"/>
                </a:lnTo>
                <a:lnTo>
                  <a:pt x="14613" y="18061"/>
                </a:lnTo>
                <a:lnTo>
                  <a:pt x="14023" y="17851"/>
                </a:lnTo>
                <a:lnTo>
                  <a:pt x="13482" y="17639"/>
                </a:lnTo>
                <a:lnTo>
                  <a:pt x="13235" y="17481"/>
                </a:lnTo>
                <a:lnTo>
                  <a:pt x="13580" y="16794"/>
                </a:lnTo>
                <a:close/>
                <a:moveTo>
                  <a:pt x="12547" y="13784"/>
                </a:moveTo>
                <a:lnTo>
                  <a:pt x="12842" y="13837"/>
                </a:lnTo>
                <a:lnTo>
                  <a:pt x="13137" y="13890"/>
                </a:lnTo>
                <a:lnTo>
                  <a:pt x="13383" y="14049"/>
                </a:lnTo>
                <a:lnTo>
                  <a:pt x="13482" y="14207"/>
                </a:lnTo>
                <a:lnTo>
                  <a:pt x="13530" y="14312"/>
                </a:lnTo>
                <a:lnTo>
                  <a:pt x="13580" y="14524"/>
                </a:lnTo>
                <a:lnTo>
                  <a:pt x="13580" y="14682"/>
                </a:lnTo>
                <a:lnTo>
                  <a:pt x="13187" y="14629"/>
                </a:lnTo>
                <a:lnTo>
                  <a:pt x="13137" y="14682"/>
                </a:lnTo>
                <a:lnTo>
                  <a:pt x="13137" y="14734"/>
                </a:lnTo>
                <a:lnTo>
                  <a:pt x="13335" y="14892"/>
                </a:lnTo>
                <a:lnTo>
                  <a:pt x="13530" y="15052"/>
                </a:lnTo>
                <a:lnTo>
                  <a:pt x="13432" y="15527"/>
                </a:lnTo>
                <a:lnTo>
                  <a:pt x="13335" y="15949"/>
                </a:lnTo>
                <a:lnTo>
                  <a:pt x="13285" y="16107"/>
                </a:lnTo>
                <a:lnTo>
                  <a:pt x="12940" y="16002"/>
                </a:lnTo>
                <a:lnTo>
                  <a:pt x="12595" y="15949"/>
                </a:lnTo>
                <a:lnTo>
                  <a:pt x="12547" y="15949"/>
                </a:lnTo>
                <a:lnTo>
                  <a:pt x="12497" y="16002"/>
                </a:lnTo>
                <a:lnTo>
                  <a:pt x="12497" y="16054"/>
                </a:lnTo>
                <a:lnTo>
                  <a:pt x="12547" y="16107"/>
                </a:lnTo>
                <a:lnTo>
                  <a:pt x="12793" y="16372"/>
                </a:lnTo>
                <a:lnTo>
                  <a:pt x="13137" y="16583"/>
                </a:lnTo>
                <a:lnTo>
                  <a:pt x="12743" y="17269"/>
                </a:lnTo>
                <a:lnTo>
                  <a:pt x="12153" y="17006"/>
                </a:lnTo>
                <a:lnTo>
                  <a:pt x="11513" y="16741"/>
                </a:lnTo>
                <a:lnTo>
                  <a:pt x="11465" y="16741"/>
                </a:lnTo>
                <a:lnTo>
                  <a:pt x="11465" y="16848"/>
                </a:lnTo>
                <a:lnTo>
                  <a:pt x="11710" y="17058"/>
                </a:lnTo>
                <a:lnTo>
                  <a:pt x="11957" y="17323"/>
                </a:lnTo>
                <a:lnTo>
                  <a:pt x="12497" y="17693"/>
                </a:lnTo>
                <a:lnTo>
                  <a:pt x="12153" y="18114"/>
                </a:lnTo>
                <a:lnTo>
                  <a:pt x="11809" y="18431"/>
                </a:lnTo>
                <a:lnTo>
                  <a:pt x="11465" y="18273"/>
                </a:lnTo>
                <a:lnTo>
                  <a:pt x="11267" y="17376"/>
                </a:lnTo>
                <a:lnTo>
                  <a:pt x="11120" y="16478"/>
                </a:lnTo>
                <a:lnTo>
                  <a:pt x="11022" y="16266"/>
                </a:lnTo>
                <a:lnTo>
                  <a:pt x="10923" y="16107"/>
                </a:lnTo>
                <a:lnTo>
                  <a:pt x="10775" y="16002"/>
                </a:lnTo>
                <a:lnTo>
                  <a:pt x="9890" y="16002"/>
                </a:lnTo>
                <a:lnTo>
                  <a:pt x="9742" y="15949"/>
                </a:lnTo>
                <a:lnTo>
                  <a:pt x="9595" y="15896"/>
                </a:lnTo>
                <a:lnTo>
                  <a:pt x="9398" y="15686"/>
                </a:lnTo>
                <a:lnTo>
                  <a:pt x="9250" y="15369"/>
                </a:lnTo>
                <a:lnTo>
                  <a:pt x="9200" y="15052"/>
                </a:lnTo>
                <a:lnTo>
                  <a:pt x="9200" y="14892"/>
                </a:lnTo>
                <a:lnTo>
                  <a:pt x="9250" y="14734"/>
                </a:lnTo>
                <a:lnTo>
                  <a:pt x="9300" y="14576"/>
                </a:lnTo>
                <a:lnTo>
                  <a:pt x="9398" y="14471"/>
                </a:lnTo>
                <a:lnTo>
                  <a:pt x="9693" y="14365"/>
                </a:lnTo>
                <a:lnTo>
                  <a:pt x="9988" y="14259"/>
                </a:lnTo>
                <a:lnTo>
                  <a:pt x="11170" y="13995"/>
                </a:lnTo>
                <a:lnTo>
                  <a:pt x="11267" y="14049"/>
                </a:lnTo>
                <a:lnTo>
                  <a:pt x="11465" y="14049"/>
                </a:lnTo>
                <a:lnTo>
                  <a:pt x="11858" y="13890"/>
                </a:lnTo>
                <a:lnTo>
                  <a:pt x="12252" y="13784"/>
                </a:lnTo>
                <a:close/>
                <a:moveTo>
                  <a:pt x="1378" y="10615"/>
                </a:moveTo>
                <a:lnTo>
                  <a:pt x="1378" y="11355"/>
                </a:lnTo>
                <a:lnTo>
                  <a:pt x="1476" y="12147"/>
                </a:lnTo>
                <a:lnTo>
                  <a:pt x="1525" y="12200"/>
                </a:lnTo>
                <a:lnTo>
                  <a:pt x="1623" y="12252"/>
                </a:lnTo>
                <a:lnTo>
                  <a:pt x="1722" y="12252"/>
                </a:lnTo>
                <a:lnTo>
                  <a:pt x="1820" y="12200"/>
                </a:lnTo>
                <a:lnTo>
                  <a:pt x="2510" y="11618"/>
                </a:lnTo>
                <a:lnTo>
                  <a:pt x="2608" y="12887"/>
                </a:lnTo>
                <a:lnTo>
                  <a:pt x="2657" y="13837"/>
                </a:lnTo>
                <a:lnTo>
                  <a:pt x="2657" y="14259"/>
                </a:lnTo>
                <a:lnTo>
                  <a:pt x="2510" y="14417"/>
                </a:lnTo>
                <a:lnTo>
                  <a:pt x="2362" y="14524"/>
                </a:lnTo>
                <a:lnTo>
                  <a:pt x="2165" y="14787"/>
                </a:lnTo>
                <a:lnTo>
                  <a:pt x="2017" y="15052"/>
                </a:lnTo>
                <a:lnTo>
                  <a:pt x="1968" y="15316"/>
                </a:lnTo>
                <a:lnTo>
                  <a:pt x="1968" y="15632"/>
                </a:lnTo>
                <a:lnTo>
                  <a:pt x="2017" y="15949"/>
                </a:lnTo>
                <a:lnTo>
                  <a:pt x="2115" y="16266"/>
                </a:lnTo>
                <a:lnTo>
                  <a:pt x="2263" y="16848"/>
                </a:lnTo>
                <a:lnTo>
                  <a:pt x="2903" y="18538"/>
                </a:lnTo>
                <a:lnTo>
                  <a:pt x="2460" y="18009"/>
                </a:lnTo>
                <a:lnTo>
                  <a:pt x="2017" y="17481"/>
                </a:lnTo>
                <a:lnTo>
                  <a:pt x="1623" y="16794"/>
                </a:lnTo>
                <a:lnTo>
                  <a:pt x="1230" y="16107"/>
                </a:lnTo>
                <a:lnTo>
                  <a:pt x="985" y="15369"/>
                </a:lnTo>
                <a:lnTo>
                  <a:pt x="787" y="14629"/>
                </a:lnTo>
                <a:lnTo>
                  <a:pt x="738" y="14154"/>
                </a:lnTo>
                <a:lnTo>
                  <a:pt x="688" y="13679"/>
                </a:lnTo>
                <a:lnTo>
                  <a:pt x="738" y="13204"/>
                </a:lnTo>
                <a:lnTo>
                  <a:pt x="787" y="12728"/>
                </a:lnTo>
                <a:lnTo>
                  <a:pt x="1033" y="11777"/>
                </a:lnTo>
                <a:lnTo>
                  <a:pt x="1280" y="10880"/>
                </a:lnTo>
                <a:lnTo>
                  <a:pt x="1378" y="10615"/>
                </a:lnTo>
                <a:close/>
                <a:moveTo>
                  <a:pt x="12892" y="17956"/>
                </a:moveTo>
                <a:lnTo>
                  <a:pt x="13335" y="18168"/>
                </a:lnTo>
                <a:lnTo>
                  <a:pt x="14318" y="18590"/>
                </a:lnTo>
                <a:lnTo>
                  <a:pt x="14613" y="18696"/>
                </a:lnTo>
                <a:lnTo>
                  <a:pt x="14122" y="19171"/>
                </a:lnTo>
                <a:lnTo>
                  <a:pt x="13630" y="19593"/>
                </a:lnTo>
                <a:lnTo>
                  <a:pt x="12990" y="19118"/>
                </a:lnTo>
                <a:lnTo>
                  <a:pt x="12300" y="18696"/>
                </a:lnTo>
                <a:lnTo>
                  <a:pt x="12595" y="18326"/>
                </a:lnTo>
                <a:lnTo>
                  <a:pt x="12892" y="17956"/>
                </a:lnTo>
                <a:close/>
                <a:moveTo>
                  <a:pt x="3445" y="7499"/>
                </a:moveTo>
                <a:lnTo>
                  <a:pt x="3887" y="7658"/>
                </a:lnTo>
                <a:lnTo>
                  <a:pt x="4380" y="7711"/>
                </a:lnTo>
                <a:lnTo>
                  <a:pt x="5363" y="7711"/>
                </a:lnTo>
                <a:lnTo>
                  <a:pt x="6347" y="7816"/>
                </a:lnTo>
                <a:lnTo>
                  <a:pt x="7332" y="7975"/>
                </a:lnTo>
                <a:lnTo>
                  <a:pt x="7135" y="8133"/>
                </a:lnTo>
                <a:lnTo>
                  <a:pt x="6938" y="8239"/>
                </a:lnTo>
                <a:lnTo>
                  <a:pt x="6545" y="8398"/>
                </a:lnTo>
                <a:lnTo>
                  <a:pt x="6298" y="8556"/>
                </a:lnTo>
                <a:lnTo>
                  <a:pt x="6052" y="8715"/>
                </a:lnTo>
                <a:lnTo>
                  <a:pt x="5855" y="8978"/>
                </a:lnTo>
                <a:lnTo>
                  <a:pt x="5757" y="9243"/>
                </a:lnTo>
                <a:lnTo>
                  <a:pt x="5708" y="9348"/>
                </a:lnTo>
                <a:lnTo>
                  <a:pt x="5757" y="9506"/>
                </a:lnTo>
                <a:lnTo>
                  <a:pt x="5805" y="9612"/>
                </a:lnTo>
                <a:lnTo>
                  <a:pt x="5855" y="9718"/>
                </a:lnTo>
                <a:lnTo>
                  <a:pt x="5953" y="9823"/>
                </a:lnTo>
                <a:lnTo>
                  <a:pt x="6101" y="9823"/>
                </a:lnTo>
                <a:lnTo>
                  <a:pt x="6249" y="9876"/>
                </a:lnTo>
                <a:lnTo>
                  <a:pt x="6298" y="9982"/>
                </a:lnTo>
                <a:lnTo>
                  <a:pt x="6347" y="10246"/>
                </a:lnTo>
                <a:lnTo>
                  <a:pt x="6397" y="10510"/>
                </a:lnTo>
                <a:lnTo>
                  <a:pt x="6397" y="11038"/>
                </a:lnTo>
                <a:lnTo>
                  <a:pt x="6445" y="11248"/>
                </a:lnTo>
                <a:lnTo>
                  <a:pt x="6150" y="10827"/>
                </a:lnTo>
                <a:lnTo>
                  <a:pt x="5855" y="10457"/>
                </a:lnTo>
                <a:lnTo>
                  <a:pt x="5708" y="10352"/>
                </a:lnTo>
                <a:lnTo>
                  <a:pt x="5560" y="10298"/>
                </a:lnTo>
                <a:lnTo>
                  <a:pt x="5363" y="10246"/>
                </a:lnTo>
                <a:lnTo>
                  <a:pt x="5215" y="10298"/>
                </a:lnTo>
                <a:lnTo>
                  <a:pt x="4870" y="10405"/>
                </a:lnTo>
                <a:lnTo>
                  <a:pt x="4575" y="10615"/>
                </a:lnTo>
                <a:lnTo>
                  <a:pt x="4280" y="10932"/>
                </a:lnTo>
                <a:lnTo>
                  <a:pt x="3985" y="11248"/>
                </a:lnTo>
                <a:lnTo>
                  <a:pt x="3788" y="11618"/>
                </a:lnTo>
                <a:lnTo>
                  <a:pt x="3640" y="12042"/>
                </a:lnTo>
                <a:lnTo>
                  <a:pt x="3543" y="12464"/>
                </a:lnTo>
                <a:lnTo>
                  <a:pt x="3493" y="12887"/>
                </a:lnTo>
                <a:lnTo>
                  <a:pt x="3493" y="13309"/>
                </a:lnTo>
                <a:lnTo>
                  <a:pt x="3592" y="13731"/>
                </a:lnTo>
                <a:lnTo>
                  <a:pt x="3592" y="13837"/>
                </a:lnTo>
                <a:lnTo>
                  <a:pt x="3690" y="13890"/>
                </a:lnTo>
                <a:lnTo>
                  <a:pt x="3740" y="13942"/>
                </a:lnTo>
                <a:lnTo>
                  <a:pt x="4232" y="13942"/>
                </a:lnTo>
                <a:lnTo>
                  <a:pt x="4625" y="14049"/>
                </a:lnTo>
                <a:lnTo>
                  <a:pt x="4970" y="14207"/>
                </a:lnTo>
                <a:lnTo>
                  <a:pt x="5314" y="14417"/>
                </a:lnTo>
                <a:lnTo>
                  <a:pt x="5610" y="14682"/>
                </a:lnTo>
                <a:lnTo>
                  <a:pt x="5905" y="14999"/>
                </a:lnTo>
                <a:lnTo>
                  <a:pt x="6397" y="15632"/>
                </a:lnTo>
                <a:lnTo>
                  <a:pt x="5905" y="16054"/>
                </a:lnTo>
                <a:lnTo>
                  <a:pt x="5510" y="16478"/>
                </a:lnTo>
                <a:lnTo>
                  <a:pt x="5117" y="16953"/>
                </a:lnTo>
                <a:lnTo>
                  <a:pt x="4822" y="17481"/>
                </a:lnTo>
                <a:lnTo>
                  <a:pt x="4575" y="18061"/>
                </a:lnTo>
                <a:lnTo>
                  <a:pt x="4380" y="18696"/>
                </a:lnTo>
                <a:lnTo>
                  <a:pt x="4280" y="19330"/>
                </a:lnTo>
                <a:lnTo>
                  <a:pt x="4232" y="19963"/>
                </a:lnTo>
                <a:lnTo>
                  <a:pt x="4133" y="19910"/>
                </a:lnTo>
                <a:lnTo>
                  <a:pt x="3985" y="19751"/>
                </a:lnTo>
                <a:lnTo>
                  <a:pt x="3887" y="19540"/>
                </a:lnTo>
                <a:lnTo>
                  <a:pt x="3297" y="18114"/>
                </a:lnTo>
                <a:lnTo>
                  <a:pt x="2805" y="16848"/>
                </a:lnTo>
                <a:lnTo>
                  <a:pt x="2608" y="16214"/>
                </a:lnTo>
                <a:lnTo>
                  <a:pt x="2510" y="15579"/>
                </a:lnTo>
                <a:lnTo>
                  <a:pt x="2510" y="15316"/>
                </a:lnTo>
                <a:lnTo>
                  <a:pt x="2608" y="15104"/>
                </a:lnTo>
                <a:lnTo>
                  <a:pt x="2755" y="14946"/>
                </a:lnTo>
                <a:lnTo>
                  <a:pt x="2952" y="14787"/>
                </a:lnTo>
                <a:lnTo>
                  <a:pt x="3100" y="14629"/>
                </a:lnTo>
                <a:lnTo>
                  <a:pt x="3198" y="14471"/>
                </a:lnTo>
                <a:lnTo>
                  <a:pt x="3198" y="13995"/>
                </a:lnTo>
                <a:lnTo>
                  <a:pt x="3100" y="12569"/>
                </a:lnTo>
                <a:lnTo>
                  <a:pt x="2903" y="11143"/>
                </a:lnTo>
                <a:lnTo>
                  <a:pt x="2903" y="11038"/>
                </a:lnTo>
                <a:lnTo>
                  <a:pt x="2805" y="10932"/>
                </a:lnTo>
                <a:lnTo>
                  <a:pt x="2608" y="10932"/>
                </a:lnTo>
                <a:lnTo>
                  <a:pt x="1820" y="11618"/>
                </a:lnTo>
                <a:lnTo>
                  <a:pt x="1771" y="11038"/>
                </a:lnTo>
                <a:lnTo>
                  <a:pt x="1820" y="10457"/>
                </a:lnTo>
                <a:lnTo>
                  <a:pt x="1870" y="9876"/>
                </a:lnTo>
                <a:lnTo>
                  <a:pt x="2017" y="9295"/>
                </a:lnTo>
                <a:lnTo>
                  <a:pt x="2017" y="9190"/>
                </a:lnTo>
                <a:lnTo>
                  <a:pt x="1968" y="9085"/>
                </a:lnTo>
                <a:lnTo>
                  <a:pt x="2313" y="8345"/>
                </a:lnTo>
                <a:lnTo>
                  <a:pt x="2657" y="7658"/>
                </a:lnTo>
                <a:lnTo>
                  <a:pt x="3002" y="7711"/>
                </a:lnTo>
                <a:lnTo>
                  <a:pt x="3345" y="7763"/>
                </a:lnTo>
                <a:lnTo>
                  <a:pt x="3445" y="7711"/>
                </a:lnTo>
                <a:lnTo>
                  <a:pt x="3493" y="7658"/>
                </a:lnTo>
                <a:lnTo>
                  <a:pt x="3493" y="7605"/>
                </a:lnTo>
                <a:lnTo>
                  <a:pt x="3445" y="7499"/>
                </a:lnTo>
                <a:close/>
                <a:moveTo>
                  <a:pt x="11809" y="20068"/>
                </a:moveTo>
                <a:lnTo>
                  <a:pt x="12202" y="20121"/>
                </a:lnTo>
                <a:lnTo>
                  <a:pt x="12595" y="20227"/>
                </a:lnTo>
                <a:lnTo>
                  <a:pt x="12350" y="20280"/>
                </a:lnTo>
                <a:lnTo>
                  <a:pt x="12300" y="20227"/>
                </a:lnTo>
                <a:lnTo>
                  <a:pt x="12153" y="20227"/>
                </a:lnTo>
                <a:lnTo>
                  <a:pt x="12055" y="20121"/>
                </a:lnTo>
                <a:lnTo>
                  <a:pt x="11809" y="20068"/>
                </a:lnTo>
                <a:close/>
                <a:moveTo>
                  <a:pt x="7799" y="20412"/>
                </a:moveTo>
                <a:lnTo>
                  <a:pt x="7775" y="20438"/>
                </a:lnTo>
                <a:lnTo>
                  <a:pt x="7725" y="20438"/>
                </a:lnTo>
                <a:lnTo>
                  <a:pt x="7799" y="20412"/>
                </a:lnTo>
                <a:close/>
                <a:moveTo>
                  <a:pt x="9595" y="4226"/>
                </a:moveTo>
                <a:lnTo>
                  <a:pt x="10185" y="4331"/>
                </a:lnTo>
                <a:lnTo>
                  <a:pt x="10775" y="4437"/>
                </a:lnTo>
                <a:lnTo>
                  <a:pt x="11317" y="4542"/>
                </a:lnTo>
                <a:lnTo>
                  <a:pt x="11267" y="4596"/>
                </a:lnTo>
                <a:lnTo>
                  <a:pt x="11267" y="4701"/>
                </a:lnTo>
                <a:lnTo>
                  <a:pt x="11317" y="4701"/>
                </a:lnTo>
                <a:lnTo>
                  <a:pt x="11563" y="4647"/>
                </a:lnTo>
                <a:lnTo>
                  <a:pt x="11760" y="4701"/>
                </a:lnTo>
                <a:lnTo>
                  <a:pt x="11809" y="4701"/>
                </a:lnTo>
                <a:lnTo>
                  <a:pt x="11760" y="4806"/>
                </a:lnTo>
                <a:lnTo>
                  <a:pt x="11760" y="4964"/>
                </a:lnTo>
                <a:lnTo>
                  <a:pt x="11809" y="5017"/>
                </a:lnTo>
                <a:lnTo>
                  <a:pt x="11858" y="5017"/>
                </a:lnTo>
                <a:lnTo>
                  <a:pt x="11957" y="5071"/>
                </a:lnTo>
                <a:lnTo>
                  <a:pt x="12055" y="5122"/>
                </a:lnTo>
                <a:lnTo>
                  <a:pt x="12202" y="5281"/>
                </a:lnTo>
                <a:lnTo>
                  <a:pt x="12350" y="5493"/>
                </a:lnTo>
                <a:lnTo>
                  <a:pt x="12400" y="5546"/>
                </a:lnTo>
                <a:lnTo>
                  <a:pt x="12448" y="5599"/>
                </a:lnTo>
                <a:lnTo>
                  <a:pt x="12497" y="5546"/>
                </a:lnTo>
                <a:lnTo>
                  <a:pt x="12595" y="5387"/>
                </a:lnTo>
                <a:lnTo>
                  <a:pt x="12695" y="5229"/>
                </a:lnTo>
                <a:lnTo>
                  <a:pt x="12793" y="5122"/>
                </a:lnTo>
                <a:lnTo>
                  <a:pt x="13088" y="5229"/>
                </a:lnTo>
                <a:lnTo>
                  <a:pt x="12892" y="5493"/>
                </a:lnTo>
                <a:lnTo>
                  <a:pt x="12743" y="5757"/>
                </a:lnTo>
                <a:lnTo>
                  <a:pt x="12695" y="5863"/>
                </a:lnTo>
                <a:lnTo>
                  <a:pt x="12695" y="6021"/>
                </a:lnTo>
                <a:lnTo>
                  <a:pt x="12842" y="6021"/>
                </a:lnTo>
                <a:lnTo>
                  <a:pt x="12940" y="5968"/>
                </a:lnTo>
                <a:lnTo>
                  <a:pt x="13137" y="5809"/>
                </a:lnTo>
                <a:lnTo>
                  <a:pt x="13482" y="5493"/>
                </a:lnTo>
                <a:lnTo>
                  <a:pt x="13825" y="5704"/>
                </a:lnTo>
                <a:lnTo>
                  <a:pt x="13728" y="5809"/>
                </a:lnTo>
                <a:lnTo>
                  <a:pt x="13383" y="6284"/>
                </a:lnTo>
                <a:lnTo>
                  <a:pt x="13235" y="6496"/>
                </a:lnTo>
                <a:lnTo>
                  <a:pt x="13137" y="6761"/>
                </a:lnTo>
                <a:lnTo>
                  <a:pt x="13137" y="6813"/>
                </a:lnTo>
                <a:lnTo>
                  <a:pt x="13187" y="6813"/>
                </a:lnTo>
                <a:lnTo>
                  <a:pt x="13432" y="6708"/>
                </a:lnTo>
                <a:lnTo>
                  <a:pt x="13678" y="6549"/>
                </a:lnTo>
                <a:lnTo>
                  <a:pt x="14072" y="6233"/>
                </a:lnTo>
                <a:lnTo>
                  <a:pt x="14269" y="6021"/>
                </a:lnTo>
                <a:lnTo>
                  <a:pt x="14515" y="6179"/>
                </a:lnTo>
                <a:lnTo>
                  <a:pt x="14170" y="6549"/>
                </a:lnTo>
                <a:lnTo>
                  <a:pt x="13777" y="7024"/>
                </a:lnTo>
                <a:lnTo>
                  <a:pt x="13482" y="7499"/>
                </a:lnTo>
                <a:lnTo>
                  <a:pt x="13335" y="7553"/>
                </a:lnTo>
                <a:lnTo>
                  <a:pt x="12940" y="7763"/>
                </a:lnTo>
                <a:lnTo>
                  <a:pt x="12595" y="7975"/>
                </a:lnTo>
                <a:lnTo>
                  <a:pt x="12448" y="7975"/>
                </a:lnTo>
                <a:lnTo>
                  <a:pt x="12252" y="8028"/>
                </a:lnTo>
                <a:lnTo>
                  <a:pt x="11809" y="8291"/>
                </a:lnTo>
                <a:lnTo>
                  <a:pt x="11465" y="8608"/>
                </a:lnTo>
                <a:lnTo>
                  <a:pt x="11218" y="8766"/>
                </a:lnTo>
                <a:lnTo>
                  <a:pt x="10825" y="9136"/>
                </a:lnTo>
                <a:lnTo>
                  <a:pt x="10628" y="9453"/>
                </a:lnTo>
                <a:lnTo>
                  <a:pt x="10382" y="9718"/>
                </a:lnTo>
                <a:lnTo>
                  <a:pt x="10235" y="10035"/>
                </a:lnTo>
                <a:lnTo>
                  <a:pt x="10185" y="10298"/>
                </a:lnTo>
                <a:lnTo>
                  <a:pt x="10235" y="10405"/>
                </a:lnTo>
                <a:lnTo>
                  <a:pt x="10283" y="10510"/>
                </a:lnTo>
                <a:lnTo>
                  <a:pt x="10382" y="10615"/>
                </a:lnTo>
                <a:lnTo>
                  <a:pt x="10530" y="10668"/>
                </a:lnTo>
                <a:lnTo>
                  <a:pt x="10727" y="10668"/>
                </a:lnTo>
                <a:lnTo>
                  <a:pt x="10923" y="10563"/>
                </a:lnTo>
                <a:lnTo>
                  <a:pt x="11267" y="10352"/>
                </a:lnTo>
                <a:lnTo>
                  <a:pt x="11465" y="10298"/>
                </a:lnTo>
                <a:lnTo>
                  <a:pt x="11710" y="10405"/>
                </a:lnTo>
                <a:lnTo>
                  <a:pt x="11809" y="10457"/>
                </a:lnTo>
                <a:lnTo>
                  <a:pt x="11907" y="10563"/>
                </a:lnTo>
                <a:lnTo>
                  <a:pt x="11957" y="10668"/>
                </a:lnTo>
                <a:lnTo>
                  <a:pt x="11957" y="10773"/>
                </a:lnTo>
                <a:lnTo>
                  <a:pt x="11858" y="10932"/>
                </a:lnTo>
                <a:lnTo>
                  <a:pt x="11710" y="11143"/>
                </a:lnTo>
                <a:lnTo>
                  <a:pt x="11513" y="11302"/>
                </a:lnTo>
                <a:lnTo>
                  <a:pt x="11267" y="11460"/>
                </a:lnTo>
                <a:lnTo>
                  <a:pt x="10923" y="11618"/>
                </a:lnTo>
                <a:lnTo>
                  <a:pt x="10677" y="11725"/>
                </a:lnTo>
                <a:lnTo>
                  <a:pt x="10382" y="11883"/>
                </a:lnTo>
                <a:lnTo>
                  <a:pt x="10135" y="12094"/>
                </a:lnTo>
                <a:lnTo>
                  <a:pt x="10087" y="12200"/>
                </a:lnTo>
                <a:lnTo>
                  <a:pt x="10037" y="12358"/>
                </a:lnTo>
                <a:lnTo>
                  <a:pt x="9988" y="12622"/>
                </a:lnTo>
                <a:lnTo>
                  <a:pt x="10087" y="12834"/>
                </a:lnTo>
                <a:lnTo>
                  <a:pt x="10235" y="13045"/>
                </a:lnTo>
                <a:lnTo>
                  <a:pt x="10430" y="13150"/>
                </a:lnTo>
                <a:lnTo>
                  <a:pt x="10578" y="13204"/>
                </a:lnTo>
                <a:lnTo>
                  <a:pt x="10775" y="13255"/>
                </a:lnTo>
                <a:lnTo>
                  <a:pt x="11070" y="13150"/>
                </a:lnTo>
                <a:lnTo>
                  <a:pt x="11660" y="12887"/>
                </a:lnTo>
                <a:lnTo>
                  <a:pt x="12350" y="12887"/>
                </a:lnTo>
                <a:lnTo>
                  <a:pt x="12595" y="12780"/>
                </a:lnTo>
                <a:lnTo>
                  <a:pt x="12842" y="12622"/>
                </a:lnTo>
                <a:lnTo>
                  <a:pt x="12990" y="12464"/>
                </a:lnTo>
                <a:lnTo>
                  <a:pt x="13137" y="12305"/>
                </a:lnTo>
                <a:lnTo>
                  <a:pt x="13285" y="12305"/>
                </a:lnTo>
                <a:lnTo>
                  <a:pt x="13482" y="12358"/>
                </a:lnTo>
                <a:lnTo>
                  <a:pt x="13530" y="12410"/>
                </a:lnTo>
                <a:lnTo>
                  <a:pt x="13580" y="12410"/>
                </a:lnTo>
                <a:lnTo>
                  <a:pt x="13678" y="12464"/>
                </a:lnTo>
                <a:lnTo>
                  <a:pt x="13925" y="12675"/>
                </a:lnTo>
                <a:lnTo>
                  <a:pt x="14170" y="12939"/>
                </a:lnTo>
                <a:lnTo>
                  <a:pt x="14908" y="13890"/>
                </a:lnTo>
                <a:lnTo>
                  <a:pt x="13925" y="13520"/>
                </a:lnTo>
                <a:lnTo>
                  <a:pt x="13432" y="13362"/>
                </a:lnTo>
                <a:lnTo>
                  <a:pt x="12940" y="13204"/>
                </a:lnTo>
                <a:lnTo>
                  <a:pt x="12892" y="13255"/>
                </a:lnTo>
                <a:lnTo>
                  <a:pt x="12448" y="13204"/>
                </a:lnTo>
                <a:lnTo>
                  <a:pt x="12005" y="13255"/>
                </a:lnTo>
                <a:lnTo>
                  <a:pt x="11563" y="13362"/>
                </a:lnTo>
                <a:lnTo>
                  <a:pt x="11170" y="13520"/>
                </a:lnTo>
                <a:lnTo>
                  <a:pt x="11120" y="13572"/>
                </a:lnTo>
                <a:lnTo>
                  <a:pt x="10923" y="13572"/>
                </a:lnTo>
                <a:lnTo>
                  <a:pt x="10235" y="13731"/>
                </a:lnTo>
                <a:lnTo>
                  <a:pt x="9545" y="13890"/>
                </a:lnTo>
                <a:lnTo>
                  <a:pt x="9300" y="13942"/>
                </a:lnTo>
                <a:lnTo>
                  <a:pt x="9103" y="14101"/>
                </a:lnTo>
                <a:lnTo>
                  <a:pt x="8955" y="14259"/>
                </a:lnTo>
                <a:lnTo>
                  <a:pt x="8807" y="14524"/>
                </a:lnTo>
                <a:lnTo>
                  <a:pt x="8709" y="14787"/>
                </a:lnTo>
                <a:lnTo>
                  <a:pt x="8709" y="15262"/>
                </a:lnTo>
                <a:lnTo>
                  <a:pt x="8758" y="15527"/>
                </a:lnTo>
                <a:lnTo>
                  <a:pt x="8857" y="15791"/>
                </a:lnTo>
                <a:lnTo>
                  <a:pt x="9005" y="16002"/>
                </a:lnTo>
                <a:lnTo>
                  <a:pt x="9152" y="16161"/>
                </a:lnTo>
                <a:lnTo>
                  <a:pt x="9348" y="16319"/>
                </a:lnTo>
                <a:lnTo>
                  <a:pt x="9545" y="16424"/>
                </a:lnTo>
                <a:lnTo>
                  <a:pt x="9792" y="16478"/>
                </a:lnTo>
                <a:lnTo>
                  <a:pt x="10037" y="16531"/>
                </a:lnTo>
                <a:lnTo>
                  <a:pt x="10430" y="16531"/>
                </a:lnTo>
                <a:lnTo>
                  <a:pt x="10530" y="16636"/>
                </a:lnTo>
                <a:lnTo>
                  <a:pt x="10628" y="16794"/>
                </a:lnTo>
                <a:lnTo>
                  <a:pt x="10677" y="17006"/>
                </a:lnTo>
                <a:lnTo>
                  <a:pt x="10775" y="17428"/>
                </a:lnTo>
                <a:lnTo>
                  <a:pt x="10825" y="17798"/>
                </a:lnTo>
                <a:lnTo>
                  <a:pt x="10874" y="18009"/>
                </a:lnTo>
                <a:lnTo>
                  <a:pt x="10530" y="17903"/>
                </a:lnTo>
                <a:lnTo>
                  <a:pt x="10235" y="17851"/>
                </a:lnTo>
                <a:lnTo>
                  <a:pt x="10135" y="17798"/>
                </a:lnTo>
                <a:lnTo>
                  <a:pt x="10087" y="17586"/>
                </a:lnTo>
                <a:lnTo>
                  <a:pt x="10087" y="17534"/>
                </a:lnTo>
                <a:lnTo>
                  <a:pt x="9988" y="17534"/>
                </a:lnTo>
                <a:lnTo>
                  <a:pt x="9988" y="17586"/>
                </a:lnTo>
                <a:lnTo>
                  <a:pt x="9940" y="17956"/>
                </a:lnTo>
                <a:lnTo>
                  <a:pt x="9940" y="18009"/>
                </a:lnTo>
                <a:lnTo>
                  <a:pt x="9988" y="18061"/>
                </a:lnTo>
                <a:lnTo>
                  <a:pt x="10530" y="18326"/>
                </a:lnTo>
                <a:lnTo>
                  <a:pt x="11070" y="18643"/>
                </a:lnTo>
                <a:lnTo>
                  <a:pt x="11317" y="19171"/>
                </a:lnTo>
                <a:lnTo>
                  <a:pt x="11365" y="19276"/>
                </a:lnTo>
                <a:lnTo>
                  <a:pt x="11465" y="19330"/>
                </a:lnTo>
                <a:lnTo>
                  <a:pt x="11563" y="19330"/>
                </a:lnTo>
                <a:lnTo>
                  <a:pt x="11660" y="19276"/>
                </a:lnTo>
                <a:lnTo>
                  <a:pt x="11858" y="19118"/>
                </a:lnTo>
                <a:lnTo>
                  <a:pt x="12645" y="19593"/>
                </a:lnTo>
                <a:lnTo>
                  <a:pt x="12448" y="19593"/>
                </a:lnTo>
                <a:lnTo>
                  <a:pt x="11465" y="19488"/>
                </a:lnTo>
                <a:lnTo>
                  <a:pt x="10530" y="19488"/>
                </a:lnTo>
                <a:lnTo>
                  <a:pt x="9890" y="19013"/>
                </a:lnTo>
                <a:lnTo>
                  <a:pt x="9200" y="18590"/>
                </a:lnTo>
                <a:lnTo>
                  <a:pt x="9152" y="18538"/>
                </a:lnTo>
                <a:lnTo>
                  <a:pt x="9053" y="18590"/>
                </a:lnTo>
                <a:lnTo>
                  <a:pt x="9053" y="18748"/>
                </a:lnTo>
                <a:lnTo>
                  <a:pt x="9348" y="19171"/>
                </a:lnTo>
                <a:lnTo>
                  <a:pt x="9693" y="19540"/>
                </a:lnTo>
                <a:lnTo>
                  <a:pt x="9250" y="19593"/>
                </a:lnTo>
                <a:lnTo>
                  <a:pt x="8807" y="19646"/>
                </a:lnTo>
                <a:lnTo>
                  <a:pt x="8463" y="19330"/>
                </a:lnTo>
                <a:lnTo>
                  <a:pt x="8168" y="18960"/>
                </a:lnTo>
                <a:lnTo>
                  <a:pt x="8070" y="18960"/>
                </a:lnTo>
                <a:lnTo>
                  <a:pt x="7970" y="19065"/>
                </a:lnTo>
                <a:lnTo>
                  <a:pt x="7922" y="19276"/>
                </a:lnTo>
                <a:lnTo>
                  <a:pt x="7970" y="19435"/>
                </a:lnTo>
                <a:lnTo>
                  <a:pt x="8020" y="19646"/>
                </a:lnTo>
                <a:lnTo>
                  <a:pt x="8168" y="19805"/>
                </a:lnTo>
                <a:lnTo>
                  <a:pt x="7725" y="19910"/>
                </a:lnTo>
                <a:lnTo>
                  <a:pt x="7282" y="20068"/>
                </a:lnTo>
                <a:lnTo>
                  <a:pt x="7233" y="20016"/>
                </a:lnTo>
                <a:lnTo>
                  <a:pt x="6938" y="19698"/>
                </a:lnTo>
                <a:lnTo>
                  <a:pt x="6740" y="19593"/>
                </a:lnTo>
                <a:lnTo>
                  <a:pt x="6593" y="19540"/>
                </a:lnTo>
                <a:lnTo>
                  <a:pt x="6545" y="19540"/>
                </a:lnTo>
                <a:lnTo>
                  <a:pt x="6545" y="19698"/>
                </a:lnTo>
                <a:lnTo>
                  <a:pt x="6593" y="19858"/>
                </a:lnTo>
                <a:lnTo>
                  <a:pt x="6692" y="20068"/>
                </a:lnTo>
                <a:lnTo>
                  <a:pt x="6840" y="20280"/>
                </a:lnTo>
                <a:lnTo>
                  <a:pt x="6888" y="20280"/>
                </a:lnTo>
                <a:lnTo>
                  <a:pt x="6495" y="20597"/>
                </a:lnTo>
                <a:lnTo>
                  <a:pt x="6200" y="20543"/>
                </a:lnTo>
                <a:lnTo>
                  <a:pt x="5510" y="20438"/>
                </a:lnTo>
                <a:lnTo>
                  <a:pt x="5167" y="20385"/>
                </a:lnTo>
                <a:lnTo>
                  <a:pt x="4822" y="20280"/>
                </a:lnTo>
                <a:lnTo>
                  <a:pt x="4920" y="20175"/>
                </a:lnTo>
                <a:lnTo>
                  <a:pt x="4970" y="20016"/>
                </a:lnTo>
                <a:lnTo>
                  <a:pt x="4970" y="19910"/>
                </a:lnTo>
                <a:lnTo>
                  <a:pt x="4920" y="19751"/>
                </a:lnTo>
                <a:lnTo>
                  <a:pt x="4870" y="19646"/>
                </a:lnTo>
                <a:lnTo>
                  <a:pt x="4773" y="19593"/>
                </a:lnTo>
                <a:lnTo>
                  <a:pt x="4870" y="19065"/>
                </a:lnTo>
                <a:lnTo>
                  <a:pt x="5018" y="18538"/>
                </a:lnTo>
                <a:lnTo>
                  <a:pt x="5215" y="18009"/>
                </a:lnTo>
                <a:lnTo>
                  <a:pt x="5462" y="17534"/>
                </a:lnTo>
                <a:lnTo>
                  <a:pt x="5757" y="17058"/>
                </a:lnTo>
                <a:lnTo>
                  <a:pt x="6101" y="16636"/>
                </a:lnTo>
                <a:lnTo>
                  <a:pt x="6495" y="16266"/>
                </a:lnTo>
                <a:lnTo>
                  <a:pt x="6938" y="16002"/>
                </a:lnTo>
                <a:lnTo>
                  <a:pt x="7035" y="15896"/>
                </a:lnTo>
                <a:lnTo>
                  <a:pt x="7085" y="15737"/>
                </a:lnTo>
                <a:lnTo>
                  <a:pt x="7085" y="15632"/>
                </a:lnTo>
                <a:lnTo>
                  <a:pt x="6987" y="15527"/>
                </a:lnTo>
                <a:lnTo>
                  <a:pt x="6397" y="14734"/>
                </a:lnTo>
                <a:lnTo>
                  <a:pt x="6101" y="14365"/>
                </a:lnTo>
                <a:lnTo>
                  <a:pt x="5757" y="14049"/>
                </a:lnTo>
                <a:lnTo>
                  <a:pt x="5363" y="13784"/>
                </a:lnTo>
                <a:lnTo>
                  <a:pt x="4970" y="13572"/>
                </a:lnTo>
                <a:lnTo>
                  <a:pt x="4527" y="13414"/>
                </a:lnTo>
                <a:lnTo>
                  <a:pt x="4084" y="13362"/>
                </a:lnTo>
                <a:lnTo>
                  <a:pt x="4084" y="12780"/>
                </a:lnTo>
                <a:lnTo>
                  <a:pt x="4182" y="12252"/>
                </a:lnTo>
                <a:lnTo>
                  <a:pt x="4380" y="11777"/>
                </a:lnTo>
                <a:lnTo>
                  <a:pt x="4675" y="11355"/>
                </a:lnTo>
                <a:lnTo>
                  <a:pt x="4870" y="11143"/>
                </a:lnTo>
                <a:lnTo>
                  <a:pt x="5117" y="10932"/>
                </a:lnTo>
                <a:lnTo>
                  <a:pt x="5215" y="10880"/>
                </a:lnTo>
                <a:lnTo>
                  <a:pt x="5314" y="10880"/>
                </a:lnTo>
                <a:lnTo>
                  <a:pt x="5412" y="10932"/>
                </a:lnTo>
                <a:lnTo>
                  <a:pt x="5510" y="10985"/>
                </a:lnTo>
                <a:lnTo>
                  <a:pt x="5658" y="11143"/>
                </a:lnTo>
                <a:lnTo>
                  <a:pt x="5805" y="11355"/>
                </a:lnTo>
                <a:lnTo>
                  <a:pt x="6593" y="12464"/>
                </a:lnTo>
                <a:lnTo>
                  <a:pt x="6740" y="12569"/>
                </a:lnTo>
                <a:lnTo>
                  <a:pt x="6888" y="12622"/>
                </a:lnTo>
                <a:lnTo>
                  <a:pt x="6987" y="12569"/>
                </a:lnTo>
                <a:lnTo>
                  <a:pt x="7035" y="12517"/>
                </a:lnTo>
                <a:lnTo>
                  <a:pt x="7085" y="12410"/>
                </a:lnTo>
                <a:lnTo>
                  <a:pt x="7085" y="12305"/>
                </a:lnTo>
                <a:lnTo>
                  <a:pt x="6888" y="10087"/>
                </a:lnTo>
                <a:lnTo>
                  <a:pt x="6840" y="9823"/>
                </a:lnTo>
                <a:lnTo>
                  <a:pt x="6692" y="9560"/>
                </a:lnTo>
                <a:lnTo>
                  <a:pt x="6545" y="9348"/>
                </a:lnTo>
                <a:lnTo>
                  <a:pt x="6249" y="9295"/>
                </a:lnTo>
                <a:lnTo>
                  <a:pt x="6347" y="9243"/>
                </a:lnTo>
                <a:lnTo>
                  <a:pt x="6495" y="9136"/>
                </a:lnTo>
                <a:lnTo>
                  <a:pt x="6740" y="8925"/>
                </a:lnTo>
                <a:lnTo>
                  <a:pt x="7282" y="8661"/>
                </a:lnTo>
                <a:lnTo>
                  <a:pt x="7528" y="8556"/>
                </a:lnTo>
                <a:lnTo>
                  <a:pt x="7725" y="8345"/>
                </a:lnTo>
                <a:lnTo>
                  <a:pt x="7872" y="8133"/>
                </a:lnTo>
                <a:lnTo>
                  <a:pt x="8020" y="7869"/>
                </a:lnTo>
                <a:lnTo>
                  <a:pt x="8020" y="7763"/>
                </a:lnTo>
                <a:lnTo>
                  <a:pt x="7970" y="7658"/>
                </a:lnTo>
                <a:lnTo>
                  <a:pt x="7922" y="7553"/>
                </a:lnTo>
                <a:lnTo>
                  <a:pt x="7823" y="7499"/>
                </a:lnTo>
                <a:lnTo>
                  <a:pt x="6692" y="7341"/>
                </a:lnTo>
                <a:lnTo>
                  <a:pt x="5510" y="7183"/>
                </a:lnTo>
                <a:lnTo>
                  <a:pt x="5018" y="7183"/>
                </a:lnTo>
                <a:lnTo>
                  <a:pt x="4428" y="7129"/>
                </a:lnTo>
                <a:lnTo>
                  <a:pt x="3887" y="7183"/>
                </a:lnTo>
                <a:lnTo>
                  <a:pt x="3640" y="7236"/>
                </a:lnTo>
                <a:lnTo>
                  <a:pt x="3395" y="7341"/>
                </a:lnTo>
                <a:lnTo>
                  <a:pt x="3345" y="7394"/>
                </a:lnTo>
                <a:lnTo>
                  <a:pt x="3395" y="7499"/>
                </a:lnTo>
                <a:lnTo>
                  <a:pt x="2903" y="7288"/>
                </a:lnTo>
                <a:lnTo>
                  <a:pt x="3297" y="6813"/>
                </a:lnTo>
                <a:lnTo>
                  <a:pt x="3690" y="6338"/>
                </a:lnTo>
                <a:lnTo>
                  <a:pt x="4133" y="5968"/>
                </a:lnTo>
                <a:lnTo>
                  <a:pt x="4625" y="5599"/>
                </a:lnTo>
                <a:lnTo>
                  <a:pt x="5117" y="5281"/>
                </a:lnTo>
                <a:lnTo>
                  <a:pt x="5658" y="4964"/>
                </a:lnTo>
                <a:lnTo>
                  <a:pt x="6200" y="4754"/>
                </a:lnTo>
                <a:lnTo>
                  <a:pt x="6740" y="4542"/>
                </a:lnTo>
                <a:lnTo>
                  <a:pt x="7332" y="4384"/>
                </a:lnTo>
                <a:lnTo>
                  <a:pt x="7922" y="4279"/>
                </a:lnTo>
                <a:lnTo>
                  <a:pt x="8463" y="4226"/>
                </a:lnTo>
                <a:close/>
                <a:moveTo>
                  <a:pt x="7233" y="20650"/>
                </a:moveTo>
                <a:lnTo>
                  <a:pt x="7282" y="20702"/>
                </a:lnTo>
                <a:lnTo>
                  <a:pt x="7183" y="20702"/>
                </a:lnTo>
                <a:lnTo>
                  <a:pt x="7233" y="20650"/>
                </a:lnTo>
                <a:close/>
                <a:moveTo>
                  <a:pt x="10333" y="20016"/>
                </a:moveTo>
                <a:lnTo>
                  <a:pt x="10677" y="20227"/>
                </a:lnTo>
                <a:lnTo>
                  <a:pt x="11120" y="20438"/>
                </a:lnTo>
                <a:lnTo>
                  <a:pt x="11513" y="20597"/>
                </a:lnTo>
                <a:lnTo>
                  <a:pt x="10972" y="20702"/>
                </a:lnTo>
                <a:lnTo>
                  <a:pt x="10382" y="20755"/>
                </a:lnTo>
                <a:lnTo>
                  <a:pt x="10333" y="20597"/>
                </a:lnTo>
                <a:lnTo>
                  <a:pt x="10235" y="20491"/>
                </a:lnTo>
                <a:lnTo>
                  <a:pt x="9742" y="20333"/>
                </a:lnTo>
                <a:lnTo>
                  <a:pt x="9348" y="20068"/>
                </a:lnTo>
                <a:lnTo>
                  <a:pt x="10087" y="20016"/>
                </a:lnTo>
                <a:close/>
                <a:moveTo>
                  <a:pt x="8610" y="20175"/>
                </a:moveTo>
                <a:lnTo>
                  <a:pt x="8807" y="20333"/>
                </a:lnTo>
                <a:lnTo>
                  <a:pt x="9103" y="20597"/>
                </a:lnTo>
                <a:lnTo>
                  <a:pt x="9398" y="20808"/>
                </a:lnTo>
                <a:lnTo>
                  <a:pt x="8118" y="20755"/>
                </a:lnTo>
                <a:lnTo>
                  <a:pt x="8118" y="20543"/>
                </a:lnTo>
                <a:lnTo>
                  <a:pt x="8020" y="20438"/>
                </a:lnTo>
                <a:lnTo>
                  <a:pt x="7922" y="20385"/>
                </a:lnTo>
                <a:lnTo>
                  <a:pt x="7872" y="20385"/>
                </a:lnTo>
                <a:lnTo>
                  <a:pt x="8020" y="20333"/>
                </a:lnTo>
                <a:lnTo>
                  <a:pt x="8610" y="20175"/>
                </a:lnTo>
                <a:close/>
                <a:moveTo>
                  <a:pt x="9152" y="3434"/>
                </a:moveTo>
                <a:lnTo>
                  <a:pt x="9053" y="3486"/>
                </a:lnTo>
                <a:lnTo>
                  <a:pt x="8955" y="3592"/>
                </a:lnTo>
                <a:lnTo>
                  <a:pt x="8217" y="3644"/>
                </a:lnTo>
                <a:lnTo>
                  <a:pt x="7430" y="3750"/>
                </a:lnTo>
                <a:lnTo>
                  <a:pt x="6740" y="3909"/>
                </a:lnTo>
                <a:lnTo>
                  <a:pt x="6003" y="4119"/>
                </a:lnTo>
                <a:lnTo>
                  <a:pt x="5265" y="4437"/>
                </a:lnTo>
                <a:lnTo>
                  <a:pt x="4527" y="4859"/>
                </a:lnTo>
                <a:lnTo>
                  <a:pt x="3887" y="5334"/>
                </a:lnTo>
                <a:lnTo>
                  <a:pt x="3297" y="5916"/>
                </a:lnTo>
                <a:lnTo>
                  <a:pt x="2706" y="6496"/>
                </a:lnTo>
                <a:lnTo>
                  <a:pt x="2215" y="7183"/>
                </a:lnTo>
                <a:lnTo>
                  <a:pt x="1771" y="7869"/>
                </a:lnTo>
                <a:lnTo>
                  <a:pt x="1427" y="8661"/>
                </a:lnTo>
                <a:lnTo>
                  <a:pt x="985" y="9665"/>
                </a:lnTo>
                <a:lnTo>
                  <a:pt x="640" y="10722"/>
                </a:lnTo>
                <a:lnTo>
                  <a:pt x="295" y="11777"/>
                </a:lnTo>
                <a:lnTo>
                  <a:pt x="98" y="12834"/>
                </a:lnTo>
                <a:lnTo>
                  <a:pt x="50" y="13309"/>
                </a:lnTo>
                <a:lnTo>
                  <a:pt x="0" y="13837"/>
                </a:lnTo>
                <a:lnTo>
                  <a:pt x="50" y="14312"/>
                </a:lnTo>
                <a:lnTo>
                  <a:pt x="98" y="14787"/>
                </a:lnTo>
                <a:lnTo>
                  <a:pt x="197" y="15262"/>
                </a:lnTo>
                <a:lnTo>
                  <a:pt x="345" y="15737"/>
                </a:lnTo>
                <a:lnTo>
                  <a:pt x="492" y="16214"/>
                </a:lnTo>
                <a:lnTo>
                  <a:pt x="688" y="16636"/>
                </a:lnTo>
                <a:lnTo>
                  <a:pt x="1180" y="17481"/>
                </a:lnTo>
                <a:lnTo>
                  <a:pt x="1722" y="18273"/>
                </a:lnTo>
                <a:lnTo>
                  <a:pt x="2313" y="19013"/>
                </a:lnTo>
                <a:lnTo>
                  <a:pt x="2952" y="19751"/>
                </a:lnTo>
                <a:lnTo>
                  <a:pt x="3297" y="20121"/>
                </a:lnTo>
                <a:lnTo>
                  <a:pt x="3690" y="20491"/>
                </a:lnTo>
                <a:lnTo>
                  <a:pt x="3788" y="20650"/>
                </a:lnTo>
                <a:lnTo>
                  <a:pt x="3887" y="20755"/>
                </a:lnTo>
                <a:lnTo>
                  <a:pt x="4035" y="20808"/>
                </a:lnTo>
                <a:lnTo>
                  <a:pt x="4182" y="20808"/>
                </a:lnTo>
                <a:lnTo>
                  <a:pt x="4280" y="20913"/>
                </a:lnTo>
                <a:lnTo>
                  <a:pt x="4773" y="21072"/>
                </a:lnTo>
                <a:lnTo>
                  <a:pt x="5215" y="21230"/>
                </a:lnTo>
                <a:lnTo>
                  <a:pt x="6200" y="21337"/>
                </a:lnTo>
                <a:lnTo>
                  <a:pt x="8070" y="21547"/>
                </a:lnTo>
                <a:lnTo>
                  <a:pt x="9005" y="21600"/>
                </a:lnTo>
                <a:lnTo>
                  <a:pt x="9940" y="21600"/>
                </a:lnTo>
                <a:lnTo>
                  <a:pt x="10874" y="21495"/>
                </a:lnTo>
                <a:lnTo>
                  <a:pt x="11760" y="21283"/>
                </a:lnTo>
                <a:lnTo>
                  <a:pt x="12695" y="21020"/>
                </a:lnTo>
                <a:lnTo>
                  <a:pt x="13088" y="20808"/>
                </a:lnTo>
                <a:lnTo>
                  <a:pt x="13530" y="20597"/>
                </a:lnTo>
                <a:lnTo>
                  <a:pt x="13925" y="20385"/>
                </a:lnTo>
                <a:lnTo>
                  <a:pt x="14318" y="20121"/>
                </a:lnTo>
                <a:lnTo>
                  <a:pt x="14958" y="19488"/>
                </a:lnTo>
                <a:lnTo>
                  <a:pt x="15597" y="18801"/>
                </a:lnTo>
                <a:lnTo>
                  <a:pt x="16139" y="18009"/>
                </a:lnTo>
                <a:lnTo>
                  <a:pt x="16630" y="17216"/>
                </a:lnTo>
                <a:lnTo>
                  <a:pt x="17073" y="16372"/>
                </a:lnTo>
                <a:lnTo>
                  <a:pt x="17418" y="15474"/>
                </a:lnTo>
                <a:lnTo>
                  <a:pt x="17762" y="14629"/>
                </a:lnTo>
                <a:lnTo>
                  <a:pt x="18008" y="13625"/>
                </a:lnTo>
                <a:lnTo>
                  <a:pt x="18107" y="13097"/>
                </a:lnTo>
                <a:lnTo>
                  <a:pt x="18205" y="12569"/>
                </a:lnTo>
                <a:lnTo>
                  <a:pt x="18205" y="11038"/>
                </a:lnTo>
                <a:lnTo>
                  <a:pt x="18107" y="10510"/>
                </a:lnTo>
                <a:lnTo>
                  <a:pt x="18008" y="10035"/>
                </a:lnTo>
                <a:lnTo>
                  <a:pt x="17910" y="9560"/>
                </a:lnTo>
                <a:lnTo>
                  <a:pt x="17713" y="9136"/>
                </a:lnTo>
                <a:lnTo>
                  <a:pt x="17517" y="8715"/>
                </a:lnTo>
                <a:lnTo>
                  <a:pt x="17025" y="7869"/>
                </a:lnTo>
                <a:lnTo>
                  <a:pt x="16483" y="7078"/>
                </a:lnTo>
                <a:lnTo>
                  <a:pt x="15892" y="6443"/>
                </a:lnTo>
                <a:lnTo>
                  <a:pt x="15253" y="5809"/>
                </a:lnTo>
                <a:lnTo>
                  <a:pt x="14613" y="5281"/>
                </a:lnTo>
                <a:lnTo>
                  <a:pt x="13875" y="4806"/>
                </a:lnTo>
                <a:lnTo>
                  <a:pt x="13137" y="4384"/>
                </a:lnTo>
                <a:lnTo>
                  <a:pt x="12350" y="4014"/>
                </a:lnTo>
                <a:lnTo>
                  <a:pt x="11513" y="3750"/>
                </a:lnTo>
                <a:lnTo>
                  <a:pt x="10727" y="3539"/>
                </a:lnTo>
                <a:lnTo>
                  <a:pt x="9988" y="3434"/>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552" name="Google Shape;200;p3"/>
          <p:cNvSpPr/>
          <p:nvPr/>
        </p:nvSpPr>
        <p:spPr>
          <a:xfrm>
            <a:off x="8743001" y="4166677"/>
            <a:ext cx="495254" cy="34023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071" y="4030"/>
                </a:moveTo>
                <a:lnTo>
                  <a:pt x="12025" y="4095"/>
                </a:lnTo>
                <a:lnTo>
                  <a:pt x="11934" y="4162"/>
                </a:lnTo>
                <a:lnTo>
                  <a:pt x="11889" y="4426"/>
                </a:lnTo>
                <a:lnTo>
                  <a:pt x="11934" y="4624"/>
                </a:lnTo>
                <a:lnTo>
                  <a:pt x="12025" y="4691"/>
                </a:lnTo>
                <a:lnTo>
                  <a:pt x="12071" y="4756"/>
                </a:lnTo>
                <a:lnTo>
                  <a:pt x="12297" y="4756"/>
                </a:lnTo>
                <a:lnTo>
                  <a:pt x="12343" y="4691"/>
                </a:lnTo>
                <a:lnTo>
                  <a:pt x="12433" y="4558"/>
                </a:lnTo>
                <a:lnTo>
                  <a:pt x="12433" y="4228"/>
                </a:lnTo>
                <a:lnTo>
                  <a:pt x="12343" y="4095"/>
                </a:lnTo>
                <a:lnTo>
                  <a:pt x="12297" y="4030"/>
                </a:lnTo>
                <a:close/>
                <a:moveTo>
                  <a:pt x="12116" y="5746"/>
                </a:moveTo>
                <a:lnTo>
                  <a:pt x="12025" y="5879"/>
                </a:lnTo>
                <a:lnTo>
                  <a:pt x="11979" y="5944"/>
                </a:lnTo>
                <a:lnTo>
                  <a:pt x="11979" y="6276"/>
                </a:lnTo>
                <a:lnTo>
                  <a:pt x="12071" y="6342"/>
                </a:lnTo>
                <a:lnTo>
                  <a:pt x="12116" y="6407"/>
                </a:lnTo>
                <a:lnTo>
                  <a:pt x="12297" y="6407"/>
                </a:lnTo>
                <a:lnTo>
                  <a:pt x="12343" y="6342"/>
                </a:lnTo>
                <a:lnTo>
                  <a:pt x="12388" y="6276"/>
                </a:lnTo>
                <a:lnTo>
                  <a:pt x="12433" y="6078"/>
                </a:lnTo>
                <a:lnTo>
                  <a:pt x="12388" y="5944"/>
                </a:lnTo>
                <a:lnTo>
                  <a:pt x="12343" y="5813"/>
                </a:lnTo>
                <a:lnTo>
                  <a:pt x="12297" y="5746"/>
                </a:lnTo>
                <a:close/>
                <a:moveTo>
                  <a:pt x="14249" y="5483"/>
                </a:moveTo>
                <a:lnTo>
                  <a:pt x="14113" y="5548"/>
                </a:lnTo>
                <a:lnTo>
                  <a:pt x="14021" y="5615"/>
                </a:lnTo>
                <a:lnTo>
                  <a:pt x="13976" y="5746"/>
                </a:lnTo>
                <a:lnTo>
                  <a:pt x="13931" y="5879"/>
                </a:lnTo>
                <a:lnTo>
                  <a:pt x="13931" y="6144"/>
                </a:lnTo>
                <a:lnTo>
                  <a:pt x="13976" y="6276"/>
                </a:lnTo>
                <a:lnTo>
                  <a:pt x="14067" y="6342"/>
                </a:lnTo>
                <a:lnTo>
                  <a:pt x="14158" y="6474"/>
                </a:lnTo>
                <a:lnTo>
                  <a:pt x="14339" y="6474"/>
                </a:lnTo>
                <a:lnTo>
                  <a:pt x="14430" y="6342"/>
                </a:lnTo>
                <a:lnTo>
                  <a:pt x="14475" y="6276"/>
                </a:lnTo>
                <a:lnTo>
                  <a:pt x="14521" y="6144"/>
                </a:lnTo>
                <a:lnTo>
                  <a:pt x="14475" y="5879"/>
                </a:lnTo>
                <a:lnTo>
                  <a:pt x="14475" y="5681"/>
                </a:lnTo>
                <a:lnTo>
                  <a:pt x="14385" y="5548"/>
                </a:lnTo>
                <a:lnTo>
                  <a:pt x="14249" y="5483"/>
                </a:lnTo>
                <a:close/>
                <a:moveTo>
                  <a:pt x="19241" y="2775"/>
                </a:moveTo>
                <a:lnTo>
                  <a:pt x="19059" y="3369"/>
                </a:lnTo>
                <a:lnTo>
                  <a:pt x="18787" y="3897"/>
                </a:lnTo>
                <a:lnTo>
                  <a:pt x="18515" y="4426"/>
                </a:lnTo>
                <a:lnTo>
                  <a:pt x="18197" y="4889"/>
                </a:lnTo>
                <a:lnTo>
                  <a:pt x="17833" y="5285"/>
                </a:lnTo>
                <a:lnTo>
                  <a:pt x="17471" y="5681"/>
                </a:lnTo>
                <a:lnTo>
                  <a:pt x="16744" y="6474"/>
                </a:lnTo>
                <a:lnTo>
                  <a:pt x="16426" y="5879"/>
                </a:lnTo>
                <a:lnTo>
                  <a:pt x="16064" y="5350"/>
                </a:lnTo>
                <a:lnTo>
                  <a:pt x="16200" y="5285"/>
                </a:lnTo>
                <a:lnTo>
                  <a:pt x="16926" y="4558"/>
                </a:lnTo>
                <a:lnTo>
                  <a:pt x="17697" y="3897"/>
                </a:lnTo>
                <a:lnTo>
                  <a:pt x="18469" y="3303"/>
                </a:lnTo>
                <a:lnTo>
                  <a:pt x="19241" y="2775"/>
                </a:lnTo>
                <a:close/>
                <a:moveTo>
                  <a:pt x="11026" y="5813"/>
                </a:moveTo>
                <a:lnTo>
                  <a:pt x="10936" y="5944"/>
                </a:lnTo>
                <a:lnTo>
                  <a:pt x="10890" y="6078"/>
                </a:lnTo>
                <a:lnTo>
                  <a:pt x="10890" y="6407"/>
                </a:lnTo>
                <a:lnTo>
                  <a:pt x="10981" y="6540"/>
                </a:lnTo>
                <a:lnTo>
                  <a:pt x="11072" y="6605"/>
                </a:lnTo>
                <a:lnTo>
                  <a:pt x="11254" y="6605"/>
                </a:lnTo>
                <a:lnTo>
                  <a:pt x="11299" y="6540"/>
                </a:lnTo>
                <a:lnTo>
                  <a:pt x="11390" y="6407"/>
                </a:lnTo>
                <a:lnTo>
                  <a:pt x="11390" y="6078"/>
                </a:lnTo>
                <a:lnTo>
                  <a:pt x="11344" y="6011"/>
                </a:lnTo>
                <a:lnTo>
                  <a:pt x="11299" y="5879"/>
                </a:lnTo>
                <a:lnTo>
                  <a:pt x="11208" y="5813"/>
                </a:lnTo>
                <a:close/>
                <a:moveTo>
                  <a:pt x="20193" y="1983"/>
                </a:moveTo>
                <a:lnTo>
                  <a:pt x="19966" y="2775"/>
                </a:lnTo>
                <a:lnTo>
                  <a:pt x="19649" y="3501"/>
                </a:lnTo>
                <a:lnTo>
                  <a:pt x="19285" y="4228"/>
                </a:lnTo>
                <a:lnTo>
                  <a:pt x="18923" y="4954"/>
                </a:lnTo>
                <a:lnTo>
                  <a:pt x="18515" y="5548"/>
                </a:lnTo>
                <a:lnTo>
                  <a:pt x="18061" y="6144"/>
                </a:lnTo>
                <a:lnTo>
                  <a:pt x="17107" y="7333"/>
                </a:lnTo>
                <a:lnTo>
                  <a:pt x="17016" y="7068"/>
                </a:lnTo>
                <a:lnTo>
                  <a:pt x="17289" y="6803"/>
                </a:lnTo>
                <a:lnTo>
                  <a:pt x="17743" y="6407"/>
                </a:lnTo>
                <a:lnTo>
                  <a:pt x="18151" y="5944"/>
                </a:lnTo>
                <a:lnTo>
                  <a:pt x="18559" y="5417"/>
                </a:lnTo>
                <a:lnTo>
                  <a:pt x="18923" y="4889"/>
                </a:lnTo>
                <a:lnTo>
                  <a:pt x="19241" y="4293"/>
                </a:lnTo>
                <a:lnTo>
                  <a:pt x="19513" y="3634"/>
                </a:lnTo>
                <a:lnTo>
                  <a:pt x="19739" y="2973"/>
                </a:lnTo>
                <a:lnTo>
                  <a:pt x="19921" y="2181"/>
                </a:lnTo>
                <a:lnTo>
                  <a:pt x="19921" y="2047"/>
                </a:lnTo>
                <a:lnTo>
                  <a:pt x="20193" y="1983"/>
                </a:lnTo>
                <a:close/>
                <a:moveTo>
                  <a:pt x="13023" y="7135"/>
                </a:moveTo>
                <a:lnTo>
                  <a:pt x="12933" y="7199"/>
                </a:lnTo>
                <a:lnTo>
                  <a:pt x="12841" y="7333"/>
                </a:lnTo>
                <a:lnTo>
                  <a:pt x="12841" y="7397"/>
                </a:lnTo>
                <a:lnTo>
                  <a:pt x="12797" y="7597"/>
                </a:lnTo>
                <a:lnTo>
                  <a:pt x="12841" y="7795"/>
                </a:lnTo>
                <a:lnTo>
                  <a:pt x="12933" y="7927"/>
                </a:lnTo>
                <a:lnTo>
                  <a:pt x="12977" y="7994"/>
                </a:lnTo>
                <a:lnTo>
                  <a:pt x="13159" y="7994"/>
                </a:lnTo>
                <a:lnTo>
                  <a:pt x="13295" y="7860"/>
                </a:lnTo>
                <a:lnTo>
                  <a:pt x="13341" y="7729"/>
                </a:lnTo>
                <a:lnTo>
                  <a:pt x="13387" y="7597"/>
                </a:lnTo>
                <a:lnTo>
                  <a:pt x="13341" y="7397"/>
                </a:lnTo>
                <a:lnTo>
                  <a:pt x="13295" y="7333"/>
                </a:lnTo>
                <a:lnTo>
                  <a:pt x="13251" y="7199"/>
                </a:lnTo>
                <a:lnTo>
                  <a:pt x="13205" y="7135"/>
                </a:lnTo>
                <a:close/>
                <a:moveTo>
                  <a:pt x="20329" y="859"/>
                </a:moveTo>
                <a:lnTo>
                  <a:pt x="20556" y="926"/>
                </a:lnTo>
                <a:lnTo>
                  <a:pt x="20738" y="1057"/>
                </a:lnTo>
                <a:lnTo>
                  <a:pt x="20828" y="1322"/>
                </a:lnTo>
                <a:lnTo>
                  <a:pt x="20920" y="1585"/>
                </a:lnTo>
                <a:lnTo>
                  <a:pt x="20964" y="1916"/>
                </a:lnTo>
                <a:lnTo>
                  <a:pt x="20964" y="2246"/>
                </a:lnTo>
                <a:lnTo>
                  <a:pt x="20920" y="2775"/>
                </a:lnTo>
                <a:lnTo>
                  <a:pt x="20738" y="3369"/>
                </a:lnTo>
                <a:lnTo>
                  <a:pt x="20466" y="3832"/>
                </a:lnTo>
                <a:lnTo>
                  <a:pt x="19921" y="4756"/>
                </a:lnTo>
                <a:lnTo>
                  <a:pt x="18651" y="6605"/>
                </a:lnTo>
                <a:lnTo>
                  <a:pt x="17425" y="8192"/>
                </a:lnTo>
                <a:lnTo>
                  <a:pt x="17334" y="7927"/>
                </a:lnTo>
                <a:lnTo>
                  <a:pt x="17471" y="7795"/>
                </a:lnTo>
                <a:lnTo>
                  <a:pt x="18515" y="6540"/>
                </a:lnTo>
                <a:lnTo>
                  <a:pt x="19013" y="5813"/>
                </a:lnTo>
                <a:lnTo>
                  <a:pt x="19467" y="5087"/>
                </a:lnTo>
                <a:lnTo>
                  <a:pt x="19875" y="4293"/>
                </a:lnTo>
                <a:lnTo>
                  <a:pt x="20239" y="3436"/>
                </a:lnTo>
                <a:lnTo>
                  <a:pt x="20556" y="2577"/>
                </a:lnTo>
                <a:lnTo>
                  <a:pt x="20738" y="1585"/>
                </a:lnTo>
                <a:lnTo>
                  <a:pt x="20738" y="1387"/>
                </a:lnTo>
                <a:lnTo>
                  <a:pt x="20692" y="1255"/>
                </a:lnTo>
                <a:lnTo>
                  <a:pt x="20602" y="1188"/>
                </a:lnTo>
                <a:lnTo>
                  <a:pt x="20466" y="1188"/>
                </a:lnTo>
                <a:lnTo>
                  <a:pt x="19694" y="1387"/>
                </a:lnTo>
                <a:lnTo>
                  <a:pt x="18967" y="1718"/>
                </a:lnTo>
                <a:lnTo>
                  <a:pt x="19285" y="1453"/>
                </a:lnTo>
                <a:lnTo>
                  <a:pt x="19649" y="1188"/>
                </a:lnTo>
                <a:lnTo>
                  <a:pt x="20012" y="990"/>
                </a:lnTo>
                <a:lnTo>
                  <a:pt x="20329" y="859"/>
                </a:lnTo>
                <a:close/>
                <a:moveTo>
                  <a:pt x="11571" y="7531"/>
                </a:moveTo>
                <a:lnTo>
                  <a:pt x="11390" y="7662"/>
                </a:lnTo>
                <a:lnTo>
                  <a:pt x="11299" y="7860"/>
                </a:lnTo>
                <a:lnTo>
                  <a:pt x="11299" y="7994"/>
                </a:lnTo>
                <a:lnTo>
                  <a:pt x="11344" y="8125"/>
                </a:lnTo>
                <a:lnTo>
                  <a:pt x="11390" y="8256"/>
                </a:lnTo>
                <a:lnTo>
                  <a:pt x="11480" y="8323"/>
                </a:lnTo>
                <a:lnTo>
                  <a:pt x="11662" y="8323"/>
                </a:lnTo>
                <a:lnTo>
                  <a:pt x="11798" y="8256"/>
                </a:lnTo>
                <a:lnTo>
                  <a:pt x="11889" y="8058"/>
                </a:lnTo>
                <a:lnTo>
                  <a:pt x="11934" y="7927"/>
                </a:lnTo>
                <a:lnTo>
                  <a:pt x="11934" y="7729"/>
                </a:lnTo>
                <a:lnTo>
                  <a:pt x="11889" y="7662"/>
                </a:lnTo>
                <a:lnTo>
                  <a:pt x="11798" y="7531"/>
                </a:lnTo>
                <a:close/>
                <a:moveTo>
                  <a:pt x="16382" y="11824"/>
                </a:moveTo>
                <a:lnTo>
                  <a:pt x="16290" y="11955"/>
                </a:lnTo>
                <a:lnTo>
                  <a:pt x="16246" y="12088"/>
                </a:lnTo>
                <a:lnTo>
                  <a:pt x="16246" y="12485"/>
                </a:lnTo>
                <a:lnTo>
                  <a:pt x="16336" y="12551"/>
                </a:lnTo>
                <a:lnTo>
                  <a:pt x="16472" y="12616"/>
                </a:lnTo>
                <a:lnTo>
                  <a:pt x="16654" y="12551"/>
                </a:lnTo>
                <a:lnTo>
                  <a:pt x="16744" y="12485"/>
                </a:lnTo>
                <a:lnTo>
                  <a:pt x="16744" y="12353"/>
                </a:lnTo>
                <a:lnTo>
                  <a:pt x="16790" y="12155"/>
                </a:lnTo>
                <a:lnTo>
                  <a:pt x="16744" y="12022"/>
                </a:lnTo>
                <a:lnTo>
                  <a:pt x="16654" y="11890"/>
                </a:lnTo>
                <a:lnTo>
                  <a:pt x="16472" y="11824"/>
                </a:lnTo>
                <a:close/>
                <a:moveTo>
                  <a:pt x="15111" y="13145"/>
                </a:moveTo>
                <a:lnTo>
                  <a:pt x="14974" y="13210"/>
                </a:lnTo>
                <a:lnTo>
                  <a:pt x="14884" y="13344"/>
                </a:lnTo>
                <a:lnTo>
                  <a:pt x="14838" y="13542"/>
                </a:lnTo>
                <a:lnTo>
                  <a:pt x="14838" y="13740"/>
                </a:lnTo>
                <a:lnTo>
                  <a:pt x="14884" y="13871"/>
                </a:lnTo>
                <a:lnTo>
                  <a:pt x="14974" y="14004"/>
                </a:lnTo>
                <a:lnTo>
                  <a:pt x="15111" y="14004"/>
                </a:lnTo>
                <a:lnTo>
                  <a:pt x="15202" y="13938"/>
                </a:lnTo>
                <a:lnTo>
                  <a:pt x="15292" y="13871"/>
                </a:lnTo>
                <a:lnTo>
                  <a:pt x="15384" y="13740"/>
                </a:lnTo>
                <a:lnTo>
                  <a:pt x="15384" y="13344"/>
                </a:lnTo>
                <a:lnTo>
                  <a:pt x="15247" y="13210"/>
                </a:lnTo>
                <a:lnTo>
                  <a:pt x="15111" y="13145"/>
                </a:lnTo>
                <a:close/>
                <a:moveTo>
                  <a:pt x="15746" y="14465"/>
                </a:moveTo>
                <a:lnTo>
                  <a:pt x="15656" y="14599"/>
                </a:lnTo>
                <a:lnTo>
                  <a:pt x="15656" y="14664"/>
                </a:lnTo>
                <a:lnTo>
                  <a:pt x="15610" y="14862"/>
                </a:lnTo>
                <a:lnTo>
                  <a:pt x="15610" y="15126"/>
                </a:lnTo>
                <a:lnTo>
                  <a:pt x="15656" y="15193"/>
                </a:lnTo>
                <a:lnTo>
                  <a:pt x="15700" y="15260"/>
                </a:lnTo>
                <a:lnTo>
                  <a:pt x="15746" y="15260"/>
                </a:lnTo>
                <a:lnTo>
                  <a:pt x="15836" y="15324"/>
                </a:lnTo>
                <a:lnTo>
                  <a:pt x="15972" y="15260"/>
                </a:lnTo>
                <a:lnTo>
                  <a:pt x="16064" y="15193"/>
                </a:lnTo>
                <a:lnTo>
                  <a:pt x="16108" y="15126"/>
                </a:lnTo>
                <a:lnTo>
                  <a:pt x="16108" y="14730"/>
                </a:lnTo>
                <a:lnTo>
                  <a:pt x="16018" y="14599"/>
                </a:lnTo>
                <a:lnTo>
                  <a:pt x="15972" y="14465"/>
                </a:lnTo>
                <a:close/>
                <a:moveTo>
                  <a:pt x="12433" y="3832"/>
                </a:moveTo>
                <a:lnTo>
                  <a:pt x="12933" y="3897"/>
                </a:lnTo>
                <a:lnTo>
                  <a:pt x="13431" y="4030"/>
                </a:lnTo>
                <a:lnTo>
                  <a:pt x="13931" y="4228"/>
                </a:lnTo>
                <a:lnTo>
                  <a:pt x="13885" y="4426"/>
                </a:lnTo>
                <a:lnTo>
                  <a:pt x="13931" y="4624"/>
                </a:lnTo>
                <a:lnTo>
                  <a:pt x="14021" y="4756"/>
                </a:lnTo>
                <a:lnTo>
                  <a:pt x="14158" y="4889"/>
                </a:lnTo>
                <a:lnTo>
                  <a:pt x="14385" y="4889"/>
                </a:lnTo>
                <a:lnTo>
                  <a:pt x="14566" y="5020"/>
                </a:lnTo>
                <a:lnTo>
                  <a:pt x="14974" y="5285"/>
                </a:lnTo>
                <a:lnTo>
                  <a:pt x="15066" y="5350"/>
                </a:lnTo>
                <a:lnTo>
                  <a:pt x="15156" y="5417"/>
                </a:lnTo>
                <a:lnTo>
                  <a:pt x="15428" y="5746"/>
                </a:lnTo>
                <a:lnTo>
                  <a:pt x="15700" y="6144"/>
                </a:lnTo>
                <a:lnTo>
                  <a:pt x="16200" y="6936"/>
                </a:lnTo>
                <a:lnTo>
                  <a:pt x="14203" y="8719"/>
                </a:lnTo>
                <a:lnTo>
                  <a:pt x="12207" y="10437"/>
                </a:lnTo>
                <a:lnTo>
                  <a:pt x="7533" y="14532"/>
                </a:lnTo>
                <a:lnTo>
                  <a:pt x="6443" y="15522"/>
                </a:lnTo>
                <a:lnTo>
                  <a:pt x="6625" y="14995"/>
                </a:lnTo>
                <a:lnTo>
                  <a:pt x="6987" y="14334"/>
                </a:lnTo>
                <a:lnTo>
                  <a:pt x="7351" y="13608"/>
                </a:lnTo>
                <a:lnTo>
                  <a:pt x="7305" y="13475"/>
                </a:lnTo>
                <a:lnTo>
                  <a:pt x="7261" y="13475"/>
                </a:lnTo>
                <a:lnTo>
                  <a:pt x="7033" y="13673"/>
                </a:lnTo>
                <a:lnTo>
                  <a:pt x="6851" y="13938"/>
                </a:lnTo>
                <a:lnTo>
                  <a:pt x="6443" y="14532"/>
                </a:lnTo>
                <a:lnTo>
                  <a:pt x="6171" y="15193"/>
                </a:lnTo>
                <a:lnTo>
                  <a:pt x="5899" y="15919"/>
                </a:lnTo>
                <a:lnTo>
                  <a:pt x="5853" y="15985"/>
                </a:lnTo>
                <a:lnTo>
                  <a:pt x="5717" y="15458"/>
                </a:lnTo>
                <a:lnTo>
                  <a:pt x="6080" y="14599"/>
                </a:lnTo>
                <a:lnTo>
                  <a:pt x="6534" y="13740"/>
                </a:lnTo>
                <a:lnTo>
                  <a:pt x="6987" y="12947"/>
                </a:lnTo>
                <a:lnTo>
                  <a:pt x="7441" y="12220"/>
                </a:lnTo>
                <a:lnTo>
                  <a:pt x="7441" y="12088"/>
                </a:lnTo>
                <a:lnTo>
                  <a:pt x="7351" y="12088"/>
                </a:lnTo>
                <a:lnTo>
                  <a:pt x="6851" y="12683"/>
                </a:lnTo>
                <a:lnTo>
                  <a:pt x="6398" y="13344"/>
                </a:lnTo>
                <a:lnTo>
                  <a:pt x="5989" y="14004"/>
                </a:lnTo>
                <a:lnTo>
                  <a:pt x="5581" y="14730"/>
                </a:lnTo>
                <a:lnTo>
                  <a:pt x="5536" y="14267"/>
                </a:lnTo>
                <a:lnTo>
                  <a:pt x="5490" y="13806"/>
                </a:lnTo>
                <a:lnTo>
                  <a:pt x="5762" y="13210"/>
                </a:lnTo>
                <a:lnTo>
                  <a:pt x="6035" y="12749"/>
                </a:lnTo>
                <a:lnTo>
                  <a:pt x="7033" y="10833"/>
                </a:lnTo>
                <a:lnTo>
                  <a:pt x="7079" y="10702"/>
                </a:lnTo>
                <a:lnTo>
                  <a:pt x="7033" y="10635"/>
                </a:lnTo>
                <a:lnTo>
                  <a:pt x="6897" y="10635"/>
                </a:lnTo>
                <a:lnTo>
                  <a:pt x="6534" y="11163"/>
                </a:lnTo>
                <a:lnTo>
                  <a:pt x="6126" y="11757"/>
                </a:lnTo>
                <a:lnTo>
                  <a:pt x="5445" y="12881"/>
                </a:lnTo>
                <a:lnTo>
                  <a:pt x="5445" y="11757"/>
                </a:lnTo>
                <a:lnTo>
                  <a:pt x="5717" y="11163"/>
                </a:lnTo>
                <a:lnTo>
                  <a:pt x="6126" y="10371"/>
                </a:lnTo>
                <a:lnTo>
                  <a:pt x="6353" y="9908"/>
                </a:lnTo>
                <a:lnTo>
                  <a:pt x="6489" y="9710"/>
                </a:lnTo>
                <a:lnTo>
                  <a:pt x="6671" y="9578"/>
                </a:lnTo>
                <a:lnTo>
                  <a:pt x="6715" y="9578"/>
                </a:lnTo>
                <a:lnTo>
                  <a:pt x="6715" y="9512"/>
                </a:lnTo>
                <a:lnTo>
                  <a:pt x="6671" y="9447"/>
                </a:lnTo>
                <a:lnTo>
                  <a:pt x="6671" y="9380"/>
                </a:lnTo>
                <a:lnTo>
                  <a:pt x="6398" y="9380"/>
                </a:lnTo>
                <a:lnTo>
                  <a:pt x="6262" y="9512"/>
                </a:lnTo>
                <a:lnTo>
                  <a:pt x="6126" y="9645"/>
                </a:lnTo>
                <a:lnTo>
                  <a:pt x="5899" y="9974"/>
                </a:lnTo>
                <a:lnTo>
                  <a:pt x="5717" y="10304"/>
                </a:lnTo>
                <a:lnTo>
                  <a:pt x="5536" y="10569"/>
                </a:lnTo>
                <a:lnTo>
                  <a:pt x="5672" y="9843"/>
                </a:lnTo>
                <a:lnTo>
                  <a:pt x="5853" y="9115"/>
                </a:lnTo>
                <a:lnTo>
                  <a:pt x="6035" y="8719"/>
                </a:lnTo>
                <a:lnTo>
                  <a:pt x="6216" y="8323"/>
                </a:lnTo>
                <a:lnTo>
                  <a:pt x="6443" y="7927"/>
                </a:lnTo>
                <a:lnTo>
                  <a:pt x="6671" y="7597"/>
                </a:lnTo>
                <a:lnTo>
                  <a:pt x="7169" y="6936"/>
                </a:lnTo>
                <a:lnTo>
                  <a:pt x="7713" y="6342"/>
                </a:lnTo>
                <a:lnTo>
                  <a:pt x="8259" y="5813"/>
                </a:lnTo>
                <a:lnTo>
                  <a:pt x="8803" y="5285"/>
                </a:lnTo>
                <a:lnTo>
                  <a:pt x="9393" y="4889"/>
                </a:lnTo>
                <a:lnTo>
                  <a:pt x="9982" y="4491"/>
                </a:lnTo>
                <a:lnTo>
                  <a:pt x="10482" y="4228"/>
                </a:lnTo>
                <a:lnTo>
                  <a:pt x="10936" y="4030"/>
                </a:lnTo>
                <a:lnTo>
                  <a:pt x="11435" y="3897"/>
                </a:lnTo>
                <a:lnTo>
                  <a:pt x="11934" y="3832"/>
                </a:lnTo>
                <a:close/>
                <a:moveTo>
                  <a:pt x="16472" y="7597"/>
                </a:moveTo>
                <a:lnTo>
                  <a:pt x="16608" y="7860"/>
                </a:lnTo>
                <a:lnTo>
                  <a:pt x="15564" y="9051"/>
                </a:lnTo>
                <a:lnTo>
                  <a:pt x="14475" y="10172"/>
                </a:lnTo>
                <a:lnTo>
                  <a:pt x="13341" y="11296"/>
                </a:lnTo>
                <a:lnTo>
                  <a:pt x="12207" y="12353"/>
                </a:lnTo>
                <a:lnTo>
                  <a:pt x="10981" y="13408"/>
                </a:lnTo>
                <a:lnTo>
                  <a:pt x="9756" y="14465"/>
                </a:lnTo>
                <a:lnTo>
                  <a:pt x="8485" y="15458"/>
                </a:lnTo>
                <a:lnTo>
                  <a:pt x="7169" y="16381"/>
                </a:lnTo>
                <a:lnTo>
                  <a:pt x="6171" y="17042"/>
                </a:lnTo>
                <a:lnTo>
                  <a:pt x="6080" y="16778"/>
                </a:lnTo>
                <a:lnTo>
                  <a:pt x="6126" y="16580"/>
                </a:lnTo>
                <a:lnTo>
                  <a:pt x="7487" y="15458"/>
                </a:lnTo>
                <a:lnTo>
                  <a:pt x="12615" y="10965"/>
                </a:lnTo>
                <a:lnTo>
                  <a:pt x="14566" y="9249"/>
                </a:lnTo>
                <a:lnTo>
                  <a:pt x="16472" y="7597"/>
                </a:lnTo>
                <a:close/>
                <a:moveTo>
                  <a:pt x="4900" y="14334"/>
                </a:moveTo>
                <a:lnTo>
                  <a:pt x="4946" y="14532"/>
                </a:lnTo>
                <a:lnTo>
                  <a:pt x="4946" y="14599"/>
                </a:lnTo>
                <a:lnTo>
                  <a:pt x="5128" y="15656"/>
                </a:lnTo>
                <a:lnTo>
                  <a:pt x="4900" y="16250"/>
                </a:lnTo>
                <a:lnTo>
                  <a:pt x="4854" y="16381"/>
                </a:lnTo>
                <a:lnTo>
                  <a:pt x="4854" y="16448"/>
                </a:lnTo>
                <a:lnTo>
                  <a:pt x="4946" y="16646"/>
                </a:lnTo>
                <a:lnTo>
                  <a:pt x="4129" y="17109"/>
                </a:lnTo>
                <a:lnTo>
                  <a:pt x="3720" y="17307"/>
                </a:lnTo>
                <a:lnTo>
                  <a:pt x="3267" y="17438"/>
                </a:lnTo>
                <a:lnTo>
                  <a:pt x="3584" y="16515"/>
                </a:lnTo>
                <a:lnTo>
                  <a:pt x="3993" y="15656"/>
                </a:lnTo>
                <a:lnTo>
                  <a:pt x="4402" y="14995"/>
                </a:lnTo>
                <a:lnTo>
                  <a:pt x="4900" y="14334"/>
                </a:lnTo>
                <a:close/>
                <a:moveTo>
                  <a:pt x="16835" y="8521"/>
                </a:moveTo>
                <a:lnTo>
                  <a:pt x="16926" y="8851"/>
                </a:lnTo>
                <a:lnTo>
                  <a:pt x="16064" y="9908"/>
                </a:lnTo>
                <a:lnTo>
                  <a:pt x="14974" y="11163"/>
                </a:lnTo>
                <a:lnTo>
                  <a:pt x="13885" y="12287"/>
                </a:lnTo>
                <a:lnTo>
                  <a:pt x="12751" y="13408"/>
                </a:lnTo>
                <a:lnTo>
                  <a:pt x="11571" y="14465"/>
                </a:lnTo>
                <a:lnTo>
                  <a:pt x="10392" y="15458"/>
                </a:lnTo>
                <a:lnTo>
                  <a:pt x="9212" y="16381"/>
                </a:lnTo>
                <a:lnTo>
                  <a:pt x="7986" y="17240"/>
                </a:lnTo>
                <a:lnTo>
                  <a:pt x="6715" y="18033"/>
                </a:lnTo>
                <a:lnTo>
                  <a:pt x="6489" y="17637"/>
                </a:lnTo>
                <a:lnTo>
                  <a:pt x="6761" y="17438"/>
                </a:lnTo>
                <a:lnTo>
                  <a:pt x="8167" y="16448"/>
                </a:lnTo>
                <a:lnTo>
                  <a:pt x="9574" y="15391"/>
                </a:lnTo>
                <a:lnTo>
                  <a:pt x="10981" y="14267"/>
                </a:lnTo>
                <a:lnTo>
                  <a:pt x="12343" y="13079"/>
                </a:lnTo>
                <a:lnTo>
                  <a:pt x="13477" y="12022"/>
                </a:lnTo>
                <a:lnTo>
                  <a:pt x="14612" y="10900"/>
                </a:lnTo>
                <a:lnTo>
                  <a:pt x="15746" y="9710"/>
                </a:lnTo>
                <a:lnTo>
                  <a:pt x="16835" y="8521"/>
                </a:lnTo>
                <a:close/>
                <a:moveTo>
                  <a:pt x="14838" y="17505"/>
                </a:moveTo>
                <a:lnTo>
                  <a:pt x="15428" y="17703"/>
                </a:lnTo>
                <a:lnTo>
                  <a:pt x="15384" y="17768"/>
                </a:lnTo>
                <a:lnTo>
                  <a:pt x="14884" y="18496"/>
                </a:lnTo>
                <a:lnTo>
                  <a:pt x="14884" y="18364"/>
                </a:lnTo>
                <a:lnTo>
                  <a:pt x="14838" y="17505"/>
                </a:lnTo>
                <a:close/>
                <a:moveTo>
                  <a:pt x="3358" y="15854"/>
                </a:moveTo>
                <a:lnTo>
                  <a:pt x="2995" y="16778"/>
                </a:lnTo>
                <a:lnTo>
                  <a:pt x="2677" y="17768"/>
                </a:lnTo>
                <a:lnTo>
                  <a:pt x="2677" y="17901"/>
                </a:lnTo>
                <a:lnTo>
                  <a:pt x="2722" y="18099"/>
                </a:lnTo>
                <a:lnTo>
                  <a:pt x="2813" y="18166"/>
                </a:lnTo>
                <a:lnTo>
                  <a:pt x="2904" y="18231"/>
                </a:lnTo>
                <a:lnTo>
                  <a:pt x="3584" y="18033"/>
                </a:lnTo>
                <a:lnTo>
                  <a:pt x="4266" y="17768"/>
                </a:lnTo>
                <a:lnTo>
                  <a:pt x="4854" y="17438"/>
                </a:lnTo>
                <a:lnTo>
                  <a:pt x="5490" y="17042"/>
                </a:lnTo>
                <a:lnTo>
                  <a:pt x="5626" y="17438"/>
                </a:lnTo>
                <a:lnTo>
                  <a:pt x="4402" y="18231"/>
                </a:lnTo>
                <a:lnTo>
                  <a:pt x="3812" y="18562"/>
                </a:lnTo>
                <a:lnTo>
                  <a:pt x="3176" y="18958"/>
                </a:lnTo>
                <a:lnTo>
                  <a:pt x="2813" y="19156"/>
                </a:lnTo>
                <a:lnTo>
                  <a:pt x="2495" y="19221"/>
                </a:lnTo>
                <a:lnTo>
                  <a:pt x="2177" y="19288"/>
                </a:lnTo>
                <a:lnTo>
                  <a:pt x="1815" y="19288"/>
                </a:lnTo>
                <a:lnTo>
                  <a:pt x="2586" y="17637"/>
                </a:lnTo>
                <a:lnTo>
                  <a:pt x="2904" y="16778"/>
                </a:lnTo>
                <a:lnTo>
                  <a:pt x="3267" y="15985"/>
                </a:lnTo>
                <a:lnTo>
                  <a:pt x="3358" y="15854"/>
                </a:lnTo>
                <a:close/>
                <a:moveTo>
                  <a:pt x="17107" y="9776"/>
                </a:moveTo>
                <a:lnTo>
                  <a:pt x="17244" y="10702"/>
                </a:lnTo>
                <a:lnTo>
                  <a:pt x="17244" y="12418"/>
                </a:lnTo>
                <a:lnTo>
                  <a:pt x="17153" y="13210"/>
                </a:lnTo>
                <a:lnTo>
                  <a:pt x="17016" y="13938"/>
                </a:lnTo>
                <a:lnTo>
                  <a:pt x="16835" y="14664"/>
                </a:lnTo>
                <a:lnTo>
                  <a:pt x="16608" y="15391"/>
                </a:lnTo>
                <a:lnTo>
                  <a:pt x="16336" y="16052"/>
                </a:lnTo>
                <a:lnTo>
                  <a:pt x="16018" y="16713"/>
                </a:lnTo>
                <a:lnTo>
                  <a:pt x="15656" y="17372"/>
                </a:lnTo>
                <a:lnTo>
                  <a:pt x="15202" y="17307"/>
                </a:lnTo>
                <a:lnTo>
                  <a:pt x="14748" y="17174"/>
                </a:lnTo>
                <a:lnTo>
                  <a:pt x="14657" y="17240"/>
                </a:lnTo>
                <a:lnTo>
                  <a:pt x="14612" y="17240"/>
                </a:lnTo>
                <a:lnTo>
                  <a:pt x="14566" y="17372"/>
                </a:lnTo>
                <a:lnTo>
                  <a:pt x="14475" y="18760"/>
                </a:lnTo>
                <a:lnTo>
                  <a:pt x="14475" y="18892"/>
                </a:lnTo>
                <a:lnTo>
                  <a:pt x="14113" y="19288"/>
                </a:lnTo>
                <a:lnTo>
                  <a:pt x="13840" y="19486"/>
                </a:lnTo>
                <a:lnTo>
                  <a:pt x="13795" y="19553"/>
                </a:lnTo>
                <a:lnTo>
                  <a:pt x="13659" y="19684"/>
                </a:lnTo>
                <a:lnTo>
                  <a:pt x="13659" y="19023"/>
                </a:lnTo>
                <a:lnTo>
                  <a:pt x="13749" y="18364"/>
                </a:lnTo>
                <a:lnTo>
                  <a:pt x="13840" y="17768"/>
                </a:lnTo>
                <a:lnTo>
                  <a:pt x="13976" y="17109"/>
                </a:lnTo>
                <a:lnTo>
                  <a:pt x="13976" y="17042"/>
                </a:lnTo>
                <a:lnTo>
                  <a:pt x="13931" y="16976"/>
                </a:lnTo>
                <a:lnTo>
                  <a:pt x="13885" y="16976"/>
                </a:lnTo>
                <a:lnTo>
                  <a:pt x="13840" y="17042"/>
                </a:lnTo>
                <a:lnTo>
                  <a:pt x="13704" y="17372"/>
                </a:lnTo>
                <a:lnTo>
                  <a:pt x="13567" y="17703"/>
                </a:lnTo>
                <a:lnTo>
                  <a:pt x="13341" y="18429"/>
                </a:lnTo>
                <a:lnTo>
                  <a:pt x="13251" y="19156"/>
                </a:lnTo>
                <a:lnTo>
                  <a:pt x="13251" y="19949"/>
                </a:lnTo>
                <a:lnTo>
                  <a:pt x="12705" y="20278"/>
                </a:lnTo>
                <a:lnTo>
                  <a:pt x="12161" y="20476"/>
                </a:lnTo>
                <a:lnTo>
                  <a:pt x="12207" y="19817"/>
                </a:lnTo>
                <a:lnTo>
                  <a:pt x="12343" y="19156"/>
                </a:lnTo>
                <a:lnTo>
                  <a:pt x="12433" y="18627"/>
                </a:lnTo>
                <a:lnTo>
                  <a:pt x="12569" y="18166"/>
                </a:lnTo>
                <a:lnTo>
                  <a:pt x="12887" y="17240"/>
                </a:lnTo>
                <a:lnTo>
                  <a:pt x="12887" y="17174"/>
                </a:lnTo>
                <a:lnTo>
                  <a:pt x="12841" y="17109"/>
                </a:lnTo>
                <a:lnTo>
                  <a:pt x="12797" y="17109"/>
                </a:lnTo>
                <a:lnTo>
                  <a:pt x="12797" y="17174"/>
                </a:lnTo>
                <a:lnTo>
                  <a:pt x="12388" y="17901"/>
                </a:lnTo>
                <a:lnTo>
                  <a:pt x="12071" y="18760"/>
                </a:lnTo>
                <a:lnTo>
                  <a:pt x="11798" y="19619"/>
                </a:lnTo>
                <a:lnTo>
                  <a:pt x="11753" y="20080"/>
                </a:lnTo>
                <a:lnTo>
                  <a:pt x="11662" y="20543"/>
                </a:lnTo>
                <a:lnTo>
                  <a:pt x="11072" y="20543"/>
                </a:lnTo>
                <a:lnTo>
                  <a:pt x="11072" y="20278"/>
                </a:lnTo>
                <a:lnTo>
                  <a:pt x="11026" y="20213"/>
                </a:lnTo>
                <a:lnTo>
                  <a:pt x="10981" y="20147"/>
                </a:lnTo>
                <a:lnTo>
                  <a:pt x="10936" y="20147"/>
                </a:lnTo>
                <a:lnTo>
                  <a:pt x="10890" y="20213"/>
                </a:lnTo>
                <a:lnTo>
                  <a:pt x="10800" y="20345"/>
                </a:lnTo>
                <a:lnTo>
                  <a:pt x="11344" y="18825"/>
                </a:lnTo>
                <a:lnTo>
                  <a:pt x="11616" y="18099"/>
                </a:lnTo>
                <a:lnTo>
                  <a:pt x="11979" y="17372"/>
                </a:lnTo>
                <a:lnTo>
                  <a:pt x="11979" y="17307"/>
                </a:lnTo>
                <a:lnTo>
                  <a:pt x="11934" y="17307"/>
                </a:lnTo>
                <a:lnTo>
                  <a:pt x="11934" y="17240"/>
                </a:lnTo>
                <a:lnTo>
                  <a:pt x="11889" y="17307"/>
                </a:lnTo>
                <a:lnTo>
                  <a:pt x="11435" y="18033"/>
                </a:lnTo>
                <a:lnTo>
                  <a:pt x="11026" y="18760"/>
                </a:lnTo>
                <a:lnTo>
                  <a:pt x="10664" y="19553"/>
                </a:lnTo>
                <a:lnTo>
                  <a:pt x="10300" y="20412"/>
                </a:lnTo>
                <a:lnTo>
                  <a:pt x="9846" y="20213"/>
                </a:lnTo>
                <a:lnTo>
                  <a:pt x="9892" y="20147"/>
                </a:lnTo>
                <a:lnTo>
                  <a:pt x="9892" y="20080"/>
                </a:lnTo>
                <a:lnTo>
                  <a:pt x="9846" y="20015"/>
                </a:lnTo>
                <a:lnTo>
                  <a:pt x="9846" y="19949"/>
                </a:lnTo>
                <a:lnTo>
                  <a:pt x="9802" y="19751"/>
                </a:lnTo>
                <a:lnTo>
                  <a:pt x="9846" y="19553"/>
                </a:lnTo>
                <a:lnTo>
                  <a:pt x="9938" y="19090"/>
                </a:lnTo>
                <a:lnTo>
                  <a:pt x="10120" y="18562"/>
                </a:lnTo>
                <a:lnTo>
                  <a:pt x="10482" y="17703"/>
                </a:lnTo>
                <a:lnTo>
                  <a:pt x="10845" y="16976"/>
                </a:lnTo>
                <a:lnTo>
                  <a:pt x="10890" y="16911"/>
                </a:lnTo>
                <a:lnTo>
                  <a:pt x="10845" y="16778"/>
                </a:lnTo>
                <a:lnTo>
                  <a:pt x="10754" y="16778"/>
                </a:lnTo>
                <a:lnTo>
                  <a:pt x="10346" y="17174"/>
                </a:lnTo>
                <a:lnTo>
                  <a:pt x="10028" y="17703"/>
                </a:lnTo>
                <a:lnTo>
                  <a:pt x="9756" y="18231"/>
                </a:lnTo>
                <a:lnTo>
                  <a:pt x="9529" y="18825"/>
                </a:lnTo>
                <a:lnTo>
                  <a:pt x="9393" y="19419"/>
                </a:lnTo>
                <a:lnTo>
                  <a:pt x="9348" y="19751"/>
                </a:lnTo>
                <a:lnTo>
                  <a:pt x="9393" y="20015"/>
                </a:lnTo>
                <a:lnTo>
                  <a:pt x="8848" y="19751"/>
                </a:lnTo>
                <a:lnTo>
                  <a:pt x="8304" y="19419"/>
                </a:lnTo>
                <a:lnTo>
                  <a:pt x="8576" y="19023"/>
                </a:lnTo>
                <a:lnTo>
                  <a:pt x="8758" y="18627"/>
                </a:lnTo>
                <a:lnTo>
                  <a:pt x="8848" y="18429"/>
                </a:lnTo>
                <a:lnTo>
                  <a:pt x="8894" y="18231"/>
                </a:lnTo>
                <a:lnTo>
                  <a:pt x="8894" y="18166"/>
                </a:lnTo>
                <a:lnTo>
                  <a:pt x="8848" y="18166"/>
                </a:lnTo>
                <a:lnTo>
                  <a:pt x="8758" y="18231"/>
                </a:lnTo>
                <a:lnTo>
                  <a:pt x="8667" y="18297"/>
                </a:lnTo>
                <a:lnTo>
                  <a:pt x="8440" y="18562"/>
                </a:lnTo>
                <a:lnTo>
                  <a:pt x="8031" y="19023"/>
                </a:lnTo>
                <a:lnTo>
                  <a:pt x="7941" y="19156"/>
                </a:lnTo>
                <a:lnTo>
                  <a:pt x="7305" y="18627"/>
                </a:lnTo>
                <a:lnTo>
                  <a:pt x="8531" y="17835"/>
                </a:lnTo>
                <a:lnTo>
                  <a:pt x="9756" y="16911"/>
                </a:lnTo>
                <a:lnTo>
                  <a:pt x="10981" y="15985"/>
                </a:lnTo>
                <a:lnTo>
                  <a:pt x="12116" y="14995"/>
                </a:lnTo>
                <a:lnTo>
                  <a:pt x="13295" y="13938"/>
                </a:lnTo>
                <a:lnTo>
                  <a:pt x="14430" y="12814"/>
                </a:lnTo>
                <a:lnTo>
                  <a:pt x="15520" y="11626"/>
                </a:lnTo>
                <a:lnTo>
                  <a:pt x="16608" y="10437"/>
                </a:lnTo>
                <a:lnTo>
                  <a:pt x="17107" y="9776"/>
                </a:lnTo>
                <a:close/>
                <a:moveTo>
                  <a:pt x="2041" y="17570"/>
                </a:moveTo>
                <a:lnTo>
                  <a:pt x="1271" y="19288"/>
                </a:lnTo>
                <a:lnTo>
                  <a:pt x="1225" y="19419"/>
                </a:lnTo>
                <a:lnTo>
                  <a:pt x="1271" y="19553"/>
                </a:lnTo>
                <a:lnTo>
                  <a:pt x="1271" y="19684"/>
                </a:lnTo>
                <a:lnTo>
                  <a:pt x="1361" y="19751"/>
                </a:lnTo>
                <a:lnTo>
                  <a:pt x="1679" y="19882"/>
                </a:lnTo>
                <a:lnTo>
                  <a:pt x="2041" y="19949"/>
                </a:lnTo>
                <a:lnTo>
                  <a:pt x="2359" y="19949"/>
                </a:lnTo>
                <a:lnTo>
                  <a:pt x="2677" y="19882"/>
                </a:lnTo>
                <a:lnTo>
                  <a:pt x="3358" y="19553"/>
                </a:lnTo>
                <a:lnTo>
                  <a:pt x="3993" y="19156"/>
                </a:lnTo>
                <a:lnTo>
                  <a:pt x="5899" y="18033"/>
                </a:lnTo>
                <a:lnTo>
                  <a:pt x="6126" y="18364"/>
                </a:lnTo>
                <a:lnTo>
                  <a:pt x="5036" y="19023"/>
                </a:lnTo>
                <a:lnTo>
                  <a:pt x="3948" y="19619"/>
                </a:lnTo>
                <a:lnTo>
                  <a:pt x="2767" y="20147"/>
                </a:lnTo>
                <a:lnTo>
                  <a:pt x="1543" y="20610"/>
                </a:lnTo>
                <a:lnTo>
                  <a:pt x="1361" y="20741"/>
                </a:lnTo>
                <a:lnTo>
                  <a:pt x="1043" y="20808"/>
                </a:lnTo>
                <a:lnTo>
                  <a:pt x="771" y="20808"/>
                </a:lnTo>
                <a:lnTo>
                  <a:pt x="680" y="20741"/>
                </a:lnTo>
                <a:lnTo>
                  <a:pt x="589" y="20674"/>
                </a:lnTo>
                <a:lnTo>
                  <a:pt x="589" y="20543"/>
                </a:lnTo>
                <a:lnTo>
                  <a:pt x="635" y="20345"/>
                </a:lnTo>
                <a:lnTo>
                  <a:pt x="816" y="19817"/>
                </a:lnTo>
                <a:lnTo>
                  <a:pt x="1225" y="19090"/>
                </a:lnTo>
                <a:lnTo>
                  <a:pt x="1633" y="18297"/>
                </a:lnTo>
                <a:lnTo>
                  <a:pt x="2041" y="17570"/>
                </a:lnTo>
                <a:close/>
                <a:moveTo>
                  <a:pt x="20193" y="0"/>
                </a:moveTo>
                <a:lnTo>
                  <a:pt x="19966" y="67"/>
                </a:lnTo>
                <a:lnTo>
                  <a:pt x="19513" y="265"/>
                </a:lnTo>
                <a:lnTo>
                  <a:pt x="19149" y="594"/>
                </a:lnTo>
                <a:lnTo>
                  <a:pt x="18105" y="1453"/>
                </a:lnTo>
                <a:lnTo>
                  <a:pt x="17153" y="2444"/>
                </a:lnTo>
                <a:lnTo>
                  <a:pt x="16154" y="3436"/>
                </a:lnTo>
                <a:lnTo>
                  <a:pt x="15202" y="4426"/>
                </a:lnTo>
                <a:lnTo>
                  <a:pt x="14884" y="4162"/>
                </a:lnTo>
                <a:lnTo>
                  <a:pt x="14612" y="4030"/>
                </a:lnTo>
                <a:lnTo>
                  <a:pt x="14385" y="4030"/>
                </a:lnTo>
                <a:lnTo>
                  <a:pt x="14067" y="3765"/>
                </a:lnTo>
                <a:lnTo>
                  <a:pt x="13749" y="3567"/>
                </a:lnTo>
                <a:lnTo>
                  <a:pt x="13431" y="3436"/>
                </a:lnTo>
                <a:lnTo>
                  <a:pt x="13069" y="3303"/>
                </a:lnTo>
                <a:lnTo>
                  <a:pt x="12388" y="3171"/>
                </a:lnTo>
                <a:lnTo>
                  <a:pt x="11707" y="3171"/>
                </a:lnTo>
                <a:lnTo>
                  <a:pt x="11026" y="3303"/>
                </a:lnTo>
                <a:lnTo>
                  <a:pt x="10346" y="3567"/>
                </a:lnTo>
                <a:lnTo>
                  <a:pt x="9666" y="3897"/>
                </a:lnTo>
                <a:lnTo>
                  <a:pt x="9030" y="4293"/>
                </a:lnTo>
                <a:lnTo>
                  <a:pt x="8259" y="4889"/>
                </a:lnTo>
                <a:lnTo>
                  <a:pt x="7533" y="5548"/>
                </a:lnTo>
                <a:lnTo>
                  <a:pt x="6807" y="6342"/>
                </a:lnTo>
                <a:lnTo>
                  <a:pt x="6171" y="7135"/>
                </a:lnTo>
                <a:lnTo>
                  <a:pt x="5899" y="7597"/>
                </a:lnTo>
                <a:lnTo>
                  <a:pt x="5626" y="8058"/>
                </a:lnTo>
                <a:lnTo>
                  <a:pt x="5445" y="8588"/>
                </a:lnTo>
                <a:lnTo>
                  <a:pt x="5264" y="9115"/>
                </a:lnTo>
                <a:lnTo>
                  <a:pt x="5128" y="9645"/>
                </a:lnTo>
                <a:lnTo>
                  <a:pt x="4991" y="10239"/>
                </a:lnTo>
                <a:lnTo>
                  <a:pt x="4946" y="10833"/>
                </a:lnTo>
                <a:lnTo>
                  <a:pt x="4854" y="11428"/>
                </a:lnTo>
                <a:lnTo>
                  <a:pt x="4810" y="12551"/>
                </a:lnTo>
                <a:lnTo>
                  <a:pt x="4854" y="13740"/>
                </a:lnTo>
                <a:lnTo>
                  <a:pt x="4129" y="14334"/>
                </a:lnTo>
                <a:lnTo>
                  <a:pt x="3403" y="14928"/>
                </a:lnTo>
                <a:lnTo>
                  <a:pt x="2767" y="15589"/>
                </a:lnTo>
                <a:lnTo>
                  <a:pt x="2133" y="16381"/>
                </a:lnTo>
                <a:lnTo>
                  <a:pt x="1543" y="17240"/>
                </a:lnTo>
                <a:lnTo>
                  <a:pt x="998" y="18099"/>
                </a:lnTo>
                <a:lnTo>
                  <a:pt x="499" y="19090"/>
                </a:lnTo>
                <a:lnTo>
                  <a:pt x="272" y="19553"/>
                </a:lnTo>
                <a:lnTo>
                  <a:pt x="90" y="20080"/>
                </a:lnTo>
                <a:lnTo>
                  <a:pt x="0" y="20476"/>
                </a:lnTo>
                <a:lnTo>
                  <a:pt x="45" y="20808"/>
                </a:lnTo>
                <a:lnTo>
                  <a:pt x="136" y="21137"/>
                </a:lnTo>
                <a:lnTo>
                  <a:pt x="226" y="21270"/>
                </a:lnTo>
                <a:lnTo>
                  <a:pt x="317" y="21402"/>
                </a:lnTo>
                <a:lnTo>
                  <a:pt x="589" y="21533"/>
                </a:lnTo>
                <a:lnTo>
                  <a:pt x="861" y="21600"/>
                </a:lnTo>
                <a:lnTo>
                  <a:pt x="1134" y="21600"/>
                </a:lnTo>
                <a:lnTo>
                  <a:pt x="1451" y="21533"/>
                </a:lnTo>
                <a:lnTo>
                  <a:pt x="2269" y="21270"/>
                </a:lnTo>
                <a:lnTo>
                  <a:pt x="3085" y="20872"/>
                </a:lnTo>
                <a:lnTo>
                  <a:pt x="4718" y="20080"/>
                </a:lnTo>
                <a:lnTo>
                  <a:pt x="5672" y="19553"/>
                </a:lnTo>
                <a:lnTo>
                  <a:pt x="6625" y="19023"/>
                </a:lnTo>
                <a:lnTo>
                  <a:pt x="7125" y="19553"/>
                </a:lnTo>
                <a:lnTo>
                  <a:pt x="7669" y="19949"/>
                </a:lnTo>
                <a:lnTo>
                  <a:pt x="7713" y="20278"/>
                </a:lnTo>
                <a:lnTo>
                  <a:pt x="7759" y="20412"/>
                </a:lnTo>
                <a:lnTo>
                  <a:pt x="7849" y="20476"/>
                </a:lnTo>
                <a:lnTo>
                  <a:pt x="8031" y="20476"/>
                </a:lnTo>
                <a:lnTo>
                  <a:pt x="8167" y="20278"/>
                </a:lnTo>
                <a:lnTo>
                  <a:pt x="9166" y="20872"/>
                </a:lnTo>
                <a:lnTo>
                  <a:pt x="9666" y="21072"/>
                </a:lnTo>
                <a:lnTo>
                  <a:pt x="10164" y="21270"/>
                </a:lnTo>
                <a:lnTo>
                  <a:pt x="10256" y="21335"/>
                </a:lnTo>
                <a:lnTo>
                  <a:pt x="10346" y="21402"/>
                </a:lnTo>
                <a:lnTo>
                  <a:pt x="10482" y="21335"/>
                </a:lnTo>
                <a:lnTo>
                  <a:pt x="10572" y="21402"/>
                </a:lnTo>
                <a:lnTo>
                  <a:pt x="10981" y="21469"/>
                </a:lnTo>
                <a:lnTo>
                  <a:pt x="11843" y="21469"/>
                </a:lnTo>
                <a:lnTo>
                  <a:pt x="12252" y="21402"/>
                </a:lnTo>
                <a:lnTo>
                  <a:pt x="12661" y="21270"/>
                </a:lnTo>
                <a:lnTo>
                  <a:pt x="13069" y="21072"/>
                </a:lnTo>
                <a:lnTo>
                  <a:pt x="13477" y="20808"/>
                </a:lnTo>
                <a:lnTo>
                  <a:pt x="13885" y="20543"/>
                </a:lnTo>
                <a:lnTo>
                  <a:pt x="14294" y="20213"/>
                </a:lnTo>
                <a:lnTo>
                  <a:pt x="14702" y="19882"/>
                </a:lnTo>
                <a:lnTo>
                  <a:pt x="15066" y="19419"/>
                </a:lnTo>
                <a:lnTo>
                  <a:pt x="15428" y="19023"/>
                </a:lnTo>
                <a:lnTo>
                  <a:pt x="15792" y="18562"/>
                </a:lnTo>
                <a:lnTo>
                  <a:pt x="16108" y="18033"/>
                </a:lnTo>
                <a:lnTo>
                  <a:pt x="16426" y="17505"/>
                </a:lnTo>
                <a:lnTo>
                  <a:pt x="16699" y="16911"/>
                </a:lnTo>
                <a:lnTo>
                  <a:pt x="16971" y="16381"/>
                </a:lnTo>
                <a:lnTo>
                  <a:pt x="17198" y="15721"/>
                </a:lnTo>
                <a:lnTo>
                  <a:pt x="17380" y="15126"/>
                </a:lnTo>
                <a:lnTo>
                  <a:pt x="17561" y="14465"/>
                </a:lnTo>
                <a:lnTo>
                  <a:pt x="17697" y="13806"/>
                </a:lnTo>
                <a:lnTo>
                  <a:pt x="17788" y="13145"/>
                </a:lnTo>
                <a:lnTo>
                  <a:pt x="17879" y="12485"/>
                </a:lnTo>
                <a:lnTo>
                  <a:pt x="17925" y="11757"/>
                </a:lnTo>
                <a:lnTo>
                  <a:pt x="17925" y="11098"/>
                </a:lnTo>
                <a:lnTo>
                  <a:pt x="17879" y="10437"/>
                </a:lnTo>
                <a:lnTo>
                  <a:pt x="17788" y="9776"/>
                </a:lnTo>
                <a:lnTo>
                  <a:pt x="17652" y="9115"/>
                </a:lnTo>
                <a:lnTo>
                  <a:pt x="18695" y="7795"/>
                </a:lnTo>
                <a:lnTo>
                  <a:pt x="19694" y="6407"/>
                </a:lnTo>
                <a:lnTo>
                  <a:pt x="20329" y="5483"/>
                </a:lnTo>
                <a:lnTo>
                  <a:pt x="20647" y="4954"/>
                </a:lnTo>
                <a:lnTo>
                  <a:pt x="20964" y="4426"/>
                </a:lnTo>
                <a:lnTo>
                  <a:pt x="21238" y="3832"/>
                </a:lnTo>
                <a:lnTo>
                  <a:pt x="21464" y="3238"/>
                </a:lnTo>
                <a:lnTo>
                  <a:pt x="21600" y="2577"/>
                </a:lnTo>
                <a:lnTo>
                  <a:pt x="21600" y="1916"/>
                </a:lnTo>
                <a:lnTo>
                  <a:pt x="21510" y="1387"/>
                </a:lnTo>
                <a:lnTo>
                  <a:pt x="21374" y="926"/>
                </a:lnTo>
                <a:lnTo>
                  <a:pt x="21146" y="463"/>
                </a:lnTo>
                <a:lnTo>
                  <a:pt x="20828" y="133"/>
                </a:lnTo>
                <a:lnTo>
                  <a:pt x="20647" y="67"/>
                </a:lnTo>
                <a:lnTo>
                  <a:pt x="20420" y="0"/>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553" name="Google Shape;201;p3"/>
          <p:cNvSpPr/>
          <p:nvPr/>
        </p:nvSpPr>
        <p:spPr>
          <a:xfrm>
            <a:off x="6581516" y="4041240"/>
            <a:ext cx="372491" cy="3849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464" y="2862"/>
                </a:moveTo>
                <a:lnTo>
                  <a:pt x="4887" y="3037"/>
                </a:lnTo>
                <a:lnTo>
                  <a:pt x="5370" y="3387"/>
                </a:lnTo>
                <a:lnTo>
                  <a:pt x="5611" y="3678"/>
                </a:lnTo>
                <a:lnTo>
                  <a:pt x="5732" y="3912"/>
                </a:lnTo>
                <a:lnTo>
                  <a:pt x="5551" y="3912"/>
                </a:lnTo>
                <a:lnTo>
                  <a:pt x="5430" y="3971"/>
                </a:lnTo>
                <a:lnTo>
                  <a:pt x="5370" y="4087"/>
                </a:lnTo>
                <a:lnTo>
                  <a:pt x="5310" y="4146"/>
                </a:lnTo>
                <a:lnTo>
                  <a:pt x="5189" y="4087"/>
                </a:lnTo>
                <a:lnTo>
                  <a:pt x="4948" y="3737"/>
                </a:lnTo>
                <a:lnTo>
                  <a:pt x="4647" y="3153"/>
                </a:lnTo>
                <a:lnTo>
                  <a:pt x="4464" y="2862"/>
                </a:lnTo>
                <a:close/>
                <a:moveTo>
                  <a:pt x="3138" y="4496"/>
                </a:moveTo>
                <a:lnTo>
                  <a:pt x="2956" y="4553"/>
                </a:lnTo>
                <a:lnTo>
                  <a:pt x="2897" y="4612"/>
                </a:lnTo>
                <a:lnTo>
                  <a:pt x="2775" y="4728"/>
                </a:lnTo>
                <a:lnTo>
                  <a:pt x="2775" y="4962"/>
                </a:lnTo>
                <a:lnTo>
                  <a:pt x="2836" y="5079"/>
                </a:lnTo>
                <a:lnTo>
                  <a:pt x="2956" y="5137"/>
                </a:lnTo>
                <a:lnTo>
                  <a:pt x="3198" y="5254"/>
                </a:lnTo>
                <a:lnTo>
                  <a:pt x="3378" y="5430"/>
                </a:lnTo>
                <a:lnTo>
                  <a:pt x="3559" y="5605"/>
                </a:lnTo>
                <a:lnTo>
                  <a:pt x="3620" y="5721"/>
                </a:lnTo>
                <a:lnTo>
                  <a:pt x="3740" y="5780"/>
                </a:lnTo>
                <a:lnTo>
                  <a:pt x="3921" y="5780"/>
                </a:lnTo>
                <a:lnTo>
                  <a:pt x="4043" y="5663"/>
                </a:lnTo>
                <a:lnTo>
                  <a:pt x="4102" y="5488"/>
                </a:lnTo>
                <a:lnTo>
                  <a:pt x="4102" y="5312"/>
                </a:lnTo>
                <a:lnTo>
                  <a:pt x="3982" y="5137"/>
                </a:lnTo>
                <a:lnTo>
                  <a:pt x="3559" y="4728"/>
                </a:lnTo>
                <a:lnTo>
                  <a:pt x="3258" y="4553"/>
                </a:lnTo>
                <a:lnTo>
                  <a:pt x="3138" y="4496"/>
                </a:lnTo>
                <a:close/>
                <a:moveTo>
                  <a:pt x="1870" y="3678"/>
                </a:moveTo>
                <a:lnTo>
                  <a:pt x="2655" y="3912"/>
                </a:lnTo>
                <a:lnTo>
                  <a:pt x="3378" y="4262"/>
                </a:lnTo>
                <a:lnTo>
                  <a:pt x="3620" y="4378"/>
                </a:lnTo>
                <a:lnTo>
                  <a:pt x="4043" y="4787"/>
                </a:lnTo>
                <a:lnTo>
                  <a:pt x="4163" y="5079"/>
                </a:lnTo>
                <a:lnTo>
                  <a:pt x="4224" y="5196"/>
                </a:lnTo>
                <a:lnTo>
                  <a:pt x="4224" y="5312"/>
                </a:lnTo>
                <a:lnTo>
                  <a:pt x="4163" y="5546"/>
                </a:lnTo>
                <a:lnTo>
                  <a:pt x="3921" y="5955"/>
                </a:lnTo>
                <a:lnTo>
                  <a:pt x="3559" y="6306"/>
                </a:lnTo>
                <a:lnTo>
                  <a:pt x="3017" y="5780"/>
                </a:lnTo>
                <a:lnTo>
                  <a:pt x="2535" y="5137"/>
                </a:lnTo>
                <a:lnTo>
                  <a:pt x="2173" y="4437"/>
                </a:lnTo>
                <a:lnTo>
                  <a:pt x="1870" y="3678"/>
                </a:lnTo>
                <a:close/>
                <a:moveTo>
                  <a:pt x="14481" y="818"/>
                </a:moveTo>
                <a:lnTo>
                  <a:pt x="14300" y="4028"/>
                </a:lnTo>
                <a:lnTo>
                  <a:pt x="14239" y="5780"/>
                </a:lnTo>
                <a:lnTo>
                  <a:pt x="14239" y="7240"/>
                </a:lnTo>
                <a:lnTo>
                  <a:pt x="12428" y="6013"/>
                </a:lnTo>
                <a:lnTo>
                  <a:pt x="11585" y="5371"/>
                </a:lnTo>
                <a:lnTo>
                  <a:pt x="10739" y="4728"/>
                </a:lnTo>
                <a:lnTo>
                  <a:pt x="10920" y="4437"/>
                </a:lnTo>
                <a:lnTo>
                  <a:pt x="11042" y="4262"/>
                </a:lnTo>
                <a:lnTo>
                  <a:pt x="12428" y="2862"/>
                </a:lnTo>
                <a:lnTo>
                  <a:pt x="13636" y="1577"/>
                </a:lnTo>
                <a:lnTo>
                  <a:pt x="13998" y="1168"/>
                </a:lnTo>
                <a:lnTo>
                  <a:pt x="14481" y="818"/>
                </a:lnTo>
                <a:close/>
                <a:moveTo>
                  <a:pt x="1086" y="6597"/>
                </a:moveTo>
                <a:lnTo>
                  <a:pt x="1447" y="6715"/>
                </a:lnTo>
                <a:lnTo>
                  <a:pt x="1750" y="6772"/>
                </a:lnTo>
                <a:lnTo>
                  <a:pt x="2051" y="6890"/>
                </a:lnTo>
                <a:lnTo>
                  <a:pt x="2232" y="7065"/>
                </a:lnTo>
                <a:lnTo>
                  <a:pt x="2354" y="7297"/>
                </a:lnTo>
                <a:lnTo>
                  <a:pt x="2413" y="7415"/>
                </a:lnTo>
                <a:lnTo>
                  <a:pt x="2413" y="7647"/>
                </a:lnTo>
                <a:lnTo>
                  <a:pt x="2293" y="7706"/>
                </a:lnTo>
                <a:lnTo>
                  <a:pt x="2112" y="7647"/>
                </a:lnTo>
                <a:lnTo>
                  <a:pt x="1992" y="7590"/>
                </a:lnTo>
                <a:lnTo>
                  <a:pt x="1628" y="7297"/>
                </a:lnTo>
                <a:lnTo>
                  <a:pt x="1388" y="7006"/>
                </a:lnTo>
                <a:lnTo>
                  <a:pt x="1086" y="6597"/>
                </a:lnTo>
                <a:close/>
                <a:moveTo>
                  <a:pt x="6517" y="4671"/>
                </a:moveTo>
                <a:lnTo>
                  <a:pt x="6938" y="5021"/>
                </a:lnTo>
                <a:lnTo>
                  <a:pt x="6637" y="5312"/>
                </a:lnTo>
                <a:lnTo>
                  <a:pt x="4344" y="7415"/>
                </a:lnTo>
                <a:lnTo>
                  <a:pt x="3801" y="7999"/>
                </a:lnTo>
                <a:lnTo>
                  <a:pt x="3378" y="8581"/>
                </a:lnTo>
                <a:lnTo>
                  <a:pt x="2956" y="8231"/>
                </a:lnTo>
                <a:lnTo>
                  <a:pt x="4887" y="6481"/>
                </a:lnTo>
                <a:lnTo>
                  <a:pt x="5732" y="5605"/>
                </a:lnTo>
                <a:lnTo>
                  <a:pt x="6155" y="5196"/>
                </a:lnTo>
                <a:lnTo>
                  <a:pt x="6517" y="4671"/>
                </a:lnTo>
                <a:close/>
                <a:moveTo>
                  <a:pt x="8206" y="8290"/>
                </a:moveTo>
                <a:lnTo>
                  <a:pt x="8810" y="9049"/>
                </a:lnTo>
                <a:lnTo>
                  <a:pt x="9353" y="9866"/>
                </a:lnTo>
                <a:lnTo>
                  <a:pt x="10196" y="11268"/>
                </a:lnTo>
                <a:lnTo>
                  <a:pt x="8688" y="10568"/>
                </a:lnTo>
                <a:lnTo>
                  <a:pt x="7180" y="9866"/>
                </a:lnTo>
                <a:lnTo>
                  <a:pt x="7422" y="9458"/>
                </a:lnTo>
                <a:lnTo>
                  <a:pt x="8206" y="8290"/>
                </a:lnTo>
                <a:close/>
                <a:moveTo>
                  <a:pt x="8025" y="7472"/>
                </a:moveTo>
                <a:lnTo>
                  <a:pt x="7903" y="7647"/>
                </a:lnTo>
                <a:lnTo>
                  <a:pt x="6938" y="8990"/>
                </a:lnTo>
                <a:lnTo>
                  <a:pt x="6517" y="9633"/>
                </a:lnTo>
                <a:lnTo>
                  <a:pt x="6336" y="9633"/>
                </a:lnTo>
                <a:lnTo>
                  <a:pt x="6214" y="9750"/>
                </a:lnTo>
                <a:lnTo>
                  <a:pt x="6155" y="9866"/>
                </a:lnTo>
                <a:lnTo>
                  <a:pt x="6094" y="9984"/>
                </a:lnTo>
                <a:lnTo>
                  <a:pt x="6155" y="10100"/>
                </a:lnTo>
                <a:lnTo>
                  <a:pt x="6214" y="10334"/>
                </a:lnTo>
                <a:lnTo>
                  <a:pt x="6336" y="10391"/>
                </a:lnTo>
                <a:lnTo>
                  <a:pt x="6456" y="10450"/>
                </a:lnTo>
                <a:lnTo>
                  <a:pt x="6576" y="10450"/>
                </a:lnTo>
                <a:lnTo>
                  <a:pt x="8507" y="11268"/>
                </a:lnTo>
                <a:lnTo>
                  <a:pt x="9412" y="11675"/>
                </a:lnTo>
                <a:lnTo>
                  <a:pt x="9956" y="11852"/>
                </a:lnTo>
                <a:lnTo>
                  <a:pt x="10438" y="11909"/>
                </a:lnTo>
                <a:lnTo>
                  <a:pt x="10558" y="11909"/>
                </a:lnTo>
                <a:lnTo>
                  <a:pt x="10680" y="11852"/>
                </a:lnTo>
                <a:lnTo>
                  <a:pt x="10739" y="11909"/>
                </a:lnTo>
                <a:lnTo>
                  <a:pt x="10861" y="11909"/>
                </a:lnTo>
                <a:lnTo>
                  <a:pt x="10920" y="11852"/>
                </a:lnTo>
                <a:lnTo>
                  <a:pt x="10920" y="11793"/>
                </a:lnTo>
                <a:lnTo>
                  <a:pt x="10800" y="11268"/>
                </a:lnTo>
                <a:lnTo>
                  <a:pt x="10619" y="10743"/>
                </a:lnTo>
                <a:lnTo>
                  <a:pt x="10318" y="10216"/>
                </a:lnTo>
                <a:lnTo>
                  <a:pt x="10015" y="9691"/>
                </a:lnTo>
                <a:lnTo>
                  <a:pt x="9292" y="8640"/>
                </a:lnTo>
                <a:lnTo>
                  <a:pt x="8446" y="7590"/>
                </a:lnTo>
                <a:lnTo>
                  <a:pt x="8326" y="7472"/>
                </a:lnTo>
                <a:close/>
                <a:moveTo>
                  <a:pt x="16049" y="15178"/>
                </a:moveTo>
                <a:lnTo>
                  <a:pt x="16170" y="15528"/>
                </a:lnTo>
                <a:lnTo>
                  <a:pt x="16230" y="15703"/>
                </a:lnTo>
                <a:lnTo>
                  <a:pt x="16230" y="15880"/>
                </a:lnTo>
                <a:lnTo>
                  <a:pt x="16170" y="16055"/>
                </a:lnTo>
                <a:lnTo>
                  <a:pt x="16110" y="15528"/>
                </a:lnTo>
                <a:lnTo>
                  <a:pt x="16049" y="15178"/>
                </a:lnTo>
                <a:close/>
                <a:moveTo>
                  <a:pt x="14721" y="14128"/>
                </a:moveTo>
                <a:lnTo>
                  <a:pt x="15144" y="14362"/>
                </a:lnTo>
                <a:lnTo>
                  <a:pt x="15144" y="14653"/>
                </a:lnTo>
                <a:lnTo>
                  <a:pt x="15266" y="14946"/>
                </a:lnTo>
                <a:lnTo>
                  <a:pt x="15447" y="15528"/>
                </a:lnTo>
                <a:lnTo>
                  <a:pt x="15748" y="16580"/>
                </a:lnTo>
                <a:lnTo>
                  <a:pt x="15567" y="16697"/>
                </a:lnTo>
                <a:lnTo>
                  <a:pt x="15447" y="16346"/>
                </a:lnTo>
                <a:lnTo>
                  <a:pt x="15266" y="16055"/>
                </a:lnTo>
                <a:lnTo>
                  <a:pt x="14662" y="14771"/>
                </a:lnTo>
                <a:lnTo>
                  <a:pt x="14540" y="14537"/>
                </a:lnTo>
                <a:lnTo>
                  <a:pt x="14420" y="14362"/>
                </a:lnTo>
                <a:lnTo>
                  <a:pt x="14721" y="14128"/>
                </a:lnTo>
                <a:close/>
                <a:moveTo>
                  <a:pt x="14058" y="14712"/>
                </a:moveTo>
                <a:lnTo>
                  <a:pt x="14058" y="14771"/>
                </a:lnTo>
                <a:lnTo>
                  <a:pt x="14239" y="14771"/>
                </a:lnTo>
                <a:lnTo>
                  <a:pt x="14300" y="14712"/>
                </a:lnTo>
                <a:lnTo>
                  <a:pt x="14239" y="14887"/>
                </a:lnTo>
                <a:lnTo>
                  <a:pt x="14239" y="15062"/>
                </a:lnTo>
                <a:lnTo>
                  <a:pt x="14420" y="15471"/>
                </a:lnTo>
                <a:lnTo>
                  <a:pt x="14843" y="16230"/>
                </a:lnTo>
                <a:lnTo>
                  <a:pt x="15083" y="16755"/>
                </a:lnTo>
                <a:lnTo>
                  <a:pt x="14481" y="16288"/>
                </a:lnTo>
                <a:lnTo>
                  <a:pt x="14481" y="16230"/>
                </a:lnTo>
                <a:lnTo>
                  <a:pt x="14420" y="15762"/>
                </a:lnTo>
                <a:lnTo>
                  <a:pt x="14239" y="15296"/>
                </a:lnTo>
                <a:lnTo>
                  <a:pt x="14119" y="15062"/>
                </a:lnTo>
                <a:lnTo>
                  <a:pt x="13938" y="14828"/>
                </a:lnTo>
                <a:lnTo>
                  <a:pt x="14058" y="14712"/>
                </a:lnTo>
                <a:close/>
                <a:moveTo>
                  <a:pt x="15567" y="16872"/>
                </a:moveTo>
                <a:lnTo>
                  <a:pt x="15748" y="16931"/>
                </a:lnTo>
                <a:lnTo>
                  <a:pt x="15567" y="16931"/>
                </a:lnTo>
                <a:lnTo>
                  <a:pt x="15567" y="16872"/>
                </a:lnTo>
                <a:close/>
                <a:moveTo>
                  <a:pt x="14601" y="13544"/>
                </a:moveTo>
                <a:lnTo>
                  <a:pt x="14119" y="13894"/>
                </a:lnTo>
                <a:lnTo>
                  <a:pt x="13697" y="14187"/>
                </a:lnTo>
                <a:lnTo>
                  <a:pt x="13394" y="14596"/>
                </a:lnTo>
                <a:lnTo>
                  <a:pt x="13274" y="14887"/>
                </a:lnTo>
                <a:lnTo>
                  <a:pt x="13154" y="15121"/>
                </a:lnTo>
                <a:lnTo>
                  <a:pt x="13154" y="15353"/>
                </a:lnTo>
                <a:lnTo>
                  <a:pt x="13213" y="15646"/>
                </a:lnTo>
                <a:lnTo>
                  <a:pt x="13274" y="15880"/>
                </a:lnTo>
                <a:lnTo>
                  <a:pt x="13394" y="16055"/>
                </a:lnTo>
                <a:lnTo>
                  <a:pt x="13756" y="16463"/>
                </a:lnTo>
                <a:lnTo>
                  <a:pt x="14119" y="16813"/>
                </a:lnTo>
                <a:lnTo>
                  <a:pt x="14662" y="17164"/>
                </a:lnTo>
                <a:lnTo>
                  <a:pt x="15205" y="17456"/>
                </a:lnTo>
                <a:lnTo>
                  <a:pt x="15447" y="17572"/>
                </a:lnTo>
                <a:lnTo>
                  <a:pt x="15687" y="17631"/>
                </a:lnTo>
                <a:lnTo>
                  <a:pt x="15929" y="17572"/>
                </a:lnTo>
                <a:lnTo>
                  <a:pt x="16230" y="17456"/>
                </a:lnTo>
                <a:lnTo>
                  <a:pt x="16532" y="17222"/>
                </a:lnTo>
                <a:lnTo>
                  <a:pt x="16833" y="16872"/>
                </a:lnTo>
                <a:lnTo>
                  <a:pt x="16894" y="16697"/>
                </a:lnTo>
                <a:lnTo>
                  <a:pt x="16894" y="16346"/>
                </a:lnTo>
                <a:lnTo>
                  <a:pt x="16774" y="16171"/>
                </a:lnTo>
                <a:lnTo>
                  <a:pt x="16774" y="15762"/>
                </a:lnTo>
                <a:lnTo>
                  <a:pt x="16713" y="15412"/>
                </a:lnTo>
                <a:lnTo>
                  <a:pt x="16593" y="15062"/>
                </a:lnTo>
                <a:lnTo>
                  <a:pt x="16411" y="14712"/>
                </a:lnTo>
                <a:lnTo>
                  <a:pt x="16170" y="14419"/>
                </a:lnTo>
                <a:lnTo>
                  <a:pt x="15868" y="14187"/>
                </a:lnTo>
                <a:lnTo>
                  <a:pt x="15567" y="13953"/>
                </a:lnTo>
                <a:lnTo>
                  <a:pt x="14902" y="13544"/>
                </a:lnTo>
                <a:close/>
                <a:moveTo>
                  <a:pt x="4283" y="13544"/>
                </a:moveTo>
                <a:lnTo>
                  <a:pt x="6275" y="15528"/>
                </a:lnTo>
                <a:lnTo>
                  <a:pt x="7060" y="16346"/>
                </a:lnTo>
                <a:lnTo>
                  <a:pt x="6336" y="16463"/>
                </a:lnTo>
                <a:lnTo>
                  <a:pt x="4405" y="16988"/>
                </a:lnTo>
                <a:lnTo>
                  <a:pt x="2594" y="17456"/>
                </a:lnTo>
                <a:lnTo>
                  <a:pt x="1750" y="17690"/>
                </a:lnTo>
                <a:lnTo>
                  <a:pt x="1146" y="17806"/>
                </a:lnTo>
                <a:lnTo>
                  <a:pt x="966" y="17806"/>
                </a:lnTo>
                <a:lnTo>
                  <a:pt x="785" y="17747"/>
                </a:lnTo>
                <a:lnTo>
                  <a:pt x="2594" y="15471"/>
                </a:lnTo>
                <a:lnTo>
                  <a:pt x="3138" y="14828"/>
                </a:lnTo>
                <a:lnTo>
                  <a:pt x="3620" y="14187"/>
                </a:lnTo>
                <a:lnTo>
                  <a:pt x="3982" y="13894"/>
                </a:lnTo>
                <a:lnTo>
                  <a:pt x="4283" y="13544"/>
                </a:lnTo>
                <a:close/>
                <a:moveTo>
                  <a:pt x="14662" y="13019"/>
                </a:moveTo>
                <a:lnTo>
                  <a:pt x="14963" y="13077"/>
                </a:lnTo>
                <a:lnTo>
                  <a:pt x="15205" y="13135"/>
                </a:lnTo>
                <a:lnTo>
                  <a:pt x="15748" y="13369"/>
                </a:lnTo>
                <a:lnTo>
                  <a:pt x="16230" y="13662"/>
                </a:lnTo>
                <a:lnTo>
                  <a:pt x="16652" y="14069"/>
                </a:lnTo>
                <a:lnTo>
                  <a:pt x="16955" y="14596"/>
                </a:lnTo>
                <a:lnTo>
                  <a:pt x="17195" y="15062"/>
                </a:lnTo>
                <a:lnTo>
                  <a:pt x="17376" y="15587"/>
                </a:lnTo>
                <a:lnTo>
                  <a:pt x="17437" y="16171"/>
                </a:lnTo>
                <a:lnTo>
                  <a:pt x="17437" y="16755"/>
                </a:lnTo>
                <a:lnTo>
                  <a:pt x="17256" y="17281"/>
                </a:lnTo>
                <a:lnTo>
                  <a:pt x="17256" y="17340"/>
                </a:lnTo>
                <a:lnTo>
                  <a:pt x="17195" y="17281"/>
                </a:lnTo>
                <a:lnTo>
                  <a:pt x="17014" y="17164"/>
                </a:lnTo>
                <a:lnTo>
                  <a:pt x="16894" y="17164"/>
                </a:lnTo>
                <a:lnTo>
                  <a:pt x="16713" y="17222"/>
                </a:lnTo>
                <a:lnTo>
                  <a:pt x="16652" y="17397"/>
                </a:lnTo>
                <a:lnTo>
                  <a:pt x="16593" y="17631"/>
                </a:lnTo>
                <a:lnTo>
                  <a:pt x="16532" y="17806"/>
                </a:lnTo>
                <a:lnTo>
                  <a:pt x="16230" y="17981"/>
                </a:lnTo>
                <a:lnTo>
                  <a:pt x="16110" y="18097"/>
                </a:lnTo>
                <a:lnTo>
                  <a:pt x="16049" y="18215"/>
                </a:lnTo>
                <a:lnTo>
                  <a:pt x="15809" y="18272"/>
                </a:lnTo>
                <a:lnTo>
                  <a:pt x="15567" y="18272"/>
                </a:lnTo>
                <a:lnTo>
                  <a:pt x="15386" y="18215"/>
                </a:lnTo>
                <a:lnTo>
                  <a:pt x="15144" y="18156"/>
                </a:lnTo>
                <a:lnTo>
                  <a:pt x="14178" y="17631"/>
                </a:lnTo>
                <a:lnTo>
                  <a:pt x="13697" y="17340"/>
                </a:lnTo>
                <a:lnTo>
                  <a:pt x="13274" y="16988"/>
                </a:lnTo>
                <a:lnTo>
                  <a:pt x="12912" y="16580"/>
                </a:lnTo>
                <a:lnTo>
                  <a:pt x="12670" y="16112"/>
                </a:lnTo>
                <a:lnTo>
                  <a:pt x="12489" y="15587"/>
                </a:lnTo>
                <a:lnTo>
                  <a:pt x="12489" y="15121"/>
                </a:lnTo>
                <a:lnTo>
                  <a:pt x="12550" y="14596"/>
                </a:lnTo>
                <a:lnTo>
                  <a:pt x="12792" y="14128"/>
                </a:lnTo>
                <a:lnTo>
                  <a:pt x="13093" y="13719"/>
                </a:lnTo>
                <a:lnTo>
                  <a:pt x="13516" y="13369"/>
                </a:lnTo>
                <a:lnTo>
                  <a:pt x="13817" y="13194"/>
                </a:lnTo>
                <a:lnTo>
                  <a:pt x="14119" y="13077"/>
                </a:lnTo>
                <a:lnTo>
                  <a:pt x="14359" y="13019"/>
                </a:lnTo>
                <a:close/>
                <a:moveTo>
                  <a:pt x="14420" y="12377"/>
                </a:moveTo>
                <a:lnTo>
                  <a:pt x="14058" y="12434"/>
                </a:lnTo>
                <a:lnTo>
                  <a:pt x="13756" y="12493"/>
                </a:lnTo>
                <a:lnTo>
                  <a:pt x="13394" y="12668"/>
                </a:lnTo>
                <a:lnTo>
                  <a:pt x="13093" y="12785"/>
                </a:lnTo>
                <a:lnTo>
                  <a:pt x="12792" y="13019"/>
                </a:lnTo>
                <a:lnTo>
                  <a:pt x="12489" y="13311"/>
                </a:lnTo>
                <a:lnTo>
                  <a:pt x="12247" y="13544"/>
                </a:lnTo>
                <a:lnTo>
                  <a:pt x="12067" y="13778"/>
                </a:lnTo>
                <a:lnTo>
                  <a:pt x="11826" y="14362"/>
                </a:lnTo>
                <a:lnTo>
                  <a:pt x="11705" y="15003"/>
                </a:lnTo>
                <a:lnTo>
                  <a:pt x="11705" y="15646"/>
                </a:lnTo>
                <a:lnTo>
                  <a:pt x="11766" y="15996"/>
                </a:lnTo>
                <a:lnTo>
                  <a:pt x="11886" y="16346"/>
                </a:lnTo>
                <a:lnTo>
                  <a:pt x="12067" y="16638"/>
                </a:lnTo>
                <a:lnTo>
                  <a:pt x="12247" y="16931"/>
                </a:lnTo>
                <a:lnTo>
                  <a:pt x="12731" y="17515"/>
                </a:lnTo>
                <a:lnTo>
                  <a:pt x="13335" y="17981"/>
                </a:lnTo>
                <a:lnTo>
                  <a:pt x="13998" y="18390"/>
                </a:lnTo>
                <a:lnTo>
                  <a:pt x="14662" y="18740"/>
                </a:lnTo>
                <a:lnTo>
                  <a:pt x="15024" y="18915"/>
                </a:lnTo>
                <a:lnTo>
                  <a:pt x="15386" y="19031"/>
                </a:lnTo>
                <a:lnTo>
                  <a:pt x="15748" y="19031"/>
                </a:lnTo>
                <a:lnTo>
                  <a:pt x="16049" y="18974"/>
                </a:lnTo>
                <a:lnTo>
                  <a:pt x="16411" y="18856"/>
                </a:lnTo>
                <a:lnTo>
                  <a:pt x="16774" y="18624"/>
                </a:lnTo>
                <a:lnTo>
                  <a:pt x="17075" y="18390"/>
                </a:lnTo>
                <a:lnTo>
                  <a:pt x="17256" y="18097"/>
                </a:lnTo>
                <a:lnTo>
                  <a:pt x="17557" y="17981"/>
                </a:lnTo>
                <a:lnTo>
                  <a:pt x="17738" y="17747"/>
                </a:lnTo>
                <a:lnTo>
                  <a:pt x="17920" y="17456"/>
                </a:lnTo>
                <a:lnTo>
                  <a:pt x="18041" y="17164"/>
                </a:lnTo>
                <a:lnTo>
                  <a:pt x="18101" y="16872"/>
                </a:lnTo>
                <a:lnTo>
                  <a:pt x="18101" y="16112"/>
                </a:lnTo>
                <a:lnTo>
                  <a:pt x="18041" y="15412"/>
                </a:lnTo>
                <a:lnTo>
                  <a:pt x="17799" y="14653"/>
                </a:lnTo>
                <a:lnTo>
                  <a:pt x="17498" y="14012"/>
                </a:lnTo>
                <a:lnTo>
                  <a:pt x="17256" y="13719"/>
                </a:lnTo>
                <a:lnTo>
                  <a:pt x="17014" y="13428"/>
                </a:lnTo>
                <a:lnTo>
                  <a:pt x="16774" y="13194"/>
                </a:lnTo>
                <a:lnTo>
                  <a:pt x="16471" y="12960"/>
                </a:lnTo>
                <a:lnTo>
                  <a:pt x="16170" y="12785"/>
                </a:lnTo>
                <a:lnTo>
                  <a:pt x="15809" y="12610"/>
                </a:lnTo>
                <a:lnTo>
                  <a:pt x="15506" y="12493"/>
                </a:lnTo>
                <a:lnTo>
                  <a:pt x="15144" y="12434"/>
                </a:lnTo>
                <a:lnTo>
                  <a:pt x="14782" y="12377"/>
                </a:lnTo>
                <a:close/>
                <a:moveTo>
                  <a:pt x="14843" y="0"/>
                </a:moveTo>
                <a:lnTo>
                  <a:pt x="14420" y="59"/>
                </a:lnTo>
                <a:lnTo>
                  <a:pt x="14058" y="175"/>
                </a:lnTo>
                <a:lnTo>
                  <a:pt x="13756" y="409"/>
                </a:lnTo>
                <a:lnTo>
                  <a:pt x="13455" y="700"/>
                </a:lnTo>
                <a:lnTo>
                  <a:pt x="12489" y="1634"/>
                </a:lnTo>
                <a:lnTo>
                  <a:pt x="11524" y="2628"/>
                </a:lnTo>
                <a:lnTo>
                  <a:pt x="10920" y="3269"/>
                </a:lnTo>
                <a:lnTo>
                  <a:pt x="10499" y="3678"/>
                </a:lnTo>
                <a:lnTo>
                  <a:pt x="10196" y="4146"/>
                </a:lnTo>
                <a:lnTo>
                  <a:pt x="9533" y="3503"/>
                </a:lnTo>
                <a:lnTo>
                  <a:pt x="9412" y="3387"/>
                </a:lnTo>
                <a:lnTo>
                  <a:pt x="9050" y="3387"/>
                </a:lnTo>
                <a:lnTo>
                  <a:pt x="8869" y="3503"/>
                </a:lnTo>
                <a:lnTo>
                  <a:pt x="8810" y="3562"/>
                </a:lnTo>
                <a:lnTo>
                  <a:pt x="8084" y="4028"/>
                </a:lnTo>
                <a:lnTo>
                  <a:pt x="7422" y="4612"/>
                </a:lnTo>
                <a:lnTo>
                  <a:pt x="7060" y="4321"/>
                </a:lnTo>
                <a:lnTo>
                  <a:pt x="6698" y="3971"/>
                </a:lnTo>
                <a:lnTo>
                  <a:pt x="6576" y="3912"/>
                </a:lnTo>
                <a:lnTo>
                  <a:pt x="6395" y="3912"/>
                </a:lnTo>
                <a:lnTo>
                  <a:pt x="6275" y="3971"/>
                </a:lnTo>
                <a:lnTo>
                  <a:pt x="6214" y="4087"/>
                </a:lnTo>
                <a:lnTo>
                  <a:pt x="6214" y="3678"/>
                </a:lnTo>
                <a:lnTo>
                  <a:pt x="6033" y="3387"/>
                </a:lnTo>
                <a:lnTo>
                  <a:pt x="5791" y="3037"/>
                </a:lnTo>
                <a:lnTo>
                  <a:pt x="5490" y="2803"/>
                </a:lnTo>
                <a:lnTo>
                  <a:pt x="5129" y="2569"/>
                </a:lnTo>
                <a:lnTo>
                  <a:pt x="4706" y="2394"/>
                </a:lnTo>
                <a:lnTo>
                  <a:pt x="4043" y="2102"/>
                </a:lnTo>
                <a:lnTo>
                  <a:pt x="3862" y="2102"/>
                </a:lnTo>
                <a:lnTo>
                  <a:pt x="3681" y="2160"/>
                </a:lnTo>
                <a:lnTo>
                  <a:pt x="3620" y="2277"/>
                </a:lnTo>
                <a:lnTo>
                  <a:pt x="3620" y="2394"/>
                </a:lnTo>
                <a:lnTo>
                  <a:pt x="4163" y="3562"/>
                </a:lnTo>
                <a:lnTo>
                  <a:pt x="4405" y="4028"/>
                </a:lnTo>
                <a:lnTo>
                  <a:pt x="4525" y="4262"/>
                </a:lnTo>
                <a:lnTo>
                  <a:pt x="4706" y="4496"/>
                </a:lnTo>
                <a:lnTo>
                  <a:pt x="4948" y="4612"/>
                </a:lnTo>
                <a:lnTo>
                  <a:pt x="5249" y="4671"/>
                </a:lnTo>
                <a:lnTo>
                  <a:pt x="5490" y="4671"/>
                </a:lnTo>
                <a:lnTo>
                  <a:pt x="5732" y="4553"/>
                </a:lnTo>
                <a:lnTo>
                  <a:pt x="5974" y="4437"/>
                </a:lnTo>
                <a:lnTo>
                  <a:pt x="5430" y="5021"/>
                </a:lnTo>
                <a:lnTo>
                  <a:pt x="4887" y="5546"/>
                </a:lnTo>
                <a:lnTo>
                  <a:pt x="4828" y="5430"/>
                </a:lnTo>
                <a:lnTo>
                  <a:pt x="4828" y="5196"/>
                </a:lnTo>
                <a:lnTo>
                  <a:pt x="4767" y="4903"/>
                </a:lnTo>
                <a:lnTo>
                  <a:pt x="4647" y="4496"/>
                </a:lnTo>
                <a:lnTo>
                  <a:pt x="4405" y="4146"/>
                </a:lnTo>
                <a:lnTo>
                  <a:pt x="4043" y="3794"/>
                </a:lnTo>
                <a:lnTo>
                  <a:pt x="3681" y="3562"/>
                </a:lnTo>
                <a:lnTo>
                  <a:pt x="3258" y="3328"/>
                </a:lnTo>
                <a:lnTo>
                  <a:pt x="2775" y="3153"/>
                </a:lnTo>
                <a:lnTo>
                  <a:pt x="2354" y="3037"/>
                </a:lnTo>
                <a:lnTo>
                  <a:pt x="1447" y="2919"/>
                </a:lnTo>
                <a:lnTo>
                  <a:pt x="1267" y="2919"/>
                </a:lnTo>
                <a:lnTo>
                  <a:pt x="1146" y="2978"/>
                </a:lnTo>
                <a:lnTo>
                  <a:pt x="1026" y="3094"/>
                </a:lnTo>
                <a:lnTo>
                  <a:pt x="1026" y="3269"/>
                </a:lnTo>
                <a:lnTo>
                  <a:pt x="1146" y="3794"/>
                </a:lnTo>
                <a:lnTo>
                  <a:pt x="1327" y="4378"/>
                </a:lnTo>
                <a:lnTo>
                  <a:pt x="1508" y="4846"/>
                </a:lnTo>
                <a:lnTo>
                  <a:pt x="1811" y="5371"/>
                </a:lnTo>
                <a:lnTo>
                  <a:pt x="2112" y="5838"/>
                </a:lnTo>
                <a:lnTo>
                  <a:pt x="2836" y="6656"/>
                </a:lnTo>
                <a:lnTo>
                  <a:pt x="3258" y="7065"/>
                </a:lnTo>
                <a:lnTo>
                  <a:pt x="3319" y="7065"/>
                </a:lnTo>
                <a:lnTo>
                  <a:pt x="2897" y="7472"/>
                </a:lnTo>
                <a:lnTo>
                  <a:pt x="2897" y="7240"/>
                </a:lnTo>
                <a:lnTo>
                  <a:pt x="2836" y="7006"/>
                </a:lnTo>
                <a:lnTo>
                  <a:pt x="2655" y="6772"/>
                </a:lnTo>
                <a:lnTo>
                  <a:pt x="2413" y="6538"/>
                </a:lnTo>
                <a:lnTo>
                  <a:pt x="2173" y="6363"/>
                </a:lnTo>
                <a:lnTo>
                  <a:pt x="1811" y="6247"/>
                </a:lnTo>
                <a:lnTo>
                  <a:pt x="1146" y="6072"/>
                </a:lnTo>
                <a:lnTo>
                  <a:pt x="543" y="5955"/>
                </a:lnTo>
                <a:lnTo>
                  <a:pt x="362" y="5955"/>
                </a:lnTo>
                <a:lnTo>
                  <a:pt x="242" y="6072"/>
                </a:lnTo>
                <a:lnTo>
                  <a:pt x="181" y="6247"/>
                </a:lnTo>
                <a:lnTo>
                  <a:pt x="242" y="6363"/>
                </a:lnTo>
                <a:lnTo>
                  <a:pt x="604" y="6890"/>
                </a:lnTo>
                <a:lnTo>
                  <a:pt x="1026" y="7531"/>
                </a:lnTo>
                <a:lnTo>
                  <a:pt x="1569" y="8056"/>
                </a:lnTo>
                <a:lnTo>
                  <a:pt x="1870" y="8231"/>
                </a:lnTo>
                <a:lnTo>
                  <a:pt x="2173" y="8349"/>
                </a:lnTo>
                <a:lnTo>
                  <a:pt x="2173" y="8406"/>
                </a:lnTo>
                <a:lnTo>
                  <a:pt x="2293" y="8524"/>
                </a:lnTo>
                <a:lnTo>
                  <a:pt x="3017" y="9166"/>
                </a:lnTo>
                <a:lnTo>
                  <a:pt x="2716" y="9750"/>
                </a:lnTo>
                <a:lnTo>
                  <a:pt x="2474" y="10334"/>
                </a:lnTo>
                <a:lnTo>
                  <a:pt x="2293" y="10975"/>
                </a:lnTo>
                <a:lnTo>
                  <a:pt x="2173" y="11034"/>
                </a:lnTo>
                <a:lnTo>
                  <a:pt x="2173" y="11384"/>
                </a:lnTo>
                <a:lnTo>
                  <a:pt x="2232" y="11559"/>
                </a:lnTo>
                <a:lnTo>
                  <a:pt x="2354" y="11734"/>
                </a:lnTo>
                <a:lnTo>
                  <a:pt x="2413" y="11793"/>
                </a:lnTo>
                <a:lnTo>
                  <a:pt x="2535" y="11852"/>
                </a:lnTo>
                <a:lnTo>
                  <a:pt x="2716" y="12084"/>
                </a:lnTo>
                <a:lnTo>
                  <a:pt x="3801" y="13077"/>
                </a:lnTo>
                <a:lnTo>
                  <a:pt x="3559" y="13253"/>
                </a:lnTo>
                <a:lnTo>
                  <a:pt x="3319" y="13428"/>
                </a:lnTo>
                <a:lnTo>
                  <a:pt x="2897" y="13837"/>
                </a:lnTo>
                <a:lnTo>
                  <a:pt x="2293" y="14653"/>
                </a:lnTo>
                <a:lnTo>
                  <a:pt x="1628" y="15471"/>
                </a:lnTo>
                <a:lnTo>
                  <a:pt x="362" y="17106"/>
                </a:lnTo>
                <a:lnTo>
                  <a:pt x="120" y="17456"/>
                </a:lnTo>
                <a:lnTo>
                  <a:pt x="0" y="17747"/>
                </a:lnTo>
                <a:lnTo>
                  <a:pt x="0" y="17865"/>
                </a:lnTo>
                <a:lnTo>
                  <a:pt x="61" y="18040"/>
                </a:lnTo>
                <a:lnTo>
                  <a:pt x="301" y="18331"/>
                </a:lnTo>
                <a:lnTo>
                  <a:pt x="423" y="18449"/>
                </a:lnTo>
                <a:lnTo>
                  <a:pt x="604" y="18506"/>
                </a:lnTo>
                <a:lnTo>
                  <a:pt x="905" y="18565"/>
                </a:lnTo>
                <a:lnTo>
                  <a:pt x="1267" y="18506"/>
                </a:lnTo>
                <a:lnTo>
                  <a:pt x="1628" y="18449"/>
                </a:lnTo>
                <a:lnTo>
                  <a:pt x="3862" y="17806"/>
                </a:lnTo>
                <a:lnTo>
                  <a:pt x="5913" y="17222"/>
                </a:lnTo>
                <a:lnTo>
                  <a:pt x="6698" y="17047"/>
                </a:lnTo>
                <a:lnTo>
                  <a:pt x="7060" y="16931"/>
                </a:lnTo>
                <a:lnTo>
                  <a:pt x="7422" y="16697"/>
                </a:lnTo>
                <a:lnTo>
                  <a:pt x="8265" y="17515"/>
                </a:lnTo>
                <a:lnTo>
                  <a:pt x="9111" y="18331"/>
                </a:lnTo>
                <a:lnTo>
                  <a:pt x="10015" y="19090"/>
                </a:lnTo>
                <a:lnTo>
                  <a:pt x="10981" y="19732"/>
                </a:lnTo>
                <a:lnTo>
                  <a:pt x="11524" y="20083"/>
                </a:lnTo>
                <a:lnTo>
                  <a:pt x="12127" y="20375"/>
                </a:lnTo>
                <a:lnTo>
                  <a:pt x="12731" y="20666"/>
                </a:lnTo>
                <a:lnTo>
                  <a:pt x="13274" y="20900"/>
                </a:lnTo>
                <a:lnTo>
                  <a:pt x="13938" y="21075"/>
                </a:lnTo>
                <a:lnTo>
                  <a:pt x="14540" y="21250"/>
                </a:lnTo>
                <a:lnTo>
                  <a:pt x="15144" y="21368"/>
                </a:lnTo>
                <a:lnTo>
                  <a:pt x="15809" y="21484"/>
                </a:lnTo>
                <a:lnTo>
                  <a:pt x="16411" y="21543"/>
                </a:lnTo>
                <a:lnTo>
                  <a:pt x="17075" y="21600"/>
                </a:lnTo>
                <a:lnTo>
                  <a:pt x="18282" y="21543"/>
                </a:lnTo>
                <a:lnTo>
                  <a:pt x="19429" y="21368"/>
                </a:lnTo>
                <a:lnTo>
                  <a:pt x="20092" y="21193"/>
                </a:lnTo>
                <a:lnTo>
                  <a:pt x="20333" y="21134"/>
                </a:lnTo>
                <a:lnTo>
                  <a:pt x="20454" y="21134"/>
                </a:lnTo>
                <a:lnTo>
                  <a:pt x="20454" y="21193"/>
                </a:lnTo>
                <a:lnTo>
                  <a:pt x="20575" y="21250"/>
                </a:lnTo>
                <a:lnTo>
                  <a:pt x="20634" y="21250"/>
                </a:lnTo>
                <a:lnTo>
                  <a:pt x="20695" y="21193"/>
                </a:lnTo>
                <a:lnTo>
                  <a:pt x="20756" y="21134"/>
                </a:lnTo>
                <a:lnTo>
                  <a:pt x="20815" y="20959"/>
                </a:lnTo>
                <a:lnTo>
                  <a:pt x="20815" y="20725"/>
                </a:lnTo>
                <a:lnTo>
                  <a:pt x="20634" y="20608"/>
                </a:lnTo>
                <a:lnTo>
                  <a:pt x="20454" y="20550"/>
                </a:lnTo>
                <a:lnTo>
                  <a:pt x="20031" y="20550"/>
                </a:lnTo>
                <a:lnTo>
                  <a:pt x="19248" y="20725"/>
                </a:lnTo>
                <a:lnTo>
                  <a:pt x="18402" y="20841"/>
                </a:lnTo>
                <a:lnTo>
                  <a:pt x="17679" y="20900"/>
                </a:lnTo>
                <a:lnTo>
                  <a:pt x="16955" y="20841"/>
                </a:lnTo>
                <a:lnTo>
                  <a:pt x="16230" y="20841"/>
                </a:lnTo>
                <a:lnTo>
                  <a:pt x="15567" y="20725"/>
                </a:lnTo>
                <a:lnTo>
                  <a:pt x="14843" y="20608"/>
                </a:lnTo>
                <a:lnTo>
                  <a:pt x="14119" y="20375"/>
                </a:lnTo>
                <a:lnTo>
                  <a:pt x="13455" y="20141"/>
                </a:lnTo>
                <a:lnTo>
                  <a:pt x="12792" y="19908"/>
                </a:lnTo>
                <a:lnTo>
                  <a:pt x="12007" y="19499"/>
                </a:lnTo>
                <a:lnTo>
                  <a:pt x="11284" y="19031"/>
                </a:lnTo>
                <a:lnTo>
                  <a:pt x="10558" y="18506"/>
                </a:lnTo>
                <a:lnTo>
                  <a:pt x="9895" y="17981"/>
                </a:lnTo>
                <a:lnTo>
                  <a:pt x="8629" y="16813"/>
                </a:lnTo>
                <a:lnTo>
                  <a:pt x="7422" y="15587"/>
                </a:lnTo>
                <a:lnTo>
                  <a:pt x="4948" y="13194"/>
                </a:lnTo>
                <a:lnTo>
                  <a:pt x="3740" y="11968"/>
                </a:lnTo>
                <a:lnTo>
                  <a:pt x="3439" y="11618"/>
                </a:lnTo>
                <a:lnTo>
                  <a:pt x="3077" y="11268"/>
                </a:lnTo>
                <a:lnTo>
                  <a:pt x="3198" y="10684"/>
                </a:lnTo>
                <a:lnTo>
                  <a:pt x="3378" y="10159"/>
                </a:lnTo>
                <a:lnTo>
                  <a:pt x="3681" y="9633"/>
                </a:lnTo>
                <a:lnTo>
                  <a:pt x="3982" y="9107"/>
                </a:lnTo>
                <a:lnTo>
                  <a:pt x="4344" y="8640"/>
                </a:lnTo>
                <a:lnTo>
                  <a:pt x="4767" y="8231"/>
                </a:lnTo>
                <a:lnTo>
                  <a:pt x="5611" y="7356"/>
                </a:lnTo>
                <a:lnTo>
                  <a:pt x="7361" y="5663"/>
                </a:lnTo>
                <a:lnTo>
                  <a:pt x="8265" y="4846"/>
                </a:lnTo>
                <a:lnTo>
                  <a:pt x="8629" y="4496"/>
                </a:lnTo>
                <a:lnTo>
                  <a:pt x="8869" y="4262"/>
                </a:lnTo>
                <a:lnTo>
                  <a:pt x="9050" y="4146"/>
                </a:lnTo>
                <a:lnTo>
                  <a:pt x="9231" y="4321"/>
                </a:lnTo>
                <a:lnTo>
                  <a:pt x="8869" y="4496"/>
                </a:lnTo>
                <a:lnTo>
                  <a:pt x="8629" y="4728"/>
                </a:lnTo>
                <a:lnTo>
                  <a:pt x="8145" y="5254"/>
                </a:lnTo>
                <a:lnTo>
                  <a:pt x="7903" y="5546"/>
                </a:lnTo>
                <a:lnTo>
                  <a:pt x="7723" y="5838"/>
                </a:lnTo>
                <a:lnTo>
                  <a:pt x="7542" y="6188"/>
                </a:lnTo>
                <a:lnTo>
                  <a:pt x="7542" y="6306"/>
                </a:lnTo>
                <a:lnTo>
                  <a:pt x="7602" y="6481"/>
                </a:lnTo>
                <a:lnTo>
                  <a:pt x="7663" y="6597"/>
                </a:lnTo>
                <a:lnTo>
                  <a:pt x="7783" y="6597"/>
                </a:lnTo>
                <a:lnTo>
                  <a:pt x="8084" y="6422"/>
                </a:lnTo>
                <a:lnTo>
                  <a:pt x="8265" y="6188"/>
                </a:lnTo>
                <a:lnTo>
                  <a:pt x="8568" y="5663"/>
                </a:lnTo>
                <a:lnTo>
                  <a:pt x="9050" y="5137"/>
                </a:lnTo>
                <a:lnTo>
                  <a:pt x="9473" y="4612"/>
                </a:lnTo>
                <a:lnTo>
                  <a:pt x="9895" y="4962"/>
                </a:lnTo>
                <a:lnTo>
                  <a:pt x="9593" y="5254"/>
                </a:lnTo>
                <a:lnTo>
                  <a:pt x="9231" y="5605"/>
                </a:lnTo>
                <a:lnTo>
                  <a:pt x="8991" y="5955"/>
                </a:lnTo>
                <a:lnTo>
                  <a:pt x="8810" y="6306"/>
                </a:lnTo>
                <a:lnTo>
                  <a:pt x="8749" y="6481"/>
                </a:lnTo>
                <a:lnTo>
                  <a:pt x="8869" y="6656"/>
                </a:lnTo>
                <a:lnTo>
                  <a:pt x="9050" y="6715"/>
                </a:lnTo>
                <a:lnTo>
                  <a:pt x="9111" y="6715"/>
                </a:lnTo>
                <a:lnTo>
                  <a:pt x="9231" y="6656"/>
                </a:lnTo>
                <a:lnTo>
                  <a:pt x="9533" y="6363"/>
                </a:lnTo>
                <a:lnTo>
                  <a:pt x="9774" y="6013"/>
                </a:lnTo>
                <a:lnTo>
                  <a:pt x="10015" y="5663"/>
                </a:lnTo>
                <a:lnTo>
                  <a:pt x="10196" y="5254"/>
                </a:lnTo>
                <a:lnTo>
                  <a:pt x="10377" y="5371"/>
                </a:lnTo>
                <a:lnTo>
                  <a:pt x="10619" y="5546"/>
                </a:lnTo>
                <a:lnTo>
                  <a:pt x="10257" y="5897"/>
                </a:lnTo>
                <a:lnTo>
                  <a:pt x="10015" y="6306"/>
                </a:lnTo>
                <a:lnTo>
                  <a:pt x="9654" y="6772"/>
                </a:lnTo>
                <a:lnTo>
                  <a:pt x="9533" y="7006"/>
                </a:lnTo>
                <a:lnTo>
                  <a:pt x="9412" y="7297"/>
                </a:lnTo>
                <a:lnTo>
                  <a:pt x="9412" y="7472"/>
                </a:lnTo>
                <a:lnTo>
                  <a:pt x="9533" y="7531"/>
                </a:lnTo>
                <a:lnTo>
                  <a:pt x="9714" y="7590"/>
                </a:lnTo>
                <a:lnTo>
                  <a:pt x="9895" y="7472"/>
                </a:lnTo>
                <a:lnTo>
                  <a:pt x="10076" y="7297"/>
                </a:lnTo>
                <a:lnTo>
                  <a:pt x="10196" y="7065"/>
                </a:lnTo>
                <a:lnTo>
                  <a:pt x="10499" y="6597"/>
                </a:lnTo>
                <a:lnTo>
                  <a:pt x="10619" y="6306"/>
                </a:lnTo>
                <a:lnTo>
                  <a:pt x="10861" y="5780"/>
                </a:lnTo>
                <a:lnTo>
                  <a:pt x="12007" y="6597"/>
                </a:lnTo>
                <a:lnTo>
                  <a:pt x="11705" y="6831"/>
                </a:lnTo>
                <a:lnTo>
                  <a:pt x="11404" y="7065"/>
                </a:lnTo>
                <a:lnTo>
                  <a:pt x="11042" y="7472"/>
                </a:lnTo>
                <a:lnTo>
                  <a:pt x="10739" y="7999"/>
                </a:lnTo>
                <a:lnTo>
                  <a:pt x="10739" y="8231"/>
                </a:lnTo>
                <a:lnTo>
                  <a:pt x="10800" y="8290"/>
                </a:lnTo>
                <a:lnTo>
                  <a:pt x="10920" y="8349"/>
                </a:lnTo>
                <a:lnTo>
                  <a:pt x="10981" y="8406"/>
                </a:lnTo>
                <a:lnTo>
                  <a:pt x="11101" y="8406"/>
                </a:lnTo>
                <a:lnTo>
                  <a:pt x="11223" y="8349"/>
                </a:lnTo>
                <a:lnTo>
                  <a:pt x="11284" y="8231"/>
                </a:lnTo>
                <a:lnTo>
                  <a:pt x="11766" y="7472"/>
                </a:lnTo>
                <a:lnTo>
                  <a:pt x="12188" y="6772"/>
                </a:lnTo>
                <a:lnTo>
                  <a:pt x="12731" y="7122"/>
                </a:lnTo>
                <a:lnTo>
                  <a:pt x="12308" y="7531"/>
                </a:lnTo>
                <a:lnTo>
                  <a:pt x="11705" y="8174"/>
                </a:lnTo>
                <a:lnTo>
                  <a:pt x="11645" y="8290"/>
                </a:lnTo>
                <a:lnTo>
                  <a:pt x="11585" y="8349"/>
                </a:lnTo>
                <a:lnTo>
                  <a:pt x="11645" y="8465"/>
                </a:lnTo>
                <a:lnTo>
                  <a:pt x="11705" y="8524"/>
                </a:lnTo>
                <a:lnTo>
                  <a:pt x="11826" y="8581"/>
                </a:lnTo>
                <a:lnTo>
                  <a:pt x="11946" y="8640"/>
                </a:lnTo>
                <a:lnTo>
                  <a:pt x="12067" y="8640"/>
                </a:lnTo>
                <a:lnTo>
                  <a:pt x="12127" y="8524"/>
                </a:lnTo>
                <a:lnTo>
                  <a:pt x="12428" y="8231"/>
                </a:lnTo>
                <a:lnTo>
                  <a:pt x="12731" y="7940"/>
                </a:lnTo>
                <a:lnTo>
                  <a:pt x="12851" y="7647"/>
                </a:lnTo>
                <a:lnTo>
                  <a:pt x="12973" y="7297"/>
                </a:lnTo>
                <a:lnTo>
                  <a:pt x="13938" y="7940"/>
                </a:lnTo>
                <a:lnTo>
                  <a:pt x="13335" y="8465"/>
                </a:lnTo>
                <a:lnTo>
                  <a:pt x="12851" y="9107"/>
                </a:lnTo>
                <a:lnTo>
                  <a:pt x="12792" y="9224"/>
                </a:lnTo>
                <a:lnTo>
                  <a:pt x="12792" y="9283"/>
                </a:lnTo>
                <a:lnTo>
                  <a:pt x="12851" y="9458"/>
                </a:lnTo>
                <a:lnTo>
                  <a:pt x="12973" y="9516"/>
                </a:lnTo>
                <a:lnTo>
                  <a:pt x="13154" y="9516"/>
                </a:lnTo>
                <a:lnTo>
                  <a:pt x="13213" y="9458"/>
                </a:lnTo>
                <a:lnTo>
                  <a:pt x="13697" y="8756"/>
                </a:lnTo>
                <a:lnTo>
                  <a:pt x="14119" y="8056"/>
                </a:lnTo>
                <a:lnTo>
                  <a:pt x="14843" y="8524"/>
                </a:lnTo>
                <a:lnTo>
                  <a:pt x="14420" y="8932"/>
                </a:lnTo>
                <a:lnTo>
                  <a:pt x="14119" y="9224"/>
                </a:lnTo>
                <a:lnTo>
                  <a:pt x="13998" y="9399"/>
                </a:lnTo>
                <a:lnTo>
                  <a:pt x="13938" y="9633"/>
                </a:lnTo>
                <a:lnTo>
                  <a:pt x="13575" y="10159"/>
                </a:lnTo>
                <a:lnTo>
                  <a:pt x="13516" y="10275"/>
                </a:lnTo>
                <a:lnTo>
                  <a:pt x="13575" y="10450"/>
                </a:lnTo>
                <a:lnTo>
                  <a:pt x="13636" y="10509"/>
                </a:lnTo>
                <a:lnTo>
                  <a:pt x="13756" y="10568"/>
                </a:lnTo>
                <a:lnTo>
                  <a:pt x="13938" y="10568"/>
                </a:lnTo>
                <a:lnTo>
                  <a:pt x="14058" y="10450"/>
                </a:lnTo>
                <a:lnTo>
                  <a:pt x="14481" y="9866"/>
                </a:lnTo>
                <a:lnTo>
                  <a:pt x="14601" y="9750"/>
                </a:lnTo>
                <a:lnTo>
                  <a:pt x="14721" y="9575"/>
                </a:lnTo>
                <a:lnTo>
                  <a:pt x="14963" y="9224"/>
                </a:lnTo>
                <a:lnTo>
                  <a:pt x="15205" y="8815"/>
                </a:lnTo>
                <a:lnTo>
                  <a:pt x="15687" y="9107"/>
                </a:lnTo>
                <a:lnTo>
                  <a:pt x="15386" y="9399"/>
                </a:lnTo>
                <a:lnTo>
                  <a:pt x="15144" y="9750"/>
                </a:lnTo>
                <a:lnTo>
                  <a:pt x="14721" y="10216"/>
                </a:lnTo>
                <a:lnTo>
                  <a:pt x="14601" y="10450"/>
                </a:lnTo>
                <a:lnTo>
                  <a:pt x="14540" y="10743"/>
                </a:lnTo>
                <a:lnTo>
                  <a:pt x="14662" y="10859"/>
                </a:lnTo>
                <a:lnTo>
                  <a:pt x="14721" y="10918"/>
                </a:lnTo>
                <a:lnTo>
                  <a:pt x="14782" y="10918"/>
                </a:lnTo>
                <a:lnTo>
                  <a:pt x="15024" y="10800"/>
                </a:lnTo>
                <a:lnTo>
                  <a:pt x="15205" y="10568"/>
                </a:lnTo>
                <a:lnTo>
                  <a:pt x="15447" y="10159"/>
                </a:lnTo>
                <a:lnTo>
                  <a:pt x="15687" y="9750"/>
                </a:lnTo>
                <a:lnTo>
                  <a:pt x="15989" y="9341"/>
                </a:lnTo>
                <a:lnTo>
                  <a:pt x="16774" y="9925"/>
                </a:lnTo>
                <a:lnTo>
                  <a:pt x="16532" y="10216"/>
                </a:lnTo>
                <a:lnTo>
                  <a:pt x="16230" y="10568"/>
                </a:lnTo>
                <a:lnTo>
                  <a:pt x="15929" y="10918"/>
                </a:lnTo>
                <a:lnTo>
                  <a:pt x="15809" y="11150"/>
                </a:lnTo>
                <a:lnTo>
                  <a:pt x="15748" y="11325"/>
                </a:lnTo>
                <a:lnTo>
                  <a:pt x="15748" y="11443"/>
                </a:lnTo>
                <a:lnTo>
                  <a:pt x="15809" y="11559"/>
                </a:lnTo>
                <a:lnTo>
                  <a:pt x="16049" y="11559"/>
                </a:lnTo>
                <a:lnTo>
                  <a:pt x="16230" y="11443"/>
                </a:lnTo>
                <a:lnTo>
                  <a:pt x="16351" y="11268"/>
                </a:lnTo>
                <a:lnTo>
                  <a:pt x="16652" y="10859"/>
                </a:lnTo>
                <a:lnTo>
                  <a:pt x="16894" y="10509"/>
                </a:lnTo>
                <a:lnTo>
                  <a:pt x="17075" y="10159"/>
                </a:lnTo>
                <a:lnTo>
                  <a:pt x="17920" y="10859"/>
                </a:lnTo>
                <a:lnTo>
                  <a:pt x="17980" y="10918"/>
                </a:lnTo>
                <a:lnTo>
                  <a:pt x="17498" y="11500"/>
                </a:lnTo>
                <a:lnTo>
                  <a:pt x="17075" y="12084"/>
                </a:lnTo>
                <a:lnTo>
                  <a:pt x="16894" y="12259"/>
                </a:lnTo>
                <a:lnTo>
                  <a:pt x="16894" y="12434"/>
                </a:lnTo>
                <a:lnTo>
                  <a:pt x="17014" y="12610"/>
                </a:lnTo>
                <a:lnTo>
                  <a:pt x="17136" y="12668"/>
                </a:lnTo>
                <a:lnTo>
                  <a:pt x="17256" y="12610"/>
                </a:lnTo>
                <a:lnTo>
                  <a:pt x="17317" y="12552"/>
                </a:lnTo>
                <a:lnTo>
                  <a:pt x="17799" y="11909"/>
                </a:lnTo>
                <a:lnTo>
                  <a:pt x="18282" y="11209"/>
                </a:lnTo>
                <a:lnTo>
                  <a:pt x="18825" y="11852"/>
                </a:lnTo>
                <a:lnTo>
                  <a:pt x="18583" y="12259"/>
                </a:lnTo>
                <a:lnTo>
                  <a:pt x="18342" y="12668"/>
                </a:lnTo>
                <a:lnTo>
                  <a:pt x="18041" y="13135"/>
                </a:lnTo>
                <a:lnTo>
                  <a:pt x="17980" y="13428"/>
                </a:lnTo>
                <a:lnTo>
                  <a:pt x="17980" y="13662"/>
                </a:lnTo>
                <a:lnTo>
                  <a:pt x="18041" y="13778"/>
                </a:lnTo>
                <a:lnTo>
                  <a:pt x="18161" y="13778"/>
                </a:lnTo>
                <a:lnTo>
                  <a:pt x="18402" y="13662"/>
                </a:lnTo>
                <a:lnTo>
                  <a:pt x="18523" y="13486"/>
                </a:lnTo>
                <a:lnTo>
                  <a:pt x="18764" y="13019"/>
                </a:lnTo>
                <a:lnTo>
                  <a:pt x="19126" y="12259"/>
                </a:lnTo>
                <a:lnTo>
                  <a:pt x="19429" y="12727"/>
                </a:lnTo>
                <a:lnTo>
                  <a:pt x="19730" y="13194"/>
                </a:lnTo>
                <a:lnTo>
                  <a:pt x="19429" y="13837"/>
                </a:lnTo>
                <a:lnTo>
                  <a:pt x="19126" y="14478"/>
                </a:lnTo>
                <a:lnTo>
                  <a:pt x="18945" y="14478"/>
                </a:lnTo>
                <a:lnTo>
                  <a:pt x="18764" y="14828"/>
                </a:lnTo>
                <a:lnTo>
                  <a:pt x="18644" y="15121"/>
                </a:lnTo>
                <a:lnTo>
                  <a:pt x="18644" y="15353"/>
                </a:lnTo>
                <a:lnTo>
                  <a:pt x="18764" y="15471"/>
                </a:lnTo>
                <a:lnTo>
                  <a:pt x="19065" y="15471"/>
                </a:lnTo>
                <a:lnTo>
                  <a:pt x="19126" y="15412"/>
                </a:lnTo>
                <a:lnTo>
                  <a:pt x="19429" y="15003"/>
                </a:lnTo>
                <a:lnTo>
                  <a:pt x="19669" y="14596"/>
                </a:lnTo>
                <a:lnTo>
                  <a:pt x="19911" y="14187"/>
                </a:lnTo>
                <a:lnTo>
                  <a:pt x="20031" y="13778"/>
                </a:lnTo>
                <a:lnTo>
                  <a:pt x="20273" y="14362"/>
                </a:lnTo>
                <a:lnTo>
                  <a:pt x="20514" y="15003"/>
                </a:lnTo>
                <a:lnTo>
                  <a:pt x="19850" y="16055"/>
                </a:lnTo>
                <a:lnTo>
                  <a:pt x="19730" y="16055"/>
                </a:lnTo>
                <a:lnTo>
                  <a:pt x="19610" y="16346"/>
                </a:lnTo>
                <a:lnTo>
                  <a:pt x="19488" y="16580"/>
                </a:lnTo>
                <a:lnTo>
                  <a:pt x="19488" y="16755"/>
                </a:lnTo>
                <a:lnTo>
                  <a:pt x="19610" y="16872"/>
                </a:lnTo>
                <a:lnTo>
                  <a:pt x="19850" y="16872"/>
                </a:lnTo>
                <a:lnTo>
                  <a:pt x="19972" y="16813"/>
                </a:lnTo>
                <a:lnTo>
                  <a:pt x="20333" y="16230"/>
                </a:lnTo>
                <a:lnTo>
                  <a:pt x="20695" y="15646"/>
                </a:lnTo>
                <a:lnTo>
                  <a:pt x="20876" y="16638"/>
                </a:lnTo>
                <a:lnTo>
                  <a:pt x="20575" y="16931"/>
                </a:lnTo>
                <a:lnTo>
                  <a:pt x="20092" y="17631"/>
                </a:lnTo>
                <a:lnTo>
                  <a:pt x="20031" y="17865"/>
                </a:lnTo>
                <a:lnTo>
                  <a:pt x="20031" y="18097"/>
                </a:lnTo>
                <a:lnTo>
                  <a:pt x="20092" y="18156"/>
                </a:lnTo>
                <a:lnTo>
                  <a:pt x="20153" y="18156"/>
                </a:lnTo>
                <a:lnTo>
                  <a:pt x="20333" y="18097"/>
                </a:lnTo>
                <a:lnTo>
                  <a:pt x="20514" y="17981"/>
                </a:lnTo>
                <a:lnTo>
                  <a:pt x="20876" y="17281"/>
                </a:lnTo>
                <a:lnTo>
                  <a:pt x="20937" y="17806"/>
                </a:lnTo>
                <a:lnTo>
                  <a:pt x="20815" y="18740"/>
                </a:lnTo>
                <a:lnTo>
                  <a:pt x="20575" y="18974"/>
                </a:lnTo>
                <a:lnTo>
                  <a:pt x="20333" y="19206"/>
                </a:lnTo>
                <a:lnTo>
                  <a:pt x="20273" y="19440"/>
                </a:lnTo>
                <a:lnTo>
                  <a:pt x="20273" y="19556"/>
                </a:lnTo>
                <a:lnTo>
                  <a:pt x="20333" y="19674"/>
                </a:lnTo>
                <a:lnTo>
                  <a:pt x="20454" y="19732"/>
                </a:lnTo>
                <a:lnTo>
                  <a:pt x="20514" y="19732"/>
                </a:lnTo>
                <a:lnTo>
                  <a:pt x="20756" y="19556"/>
                </a:lnTo>
                <a:lnTo>
                  <a:pt x="20815" y="20141"/>
                </a:lnTo>
                <a:lnTo>
                  <a:pt x="20876" y="20199"/>
                </a:lnTo>
                <a:lnTo>
                  <a:pt x="20937" y="20141"/>
                </a:lnTo>
                <a:lnTo>
                  <a:pt x="21057" y="19966"/>
                </a:lnTo>
                <a:lnTo>
                  <a:pt x="21238" y="19732"/>
                </a:lnTo>
                <a:lnTo>
                  <a:pt x="21419" y="19206"/>
                </a:lnTo>
                <a:lnTo>
                  <a:pt x="21539" y="18681"/>
                </a:lnTo>
                <a:lnTo>
                  <a:pt x="21600" y="18156"/>
                </a:lnTo>
                <a:lnTo>
                  <a:pt x="21600" y="16931"/>
                </a:lnTo>
                <a:lnTo>
                  <a:pt x="21539" y="16288"/>
                </a:lnTo>
                <a:lnTo>
                  <a:pt x="21419" y="15703"/>
                </a:lnTo>
                <a:lnTo>
                  <a:pt x="21299" y="15062"/>
                </a:lnTo>
                <a:lnTo>
                  <a:pt x="21118" y="14419"/>
                </a:lnTo>
                <a:lnTo>
                  <a:pt x="20876" y="13837"/>
                </a:lnTo>
                <a:lnTo>
                  <a:pt x="20634" y="13253"/>
                </a:lnTo>
                <a:lnTo>
                  <a:pt x="20273" y="12668"/>
                </a:lnTo>
                <a:lnTo>
                  <a:pt x="19972" y="12143"/>
                </a:lnTo>
                <a:lnTo>
                  <a:pt x="19549" y="11618"/>
                </a:lnTo>
                <a:lnTo>
                  <a:pt x="19126" y="11093"/>
                </a:lnTo>
                <a:lnTo>
                  <a:pt x="18644" y="10568"/>
                </a:lnTo>
                <a:lnTo>
                  <a:pt x="18161" y="10100"/>
                </a:lnTo>
                <a:lnTo>
                  <a:pt x="17014" y="9166"/>
                </a:lnTo>
                <a:lnTo>
                  <a:pt x="15868" y="8349"/>
                </a:lnTo>
                <a:lnTo>
                  <a:pt x="14662" y="7531"/>
                </a:lnTo>
                <a:lnTo>
                  <a:pt x="14782" y="7065"/>
                </a:lnTo>
                <a:lnTo>
                  <a:pt x="14843" y="6656"/>
                </a:lnTo>
                <a:lnTo>
                  <a:pt x="14902" y="5663"/>
                </a:lnTo>
                <a:lnTo>
                  <a:pt x="14963" y="4612"/>
                </a:lnTo>
                <a:lnTo>
                  <a:pt x="15266" y="350"/>
                </a:lnTo>
                <a:lnTo>
                  <a:pt x="15205" y="175"/>
                </a:lnTo>
                <a:lnTo>
                  <a:pt x="15144" y="59"/>
                </a:lnTo>
                <a:lnTo>
                  <a:pt x="14963" y="0"/>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554" name="Google Shape;202;p3"/>
          <p:cNvSpPr/>
          <p:nvPr/>
        </p:nvSpPr>
        <p:spPr>
          <a:xfrm>
            <a:off x="6507132" y="4533962"/>
            <a:ext cx="521293" cy="53896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211" y="6172"/>
                </a:moveTo>
                <a:lnTo>
                  <a:pt x="16081" y="6214"/>
                </a:lnTo>
                <a:lnTo>
                  <a:pt x="15951" y="6255"/>
                </a:lnTo>
                <a:lnTo>
                  <a:pt x="15866" y="6339"/>
                </a:lnTo>
                <a:lnTo>
                  <a:pt x="15693" y="6547"/>
                </a:lnTo>
                <a:lnTo>
                  <a:pt x="15693" y="6797"/>
                </a:lnTo>
                <a:lnTo>
                  <a:pt x="15736" y="6839"/>
                </a:lnTo>
                <a:lnTo>
                  <a:pt x="15780" y="6881"/>
                </a:lnTo>
                <a:lnTo>
                  <a:pt x="15866" y="6881"/>
                </a:lnTo>
                <a:lnTo>
                  <a:pt x="15951" y="6797"/>
                </a:lnTo>
                <a:lnTo>
                  <a:pt x="16038" y="6756"/>
                </a:lnTo>
                <a:lnTo>
                  <a:pt x="16124" y="6589"/>
                </a:lnTo>
                <a:lnTo>
                  <a:pt x="16253" y="6422"/>
                </a:lnTo>
                <a:lnTo>
                  <a:pt x="16340" y="6255"/>
                </a:lnTo>
                <a:lnTo>
                  <a:pt x="16340" y="6172"/>
                </a:lnTo>
                <a:close/>
                <a:moveTo>
                  <a:pt x="15564" y="6922"/>
                </a:moveTo>
                <a:lnTo>
                  <a:pt x="15478" y="6964"/>
                </a:lnTo>
                <a:lnTo>
                  <a:pt x="15305" y="7172"/>
                </a:lnTo>
                <a:lnTo>
                  <a:pt x="15176" y="7381"/>
                </a:lnTo>
                <a:lnTo>
                  <a:pt x="15132" y="7422"/>
                </a:lnTo>
                <a:lnTo>
                  <a:pt x="15132" y="7506"/>
                </a:lnTo>
                <a:lnTo>
                  <a:pt x="15219" y="7589"/>
                </a:lnTo>
                <a:lnTo>
                  <a:pt x="15305" y="7631"/>
                </a:lnTo>
                <a:lnTo>
                  <a:pt x="15392" y="7589"/>
                </a:lnTo>
                <a:lnTo>
                  <a:pt x="15434" y="7547"/>
                </a:lnTo>
                <a:lnTo>
                  <a:pt x="15564" y="7339"/>
                </a:lnTo>
                <a:lnTo>
                  <a:pt x="15693" y="7131"/>
                </a:lnTo>
                <a:lnTo>
                  <a:pt x="15736" y="7047"/>
                </a:lnTo>
                <a:lnTo>
                  <a:pt x="15651" y="6964"/>
                </a:lnTo>
                <a:lnTo>
                  <a:pt x="15564" y="6922"/>
                </a:lnTo>
                <a:close/>
                <a:moveTo>
                  <a:pt x="20264" y="7297"/>
                </a:moveTo>
                <a:lnTo>
                  <a:pt x="20608" y="7631"/>
                </a:lnTo>
                <a:lnTo>
                  <a:pt x="20565" y="7631"/>
                </a:lnTo>
                <a:lnTo>
                  <a:pt x="20435" y="7756"/>
                </a:lnTo>
                <a:lnTo>
                  <a:pt x="20393" y="7589"/>
                </a:lnTo>
                <a:lnTo>
                  <a:pt x="20264" y="7297"/>
                </a:lnTo>
                <a:close/>
                <a:moveTo>
                  <a:pt x="14917" y="7714"/>
                </a:moveTo>
                <a:lnTo>
                  <a:pt x="14788" y="7798"/>
                </a:lnTo>
                <a:lnTo>
                  <a:pt x="14615" y="7923"/>
                </a:lnTo>
                <a:lnTo>
                  <a:pt x="14573" y="8089"/>
                </a:lnTo>
                <a:lnTo>
                  <a:pt x="14529" y="8173"/>
                </a:lnTo>
                <a:lnTo>
                  <a:pt x="14573" y="8214"/>
                </a:lnTo>
                <a:lnTo>
                  <a:pt x="14659" y="8299"/>
                </a:lnTo>
                <a:lnTo>
                  <a:pt x="14788" y="8299"/>
                </a:lnTo>
                <a:lnTo>
                  <a:pt x="14831" y="8256"/>
                </a:lnTo>
                <a:lnTo>
                  <a:pt x="14874" y="8173"/>
                </a:lnTo>
                <a:lnTo>
                  <a:pt x="14961" y="8006"/>
                </a:lnTo>
                <a:lnTo>
                  <a:pt x="15046" y="7964"/>
                </a:lnTo>
                <a:lnTo>
                  <a:pt x="15090" y="7881"/>
                </a:lnTo>
                <a:lnTo>
                  <a:pt x="15132" y="7798"/>
                </a:lnTo>
                <a:lnTo>
                  <a:pt x="15132" y="7756"/>
                </a:lnTo>
                <a:lnTo>
                  <a:pt x="15090" y="7756"/>
                </a:lnTo>
                <a:lnTo>
                  <a:pt x="15003" y="7714"/>
                </a:lnTo>
                <a:close/>
                <a:moveTo>
                  <a:pt x="20652" y="7673"/>
                </a:moveTo>
                <a:lnTo>
                  <a:pt x="20954" y="8006"/>
                </a:lnTo>
                <a:lnTo>
                  <a:pt x="21212" y="8381"/>
                </a:lnTo>
                <a:lnTo>
                  <a:pt x="20954" y="8632"/>
                </a:lnTo>
                <a:lnTo>
                  <a:pt x="20954" y="8549"/>
                </a:lnTo>
                <a:lnTo>
                  <a:pt x="20996" y="8339"/>
                </a:lnTo>
                <a:lnTo>
                  <a:pt x="20954" y="8089"/>
                </a:lnTo>
                <a:lnTo>
                  <a:pt x="20954" y="8048"/>
                </a:lnTo>
                <a:lnTo>
                  <a:pt x="20867" y="7964"/>
                </a:lnTo>
                <a:lnTo>
                  <a:pt x="20781" y="7964"/>
                </a:lnTo>
                <a:lnTo>
                  <a:pt x="20737" y="8006"/>
                </a:lnTo>
                <a:lnTo>
                  <a:pt x="20781" y="8048"/>
                </a:lnTo>
                <a:lnTo>
                  <a:pt x="20737" y="8214"/>
                </a:lnTo>
                <a:lnTo>
                  <a:pt x="20694" y="8464"/>
                </a:lnTo>
                <a:lnTo>
                  <a:pt x="20608" y="8716"/>
                </a:lnTo>
                <a:lnTo>
                  <a:pt x="20608" y="9049"/>
                </a:lnTo>
                <a:lnTo>
                  <a:pt x="20134" y="9758"/>
                </a:lnTo>
                <a:lnTo>
                  <a:pt x="20177" y="9341"/>
                </a:lnTo>
                <a:lnTo>
                  <a:pt x="20264" y="8924"/>
                </a:lnTo>
                <a:lnTo>
                  <a:pt x="20435" y="8674"/>
                </a:lnTo>
                <a:lnTo>
                  <a:pt x="20435" y="8549"/>
                </a:lnTo>
                <a:lnTo>
                  <a:pt x="20522" y="8507"/>
                </a:lnTo>
                <a:lnTo>
                  <a:pt x="20565" y="8464"/>
                </a:lnTo>
                <a:lnTo>
                  <a:pt x="20608" y="8381"/>
                </a:lnTo>
                <a:lnTo>
                  <a:pt x="20608" y="8256"/>
                </a:lnTo>
                <a:lnTo>
                  <a:pt x="20565" y="8048"/>
                </a:lnTo>
                <a:lnTo>
                  <a:pt x="20652" y="7673"/>
                </a:lnTo>
                <a:close/>
                <a:moveTo>
                  <a:pt x="19832" y="10049"/>
                </a:moveTo>
                <a:lnTo>
                  <a:pt x="19918" y="10091"/>
                </a:lnTo>
                <a:lnTo>
                  <a:pt x="19832" y="10174"/>
                </a:lnTo>
                <a:lnTo>
                  <a:pt x="19832" y="10049"/>
                </a:lnTo>
                <a:close/>
                <a:moveTo>
                  <a:pt x="13452" y="9758"/>
                </a:moveTo>
                <a:lnTo>
                  <a:pt x="13408" y="9799"/>
                </a:lnTo>
                <a:lnTo>
                  <a:pt x="13279" y="9841"/>
                </a:lnTo>
                <a:lnTo>
                  <a:pt x="13149" y="10008"/>
                </a:lnTo>
                <a:lnTo>
                  <a:pt x="13149" y="10216"/>
                </a:lnTo>
                <a:lnTo>
                  <a:pt x="13193" y="10258"/>
                </a:lnTo>
                <a:lnTo>
                  <a:pt x="13408" y="10258"/>
                </a:lnTo>
                <a:lnTo>
                  <a:pt x="13452" y="10216"/>
                </a:lnTo>
                <a:lnTo>
                  <a:pt x="13581" y="10008"/>
                </a:lnTo>
                <a:lnTo>
                  <a:pt x="13581" y="9841"/>
                </a:lnTo>
                <a:lnTo>
                  <a:pt x="13537" y="9799"/>
                </a:lnTo>
                <a:lnTo>
                  <a:pt x="13452" y="9758"/>
                </a:lnTo>
                <a:close/>
                <a:moveTo>
                  <a:pt x="19487" y="10008"/>
                </a:moveTo>
                <a:lnTo>
                  <a:pt x="19487" y="10299"/>
                </a:lnTo>
                <a:lnTo>
                  <a:pt x="19530" y="10424"/>
                </a:lnTo>
                <a:lnTo>
                  <a:pt x="19574" y="10508"/>
                </a:lnTo>
                <a:lnTo>
                  <a:pt x="19272" y="10926"/>
                </a:lnTo>
                <a:lnTo>
                  <a:pt x="19228" y="10676"/>
                </a:lnTo>
                <a:lnTo>
                  <a:pt x="19186" y="10424"/>
                </a:lnTo>
                <a:lnTo>
                  <a:pt x="19186" y="10341"/>
                </a:lnTo>
                <a:lnTo>
                  <a:pt x="19487" y="10008"/>
                </a:lnTo>
                <a:close/>
                <a:moveTo>
                  <a:pt x="18884" y="10676"/>
                </a:moveTo>
                <a:lnTo>
                  <a:pt x="18884" y="11009"/>
                </a:lnTo>
                <a:lnTo>
                  <a:pt x="18926" y="11134"/>
                </a:lnTo>
                <a:lnTo>
                  <a:pt x="19013" y="11301"/>
                </a:lnTo>
                <a:lnTo>
                  <a:pt x="18797" y="11551"/>
                </a:lnTo>
                <a:lnTo>
                  <a:pt x="18711" y="11718"/>
                </a:lnTo>
                <a:lnTo>
                  <a:pt x="18755" y="11217"/>
                </a:lnTo>
                <a:lnTo>
                  <a:pt x="18711" y="11134"/>
                </a:lnTo>
                <a:lnTo>
                  <a:pt x="18625" y="11092"/>
                </a:lnTo>
                <a:lnTo>
                  <a:pt x="18582" y="11051"/>
                </a:lnTo>
                <a:lnTo>
                  <a:pt x="18884" y="10676"/>
                </a:lnTo>
                <a:close/>
                <a:moveTo>
                  <a:pt x="11296" y="2669"/>
                </a:moveTo>
                <a:lnTo>
                  <a:pt x="11252" y="2752"/>
                </a:lnTo>
                <a:lnTo>
                  <a:pt x="10735" y="3252"/>
                </a:lnTo>
                <a:lnTo>
                  <a:pt x="10304" y="3837"/>
                </a:lnTo>
                <a:lnTo>
                  <a:pt x="9399" y="4962"/>
                </a:lnTo>
                <a:lnTo>
                  <a:pt x="8968" y="5546"/>
                </a:lnTo>
                <a:lnTo>
                  <a:pt x="8494" y="6089"/>
                </a:lnTo>
                <a:lnTo>
                  <a:pt x="8019" y="6630"/>
                </a:lnTo>
                <a:lnTo>
                  <a:pt x="7459" y="7131"/>
                </a:lnTo>
                <a:lnTo>
                  <a:pt x="7373" y="7214"/>
                </a:lnTo>
                <a:lnTo>
                  <a:pt x="7373" y="7339"/>
                </a:lnTo>
                <a:lnTo>
                  <a:pt x="7329" y="7339"/>
                </a:lnTo>
                <a:lnTo>
                  <a:pt x="7243" y="7381"/>
                </a:lnTo>
                <a:lnTo>
                  <a:pt x="7243" y="7464"/>
                </a:lnTo>
                <a:lnTo>
                  <a:pt x="7286" y="7506"/>
                </a:lnTo>
                <a:lnTo>
                  <a:pt x="7415" y="7714"/>
                </a:lnTo>
                <a:lnTo>
                  <a:pt x="7631" y="7923"/>
                </a:lnTo>
                <a:lnTo>
                  <a:pt x="8019" y="8256"/>
                </a:lnTo>
                <a:lnTo>
                  <a:pt x="8924" y="8882"/>
                </a:lnTo>
                <a:lnTo>
                  <a:pt x="9916" y="9507"/>
                </a:lnTo>
                <a:lnTo>
                  <a:pt x="10131" y="9674"/>
                </a:lnTo>
                <a:lnTo>
                  <a:pt x="10304" y="9883"/>
                </a:lnTo>
                <a:lnTo>
                  <a:pt x="10650" y="10299"/>
                </a:lnTo>
                <a:lnTo>
                  <a:pt x="10821" y="10466"/>
                </a:lnTo>
                <a:lnTo>
                  <a:pt x="11037" y="10633"/>
                </a:lnTo>
                <a:lnTo>
                  <a:pt x="11469" y="10884"/>
                </a:lnTo>
                <a:lnTo>
                  <a:pt x="12503" y="11551"/>
                </a:lnTo>
                <a:lnTo>
                  <a:pt x="13495" y="12259"/>
                </a:lnTo>
                <a:lnTo>
                  <a:pt x="14443" y="12968"/>
                </a:lnTo>
                <a:lnTo>
                  <a:pt x="14529" y="13010"/>
                </a:lnTo>
                <a:lnTo>
                  <a:pt x="14659" y="13010"/>
                </a:lnTo>
                <a:lnTo>
                  <a:pt x="14744" y="12968"/>
                </a:lnTo>
                <a:lnTo>
                  <a:pt x="14788" y="12926"/>
                </a:lnTo>
                <a:lnTo>
                  <a:pt x="14831" y="12843"/>
                </a:lnTo>
                <a:lnTo>
                  <a:pt x="14874" y="12718"/>
                </a:lnTo>
                <a:lnTo>
                  <a:pt x="14831" y="12635"/>
                </a:lnTo>
                <a:lnTo>
                  <a:pt x="14744" y="12551"/>
                </a:lnTo>
                <a:lnTo>
                  <a:pt x="13839" y="11843"/>
                </a:lnTo>
                <a:lnTo>
                  <a:pt x="13883" y="11801"/>
                </a:lnTo>
                <a:lnTo>
                  <a:pt x="14012" y="11593"/>
                </a:lnTo>
                <a:lnTo>
                  <a:pt x="14098" y="11384"/>
                </a:lnTo>
                <a:lnTo>
                  <a:pt x="14098" y="11301"/>
                </a:lnTo>
                <a:lnTo>
                  <a:pt x="14054" y="11259"/>
                </a:lnTo>
                <a:lnTo>
                  <a:pt x="13969" y="11259"/>
                </a:lnTo>
                <a:lnTo>
                  <a:pt x="13796" y="11426"/>
                </a:lnTo>
                <a:lnTo>
                  <a:pt x="13624" y="11634"/>
                </a:lnTo>
                <a:lnTo>
                  <a:pt x="13581" y="11676"/>
                </a:lnTo>
                <a:lnTo>
                  <a:pt x="12934" y="11217"/>
                </a:lnTo>
                <a:lnTo>
                  <a:pt x="12718" y="11092"/>
                </a:lnTo>
                <a:lnTo>
                  <a:pt x="12762" y="11009"/>
                </a:lnTo>
                <a:lnTo>
                  <a:pt x="12805" y="10926"/>
                </a:lnTo>
                <a:lnTo>
                  <a:pt x="12977" y="10759"/>
                </a:lnTo>
                <a:lnTo>
                  <a:pt x="13020" y="10716"/>
                </a:lnTo>
                <a:lnTo>
                  <a:pt x="13020" y="10591"/>
                </a:lnTo>
                <a:lnTo>
                  <a:pt x="12934" y="10550"/>
                </a:lnTo>
                <a:lnTo>
                  <a:pt x="12891" y="10591"/>
                </a:lnTo>
                <a:lnTo>
                  <a:pt x="12805" y="10550"/>
                </a:lnTo>
                <a:lnTo>
                  <a:pt x="12718" y="10591"/>
                </a:lnTo>
                <a:lnTo>
                  <a:pt x="12589" y="10716"/>
                </a:lnTo>
                <a:lnTo>
                  <a:pt x="12460" y="10884"/>
                </a:lnTo>
                <a:lnTo>
                  <a:pt x="11899" y="10550"/>
                </a:lnTo>
                <a:lnTo>
                  <a:pt x="11813" y="10466"/>
                </a:lnTo>
                <a:lnTo>
                  <a:pt x="12028" y="10133"/>
                </a:lnTo>
                <a:lnTo>
                  <a:pt x="12028" y="10008"/>
                </a:lnTo>
                <a:lnTo>
                  <a:pt x="11986" y="9924"/>
                </a:lnTo>
                <a:lnTo>
                  <a:pt x="11857" y="9883"/>
                </a:lnTo>
                <a:lnTo>
                  <a:pt x="11813" y="9924"/>
                </a:lnTo>
                <a:lnTo>
                  <a:pt x="11770" y="9966"/>
                </a:lnTo>
                <a:lnTo>
                  <a:pt x="11469" y="10299"/>
                </a:lnTo>
                <a:lnTo>
                  <a:pt x="11209" y="10091"/>
                </a:lnTo>
                <a:lnTo>
                  <a:pt x="10994" y="9883"/>
                </a:lnTo>
                <a:lnTo>
                  <a:pt x="10735" y="9591"/>
                </a:lnTo>
                <a:lnTo>
                  <a:pt x="10821" y="9466"/>
                </a:lnTo>
                <a:lnTo>
                  <a:pt x="10908" y="9341"/>
                </a:lnTo>
                <a:lnTo>
                  <a:pt x="10994" y="9049"/>
                </a:lnTo>
                <a:lnTo>
                  <a:pt x="10994" y="8966"/>
                </a:lnTo>
                <a:lnTo>
                  <a:pt x="10950" y="8924"/>
                </a:lnTo>
                <a:lnTo>
                  <a:pt x="10865" y="8924"/>
                </a:lnTo>
                <a:lnTo>
                  <a:pt x="10779" y="8966"/>
                </a:lnTo>
                <a:lnTo>
                  <a:pt x="10563" y="9216"/>
                </a:lnTo>
                <a:lnTo>
                  <a:pt x="10520" y="9299"/>
                </a:lnTo>
                <a:lnTo>
                  <a:pt x="10304" y="9132"/>
                </a:lnTo>
                <a:lnTo>
                  <a:pt x="9787" y="8799"/>
                </a:lnTo>
                <a:lnTo>
                  <a:pt x="9830" y="8464"/>
                </a:lnTo>
                <a:lnTo>
                  <a:pt x="9830" y="8424"/>
                </a:lnTo>
                <a:lnTo>
                  <a:pt x="9787" y="8339"/>
                </a:lnTo>
                <a:lnTo>
                  <a:pt x="9743" y="8299"/>
                </a:lnTo>
                <a:lnTo>
                  <a:pt x="9614" y="8299"/>
                </a:lnTo>
                <a:lnTo>
                  <a:pt x="9528" y="8339"/>
                </a:lnTo>
                <a:lnTo>
                  <a:pt x="9485" y="8464"/>
                </a:lnTo>
                <a:lnTo>
                  <a:pt x="9443" y="8590"/>
                </a:lnTo>
                <a:lnTo>
                  <a:pt x="9356" y="8549"/>
                </a:lnTo>
                <a:lnTo>
                  <a:pt x="8709" y="8089"/>
                </a:lnTo>
                <a:lnTo>
                  <a:pt x="8753" y="8048"/>
                </a:lnTo>
                <a:lnTo>
                  <a:pt x="8838" y="7923"/>
                </a:lnTo>
                <a:lnTo>
                  <a:pt x="8838" y="7798"/>
                </a:lnTo>
                <a:lnTo>
                  <a:pt x="8882" y="7673"/>
                </a:lnTo>
                <a:lnTo>
                  <a:pt x="8838" y="7631"/>
                </a:lnTo>
                <a:lnTo>
                  <a:pt x="8795" y="7631"/>
                </a:lnTo>
                <a:lnTo>
                  <a:pt x="8709" y="7673"/>
                </a:lnTo>
                <a:lnTo>
                  <a:pt x="8623" y="7673"/>
                </a:lnTo>
                <a:lnTo>
                  <a:pt x="8494" y="7756"/>
                </a:lnTo>
                <a:lnTo>
                  <a:pt x="8364" y="7839"/>
                </a:lnTo>
                <a:lnTo>
                  <a:pt x="7804" y="7547"/>
                </a:lnTo>
                <a:lnTo>
                  <a:pt x="7804" y="7506"/>
                </a:lnTo>
                <a:lnTo>
                  <a:pt x="8364" y="7006"/>
                </a:lnTo>
                <a:lnTo>
                  <a:pt x="8882" y="6422"/>
                </a:lnTo>
                <a:lnTo>
                  <a:pt x="8924" y="6505"/>
                </a:lnTo>
                <a:lnTo>
                  <a:pt x="8968" y="6547"/>
                </a:lnTo>
                <a:lnTo>
                  <a:pt x="9097" y="6547"/>
                </a:lnTo>
                <a:lnTo>
                  <a:pt x="9443" y="6339"/>
                </a:lnTo>
                <a:lnTo>
                  <a:pt x="9787" y="6130"/>
                </a:lnTo>
                <a:lnTo>
                  <a:pt x="10131" y="5921"/>
                </a:lnTo>
                <a:lnTo>
                  <a:pt x="10477" y="5712"/>
                </a:lnTo>
                <a:lnTo>
                  <a:pt x="10865" y="5546"/>
                </a:lnTo>
                <a:lnTo>
                  <a:pt x="11252" y="5379"/>
                </a:lnTo>
                <a:lnTo>
                  <a:pt x="11684" y="5296"/>
                </a:lnTo>
                <a:lnTo>
                  <a:pt x="12115" y="5254"/>
                </a:lnTo>
                <a:lnTo>
                  <a:pt x="12330" y="5254"/>
                </a:lnTo>
                <a:lnTo>
                  <a:pt x="12547" y="5296"/>
                </a:lnTo>
                <a:lnTo>
                  <a:pt x="12718" y="5379"/>
                </a:lnTo>
                <a:lnTo>
                  <a:pt x="12847" y="5504"/>
                </a:lnTo>
                <a:lnTo>
                  <a:pt x="12977" y="5671"/>
                </a:lnTo>
                <a:lnTo>
                  <a:pt x="13020" y="5839"/>
                </a:lnTo>
                <a:lnTo>
                  <a:pt x="13106" y="6255"/>
                </a:lnTo>
                <a:lnTo>
                  <a:pt x="13106" y="7589"/>
                </a:lnTo>
                <a:lnTo>
                  <a:pt x="13149" y="7964"/>
                </a:lnTo>
                <a:lnTo>
                  <a:pt x="13235" y="8381"/>
                </a:lnTo>
                <a:lnTo>
                  <a:pt x="13452" y="8757"/>
                </a:lnTo>
                <a:lnTo>
                  <a:pt x="13408" y="8882"/>
                </a:lnTo>
                <a:lnTo>
                  <a:pt x="13366" y="9007"/>
                </a:lnTo>
                <a:lnTo>
                  <a:pt x="13366" y="9257"/>
                </a:lnTo>
                <a:lnTo>
                  <a:pt x="13452" y="9382"/>
                </a:lnTo>
                <a:lnTo>
                  <a:pt x="13495" y="9466"/>
                </a:lnTo>
                <a:lnTo>
                  <a:pt x="13624" y="9549"/>
                </a:lnTo>
                <a:lnTo>
                  <a:pt x="13710" y="9633"/>
                </a:lnTo>
                <a:lnTo>
                  <a:pt x="13839" y="9674"/>
                </a:lnTo>
                <a:lnTo>
                  <a:pt x="14227" y="9674"/>
                </a:lnTo>
                <a:lnTo>
                  <a:pt x="14615" y="9883"/>
                </a:lnTo>
                <a:lnTo>
                  <a:pt x="15003" y="10049"/>
                </a:lnTo>
                <a:lnTo>
                  <a:pt x="15305" y="10091"/>
                </a:lnTo>
                <a:lnTo>
                  <a:pt x="15651" y="10091"/>
                </a:lnTo>
                <a:lnTo>
                  <a:pt x="16038" y="10008"/>
                </a:lnTo>
                <a:lnTo>
                  <a:pt x="16383" y="9883"/>
                </a:lnTo>
                <a:lnTo>
                  <a:pt x="16728" y="9758"/>
                </a:lnTo>
                <a:lnTo>
                  <a:pt x="17029" y="9549"/>
                </a:lnTo>
                <a:lnTo>
                  <a:pt x="17331" y="9341"/>
                </a:lnTo>
                <a:lnTo>
                  <a:pt x="17548" y="9132"/>
                </a:lnTo>
                <a:lnTo>
                  <a:pt x="17590" y="9091"/>
                </a:lnTo>
                <a:lnTo>
                  <a:pt x="17590" y="9007"/>
                </a:lnTo>
                <a:lnTo>
                  <a:pt x="17548" y="8882"/>
                </a:lnTo>
                <a:lnTo>
                  <a:pt x="17418" y="8841"/>
                </a:lnTo>
                <a:lnTo>
                  <a:pt x="17289" y="8841"/>
                </a:lnTo>
                <a:lnTo>
                  <a:pt x="16599" y="9257"/>
                </a:lnTo>
                <a:lnTo>
                  <a:pt x="16253" y="9424"/>
                </a:lnTo>
                <a:lnTo>
                  <a:pt x="15822" y="9549"/>
                </a:lnTo>
                <a:lnTo>
                  <a:pt x="15521" y="9633"/>
                </a:lnTo>
                <a:lnTo>
                  <a:pt x="15176" y="9591"/>
                </a:lnTo>
                <a:lnTo>
                  <a:pt x="14917" y="9507"/>
                </a:lnTo>
                <a:lnTo>
                  <a:pt x="14659" y="9341"/>
                </a:lnTo>
                <a:lnTo>
                  <a:pt x="14744" y="9216"/>
                </a:lnTo>
                <a:lnTo>
                  <a:pt x="14788" y="9049"/>
                </a:lnTo>
                <a:lnTo>
                  <a:pt x="14788" y="8924"/>
                </a:lnTo>
                <a:lnTo>
                  <a:pt x="14744" y="8841"/>
                </a:lnTo>
                <a:lnTo>
                  <a:pt x="14702" y="8799"/>
                </a:lnTo>
                <a:lnTo>
                  <a:pt x="14486" y="8674"/>
                </a:lnTo>
                <a:lnTo>
                  <a:pt x="14271" y="8549"/>
                </a:lnTo>
                <a:lnTo>
                  <a:pt x="13883" y="8549"/>
                </a:lnTo>
                <a:lnTo>
                  <a:pt x="13667" y="8089"/>
                </a:lnTo>
                <a:lnTo>
                  <a:pt x="13537" y="7631"/>
                </a:lnTo>
                <a:lnTo>
                  <a:pt x="13537" y="6839"/>
                </a:lnTo>
                <a:lnTo>
                  <a:pt x="13581" y="6422"/>
                </a:lnTo>
                <a:lnTo>
                  <a:pt x="13537" y="6004"/>
                </a:lnTo>
                <a:lnTo>
                  <a:pt x="13452" y="5671"/>
                </a:lnTo>
                <a:lnTo>
                  <a:pt x="13322" y="5379"/>
                </a:lnTo>
                <a:lnTo>
                  <a:pt x="13149" y="5171"/>
                </a:lnTo>
                <a:lnTo>
                  <a:pt x="12934" y="5004"/>
                </a:lnTo>
                <a:lnTo>
                  <a:pt x="12676" y="4921"/>
                </a:lnTo>
                <a:lnTo>
                  <a:pt x="12417" y="4837"/>
                </a:lnTo>
                <a:lnTo>
                  <a:pt x="11813" y="4837"/>
                </a:lnTo>
                <a:lnTo>
                  <a:pt x="11469" y="4879"/>
                </a:lnTo>
                <a:lnTo>
                  <a:pt x="11123" y="4962"/>
                </a:lnTo>
                <a:lnTo>
                  <a:pt x="10477" y="5212"/>
                </a:lnTo>
                <a:lnTo>
                  <a:pt x="9873" y="5546"/>
                </a:lnTo>
                <a:lnTo>
                  <a:pt x="9356" y="5921"/>
                </a:lnTo>
                <a:lnTo>
                  <a:pt x="9743" y="5421"/>
                </a:lnTo>
                <a:lnTo>
                  <a:pt x="10650" y="4254"/>
                </a:lnTo>
                <a:lnTo>
                  <a:pt x="11123" y="3627"/>
                </a:lnTo>
                <a:lnTo>
                  <a:pt x="11555" y="3002"/>
                </a:lnTo>
                <a:lnTo>
                  <a:pt x="11598" y="2919"/>
                </a:lnTo>
                <a:lnTo>
                  <a:pt x="11598" y="2877"/>
                </a:lnTo>
                <a:lnTo>
                  <a:pt x="11511" y="2752"/>
                </a:lnTo>
                <a:lnTo>
                  <a:pt x="11425" y="2710"/>
                </a:lnTo>
                <a:lnTo>
                  <a:pt x="11382" y="2669"/>
                </a:lnTo>
                <a:close/>
                <a:moveTo>
                  <a:pt x="18409" y="11217"/>
                </a:moveTo>
                <a:lnTo>
                  <a:pt x="18452" y="11259"/>
                </a:lnTo>
                <a:lnTo>
                  <a:pt x="18367" y="11801"/>
                </a:lnTo>
                <a:lnTo>
                  <a:pt x="18409" y="11843"/>
                </a:lnTo>
                <a:lnTo>
                  <a:pt x="18409" y="11884"/>
                </a:lnTo>
                <a:lnTo>
                  <a:pt x="18538" y="11926"/>
                </a:lnTo>
                <a:lnTo>
                  <a:pt x="18150" y="12385"/>
                </a:lnTo>
                <a:lnTo>
                  <a:pt x="18150" y="12301"/>
                </a:lnTo>
                <a:lnTo>
                  <a:pt x="18021" y="11926"/>
                </a:lnTo>
                <a:lnTo>
                  <a:pt x="17978" y="11884"/>
                </a:lnTo>
                <a:lnTo>
                  <a:pt x="17935" y="11884"/>
                </a:lnTo>
                <a:lnTo>
                  <a:pt x="17892" y="11926"/>
                </a:lnTo>
                <a:lnTo>
                  <a:pt x="17892" y="11968"/>
                </a:lnTo>
                <a:lnTo>
                  <a:pt x="17848" y="12301"/>
                </a:lnTo>
                <a:lnTo>
                  <a:pt x="17848" y="12718"/>
                </a:lnTo>
                <a:lnTo>
                  <a:pt x="17892" y="12760"/>
                </a:lnTo>
                <a:lnTo>
                  <a:pt x="17331" y="13469"/>
                </a:lnTo>
                <a:lnTo>
                  <a:pt x="17331" y="12635"/>
                </a:lnTo>
                <a:lnTo>
                  <a:pt x="17289" y="12593"/>
                </a:lnTo>
                <a:lnTo>
                  <a:pt x="18021" y="11718"/>
                </a:lnTo>
                <a:lnTo>
                  <a:pt x="18409" y="11217"/>
                </a:lnTo>
                <a:close/>
                <a:moveTo>
                  <a:pt x="17073" y="12843"/>
                </a:moveTo>
                <a:lnTo>
                  <a:pt x="16987" y="13136"/>
                </a:lnTo>
                <a:lnTo>
                  <a:pt x="16943" y="13386"/>
                </a:lnTo>
                <a:lnTo>
                  <a:pt x="16987" y="13511"/>
                </a:lnTo>
                <a:lnTo>
                  <a:pt x="17029" y="13594"/>
                </a:lnTo>
                <a:lnTo>
                  <a:pt x="17116" y="13636"/>
                </a:lnTo>
                <a:lnTo>
                  <a:pt x="17160" y="13636"/>
                </a:lnTo>
                <a:lnTo>
                  <a:pt x="16599" y="14345"/>
                </a:lnTo>
                <a:lnTo>
                  <a:pt x="16512" y="14386"/>
                </a:lnTo>
                <a:lnTo>
                  <a:pt x="16512" y="13678"/>
                </a:lnTo>
                <a:lnTo>
                  <a:pt x="16470" y="13553"/>
                </a:lnTo>
                <a:lnTo>
                  <a:pt x="17073" y="12843"/>
                </a:lnTo>
                <a:close/>
                <a:moveTo>
                  <a:pt x="5649" y="9091"/>
                </a:moveTo>
                <a:lnTo>
                  <a:pt x="5605" y="9132"/>
                </a:lnTo>
                <a:lnTo>
                  <a:pt x="5605" y="9174"/>
                </a:lnTo>
                <a:lnTo>
                  <a:pt x="5820" y="9341"/>
                </a:lnTo>
                <a:lnTo>
                  <a:pt x="5993" y="9466"/>
                </a:lnTo>
                <a:lnTo>
                  <a:pt x="6554" y="9758"/>
                </a:lnTo>
                <a:lnTo>
                  <a:pt x="7200" y="10049"/>
                </a:lnTo>
                <a:lnTo>
                  <a:pt x="7804" y="10383"/>
                </a:lnTo>
                <a:lnTo>
                  <a:pt x="8364" y="10801"/>
                </a:lnTo>
                <a:lnTo>
                  <a:pt x="8882" y="11176"/>
                </a:lnTo>
                <a:lnTo>
                  <a:pt x="9916" y="12093"/>
                </a:lnTo>
                <a:lnTo>
                  <a:pt x="10865" y="12926"/>
                </a:lnTo>
                <a:lnTo>
                  <a:pt x="11857" y="13761"/>
                </a:lnTo>
                <a:lnTo>
                  <a:pt x="12157" y="14011"/>
                </a:lnTo>
                <a:lnTo>
                  <a:pt x="12632" y="14386"/>
                </a:lnTo>
                <a:lnTo>
                  <a:pt x="12847" y="14511"/>
                </a:lnTo>
                <a:lnTo>
                  <a:pt x="13064" y="14595"/>
                </a:lnTo>
                <a:lnTo>
                  <a:pt x="13193" y="14595"/>
                </a:lnTo>
                <a:lnTo>
                  <a:pt x="13279" y="14553"/>
                </a:lnTo>
                <a:lnTo>
                  <a:pt x="13322" y="14511"/>
                </a:lnTo>
                <a:lnTo>
                  <a:pt x="13366" y="14428"/>
                </a:lnTo>
                <a:lnTo>
                  <a:pt x="13366" y="14303"/>
                </a:lnTo>
                <a:lnTo>
                  <a:pt x="13322" y="14178"/>
                </a:lnTo>
                <a:lnTo>
                  <a:pt x="13106" y="14011"/>
                </a:lnTo>
                <a:lnTo>
                  <a:pt x="12589" y="13636"/>
                </a:lnTo>
                <a:lnTo>
                  <a:pt x="12072" y="13219"/>
                </a:lnTo>
                <a:lnTo>
                  <a:pt x="11037" y="12343"/>
                </a:lnTo>
                <a:lnTo>
                  <a:pt x="10045" y="11426"/>
                </a:lnTo>
                <a:lnTo>
                  <a:pt x="9528" y="11009"/>
                </a:lnTo>
                <a:lnTo>
                  <a:pt x="9053" y="10633"/>
                </a:lnTo>
                <a:lnTo>
                  <a:pt x="8494" y="10258"/>
                </a:lnTo>
                <a:lnTo>
                  <a:pt x="7976" y="9883"/>
                </a:lnTo>
                <a:lnTo>
                  <a:pt x="7415" y="9591"/>
                </a:lnTo>
                <a:lnTo>
                  <a:pt x="6856" y="9341"/>
                </a:lnTo>
                <a:lnTo>
                  <a:pt x="6295" y="9132"/>
                </a:lnTo>
                <a:lnTo>
                  <a:pt x="6122" y="9091"/>
                </a:lnTo>
                <a:close/>
                <a:moveTo>
                  <a:pt x="1121" y="14303"/>
                </a:moveTo>
                <a:lnTo>
                  <a:pt x="1294" y="14428"/>
                </a:lnTo>
                <a:lnTo>
                  <a:pt x="1251" y="14511"/>
                </a:lnTo>
                <a:lnTo>
                  <a:pt x="1251" y="14636"/>
                </a:lnTo>
                <a:lnTo>
                  <a:pt x="1294" y="14595"/>
                </a:lnTo>
                <a:lnTo>
                  <a:pt x="1423" y="14678"/>
                </a:lnTo>
                <a:lnTo>
                  <a:pt x="1466" y="14761"/>
                </a:lnTo>
                <a:lnTo>
                  <a:pt x="1466" y="14845"/>
                </a:lnTo>
                <a:lnTo>
                  <a:pt x="1509" y="15053"/>
                </a:lnTo>
                <a:lnTo>
                  <a:pt x="1165" y="14886"/>
                </a:lnTo>
                <a:lnTo>
                  <a:pt x="992" y="14845"/>
                </a:lnTo>
                <a:lnTo>
                  <a:pt x="819" y="14803"/>
                </a:lnTo>
                <a:lnTo>
                  <a:pt x="992" y="14511"/>
                </a:lnTo>
                <a:lnTo>
                  <a:pt x="1121" y="14303"/>
                </a:lnTo>
                <a:close/>
                <a:moveTo>
                  <a:pt x="3191" y="12343"/>
                </a:moveTo>
                <a:lnTo>
                  <a:pt x="3104" y="12426"/>
                </a:lnTo>
                <a:lnTo>
                  <a:pt x="3104" y="12468"/>
                </a:lnTo>
                <a:lnTo>
                  <a:pt x="3277" y="12676"/>
                </a:lnTo>
                <a:lnTo>
                  <a:pt x="3450" y="12801"/>
                </a:lnTo>
                <a:lnTo>
                  <a:pt x="3881" y="13010"/>
                </a:lnTo>
                <a:lnTo>
                  <a:pt x="4440" y="13386"/>
                </a:lnTo>
                <a:lnTo>
                  <a:pt x="5001" y="13761"/>
                </a:lnTo>
                <a:lnTo>
                  <a:pt x="5993" y="14511"/>
                </a:lnTo>
                <a:lnTo>
                  <a:pt x="6510" y="14886"/>
                </a:lnTo>
                <a:lnTo>
                  <a:pt x="6769" y="15053"/>
                </a:lnTo>
                <a:lnTo>
                  <a:pt x="6898" y="15095"/>
                </a:lnTo>
                <a:lnTo>
                  <a:pt x="7114" y="15095"/>
                </a:lnTo>
                <a:lnTo>
                  <a:pt x="7200" y="15053"/>
                </a:lnTo>
                <a:lnTo>
                  <a:pt x="7243" y="14970"/>
                </a:lnTo>
                <a:lnTo>
                  <a:pt x="7200" y="14845"/>
                </a:lnTo>
                <a:lnTo>
                  <a:pt x="7157" y="14761"/>
                </a:lnTo>
                <a:lnTo>
                  <a:pt x="7071" y="14636"/>
                </a:lnTo>
                <a:lnTo>
                  <a:pt x="6898" y="14470"/>
                </a:lnTo>
                <a:lnTo>
                  <a:pt x="6467" y="14178"/>
                </a:lnTo>
                <a:lnTo>
                  <a:pt x="5303" y="13344"/>
                </a:lnTo>
                <a:lnTo>
                  <a:pt x="4742" y="12968"/>
                </a:lnTo>
                <a:lnTo>
                  <a:pt x="4139" y="12593"/>
                </a:lnTo>
                <a:lnTo>
                  <a:pt x="3923" y="12510"/>
                </a:lnTo>
                <a:lnTo>
                  <a:pt x="3665" y="12385"/>
                </a:lnTo>
                <a:lnTo>
                  <a:pt x="3450" y="12343"/>
                </a:lnTo>
                <a:close/>
                <a:moveTo>
                  <a:pt x="16168" y="13928"/>
                </a:moveTo>
                <a:lnTo>
                  <a:pt x="16124" y="14053"/>
                </a:lnTo>
                <a:lnTo>
                  <a:pt x="16124" y="14678"/>
                </a:lnTo>
                <a:lnTo>
                  <a:pt x="16168" y="14761"/>
                </a:lnTo>
                <a:lnTo>
                  <a:pt x="16211" y="14803"/>
                </a:lnTo>
                <a:lnTo>
                  <a:pt x="16124" y="14886"/>
                </a:lnTo>
                <a:lnTo>
                  <a:pt x="15736" y="15387"/>
                </a:lnTo>
                <a:lnTo>
                  <a:pt x="15780" y="14928"/>
                </a:lnTo>
                <a:lnTo>
                  <a:pt x="15822" y="14678"/>
                </a:lnTo>
                <a:lnTo>
                  <a:pt x="15822" y="14511"/>
                </a:lnTo>
                <a:lnTo>
                  <a:pt x="15780" y="14386"/>
                </a:lnTo>
                <a:lnTo>
                  <a:pt x="16168" y="13928"/>
                </a:lnTo>
                <a:close/>
                <a:moveTo>
                  <a:pt x="5174" y="9883"/>
                </a:moveTo>
                <a:lnTo>
                  <a:pt x="5088" y="9924"/>
                </a:lnTo>
                <a:lnTo>
                  <a:pt x="5001" y="10008"/>
                </a:lnTo>
                <a:lnTo>
                  <a:pt x="5001" y="10216"/>
                </a:lnTo>
                <a:lnTo>
                  <a:pt x="5044" y="10299"/>
                </a:lnTo>
                <a:lnTo>
                  <a:pt x="5130" y="10383"/>
                </a:lnTo>
                <a:lnTo>
                  <a:pt x="5303" y="10466"/>
                </a:lnTo>
                <a:lnTo>
                  <a:pt x="5691" y="10633"/>
                </a:lnTo>
                <a:lnTo>
                  <a:pt x="6036" y="10801"/>
                </a:lnTo>
                <a:lnTo>
                  <a:pt x="6337" y="10967"/>
                </a:lnTo>
                <a:lnTo>
                  <a:pt x="6898" y="11384"/>
                </a:lnTo>
                <a:lnTo>
                  <a:pt x="7459" y="11843"/>
                </a:lnTo>
                <a:lnTo>
                  <a:pt x="7976" y="12343"/>
                </a:lnTo>
                <a:lnTo>
                  <a:pt x="10089" y="14094"/>
                </a:lnTo>
                <a:lnTo>
                  <a:pt x="11167" y="14970"/>
                </a:lnTo>
                <a:lnTo>
                  <a:pt x="11425" y="15136"/>
                </a:lnTo>
                <a:lnTo>
                  <a:pt x="11684" y="15303"/>
                </a:lnTo>
                <a:lnTo>
                  <a:pt x="11942" y="15428"/>
                </a:lnTo>
                <a:lnTo>
                  <a:pt x="12072" y="15470"/>
                </a:lnTo>
                <a:lnTo>
                  <a:pt x="12201" y="15470"/>
                </a:lnTo>
                <a:lnTo>
                  <a:pt x="12287" y="15428"/>
                </a:lnTo>
                <a:lnTo>
                  <a:pt x="12330" y="15387"/>
                </a:lnTo>
                <a:lnTo>
                  <a:pt x="12374" y="15303"/>
                </a:lnTo>
                <a:lnTo>
                  <a:pt x="12330" y="15220"/>
                </a:lnTo>
                <a:lnTo>
                  <a:pt x="12244" y="15053"/>
                </a:lnTo>
                <a:lnTo>
                  <a:pt x="12072" y="14928"/>
                </a:lnTo>
                <a:lnTo>
                  <a:pt x="11727" y="14720"/>
                </a:lnTo>
                <a:lnTo>
                  <a:pt x="11209" y="14345"/>
                </a:lnTo>
                <a:lnTo>
                  <a:pt x="10735" y="13969"/>
                </a:lnTo>
                <a:lnTo>
                  <a:pt x="8882" y="12426"/>
                </a:lnTo>
                <a:lnTo>
                  <a:pt x="8019" y="11676"/>
                </a:lnTo>
                <a:lnTo>
                  <a:pt x="7157" y="10967"/>
                </a:lnTo>
                <a:lnTo>
                  <a:pt x="6683" y="10633"/>
                </a:lnTo>
                <a:lnTo>
                  <a:pt x="6166" y="10341"/>
                </a:lnTo>
                <a:lnTo>
                  <a:pt x="5605" y="10174"/>
                </a:lnTo>
                <a:lnTo>
                  <a:pt x="5347" y="10049"/>
                </a:lnTo>
                <a:lnTo>
                  <a:pt x="5260" y="9966"/>
                </a:lnTo>
                <a:lnTo>
                  <a:pt x="5217" y="9883"/>
                </a:lnTo>
                <a:close/>
                <a:moveTo>
                  <a:pt x="1811" y="14803"/>
                </a:moveTo>
                <a:lnTo>
                  <a:pt x="2458" y="15220"/>
                </a:lnTo>
                <a:lnTo>
                  <a:pt x="2458" y="15428"/>
                </a:lnTo>
                <a:lnTo>
                  <a:pt x="2499" y="15630"/>
                </a:lnTo>
                <a:lnTo>
                  <a:pt x="1768" y="15220"/>
                </a:lnTo>
                <a:lnTo>
                  <a:pt x="1855" y="15178"/>
                </a:lnTo>
                <a:lnTo>
                  <a:pt x="1897" y="15136"/>
                </a:lnTo>
                <a:lnTo>
                  <a:pt x="1897" y="15011"/>
                </a:lnTo>
                <a:lnTo>
                  <a:pt x="1811" y="14886"/>
                </a:lnTo>
                <a:lnTo>
                  <a:pt x="1811" y="14803"/>
                </a:lnTo>
                <a:close/>
                <a:moveTo>
                  <a:pt x="15521" y="14720"/>
                </a:moveTo>
                <a:lnTo>
                  <a:pt x="15478" y="14803"/>
                </a:lnTo>
                <a:lnTo>
                  <a:pt x="15348" y="15638"/>
                </a:lnTo>
                <a:lnTo>
                  <a:pt x="15348" y="15721"/>
                </a:lnTo>
                <a:lnTo>
                  <a:pt x="15392" y="15763"/>
                </a:lnTo>
                <a:lnTo>
                  <a:pt x="15176" y="16013"/>
                </a:lnTo>
                <a:lnTo>
                  <a:pt x="15176" y="15596"/>
                </a:lnTo>
                <a:lnTo>
                  <a:pt x="15132" y="15178"/>
                </a:lnTo>
                <a:lnTo>
                  <a:pt x="15521" y="14720"/>
                </a:lnTo>
                <a:close/>
                <a:moveTo>
                  <a:pt x="2889" y="15513"/>
                </a:moveTo>
                <a:lnTo>
                  <a:pt x="3104" y="15679"/>
                </a:lnTo>
                <a:lnTo>
                  <a:pt x="3277" y="15804"/>
                </a:lnTo>
                <a:lnTo>
                  <a:pt x="3277" y="16013"/>
                </a:lnTo>
                <a:lnTo>
                  <a:pt x="3320" y="16180"/>
                </a:lnTo>
                <a:lnTo>
                  <a:pt x="3062" y="16013"/>
                </a:lnTo>
                <a:lnTo>
                  <a:pt x="2803" y="15846"/>
                </a:lnTo>
                <a:lnTo>
                  <a:pt x="2932" y="15846"/>
                </a:lnTo>
                <a:lnTo>
                  <a:pt x="3018" y="15763"/>
                </a:lnTo>
                <a:lnTo>
                  <a:pt x="3018" y="15638"/>
                </a:lnTo>
                <a:lnTo>
                  <a:pt x="2889" y="15513"/>
                </a:lnTo>
                <a:close/>
                <a:moveTo>
                  <a:pt x="4225" y="11134"/>
                </a:moveTo>
                <a:lnTo>
                  <a:pt x="4182" y="11176"/>
                </a:lnTo>
                <a:lnTo>
                  <a:pt x="4139" y="11217"/>
                </a:lnTo>
                <a:lnTo>
                  <a:pt x="4182" y="11342"/>
                </a:lnTo>
                <a:lnTo>
                  <a:pt x="4225" y="11468"/>
                </a:lnTo>
                <a:lnTo>
                  <a:pt x="4484" y="11634"/>
                </a:lnTo>
                <a:lnTo>
                  <a:pt x="5476" y="12301"/>
                </a:lnTo>
                <a:lnTo>
                  <a:pt x="6424" y="13093"/>
                </a:lnTo>
                <a:lnTo>
                  <a:pt x="7329" y="13844"/>
                </a:lnTo>
                <a:lnTo>
                  <a:pt x="8321" y="14595"/>
                </a:lnTo>
                <a:lnTo>
                  <a:pt x="9312" y="15303"/>
                </a:lnTo>
                <a:lnTo>
                  <a:pt x="10261" y="15971"/>
                </a:lnTo>
                <a:lnTo>
                  <a:pt x="10735" y="16305"/>
                </a:lnTo>
                <a:lnTo>
                  <a:pt x="11252" y="16555"/>
                </a:lnTo>
                <a:lnTo>
                  <a:pt x="11382" y="16555"/>
                </a:lnTo>
                <a:lnTo>
                  <a:pt x="11511" y="16513"/>
                </a:lnTo>
                <a:lnTo>
                  <a:pt x="11598" y="16430"/>
                </a:lnTo>
                <a:lnTo>
                  <a:pt x="11640" y="16388"/>
                </a:lnTo>
                <a:lnTo>
                  <a:pt x="11640" y="16263"/>
                </a:lnTo>
                <a:lnTo>
                  <a:pt x="11598" y="16221"/>
                </a:lnTo>
                <a:lnTo>
                  <a:pt x="11511" y="16138"/>
                </a:lnTo>
                <a:lnTo>
                  <a:pt x="11425" y="16096"/>
                </a:lnTo>
                <a:lnTo>
                  <a:pt x="11167" y="15929"/>
                </a:lnTo>
                <a:lnTo>
                  <a:pt x="10908" y="15763"/>
                </a:lnTo>
                <a:lnTo>
                  <a:pt x="9743" y="15011"/>
                </a:lnTo>
                <a:lnTo>
                  <a:pt x="8666" y="14219"/>
                </a:lnTo>
                <a:lnTo>
                  <a:pt x="7631" y="13428"/>
                </a:lnTo>
                <a:lnTo>
                  <a:pt x="6639" y="12635"/>
                </a:lnTo>
                <a:lnTo>
                  <a:pt x="5605" y="11843"/>
                </a:lnTo>
                <a:lnTo>
                  <a:pt x="5347" y="11634"/>
                </a:lnTo>
                <a:lnTo>
                  <a:pt x="4872" y="11342"/>
                </a:lnTo>
                <a:lnTo>
                  <a:pt x="4613" y="11217"/>
                </a:lnTo>
                <a:lnTo>
                  <a:pt x="4398" y="11134"/>
                </a:lnTo>
                <a:close/>
                <a:moveTo>
                  <a:pt x="3708" y="16054"/>
                </a:moveTo>
                <a:lnTo>
                  <a:pt x="4440" y="16555"/>
                </a:lnTo>
                <a:lnTo>
                  <a:pt x="4398" y="16763"/>
                </a:lnTo>
                <a:lnTo>
                  <a:pt x="4398" y="16888"/>
                </a:lnTo>
                <a:lnTo>
                  <a:pt x="3923" y="16555"/>
                </a:lnTo>
                <a:lnTo>
                  <a:pt x="3923" y="16471"/>
                </a:lnTo>
                <a:lnTo>
                  <a:pt x="3881" y="16388"/>
                </a:lnTo>
                <a:lnTo>
                  <a:pt x="3752" y="16221"/>
                </a:lnTo>
                <a:lnTo>
                  <a:pt x="3708" y="16054"/>
                </a:lnTo>
                <a:close/>
                <a:moveTo>
                  <a:pt x="14917" y="15387"/>
                </a:moveTo>
                <a:lnTo>
                  <a:pt x="14831" y="15888"/>
                </a:lnTo>
                <a:lnTo>
                  <a:pt x="14788" y="16388"/>
                </a:lnTo>
                <a:lnTo>
                  <a:pt x="14788" y="16471"/>
                </a:lnTo>
                <a:lnTo>
                  <a:pt x="14271" y="17097"/>
                </a:lnTo>
                <a:lnTo>
                  <a:pt x="14271" y="16555"/>
                </a:lnTo>
                <a:lnTo>
                  <a:pt x="14227" y="16221"/>
                </a:lnTo>
                <a:lnTo>
                  <a:pt x="14917" y="15387"/>
                </a:lnTo>
                <a:close/>
                <a:moveTo>
                  <a:pt x="4742" y="16763"/>
                </a:moveTo>
                <a:lnTo>
                  <a:pt x="5174" y="17055"/>
                </a:lnTo>
                <a:lnTo>
                  <a:pt x="5174" y="17222"/>
                </a:lnTo>
                <a:lnTo>
                  <a:pt x="5217" y="17305"/>
                </a:lnTo>
                <a:lnTo>
                  <a:pt x="5347" y="17472"/>
                </a:lnTo>
                <a:lnTo>
                  <a:pt x="5476" y="17680"/>
                </a:lnTo>
                <a:lnTo>
                  <a:pt x="5001" y="17305"/>
                </a:lnTo>
                <a:lnTo>
                  <a:pt x="5001" y="17222"/>
                </a:lnTo>
                <a:lnTo>
                  <a:pt x="4959" y="17138"/>
                </a:lnTo>
                <a:lnTo>
                  <a:pt x="4829" y="17013"/>
                </a:lnTo>
                <a:lnTo>
                  <a:pt x="4742" y="16888"/>
                </a:lnTo>
                <a:lnTo>
                  <a:pt x="4742" y="16763"/>
                </a:lnTo>
                <a:close/>
                <a:moveTo>
                  <a:pt x="14012" y="16471"/>
                </a:moveTo>
                <a:lnTo>
                  <a:pt x="13969" y="16888"/>
                </a:lnTo>
                <a:lnTo>
                  <a:pt x="13925" y="17180"/>
                </a:lnTo>
                <a:lnTo>
                  <a:pt x="13925" y="17472"/>
                </a:lnTo>
                <a:lnTo>
                  <a:pt x="13581" y="17847"/>
                </a:lnTo>
                <a:lnTo>
                  <a:pt x="13624" y="17597"/>
                </a:lnTo>
                <a:lnTo>
                  <a:pt x="13581" y="17305"/>
                </a:lnTo>
                <a:lnTo>
                  <a:pt x="13581" y="17222"/>
                </a:lnTo>
                <a:lnTo>
                  <a:pt x="13495" y="17180"/>
                </a:lnTo>
                <a:lnTo>
                  <a:pt x="13452" y="17180"/>
                </a:lnTo>
                <a:lnTo>
                  <a:pt x="14012" y="16471"/>
                </a:lnTo>
                <a:close/>
                <a:moveTo>
                  <a:pt x="5605" y="17305"/>
                </a:moveTo>
                <a:lnTo>
                  <a:pt x="5907" y="17513"/>
                </a:lnTo>
                <a:lnTo>
                  <a:pt x="6554" y="17973"/>
                </a:lnTo>
                <a:lnTo>
                  <a:pt x="6554" y="18515"/>
                </a:lnTo>
                <a:lnTo>
                  <a:pt x="5778" y="17930"/>
                </a:lnTo>
                <a:lnTo>
                  <a:pt x="5820" y="17805"/>
                </a:lnTo>
                <a:lnTo>
                  <a:pt x="5820" y="17680"/>
                </a:lnTo>
                <a:lnTo>
                  <a:pt x="5778" y="17597"/>
                </a:lnTo>
                <a:lnTo>
                  <a:pt x="5734" y="17472"/>
                </a:lnTo>
                <a:lnTo>
                  <a:pt x="5605" y="17305"/>
                </a:lnTo>
                <a:close/>
                <a:moveTo>
                  <a:pt x="6856" y="18181"/>
                </a:moveTo>
                <a:lnTo>
                  <a:pt x="7588" y="18765"/>
                </a:lnTo>
                <a:lnTo>
                  <a:pt x="7546" y="18848"/>
                </a:lnTo>
                <a:lnTo>
                  <a:pt x="7502" y="18973"/>
                </a:lnTo>
                <a:lnTo>
                  <a:pt x="7459" y="19182"/>
                </a:lnTo>
                <a:lnTo>
                  <a:pt x="6898" y="18765"/>
                </a:lnTo>
                <a:lnTo>
                  <a:pt x="6898" y="18348"/>
                </a:lnTo>
                <a:lnTo>
                  <a:pt x="6856" y="18181"/>
                </a:lnTo>
                <a:close/>
                <a:moveTo>
                  <a:pt x="13279" y="17347"/>
                </a:moveTo>
                <a:lnTo>
                  <a:pt x="13279" y="17555"/>
                </a:lnTo>
                <a:lnTo>
                  <a:pt x="13193" y="18140"/>
                </a:lnTo>
                <a:lnTo>
                  <a:pt x="13193" y="18223"/>
                </a:lnTo>
                <a:lnTo>
                  <a:pt x="13235" y="18265"/>
                </a:lnTo>
                <a:lnTo>
                  <a:pt x="11857" y="19765"/>
                </a:lnTo>
                <a:lnTo>
                  <a:pt x="11857" y="19307"/>
                </a:lnTo>
                <a:lnTo>
                  <a:pt x="12115" y="18931"/>
                </a:lnTo>
                <a:lnTo>
                  <a:pt x="12718" y="18098"/>
                </a:lnTo>
                <a:lnTo>
                  <a:pt x="12676" y="18265"/>
                </a:lnTo>
                <a:lnTo>
                  <a:pt x="12589" y="18515"/>
                </a:lnTo>
                <a:lnTo>
                  <a:pt x="12589" y="18765"/>
                </a:lnTo>
                <a:lnTo>
                  <a:pt x="12632" y="18806"/>
                </a:lnTo>
                <a:lnTo>
                  <a:pt x="12676" y="18806"/>
                </a:lnTo>
                <a:lnTo>
                  <a:pt x="12805" y="18723"/>
                </a:lnTo>
                <a:lnTo>
                  <a:pt x="12891" y="18598"/>
                </a:lnTo>
                <a:lnTo>
                  <a:pt x="12934" y="18306"/>
                </a:lnTo>
                <a:lnTo>
                  <a:pt x="12934" y="17805"/>
                </a:lnTo>
                <a:lnTo>
                  <a:pt x="13193" y="17472"/>
                </a:lnTo>
                <a:lnTo>
                  <a:pt x="13279" y="17347"/>
                </a:lnTo>
                <a:close/>
                <a:moveTo>
                  <a:pt x="7717" y="18848"/>
                </a:moveTo>
                <a:lnTo>
                  <a:pt x="8234" y="19348"/>
                </a:lnTo>
                <a:lnTo>
                  <a:pt x="8234" y="19848"/>
                </a:lnTo>
                <a:lnTo>
                  <a:pt x="8105" y="19723"/>
                </a:lnTo>
                <a:lnTo>
                  <a:pt x="7804" y="19473"/>
                </a:lnTo>
                <a:lnTo>
                  <a:pt x="7804" y="19348"/>
                </a:lnTo>
                <a:lnTo>
                  <a:pt x="7761" y="19098"/>
                </a:lnTo>
                <a:lnTo>
                  <a:pt x="7717" y="18848"/>
                </a:lnTo>
                <a:close/>
                <a:moveTo>
                  <a:pt x="11123" y="459"/>
                </a:moveTo>
                <a:lnTo>
                  <a:pt x="11382" y="500"/>
                </a:lnTo>
                <a:lnTo>
                  <a:pt x="11598" y="542"/>
                </a:lnTo>
                <a:lnTo>
                  <a:pt x="11813" y="667"/>
                </a:lnTo>
                <a:lnTo>
                  <a:pt x="12244" y="959"/>
                </a:lnTo>
                <a:lnTo>
                  <a:pt x="12589" y="1210"/>
                </a:lnTo>
                <a:lnTo>
                  <a:pt x="14788" y="2752"/>
                </a:lnTo>
                <a:lnTo>
                  <a:pt x="17029" y="4337"/>
                </a:lnTo>
                <a:lnTo>
                  <a:pt x="18150" y="5129"/>
                </a:lnTo>
                <a:lnTo>
                  <a:pt x="18452" y="5379"/>
                </a:lnTo>
                <a:lnTo>
                  <a:pt x="18625" y="5462"/>
                </a:lnTo>
                <a:lnTo>
                  <a:pt x="18797" y="5546"/>
                </a:lnTo>
                <a:lnTo>
                  <a:pt x="18323" y="6089"/>
                </a:lnTo>
                <a:lnTo>
                  <a:pt x="17892" y="6672"/>
                </a:lnTo>
                <a:lnTo>
                  <a:pt x="17677" y="6922"/>
                </a:lnTo>
                <a:lnTo>
                  <a:pt x="17461" y="7256"/>
                </a:lnTo>
                <a:lnTo>
                  <a:pt x="17375" y="7422"/>
                </a:lnTo>
                <a:lnTo>
                  <a:pt x="17331" y="7547"/>
                </a:lnTo>
                <a:lnTo>
                  <a:pt x="17331" y="7714"/>
                </a:lnTo>
                <a:lnTo>
                  <a:pt x="17461" y="7839"/>
                </a:lnTo>
                <a:lnTo>
                  <a:pt x="17590" y="7964"/>
                </a:lnTo>
                <a:lnTo>
                  <a:pt x="17719" y="8048"/>
                </a:lnTo>
                <a:lnTo>
                  <a:pt x="18065" y="8173"/>
                </a:lnTo>
                <a:lnTo>
                  <a:pt x="18755" y="8299"/>
                </a:lnTo>
                <a:lnTo>
                  <a:pt x="19660" y="8464"/>
                </a:lnTo>
                <a:lnTo>
                  <a:pt x="20005" y="8549"/>
                </a:lnTo>
                <a:lnTo>
                  <a:pt x="19962" y="8632"/>
                </a:lnTo>
                <a:lnTo>
                  <a:pt x="19357" y="9257"/>
                </a:lnTo>
                <a:lnTo>
                  <a:pt x="18797" y="9924"/>
                </a:lnTo>
                <a:lnTo>
                  <a:pt x="17677" y="11259"/>
                </a:lnTo>
                <a:lnTo>
                  <a:pt x="15176" y="14219"/>
                </a:lnTo>
                <a:lnTo>
                  <a:pt x="13925" y="15679"/>
                </a:lnTo>
                <a:lnTo>
                  <a:pt x="12718" y="17180"/>
                </a:lnTo>
                <a:lnTo>
                  <a:pt x="12157" y="17888"/>
                </a:lnTo>
                <a:lnTo>
                  <a:pt x="11640" y="18640"/>
                </a:lnTo>
                <a:lnTo>
                  <a:pt x="11123" y="19390"/>
                </a:lnTo>
                <a:lnTo>
                  <a:pt x="10950" y="19640"/>
                </a:lnTo>
                <a:lnTo>
                  <a:pt x="10821" y="19890"/>
                </a:lnTo>
                <a:lnTo>
                  <a:pt x="10563" y="19765"/>
                </a:lnTo>
                <a:lnTo>
                  <a:pt x="10304" y="19723"/>
                </a:lnTo>
                <a:lnTo>
                  <a:pt x="9743" y="19557"/>
                </a:lnTo>
                <a:lnTo>
                  <a:pt x="9399" y="19432"/>
                </a:lnTo>
                <a:lnTo>
                  <a:pt x="9097" y="19223"/>
                </a:lnTo>
                <a:lnTo>
                  <a:pt x="8795" y="19015"/>
                </a:lnTo>
                <a:lnTo>
                  <a:pt x="8494" y="18765"/>
                </a:lnTo>
                <a:lnTo>
                  <a:pt x="7933" y="18265"/>
                </a:lnTo>
                <a:lnTo>
                  <a:pt x="7373" y="17805"/>
                </a:lnTo>
                <a:lnTo>
                  <a:pt x="6726" y="17388"/>
                </a:lnTo>
                <a:lnTo>
                  <a:pt x="6122" y="16971"/>
                </a:lnTo>
                <a:lnTo>
                  <a:pt x="3579" y="15303"/>
                </a:lnTo>
                <a:lnTo>
                  <a:pt x="2243" y="14345"/>
                </a:lnTo>
                <a:lnTo>
                  <a:pt x="1553" y="13886"/>
                </a:lnTo>
                <a:lnTo>
                  <a:pt x="819" y="13469"/>
                </a:lnTo>
                <a:lnTo>
                  <a:pt x="733" y="13428"/>
                </a:lnTo>
                <a:lnTo>
                  <a:pt x="1897" y="11801"/>
                </a:lnTo>
                <a:lnTo>
                  <a:pt x="3104" y="10174"/>
                </a:lnTo>
                <a:lnTo>
                  <a:pt x="4311" y="8590"/>
                </a:lnTo>
                <a:lnTo>
                  <a:pt x="5562" y="7006"/>
                </a:lnTo>
                <a:lnTo>
                  <a:pt x="8192" y="3795"/>
                </a:lnTo>
                <a:lnTo>
                  <a:pt x="9572" y="2210"/>
                </a:lnTo>
                <a:lnTo>
                  <a:pt x="10261" y="1460"/>
                </a:lnTo>
                <a:lnTo>
                  <a:pt x="10865" y="625"/>
                </a:lnTo>
                <a:lnTo>
                  <a:pt x="10908" y="542"/>
                </a:lnTo>
                <a:lnTo>
                  <a:pt x="10908" y="459"/>
                </a:lnTo>
                <a:close/>
                <a:moveTo>
                  <a:pt x="8494" y="19557"/>
                </a:moveTo>
                <a:lnTo>
                  <a:pt x="9011" y="19848"/>
                </a:lnTo>
                <a:lnTo>
                  <a:pt x="9528" y="20099"/>
                </a:lnTo>
                <a:lnTo>
                  <a:pt x="9485" y="20390"/>
                </a:lnTo>
                <a:lnTo>
                  <a:pt x="9528" y="20683"/>
                </a:lnTo>
                <a:lnTo>
                  <a:pt x="9226" y="20558"/>
                </a:lnTo>
                <a:lnTo>
                  <a:pt x="8753" y="20224"/>
                </a:lnTo>
                <a:lnTo>
                  <a:pt x="8709" y="20057"/>
                </a:lnTo>
                <a:lnTo>
                  <a:pt x="8623" y="19890"/>
                </a:lnTo>
                <a:lnTo>
                  <a:pt x="8494" y="19557"/>
                </a:lnTo>
                <a:close/>
                <a:moveTo>
                  <a:pt x="11555" y="19848"/>
                </a:moveTo>
                <a:lnTo>
                  <a:pt x="11598" y="19932"/>
                </a:lnTo>
                <a:lnTo>
                  <a:pt x="11640" y="19974"/>
                </a:lnTo>
                <a:lnTo>
                  <a:pt x="11123" y="20558"/>
                </a:lnTo>
                <a:lnTo>
                  <a:pt x="10821" y="20850"/>
                </a:lnTo>
                <a:lnTo>
                  <a:pt x="10779" y="20725"/>
                </a:lnTo>
                <a:lnTo>
                  <a:pt x="10735" y="20600"/>
                </a:lnTo>
                <a:lnTo>
                  <a:pt x="10735" y="20433"/>
                </a:lnTo>
                <a:lnTo>
                  <a:pt x="10950" y="20433"/>
                </a:lnTo>
                <a:lnTo>
                  <a:pt x="10950" y="20390"/>
                </a:lnTo>
                <a:lnTo>
                  <a:pt x="11037" y="20390"/>
                </a:lnTo>
                <a:lnTo>
                  <a:pt x="11123" y="20350"/>
                </a:lnTo>
                <a:lnTo>
                  <a:pt x="11252" y="20265"/>
                </a:lnTo>
                <a:lnTo>
                  <a:pt x="11338" y="20099"/>
                </a:lnTo>
                <a:lnTo>
                  <a:pt x="11511" y="19848"/>
                </a:lnTo>
                <a:close/>
                <a:moveTo>
                  <a:pt x="11123" y="0"/>
                </a:moveTo>
                <a:lnTo>
                  <a:pt x="10908" y="42"/>
                </a:lnTo>
                <a:lnTo>
                  <a:pt x="10735" y="125"/>
                </a:lnTo>
                <a:lnTo>
                  <a:pt x="10606" y="167"/>
                </a:lnTo>
                <a:lnTo>
                  <a:pt x="10520" y="292"/>
                </a:lnTo>
                <a:lnTo>
                  <a:pt x="10477" y="334"/>
                </a:lnTo>
                <a:lnTo>
                  <a:pt x="10477" y="375"/>
                </a:lnTo>
                <a:lnTo>
                  <a:pt x="9787" y="1084"/>
                </a:lnTo>
                <a:lnTo>
                  <a:pt x="9097" y="1835"/>
                </a:lnTo>
                <a:lnTo>
                  <a:pt x="7804" y="3377"/>
                </a:lnTo>
                <a:lnTo>
                  <a:pt x="6467" y="4962"/>
                </a:lnTo>
                <a:lnTo>
                  <a:pt x="5174" y="6547"/>
                </a:lnTo>
                <a:lnTo>
                  <a:pt x="2845" y="9549"/>
                </a:lnTo>
                <a:lnTo>
                  <a:pt x="561" y="12551"/>
                </a:lnTo>
                <a:lnTo>
                  <a:pt x="388" y="12801"/>
                </a:lnTo>
                <a:lnTo>
                  <a:pt x="43" y="13301"/>
                </a:lnTo>
                <a:lnTo>
                  <a:pt x="0" y="13386"/>
                </a:lnTo>
                <a:lnTo>
                  <a:pt x="0" y="13511"/>
                </a:lnTo>
                <a:lnTo>
                  <a:pt x="43" y="13594"/>
                </a:lnTo>
                <a:lnTo>
                  <a:pt x="87" y="13678"/>
                </a:lnTo>
                <a:lnTo>
                  <a:pt x="173" y="13719"/>
                </a:lnTo>
                <a:lnTo>
                  <a:pt x="259" y="13761"/>
                </a:lnTo>
                <a:lnTo>
                  <a:pt x="346" y="13761"/>
                </a:lnTo>
                <a:lnTo>
                  <a:pt x="475" y="13719"/>
                </a:lnTo>
                <a:lnTo>
                  <a:pt x="517" y="13803"/>
                </a:lnTo>
                <a:lnTo>
                  <a:pt x="819" y="14094"/>
                </a:lnTo>
                <a:lnTo>
                  <a:pt x="690" y="14219"/>
                </a:lnTo>
                <a:lnTo>
                  <a:pt x="604" y="14386"/>
                </a:lnTo>
                <a:lnTo>
                  <a:pt x="517" y="14553"/>
                </a:lnTo>
                <a:lnTo>
                  <a:pt x="475" y="14720"/>
                </a:lnTo>
                <a:lnTo>
                  <a:pt x="475" y="14803"/>
                </a:lnTo>
                <a:lnTo>
                  <a:pt x="517" y="14845"/>
                </a:lnTo>
                <a:lnTo>
                  <a:pt x="604" y="14886"/>
                </a:lnTo>
                <a:lnTo>
                  <a:pt x="646" y="14886"/>
                </a:lnTo>
                <a:lnTo>
                  <a:pt x="733" y="15011"/>
                </a:lnTo>
                <a:lnTo>
                  <a:pt x="819" y="15136"/>
                </a:lnTo>
                <a:lnTo>
                  <a:pt x="1035" y="15303"/>
                </a:lnTo>
                <a:lnTo>
                  <a:pt x="1509" y="15596"/>
                </a:lnTo>
                <a:lnTo>
                  <a:pt x="2803" y="16388"/>
                </a:lnTo>
                <a:lnTo>
                  <a:pt x="4182" y="17305"/>
                </a:lnTo>
                <a:lnTo>
                  <a:pt x="5476" y="18306"/>
                </a:lnTo>
                <a:lnTo>
                  <a:pt x="7546" y="19932"/>
                </a:lnTo>
                <a:lnTo>
                  <a:pt x="7546" y="19974"/>
                </a:lnTo>
                <a:lnTo>
                  <a:pt x="7631" y="20057"/>
                </a:lnTo>
                <a:lnTo>
                  <a:pt x="7717" y="20057"/>
                </a:lnTo>
                <a:lnTo>
                  <a:pt x="8019" y="20307"/>
                </a:lnTo>
                <a:lnTo>
                  <a:pt x="8580" y="20725"/>
                </a:lnTo>
                <a:lnTo>
                  <a:pt x="9140" y="21100"/>
                </a:lnTo>
                <a:lnTo>
                  <a:pt x="9443" y="21225"/>
                </a:lnTo>
                <a:lnTo>
                  <a:pt x="9701" y="21350"/>
                </a:lnTo>
                <a:lnTo>
                  <a:pt x="10002" y="21433"/>
                </a:lnTo>
                <a:lnTo>
                  <a:pt x="10131" y="21433"/>
                </a:lnTo>
                <a:lnTo>
                  <a:pt x="10304" y="21392"/>
                </a:lnTo>
                <a:lnTo>
                  <a:pt x="10348" y="21308"/>
                </a:lnTo>
                <a:lnTo>
                  <a:pt x="10390" y="21267"/>
                </a:lnTo>
                <a:lnTo>
                  <a:pt x="10390" y="21183"/>
                </a:lnTo>
                <a:lnTo>
                  <a:pt x="10348" y="21100"/>
                </a:lnTo>
                <a:lnTo>
                  <a:pt x="10261" y="21017"/>
                </a:lnTo>
                <a:lnTo>
                  <a:pt x="10131" y="20933"/>
                </a:lnTo>
                <a:lnTo>
                  <a:pt x="9916" y="20850"/>
                </a:lnTo>
                <a:lnTo>
                  <a:pt x="9873" y="20850"/>
                </a:lnTo>
                <a:lnTo>
                  <a:pt x="9873" y="20433"/>
                </a:lnTo>
                <a:lnTo>
                  <a:pt x="9830" y="20224"/>
                </a:lnTo>
                <a:lnTo>
                  <a:pt x="10131" y="20307"/>
                </a:lnTo>
                <a:lnTo>
                  <a:pt x="10520" y="20390"/>
                </a:lnTo>
                <a:lnTo>
                  <a:pt x="10433" y="20600"/>
                </a:lnTo>
                <a:lnTo>
                  <a:pt x="10433" y="20766"/>
                </a:lnTo>
                <a:lnTo>
                  <a:pt x="10477" y="20975"/>
                </a:lnTo>
                <a:lnTo>
                  <a:pt x="10563" y="21142"/>
                </a:lnTo>
                <a:lnTo>
                  <a:pt x="10433" y="21350"/>
                </a:lnTo>
                <a:lnTo>
                  <a:pt x="10433" y="21433"/>
                </a:lnTo>
                <a:lnTo>
                  <a:pt x="10477" y="21558"/>
                </a:lnTo>
                <a:lnTo>
                  <a:pt x="10606" y="21600"/>
                </a:lnTo>
                <a:lnTo>
                  <a:pt x="10692" y="21558"/>
                </a:lnTo>
                <a:lnTo>
                  <a:pt x="10908" y="21433"/>
                </a:lnTo>
                <a:lnTo>
                  <a:pt x="11080" y="21267"/>
                </a:lnTo>
                <a:lnTo>
                  <a:pt x="11425" y="20933"/>
                </a:lnTo>
                <a:lnTo>
                  <a:pt x="12157" y="20140"/>
                </a:lnTo>
                <a:lnTo>
                  <a:pt x="13581" y="18640"/>
                </a:lnTo>
                <a:lnTo>
                  <a:pt x="15046" y="16971"/>
                </a:lnTo>
                <a:lnTo>
                  <a:pt x="16470" y="15303"/>
                </a:lnTo>
                <a:lnTo>
                  <a:pt x="17806" y="13594"/>
                </a:lnTo>
                <a:lnTo>
                  <a:pt x="19057" y="11884"/>
                </a:lnTo>
                <a:lnTo>
                  <a:pt x="20349" y="10174"/>
                </a:lnTo>
                <a:lnTo>
                  <a:pt x="20910" y="9382"/>
                </a:lnTo>
                <a:lnTo>
                  <a:pt x="21169" y="8966"/>
                </a:lnTo>
                <a:lnTo>
                  <a:pt x="21427" y="8507"/>
                </a:lnTo>
                <a:lnTo>
                  <a:pt x="21513" y="8507"/>
                </a:lnTo>
                <a:lnTo>
                  <a:pt x="21557" y="8464"/>
                </a:lnTo>
                <a:lnTo>
                  <a:pt x="21600" y="8381"/>
                </a:lnTo>
                <a:lnTo>
                  <a:pt x="21600" y="8299"/>
                </a:lnTo>
                <a:lnTo>
                  <a:pt x="21471" y="8048"/>
                </a:lnTo>
                <a:lnTo>
                  <a:pt x="21341" y="7798"/>
                </a:lnTo>
                <a:lnTo>
                  <a:pt x="20954" y="7381"/>
                </a:lnTo>
                <a:lnTo>
                  <a:pt x="20737" y="7214"/>
                </a:lnTo>
                <a:lnTo>
                  <a:pt x="20479" y="7047"/>
                </a:lnTo>
                <a:lnTo>
                  <a:pt x="20306" y="6964"/>
                </a:lnTo>
                <a:lnTo>
                  <a:pt x="20134" y="6922"/>
                </a:lnTo>
                <a:lnTo>
                  <a:pt x="19875" y="6339"/>
                </a:lnTo>
                <a:lnTo>
                  <a:pt x="19789" y="6047"/>
                </a:lnTo>
                <a:lnTo>
                  <a:pt x="19745" y="5754"/>
                </a:lnTo>
                <a:lnTo>
                  <a:pt x="19745" y="5587"/>
                </a:lnTo>
                <a:lnTo>
                  <a:pt x="19660" y="5421"/>
                </a:lnTo>
                <a:lnTo>
                  <a:pt x="19574" y="5337"/>
                </a:lnTo>
                <a:lnTo>
                  <a:pt x="19357" y="5337"/>
                </a:lnTo>
                <a:lnTo>
                  <a:pt x="19272" y="5379"/>
                </a:lnTo>
                <a:lnTo>
                  <a:pt x="19228" y="5421"/>
                </a:lnTo>
                <a:lnTo>
                  <a:pt x="19272" y="5504"/>
                </a:lnTo>
                <a:lnTo>
                  <a:pt x="19315" y="5546"/>
                </a:lnTo>
                <a:lnTo>
                  <a:pt x="19315" y="6089"/>
                </a:lnTo>
                <a:lnTo>
                  <a:pt x="19357" y="6297"/>
                </a:lnTo>
                <a:lnTo>
                  <a:pt x="19444" y="6547"/>
                </a:lnTo>
                <a:lnTo>
                  <a:pt x="19616" y="6964"/>
                </a:lnTo>
                <a:lnTo>
                  <a:pt x="19962" y="7964"/>
                </a:lnTo>
                <a:lnTo>
                  <a:pt x="20005" y="8048"/>
                </a:lnTo>
                <a:lnTo>
                  <a:pt x="19444" y="7923"/>
                </a:lnTo>
                <a:lnTo>
                  <a:pt x="18711" y="7798"/>
                </a:lnTo>
                <a:lnTo>
                  <a:pt x="17978" y="7631"/>
                </a:lnTo>
                <a:lnTo>
                  <a:pt x="17848" y="7547"/>
                </a:lnTo>
                <a:lnTo>
                  <a:pt x="17892" y="7506"/>
                </a:lnTo>
                <a:lnTo>
                  <a:pt x="18021" y="7297"/>
                </a:lnTo>
                <a:lnTo>
                  <a:pt x="18452" y="6714"/>
                </a:lnTo>
                <a:lnTo>
                  <a:pt x="18840" y="6130"/>
                </a:lnTo>
                <a:lnTo>
                  <a:pt x="19142" y="5587"/>
                </a:lnTo>
                <a:lnTo>
                  <a:pt x="19228" y="5504"/>
                </a:lnTo>
                <a:lnTo>
                  <a:pt x="19228" y="5379"/>
                </a:lnTo>
                <a:lnTo>
                  <a:pt x="19186" y="5254"/>
                </a:lnTo>
                <a:lnTo>
                  <a:pt x="19099" y="5129"/>
                </a:lnTo>
                <a:lnTo>
                  <a:pt x="18884" y="4921"/>
                </a:lnTo>
                <a:lnTo>
                  <a:pt x="18323" y="4587"/>
                </a:lnTo>
                <a:lnTo>
                  <a:pt x="17073" y="3712"/>
                </a:lnTo>
                <a:lnTo>
                  <a:pt x="14615" y="1960"/>
                </a:lnTo>
                <a:lnTo>
                  <a:pt x="13452" y="1167"/>
                </a:lnTo>
                <a:lnTo>
                  <a:pt x="12287" y="375"/>
                </a:lnTo>
                <a:lnTo>
                  <a:pt x="11899" y="167"/>
                </a:lnTo>
                <a:lnTo>
                  <a:pt x="11511" y="42"/>
                </a:lnTo>
                <a:lnTo>
                  <a:pt x="11296" y="0"/>
                </a:lnTo>
                <a:close/>
              </a:path>
            </a:pathLst>
          </a:custGeom>
          <a:solidFill>
            <a:schemeClr val="accent1"/>
          </a:solidFill>
          <a:ln w="12700">
            <a:miter lim="400000"/>
          </a:ln>
        </p:spPr>
        <p:txBody>
          <a:bodyPr lIns="0" tIns="0" rIns="0" bIns="0" anchor="ctr"/>
          <a:lstStyle/>
          <a:p>
            <a:pPr>
              <a:defRPr>
                <a:solidFill>
                  <a:srgbClr val="A4C2F4"/>
                </a:solidFill>
              </a:defRPr>
            </a:pPr>
          </a:p>
        </p:txBody>
      </p:sp>
      <p:sp>
        <p:nvSpPr>
          <p:cNvPr id="555" name="Google Shape;203;p3"/>
          <p:cNvSpPr/>
          <p:nvPr/>
        </p:nvSpPr>
        <p:spPr>
          <a:xfrm>
            <a:off x="5501082" y="4557628"/>
            <a:ext cx="504614" cy="4005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826" y="3478"/>
                </a:moveTo>
                <a:lnTo>
                  <a:pt x="13094" y="3535"/>
                </a:lnTo>
                <a:lnTo>
                  <a:pt x="13584" y="3703"/>
                </a:lnTo>
                <a:lnTo>
                  <a:pt x="14028" y="3983"/>
                </a:lnTo>
                <a:lnTo>
                  <a:pt x="13895" y="3983"/>
                </a:lnTo>
                <a:lnTo>
                  <a:pt x="12915" y="4433"/>
                </a:lnTo>
                <a:lnTo>
                  <a:pt x="11980" y="4881"/>
                </a:lnTo>
                <a:lnTo>
                  <a:pt x="11224" y="5274"/>
                </a:lnTo>
                <a:lnTo>
                  <a:pt x="10421" y="5667"/>
                </a:lnTo>
                <a:lnTo>
                  <a:pt x="9665" y="6172"/>
                </a:lnTo>
                <a:lnTo>
                  <a:pt x="9308" y="6452"/>
                </a:lnTo>
                <a:lnTo>
                  <a:pt x="8996" y="6788"/>
                </a:lnTo>
                <a:lnTo>
                  <a:pt x="9264" y="6228"/>
                </a:lnTo>
                <a:lnTo>
                  <a:pt x="9575" y="5723"/>
                </a:lnTo>
                <a:lnTo>
                  <a:pt x="9887" y="5217"/>
                </a:lnTo>
                <a:lnTo>
                  <a:pt x="10244" y="4826"/>
                </a:lnTo>
                <a:lnTo>
                  <a:pt x="10645" y="4433"/>
                </a:lnTo>
                <a:lnTo>
                  <a:pt x="11045" y="4096"/>
                </a:lnTo>
                <a:lnTo>
                  <a:pt x="11535" y="3815"/>
                </a:lnTo>
                <a:lnTo>
                  <a:pt x="12025" y="3591"/>
                </a:lnTo>
                <a:lnTo>
                  <a:pt x="12292" y="3535"/>
                </a:lnTo>
                <a:lnTo>
                  <a:pt x="12559" y="3478"/>
                </a:lnTo>
                <a:close/>
                <a:moveTo>
                  <a:pt x="1559" y="3255"/>
                </a:moveTo>
                <a:lnTo>
                  <a:pt x="1514" y="3310"/>
                </a:lnTo>
                <a:lnTo>
                  <a:pt x="1336" y="3478"/>
                </a:lnTo>
                <a:lnTo>
                  <a:pt x="1202" y="3703"/>
                </a:lnTo>
                <a:lnTo>
                  <a:pt x="980" y="4151"/>
                </a:lnTo>
                <a:lnTo>
                  <a:pt x="713" y="3983"/>
                </a:lnTo>
                <a:lnTo>
                  <a:pt x="534" y="3703"/>
                </a:lnTo>
                <a:lnTo>
                  <a:pt x="312" y="3423"/>
                </a:lnTo>
                <a:lnTo>
                  <a:pt x="222" y="3366"/>
                </a:lnTo>
                <a:lnTo>
                  <a:pt x="134" y="3366"/>
                </a:lnTo>
                <a:lnTo>
                  <a:pt x="44" y="3423"/>
                </a:lnTo>
                <a:lnTo>
                  <a:pt x="0" y="3535"/>
                </a:lnTo>
                <a:lnTo>
                  <a:pt x="0" y="3815"/>
                </a:lnTo>
                <a:lnTo>
                  <a:pt x="89" y="4039"/>
                </a:lnTo>
                <a:lnTo>
                  <a:pt x="177" y="4264"/>
                </a:lnTo>
                <a:lnTo>
                  <a:pt x="312" y="4489"/>
                </a:lnTo>
                <a:lnTo>
                  <a:pt x="489" y="4657"/>
                </a:lnTo>
                <a:lnTo>
                  <a:pt x="713" y="4769"/>
                </a:lnTo>
                <a:lnTo>
                  <a:pt x="356" y="5667"/>
                </a:lnTo>
                <a:lnTo>
                  <a:pt x="89" y="6565"/>
                </a:lnTo>
                <a:lnTo>
                  <a:pt x="89" y="6845"/>
                </a:lnTo>
                <a:lnTo>
                  <a:pt x="177" y="6956"/>
                </a:lnTo>
                <a:lnTo>
                  <a:pt x="267" y="7013"/>
                </a:lnTo>
                <a:lnTo>
                  <a:pt x="356" y="7069"/>
                </a:lnTo>
                <a:lnTo>
                  <a:pt x="446" y="7013"/>
                </a:lnTo>
                <a:lnTo>
                  <a:pt x="534" y="6956"/>
                </a:lnTo>
                <a:lnTo>
                  <a:pt x="623" y="6845"/>
                </a:lnTo>
                <a:lnTo>
                  <a:pt x="1202" y="5106"/>
                </a:lnTo>
                <a:lnTo>
                  <a:pt x="1514" y="4264"/>
                </a:lnTo>
                <a:lnTo>
                  <a:pt x="1603" y="3815"/>
                </a:lnTo>
                <a:lnTo>
                  <a:pt x="1693" y="3366"/>
                </a:lnTo>
                <a:lnTo>
                  <a:pt x="1648" y="3310"/>
                </a:lnTo>
                <a:lnTo>
                  <a:pt x="1603" y="3255"/>
                </a:lnTo>
                <a:close/>
                <a:moveTo>
                  <a:pt x="14207" y="4151"/>
                </a:moveTo>
                <a:lnTo>
                  <a:pt x="14519" y="4489"/>
                </a:lnTo>
                <a:lnTo>
                  <a:pt x="14741" y="4826"/>
                </a:lnTo>
                <a:lnTo>
                  <a:pt x="14831" y="4994"/>
                </a:lnTo>
                <a:lnTo>
                  <a:pt x="14341" y="5217"/>
                </a:lnTo>
                <a:lnTo>
                  <a:pt x="13895" y="5442"/>
                </a:lnTo>
                <a:lnTo>
                  <a:pt x="11847" y="6396"/>
                </a:lnTo>
                <a:lnTo>
                  <a:pt x="10021" y="7294"/>
                </a:lnTo>
                <a:lnTo>
                  <a:pt x="9086" y="7799"/>
                </a:lnTo>
                <a:lnTo>
                  <a:pt x="8640" y="8079"/>
                </a:lnTo>
                <a:lnTo>
                  <a:pt x="8239" y="8415"/>
                </a:lnTo>
                <a:lnTo>
                  <a:pt x="8907" y="6956"/>
                </a:lnTo>
                <a:lnTo>
                  <a:pt x="8952" y="6956"/>
                </a:lnTo>
                <a:lnTo>
                  <a:pt x="10154" y="6228"/>
                </a:lnTo>
                <a:lnTo>
                  <a:pt x="11357" y="5554"/>
                </a:lnTo>
                <a:lnTo>
                  <a:pt x="13851" y="4376"/>
                </a:lnTo>
                <a:lnTo>
                  <a:pt x="13895" y="4489"/>
                </a:lnTo>
                <a:lnTo>
                  <a:pt x="13985" y="4544"/>
                </a:lnTo>
                <a:lnTo>
                  <a:pt x="14073" y="4601"/>
                </a:lnTo>
                <a:lnTo>
                  <a:pt x="14163" y="4544"/>
                </a:lnTo>
                <a:lnTo>
                  <a:pt x="14252" y="4433"/>
                </a:lnTo>
                <a:lnTo>
                  <a:pt x="14252" y="4264"/>
                </a:lnTo>
                <a:lnTo>
                  <a:pt x="14207" y="4151"/>
                </a:lnTo>
                <a:close/>
                <a:moveTo>
                  <a:pt x="14965" y="5385"/>
                </a:moveTo>
                <a:lnTo>
                  <a:pt x="15053" y="5499"/>
                </a:lnTo>
                <a:lnTo>
                  <a:pt x="15098" y="5499"/>
                </a:lnTo>
                <a:lnTo>
                  <a:pt x="15277" y="6003"/>
                </a:lnTo>
                <a:lnTo>
                  <a:pt x="15232" y="6003"/>
                </a:lnTo>
                <a:lnTo>
                  <a:pt x="15143" y="6060"/>
                </a:lnTo>
                <a:lnTo>
                  <a:pt x="14920" y="6283"/>
                </a:lnTo>
                <a:lnTo>
                  <a:pt x="14697" y="6452"/>
                </a:lnTo>
                <a:lnTo>
                  <a:pt x="14207" y="6733"/>
                </a:lnTo>
                <a:lnTo>
                  <a:pt x="13673" y="7013"/>
                </a:lnTo>
                <a:lnTo>
                  <a:pt x="13138" y="7238"/>
                </a:lnTo>
                <a:lnTo>
                  <a:pt x="12069" y="7686"/>
                </a:lnTo>
                <a:lnTo>
                  <a:pt x="11000" y="8247"/>
                </a:lnTo>
                <a:lnTo>
                  <a:pt x="9976" y="8752"/>
                </a:lnTo>
                <a:lnTo>
                  <a:pt x="8952" y="9370"/>
                </a:lnTo>
                <a:lnTo>
                  <a:pt x="8194" y="9763"/>
                </a:lnTo>
                <a:lnTo>
                  <a:pt x="7794" y="10043"/>
                </a:lnTo>
                <a:lnTo>
                  <a:pt x="7393" y="10323"/>
                </a:lnTo>
                <a:lnTo>
                  <a:pt x="7660" y="9763"/>
                </a:lnTo>
                <a:lnTo>
                  <a:pt x="8106" y="8640"/>
                </a:lnTo>
                <a:lnTo>
                  <a:pt x="8996" y="8360"/>
                </a:lnTo>
                <a:lnTo>
                  <a:pt x="9842" y="7911"/>
                </a:lnTo>
                <a:lnTo>
                  <a:pt x="11491" y="7069"/>
                </a:lnTo>
                <a:lnTo>
                  <a:pt x="13272" y="6228"/>
                </a:lnTo>
                <a:lnTo>
                  <a:pt x="14118" y="5835"/>
                </a:lnTo>
                <a:lnTo>
                  <a:pt x="14965" y="5385"/>
                </a:lnTo>
                <a:close/>
                <a:moveTo>
                  <a:pt x="6191" y="12848"/>
                </a:moveTo>
                <a:lnTo>
                  <a:pt x="6056" y="12905"/>
                </a:lnTo>
                <a:lnTo>
                  <a:pt x="6013" y="12960"/>
                </a:lnTo>
                <a:lnTo>
                  <a:pt x="6013" y="13016"/>
                </a:lnTo>
                <a:lnTo>
                  <a:pt x="5968" y="13409"/>
                </a:lnTo>
                <a:lnTo>
                  <a:pt x="5923" y="13746"/>
                </a:lnTo>
                <a:lnTo>
                  <a:pt x="5923" y="14139"/>
                </a:lnTo>
                <a:lnTo>
                  <a:pt x="5968" y="14307"/>
                </a:lnTo>
                <a:lnTo>
                  <a:pt x="6056" y="14475"/>
                </a:lnTo>
                <a:lnTo>
                  <a:pt x="6101" y="14531"/>
                </a:lnTo>
                <a:lnTo>
                  <a:pt x="6280" y="14531"/>
                </a:lnTo>
                <a:lnTo>
                  <a:pt x="6325" y="14475"/>
                </a:lnTo>
                <a:lnTo>
                  <a:pt x="6413" y="14362"/>
                </a:lnTo>
                <a:lnTo>
                  <a:pt x="6458" y="14194"/>
                </a:lnTo>
                <a:lnTo>
                  <a:pt x="6458" y="13409"/>
                </a:lnTo>
                <a:lnTo>
                  <a:pt x="6413" y="13016"/>
                </a:lnTo>
                <a:lnTo>
                  <a:pt x="6368" y="12960"/>
                </a:lnTo>
                <a:lnTo>
                  <a:pt x="6325" y="12905"/>
                </a:lnTo>
                <a:lnTo>
                  <a:pt x="6191" y="12848"/>
                </a:lnTo>
                <a:close/>
                <a:moveTo>
                  <a:pt x="6325" y="14812"/>
                </a:moveTo>
                <a:lnTo>
                  <a:pt x="6235" y="14869"/>
                </a:lnTo>
                <a:lnTo>
                  <a:pt x="6146" y="14924"/>
                </a:lnTo>
                <a:lnTo>
                  <a:pt x="6101" y="14980"/>
                </a:lnTo>
                <a:lnTo>
                  <a:pt x="6056" y="15148"/>
                </a:lnTo>
                <a:lnTo>
                  <a:pt x="6056" y="15260"/>
                </a:lnTo>
                <a:lnTo>
                  <a:pt x="5968" y="15765"/>
                </a:lnTo>
                <a:lnTo>
                  <a:pt x="5968" y="16271"/>
                </a:lnTo>
                <a:lnTo>
                  <a:pt x="6013" y="16439"/>
                </a:lnTo>
                <a:lnTo>
                  <a:pt x="6056" y="16494"/>
                </a:lnTo>
                <a:lnTo>
                  <a:pt x="6146" y="16551"/>
                </a:lnTo>
                <a:lnTo>
                  <a:pt x="6280" y="16551"/>
                </a:lnTo>
                <a:lnTo>
                  <a:pt x="6368" y="16494"/>
                </a:lnTo>
                <a:lnTo>
                  <a:pt x="6413" y="16439"/>
                </a:lnTo>
                <a:lnTo>
                  <a:pt x="6413" y="15710"/>
                </a:lnTo>
                <a:lnTo>
                  <a:pt x="6502" y="15148"/>
                </a:lnTo>
                <a:lnTo>
                  <a:pt x="6502" y="15037"/>
                </a:lnTo>
                <a:lnTo>
                  <a:pt x="6458" y="14924"/>
                </a:lnTo>
                <a:lnTo>
                  <a:pt x="6413" y="14869"/>
                </a:lnTo>
                <a:lnTo>
                  <a:pt x="6325" y="14812"/>
                </a:lnTo>
                <a:close/>
                <a:moveTo>
                  <a:pt x="17726" y="14531"/>
                </a:moveTo>
                <a:lnTo>
                  <a:pt x="17681" y="14644"/>
                </a:lnTo>
                <a:lnTo>
                  <a:pt x="17592" y="15092"/>
                </a:lnTo>
                <a:lnTo>
                  <a:pt x="17503" y="15485"/>
                </a:lnTo>
                <a:lnTo>
                  <a:pt x="17458" y="16383"/>
                </a:lnTo>
                <a:lnTo>
                  <a:pt x="17503" y="16494"/>
                </a:lnTo>
                <a:lnTo>
                  <a:pt x="17547" y="16608"/>
                </a:lnTo>
                <a:lnTo>
                  <a:pt x="17637" y="16663"/>
                </a:lnTo>
                <a:lnTo>
                  <a:pt x="17726" y="16719"/>
                </a:lnTo>
                <a:lnTo>
                  <a:pt x="17814" y="16719"/>
                </a:lnTo>
                <a:lnTo>
                  <a:pt x="17904" y="16663"/>
                </a:lnTo>
                <a:lnTo>
                  <a:pt x="17948" y="16608"/>
                </a:lnTo>
                <a:lnTo>
                  <a:pt x="17993" y="16494"/>
                </a:lnTo>
                <a:lnTo>
                  <a:pt x="17993" y="15037"/>
                </a:lnTo>
                <a:lnTo>
                  <a:pt x="17904" y="14644"/>
                </a:lnTo>
                <a:lnTo>
                  <a:pt x="17859" y="14531"/>
                </a:lnTo>
                <a:close/>
                <a:moveTo>
                  <a:pt x="15454" y="6396"/>
                </a:moveTo>
                <a:lnTo>
                  <a:pt x="15766" y="7463"/>
                </a:lnTo>
                <a:lnTo>
                  <a:pt x="15499" y="7631"/>
                </a:lnTo>
                <a:lnTo>
                  <a:pt x="15187" y="7799"/>
                </a:lnTo>
                <a:lnTo>
                  <a:pt x="14608" y="8136"/>
                </a:lnTo>
                <a:lnTo>
                  <a:pt x="13317" y="8920"/>
                </a:lnTo>
                <a:lnTo>
                  <a:pt x="12114" y="9650"/>
                </a:lnTo>
                <a:lnTo>
                  <a:pt x="10912" y="10268"/>
                </a:lnTo>
                <a:lnTo>
                  <a:pt x="9798" y="10716"/>
                </a:lnTo>
                <a:lnTo>
                  <a:pt x="8640" y="11166"/>
                </a:lnTo>
                <a:lnTo>
                  <a:pt x="8106" y="11445"/>
                </a:lnTo>
                <a:lnTo>
                  <a:pt x="7572" y="11782"/>
                </a:lnTo>
                <a:lnTo>
                  <a:pt x="7036" y="12118"/>
                </a:lnTo>
                <a:lnTo>
                  <a:pt x="6592" y="12568"/>
                </a:lnTo>
                <a:lnTo>
                  <a:pt x="6547" y="12623"/>
                </a:lnTo>
                <a:lnTo>
                  <a:pt x="6547" y="12680"/>
                </a:lnTo>
                <a:lnTo>
                  <a:pt x="6592" y="12736"/>
                </a:lnTo>
                <a:lnTo>
                  <a:pt x="6635" y="12736"/>
                </a:lnTo>
                <a:lnTo>
                  <a:pt x="7794" y="12175"/>
                </a:lnTo>
                <a:lnTo>
                  <a:pt x="8907" y="11614"/>
                </a:lnTo>
                <a:lnTo>
                  <a:pt x="10154" y="11109"/>
                </a:lnTo>
                <a:lnTo>
                  <a:pt x="11401" y="10548"/>
                </a:lnTo>
                <a:lnTo>
                  <a:pt x="12559" y="9986"/>
                </a:lnTo>
                <a:lnTo>
                  <a:pt x="13673" y="9313"/>
                </a:lnTo>
                <a:lnTo>
                  <a:pt x="14965" y="8529"/>
                </a:lnTo>
                <a:lnTo>
                  <a:pt x="15454" y="8247"/>
                </a:lnTo>
                <a:lnTo>
                  <a:pt x="15677" y="8079"/>
                </a:lnTo>
                <a:lnTo>
                  <a:pt x="15944" y="7967"/>
                </a:lnTo>
                <a:lnTo>
                  <a:pt x="15988" y="8191"/>
                </a:lnTo>
                <a:lnTo>
                  <a:pt x="16300" y="8977"/>
                </a:lnTo>
                <a:lnTo>
                  <a:pt x="16256" y="8977"/>
                </a:lnTo>
                <a:lnTo>
                  <a:pt x="16212" y="8865"/>
                </a:lnTo>
                <a:lnTo>
                  <a:pt x="16123" y="8809"/>
                </a:lnTo>
                <a:lnTo>
                  <a:pt x="16033" y="8752"/>
                </a:lnTo>
                <a:lnTo>
                  <a:pt x="15944" y="8809"/>
                </a:lnTo>
                <a:lnTo>
                  <a:pt x="14831" y="9538"/>
                </a:lnTo>
                <a:lnTo>
                  <a:pt x="13718" y="10211"/>
                </a:lnTo>
                <a:lnTo>
                  <a:pt x="12559" y="10829"/>
                </a:lnTo>
                <a:lnTo>
                  <a:pt x="11446" y="11445"/>
                </a:lnTo>
                <a:lnTo>
                  <a:pt x="10288" y="12007"/>
                </a:lnTo>
                <a:lnTo>
                  <a:pt x="9129" y="12512"/>
                </a:lnTo>
                <a:lnTo>
                  <a:pt x="8061" y="12960"/>
                </a:lnTo>
                <a:lnTo>
                  <a:pt x="7482" y="13241"/>
                </a:lnTo>
                <a:lnTo>
                  <a:pt x="7259" y="13409"/>
                </a:lnTo>
                <a:lnTo>
                  <a:pt x="6992" y="13578"/>
                </a:lnTo>
                <a:lnTo>
                  <a:pt x="6992" y="13689"/>
                </a:lnTo>
                <a:lnTo>
                  <a:pt x="7615" y="13689"/>
                </a:lnTo>
                <a:lnTo>
                  <a:pt x="8149" y="13466"/>
                </a:lnTo>
                <a:lnTo>
                  <a:pt x="9264" y="13016"/>
                </a:lnTo>
                <a:lnTo>
                  <a:pt x="10466" y="12455"/>
                </a:lnTo>
                <a:lnTo>
                  <a:pt x="11668" y="11894"/>
                </a:lnTo>
                <a:lnTo>
                  <a:pt x="12782" y="11334"/>
                </a:lnTo>
                <a:lnTo>
                  <a:pt x="13851" y="10716"/>
                </a:lnTo>
                <a:lnTo>
                  <a:pt x="14920" y="10099"/>
                </a:lnTo>
                <a:lnTo>
                  <a:pt x="15944" y="9425"/>
                </a:lnTo>
                <a:lnTo>
                  <a:pt x="16033" y="9482"/>
                </a:lnTo>
                <a:lnTo>
                  <a:pt x="16167" y="9482"/>
                </a:lnTo>
                <a:lnTo>
                  <a:pt x="16256" y="9425"/>
                </a:lnTo>
                <a:lnTo>
                  <a:pt x="16345" y="9313"/>
                </a:lnTo>
                <a:lnTo>
                  <a:pt x="16390" y="9257"/>
                </a:lnTo>
                <a:lnTo>
                  <a:pt x="16834" y="10268"/>
                </a:lnTo>
                <a:lnTo>
                  <a:pt x="16567" y="10379"/>
                </a:lnTo>
                <a:lnTo>
                  <a:pt x="16345" y="10491"/>
                </a:lnTo>
                <a:lnTo>
                  <a:pt x="15677" y="10829"/>
                </a:lnTo>
                <a:lnTo>
                  <a:pt x="15053" y="11221"/>
                </a:lnTo>
                <a:lnTo>
                  <a:pt x="13628" y="12175"/>
                </a:lnTo>
                <a:lnTo>
                  <a:pt x="12960" y="12623"/>
                </a:lnTo>
                <a:lnTo>
                  <a:pt x="12204" y="13073"/>
                </a:lnTo>
                <a:lnTo>
                  <a:pt x="11446" y="13409"/>
                </a:lnTo>
                <a:lnTo>
                  <a:pt x="10688" y="13689"/>
                </a:lnTo>
                <a:lnTo>
                  <a:pt x="9129" y="14251"/>
                </a:lnTo>
                <a:lnTo>
                  <a:pt x="7527" y="14869"/>
                </a:lnTo>
                <a:lnTo>
                  <a:pt x="7036" y="15092"/>
                </a:lnTo>
                <a:lnTo>
                  <a:pt x="6859" y="15317"/>
                </a:lnTo>
                <a:lnTo>
                  <a:pt x="6769" y="15373"/>
                </a:lnTo>
                <a:lnTo>
                  <a:pt x="6769" y="15317"/>
                </a:lnTo>
                <a:lnTo>
                  <a:pt x="6725" y="15260"/>
                </a:lnTo>
                <a:lnTo>
                  <a:pt x="6725" y="15317"/>
                </a:lnTo>
                <a:lnTo>
                  <a:pt x="6680" y="15428"/>
                </a:lnTo>
                <a:lnTo>
                  <a:pt x="6680" y="15597"/>
                </a:lnTo>
                <a:lnTo>
                  <a:pt x="6725" y="15653"/>
                </a:lnTo>
                <a:lnTo>
                  <a:pt x="6769" y="15653"/>
                </a:lnTo>
                <a:lnTo>
                  <a:pt x="7036" y="15485"/>
                </a:lnTo>
                <a:lnTo>
                  <a:pt x="7304" y="15373"/>
                </a:lnTo>
                <a:lnTo>
                  <a:pt x="7927" y="15205"/>
                </a:lnTo>
                <a:lnTo>
                  <a:pt x="9353" y="14644"/>
                </a:lnTo>
                <a:lnTo>
                  <a:pt x="10778" y="14194"/>
                </a:lnTo>
                <a:lnTo>
                  <a:pt x="11491" y="13914"/>
                </a:lnTo>
                <a:lnTo>
                  <a:pt x="12159" y="13578"/>
                </a:lnTo>
                <a:lnTo>
                  <a:pt x="12782" y="13298"/>
                </a:lnTo>
                <a:lnTo>
                  <a:pt x="13361" y="12905"/>
                </a:lnTo>
                <a:lnTo>
                  <a:pt x="14519" y="12118"/>
                </a:lnTo>
                <a:lnTo>
                  <a:pt x="15143" y="11725"/>
                </a:lnTo>
                <a:lnTo>
                  <a:pt x="15766" y="11334"/>
                </a:lnTo>
                <a:lnTo>
                  <a:pt x="16479" y="10997"/>
                </a:lnTo>
                <a:lnTo>
                  <a:pt x="16701" y="10884"/>
                </a:lnTo>
                <a:lnTo>
                  <a:pt x="17013" y="10772"/>
                </a:lnTo>
                <a:lnTo>
                  <a:pt x="17058" y="10829"/>
                </a:lnTo>
                <a:lnTo>
                  <a:pt x="17191" y="10829"/>
                </a:lnTo>
                <a:lnTo>
                  <a:pt x="17236" y="10997"/>
                </a:lnTo>
                <a:lnTo>
                  <a:pt x="16791" y="11277"/>
                </a:lnTo>
                <a:lnTo>
                  <a:pt x="16390" y="11614"/>
                </a:lnTo>
                <a:lnTo>
                  <a:pt x="15098" y="12568"/>
                </a:lnTo>
                <a:lnTo>
                  <a:pt x="13761" y="13409"/>
                </a:lnTo>
                <a:lnTo>
                  <a:pt x="12381" y="14139"/>
                </a:lnTo>
                <a:lnTo>
                  <a:pt x="11000" y="14812"/>
                </a:lnTo>
                <a:lnTo>
                  <a:pt x="9575" y="15428"/>
                </a:lnTo>
                <a:lnTo>
                  <a:pt x="8194" y="15990"/>
                </a:lnTo>
                <a:lnTo>
                  <a:pt x="7527" y="16271"/>
                </a:lnTo>
                <a:lnTo>
                  <a:pt x="7170" y="16439"/>
                </a:lnTo>
                <a:lnTo>
                  <a:pt x="6859" y="16663"/>
                </a:lnTo>
                <a:lnTo>
                  <a:pt x="6814" y="16719"/>
                </a:lnTo>
                <a:lnTo>
                  <a:pt x="6814" y="16831"/>
                </a:lnTo>
                <a:lnTo>
                  <a:pt x="6903" y="16888"/>
                </a:lnTo>
                <a:lnTo>
                  <a:pt x="7215" y="16831"/>
                </a:lnTo>
                <a:lnTo>
                  <a:pt x="7527" y="16776"/>
                </a:lnTo>
                <a:lnTo>
                  <a:pt x="8149" y="16551"/>
                </a:lnTo>
                <a:lnTo>
                  <a:pt x="8907" y="16215"/>
                </a:lnTo>
                <a:lnTo>
                  <a:pt x="9665" y="15935"/>
                </a:lnTo>
                <a:lnTo>
                  <a:pt x="11179" y="15317"/>
                </a:lnTo>
                <a:lnTo>
                  <a:pt x="12648" y="14587"/>
                </a:lnTo>
                <a:lnTo>
                  <a:pt x="13895" y="13858"/>
                </a:lnTo>
                <a:lnTo>
                  <a:pt x="15143" y="13128"/>
                </a:lnTo>
                <a:lnTo>
                  <a:pt x="16479" y="12175"/>
                </a:lnTo>
                <a:lnTo>
                  <a:pt x="17013" y="11839"/>
                </a:lnTo>
                <a:lnTo>
                  <a:pt x="17280" y="11614"/>
                </a:lnTo>
                <a:lnTo>
                  <a:pt x="17503" y="11389"/>
                </a:lnTo>
                <a:lnTo>
                  <a:pt x="17637" y="11614"/>
                </a:lnTo>
                <a:lnTo>
                  <a:pt x="17637" y="11670"/>
                </a:lnTo>
                <a:lnTo>
                  <a:pt x="17503" y="12175"/>
                </a:lnTo>
                <a:lnTo>
                  <a:pt x="17503" y="12736"/>
                </a:lnTo>
                <a:lnTo>
                  <a:pt x="17414" y="12623"/>
                </a:lnTo>
                <a:lnTo>
                  <a:pt x="17280" y="12623"/>
                </a:lnTo>
                <a:lnTo>
                  <a:pt x="16791" y="12905"/>
                </a:lnTo>
                <a:lnTo>
                  <a:pt x="16300" y="13241"/>
                </a:lnTo>
                <a:lnTo>
                  <a:pt x="15410" y="13971"/>
                </a:lnTo>
                <a:lnTo>
                  <a:pt x="14875" y="14419"/>
                </a:lnTo>
                <a:lnTo>
                  <a:pt x="14297" y="14812"/>
                </a:lnTo>
                <a:lnTo>
                  <a:pt x="13718" y="15205"/>
                </a:lnTo>
                <a:lnTo>
                  <a:pt x="13138" y="15485"/>
                </a:lnTo>
                <a:lnTo>
                  <a:pt x="10511" y="16551"/>
                </a:lnTo>
                <a:lnTo>
                  <a:pt x="9398" y="16999"/>
                </a:lnTo>
                <a:lnTo>
                  <a:pt x="8862" y="17224"/>
                </a:lnTo>
                <a:lnTo>
                  <a:pt x="8328" y="17505"/>
                </a:lnTo>
                <a:lnTo>
                  <a:pt x="6413" y="17449"/>
                </a:lnTo>
                <a:lnTo>
                  <a:pt x="6368" y="17112"/>
                </a:lnTo>
                <a:lnTo>
                  <a:pt x="6280" y="16999"/>
                </a:lnTo>
                <a:lnTo>
                  <a:pt x="6101" y="16999"/>
                </a:lnTo>
                <a:lnTo>
                  <a:pt x="6056" y="17112"/>
                </a:lnTo>
                <a:lnTo>
                  <a:pt x="6013" y="17449"/>
                </a:lnTo>
                <a:lnTo>
                  <a:pt x="5076" y="17337"/>
                </a:lnTo>
                <a:lnTo>
                  <a:pt x="4632" y="17337"/>
                </a:lnTo>
                <a:lnTo>
                  <a:pt x="4142" y="17392"/>
                </a:lnTo>
                <a:lnTo>
                  <a:pt x="3786" y="17449"/>
                </a:lnTo>
                <a:lnTo>
                  <a:pt x="3474" y="17674"/>
                </a:lnTo>
                <a:lnTo>
                  <a:pt x="3429" y="16831"/>
                </a:lnTo>
                <a:lnTo>
                  <a:pt x="3295" y="14419"/>
                </a:lnTo>
                <a:lnTo>
                  <a:pt x="3295" y="14026"/>
                </a:lnTo>
                <a:lnTo>
                  <a:pt x="3607" y="14026"/>
                </a:lnTo>
                <a:lnTo>
                  <a:pt x="3963" y="13971"/>
                </a:lnTo>
                <a:lnTo>
                  <a:pt x="4275" y="13858"/>
                </a:lnTo>
                <a:lnTo>
                  <a:pt x="4587" y="13746"/>
                </a:lnTo>
                <a:lnTo>
                  <a:pt x="4899" y="13521"/>
                </a:lnTo>
                <a:lnTo>
                  <a:pt x="5211" y="13298"/>
                </a:lnTo>
                <a:lnTo>
                  <a:pt x="5745" y="12848"/>
                </a:lnTo>
                <a:lnTo>
                  <a:pt x="6146" y="12400"/>
                </a:lnTo>
                <a:lnTo>
                  <a:pt x="6502" y="11894"/>
                </a:lnTo>
                <a:lnTo>
                  <a:pt x="6814" y="11389"/>
                </a:lnTo>
                <a:lnTo>
                  <a:pt x="7126" y="10884"/>
                </a:lnTo>
                <a:lnTo>
                  <a:pt x="7615" y="10716"/>
                </a:lnTo>
                <a:lnTo>
                  <a:pt x="8061" y="10436"/>
                </a:lnTo>
                <a:lnTo>
                  <a:pt x="8996" y="9818"/>
                </a:lnTo>
                <a:lnTo>
                  <a:pt x="10199" y="9145"/>
                </a:lnTo>
                <a:lnTo>
                  <a:pt x="11357" y="8529"/>
                </a:lnTo>
                <a:lnTo>
                  <a:pt x="12514" y="8022"/>
                </a:lnTo>
                <a:lnTo>
                  <a:pt x="13673" y="7463"/>
                </a:lnTo>
                <a:lnTo>
                  <a:pt x="14608" y="7069"/>
                </a:lnTo>
                <a:lnTo>
                  <a:pt x="15098" y="6733"/>
                </a:lnTo>
                <a:lnTo>
                  <a:pt x="15320" y="6452"/>
                </a:lnTo>
                <a:lnTo>
                  <a:pt x="15454" y="6396"/>
                </a:lnTo>
                <a:close/>
                <a:moveTo>
                  <a:pt x="2895" y="0"/>
                </a:moveTo>
                <a:lnTo>
                  <a:pt x="2716" y="57"/>
                </a:lnTo>
                <a:lnTo>
                  <a:pt x="2672" y="112"/>
                </a:lnTo>
                <a:lnTo>
                  <a:pt x="2627" y="168"/>
                </a:lnTo>
                <a:lnTo>
                  <a:pt x="2494" y="561"/>
                </a:lnTo>
                <a:lnTo>
                  <a:pt x="2405" y="786"/>
                </a:lnTo>
                <a:lnTo>
                  <a:pt x="1915" y="2189"/>
                </a:lnTo>
                <a:lnTo>
                  <a:pt x="1870" y="2357"/>
                </a:lnTo>
                <a:lnTo>
                  <a:pt x="1915" y="2469"/>
                </a:lnTo>
                <a:lnTo>
                  <a:pt x="1960" y="2580"/>
                </a:lnTo>
                <a:lnTo>
                  <a:pt x="2048" y="2693"/>
                </a:lnTo>
                <a:lnTo>
                  <a:pt x="2137" y="2749"/>
                </a:lnTo>
                <a:lnTo>
                  <a:pt x="2227" y="2749"/>
                </a:lnTo>
                <a:lnTo>
                  <a:pt x="2315" y="2693"/>
                </a:lnTo>
                <a:lnTo>
                  <a:pt x="2405" y="2525"/>
                </a:lnTo>
                <a:lnTo>
                  <a:pt x="2583" y="2076"/>
                </a:lnTo>
                <a:lnTo>
                  <a:pt x="2539" y="3310"/>
                </a:lnTo>
                <a:lnTo>
                  <a:pt x="2539" y="4544"/>
                </a:lnTo>
                <a:lnTo>
                  <a:pt x="2494" y="6228"/>
                </a:lnTo>
                <a:lnTo>
                  <a:pt x="2405" y="6283"/>
                </a:lnTo>
                <a:lnTo>
                  <a:pt x="2227" y="6228"/>
                </a:lnTo>
                <a:lnTo>
                  <a:pt x="2093" y="6115"/>
                </a:lnTo>
                <a:lnTo>
                  <a:pt x="1960" y="6115"/>
                </a:lnTo>
                <a:lnTo>
                  <a:pt x="1870" y="6172"/>
                </a:lnTo>
                <a:lnTo>
                  <a:pt x="1826" y="6283"/>
                </a:lnTo>
                <a:lnTo>
                  <a:pt x="1870" y="6452"/>
                </a:lnTo>
                <a:lnTo>
                  <a:pt x="2003" y="6565"/>
                </a:lnTo>
                <a:lnTo>
                  <a:pt x="2137" y="6676"/>
                </a:lnTo>
                <a:lnTo>
                  <a:pt x="2315" y="6733"/>
                </a:lnTo>
                <a:lnTo>
                  <a:pt x="2494" y="6788"/>
                </a:lnTo>
                <a:lnTo>
                  <a:pt x="2494" y="8472"/>
                </a:lnTo>
                <a:lnTo>
                  <a:pt x="2315" y="8529"/>
                </a:lnTo>
                <a:lnTo>
                  <a:pt x="2003" y="8584"/>
                </a:lnTo>
                <a:lnTo>
                  <a:pt x="1960" y="8697"/>
                </a:lnTo>
                <a:lnTo>
                  <a:pt x="1870" y="8752"/>
                </a:lnTo>
                <a:lnTo>
                  <a:pt x="1870" y="8809"/>
                </a:lnTo>
                <a:lnTo>
                  <a:pt x="1826" y="8865"/>
                </a:lnTo>
                <a:lnTo>
                  <a:pt x="1870" y="8920"/>
                </a:lnTo>
                <a:lnTo>
                  <a:pt x="1915" y="8920"/>
                </a:lnTo>
                <a:lnTo>
                  <a:pt x="2003" y="9033"/>
                </a:lnTo>
                <a:lnTo>
                  <a:pt x="2494" y="9033"/>
                </a:lnTo>
                <a:lnTo>
                  <a:pt x="2539" y="9482"/>
                </a:lnTo>
                <a:lnTo>
                  <a:pt x="2539" y="10941"/>
                </a:lnTo>
                <a:lnTo>
                  <a:pt x="2227" y="11052"/>
                </a:lnTo>
                <a:lnTo>
                  <a:pt x="1870" y="11277"/>
                </a:lnTo>
                <a:lnTo>
                  <a:pt x="1826" y="11334"/>
                </a:lnTo>
                <a:lnTo>
                  <a:pt x="1826" y="11389"/>
                </a:lnTo>
                <a:lnTo>
                  <a:pt x="1870" y="11445"/>
                </a:lnTo>
                <a:lnTo>
                  <a:pt x="1915" y="11502"/>
                </a:lnTo>
                <a:lnTo>
                  <a:pt x="2539" y="11502"/>
                </a:lnTo>
                <a:lnTo>
                  <a:pt x="2627" y="13689"/>
                </a:lnTo>
                <a:lnTo>
                  <a:pt x="2627" y="13746"/>
                </a:lnTo>
                <a:lnTo>
                  <a:pt x="2405" y="13689"/>
                </a:lnTo>
                <a:lnTo>
                  <a:pt x="1915" y="13689"/>
                </a:lnTo>
                <a:lnTo>
                  <a:pt x="1826" y="13746"/>
                </a:lnTo>
                <a:lnTo>
                  <a:pt x="1781" y="13858"/>
                </a:lnTo>
                <a:lnTo>
                  <a:pt x="1781" y="13971"/>
                </a:lnTo>
                <a:lnTo>
                  <a:pt x="1870" y="14082"/>
                </a:lnTo>
                <a:lnTo>
                  <a:pt x="2048" y="14139"/>
                </a:lnTo>
                <a:lnTo>
                  <a:pt x="2227" y="14251"/>
                </a:lnTo>
                <a:lnTo>
                  <a:pt x="2672" y="14362"/>
                </a:lnTo>
                <a:lnTo>
                  <a:pt x="2716" y="15935"/>
                </a:lnTo>
                <a:lnTo>
                  <a:pt x="2449" y="15935"/>
                </a:lnTo>
                <a:lnTo>
                  <a:pt x="2182" y="15990"/>
                </a:lnTo>
                <a:lnTo>
                  <a:pt x="2093" y="16103"/>
                </a:lnTo>
                <a:lnTo>
                  <a:pt x="2003" y="16215"/>
                </a:lnTo>
                <a:lnTo>
                  <a:pt x="1915" y="16326"/>
                </a:lnTo>
                <a:lnTo>
                  <a:pt x="1960" y="16439"/>
                </a:lnTo>
                <a:lnTo>
                  <a:pt x="2048" y="16551"/>
                </a:lnTo>
                <a:lnTo>
                  <a:pt x="2583" y="16551"/>
                </a:lnTo>
                <a:lnTo>
                  <a:pt x="2761" y="16608"/>
                </a:lnTo>
                <a:lnTo>
                  <a:pt x="2761" y="16663"/>
                </a:lnTo>
                <a:lnTo>
                  <a:pt x="2806" y="17897"/>
                </a:lnTo>
                <a:lnTo>
                  <a:pt x="2850" y="18290"/>
                </a:lnTo>
                <a:lnTo>
                  <a:pt x="2895" y="18515"/>
                </a:lnTo>
                <a:lnTo>
                  <a:pt x="3028" y="18683"/>
                </a:lnTo>
                <a:lnTo>
                  <a:pt x="3117" y="18740"/>
                </a:lnTo>
                <a:lnTo>
                  <a:pt x="3252" y="18740"/>
                </a:lnTo>
                <a:lnTo>
                  <a:pt x="3340" y="18683"/>
                </a:lnTo>
                <a:lnTo>
                  <a:pt x="3385" y="18572"/>
                </a:lnTo>
                <a:lnTo>
                  <a:pt x="3429" y="18515"/>
                </a:lnTo>
                <a:lnTo>
                  <a:pt x="3652" y="18290"/>
                </a:lnTo>
                <a:lnTo>
                  <a:pt x="3963" y="18178"/>
                </a:lnTo>
                <a:lnTo>
                  <a:pt x="4231" y="18122"/>
                </a:lnTo>
                <a:lnTo>
                  <a:pt x="4542" y="18122"/>
                </a:lnTo>
                <a:lnTo>
                  <a:pt x="4542" y="18683"/>
                </a:lnTo>
                <a:lnTo>
                  <a:pt x="4632" y="18908"/>
                </a:lnTo>
                <a:lnTo>
                  <a:pt x="4721" y="19131"/>
                </a:lnTo>
                <a:lnTo>
                  <a:pt x="4809" y="19245"/>
                </a:lnTo>
                <a:lnTo>
                  <a:pt x="4899" y="19188"/>
                </a:lnTo>
                <a:lnTo>
                  <a:pt x="4988" y="19131"/>
                </a:lnTo>
                <a:lnTo>
                  <a:pt x="5033" y="19020"/>
                </a:lnTo>
                <a:lnTo>
                  <a:pt x="4943" y="18683"/>
                </a:lnTo>
                <a:lnTo>
                  <a:pt x="4899" y="18458"/>
                </a:lnTo>
                <a:lnTo>
                  <a:pt x="4899" y="18178"/>
                </a:lnTo>
                <a:lnTo>
                  <a:pt x="6146" y="18234"/>
                </a:lnTo>
                <a:lnTo>
                  <a:pt x="6146" y="18572"/>
                </a:lnTo>
                <a:lnTo>
                  <a:pt x="6191" y="19300"/>
                </a:lnTo>
                <a:lnTo>
                  <a:pt x="6235" y="19413"/>
                </a:lnTo>
                <a:lnTo>
                  <a:pt x="6280" y="19524"/>
                </a:lnTo>
                <a:lnTo>
                  <a:pt x="6458" y="19524"/>
                </a:lnTo>
                <a:lnTo>
                  <a:pt x="6635" y="19468"/>
                </a:lnTo>
                <a:lnTo>
                  <a:pt x="6680" y="19300"/>
                </a:lnTo>
                <a:lnTo>
                  <a:pt x="6725" y="19076"/>
                </a:lnTo>
                <a:lnTo>
                  <a:pt x="6635" y="18908"/>
                </a:lnTo>
                <a:lnTo>
                  <a:pt x="6547" y="18851"/>
                </a:lnTo>
                <a:lnTo>
                  <a:pt x="6502" y="18515"/>
                </a:lnTo>
                <a:lnTo>
                  <a:pt x="6413" y="18234"/>
                </a:lnTo>
                <a:lnTo>
                  <a:pt x="7170" y="18290"/>
                </a:lnTo>
                <a:lnTo>
                  <a:pt x="7882" y="18290"/>
                </a:lnTo>
                <a:lnTo>
                  <a:pt x="7882" y="18347"/>
                </a:lnTo>
                <a:lnTo>
                  <a:pt x="7839" y="18627"/>
                </a:lnTo>
                <a:lnTo>
                  <a:pt x="7794" y="18963"/>
                </a:lnTo>
                <a:lnTo>
                  <a:pt x="7839" y="19245"/>
                </a:lnTo>
                <a:lnTo>
                  <a:pt x="7972" y="19524"/>
                </a:lnTo>
                <a:lnTo>
                  <a:pt x="8016" y="19638"/>
                </a:lnTo>
                <a:lnTo>
                  <a:pt x="8106" y="19693"/>
                </a:lnTo>
                <a:lnTo>
                  <a:pt x="8194" y="19693"/>
                </a:lnTo>
                <a:lnTo>
                  <a:pt x="8284" y="19638"/>
                </a:lnTo>
                <a:lnTo>
                  <a:pt x="8373" y="19524"/>
                </a:lnTo>
                <a:lnTo>
                  <a:pt x="8373" y="19356"/>
                </a:lnTo>
                <a:lnTo>
                  <a:pt x="8284" y="19300"/>
                </a:lnTo>
                <a:lnTo>
                  <a:pt x="8239" y="19245"/>
                </a:lnTo>
                <a:lnTo>
                  <a:pt x="8149" y="18963"/>
                </a:lnTo>
                <a:lnTo>
                  <a:pt x="8106" y="18683"/>
                </a:lnTo>
                <a:lnTo>
                  <a:pt x="8061" y="18347"/>
                </a:lnTo>
                <a:lnTo>
                  <a:pt x="8061" y="18290"/>
                </a:lnTo>
                <a:lnTo>
                  <a:pt x="9620" y="18347"/>
                </a:lnTo>
                <a:lnTo>
                  <a:pt x="9531" y="18403"/>
                </a:lnTo>
                <a:lnTo>
                  <a:pt x="9486" y="18515"/>
                </a:lnTo>
                <a:lnTo>
                  <a:pt x="9441" y="18740"/>
                </a:lnTo>
                <a:lnTo>
                  <a:pt x="9441" y="19131"/>
                </a:lnTo>
                <a:lnTo>
                  <a:pt x="9486" y="19300"/>
                </a:lnTo>
                <a:lnTo>
                  <a:pt x="9575" y="19468"/>
                </a:lnTo>
                <a:lnTo>
                  <a:pt x="9665" y="19524"/>
                </a:lnTo>
                <a:lnTo>
                  <a:pt x="9753" y="19468"/>
                </a:lnTo>
                <a:lnTo>
                  <a:pt x="9842" y="19413"/>
                </a:lnTo>
                <a:lnTo>
                  <a:pt x="9887" y="19300"/>
                </a:lnTo>
                <a:lnTo>
                  <a:pt x="9842" y="19076"/>
                </a:lnTo>
                <a:lnTo>
                  <a:pt x="9798" y="18795"/>
                </a:lnTo>
                <a:lnTo>
                  <a:pt x="9798" y="18627"/>
                </a:lnTo>
                <a:lnTo>
                  <a:pt x="9753" y="18515"/>
                </a:lnTo>
                <a:lnTo>
                  <a:pt x="9753" y="18347"/>
                </a:lnTo>
                <a:lnTo>
                  <a:pt x="11401" y="18347"/>
                </a:lnTo>
                <a:lnTo>
                  <a:pt x="11312" y="18683"/>
                </a:lnTo>
                <a:lnTo>
                  <a:pt x="11312" y="19076"/>
                </a:lnTo>
                <a:lnTo>
                  <a:pt x="11357" y="19188"/>
                </a:lnTo>
                <a:lnTo>
                  <a:pt x="11446" y="19245"/>
                </a:lnTo>
                <a:lnTo>
                  <a:pt x="11668" y="19245"/>
                </a:lnTo>
                <a:lnTo>
                  <a:pt x="11758" y="19188"/>
                </a:lnTo>
                <a:lnTo>
                  <a:pt x="11802" y="19076"/>
                </a:lnTo>
                <a:lnTo>
                  <a:pt x="11802" y="18908"/>
                </a:lnTo>
                <a:lnTo>
                  <a:pt x="11668" y="18851"/>
                </a:lnTo>
                <a:lnTo>
                  <a:pt x="11668" y="18347"/>
                </a:lnTo>
                <a:lnTo>
                  <a:pt x="12915" y="18347"/>
                </a:lnTo>
                <a:lnTo>
                  <a:pt x="12960" y="18740"/>
                </a:lnTo>
                <a:lnTo>
                  <a:pt x="13049" y="19131"/>
                </a:lnTo>
                <a:lnTo>
                  <a:pt x="13138" y="19245"/>
                </a:lnTo>
                <a:lnTo>
                  <a:pt x="13317" y="19245"/>
                </a:lnTo>
                <a:lnTo>
                  <a:pt x="13361" y="19131"/>
                </a:lnTo>
                <a:lnTo>
                  <a:pt x="13406" y="18963"/>
                </a:lnTo>
                <a:lnTo>
                  <a:pt x="13317" y="18627"/>
                </a:lnTo>
                <a:lnTo>
                  <a:pt x="13227" y="18347"/>
                </a:lnTo>
                <a:lnTo>
                  <a:pt x="14697" y="18347"/>
                </a:lnTo>
                <a:lnTo>
                  <a:pt x="14653" y="18458"/>
                </a:lnTo>
                <a:lnTo>
                  <a:pt x="14608" y="18572"/>
                </a:lnTo>
                <a:lnTo>
                  <a:pt x="14564" y="18908"/>
                </a:lnTo>
                <a:lnTo>
                  <a:pt x="14608" y="19076"/>
                </a:lnTo>
                <a:lnTo>
                  <a:pt x="14653" y="19300"/>
                </a:lnTo>
                <a:lnTo>
                  <a:pt x="14741" y="19468"/>
                </a:lnTo>
                <a:lnTo>
                  <a:pt x="14831" y="19581"/>
                </a:lnTo>
                <a:lnTo>
                  <a:pt x="14920" y="19638"/>
                </a:lnTo>
                <a:lnTo>
                  <a:pt x="15008" y="19581"/>
                </a:lnTo>
                <a:lnTo>
                  <a:pt x="15053" y="19524"/>
                </a:lnTo>
                <a:lnTo>
                  <a:pt x="15053" y="19413"/>
                </a:lnTo>
                <a:lnTo>
                  <a:pt x="15008" y="19188"/>
                </a:lnTo>
                <a:lnTo>
                  <a:pt x="14920" y="18908"/>
                </a:lnTo>
                <a:lnTo>
                  <a:pt x="14875" y="18627"/>
                </a:lnTo>
                <a:lnTo>
                  <a:pt x="14875" y="18290"/>
                </a:lnTo>
                <a:lnTo>
                  <a:pt x="16212" y="18290"/>
                </a:lnTo>
                <a:lnTo>
                  <a:pt x="16123" y="18515"/>
                </a:lnTo>
                <a:lnTo>
                  <a:pt x="16078" y="18740"/>
                </a:lnTo>
                <a:lnTo>
                  <a:pt x="16078" y="19020"/>
                </a:lnTo>
                <a:lnTo>
                  <a:pt x="16167" y="19245"/>
                </a:lnTo>
                <a:lnTo>
                  <a:pt x="16212" y="19300"/>
                </a:lnTo>
                <a:lnTo>
                  <a:pt x="16300" y="19356"/>
                </a:lnTo>
                <a:lnTo>
                  <a:pt x="16390" y="19356"/>
                </a:lnTo>
                <a:lnTo>
                  <a:pt x="16479" y="19245"/>
                </a:lnTo>
                <a:lnTo>
                  <a:pt x="16524" y="19020"/>
                </a:lnTo>
                <a:lnTo>
                  <a:pt x="16434" y="18683"/>
                </a:lnTo>
                <a:lnTo>
                  <a:pt x="16434" y="18458"/>
                </a:lnTo>
                <a:lnTo>
                  <a:pt x="16479" y="18234"/>
                </a:lnTo>
                <a:lnTo>
                  <a:pt x="17681" y="18178"/>
                </a:lnTo>
                <a:lnTo>
                  <a:pt x="17637" y="18908"/>
                </a:lnTo>
                <a:lnTo>
                  <a:pt x="17681" y="19020"/>
                </a:lnTo>
                <a:lnTo>
                  <a:pt x="17771" y="19131"/>
                </a:lnTo>
                <a:lnTo>
                  <a:pt x="17904" y="19131"/>
                </a:lnTo>
                <a:lnTo>
                  <a:pt x="17993" y="19076"/>
                </a:lnTo>
                <a:lnTo>
                  <a:pt x="18081" y="18963"/>
                </a:lnTo>
                <a:lnTo>
                  <a:pt x="18171" y="18795"/>
                </a:lnTo>
                <a:lnTo>
                  <a:pt x="18171" y="18458"/>
                </a:lnTo>
                <a:lnTo>
                  <a:pt x="18126" y="18347"/>
                </a:lnTo>
                <a:lnTo>
                  <a:pt x="18038" y="18290"/>
                </a:lnTo>
                <a:lnTo>
                  <a:pt x="18038" y="18178"/>
                </a:lnTo>
                <a:lnTo>
                  <a:pt x="20176" y="18010"/>
                </a:lnTo>
                <a:lnTo>
                  <a:pt x="20219" y="18065"/>
                </a:lnTo>
                <a:lnTo>
                  <a:pt x="20086" y="18347"/>
                </a:lnTo>
                <a:lnTo>
                  <a:pt x="19864" y="18627"/>
                </a:lnTo>
                <a:lnTo>
                  <a:pt x="19774" y="18795"/>
                </a:lnTo>
                <a:lnTo>
                  <a:pt x="19730" y="18908"/>
                </a:lnTo>
                <a:lnTo>
                  <a:pt x="19774" y="19020"/>
                </a:lnTo>
                <a:lnTo>
                  <a:pt x="19819" y="19131"/>
                </a:lnTo>
                <a:lnTo>
                  <a:pt x="19907" y="19188"/>
                </a:lnTo>
                <a:lnTo>
                  <a:pt x="19997" y="19245"/>
                </a:lnTo>
                <a:lnTo>
                  <a:pt x="20086" y="19245"/>
                </a:lnTo>
                <a:lnTo>
                  <a:pt x="20131" y="19188"/>
                </a:lnTo>
                <a:lnTo>
                  <a:pt x="20309" y="19076"/>
                </a:lnTo>
                <a:lnTo>
                  <a:pt x="20398" y="18908"/>
                </a:lnTo>
                <a:lnTo>
                  <a:pt x="20620" y="18515"/>
                </a:lnTo>
                <a:lnTo>
                  <a:pt x="21199" y="17561"/>
                </a:lnTo>
                <a:lnTo>
                  <a:pt x="21199" y="17224"/>
                </a:lnTo>
                <a:lnTo>
                  <a:pt x="21156" y="17112"/>
                </a:lnTo>
                <a:lnTo>
                  <a:pt x="20710" y="16663"/>
                </a:lnTo>
                <a:lnTo>
                  <a:pt x="20309" y="16271"/>
                </a:lnTo>
                <a:lnTo>
                  <a:pt x="20219" y="16215"/>
                </a:lnTo>
                <a:lnTo>
                  <a:pt x="20131" y="16215"/>
                </a:lnTo>
                <a:lnTo>
                  <a:pt x="20086" y="16271"/>
                </a:lnTo>
                <a:lnTo>
                  <a:pt x="19997" y="16326"/>
                </a:lnTo>
                <a:lnTo>
                  <a:pt x="19952" y="16494"/>
                </a:lnTo>
                <a:lnTo>
                  <a:pt x="19952" y="16608"/>
                </a:lnTo>
                <a:lnTo>
                  <a:pt x="19997" y="16719"/>
                </a:lnTo>
                <a:lnTo>
                  <a:pt x="20398" y="17169"/>
                </a:lnTo>
                <a:lnTo>
                  <a:pt x="16924" y="17392"/>
                </a:lnTo>
                <a:lnTo>
                  <a:pt x="17058" y="17337"/>
                </a:lnTo>
                <a:lnTo>
                  <a:pt x="17325" y="17112"/>
                </a:lnTo>
                <a:lnTo>
                  <a:pt x="17414" y="16999"/>
                </a:lnTo>
                <a:lnTo>
                  <a:pt x="17503" y="16831"/>
                </a:lnTo>
                <a:lnTo>
                  <a:pt x="17503" y="16719"/>
                </a:lnTo>
                <a:lnTo>
                  <a:pt x="17458" y="16663"/>
                </a:lnTo>
                <a:lnTo>
                  <a:pt x="17280" y="16663"/>
                </a:lnTo>
                <a:lnTo>
                  <a:pt x="17146" y="16719"/>
                </a:lnTo>
                <a:lnTo>
                  <a:pt x="16879" y="16944"/>
                </a:lnTo>
                <a:lnTo>
                  <a:pt x="16657" y="17169"/>
                </a:lnTo>
                <a:lnTo>
                  <a:pt x="16479" y="17449"/>
                </a:lnTo>
                <a:lnTo>
                  <a:pt x="14920" y="17505"/>
                </a:lnTo>
                <a:lnTo>
                  <a:pt x="15232" y="17337"/>
                </a:lnTo>
                <a:lnTo>
                  <a:pt x="15587" y="17169"/>
                </a:lnTo>
                <a:lnTo>
                  <a:pt x="15988" y="16944"/>
                </a:lnTo>
                <a:lnTo>
                  <a:pt x="16390" y="16663"/>
                </a:lnTo>
                <a:lnTo>
                  <a:pt x="16746" y="16326"/>
                </a:lnTo>
                <a:lnTo>
                  <a:pt x="17058" y="15935"/>
                </a:lnTo>
                <a:lnTo>
                  <a:pt x="17103" y="15765"/>
                </a:lnTo>
                <a:lnTo>
                  <a:pt x="17058" y="15653"/>
                </a:lnTo>
                <a:lnTo>
                  <a:pt x="16968" y="15597"/>
                </a:lnTo>
                <a:lnTo>
                  <a:pt x="16879" y="15653"/>
                </a:lnTo>
                <a:lnTo>
                  <a:pt x="16567" y="15878"/>
                </a:lnTo>
                <a:lnTo>
                  <a:pt x="16256" y="16158"/>
                </a:lnTo>
                <a:lnTo>
                  <a:pt x="15944" y="16439"/>
                </a:lnTo>
                <a:lnTo>
                  <a:pt x="15632" y="16663"/>
                </a:lnTo>
                <a:lnTo>
                  <a:pt x="15277" y="16888"/>
                </a:lnTo>
                <a:lnTo>
                  <a:pt x="14920" y="17056"/>
                </a:lnTo>
                <a:lnTo>
                  <a:pt x="14564" y="17281"/>
                </a:lnTo>
                <a:lnTo>
                  <a:pt x="14207" y="17505"/>
                </a:lnTo>
                <a:lnTo>
                  <a:pt x="12337" y="17561"/>
                </a:lnTo>
                <a:lnTo>
                  <a:pt x="12871" y="17281"/>
                </a:lnTo>
                <a:lnTo>
                  <a:pt x="14831" y="16271"/>
                </a:lnTo>
                <a:lnTo>
                  <a:pt x="15499" y="15990"/>
                </a:lnTo>
                <a:lnTo>
                  <a:pt x="16167" y="15542"/>
                </a:lnTo>
                <a:lnTo>
                  <a:pt x="16479" y="15317"/>
                </a:lnTo>
                <a:lnTo>
                  <a:pt x="16746" y="15037"/>
                </a:lnTo>
                <a:lnTo>
                  <a:pt x="16968" y="14700"/>
                </a:lnTo>
                <a:lnTo>
                  <a:pt x="17103" y="14307"/>
                </a:lnTo>
                <a:lnTo>
                  <a:pt x="17103" y="14139"/>
                </a:lnTo>
                <a:lnTo>
                  <a:pt x="17058" y="14082"/>
                </a:lnTo>
                <a:lnTo>
                  <a:pt x="16924" y="14026"/>
                </a:lnTo>
                <a:lnTo>
                  <a:pt x="16834" y="14082"/>
                </a:lnTo>
                <a:lnTo>
                  <a:pt x="16345" y="14700"/>
                </a:lnTo>
                <a:lnTo>
                  <a:pt x="16078" y="14980"/>
                </a:lnTo>
                <a:lnTo>
                  <a:pt x="15766" y="15260"/>
                </a:lnTo>
                <a:lnTo>
                  <a:pt x="15410" y="15485"/>
                </a:lnTo>
                <a:lnTo>
                  <a:pt x="15053" y="15653"/>
                </a:lnTo>
                <a:lnTo>
                  <a:pt x="14297" y="16046"/>
                </a:lnTo>
                <a:lnTo>
                  <a:pt x="12648" y="16888"/>
                </a:lnTo>
                <a:lnTo>
                  <a:pt x="12025" y="17224"/>
                </a:lnTo>
                <a:lnTo>
                  <a:pt x="11446" y="17561"/>
                </a:lnTo>
                <a:lnTo>
                  <a:pt x="9308" y="17561"/>
                </a:lnTo>
                <a:lnTo>
                  <a:pt x="10466" y="17056"/>
                </a:lnTo>
                <a:lnTo>
                  <a:pt x="13227" y="15935"/>
                </a:lnTo>
                <a:lnTo>
                  <a:pt x="13761" y="15653"/>
                </a:lnTo>
                <a:lnTo>
                  <a:pt x="14297" y="15373"/>
                </a:lnTo>
                <a:lnTo>
                  <a:pt x="14786" y="15037"/>
                </a:lnTo>
                <a:lnTo>
                  <a:pt x="15277" y="14644"/>
                </a:lnTo>
                <a:lnTo>
                  <a:pt x="16300" y="13802"/>
                </a:lnTo>
                <a:lnTo>
                  <a:pt x="16834" y="13409"/>
                </a:lnTo>
                <a:lnTo>
                  <a:pt x="17370" y="13073"/>
                </a:lnTo>
                <a:lnTo>
                  <a:pt x="17458" y="13016"/>
                </a:lnTo>
                <a:lnTo>
                  <a:pt x="17503" y="12960"/>
                </a:lnTo>
                <a:lnTo>
                  <a:pt x="17503" y="13521"/>
                </a:lnTo>
                <a:lnTo>
                  <a:pt x="17547" y="13634"/>
                </a:lnTo>
                <a:lnTo>
                  <a:pt x="17592" y="13689"/>
                </a:lnTo>
                <a:lnTo>
                  <a:pt x="17637" y="13746"/>
                </a:lnTo>
                <a:lnTo>
                  <a:pt x="17726" y="13802"/>
                </a:lnTo>
                <a:lnTo>
                  <a:pt x="17814" y="13746"/>
                </a:lnTo>
                <a:lnTo>
                  <a:pt x="17904" y="13689"/>
                </a:lnTo>
                <a:lnTo>
                  <a:pt x="17948" y="13634"/>
                </a:lnTo>
                <a:lnTo>
                  <a:pt x="17948" y="12680"/>
                </a:lnTo>
                <a:lnTo>
                  <a:pt x="17904" y="12287"/>
                </a:lnTo>
                <a:lnTo>
                  <a:pt x="17814" y="11894"/>
                </a:lnTo>
                <a:lnTo>
                  <a:pt x="18305" y="12512"/>
                </a:lnTo>
                <a:lnTo>
                  <a:pt x="18839" y="13128"/>
                </a:lnTo>
                <a:lnTo>
                  <a:pt x="19106" y="13409"/>
                </a:lnTo>
                <a:lnTo>
                  <a:pt x="19240" y="13521"/>
                </a:lnTo>
                <a:lnTo>
                  <a:pt x="19418" y="13578"/>
                </a:lnTo>
                <a:lnTo>
                  <a:pt x="19864" y="13634"/>
                </a:lnTo>
                <a:lnTo>
                  <a:pt x="20353" y="13634"/>
                </a:lnTo>
                <a:lnTo>
                  <a:pt x="20887" y="13578"/>
                </a:lnTo>
                <a:lnTo>
                  <a:pt x="21378" y="13353"/>
                </a:lnTo>
                <a:lnTo>
                  <a:pt x="21466" y="13298"/>
                </a:lnTo>
                <a:lnTo>
                  <a:pt x="21556" y="13128"/>
                </a:lnTo>
                <a:lnTo>
                  <a:pt x="21600" y="13016"/>
                </a:lnTo>
                <a:lnTo>
                  <a:pt x="21556" y="12905"/>
                </a:lnTo>
                <a:lnTo>
                  <a:pt x="21511" y="12736"/>
                </a:lnTo>
                <a:lnTo>
                  <a:pt x="21466" y="12680"/>
                </a:lnTo>
                <a:lnTo>
                  <a:pt x="21333" y="12623"/>
                </a:lnTo>
                <a:lnTo>
                  <a:pt x="21199" y="12623"/>
                </a:lnTo>
                <a:lnTo>
                  <a:pt x="20799" y="12791"/>
                </a:lnTo>
                <a:lnTo>
                  <a:pt x="20353" y="12848"/>
                </a:lnTo>
                <a:lnTo>
                  <a:pt x="19907" y="12905"/>
                </a:lnTo>
                <a:lnTo>
                  <a:pt x="19640" y="12848"/>
                </a:lnTo>
                <a:lnTo>
                  <a:pt x="19463" y="12791"/>
                </a:lnTo>
                <a:lnTo>
                  <a:pt x="18794" y="12063"/>
                </a:lnTo>
                <a:lnTo>
                  <a:pt x="18216" y="11277"/>
                </a:lnTo>
                <a:lnTo>
                  <a:pt x="17681" y="10436"/>
                </a:lnTo>
                <a:lnTo>
                  <a:pt x="17191" y="9538"/>
                </a:lnTo>
                <a:lnTo>
                  <a:pt x="16791" y="8584"/>
                </a:lnTo>
                <a:lnTo>
                  <a:pt x="16434" y="7631"/>
                </a:lnTo>
                <a:lnTo>
                  <a:pt x="15899" y="6003"/>
                </a:lnTo>
                <a:lnTo>
                  <a:pt x="15544" y="5217"/>
                </a:lnTo>
                <a:lnTo>
                  <a:pt x="15187" y="4489"/>
                </a:lnTo>
                <a:lnTo>
                  <a:pt x="14965" y="4208"/>
                </a:lnTo>
                <a:lnTo>
                  <a:pt x="14741" y="3871"/>
                </a:lnTo>
                <a:lnTo>
                  <a:pt x="14519" y="3591"/>
                </a:lnTo>
                <a:lnTo>
                  <a:pt x="14252" y="3366"/>
                </a:lnTo>
                <a:lnTo>
                  <a:pt x="13940" y="3198"/>
                </a:lnTo>
                <a:lnTo>
                  <a:pt x="13628" y="3030"/>
                </a:lnTo>
                <a:lnTo>
                  <a:pt x="13272" y="2917"/>
                </a:lnTo>
                <a:lnTo>
                  <a:pt x="12871" y="2862"/>
                </a:lnTo>
                <a:lnTo>
                  <a:pt x="12514" y="2862"/>
                </a:lnTo>
                <a:lnTo>
                  <a:pt x="12114" y="2917"/>
                </a:lnTo>
                <a:lnTo>
                  <a:pt x="11758" y="3030"/>
                </a:lnTo>
                <a:lnTo>
                  <a:pt x="11401" y="3142"/>
                </a:lnTo>
                <a:lnTo>
                  <a:pt x="11045" y="3366"/>
                </a:lnTo>
                <a:lnTo>
                  <a:pt x="10733" y="3591"/>
                </a:lnTo>
                <a:lnTo>
                  <a:pt x="10421" y="3815"/>
                </a:lnTo>
                <a:lnTo>
                  <a:pt x="10109" y="4151"/>
                </a:lnTo>
                <a:lnTo>
                  <a:pt x="9575" y="4769"/>
                </a:lnTo>
                <a:lnTo>
                  <a:pt x="9086" y="5554"/>
                </a:lnTo>
                <a:lnTo>
                  <a:pt x="8640" y="6340"/>
                </a:lnTo>
                <a:lnTo>
                  <a:pt x="8239" y="7126"/>
                </a:lnTo>
                <a:lnTo>
                  <a:pt x="7438" y="8920"/>
                </a:lnTo>
                <a:lnTo>
                  <a:pt x="7036" y="9875"/>
                </a:lnTo>
                <a:lnTo>
                  <a:pt x="6592" y="10772"/>
                </a:lnTo>
                <a:lnTo>
                  <a:pt x="6056" y="11614"/>
                </a:lnTo>
                <a:lnTo>
                  <a:pt x="5789" y="12007"/>
                </a:lnTo>
                <a:lnTo>
                  <a:pt x="5478" y="12343"/>
                </a:lnTo>
                <a:lnTo>
                  <a:pt x="5166" y="12680"/>
                </a:lnTo>
                <a:lnTo>
                  <a:pt x="4809" y="12960"/>
                </a:lnTo>
                <a:lnTo>
                  <a:pt x="4454" y="13185"/>
                </a:lnTo>
                <a:lnTo>
                  <a:pt x="4053" y="13353"/>
                </a:lnTo>
                <a:lnTo>
                  <a:pt x="3652" y="13521"/>
                </a:lnTo>
                <a:lnTo>
                  <a:pt x="3295" y="13634"/>
                </a:lnTo>
                <a:lnTo>
                  <a:pt x="3162" y="9482"/>
                </a:lnTo>
                <a:lnTo>
                  <a:pt x="3117" y="4769"/>
                </a:lnTo>
                <a:lnTo>
                  <a:pt x="3162" y="2300"/>
                </a:lnTo>
                <a:lnTo>
                  <a:pt x="3117" y="1739"/>
                </a:lnTo>
                <a:lnTo>
                  <a:pt x="3295" y="2132"/>
                </a:lnTo>
                <a:lnTo>
                  <a:pt x="3474" y="2525"/>
                </a:lnTo>
                <a:lnTo>
                  <a:pt x="3519" y="2637"/>
                </a:lnTo>
                <a:lnTo>
                  <a:pt x="3607" y="2693"/>
                </a:lnTo>
                <a:lnTo>
                  <a:pt x="3786" y="2693"/>
                </a:lnTo>
                <a:lnTo>
                  <a:pt x="3874" y="2580"/>
                </a:lnTo>
                <a:lnTo>
                  <a:pt x="3919" y="2525"/>
                </a:lnTo>
                <a:lnTo>
                  <a:pt x="3963" y="2412"/>
                </a:lnTo>
                <a:lnTo>
                  <a:pt x="3963" y="2300"/>
                </a:lnTo>
                <a:lnTo>
                  <a:pt x="3829" y="1739"/>
                </a:lnTo>
                <a:lnTo>
                  <a:pt x="3607" y="1178"/>
                </a:lnTo>
                <a:lnTo>
                  <a:pt x="3117" y="168"/>
                </a:lnTo>
                <a:lnTo>
                  <a:pt x="3028" y="57"/>
                </a:lnTo>
                <a:lnTo>
                  <a:pt x="2895" y="0"/>
                </a:lnTo>
                <a:close/>
                <a:moveTo>
                  <a:pt x="18884" y="19188"/>
                </a:moveTo>
                <a:lnTo>
                  <a:pt x="18794" y="19245"/>
                </a:lnTo>
                <a:lnTo>
                  <a:pt x="18661" y="19300"/>
                </a:lnTo>
                <a:lnTo>
                  <a:pt x="18483" y="19524"/>
                </a:lnTo>
                <a:lnTo>
                  <a:pt x="18305" y="19749"/>
                </a:lnTo>
                <a:lnTo>
                  <a:pt x="18305" y="19806"/>
                </a:lnTo>
                <a:lnTo>
                  <a:pt x="17993" y="19581"/>
                </a:lnTo>
                <a:lnTo>
                  <a:pt x="17637" y="19413"/>
                </a:lnTo>
                <a:lnTo>
                  <a:pt x="17547" y="19413"/>
                </a:lnTo>
                <a:lnTo>
                  <a:pt x="17503" y="19468"/>
                </a:lnTo>
                <a:lnTo>
                  <a:pt x="17458" y="19581"/>
                </a:lnTo>
                <a:lnTo>
                  <a:pt x="17458" y="19693"/>
                </a:lnTo>
                <a:lnTo>
                  <a:pt x="17681" y="20029"/>
                </a:lnTo>
                <a:lnTo>
                  <a:pt x="17948" y="20366"/>
                </a:lnTo>
                <a:lnTo>
                  <a:pt x="17814" y="20591"/>
                </a:lnTo>
                <a:lnTo>
                  <a:pt x="17592" y="20984"/>
                </a:lnTo>
                <a:lnTo>
                  <a:pt x="17503" y="21208"/>
                </a:lnTo>
                <a:lnTo>
                  <a:pt x="17503" y="21432"/>
                </a:lnTo>
                <a:lnTo>
                  <a:pt x="17547" y="21545"/>
                </a:lnTo>
                <a:lnTo>
                  <a:pt x="17592" y="21600"/>
                </a:lnTo>
                <a:lnTo>
                  <a:pt x="17726" y="21600"/>
                </a:lnTo>
                <a:lnTo>
                  <a:pt x="17814" y="21545"/>
                </a:lnTo>
                <a:lnTo>
                  <a:pt x="17948" y="21488"/>
                </a:lnTo>
                <a:lnTo>
                  <a:pt x="18081" y="21264"/>
                </a:lnTo>
                <a:lnTo>
                  <a:pt x="18393" y="20759"/>
                </a:lnTo>
                <a:lnTo>
                  <a:pt x="18928" y="21264"/>
                </a:lnTo>
                <a:lnTo>
                  <a:pt x="19061" y="21320"/>
                </a:lnTo>
                <a:lnTo>
                  <a:pt x="19151" y="21320"/>
                </a:lnTo>
                <a:lnTo>
                  <a:pt x="19240" y="21264"/>
                </a:lnTo>
                <a:lnTo>
                  <a:pt x="19285" y="21152"/>
                </a:lnTo>
                <a:lnTo>
                  <a:pt x="19330" y="21040"/>
                </a:lnTo>
                <a:lnTo>
                  <a:pt x="19330" y="20759"/>
                </a:lnTo>
                <a:lnTo>
                  <a:pt x="19240" y="20647"/>
                </a:lnTo>
                <a:lnTo>
                  <a:pt x="18705" y="20142"/>
                </a:lnTo>
                <a:lnTo>
                  <a:pt x="18794" y="20029"/>
                </a:lnTo>
                <a:lnTo>
                  <a:pt x="18928" y="19693"/>
                </a:lnTo>
                <a:lnTo>
                  <a:pt x="19017" y="19581"/>
                </a:lnTo>
                <a:lnTo>
                  <a:pt x="19106" y="19524"/>
                </a:lnTo>
                <a:lnTo>
                  <a:pt x="19151" y="19468"/>
                </a:lnTo>
                <a:lnTo>
                  <a:pt x="19196" y="19413"/>
                </a:lnTo>
                <a:lnTo>
                  <a:pt x="19196" y="19356"/>
                </a:lnTo>
                <a:lnTo>
                  <a:pt x="19151" y="19356"/>
                </a:lnTo>
                <a:lnTo>
                  <a:pt x="19017" y="19245"/>
                </a:lnTo>
                <a:lnTo>
                  <a:pt x="18884" y="19188"/>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556" name="Google Shape;204;p3"/>
          <p:cNvSpPr/>
          <p:nvPr/>
        </p:nvSpPr>
        <p:spPr>
          <a:xfrm>
            <a:off x="5201595" y="4075598"/>
            <a:ext cx="470292" cy="44221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968" y="3558"/>
                </a:moveTo>
                <a:lnTo>
                  <a:pt x="18398" y="3659"/>
                </a:lnTo>
                <a:lnTo>
                  <a:pt x="18398" y="3710"/>
                </a:lnTo>
                <a:lnTo>
                  <a:pt x="18350" y="3914"/>
                </a:lnTo>
                <a:lnTo>
                  <a:pt x="18254" y="4066"/>
                </a:lnTo>
                <a:lnTo>
                  <a:pt x="18063" y="4219"/>
                </a:lnTo>
                <a:lnTo>
                  <a:pt x="17920" y="4269"/>
                </a:lnTo>
                <a:lnTo>
                  <a:pt x="17681" y="4116"/>
                </a:lnTo>
                <a:lnTo>
                  <a:pt x="17728" y="3863"/>
                </a:lnTo>
                <a:lnTo>
                  <a:pt x="17825" y="3710"/>
                </a:lnTo>
                <a:lnTo>
                  <a:pt x="17873" y="3609"/>
                </a:lnTo>
                <a:lnTo>
                  <a:pt x="17968" y="3558"/>
                </a:lnTo>
                <a:close/>
                <a:moveTo>
                  <a:pt x="12281" y="5133"/>
                </a:moveTo>
                <a:lnTo>
                  <a:pt x="12806" y="6200"/>
                </a:lnTo>
                <a:lnTo>
                  <a:pt x="13236" y="7268"/>
                </a:lnTo>
                <a:lnTo>
                  <a:pt x="10847" y="6099"/>
                </a:lnTo>
                <a:lnTo>
                  <a:pt x="11565" y="5591"/>
                </a:lnTo>
                <a:lnTo>
                  <a:pt x="12281" y="5133"/>
                </a:lnTo>
                <a:close/>
                <a:moveTo>
                  <a:pt x="6881" y="5082"/>
                </a:moveTo>
                <a:lnTo>
                  <a:pt x="8314" y="5642"/>
                </a:lnTo>
                <a:lnTo>
                  <a:pt x="9652" y="6251"/>
                </a:lnTo>
                <a:lnTo>
                  <a:pt x="8314" y="7369"/>
                </a:lnTo>
                <a:lnTo>
                  <a:pt x="7025" y="8539"/>
                </a:lnTo>
                <a:lnTo>
                  <a:pt x="6928" y="7318"/>
                </a:lnTo>
                <a:lnTo>
                  <a:pt x="6881" y="6048"/>
                </a:lnTo>
                <a:lnTo>
                  <a:pt x="6881" y="5082"/>
                </a:lnTo>
                <a:close/>
                <a:moveTo>
                  <a:pt x="17060" y="3455"/>
                </a:moveTo>
                <a:lnTo>
                  <a:pt x="16965" y="3659"/>
                </a:lnTo>
                <a:lnTo>
                  <a:pt x="16917" y="3914"/>
                </a:lnTo>
                <a:lnTo>
                  <a:pt x="16868" y="4168"/>
                </a:lnTo>
                <a:lnTo>
                  <a:pt x="16917" y="4421"/>
                </a:lnTo>
                <a:lnTo>
                  <a:pt x="17060" y="4727"/>
                </a:lnTo>
                <a:lnTo>
                  <a:pt x="17251" y="4981"/>
                </a:lnTo>
                <a:lnTo>
                  <a:pt x="17490" y="5133"/>
                </a:lnTo>
                <a:lnTo>
                  <a:pt x="17776" y="5234"/>
                </a:lnTo>
                <a:lnTo>
                  <a:pt x="17968" y="5286"/>
                </a:lnTo>
                <a:lnTo>
                  <a:pt x="17633" y="6251"/>
                </a:lnTo>
                <a:lnTo>
                  <a:pt x="17251" y="7217"/>
                </a:lnTo>
                <a:lnTo>
                  <a:pt x="16821" y="8132"/>
                </a:lnTo>
                <a:lnTo>
                  <a:pt x="16343" y="9046"/>
                </a:lnTo>
                <a:lnTo>
                  <a:pt x="15196" y="8335"/>
                </a:lnTo>
                <a:lnTo>
                  <a:pt x="14049" y="7726"/>
                </a:lnTo>
                <a:lnTo>
                  <a:pt x="13811" y="6964"/>
                </a:lnTo>
                <a:lnTo>
                  <a:pt x="13476" y="6200"/>
                </a:lnTo>
                <a:lnTo>
                  <a:pt x="13189" y="5489"/>
                </a:lnTo>
                <a:lnTo>
                  <a:pt x="12806" y="4777"/>
                </a:lnTo>
                <a:lnTo>
                  <a:pt x="13811" y="4219"/>
                </a:lnTo>
                <a:lnTo>
                  <a:pt x="14336" y="4015"/>
                </a:lnTo>
                <a:lnTo>
                  <a:pt x="14862" y="3812"/>
                </a:lnTo>
                <a:lnTo>
                  <a:pt x="15435" y="3659"/>
                </a:lnTo>
                <a:lnTo>
                  <a:pt x="15960" y="3558"/>
                </a:lnTo>
                <a:lnTo>
                  <a:pt x="16534" y="3455"/>
                </a:lnTo>
                <a:close/>
                <a:moveTo>
                  <a:pt x="3392" y="9301"/>
                </a:moveTo>
                <a:lnTo>
                  <a:pt x="3488" y="9352"/>
                </a:lnTo>
                <a:lnTo>
                  <a:pt x="3584" y="9453"/>
                </a:lnTo>
                <a:lnTo>
                  <a:pt x="3631" y="9657"/>
                </a:lnTo>
                <a:lnTo>
                  <a:pt x="3584" y="9859"/>
                </a:lnTo>
                <a:lnTo>
                  <a:pt x="3536" y="9911"/>
                </a:lnTo>
                <a:lnTo>
                  <a:pt x="3392" y="10012"/>
                </a:lnTo>
                <a:lnTo>
                  <a:pt x="3201" y="10164"/>
                </a:lnTo>
                <a:lnTo>
                  <a:pt x="2819" y="9859"/>
                </a:lnTo>
                <a:lnTo>
                  <a:pt x="2963" y="9657"/>
                </a:lnTo>
                <a:lnTo>
                  <a:pt x="2963" y="9554"/>
                </a:lnTo>
                <a:lnTo>
                  <a:pt x="3201" y="9505"/>
                </a:lnTo>
                <a:lnTo>
                  <a:pt x="3536" y="9505"/>
                </a:lnTo>
                <a:lnTo>
                  <a:pt x="3536" y="9453"/>
                </a:lnTo>
                <a:lnTo>
                  <a:pt x="3488" y="9402"/>
                </a:lnTo>
                <a:lnTo>
                  <a:pt x="3392" y="9301"/>
                </a:lnTo>
                <a:close/>
                <a:moveTo>
                  <a:pt x="10895" y="9046"/>
                </a:moveTo>
                <a:lnTo>
                  <a:pt x="11134" y="9097"/>
                </a:lnTo>
                <a:lnTo>
                  <a:pt x="11277" y="9148"/>
                </a:lnTo>
                <a:lnTo>
                  <a:pt x="11277" y="9301"/>
                </a:lnTo>
                <a:lnTo>
                  <a:pt x="11325" y="9505"/>
                </a:lnTo>
                <a:lnTo>
                  <a:pt x="11325" y="9859"/>
                </a:lnTo>
                <a:lnTo>
                  <a:pt x="11277" y="10012"/>
                </a:lnTo>
                <a:lnTo>
                  <a:pt x="11230" y="10164"/>
                </a:lnTo>
                <a:lnTo>
                  <a:pt x="11134" y="10316"/>
                </a:lnTo>
                <a:lnTo>
                  <a:pt x="10895" y="10316"/>
                </a:lnTo>
                <a:lnTo>
                  <a:pt x="10560" y="10419"/>
                </a:lnTo>
                <a:lnTo>
                  <a:pt x="10225" y="10520"/>
                </a:lnTo>
                <a:lnTo>
                  <a:pt x="10035" y="10368"/>
                </a:lnTo>
                <a:lnTo>
                  <a:pt x="9939" y="10164"/>
                </a:lnTo>
                <a:lnTo>
                  <a:pt x="9844" y="9962"/>
                </a:lnTo>
                <a:lnTo>
                  <a:pt x="9892" y="9707"/>
                </a:lnTo>
                <a:lnTo>
                  <a:pt x="9987" y="9352"/>
                </a:lnTo>
                <a:lnTo>
                  <a:pt x="10130" y="9352"/>
                </a:lnTo>
                <a:lnTo>
                  <a:pt x="10225" y="9402"/>
                </a:lnTo>
                <a:lnTo>
                  <a:pt x="10322" y="9352"/>
                </a:lnTo>
                <a:lnTo>
                  <a:pt x="10369" y="9301"/>
                </a:lnTo>
                <a:lnTo>
                  <a:pt x="10513" y="9097"/>
                </a:lnTo>
                <a:lnTo>
                  <a:pt x="10895" y="9046"/>
                </a:lnTo>
                <a:close/>
                <a:moveTo>
                  <a:pt x="4109" y="4421"/>
                </a:moveTo>
                <a:lnTo>
                  <a:pt x="4682" y="4472"/>
                </a:lnTo>
                <a:lnTo>
                  <a:pt x="5257" y="4574"/>
                </a:lnTo>
                <a:lnTo>
                  <a:pt x="5782" y="4727"/>
                </a:lnTo>
                <a:lnTo>
                  <a:pt x="6355" y="4880"/>
                </a:lnTo>
                <a:lnTo>
                  <a:pt x="6308" y="5642"/>
                </a:lnTo>
                <a:lnTo>
                  <a:pt x="6308" y="6455"/>
                </a:lnTo>
                <a:lnTo>
                  <a:pt x="6355" y="7318"/>
                </a:lnTo>
                <a:lnTo>
                  <a:pt x="6498" y="9046"/>
                </a:lnTo>
                <a:lnTo>
                  <a:pt x="5447" y="10063"/>
                </a:lnTo>
                <a:lnTo>
                  <a:pt x="4922" y="10571"/>
                </a:lnTo>
                <a:lnTo>
                  <a:pt x="4396" y="11130"/>
                </a:lnTo>
                <a:lnTo>
                  <a:pt x="4252" y="11029"/>
                </a:lnTo>
                <a:lnTo>
                  <a:pt x="3774" y="10623"/>
                </a:lnTo>
                <a:lnTo>
                  <a:pt x="3917" y="10419"/>
                </a:lnTo>
                <a:lnTo>
                  <a:pt x="4062" y="10267"/>
                </a:lnTo>
                <a:lnTo>
                  <a:pt x="4109" y="10164"/>
                </a:lnTo>
                <a:lnTo>
                  <a:pt x="4157" y="10114"/>
                </a:lnTo>
                <a:lnTo>
                  <a:pt x="4157" y="9911"/>
                </a:lnTo>
                <a:lnTo>
                  <a:pt x="4205" y="9606"/>
                </a:lnTo>
                <a:lnTo>
                  <a:pt x="4157" y="9453"/>
                </a:lnTo>
                <a:lnTo>
                  <a:pt x="4109" y="9250"/>
                </a:lnTo>
                <a:lnTo>
                  <a:pt x="4062" y="9097"/>
                </a:lnTo>
                <a:lnTo>
                  <a:pt x="3966" y="8945"/>
                </a:lnTo>
                <a:lnTo>
                  <a:pt x="3871" y="8844"/>
                </a:lnTo>
                <a:lnTo>
                  <a:pt x="3727" y="8741"/>
                </a:lnTo>
                <a:lnTo>
                  <a:pt x="3584" y="8691"/>
                </a:lnTo>
                <a:lnTo>
                  <a:pt x="3392" y="8640"/>
                </a:lnTo>
                <a:lnTo>
                  <a:pt x="3249" y="8640"/>
                </a:lnTo>
                <a:lnTo>
                  <a:pt x="3058" y="8691"/>
                </a:lnTo>
                <a:lnTo>
                  <a:pt x="2771" y="8844"/>
                </a:lnTo>
                <a:lnTo>
                  <a:pt x="2484" y="9046"/>
                </a:lnTo>
                <a:lnTo>
                  <a:pt x="2293" y="9301"/>
                </a:lnTo>
                <a:lnTo>
                  <a:pt x="1720" y="8741"/>
                </a:lnTo>
                <a:lnTo>
                  <a:pt x="1242" y="8082"/>
                </a:lnTo>
                <a:lnTo>
                  <a:pt x="955" y="7623"/>
                </a:lnTo>
                <a:lnTo>
                  <a:pt x="812" y="7166"/>
                </a:lnTo>
                <a:lnTo>
                  <a:pt x="717" y="6657"/>
                </a:lnTo>
                <a:lnTo>
                  <a:pt x="668" y="6150"/>
                </a:lnTo>
                <a:lnTo>
                  <a:pt x="717" y="5895"/>
                </a:lnTo>
                <a:lnTo>
                  <a:pt x="812" y="5642"/>
                </a:lnTo>
                <a:lnTo>
                  <a:pt x="955" y="5438"/>
                </a:lnTo>
                <a:lnTo>
                  <a:pt x="1098" y="5234"/>
                </a:lnTo>
                <a:lnTo>
                  <a:pt x="1290" y="5082"/>
                </a:lnTo>
                <a:lnTo>
                  <a:pt x="1528" y="4930"/>
                </a:lnTo>
                <a:lnTo>
                  <a:pt x="2006" y="4727"/>
                </a:lnTo>
                <a:lnTo>
                  <a:pt x="2484" y="4524"/>
                </a:lnTo>
                <a:lnTo>
                  <a:pt x="3011" y="4421"/>
                </a:lnTo>
                <a:close/>
                <a:moveTo>
                  <a:pt x="14336" y="8589"/>
                </a:moveTo>
                <a:lnTo>
                  <a:pt x="16008" y="9554"/>
                </a:lnTo>
                <a:lnTo>
                  <a:pt x="15482" y="10368"/>
                </a:lnTo>
                <a:lnTo>
                  <a:pt x="14957" y="11130"/>
                </a:lnTo>
                <a:lnTo>
                  <a:pt x="14766" y="10267"/>
                </a:lnTo>
                <a:lnTo>
                  <a:pt x="14574" y="9352"/>
                </a:lnTo>
                <a:lnTo>
                  <a:pt x="14336" y="8589"/>
                </a:lnTo>
                <a:close/>
                <a:moveTo>
                  <a:pt x="9462" y="11333"/>
                </a:moveTo>
                <a:lnTo>
                  <a:pt x="9652" y="11435"/>
                </a:lnTo>
                <a:lnTo>
                  <a:pt x="9892" y="11486"/>
                </a:lnTo>
                <a:lnTo>
                  <a:pt x="10369" y="11486"/>
                </a:lnTo>
                <a:lnTo>
                  <a:pt x="10035" y="11537"/>
                </a:lnTo>
                <a:lnTo>
                  <a:pt x="9844" y="11537"/>
                </a:lnTo>
                <a:lnTo>
                  <a:pt x="9700" y="11486"/>
                </a:lnTo>
                <a:lnTo>
                  <a:pt x="9557" y="11435"/>
                </a:lnTo>
                <a:lnTo>
                  <a:pt x="9462" y="11333"/>
                </a:lnTo>
                <a:close/>
                <a:moveTo>
                  <a:pt x="10657" y="8284"/>
                </a:moveTo>
                <a:lnTo>
                  <a:pt x="10417" y="8335"/>
                </a:lnTo>
                <a:lnTo>
                  <a:pt x="10179" y="8436"/>
                </a:lnTo>
                <a:lnTo>
                  <a:pt x="9987" y="8640"/>
                </a:lnTo>
                <a:lnTo>
                  <a:pt x="9652" y="8792"/>
                </a:lnTo>
                <a:lnTo>
                  <a:pt x="9366" y="9046"/>
                </a:lnTo>
                <a:lnTo>
                  <a:pt x="9079" y="9301"/>
                </a:lnTo>
                <a:lnTo>
                  <a:pt x="8841" y="9606"/>
                </a:lnTo>
                <a:lnTo>
                  <a:pt x="8697" y="9809"/>
                </a:lnTo>
                <a:lnTo>
                  <a:pt x="8649" y="10063"/>
                </a:lnTo>
                <a:lnTo>
                  <a:pt x="8554" y="10267"/>
                </a:lnTo>
                <a:lnTo>
                  <a:pt x="8554" y="10977"/>
                </a:lnTo>
                <a:lnTo>
                  <a:pt x="8697" y="11435"/>
                </a:lnTo>
                <a:lnTo>
                  <a:pt x="8841" y="11689"/>
                </a:lnTo>
                <a:lnTo>
                  <a:pt x="8984" y="11893"/>
                </a:lnTo>
                <a:lnTo>
                  <a:pt x="9174" y="12046"/>
                </a:lnTo>
                <a:lnTo>
                  <a:pt x="9366" y="12147"/>
                </a:lnTo>
                <a:lnTo>
                  <a:pt x="9605" y="12198"/>
                </a:lnTo>
                <a:lnTo>
                  <a:pt x="9844" y="12248"/>
                </a:lnTo>
                <a:lnTo>
                  <a:pt x="10322" y="12248"/>
                </a:lnTo>
                <a:lnTo>
                  <a:pt x="10752" y="12147"/>
                </a:lnTo>
                <a:lnTo>
                  <a:pt x="11182" y="11943"/>
                </a:lnTo>
                <a:lnTo>
                  <a:pt x="11612" y="11588"/>
                </a:lnTo>
                <a:lnTo>
                  <a:pt x="11995" y="11181"/>
                </a:lnTo>
                <a:lnTo>
                  <a:pt x="12328" y="10724"/>
                </a:lnTo>
                <a:lnTo>
                  <a:pt x="12425" y="10520"/>
                </a:lnTo>
                <a:lnTo>
                  <a:pt x="12520" y="10267"/>
                </a:lnTo>
                <a:lnTo>
                  <a:pt x="12568" y="10012"/>
                </a:lnTo>
                <a:lnTo>
                  <a:pt x="12568" y="9505"/>
                </a:lnTo>
                <a:lnTo>
                  <a:pt x="12471" y="9301"/>
                </a:lnTo>
                <a:lnTo>
                  <a:pt x="12328" y="9046"/>
                </a:lnTo>
                <a:lnTo>
                  <a:pt x="11995" y="8691"/>
                </a:lnTo>
                <a:lnTo>
                  <a:pt x="11803" y="8589"/>
                </a:lnTo>
                <a:lnTo>
                  <a:pt x="11373" y="8386"/>
                </a:lnTo>
                <a:lnTo>
                  <a:pt x="10895" y="8284"/>
                </a:lnTo>
                <a:close/>
                <a:moveTo>
                  <a:pt x="6595" y="9809"/>
                </a:moveTo>
                <a:lnTo>
                  <a:pt x="6833" y="11333"/>
                </a:lnTo>
                <a:lnTo>
                  <a:pt x="7120" y="12859"/>
                </a:lnTo>
                <a:lnTo>
                  <a:pt x="6020" y="12198"/>
                </a:lnTo>
                <a:lnTo>
                  <a:pt x="4922" y="11486"/>
                </a:lnTo>
                <a:lnTo>
                  <a:pt x="5782" y="10623"/>
                </a:lnTo>
                <a:lnTo>
                  <a:pt x="6595" y="9809"/>
                </a:lnTo>
                <a:close/>
                <a:moveTo>
                  <a:pt x="10274" y="6556"/>
                </a:moveTo>
                <a:lnTo>
                  <a:pt x="11946" y="7318"/>
                </a:lnTo>
                <a:lnTo>
                  <a:pt x="13523" y="8132"/>
                </a:lnTo>
                <a:lnTo>
                  <a:pt x="13811" y="9046"/>
                </a:lnTo>
                <a:lnTo>
                  <a:pt x="14049" y="9962"/>
                </a:lnTo>
                <a:lnTo>
                  <a:pt x="14241" y="10876"/>
                </a:lnTo>
                <a:lnTo>
                  <a:pt x="14431" y="11842"/>
                </a:lnTo>
                <a:lnTo>
                  <a:pt x="13763" y="12604"/>
                </a:lnTo>
                <a:lnTo>
                  <a:pt x="13046" y="13366"/>
                </a:lnTo>
                <a:lnTo>
                  <a:pt x="12281" y="14078"/>
                </a:lnTo>
                <a:lnTo>
                  <a:pt x="11517" y="14789"/>
                </a:lnTo>
                <a:lnTo>
                  <a:pt x="10560" y="14434"/>
                </a:lnTo>
                <a:lnTo>
                  <a:pt x="9605" y="14078"/>
                </a:lnTo>
                <a:lnTo>
                  <a:pt x="8697" y="13671"/>
                </a:lnTo>
                <a:lnTo>
                  <a:pt x="7789" y="13214"/>
                </a:lnTo>
                <a:lnTo>
                  <a:pt x="7454" y="11282"/>
                </a:lnTo>
                <a:lnTo>
                  <a:pt x="7120" y="9301"/>
                </a:lnTo>
                <a:lnTo>
                  <a:pt x="8697" y="7928"/>
                </a:lnTo>
                <a:lnTo>
                  <a:pt x="10274" y="6556"/>
                </a:lnTo>
                <a:close/>
                <a:moveTo>
                  <a:pt x="14527" y="12706"/>
                </a:moveTo>
                <a:lnTo>
                  <a:pt x="14622" y="14078"/>
                </a:lnTo>
                <a:lnTo>
                  <a:pt x="14622" y="15552"/>
                </a:lnTo>
                <a:lnTo>
                  <a:pt x="13428" y="15297"/>
                </a:lnTo>
                <a:lnTo>
                  <a:pt x="12233" y="14993"/>
                </a:lnTo>
                <a:lnTo>
                  <a:pt x="13046" y="14282"/>
                </a:lnTo>
                <a:lnTo>
                  <a:pt x="13763" y="13570"/>
                </a:lnTo>
                <a:lnTo>
                  <a:pt x="14527" y="12706"/>
                </a:lnTo>
                <a:close/>
                <a:moveTo>
                  <a:pt x="16582" y="9911"/>
                </a:moveTo>
                <a:lnTo>
                  <a:pt x="17251" y="10368"/>
                </a:lnTo>
                <a:lnTo>
                  <a:pt x="17920" y="10825"/>
                </a:lnTo>
                <a:lnTo>
                  <a:pt x="18541" y="11333"/>
                </a:lnTo>
                <a:lnTo>
                  <a:pt x="19114" y="11893"/>
                </a:lnTo>
                <a:lnTo>
                  <a:pt x="19688" y="12503"/>
                </a:lnTo>
                <a:lnTo>
                  <a:pt x="20166" y="13112"/>
                </a:lnTo>
                <a:lnTo>
                  <a:pt x="20596" y="13773"/>
                </a:lnTo>
                <a:lnTo>
                  <a:pt x="20930" y="14484"/>
                </a:lnTo>
                <a:lnTo>
                  <a:pt x="21170" y="15247"/>
                </a:lnTo>
                <a:lnTo>
                  <a:pt x="21074" y="15297"/>
                </a:lnTo>
                <a:lnTo>
                  <a:pt x="20787" y="15501"/>
                </a:lnTo>
                <a:lnTo>
                  <a:pt x="20452" y="15653"/>
                </a:lnTo>
                <a:lnTo>
                  <a:pt x="20119" y="15755"/>
                </a:lnTo>
                <a:lnTo>
                  <a:pt x="19784" y="15857"/>
                </a:lnTo>
                <a:lnTo>
                  <a:pt x="19688" y="15755"/>
                </a:lnTo>
                <a:lnTo>
                  <a:pt x="19641" y="15806"/>
                </a:lnTo>
                <a:lnTo>
                  <a:pt x="18541" y="15857"/>
                </a:lnTo>
                <a:lnTo>
                  <a:pt x="17442" y="15806"/>
                </a:lnTo>
                <a:lnTo>
                  <a:pt x="16390" y="15755"/>
                </a:lnTo>
                <a:lnTo>
                  <a:pt x="15292" y="15653"/>
                </a:lnTo>
                <a:lnTo>
                  <a:pt x="15244" y="14129"/>
                </a:lnTo>
                <a:lnTo>
                  <a:pt x="15196" y="13112"/>
                </a:lnTo>
                <a:lnTo>
                  <a:pt x="15100" y="12046"/>
                </a:lnTo>
                <a:lnTo>
                  <a:pt x="15865" y="10977"/>
                </a:lnTo>
                <a:lnTo>
                  <a:pt x="16582" y="9911"/>
                </a:lnTo>
                <a:close/>
                <a:moveTo>
                  <a:pt x="7979" y="14078"/>
                </a:moveTo>
                <a:lnTo>
                  <a:pt x="8841" y="14484"/>
                </a:lnTo>
                <a:lnTo>
                  <a:pt x="9700" y="14840"/>
                </a:lnTo>
                <a:lnTo>
                  <a:pt x="10847" y="15247"/>
                </a:lnTo>
                <a:lnTo>
                  <a:pt x="9844" y="16009"/>
                </a:lnTo>
                <a:lnTo>
                  <a:pt x="8744" y="16619"/>
                </a:lnTo>
                <a:lnTo>
                  <a:pt x="8601" y="16720"/>
                </a:lnTo>
                <a:lnTo>
                  <a:pt x="8266" y="15349"/>
                </a:lnTo>
                <a:lnTo>
                  <a:pt x="7979" y="14078"/>
                </a:lnTo>
                <a:close/>
                <a:moveTo>
                  <a:pt x="4492" y="11994"/>
                </a:moveTo>
                <a:lnTo>
                  <a:pt x="5065" y="12400"/>
                </a:lnTo>
                <a:lnTo>
                  <a:pt x="6165" y="13061"/>
                </a:lnTo>
                <a:lnTo>
                  <a:pt x="7311" y="13722"/>
                </a:lnTo>
                <a:lnTo>
                  <a:pt x="7646" y="15349"/>
                </a:lnTo>
                <a:lnTo>
                  <a:pt x="7836" y="16162"/>
                </a:lnTo>
                <a:lnTo>
                  <a:pt x="8076" y="17025"/>
                </a:lnTo>
                <a:lnTo>
                  <a:pt x="7406" y="17331"/>
                </a:lnTo>
                <a:lnTo>
                  <a:pt x="6690" y="17636"/>
                </a:lnTo>
                <a:lnTo>
                  <a:pt x="6020" y="17838"/>
                </a:lnTo>
                <a:lnTo>
                  <a:pt x="5304" y="17991"/>
                </a:lnTo>
                <a:lnTo>
                  <a:pt x="4825" y="17991"/>
                </a:lnTo>
                <a:lnTo>
                  <a:pt x="4396" y="17941"/>
                </a:lnTo>
                <a:lnTo>
                  <a:pt x="3966" y="17838"/>
                </a:lnTo>
                <a:lnTo>
                  <a:pt x="3536" y="17585"/>
                </a:lnTo>
                <a:lnTo>
                  <a:pt x="3344" y="17432"/>
                </a:lnTo>
                <a:lnTo>
                  <a:pt x="3201" y="17229"/>
                </a:lnTo>
                <a:lnTo>
                  <a:pt x="3058" y="17025"/>
                </a:lnTo>
                <a:lnTo>
                  <a:pt x="2963" y="16772"/>
                </a:lnTo>
                <a:lnTo>
                  <a:pt x="2819" y="16314"/>
                </a:lnTo>
                <a:lnTo>
                  <a:pt x="2819" y="15755"/>
                </a:lnTo>
                <a:lnTo>
                  <a:pt x="2866" y="15247"/>
                </a:lnTo>
                <a:lnTo>
                  <a:pt x="2963" y="14739"/>
                </a:lnTo>
                <a:lnTo>
                  <a:pt x="3106" y="14231"/>
                </a:lnTo>
                <a:lnTo>
                  <a:pt x="3297" y="13773"/>
                </a:lnTo>
                <a:lnTo>
                  <a:pt x="3536" y="13265"/>
                </a:lnTo>
                <a:lnTo>
                  <a:pt x="3822" y="12859"/>
                </a:lnTo>
                <a:lnTo>
                  <a:pt x="4157" y="12400"/>
                </a:lnTo>
                <a:lnTo>
                  <a:pt x="4492" y="11994"/>
                </a:lnTo>
                <a:close/>
                <a:moveTo>
                  <a:pt x="10800" y="19465"/>
                </a:moveTo>
                <a:lnTo>
                  <a:pt x="10943" y="19516"/>
                </a:lnTo>
                <a:lnTo>
                  <a:pt x="10943" y="19872"/>
                </a:lnTo>
                <a:lnTo>
                  <a:pt x="10895" y="20075"/>
                </a:lnTo>
                <a:lnTo>
                  <a:pt x="10800" y="20227"/>
                </a:lnTo>
                <a:lnTo>
                  <a:pt x="10657" y="20329"/>
                </a:lnTo>
                <a:lnTo>
                  <a:pt x="10369" y="20075"/>
                </a:lnTo>
                <a:lnTo>
                  <a:pt x="10130" y="19821"/>
                </a:lnTo>
                <a:lnTo>
                  <a:pt x="10225" y="19617"/>
                </a:lnTo>
                <a:lnTo>
                  <a:pt x="10417" y="19516"/>
                </a:lnTo>
                <a:lnTo>
                  <a:pt x="10608" y="19465"/>
                </a:lnTo>
                <a:close/>
                <a:moveTo>
                  <a:pt x="11612" y="15501"/>
                </a:moveTo>
                <a:lnTo>
                  <a:pt x="13093" y="15907"/>
                </a:lnTo>
                <a:lnTo>
                  <a:pt x="14622" y="16213"/>
                </a:lnTo>
                <a:lnTo>
                  <a:pt x="14574" y="17025"/>
                </a:lnTo>
                <a:lnTo>
                  <a:pt x="14479" y="17788"/>
                </a:lnTo>
                <a:lnTo>
                  <a:pt x="14288" y="18602"/>
                </a:lnTo>
                <a:lnTo>
                  <a:pt x="14097" y="19364"/>
                </a:lnTo>
                <a:lnTo>
                  <a:pt x="13858" y="19770"/>
                </a:lnTo>
                <a:lnTo>
                  <a:pt x="13619" y="20177"/>
                </a:lnTo>
                <a:lnTo>
                  <a:pt x="13284" y="20532"/>
                </a:lnTo>
                <a:lnTo>
                  <a:pt x="12903" y="20787"/>
                </a:lnTo>
                <a:lnTo>
                  <a:pt x="12568" y="20939"/>
                </a:lnTo>
                <a:lnTo>
                  <a:pt x="12233" y="20990"/>
                </a:lnTo>
                <a:lnTo>
                  <a:pt x="11851" y="20939"/>
                </a:lnTo>
                <a:lnTo>
                  <a:pt x="11517" y="20838"/>
                </a:lnTo>
                <a:lnTo>
                  <a:pt x="11660" y="20583"/>
                </a:lnTo>
                <a:lnTo>
                  <a:pt x="11708" y="20329"/>
                </a:lnTo>
                <a:lnTo>
                  <a:pt x="11803" y="20025"/>
                </a:lnTo>
                <a:lnTo>
                  <a:pt x="11803" y="19770"/>
                </a:lnTo>
                <a:lnTo>
                  <a:pt x="11755" y="19516"/>
                </a:lnTo>
                <a:lnTo>
                  <a:pt x="11660" y="19364"/>
                </a:lnTo>
                <a:lnTo>
                  <a:pt x="11517" y="19160"/>
                </a:lnTo>
                <a:lnTo>
                  <a:pt x="11373" y="19059"/>
                </a:lnTo>
                <a:lnTo>
                  <a:pt x="11134" y="18907"/>
                </a:lnTo>
                <a:lnTo>
                  <a:pt x="10943" y="18855"/>
                </a:lnTo>
                <a:lnTo>
                  <a:pt x="10752" y="18804"/>
                </a:lnTo>
                <a:lnTo>
                  <a:pt x="10513" y="18804"/>
                </a:lnTo>
                <a:lnTo>
                  <a:pt x="10274" y="18855"/>
                </a:lnTo>
                <a:lnTo>
                  <a:pt x="10082" y="18956"/>
                </a:lnTo>
                <a:lnTo>
                  <a:pt x="9892" y="19109"/>
                </a:lnTo>
                <a:lnTo>
                  <a:pt x="9700" y="19261"/>
                </a:lnTo>
                <a:lnTo>
                  <a:pt x="9462" y="18855"/>
                </a:lnTo>
                <a:lnTo>
                  <a:pt x="9222" y="18347"/>
                </a:lnTo>
                <a:lnTo>
                  <a:pt x="8984" y="17890"/>
                </a:lnTo>
                <a:lnTo>
                  <a:pt x="8792" y="17381"/>
                </a:lnTo>
                <a:lnTo>
                  <a:pt x="10179" y="16568"/>
                </a:lnTo>
                <a:lnTo>
                  <a:pt x="10895" y="16059"/>
                </a:lnTo>
                <a:lnTo>
                  <a:pt x="11612" y="15501"/>
                </a:lnTo>
                <a:close/>
                <a:moveTo>
                  <a:pt x="8458" y="0"/>
                </a:moveTo>
                <a:lnTo>
                  <a:pt x="8028" y="407"/>
                </a:lnTo>
                <a:lnTo>
                  <a:pt x="7646" y="865"/>
                </a:lnTo>
                <a:lnTo>
                  <a:pt x="7311" y="1373"/>
                </a:lnTo>
                <a:lnTo>
                  <a:pt x="7071" y="1931"/>
                </a:lnTo>
                <a:lnTo>
                  <a:pt x="6833" y="2491"/>
                </a:lnTo>
                <a:lnTo>
                  <a:pt x="6642" y="3049"/>
                </a:lnTo>
                <a:lnTo>
                  <a:pt x="6546" y="3659"/>
                </a:lnTo>
                <a:lnTo>
                  <a:pt x="6451" y="4269"/>
                </a:lnTo>
                <a:lnTo>
                  <a:pt x="5495" y="4015"/>
                </a:lnTo>
                <a:lnTo>
                  <a:pt x="4539" y="3863"/>
                </a:lnTo>
                <a:lnTo>
                  <a:pt x="3584" y="3762"/>
                </a:lnTo>
                <a:lnTo>
                  <a:pt x="3106" y="3812"/>
                </a:lnTo>
                <a:lnTo>
                  <a:pt x="2676" y="3863"/>
                </a:lnTo>
                <a:lnTo>
                  <a:pt x="2246" y="3914"/>
                </a:lnTo>
                <a:lnTo>
                  <a:pt x="1815" y="4015"/>
                </a:lnTo>
                <a:lnTo>
                  <a:pt x="1433" y="4219"/>
                </a:lnTo>
                <a:lnTo>
                  <a:pt x="1051" y="4421"/>
                </a:lnTo>
                <a:lnTo>
                  <a:pt x="717" y="4625"/>
                </a:lnTo>
                <a:lnTo>
                  <a:pt x="477" y="4930"/>
                </a:lnTo>
                <a:lnTo>
                  <a:pt x="238" y="5286"/>
                </a:lnTo>
                <a:lnTo>
                  <a:pt x="95" y="5692"/>
                </a:lnTo>
                <a:lnTo>
                  <a:pt x="0" y="6099"/>
                </a:lnTo>
                <a:lnTo>
                  <a:pt x="0" y="6556"/>
                </a:lnTo>
                <a:lnTo>
                  <a:pt x="47" y="6964"/>
                </a:lnTo>
                <a:lnTo>
                  <a:pt x="190" y="7421"/>
                </a:lnTo>
                <a:lnTo>
                  <a:pt x="334" y="7827"/>
                </a:lnTo>
                <a:lnTo>
                  <a:pt x="573" y="8234"/>
                </a:lnTo>
                <a:lnTo>
                  <a:pt x="812" y="8640"/>
                </a:lnTo>
                <a:lnTo>
                  <a:pt x="1098" y="8996"/>
                </a:lnTo>
                <a:lnTo>
                  <a:pt x="1576" y="9505"/>
                </a:lnTo>
                <a:lnTo>
                  <a:pt x="2103" y="10063"/>
                </a:lnTo>
                <a:lnTo>
                  <a:pt x="2103" y="10419"/>
                </a:lnTo>
                <a:lnTo>
                  <a:pt x="2198" y="10775"/>
                </a:lnTo>
                <a:lnTo>
                  <a:pt x="2246" y="10927"/>
                </a:lnTo>
                <a:lnTo>
                  <a:pt x="2389" y="11029"/>
                </a:lnTo>
                <a:lnTo>
                  <a:pt x="2484" y="11130"/>
                </a:lnTo>
                <a:lnTo>
                  <a:pt x="2676" y="11181"/>
                </a:lnTo>
                <a:lnTo>
                  <a:pt x="2819" y="11232"/>
                </a:lnTo>
                <a:lnTo>
                  <a:pt x="2963" y="11181"/>
                </a:lnTo>
                <a:lnTo>
                  <a:pt x="3297" y="11080"/>
                </a:lnTo>
                <a:lnTo>
                  <a:pt x="3966" y="11638"/>
                </a:lnTo>
                <a:lnTo>
                  <a:pt x="3441" y="12350"/>
                </a:lnTo>
                <a:lnTo>
                  <a:pt x="3011" y="13112"/>
                </a:lnTo>
                <a:lnTo>
                  <a:pt x="2628" y="13926"/>
                </a:lnTo>
                <a:lnTo>
                  <a:pt x="2436" y="14332"/>
                </a:lnTo>
                <a:lnTo>
                  <a:pt x="2341" y="14789"/>
                </a:lnTo>
                <a:lnTo>
                  <a:pt x="2246" y="15196"/>
                </a:lnTo>
                <a:lnTo>
                  <a:pt x="2198" y="15602"/>
                </a:lnTo>
                <a:lnTo>
                  <a:pt x="2198" y="16009"/>
                </a:lnTo>
                <a:lnTo>
                  <a:pt x="2246" y="16467"/>
                </a:lnTo>
                <a:lnTo>
                  <a:pt x="2341" y="16823"/>
                </a:lnTo>
                <a:lnTo>
                  <a:pt x="2484" y="17229"/>
                </a:lnTo>
                <a:lnTo>
                  <a:pt x="2676" y="17585"/>
                </a:lnTo>
                <a:lnTo>
                  <a:pt x="2914" y="17890"/>
                </a:lnTo>
                <a:lnTo>
                  <a:pt x="3249" y="18194"/>
                </a:lnTo>
                <a:lnTo>
                  <a:pt x="3631" y="18398"/>
                </a:lnTo>
                <a:lnTo>
                  <a:pt x="3966" y="18551"/>
                </a:lnTo>
                <a:lnTo>
                  <a:pt x="4396" y="18602"/>
                </a:lnTo>
                <a:lnTo>
                  <a:pt x="4779" y="18652"/>
                </a:lnTo>
                <a:lnTo>
                  <a:pt x="5208" y="18652"/>
                </a:lnTo>
                <a:lnTo>
                  <a:pt x="5590" y="18602"/>
                </a:lnTo>
                <a:lnTo>
                  <a:pt x="5973" y="18551"/>
                </a:lnTo>
                <a:lnTo>
                  <a:pt x="6546" y="18347"/>
                </a:lnTo>
                <a:lnTo>
                  <a:pt x="7168" y="18143"/>
                </a:lnTo>
                <a:lnTo>
                  <a:pt x="7693" y="17941"/>
                </a:lnTo>
                <a:lnTo>
                  <a:pt x="8266" y="17636"/>
                </a:lnTo>
                <a:lnTo>
                  <a:pt x="8506" y="18246"/>
                </a:lnTo>
                <a:lnTo>
                  <a:pt x="8744" y="18804"/>
                </a:lnTo>
                <a:lnTo>
                  <a:pt x="9079" y="19364"/>
                </a:lnTo>
                <a:lnTo>
                  <a:pt x="9414" y="19872"/>
                </a:lnTo>
                <a:lnTo>
                  <a:pt x="9317" y="20126"/>
                </a:lnTo>
                <a:lnTo>
                  <a:pt x="9271" y="20379"/>
                </a:lnTo>
                <a:lnTo>
                  <a:pt x="9317" y="20634"/>
                </a:lnTo>
                <a:lnTo>
                  <a:pt x="9414" y="20888"/>
                </a:lnTo>
                <a:lnTo>
                  <a:pt x="9557" y="21092"/>
                </a:lnTo>
                <a:lnTo>
                  <a:pt x="9749" y="21244"/>
                </a:lnTo>
                <a:lnTo>
                  <a:pt x="9939" y="21345"/>
                </a:lnTo>
                <a:lnTo>
                  <a:pt x="10130" y="21448"/>
                </a:lnTo>
                <a:lnTo>
                  <a:pt x="10322" y="21497"/>
                </a:lnTo>
                <a:lnTo>
                  <a:pt x="10560" y="21497"/>
                </a:lnTo>
                <a:lnTo>
                  <a:pt x="10752" y="21448"/>
                </a:lnTo>
                <a:lnTo>
                  <a:pt x="10990" y="21345"/>
                </a:lnTo>
                <a:lnTo>
                  <a:pt x="11038" y="21345"/>
                </a:lnTo>
                <a:lnTo>
                  <a:pt x="11468" y="21497"/>
                </a:lnTo>
                <a:lnTo>
                  <a:pt x="11946" y="21600"/>
                </a:lnTo>
                <a:lnTo>
                  <a:pt x="12376" y="21600"/>
                </a:lnTo>
                <a:lnTo>
                  <a:pt x="12854" y="21497"/>
                </a:lnTo>
                <a:lnTo>
                  <a:pt x="13236" y="21345"/>
                </a:lnTo>
                <a:lnTo>
                  <a:pt x="13571" y="21143"/>
                </a:lnTo>
                <a:lnTo>
                  <a:pt x="13906" y="20838"/>
                </a:lnTo>
                <a:lnTo>
                  <a:pt x="14144" y="20532"/>
                </a:lnTo>
                <a:lnTo>
                  <a:pt x="14384" y="20177"/>
                </a:lnTo>
                <a:lnTo>
                  <a:pt x="14574" y="19770"/>
                </a:lnTo>
                <a:lnTo>
                  <a:pt x="14719" y="19364"/>
                </a:lnTo>
                <a:lnTo>
                  <a:pt x="14862" y="18956"/>
                </a:lnTo>
                <a:lnTo>
                  <a:pt x="15005" y="18347"/>
                </a:lnTo>
                <a:lnTo>
                  <a:pt x="15149" y="17686"/>
                </a:lnTo>
                <a:lnTo>
                  <a:pt x="15196" y="16975"/>
                </a:lnTo>
                <a:lnTo>
                  <a:pt x="15244" y="16314"/>
                </a:lnTo>
                <a:lnTo>
                  <a:pt x="16438" y="16415"/>
                </a:lnTo>
                <a:lnTo>
                  <a:pt x="17585" y="16518"/>
                </a:lnTo>
                <a:lnTo>
                  <a:pt x="18779" y="16518"/>
                </a:lnTo>
                <a:lnTo>
                  <a:pt x="19927" y="16467"/>
                </a:lnTo>
                <a:lnTo>
                  <a:pt x="19974" y="16415"/>
                </a:lnTo>
                <a:lnTo>
                  <a:pt x="19974" y="16314"/>
                </a:lnTo>
                <a:lnTo>
                  <a:pt x="20309" y="16213"/>
                </a:lnTo>
                <a:lnTo>
                  <a:pt x="20692" y="16111"/>
                </a:lnTo>
                <a:lnTo>
                  <a:pt x="21025" y="15907"/>
                </a:lnTo>
                <a:lnTo>
                  <a:pt x="21360" y="15705"/>
                </a:lnTo>
                <a:lnTo>
                  <a:pt x="21504" y="15705"/>
                </a:lnTo>
                <a:lnTo>
                  <a:pt x="21552" y="15653"/>
                </a:lnTo>
                <a:lnTo>
                  <a:pt x="21600" y="15552"/>
                </a:lnTo>
                <a:lnTo>
                  <a:pt x="21552" y="15145"/>
                </a:lnTo>
                <a:lnTo>
                  <a:pt x="21457" y="14739"/>
                </a:lnTo>
                <a:lnTo>
                  <a:pt x="21360" y="14332"/>
                </a:lnTo>
                <a:lnTo>
                  <a:pt x="21217" y="13977"/>
                </a:lnTo>
                <a:lnTo>
                  <a:pt x="20835" y="13214"/>
                </a:lnTo>
                <a:lnTo>
                  <a:pt x="20357" y="12553"/>
                </a:lnTo>
                <a:lnTo>
                  <a:pt x="19831" y="11893"/>
                </a:lnTo>
                <a:lnTo>
                  <a:pt x="19258" y="11282"/>
                </a:lnTo>
                <a:lnTo>
                  <a:pt x="18636" y="10724"/>
                </a:lnTo>
                <a:lnTo>
                  <a:pt x="17968" y="10164"/>
                </a:lnTo>
                <a:lnTo>
                  <a:pt x="16868" y="9402"/>
                </a:lnTo>
                <a:lnTo>
                  <a:pt x="17395" y="8386"/>
                </a:lnTo>
                <a:lnTo>
                  <a:pt x="17873" y="7369"/>
                </a:lnTo>
                <a:lnTo>
                  <a:pt x="18303" y="6303"/>
                </a:lnTo>
                <a:lnTo>
                  <a:pt x="18636" y="5234"/>
                </a:lnTo>
                <a:lnTo>
                  <a:pt x="18636" y="5032"/>
                </a:lnTo>
                <a:lnTo>
                  <a:pt x="18828" y="4880"/>
                </a:lnTo>
                <a:lnTo>
                  <a:pt x="19019" y="4676"/>
                </a:lnTo>
                <a:lnTo>
                  <a:pt x="19211" y="4371"/>
                </a:lnTo>
                <a:lnTo>
                  <a:pt x="19306" y="4066"/>
                </a:lnTo>
                <a:lnTo>
                  <a:pt x="19306" y="3710"/>
                </a:lnTo>
                <a:lnTo>
                  <a:pt x="19211" y="3354"/>
                </a:lnTo>
                <a:lnTo>
                  <a:pt x="19067" y="3101"/>
                </a:lnTo>
                <a:lnTo>
                  <a:pt x="18876" y="2846"/>
                </a:lnTo>
                <a:lnTo>
                  <a:pt x="18589" y="2693"/>
                </a:lnTo>
                <a:lnTo>
                  <a:pt x="18446" y="2644"/>
                </a:lnTo>
                <a:lnTo>
                  <a:pt x="18254" y="2644"/>
                </a:lnTo>
                <a:lnTo>
                  <a:pt x="18016" y="2693"/>
                </a:lnTo>
                <a:lnTo>
                  <a:pt x="17825" y="2796"/>
                </a:lnTo>
                <a:lnTo>
                  <a:pt x="17633" y="2897"/>
                </a:lnTo>
                <a:lnTo>
                  <a:pt x="17442" y="3049"/>
                </a:lnTo>
                <a:lnTo>
                  <a:pt x="16868" y="2948"/>
                </a:lnTo>
                <a:lnTo>
                  <a:pt x="16247" y="2998"/>
                </a:lnTo>
                <a:lnTo>
                  <a:pt x="15674" y="3049"/>
                </a:lnTo>
                <a:lnTo>
                  <a:pt x="15100" y="3151"/>
                </a:lnTo>
                <a:lnTo>
                  <a:pt x="14479" y="3354"/>
                </a:lnTo>
                <a:lnTo>
                  <a:pt x="13906" y="3558"/>
                </a:lnTo>
                <a:lnTo>
                  <a:pt x="13379" y="3812"/>
                </a:lnTo>
                <a:lnTo>
                  <a:pt x="12806" y="4116"/>
                </a:lnTo>
                <a:lnTo>
                  <a:pt x="12520" y="4269"/>
                </a:lnTo>
                <a:lnTo>
                  <a:pt x="11995" y="3354"/>
                </a:lnTo>
                <a:lnTo>
                  <a:pt x="11420" y="2440"/>
                </a:lnTo>
                <a:lnTo>
                  <a:pt x="10752" y="1575"/>
                </a:lnTo>
                <a:lnTo>
                  <a:pt x="10082" y="762"/>
                </a:lnTo>
                <a:lnTo>
                  <a:pt x="9939" y="661"/>
                </a:lnTo>
                <a:lnTo>
                  <a:pt x="9796" y="661"/>
                </a:lnTo>
                <a:lnTo>
                  <a:pt x="9271" y="865"/>
                </a:lnTo>
                <a:lnTo>
                  <a:pt x="8744" y="1118"/>
                </a:lnTo>
                <a:lnTo>
                  <a:pt x="8649" y="1169"/>
                </a:lnTo>
                <a:lnTo>
                  <a:pt x="8601" y="1221"/>
                </a:lnTo>
                <a:lnTo>
                  <a:pt x="8649" y="1373"/>
                </a:lnTo>
                <a:lnTo>
                  <a:pt x="8697" y="1474"/>
                </a:lnTo>
                <a:lnTo>
                  <a:pt x="8841" y="1474"/>
                </a:lnTo>
                <a:lnTo>
                  <a:pt x="9317" y="1423"/>
                </a:lnTo>
                <a:lnTo>
                  <a:pt x="9749" y="1373"/>
                </a:lnTo>
                <a:lnTo>
                  <a:pt x="10369" y="2135"/>
                </a:lnTo>
                <a:lnTo>
                  <a:pt x="10943" y="2897"/>
                </a:lnTo>
                <a:lnTo>
                  <a:pt x="11517" y="3762"/>
                </a:lnTo>
                <a:lnTo>
                  <a:pt x="11995" y="4574"/>
                </a:lnTo>
                <a:lnTo>
                  <a:pt x="11087" y="5185"/>
                </a:lnTo>
                <a:lnTo>
                  <a:pt x="10225" y="5845"/>
                </a:lnTo>
                <a:lnTo>
                  <a:pt x="8601" y="5082"/>
                </a:lnTo>
                <a:lnTo>
                  <a:pt x="7789" y="4727"/>
                </a:lnTo>
                <a:lnTo>
                  <a:pt x="6928" y="4421"/>
                </a:lnTo>
                <a:lnTo>
                  <a:pt x="7025" y="3863"/>
                </a:lnTo>
                <a:lnTo>
                  <a:pt x="7120" y="3303"/>
                </a:lnTo>
                <a:lnTo>
                  <a:pt x="7263" y="2745"/>
                </a:lnTo>
                <a:lnTo>
                  <a:pt x="7454" y="2185"/>
                </a:lnTo>
                <a:lnTo>
                  <a:pt x="7693" y="1678"/>
                </a:lnTo>
                <a:lnTo>
                  <a:pt x="7979" y="1169"/>
                </a:lnTo>
                <a:lnTo>
                  <a:pt x="8314" y="712"/>
                </a:lnTo>
                <a:lnTo>
                  <a:pt x="8649" y="255"/>
                </a:lnTo>
                <a:lnTo>
                  <a:pt x="8697" y="152"/>
                </a:lnTo>
                <a:lnTo>
                  <a:pt x="8697" y="51"/>
                </a:lnTo>
                <a:lnTo>
                  <a:pt x="8601" y="0"/>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557" name="Google Shape;205;p3"/>
          <p:cNvSpPr/>
          <p:nvPr/>
        </p:nvSpPr>
        <p:spPr>
          <a:xfrm>
            <a:off x="4765583" y="4075593"/>
            <a:ext cx="339603" cy="4005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307" y="860"/>
                </a:moveTo>
                <a:lnTo>
                  <a:pt x="11560" y="930"/>
                </a:lnTo>
                <a:lnTo>
                  <a:pt x="11728" y="1074"/>
                </a:lnTo>
                <a:lnTo>
                  <a:pt x="11728" y="1503"/>
                </a:lnTo>
                <a:lnTo>
                  <a:pt x="11560" y="1860"/>
                </a:lnTo>
                <a:lnTo>
                  <a:pt x="11392" y="2075"/>
                </a:lnTo>
                <a:lnTo>
                  <a:pt x="11137" y="2219"/>
                </a:lnTo>
                <a:lnTo>
                  <a:pt x="10884" y="2289"/>
                </a:lnTo>
                <a:lnTo>
                  <a:pt x="10631" y="2219"/>
                </a:lnTo>
                <a:lnTo>
                  <a:pt x="10042" y="2004"/>
                </a:lnTo>
                <a:lnTo>
                  <a:pt x="10210" y="1788"/>
                </a:lnTo>
                <a:lnTo>
                  <a:pt x="10210" y="1503"/>
                </a:lnTo>
                <a:lnTo>
                  <a:pt x="10125" y="1359"/>
                </a:lnTo>
                <a:lnTo>
                  <a:pt x="10042" y="1289"/>
                </a:lnTo>
                <a:lnTo>
                  <a:pt x="10295" y="1074"/>
                </a:lnTo>
                <a:lnTo>
                  <a:pt x="10631" y="930"/>
                </a:lnTo>
                <a:lnTo>
                  <a:pt x="10969" y="860"/>
                </a:lnTo>
                <a:close/>
                <a:moveTo>
                  <a:pt x="7763" y="12660"/>
                </a:moveTo>
                <a:lnTo>
                  <a:pt x="7763" y="12732"/>
                </a:lnTo>
                <a:lnTo>
                  <a:pt x="7680" y="12732"/>
                </a:lnTo>
                <a:lnTo>
                  <a:pt x="7763" y="12660"/>
                </a:lnTo>
                <a:close/>
                <a:moveTo>
                  <a:pt x="9872" y="13518"/>
                </a:moveTo>
                <a:lnTo>
                  <a:pt x="9789" y="13662"/>
                </a:lnTo>
                <a:lnTo>
                  <a:pt x="9704" y="13590"/>
                </a:lnTo>
                <a:lnTo>
                  <a:pt x="9872" y="13518"/>
                </a:lnTo>
                <a:close/>
                <a:moveTo>
                  <a:pt x="11981" y="8226"/>
                </a:moveTo>
                <a:lnTo>
                  <a:pt x="12487" y="8441"/>
                </a:lnTo>
                <a:lnTo>
                  <a:pt x="12993" y="8655"/>
                </a:lnTo>
                <a:lnTo>
                  <a:pt x="13078" y="8870"/>
                </a:lnTo>
                <a:lnTo>
                  <a:pt x="13163" y="8942"/>
                </a:lnTo>
                <a:lnTo>
                  <a:pt x="13331" y="8942"/>
                </a:lnTo>
                <a:lnTo>
                  <a:pt x="13837" y="9513"/>
                </a:lnTo>
                <a:lnTo>
                  <a:pt x="14175" y="10086"/>
                </a:lnTo>
                <a:lnTo>
                  <a:pt x="14260" y="10730"/>
                </a:lnTo>
                <a:lnTo>
                  <a:pt x="14260" y="11373"/>
                </a:lnTo>
                <a:lnTo>
                  <a:pt x="14007" y="11945"/>
                </a:lnTo>
                <a:lnTo>
                  <a:pt x="13669" y="12518"/>
                </a:lnTo>
                <a:lnTo>
                  <a:pt x="13331" y="12875"/>
                </a:lnTo>
                <a:lnTo>
                  <a:pt x="12993" y="13161"/>
                </a:lnTo>
                <a:lnTo>
                  <a:pt x="12993" y="12446"/>
                </a:lnTo>
                <a:lnTo>
                  <a:pt x="12910" y="12373"/>
                </a:lnTo>
                <a:lnTo>
                  <a:pt x="12825" y="12303"/>
                </a:lnTo>
                <a:lnTo>
                  <a:pt x="12740" y="12303"/>
                </a:lnTo>
                <a:lnTo>
                  <a:pt x="12657" y="12373"/>
                </a:lnTo>
                <a:lnTo>
                  <a:pt x="12404" y="12660"/>
                </a:lnTo>
                <a:lnTo>
                  <a:pt x="12319" y="13017"/>
                </a:lnTo>
                <a:lnTo>
                  <a:pt x="12234" y="13518"/>
                </a:lnTo>
                <a:lnTo>
                  <a:pt x="11728" y="13662"/>
                </a:lnTo>
                <a:lnTo>
                  <a:pt x="11728" y="13089"/>
                </a:lnTo>
                <a:lnTo>
                  <a:pt x="11813" y="12802"/>
                </a:lnTo>
                <a:lnTo>
                  <a:pt x="11981" y="12588"/>
                </a:lnTo>
                <a:lnTo>
                  <a:pt x="12066" y="12518"/>
                </a:lnTo>
                <a:lnTo>
                  <a:pt x="11981" y="12446"/>
                </a:lnTo>
                <a:lnTo>
                  <a:pt x="11898" y="12373"/>
                </a:lnTo>
                <a:lnTo>
                  <a:pt x="11813" y="12373"/>
                </a:lnTo>
                <a:lnTo>
                  <a:pt x="11392" y="12588"/>
                </a:lnTo>
                <a:lnTo>
                  <a:pt x="11137" y="12947"/>
                </a:lnTo>
                <a:lnTo>
                  <a:pt x="10969" y="13304"/>
                </a:lnTo>
                <a:lnTo>
                  <a:pt x="10969" y="13733"/>
                </a:lnTo>
                <a:lnTo>
                  <a:pt x="10801" y="13733"/>
                </a:lnTo>
                <a:lnTo>
                  <a:pt x="10716" y="13662"/>
                </a:lnTo>
                <a:lnTo>
                  <a:pt x="10631" y="13590"/>
                </a:lnTo>
                <a:lnTo>
                  <a:pt x="10548" y="13590"/>
                </a:lnTo>
                <a:lnTo>
                  <a:pt x="11560" y="11730"/>
                </a:lnTo>
                <a:lnTo>
                  <a:pt x="11560" y="11588"/>
                </a:lnTo>
                <a:lnTo>
                  <a:pt x="11475" y="11516"/>
                </a:lnTo>
                <a:lnTo>
                  <a:pt x="11392" y="11516"/>
                </a:lnTo>
                <a:lnTo>
                  <a:pt x="11307" y="11588"/>
                </a:lnTo>
                <a:lnTo>
                  <a:pt x="10125" y="13161"/>
                </a:lnTo>
                <a:lnTo>
                  <a:pt x="10042" y="13017"/>
                </a:lnTo>
                <a:lnTo>
                  <a:pt x="9957" y="12947"/>
                </a:lnTo>
                <a:lnTo>
                  <a:pt x="9789" y="12947"/>
                </a:lnTo>
                <a:lnTo>
                  <a:pt x="10210" y="12159"/>
                </a:lnTo>
                <a:lnTo>
                  <a:pt x="10716" y="11301"/>
                </a:lnTo>
                <a:lnTo>
                  <a:pt x="10801" y="11229"/>
                </a:lnTo>
                <a:lnTo>
                  <a:pt x="10716" y="11159"/>
                </a:lnTo>
                <a:lnTo>
                  <a:pt x="10548" y="11159"/>
                </a:lnTo>
                <a:lnTo>
                  <a:pt x="9619" y="12231"/>
                </a:lnTo>
                <a:lnTo>
                  <a:pt x="9198" y="12802"/>
                </a:lnTo>
                <a:lnTo>
                  <a:pt x="8860" y="13376"/>
                </a:lnTo>
                <a:lnTo>
                  <a:pt x="8439" y="13231"/>
                </a:lnTo>
                <a:lnTo>
                  <a:pt x="8692" y="13161"/>
                </a:lnTo>
                <a:lnTo>
                  <a:pt x="8860" y="12947"/>
                </a:lnTo>
                <a:lnTo>
                  <a:pt x="8945" y="12802"/>
                </a:lnTo>
                <a:lnTo>
                  <a:pt x="8945" y="12446"/>
                </a:lnTo>
                <a:lnTo>
                  <a:pt x="8775" y="12446"/>
                </a:lnTo>
                <a:lnTo>
                  <a:pt x="9198" y="12017"/>
                </a:lnTo>
                <a:lnTo>
                  <a:pt x="10378" y="10800"/>
                </a:lnTo>
                <a:lnTo>
                  <a:pt x="10378" y="10658"/>
                </a:lnTo>
                <a:lnTo>
                  <a:pt x="10295" y="10586"/>
                </a:lnTo>
                <a:lnTo>
                  <a:pt x="10125" y="10586"/>
                </a:lnTo>
                <a:lnTo>
                  <a:pt x="8692" y="11730"/>
                </a:lnTo>
                <a:lnTo>
                  <a:pt x="8354" y="11945"/>
                </a:lnTo>
                <a:lnTo>
                  <a:pt x="8269" y="11874"/>
                </a:lnTo>
                <a:lnTo>
                  <a:pt x="8186" y="11874"/>
                </a:lnTo>
                <a:lnTo>
                  <a:pt x="8016" y="11945"/>
                </a:lnTo>
                <a:lnTo>
                  <a:pt x="8439" y="11443"/>
                </a:lnTo>
                <a:lnTo>
                  <a:pt x="8945" y="11014"/>
                </a:lnTo>
                <a:lnTo>
                  <a:pt x="9536" y="10658"/>
                </a:lnTo>
                <a:lnTo>
                  <a:pt x="10125" y="10301"/>
                </a:lnTo>
                <a:lnTo>
                  <a:pt x="10210" y="10229"/>
                </a:lnTo>
                <a:lnTo>
                  <a:pt x="10125" y="10157"/>
                </a:lnTo>
                <a:lnTo>
                  <a:pt x="10125" y="10086"/>
                </a:lnTo>
                <a:lnTo>
                  <a:pt x="9957" y="10014"/>
                </a:lnTo>
                <a:lnTo>
                  <a:pt x="9113" y="10371"/>
                </a:lnTo>
                <a:lnTo>
                  <a:pt x="8354" y="10800"/>
                </a:lnTo>
                <a:lnTo>
                  <a:pt x="7680" y="11301"/>
                </a:lnTo>
                <a:lnTo>
                  <a:pt x="7089" y="11945"/>
                </a:lnTo>
                <a:lnTo>
                  <a:pt x="7004" y="11730"/>
                </a:lnTo>
                <a:lnTo>
                  <a:pt x="7089" y="11660"/>
                </a:lnTo>
                <a:lnTo>
                  <a:pt x="7680" y="10944"/>
                </a:lnTo>
                <a:lnTo>
                  <a:pt x="8354" y="10301"/>
                </a:lnTo>
                <a:lnTo>
                  <a:pt x="9113" y="9655"/>
                </a:lnTo>
                <a:lnTo>
                  <a:pt x="9872" y="9084"/>
                </a:lnTo>
                <a:lnTo>
                  <a:pt x="9872" y="9012"/>
                </a:lnTo>
                <a:lnTo>
                  <a:pt x="9789" y="8942"/>
                </a:lnTo>
                <a:lnTo>
                  <a:pt x="9704" y="8942"/>
                </a:lnTo>
                <a:lnTo>
                  <a:pt x="9028" y="9227"/>
                </a:lnTo>
                <a:lnTo>
                  <a:pt x="8354" y="9513"/>
                </a:lnTo>
                <a:lnTo>
                  <a:pt x="7763" y="9942"/>
                </a:lnTo>
                <a:lnTo>
                  <a:pt x="7257" y="10443"/>
                </a:lnTo>
                <a:lnTo>
                  <a:pt x="7425" y="10157"/>
                </a:lnTo>
                <a:lnTo>
                  <a:pt x="7680" y="9870"/>
                </a:lnTo>
                <a:lnTo>
                  <a:pt x="8186" y="9441"/>
                </a:lnTo>
                <a:lnTo>
                  <a:pt x="8860" y="9012"/>
                </a:lnTo>
                <a:lnTo>
                  <a:pt x="9536" y="8727"/>
                </a:lnTo>
                <a:lnTo>
                  <a:pt x="10125" y="8513"/>
                </a:lnTo>
                <a:lnTo>
                  <a:pt x="10716" y="8369"/>
                </a:lnTo>
                <a:lnTo>
                  <a:pt x="11392" y="8226"/>
                </a:lnTo>
                <a:close/>
                <a:moveTo>
                  <a:pt x="1856" y="17094"/>
                </a:moveTo>
                <a:lnTo>
                  <a:pt x="1856" y="17238"/>
                </a:lnTo>
                <a:lnTo>
                  <a:pt x="1941" y="17381"/>
                </a:lnTo>
                <a:lnTo>
                  <a:pt x="2111" y="17453"/>
                </a:lnTo>
                <a:lnTo>
                  <a:pt x="2617" y="17453"/>
                </a:lnTo>
                <a:lnTo>
                  <a:pt x="2785" y="17523"/>
                </a:lnTo>
                <a:lnTo>
                  <a:pt x="3038" y="17523"/>
                </a:lnTo>
                <a:lnTo>
                  <a:pt x="3038" y="17737"/>
                </a:lnTo>
                <a:lnTo>
                  <a:pt x="2870" y="17882"/>
                </a:lnTo>
                <a:lnTo>
                  <a:pt x="2700" y="17952"/>
                </a:lnTo>
                <a:lnTo>
                  <a:pt x="2194" y="18024"/>
                </a:lnTo>
                <a:lnTo>
                  <a:pt x="1941" y="17952"/>
                </a:lnTo>
                <a:lnTo>
                  <a:pt x="1603" y="17810"/>
                </a:lnTo>
                <a:lnTo>
                  <a:pt x="1350" y="17667"/>
                </a:lnTo>
                <a:lnTo>
                  <a:pt x="1267" y="17453"/>
                </a:lnTo>
                <a:lnTo>
                  <a:pt x="1520" y="17238"/>
                </a:lnTo>
                <a:lnTo>
                  <a:pt x="1856" y="17094"/>
                </a:lnTo>
                <a:close/>
                <a:moveTo>
                  <a:pt x="19576" y="16880"/>
                </a:moveTo>
                <a:lnTo>
                  <a:pt x="19829" y="16952"/>
                </a:lnTo>
                <a:lnTo>
                  <a:pt x="20082" y="17024"/>
                </a:lnTo>
                <a:lnTo>
                  <a:pt x="20335" y="17166"/>
                </a:lnTo>
                <a:lnTo>
                  <a:pt x="20588" y="17308"/>
                </a:lnTo>
                <a:lnTo>
                  <a:pt x="20671" y="17523"/>
                </a:lnTo>
                <a:lnTo>
                  <a:pt x="20756" y="17737"/>
                </a:lnTo>
                <a:lnTo>
                  <a:pt x="20756" y="17810"/>
                </a:lnTo>
                <a:lnTo>
                  <a:pt x="20671" y="17810"/>
                </a:lnTo>
                <a:lnTo>
                  <a:pt x="20418" y="17737"/>
                </a:lnTo>
                <a:lnTo>
                  <a:pt x="20250" y="17810"/>
                </a:lnTo>
                <a:lnTo>
                  <a:pt x="20082" y="17882"/>
                </a:lnTo>
                <a:lnTo>
                  <a:pt x="19829" y="18096"/>
                </a:lnTo>
                <a:lnTo>
                  <a:pt x="19491" y="18239"/>
                </a:lnTo>
                <a:lnTo>
                  <a:pt x="19153" y="18168"/>
                </a:lnTo>
                <a:lnTo>
                  <a:pt x="18985" y="18024"/>
                </a:lnTo>
                <a:lnTo>
                  <a:pt x="18900" y="17882"/>
                </a:lnTo>
                <a:lnTo>
                  <a:pt x="18900" y="17595"/>
                </a:lnTo>
                <a:lnTo>
                  <a:pt x="18985" y="17238"/>
                </a:lnTo>
                <a:lnTo>
                  <a:pt x="18985" y="16952"/>
                </a:lnTo>
                <a:lnTo>
                  <a:pt x="19576" y="16880"/>
                </a:lnTo>
                <a:close/>
                <a:moveTo>
                  <a:pt x="11560" y="18525"/>
                </a:moveTo>
                <a:lnTo>
                  <a:pt x="11645" y="18667"/>
                </a:lnTo>
                <a:lnTo>
                  <a:pt x="11475" y="18597"/>
                </a:lnTo>
                <a:lnTo>
                  <a:pt x="11560" y="18525"/>
                </a:lnTo>
                <a:close/>
                <a:moveTo>
                  <a:pt x="10801" y="19241"/>
                </a:moveTo>
                <a:lnTo>
                  <a:pt x="11392" y="19383"/>
                </a:lnTo>
                <a:lnTo>
                  <a:pt x="11307" y="19525"/>
                </a:lnTo>
                <a:lnTo>
                  <a:pt x="11222" y="20027"/>
                </a:lnTo>
                <a:lnTo>
                  <a:pt x="11137" y="20099"/>
                </a:lnTo>
                <a:lnTo>
                  <a:pt x="10463" y="20099"/>
                </a:lnTo>
                <a:lnTo>
                  <a:pt x="10210" y="19956"/>
                </a:lnTo>
                <a:lnTo>
                  <a:pt x="9957" y="19742"/>
                </a:lnTo>
                <a:lnTo>
                  <a:pt x="9872" y="19598"/>
                </a:lnTo>
                <a:lnTo>
                  <a:pt x="9789" y="19383"/>
                </a:lnTo>
                <a:lnTo>
                  <a:pt x="9957" y="19311"/>
                </a:lnTo>
                <a:lnTo>
                  <a:pt x="10210" y="19241"/>
                </a:lnTo>
                <a:close/>
                <a:moveTo>
                  <a:pt x="11054" y="0"/>
                </a:moveTo>
                <a:lnTo>
                  <a:pt x="10631" y="72"/>
                </a:lnTo>
                <a:lnTo>
                  <a:pt x="10295" y="214"/>
                </a:lnTo>
                <a:lnTo>
                  <a:pt x="9872" y="287"/>
                </a:lnTo>
                <a:lnTo>
                  <a:pt x="9536" y="501"/>
                </a:lnTo>
                <a:lnTo>
                  <a:pt x="9198" y="716"/>
                </a:lnTo>
                <a:lnTo>
                  <a:pt x="8945" y="930"/>
                </a:lnTo>
                <a:lnTo>
                  <a:pt x="8692" y="1217"/>
                </a:lnTo>
                <a:lnTo>
                  <a:pt x="8522" y="1573"/>
                </a:lnTo>
                <a:lnTo>
                  <a:pt x="8439" y="1860"/>
                </a:lnTo>
                <a:lnTo>
                  <a:pt x="8439" y="2219"/>
                </a:lnTo>
                <a:lnTo>
                  <a:pt x="8522" y="2576"/>
                </a:lnTo>
                <a:lnTo>
                  <a:pt x="8775" y="3077"/>
                </a:lnTo>
                <a:lnTo>
                  <a:pt x="9198" y="3434"/>
                </a:lnTo>
                <a:lnTo>
                  <a:pt x="9619" y="3648"/>
                </a:lnTo>
                <a:lnTo>
                  <a:pt x="10125" y="3792"/>
                </a:lnTo>
                <a:lnTo>
                  <a:pt x="10042" y="4007"/>
                </a:lnTo>
                <a:lnTo>
                  <a:pt x="9957" y="4221"/>
                </a:lnTo>
                <a:lnTo>
                  <a:pt x="9957" y="7154"/>
                </a:lnTo>
                <a:lnTo>
                  <a:pt x="10042" y="7368"/>
                </a:lnTo>
                <a:lnTo>
                  <a:pt x="9366" y="7653"/>
                </a:lnTo>
                <a:lnTo>
                  <a:pt x="8775" y="8012"/>
                </a:lnTo>
                <a:lnTo>
                  <a:pt x="8607" y="8154"/>
                </a:lnTo>
                <a:lnTo>
                  <a:pt x="8607" y="8296"/>
                </a:lnTo>
                <a:lnTo>
                  <a:pt x="8101" y="8583"/>
                </a:lnTo>
                <a:lnTo>
                  <a:pt x="7680" y="8870"/>
                </a:lnTo>
                <a:lnTo>
                  <a:pt x="7257" y="9156"/>
                </a:lnTo>
                <a:lnTo>
                  <a:pt x="6919" y="9513"/>
                </a:lnTo>
                <a:lnTo>
                  <a:pt x="6583" y="9870"/>
                </a:lnTo>
                <a:lnTo>
                  <a:pt x="6330" y="10301"/>
                </a:lnTo>
                <a:lnTo>
                  <a:pt x="6160" y="10730"/>
                </a:lnTo>
                <a:lnTo>
                  <a:pt x="6077" y="11087"/>
                </a:lnTo>
                <a:lnTo>
                  <a:pt x="6077" y="11516"/>
                </a:lnTo>
                <a:lnTo>
                  <a:pt x="6160" y="11945"/>
                </a:lnTo>
                <a:lnTo>
                  <a:pt x="6330" y="12373"/>
                </a:lnTo>
                <a:lnTo>
                  <a:pt x="6498" y="12802"/>
                </a:lnTo>
                <a:lnTo>
                  <a:pt x="6666" y="13017"/>
                </a:lnTo>
                <a:lnTo>
                  <a:pt x="5568" y="13805"/>
                </a:lnTo>
                <a:lnTo>
                  <a:pt x="4389" y="14520"/>
                </a:lnTo>
                <a:lnTo>
                  <a:pt x="3291" y="15306"/>
                </a:lnTo>
                <a:lnTo>
                  <a:pt x="2785" y="15735"/>
                </a:lnTo>
                <a:lnTo>
                  <a:pt x="2279" y="16236"/>
                </a:lnTo>
                <a:lnTo>
                  <a:pt x="1773" y="16308"/>
                </a:lnTo>
                <a:lnTo>
                  <a:pt x="1435" y="16236"/>
                </a:lnTo>
                <a:lnTo>
                  <a:pt x="1097" y="16236"/>
                </a:lnTo>
                <a:lnTo>
                  <a:pt x="844" y="16308"/>
                </a:lnTo>
                <a:lnTo>
                  <a:pt x="591" y="16451"/>
                </a:lnTo>
                <a:lnTo>
                  <a:pt x="423" y="16595"/>
                </a:lnTo>
                <a:lnTo>
                  <a:pt x="255" y="16737"/>
                </a:lnTo>
                <a:lnTo>
                  <a:pt x="85" y="17166"/>
                </a:lnTo>
                <a:lnTo>
                  <a:pt x="0" y="17667"/>
                </a:lnTo>
                <a:lnTo>
                  <a:pt x="0" y="18168"/>
                </a:lnTo>
                <a:lnTo>
                  <a:pt x="170" y="18597"/>
                </a:lnTo>
                <a:lnTo>
                  <a:pt x="591" y="18882"/>
                </a:lnTo>
                <a:lnTo>
                  <a:pt x="1097" y="19169"/>
                </a:lnTo>
                <a:lnTo>
                  <a:pt x="1603" y="19311"/>
                </a:lnTo>
                <a:lnTo>
                  <a:pt x="2194" y="19383"/>
                </a:lnTo>
                <a:lnTo>
                  <a:pt x="2700" y="19311"/>
                </a:lnTo>
                <a:lnTo>
                  <a:pt x="3291" y="19241"/>
                </a:lnTo>
                <a:lnTo>
                  <a:pt x="3797" y="19096"/>
                </a:lnTo>
                <a:lnTo>
                  <a:pt x="4136" y="18812"/>
                </a:lnTo>
                <a:lnTo>
                  <a:pt x="4389" y="18667"/>
                </a:lnTo>
                <a:lnTo>
                  <a:pt x="4474" y="18453"/>
                </a:lnTo>
                <a:lnTo>
                  <a:pt x="4556" y="18239"/>
                </a:lnTo>
                <a:lnTo>
                  <a:pt x="4556" y="17952"/>
                </a:lnTo>
                <a:lnTo>
                  <a:pt x="4389" y="17523"/>
                </a:lnTo>
                <a:lnTo>
                  <a:pt x="4136" y="17094"/>
                </a:lnTo>
                <a:lnTo>
                  <a:pt x="3797" y="16737"/>
                </a:lnTo>
                <a:lnTo>
                  <a:pt x="3291" y="16451"/>
                </a:lnTo>
                <a:lnTo>
                  <a:pt x="3206" y="16451"/>
                </a:lnTo>
                <a:lnTo>
                  <a:pt x="3630" y="16094"/>
                </a:lnTo>
                <a:lnTo>
                  <a:pt x="4050" y="15735"/>
                </a:lnTo>
                <a:lnTo>
                  <a:pt x="4980" y="15164"/>
                </a:lnTo>
                <a:lnTo>
                  <a:pt x="5568" y="14735"/>
                </a:lnTo>
                <a:lnTo>
                  <a:pt x="6077" y="14306"/>
                </a:lnTo>
                <a:lnTo>
                  <a:pt x="6583" y="13805"/>
                </a:lnTo>
                <a:lnTo>
                  <a:pt x="6919" y="13231"/>
                </a:lnTo>
                <a:lnTo>
                  <a:pt x="7172" y="13448"/>
                </a:lnTo>
                <a:lnTo>
                  <a:pt x="7595" y="13733"/>
                </a:lnTo>
                <a:lnTo>
                  <a:pt x="8354" y="14091"/>
                </a:lnTo>
                <a:lnTo>
                  <a:pt x="9198" y="14306"/>
                </a:lnTo>
                <a:lnTo>
                  <a:pt x="10042" y="14448"/>
                </a:lnTo>
                <a:lnTo>
                  <a:pt x="10210" y="14448"/>
                </a:lnTo>
                <a:lnTo>
                  <a:pt x="10125" y="15378"/>
                </a:lnTo>
                <a:lnTo>
                  <a:pt x="10125" y="16308"/>
                </a:lnTo>
                <a:lnTo>
                  <a:pt x="10210" y="18168"/>
                </a:lnTo>
                <a:lnTo>
                  <a:pt x="9789" y="18311"/>
                </a:lnTo>
                <a:lnTo>
                  <a:pt x="9451" y="18453"/>
                </a:lnTo>
                <a:lnTo>
                  <a:pt x="9198" y="18667"/>
                </a:lnTo>
                <a:lnTo>
                  <a:pt x="9028" y="18882"/>
                </a:lnTo>
                <a:lnTo>
                  <a:pt x="8945" y="19096"/>
                </a:lnTo>
                <a:lnTo>
                  <a:pt x="8860" y="19383"/>
                </a:lnTo>
                <a:lnTo>
                  <a:pt x="8775" y="19742"/>
                </a:lnTo>
                <a:lnTo>
                  <a:pt x="8860" y="20027"/>
                </a:lnTo>
                <a:lnTo>
                  <a:pt x="9028" y="20600"/>
                </a:lnTo>
                <a:lnTo>
                  <a:pt x="9366" y="21099"/>
                </a:lnTo>
                <a:lnTo>
                  <a:pt x="9619" y="21243"/>
                </a:lnTo>
                <a:lnTo>
                  <a:pt x="9957" y="21386"/>
                </a:lnTo>
                <a:lnTo>
                  <a:pt x="10210" y="21530"/>
                </a:lnTo>
                <a:lnTo>
                  <a:pt x="10548" y="21600"/>
                </a:lnTo>
                <a:lnTo>
                  <a:pt x="11222" y="21600"/>
                </a:lnTo>
                <a:lnTo>
                  <a:pt x="11898" y="21458"/>
                </a:lnTo>
                <a:lnTo>
                  <a:pt x="12151" y="21315"/>
                </a:lnTo>
                <a:lnTo>
                  <a:pt x="12404" y="21099"/>
                </a:lnTo>
                <a:lnTo>
                  <a:pt x="12572" y="20884"/>
                </a:lnTo>
                <a:lnTo>
                  <a:pt x="12657" y="20670"/>
                </a:lnTo>
                <a:lnTo>
                  <a:pt x="12825" y="20099"/>
                </a:lnTo>
                <a:lnTo>
                  <a:pt x="12740" y="19598"/>
                </a:lnTo>
                <a:lnTo>
                  <a:pt x="12657" y="19311"/>
                </a:lnTo>
                <a:lnTo>
                  <a:pt x="12404" y="19096"/>
                </a:lnTo>
                <a:lnTo>
                  <a:pt x="12234" y="18882"/>
                </a:lnTo>
                <a:lnTo>
                  <a:pt x="11898" y="18740"/>
                </a:lnTo>
                <a:lnTo>
                  <a:pt x="11813" y="18383"/>
                </a:lnTo>
                <a:lnTo>
                  <a:pt x="11728" y="18239"/>
                </a:lnTo>
                <a:lnTo>
                  <a:pt x="11137" y="18239"/>
                </a:lnTo>
                <a:lnTo>
                  <a:pt x="11054" y="16523"/>
                </a:lnTo>
                <a:lnTo>
                  <a:pt x="11054" y="15520"/>
                </a:lnTo>
                <a:lnTo>
                  <a:pt x="10969" y="14520"/>
                </a:lnTo>
                <a:lnTo>
                  <a:pt x="11813" y="14448"/>
                </a:lnTo>
                <a:lnTo>
                  <a:pt x="12657" y="14234"/>
                </a:lnTo>
                <a:lnTo>
                  <a:pt x="13416" y="13877"/>
                </a:lnTo>
                <a:lnTo>
                  <a:pt x="14090" y="13376"/>
                </a:lnTo>
                <a:lnTo>
                  <a:pt x="14260" y="13231"/>
                </a:lnTo>
                <a:lnTo>
                  <a:pt x="14513" y="13518"/>
                </a:lnTo>
                <a:lnTo>
                  <a:pt x="14934" y="13805"/>
                </a:lnTo>
                <a:lnTo>
                  <a:pt x="15358" y="14019"/>
                </a:lnTo>
                <a:lnTo>
                  <a:pt x="15779" y="14234"/>
                </a:lnTo>
                <a:lnTo>
                  <a:pt x="16199" y="14877"/>
                </a:lnTo>
                <a:lnTo>
                  <a:pt x="16705" y="15593"/>
                </a:lnTo>
                <a:lnTo>
                  <a:pt x="17382" y="16451"/>
                </a:lnTo>
                <a:lnTo>
                  <a:pt x="17635" y="16737"/>
                </a:lnTo>
                <a:lnTo>
                  <a:pt x="17382" y="17094"/>
                </a:lnTo>
                <a:lnTo>
                  <a:pt x="17214" y="17453"/>
                </a:lnTo>
                <a:lnTo>
                  <a:pt x="17129" y="17737"/>
                </a:lnTo>
                <a:lnTo>
                  <a:pt x="17129" y="18096"/>
                </a:lnTo>
                <a:lnTo>
                  <a:pt x="17214" y="18383"/>
                </a:lnTo>
                <a:lnTo>
                  <a:pt x="17297" y="18740"/>
                </a:lnTo>
                <a:lnTo>
                  <a:pt x="17467" y="19026"/>
                </a:lnTo>
                <a:lnTo>
                  <a:pt x="17720" y="19311"/>
                </a:lnTo>
                <a:lnTo>
                  <a:pt x="18056" y="19525"/>
                </a:lnTo>
                <a:lnTo>
                  <a:pt x="18309" y="19742"/>
                </a:lnTo>
                <a:lnTo>
                  <a:pt x="18647" y="19812"/>
                </a:lnTo>
                <a:lnTo>
                  <a:pt x="18985" y="19884"/>
                </a:lnTo>
                <a:lnTo>
                  <a:pt x="19659" y="19884"/>
                </a:lnTo>
                <a:lnTo>
                  <a:pt x="19997" y="19742"/>
                </a:lnTo>
                <a:lnTo>
                  <a:pt x="20418" y="19598"/>
                </a:lnTo>
                <a:lnTo>
                  <a:pt x="20926" y="19169"/>
                </a:lnTo>
                <a:lnTo>
                  <a:pt x="21347" y="18597"/>
                </a:lnTo>
                <a:lnTo>
                  <a:pt x="21515" y="18311"/>
                </a:lnTo>
                <a:lnTo>
                  <a:pt x="21600" y="18024"/>
                </a:lnTo>
                <a:lnTo>
                  <a:pt x="21600" y="17381"/>
                </a:lnTo>
                <a:lnTo>
                  <a:pt x="21432" y="17094"/>
                </a:lnTo>
                <a:lnTo>
                  <a:pt x="21262" y="16809"/>
                </a:lnTo>
                <a:lnTo>
                  <a:pt x="21009" y="16595"/>
                </a:lnTo>
                <a:lnTo>
                  <a:pt x="20671" y="16451"/>
                </a:lnTo>
                <a:lnTo>
                  <a:pt x="20335" y="16308"/>
                </a:lnTo>
                <a:lnTo>
                  <a:pt x="19997" y="16236"/>
                </a:lnTo>
                <a:lnTo>
                  <a:pt x="19238" y="16164"/>
                </a:lnTo>
                <a:lnTo>
                  <a:pt x="18815" y="16164"/>
                </a:lnTo>
                <a:lnTo>
                  <a:pt x="18394" y="16308"/>
                </a:lnTo>
                <a:lnTo>
                  <a:pt x="18226" y="16022"/>
                </a:lnTo>
                <a:lnTo>
                  <a:pt x="17973" y="15735"/>
                </a:lnTo>
                <a:lnTo>
                  <a:pt x="17382" y="14949"/>
                </a:lnTo>
                <a:lnTo>
                  <a:pt x="16791" y="14234"/>
                </a:lnTo>
                <a:lnTo>
                  <a:pt x="16623" y="13947"/>
                </a:lnTo>
                <a:lnTo>
                  <a:pt x="16452" y="13662"/>
                </a:lnTo>
                <a:lnTo>
                  <a:pt x="16199" y="13518"/>
                </a:lnTo>
                <a:lnTo>
                  <a:pt x="15864" y="13448"/>
                </a:lnTo>
                <a:lnTo>
                  <a:pt x="15272" y="13161"/>
                </a:lnTo>
                <a:lnTo>
                  <a:pt x="14596" y="12732"/>
                </a:lnTo>
                <a:lnTo>
                  <a:pt x="15019" y="12159"/>
                </a:lnTo>
                <a:lnTo>
                  <a:pt x="15187" y="11443"/>
                </a:lnTo>
                <a:lnTo>
                  <a:pt x="15187" y="10730"/>
                </a:lnTo>
                <a:lnTo>
                  <a:pt x="15105" y="10086"/>
                </a:lnTo>
                <a:lnTo>
                  <a:pt x="14849" y="9441"/>
                </a:lnTo>
                <a:lnTo>
                  <a:pt x="14513" y="8942"/>
                </a:lnTo>
                <a:lnTo>
                  <a:pt x="14090" y="8441"/>
                </a:lnTo>
                <a:lnTo>
                  <a:pt x="13501" y="8012"/>
                </a:lnTo>
                <a:lnTo>
                  <a:pt x="12910" y="7725"/>
                </a:lnTo>
                <a:lnTo>
                  <a:pt x="12319" y="7439"/>
                </a:lnTo>
                <a:lnTo>
                  <a:pt x="11560" y="7296"/>
                </a:lnTo>
                <a:lnTo>
                  <a:pt x="10884" y="7296"/>
                </a:lnTo>
                <a:lnTo>
                  <a:pt x="10884" y="6867"/>
                </a:lnTo>
                <a:lnTo>
                  <a:pt x="10801" y="5222"/>
                </a:lnTo>
                <a:lnTo>
                  <a:pt x="10884" y="4650"/>
                </a:lnTo>
                <a:lnTo>
                  <a:pt x="10801" y="4221"/>
                </a:lnTo>
                <a:lnTo>
                  <a:pt x="10716" y="3863"/>
                </a:lnTo>
                <a:lnTo>
                  <a:pt x="11137" y="3792"/>
                </a:lnTo>
                <a:lnTo>
                  <a:pt x="11645" y="3648"/>
                </a:lnTo>
                <a:lnTo>
                  <a:pt x="12066" y="3434"/>
                </a:lnTo>
                <a:lnTo>
                  <a:pt x="12404" y="3219"/>
                </a:lnTo>
                <a:lnTo>
                  <a:pt x="12740" y="2862"/>
                </a:lnTo>
                <a:lnTo>
                  <a:pt x="12910" y="2504"/>
                </a:lnTo>
                <a:lnTo>
                  <a:pt x="13078" y="2147"/>
                </a:lnTo>
                <a:lnTo>
                  <a:pt x="13078" y="1646"/>
                </a:lnTo>
                <a:lnTo>
                  <a:pt x="12910" y="1217"/>
                </a:lnTo>
                <a:lnTo>
                  <a:pt x="12657" y="788"/>
                </a:lnTo>
                <a:lnTo>
                  <a:pt x="12572" y="501"/>
                </a:lnTo>
                <a:lnTo>
                  <a:pt x="12487" y="359"/>
                </a:lnTo>
                <a:lnTo>
                  <a:pt x="12319" y="287"/>
                </a:lnTo>
                <a:lnTo>
                  <a:pt x="11981" y="287"/>
                </a:lnTo>
                <a:lnTo>
                  <a:pt x="11645" y="214"/>
                </a:lnTo>
                <a:lnTo>
                  <a:pt x="11475" y="72"/>
                </a:lnTo>
                <a:lnTo>
                  <a:pt x="11054" y="0"/>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558" name="Google Shape;206;p3"/>
          <p:cNvSpPr/>
          <p:nvPr/>
        </p:nvSpPr>
        <p:spPr>
          <a:xfrm>
            <a:off x="5521886" y="4998047"/>
            <a:ext cx="463003" cy="1779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464" y="0"/>
                </a:moveTo>
                <a:lnTo>
                  <a:pt x="19222" y="251"/>
                </a:lnTo>
                <a:lnTo>
                  <a:pt x="19028" y="503"/>
                </a:lnTo>
                <a:lnTo>
                  <a:pt x="18882" y="758"/>
                </a:lnTo>
                <a:lnTo>
                  <a:pt x="18882" y="882"/>
                </a:lnTo>
                <a:lnTo>
                  <a:pt x="18785" y="758"/>
                </a:lnTo>
                <a:lnTo>
                  <a:pt x="18640" y="758"/>
                </a:lnTo>
                <a:lnTo>
                  <a:pt x="18542" y="1009"/>
                </a:lnTo>
                <a:lnTo>
                  <a:pt x="18494" y="1136"/>
                </a:lnTo>
                <a:lnTo>
                  <a:pt x="18494" y="1515"/>
                </a:lnTo>
                <a:lnTo>
                  <a:pt x="18542" y="1894"/>
                </a:lnTo>
                <a:lnTo>
                  <a:pt x="18591" y="2018"/>
                </a:lnTo>
                <a:lnTo>
                  <a:pt x="18687" y="2146"/>
                </a:lnTo>
                <a:lnTo>
                  <a:pt x="18979" y="2146"/>
                </a:lnTo>
                <a:lnTo>
                  <a:pt x="19222" y="1894"/>
                </a:lnTo>
                <a:lnTo>
                  <a:pt x="19464" y="1639"/>
                </a:lnTo>
                <a:lnTo>
                  <a:pt x="19708" y="1515"/>
                </a:lnTo>
                <a:lnTo>
                  <a:pt x="19804" y="1639"/>
                </a:lnTo>
                <a:lnTo>
                  <a:pt x="19853" y="1767"/>
                </a:lnTo>
                <a:lnTo>
                  <a:pt x="19804" y="2018"/>
                </a:lnTo>
                <a:lnTo>
                  <a:pt x="19755" y="2273"/>
                </a:lnTo>
                <a:lnTo>
                  <a:pt x="19513" y="3031"/>
                </a:lnTo>
                <a:lnTo>
                  <a:pt x="18687" y="5937"/>
                </a:lnTo>
                <a:lnTo>
                  <a:pt x="18687" y="6189"/>
                </a:lnTo>
                <a:lnTo>
                  <a:pt x="18640" y="6440"/>
                </a:lnTo>
                <a:lnTo>
                  <a:pt x="18687" y="6819"/>
                </a:lnTo>
                <a:lnTo>
                  <a:pt x="18833" y="7074"/>
                </a:lnTo>
                <a:lnTo>
                  <a:pt x="18979" y="7198"/>
                </a:lnTo>
                <a:lnTo>
                  <a:pt x="19610" y="7198"/>
                </a:lnTo>
                <a:lnTo>
                  <a:pt x="20192" y="7074"/>
                </a:lnTo>
                <a:lnTo>
                  <a:pt x="20872" y="6695"/>
                </a:lnTo>
                <a:lnTo>
                  <a:pt x="21212" y="6440"/>
                </a:lnTo>
                <a:lnTo>
                  <a:pt x="21503" y="6061"/>
                </a:lnTo>
                <a:lnTo>
                  <a:pt x="21600" y="5682"/>
                </a:lnTo>
                <a:lnTo>
                  <a:pt x="21600" y="5304"/>
                </a:lnTo>
                <a:lnTo>
                  <a:pt x="21552" y="5052"/>
                </a:lnTo>
                <a:lnTo>
                  <a:pt x="21454" y="4925"/>
                </a:lnTo>
                <a:lnTo>
                  <a:pt x="21358" y="4797"/>
                </a:lnTo>
                <a:lnTo>
                  <a:pt x="21114" y="4925"/>
                </a:lnTo>
                <a:lnTo>
                  <a:pt x="20872" y="5052"/>
                </a:lnTo>
                <a:lnTo>
                  <a:pt x="20338" y="5304"/>
                </a:lnTo>
                <a:lnTo>
                  <a:pt x="19610" y="5558"/>
                </a:lnTo>
                <a:lnTo>
                  <a:pt x="20192" y="3537"/>
                </a:lnTo>
                <a:lnTo>
                  <a:pt x="20338" y="2903"/>
                </a:lnTo>
                <a:lnTo>
                  <a:pt x="20484" y="2400"/>
                </a:lnTo>
                <a:lnTo>
                  <a:pt x="20532" y="1639"/>
                </a:lnTo>
                <a:lnTo>
                  <a:pt x="20532" y="1388"/>
                </a:lnTo>
                <a:lnTo>
                  <a:pt x="20484" y="1009"/>
                </a:lnTo>
                <a:lnTo>
                  <a:pt x="20338" y="630"/>
                </a:lnTo>
                <a:lnTo>
                  <a:pt x="20144" y="251"/>
                </a:lnTo>
                <a:lnTo>
                  <a:pt x="19950" y="124"/>
                </a:lnTo>
                <a:lnTo>
                  <a:pt x="19708" y="0"/>
                </a:lnTo>
                <a:close/>
                <a:moveTo>
                  <a:pt x="8738" y="9598"/>
                </a:moveTo>
                <a:lnTo>
                  <a:pt x="8154" y="9977"/>
                </a:lnTo>
                <a:lnTo>
                  <a:pt x="7377" y="10232"/>
                </a:lnTo>
                <a:lnTo>
                  <a:pt x="6990" y="10483"/>
                </a:lnTo>
                <a:lnTo>
                  <a:pt x="6602" y="10735"/>
                </a:lnTo>
                <a:lnTo>
                  <a:pt x="6553" y="10862"/>
                </a:lnTo>
                <a:lnTo>
                  <a:pt x="6456" y="11117"/>
                </a:lnTo>
                <a:lnTo>
                  <a:pt x="6456" y="11747"/>
                </a:lnTo>
                <a:lnTo>
                  <a:pt x="6504" y="11998"/>
                </a:lnTo>
                <a:lnTo>
                  <a:pt x="6602" y="12126"/>
                </a:lnTo>
                <a:lnTo>
                  <a:pt x="6698" y="12126"/>
                </a:lnTo>
                <a:lnTo>
                  <a:pt x="7426" y="11998"/>
                </a:lnTo>
                <a:lnTo>
                  <a:pt x="8154" y="11747"/>
                </a:lnTo>
                <a:lnTo>
                  <a:pt x="8785" y="11496"/>
                </a:lnTo>
                <a:lnTo>
                  <a:pt x="9076" y="11241"/>
                </a:lnTo>
                <a:lnTo>
                  <a:pt x="9222" y="10989"/>
                </a:lnTo>
                <a:lnTo>
                  <a:pt x="9320" y="10735"/>
                </a:lnTo>
                <a:lnTo>
                  <a:pt x="9320" y="10232"/>
                </a:lnTo>
                <a:lnTo>
                  <a:pt x="9271" y="9977"/>
                </a:lnTo>
                <a:lnTo>
                  <a:pt x="9125" y="9853"/>
                </a:lnTo>
                <a:lnTo>
                  <a:pt x="9029" y="9726"/>
                </a:lnTo>
                <a:lnTo>
                  <a:pt x="8738" y="9598"/>
                </a:lnTo>
                <a:close/>
                <a:moveTo>
                  <a:pt x="17863" y="6695"/>
                </a:moveTo>
                <a:lnTo>
                  <a:pt x="17572" y="6819"/>
                </a:lnTo>
                <a:lnTo>
                  <a:pt x="17281" y="6946"/>
                </a:lnTo>
                <a:lnTo>
                  <a:pt x="17037" y="7074"/>
                </a:lnTo>
                <a:lnTo>
                  <a:pt x="16795" y="7577"/>
                </a:lnTo>
                <a:lnTo>
                  <a:pt x="16601" y="7831"/>
                </a:lnTo>
                <a:lnTo>
                  <a:pt x="16455" y="8338"/>
                </a:lnTo>
                <a:lnTo>
                  <a:pt x="16261" y="9219"/>
                </a:lnTo>
                <a:lnTo>
                  <a:pt x="16115" y="10356"/>
                </a:lnTo>
                <a:lnTo>
                  <a:pt x="16115" y="12126"/>
                </a:lnTo>
                <a:lnTo>
                  <a:pt x="16164" y="12632"/>
                </a:lnTo>
                <a:lnTo>
                  <a:pt x="16261" y="13135"/>
                </a:lnTo>
                <a:lnTo>
                  <a:pt x="16358" y="13641"/>
                </a:lnTo>
                <a:lnTo>
                  <a:pt x="16504" y="14147"/>
                </a:lnTo>
                <a:lnTo>
                  <a:pt x="16650" y="14526"/>
                </a:lnTo>
                <a:lnTo>
                  <a:pt x="16843" y="14778"/>
                </a:lnTo>
                <a:lnTo>
                  <a:pt x="17037" y="15033"/>
                </a:lnTo>
                <a:lnTo>
                  <a:pt x="17183" y="15157"/>
                </a:lnTo>
                <a:lnTo>
                  <a:pt x="17328" y="15157"/>
                </a:lnTo>
                <a:lnTo>
                  <a:pt x="17669" y="14905"/>
                </a:lnTo>
                <a:lnTo>
                  <a:pt x="18203" y="14275"/>
                </a:lnTo>
                <a:lnTo>
                  <a:pt x="18785" y="13769"/>
                </a:lnTo>
                <a:lnTo>
                  <a:pt x="19076" y="13262"/>
                </a:lnTo>
                <a:lnTo>
                  <a:pt x="19271" y="12756"/>
                </a:lnTo>
                <a:lnTo>
                  <a:pt x="19319" y="12505"/>
                </a:lnTo>
                <a:lnTo>
                  <a:pt x="19271" y="12253"/>
                </a:lnTo>
                <a:lnTo>
                  <a:pt x="19222" y="11998"/>
                </a:lnTo>
                <a:lnTo>
                  <a:pt x="19124" y="11874"/>
                </a:lnTo>
                <a:lnTo>
                  <a:pt x="18979" y="11747"/>
                </a:lnTo>
                <a:lnTo>
                  <a:pt x="18785" y="11874"/>
                </a:lnTo>
                <a:lnTo>
                  <a:pt x="18445" y="12126"/>
                </a:lnTo>
                <a:lnTo>
                  <a:pt x="17765" y="12884"/>
                </a:lnTo>
                <a:lnTo>
                  <a:pt x="17572" y="13135"/>
                </a:lnTo>
                <a:lnTo>
                  <a:pt x="17377" y="13262"/>
                </a:lnTo>
                <a:lnTo>
                  <a:pt x="17183" y="13262"/>
                </a:lnTo>
                <a:lnTo>
                  <a:pt x="16988" y="13011"/>
                </a:lnTo>
                <a:lnTo>
                  <a:pt x="16892" y="12632"/>
                </a:lnTo>
                <a:lnTo>
                  <a:pt x="16843" y="12253"/>
                </a:lnTo>
                <a:lnTo>
                  <a:pt x="16746" y="11496"/>
                </a:lnTo>
                <a:lnTo>
                  <a:pt x="16746" y="10735"/>
                </a:lnTo>
                <a:lnTo>
                  <a:pt x="16843" y="9977"/>
                </a:lnTo>
                <a:lnTo>
                  <a:pt x="16988" y="9347"/>
                </a:lnTo>
                <a:lnTo>
                  <a:pt x="17183" y="8716"/>
                </a:lnTo>
                <a:lnTo>
                  <a:pt x="17377" y="8462"/>
                </a:lnTo>
                <a:lnTo>
                  <a:pt x="17572" y="8338"/>
                </a:lnTo>
                <a:lnTo>
                  <a:pt x="18009" y="8210"/>
                </a:lnTo>
                <a:lnTo>
                  <a:pt x="18445" y="8083"/>
                </a:lnTo>
                <a:lnTo>
                  <a:pt x="18931" y="8083"/>
                </a:lnTo>
                <a:lnTo>
                  <a:pt x="18931" y="7704"/>
                </a:lnTo>
                <a:lnTo>
                  <a:pt x="18687" y="7325"/>
                </a:lnTo>
                <a:lnTo>
                  <a:pt x="18396" y="7074"/>
                </a:lnTo>
                <a:lnTo>
                  <a:pt x="18154" y="6819"/>
                </a:lnTo>
                <a:lnTo>
                  <a:pt x="17863" y="6695"/>
                </a:lnTo>
                <a:close/>
                <a:moveTo>
                  <a:pt x="8980" y="14399"/>
                </a:moveTo>
                <a:lnTo>
                  <a:pt x="8398" y="14778"/>
                </a:lnTo>
                <a:lnTo>
                  <a:pt x="7815" y="15033"/>
                </a:lnTo>
                <a:lnTo>
                  <a:pt x="7232" y="15284"/>
                </a:lnTo>
                <a:lnTo>
                  <a:pt x="6698" y="15663"/>
                </a:lnTo>
                <a:lnTo>
                  <a:pt x="6602" y="15914"/>
                </a:lnTo>
                <a:lnTo>
                  <a:pt x="6553" y="16169"/>
                </a:lnTo>
                <a:lnTo>
                  <a:pt x="6553" y="16548"/>
                </a:lnTo>
                <a:lnTo>
                  <a:pt x="6698" y="16675"/>
                </a:lnTo>
                <a:lnTo>
                  <a:pt x="6990" y="16799"/>
                </a:lnTo>
                <a:lnTo>
                  <a:pt x="7912" y="16799"/>
                </a:lnTo>
                <a:lnTo>
                  <a:pt x="8543" y="16420"/>
                </a:lnTo>
                <a:lnTo>
                  <a:pt x="9125" y="16042"/>
                </a:lnTo>
                <a:lnTo>
                  <a:pt x="9222" y="15914"/>
                </a:lnTo>
                <a:lnTo>
                  <a:pt x="9320" y="15790"/>
                </a:lnTo>
                <a:lnTo>
                  <a:pt x="9368" y="15535"/>
                </a:lnTo>
                <a:lnTo>
                  <a:pt x="9417" y="15284"/>
                </a:lnTo>
                <a:lnTo>
                  <a:pt x="9368" y="14778"/>
                </a:lnTo>
                <a:lnTo>
                  <a:pt x="9271" y="14526"/>
                </a:lnTo>
                <a:lnTo>
                  <a:pt x="9174" y="14399"/>
                </a:lnTo>
                <a:close/>
                <a:moveTo>
                  <a:pt x="14659" y="7074"/>
                </a:moveTo>
                <a:lnTo>
                  <a:pt x="14270" y="7198"/>
                </a:lnTo>
                <a:lnTo>
                  <a:pt x="13979" y="7453"/>
                </a:lnTo>
                <a:lnTo>
                  <a:pt x="13737" y="7955"/>
                </a:lnTo>
                <a:lnTo>
                  <a:pt x="13543" y="8589"/>
                </a:lnTo>
                <a:lnTo>
                  <a:pt x="13494" y="8210"/>
                </a:lnTo>
                <a:lnTo>
                  <a:pt x="13348" y="8083"/>
                </a:lnTo>
                <a:lnTo>
                  <a:pt x="13155" y="7955"/>
                </a:lnTo>
                <a:lnTo>
                  <a:pt x="12717" y="7955"/>
                </a:lnTo>
                <a:lnTo>
                  <a:pt x="12571" y="8083"/>
                </a:lnTo>
                <a:lnTo>
                  <a:pt x="12183" y="8589"/>
                </a:lnTo>
                <a:lnTo>
                  <a:pt x="11892" y="9219"/>
                </a:lnTo>
                <a:lnTo>
                  <a:pt x="11843" y="8840"/>
                </a:lnTo>
                <a:lnTo>
                  <a:pt x="11796" y="8716"/>
                </a:lnTo>
                <a:lnTo>
                  <a:pt x="11747" y="8716"/>
                </a:lnTo>
                <a:lnTo>
                  <a:pt x="11649" y="8840"/>
                </a:lnTo>
                <a:lnTo>
                  <a:pt x="11552" y="9474"/>
                </a:lnTo>
                <a:lnTo>
                  <a:pt x="11456" y="10104"/>
                </a:lnTo>
                <a:lnTo>
                  <a:pt x="11407" y="11496"/>
                </a:lnTo>
                <a:lnTo>
                  <a:pt x="11358" y="12756"/>
                </a:lnTo>
                <a:lnTo>
                  <a:pt x="11407" y="14020"/>
                </a:lnTo>
                <a:lnTo>
                  <a:pt x="11503" y="15284"/>
                </a:lnTo>
                <a:lnTo>
                  <a:pt x="11601" y="16548"/>
                </a:lnTo>
                <a:lnTo>
                  <a:pt x="11649" y="16799"/>
                </a:lnTo>
                <a:lnTo>
                  <a:pt x="11747" y="17054"/>
                </a:lnTo>
                <a:lnTo>
                  <a:pt x="11843" y="17178"/>
                </a:lnTo>
                <a:lnTo>
                  <a:pt x="11989" y="17054"/>
                </a:lnTo>
                <a:lnTo>
                  <a:pt x="12087" y="16927"/>
                </a:lnTo>
                <a:lnTo>
                  <a:pt x="12183" y="16799"/>
                </a:lnTo>
                <a:lnTo>
                  <a:pt x="12232" y="16420"/>
                </a:lnTo>
                <a:lnTo>
                  <a:pt x="12183" y="16042"/>
                </a:lnTo>
                <a:lnTo>
                  <a:pt x="12087" y="14399"/>
                </a:lnTo>
                <a:lnTo>
                  <a:pt x="12038" y="12632"/>
                </a:lnTo>
                <a:lnTo>
                  <a:pt x="12087" y="11496"/>
                </a:lnTo>
                <a:lnTo>
                  <a:pt x="12183" y="10735"/>
                </a:lnTo>
                <a:lnTo>
                  <a:pt x="12426" y="10232"/>
                </a:lnTo>
                <a:lnTo>
                  <a:pt x="12669" y="9726"/>
                </a:lnTo>
                <a:lnTo>
                  <a:pt x="12960" y="9598"/>
                </a:lnTo>
                <a:lnTo>
                  <a:pt x="13057" y="14020"/>
                </a:lnTo>
                <a:lnTo>
                  <a:pt x="13106" y="14275"/>
                </a:lnTo>
                <a:lnTo>
                  <a:pt x="13155" y="14526"/>
                </a:lnTo>
                <a:lnTo>
                  <a:pt x="13251" y="14778"/>
                </a:lnTo>
                <a:lnTo>
                  <a:pt x="13397" y="14778"/>
                </a:lnTo>
                <a:lnTo>
                  <a:pt x="13494" y="14905"/>
                </a:lnTo>
                <a:lnTo>
                  <a:pt x="13591" y="14778"/>
                </a:lnTo>
                <a:lnTo>
                  <a:pt x="13639" y="14526"/>
                </a:lnTo>
                <a:lnTo>
                  <a:pt x="13688" y="14275"/>
                </a:lnTo>
                <a:lnTo>
                  <a:pt x="13834" y="12253"/>
                </a:lnTo>
                <a:lnTo>
                  <a:pt x="13979" y="10356"/>
                </a:lnTo>
                <a:lnTo>
                  <a:pt x="14028" y="9853"/>
                </a:lnTo>
                <a:lnTo>
                  <a:pt x="14125" y="9474"/>
                </a:lnTo>
                <a:lnTo>
                  <a:pt x="14270" y="9095"/>
                </a:lnTo>
                <a:lnTo>
                  <a:pt x="14416" y="8840"/>
                </a:lnTo>
                <a:lnTo>
                  <a:pt x="14659" y="8840"/>
                </a:lnTo>
                <a:lnTo>
                  <a:pt x="14707" y="9095"/>
                </a:lnTo>
                <a:lnTo>
                  <a:pt x="14707" y="9853"/>
                </a:lnTo>
                <a:lnTo>
                  <a:pt x="14805" y="11874"/>
                </a:lnTo>
                <a:lnTo>
                  <a:pt x="14950" y="13896"/>
                </a:lnTo>
                <a:lnTo>
                  <a:pt x="15047" y="14654"/>
                </a:lnTo>
                <a:lnTo>
                  <a:pt x="15145" y="15535"/>
                </a:lnTo>
                <a:lnTo>
                  <a:pt x="15291" y="16293"/>
                </a:lnTo>
                <a:lnTo>
                  <a:pt x="15387" y="16548"/>
                </a:lnTo>
                <a:lnTo>
                  <a:pt x="15533" y="16675"/>
                </a:lnTo>
                <a:lnTo>
                  <a:pt x="15678" y="16675"/>
                </a:lnTo>
                <a:lnTo>
                  <a:pt x="15775" y="16548"/>
                </a:lnTo>
                <a:lnTo>
                  <a:pt x="15873" y="16420"/>
                </a:lnTo>
                <a:lnTo>
                  <a:pt x="15920" y="16169"/>
                </a:lnTo>
                <a:lnTo>
                  <a:pt x="15969" y="15790"/>
                </a:lnTo>
                <a:lnTo>
                  <a:pt x="15873" y="15411"/>
                </a:lnTo>
                <a:lnTo>
                  <a:pt x="15775" y="15157"/>
                </a:lnTo>
                <a:lnTo>
                  <a:pt x="15727" y="14654"/>
                </a:lnTo>
                <a:lnTo>
                  <a:pt x="15629" y="14020"/>
                </a:lnTo>
                <a:lnTo>
                  <a:pt x="15582" y="13011"/>
                </a:lnTo>
                <a:lnTo>
                  <a:pt x="15436" y="11496"/>
                </a:lnTo>
                <a:lnTo>
                  <a:pt x="15387" y="9853"/>
                </a:lnTo>
                <a:lnTo>
                  <a:pt x="15387" y="8716"/>
                </a:lnTo>
                <a:lnTo>
                  <a:pt x="15338" y="8210"/>
                </a:lnTo>
                <a:lnTo>
                  <a:pt x="15193" y="7831"/>
                </a:lnTo>
                <a:lnTo>
                  <a:pt x="14950" y="7325"/>
                </a:lnTo>
                <a:lnTo>
                  <a:pt x="14805" y="7198"/>
                </a:lnTo>
                <a:lnTo>
                  <a:pt x="14659" y="7074"/>
                </a:lnTo>
                <a:close/>
                <a:moveTo>
                  <a:pt x="3591" y="3916"/>
                </a:moveTo>
                <a:lnTo>
                  <a:pt x="3398" y="4040"/>
                </a:lnTo>
                <a:lnTo>
                  <a:pt x="3204" y="4418"/>
                </a:lnTo>
                <a:lnTo>
                  <a:pt x="3155" y="4673"/>
                </a:lnTo>
                <a:lnTo>
                  <a:pt x="2864" y="4418"/>
                </a:lnTo>
                <a:lnTo>
                  <a:pt x="2330" y="4418"/>
                </a:lnTo>
                <a:lnTo>
                  <a:pt x="2039" y="4673"/>
                </a:lnTo>
                <a:lnTo>
                  <a:pt x="1019" y="5176"/>
                </a:lnTo>
                <a:lnTo>
                  <a:pt x="486" y="5682"/>
                </a:lnTo>
                <a:lnTo>
                  <a:pt x="242" y="5937"/>
                </a:lnTo>
                <a:lnTo>
                  <a:pt x="49" y="6316"/>
                </a:lnTo>
                <a:lnTo>
                  <a:pt x="0" y="6567"/>
                </a:lnTo>
                <a:lnTo>
                  <a:pt x="0" y="6819"/>
                </a:lnTo>
                <a:lnTo>
                  <a:pt x="49" y="6946"/>
                </a:lnTo>
                <a:lnTo>
                  <a:pt x="146" y="7074"/>
                </a:lnTo>
                <a:lnTo>
                  <a:pt x="97" y="8083"/>
                </a:lnTo>
                <a:lnTo>
                  <a:pt x="97" y="12756"/>
                </a:lnTo>
                <a:lnTo>
                  <a:pt x="146" y="16675"/>
                </a:lnTo>
                <a:lnTo>
                  <a:pt x="195" y="20591"/>
                </a:lnTo>
                <a:lnTo>
                  <a:pt x="242" y="20970"/>
                </a:lnTo>
                <a:lnTo>
                  <a:pt x="388" y="21349"/>
                </a:lnTo>
                <a:lnTo>
                  <a:pt x="533" y="21473"/>
                </a:lnTo>
                <a:lnTo>
                  <a:pt x="679" y="21349"/>
                </a:lnTo>
                <a:lnTo>
                  <a:pt x="824" y="21473"/>
                </a:lnTo>
                <a:lnTo>
                  <a:pt x="1117" y="21600"/>
                </a:lnTo>
                <a:lnTo>
                  <a:pt x="1359" y="21473"/>
                </a:lnTo>
                <a:lnTo>
                  <a:pt x="1845" y="21221"/>
                </a:lnTo>
                <a:lnTo>
                  <a:pt x="3155" y="20591"/>
                </a:lnTo>
                <a:lnTo>
                  <a:pt x="3446" y="20464"/>
                </a:lnTo>
                <a:lnTo>
                  <a:pt x="3640" y="20336"/>
                </a:lnTo>
                <a:lnTo>
                  <a:pt x="3835" y="20085"/>
                </a:lnTo>
                <a:lnTo>
                  <a:pt x="3931" y="19578"/>
                </a:lnTo>
                <a:lnTo>
                  <a:pt x="3931" y="19200"/>
                </a:lnTo>
                <a:lnTo>
                  <a:pt x="3883" y="18948"/>
                </a:lnTo>
                <a:lnTo>
                  <a:pt x="3737" y="18693"/>
                </a:lnTo>
                <a:lnTo>
                  <a:pt x="3544" y="18569"/>
                </a:lnTo>
                <a:lnTo>
                  <a:pt x="3349" y="18569"/>
                </a:lnTo>
                <a:lnTo>
                  <a:pt x="3155" y="18693"/>
                </a:lnTo>
                <a:lnTo>
                  <a:pt x="2718" y="18948"/>
                </a:lnTo>
                <a:lnTo>
                  <a:pt x="2330" y="19200"/>
                </a:lnTo>
                <a:lnTo>
                  <a:pt x="1359" y="19706"/>
                </a:lnTo>
                <a:lnTo>
                  <a:pt x="922" y="19957"/>
                </a:lnTo>
                <a:lnTo>
                  <a:pt x="873" y="17054"/>
                </a:lnTo>
                <a:lnTo>
                  <a:pt x="824" y="14147"/>
                </a:lnTo>
                <a:lnTo>
                  <a:pt x="1117" y="14147"/>
                </a:lnTo>
                <a:lnTo>
                  <a:pt x="1359" y="14020"/>
                </a:lnTo>
                <a:lnTo>
                  <a:pt x="1892" y="13641"/>
                </a:lnTo>
                <a:lnTo>
                  <a:pt x="3253" y="12884"/>
                </a:lnTo>
                <a:lnTo>
                  <a:pt x="3300" y="13011"/>
                </a:lnTo>
                <a:lnTo>
                  <a:pt x="3446" y="13011"/>
                </a:lnTo>
                <a:lnTo>
                  <a:pt x="3544" y="12884"/>
                </a:lnTo>
                <a:lnTo>
                  <a:pt x="3640" y="12756"/>
                </a:lnTo>
                <a:lnTo>
                  <a:pt x="3689" y="12632"/>
                </a:lnTo>
                <a:lnTo>
                  <a:pt x="3786" y="12253"/>
                </a:lnTo>
                <a:lnTo>
                  <a:pt x="3835" y="11998"/>
                </a:lnTo>
                <a:lnTo>
                  <a:pt x="3835" y="11747"/>
                </a:lnTo>
                <a:lnTo>
                  <a:pt x="3786" y="11496"/>
                </a:lnTo>
                <a:lnTo>
                  <a:pt x="3737" y="11241"/>
                </a:lnTo>
                <a:lnTo>
                  <a:pt x="3591" y="10862"/>
                </a:lnTo>
                <a:lnTo>
                  <a:pt x="3349" y="10862"/>
                </a:lnTo>
                <a:lnTo>
                  <a:pt x="1892" y="11874"/>
                </a:lnTo>
                <a:lnTo>
                  <a:pt x="1359" y="12126"/>
                </a:lnTo>
                <a:lnTo>
                  <a:pt x="1068" y="12377"/>
                </a:lnTo>
                <a:lnTo>
                  <a:pt x="824" y="12505"/>
                </a:lnTo>
                <a:lnTo>
                  <a:pt x="777" y="9598"/>
                </a:lnTo>
                <a:lnTo>
                  <a:pt x="777" y="8462"/>
                </a:lnTo>
                <a:lnTo>
                  <a:pt x="728" y="7198"/>
                </a:lnTo>
                <a:lnTo>
                  <a:pt x="1408" y="6819"/>
                </a:lnTo>
                <a:lnTo>
                  <a:pt x="2136" y="6316"/>
                </a:lnTo>
                <a:lnTo>
                  <a:pt x="2378" y="6189"/>
                </a:lnTo>
                <a:lnTo>
                  <a:pt x="2718" y="6189"/>
                </a:lnTo>
                <a:lnTo>
                  <a:pt x="2864" y="6440"/>
                </a:lnTo>
                <a:lnTo>
                  <a:pt x="2960" y="6567"/>
                </a:lnTo>
                <a:lnTo>
                  <a:pt x="3058" y="6695"/>
                </a:lnTo>
                <a:lnTo>
                  <a:pt x="3204" y="6695"/>
                </a:lnTo>
                <a:lnTo>
                  <a:pt x="3300" y="6567"/>
                </a:lnTo>
                <a:lnTo>
                  <a:pt x="3980" y="5682"/>
                </a:lnTo>
                <a:lnTo>
                  <a:pt x="4077" y="5558"/>
                </a:lnTo>
                <a:lnTo>
                  <a:pt x="4126" y="5431"/>
                </a:lnTo>
                <a:lnTo>
                  <a:pt x="4175" y="4925"/>
                </a:lnTo>
                <a:lnTo>
                  <a:pt x="4126" y="4418"/>
                </a:lnTo>
                <a:lnTo>
                  <a:pt x="4077" y="4295"/>
                </a:lnTo>
                <a:lnTo>
                  <a:pt x="3980" y="4040"/>
                </a:lnTo>
                <a:lnTo>
                  <a:pt x="3786" y="3916"/>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559" name="Google Shape;207;p3"/>
          <p:cNvSpPr/>
          <p:nvPr/>
        </p:nvSpPr>
        <p:spPr>
          <a:xfrm>
            <a:off x="8052600" y="4825288"/>
            <a:ext cx="589936" cy="4141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676" y="651"/>
                </a:moveTo>
                <a:lnTo>
                  <a:pt x="5867" y="706"/>
                </a:lnTo>
                <a:lnTo>
                  <a:pt x="5791" y="706"/>
                </a:lnTo>
                <a:lnTo>
                  <a:pt x="5676" y="651"/>
                </a:lnTo>
                <a:close/>
                <a:moveTo>
                  <a:pt x="5029" y="706"/>
                </a:moveTo>
                <a:lnTo>
                  <a:pt x="4990" y="759"/>
                </a:lnTo>
                <a:lnTo>
                  <a:pt x="4762" y="814"/>
                </a:lnTo>
                <a:lnTo>
                  <a:pt x="5029" y="706"/>
                </a:lnTo>
                <a:close/>
                <a:moveTo>
                  <a:pt x="5371" y="1194"/>
                </a:moveTo>
                <a:lnTo>
                  <a:pt x="5410" y="1247"/>
                </a:lnTo>
                <a:lnTo>
                  <a:pt x="5447" y="1357"/>
                </a:lnTo>
                <a:lnTo>
                  <a:pt x="5561" y="1465"/>
                </a:lnTo>
                <a:lnTo>
                  <a:pt x="5714" y="1520"/>
                </a:lnTo>
                <a:lnTo>
                  <a:pt x="5981" y="1520"/>
                </a:lnTo>
                <a:lnTo>
                  <a:pt x="6095" y="1465"/>
                </a:lnTo>
                <a:lnTo>
                  <a:pt x="6210" y="1465"/>
                </a:lnTo>
                <a:lnTo>
                  <a:pt x="6248" y="1520"/>
                </a:lnTo>
                <a:lnTo>
                  <a:pt x="6285" y="1628"/>
                </a:lnTo>
                <a:lnTo>
                  <a:pt x="6400" y="2116"/>
                </a:lnTo>
                <a:lnTo>
                  <a:pt x="6400" y="2551"/>
                </a:lnTo>
                <a:lnTo>
                  <a:pt x="6362" y="3039"/>
                </a:lnTo>
                <a:lnTo>
                  <a:pt x="6285" y="3473"/>
                </a:lnTo>
                <a:lnTo>
                  <a:pt x="6210" y="3745"/>
                </a:lnTo>
                <a:lnTo>
                  <a:pt x="6134" y="4016"/>
                </a:lnTo>
                <a:lnTo>
                  <a:pt x="5867" y="4450"/>
                </a:lnTo>
                <a:lnTo>
                  <a:pt x="5600" y="4776"/>
                </a:lnTo>
                <a:lnTo>
                  <a:pt x="5257" y="5047"/>
                </a:lnTo>
                <a:lnTo>
                  <a:pt x="5257" y="4884"/>
                </a:lnTo>
                <a:lnTo>
                  <a:pt x="5219" y="4829"/>
                </a:lnTo>
                <a:lnTo>
                  <a:pt x="5143" y="4776"/>
                </a:lnTo>
                <a:lnTo>
                  <a:pt x="5067" y="4776"/>
                </a:lnTo>
                <a:lnTo>
                  <a:pt x="5257" y="4125"/>
                </a:lnTo>
                <a:lnTo>
                  <a:pt x="5257" y="4016"/>
                </a:lnTo>
                <a:lnTo>
                  <a:pt x="5181" y="3962"/>
                </a:lnTo>
                <a:lnTo>
                  <a:pt x="5143" y="3962"/>
                </a:lnTo>
                <a:lnTo>
                  <a:pt x="5067" y="4016"/>
                </a:lnTo>
                <a:lnTo>
                  <a:pt x="4723" y="4776"/>
                </a:lnTo>
                <a:lnTo>
                  <a:pt x="4495" y="5264"/>
                </a:lnTo>
                <a:lnTo>
                  <a:pt x="4266" y="5210"/>
                </a:lnTo>
                <a:lnTo>
                  <a:pt x="4001" y="5156"/>
                </a:lnTo>
                <a:lnTo>
                  <a:pt x="3848" y="5101"/>
                </a:lnTo>
                <a:lnTo>
                  <a:pt x="4152" y="4721"/>
                </a:lnTo>
                <a:lnTo>
                  <a:pt x="4762" y="3908"/>
                </a:lnTo>
                <a:lnTo>
                  <a:pt x="4762" y="3690"/>
                </a:lnTo>
                <a:lnTo>
                  <a:pt x="4686" y="3635"/>
                </a:lnTo>
                <a:lnTo>
                  <a:pt x="4609" y="3635"/>
                </a:lnTo>
                <a:lnTo>
                  <a:pt x="3619" y="4613"/>
                </a:lnTo>
                <a:lnTo>
                  <a:pt x="3428" y="4829"/>
                </a:lnTo>
                <a:lnTo>
                  <a:pt x="3352" y="4721"/>
                </a:lnTo>
                <a:lnTo>
                  <a:pt x="3391" y="4559"/>
                </a:lnTo>
                <a:lnTo>
                  <a:pt x="3428" y="4450"/>
                </a:lnTo>
                <a:lnTo>
                  <a:pt x="3391" y="4341"/>
                </a:lnTo>
                <a:lnTo>
                  <a:pt x="3352" y="4288"/>
                </a:lnTo>
                <a:lnTo>
                  <a:pt x="3467" y="4341"/>
                </a:lnTo>
                <a:lnTo>
                  <a:pt x="3809" y="4070"/>
                </a:lnTo>
                <a:lnTo>
                  <a:pt x="4914" y="3039"/>
                </a:lnTo>
                <a:lnTo>
                  <a:pt x="4953" y="2931"/>
                </a:lnTo>
                <a:lnTo>
                  <a:pt x="4953" y="2876"/>
                </a:lnTo>
                <a:lnTo>
                  <a:pt x="4914" y="2768"/>
                </a:lnTo>
                <a:lnTo>
                  <a:pt x="4839" y="2768"/>
                </a:lnTo>
                <a:lnTo>
                  <a:pt x="4495" y="2931"/>
                </a:lnTo>
                <a:lnTo>
                  <a:pt x="3962" y="3256"/>
                </a:lnTo>
                <a:lnTo>
                  <a:pt x="3428" y="3635"/>
                </a:lnTo>
                <a:lnTo>
                  <a:pt x="3200" y="3908"/>
                </a:lnTo>
                <a:lnTo>
                  <a:pt x="3047" y="4125"/>
                </a:lnTo>
                <a:lnTo>
                  <a:pt x="3010" y="3853"/>
                </a:lnTo>
                <a:lnTo>
                  <a:pt x="3010" y="3635"/>
                </a:lnTo>
                <a:lnTo>
                  <a:pt x="3200" y="3527"/>
                </a:lnTo>
                <a:lnTo>
                  <a:pt x="3391" y="3310"/>
                </a:lnTo>
                <a:lnTo>
                  <a:pt x="3771" y="2984"/>
                </a:lnTo>
                <a:lnTo>
                  <a:pt x="4266" y="2551"/>
                </a:lnTo>
                <a:lnTo>
                  <a:pt x="4762" y="2225"/>
                </a:lnTo>
                <a:lnTo>
                  <a:pt x="4839" y="2116"/>
                </a:lnTo>
                <a:lnTo>
                  <a:pt x="4839" y="2008"/>
                </a:lnTo>
                <a:lnTo>
                  <a:pt x="4762" y="1953"/>
                </a:lnTo>
                <a:lnTo>
                  <a:pt x="4686" y="1900"/>
                </a:lnTo>
                <a:lnTo>
                  <a:pt x="4419" y="2008"/>
                </a:lnTo>
                <a:lnTo>
                  <a:pt x="4115" y="2116"/>
                </a:lnTo>
                <a:lnTo>
                  <a:pt x="3848" y="2225"/>
                </a:lnTo>
                <a:lnTo>
                  <a:pt x="3581" y="2441"/>
                </a:lnTo>
                <a:lnTo>
                  <a:pt x="3277" y="2659"/>
                </a:lnTo>
                <a:lnTo>
                  <a:pt x="3428" y="2333"/>
                </a:lnTo>
                <a:lnTo>
                  <a:pt x="3619" y="2008"/>
                </a:lnTo>
                <a:lnTo>
                  <a:pt x="3924" y="1790"/>
                </a:lnTo>
                <a:lnTo>
                  <a:pt x="4266" y="1574"/>
                </a:lnTo>
                <a:lnTo>
                  <a:pt x="4914" y="1247"/>
                </a:lnTo>
                <a:lnTo>
                  <a:pt x="4953" y="1357"/>
                </a:lnTo>
                <a:lnTo>
                  <a:pt x="5029" y="1465"/>
                </a:lnTo>
                <a:lnTo>
                  <a:pt x="5105" y="1465"/>
                </a:lnTo>
                <a:lnTo>
                  <a:pt x="5181" y="1520"/>
                </a:lnTo>
                <a:lnTo>
                  <a:pt x="5257" y="1465"/>
                </a:lnTo>
                <a:lnTo>
                  <a:pt x="5296" y="1411"/>
                </a:lnTo>
                <a:lnTo>
                  <a:pt x="5371" y="1302"/>
                </a:lnTo>
                <a:lnTo>
                  <a:pt x="5371" y="1194"/>
                </a:lnTo>
                <a:close/>
                <a:moveTo>
                  <a:pt x="10019" y="4884"/>
                </a:moveTo>
                <a:lnTo>
                  <a:pt x="10286" y="4992"/>
                </a:lnTo>
                <a:lnTo>
                  <a:pt x="10286" y="5047"/>
                </a:lnTo>
                <a:lnTo>
                  <a:pt x="10514" y="5372"/>
                </a:lnTo>
                <a:lnTo>
                  <a:pt x="10704" y="5753"/>
                </a:lnTo>
                <a:lnTo>
                  <a:pt x="10553" y="5970"/>
                </a:lnTo>
                <a:lnTo>
                  <a:pt x="10362" y="6186"/>
                </a:lnTo>
                <a:lnTo>
                  <a:pt x="10172" y="6350"/>
                </a:lnTo>
                <a:lnTo>
                  <a:pt x="9982" y="6404"/>
                </a:lnTo>
                <a:lnTo>
                  <a:pt x="9866" y="6350"/>
                </a:lnTo>
                <a:lnTo>
                  <a:pt x="9791" y="6295"/>
                </a:lnTo>
                <a:lnTo>
                  <a:pt x="9866" y="6133"/>
                </a:lnTo>
                <a:lnTo>
                  <a:pt x="9866" y="6023"/>
                </a:lnTo>
                <a:lnTo>
                  <a:pt x="9829" y="5915"/>
                </a:lnTo>
                <a:lnTo>
                  <a:pt x="9752" y="5807"/>
                </a:lnTo>
                <a:lnTo>
                  <a:pt x="9600" y="5807"/>
                </a:lnTo>
                <a:lnTo>
                  <a:pt x="9829" y="5644"/>
                </a:lnTo>
                <a:lnTo>
                  <a:pt x="9866" y="5590"/>
                </a:lnTo>
                <a:lnTo>
                  <a:pt x="9905" y="5535"/>
                </a:lnTo>
                <a:lnTo>
                  <a:pt x="9905" y="5372"/>
                </a:lnTo>
                <a:lnTo>
                  <a:pt x="9829" y="5264"/>
                </a:lnTo>
                <a:lnTo>
                  <a:pt x="9752" y="5210"/>
                </a:lnTo>
                <a:lnTo>
                  <a:pt x="9715" y="5210"/>
                </a:lnTo>
                <a:lnTo>
                  <a:pt x="9409" y="5372"/>
                </a:lnTo>
                <a:lnTo>
                  <a:pt x="9562" y="4992"/>
                </a:lnTo>
                <a:lnTo>
                  <a:pt x="9638" y="5047"/>
                </a:lnTo>
                <a:lnTo>
                  <a:pt x="9715" y="5047"/>
                </a:lnTo>
                <a:lnTo>
                  <a:pt x="9866" y="4992"/>
                </a:lnTo>
                <a:lnTo>
                  <a:pt x="10019" y="4884"/>
                </a:lnTo>
                <a:close/>
                <a:moveTo>
                  <a:pt x="1562" y="6404"/>
                </a:moveTo>
                <a:lnTo>
                  <a:pt x="1676" y="6458"/>
                </a:lnTo>
                <a:lnTo>
                  <a:pt x="1790" y="6566"/>
                </a:lnTo>
                <a:lnTo>
                  <a:pt x="1943" y="6784"/>
                </a:lnTo>
                <a:lnTo>
                  <a:pt x="1981" y="7055"/>
                </a:lnTo>
                <a:lnTo>
                  <a:pt x="2019" y="7272"/>
                </a:lnTo>
                <a:lnTo>
                  <a:pt x="1981" y="7544"/>
                </a:lnTo>
                <a:lnTo>
                  <a:pt x="1943" y="7760"/>
                </a:lnTo>
                <a:lnTo>
                  <a:pt x="1829" y="7978"/>
                </a:lnTo>
                <a:lnTo>
                  <a:pt x="1676" y="8141"/>
                </a:lnTo>
                <a:lnTo>
                  <a:pt x="1524" y="8249"/>
                </a:lnTo>
                <a:lnTo>
                  <a:pt x="1486" y="8032"/>
                </a:lnTo>
                <a:lnTo>
                  <a:pt x="1486" y="7707"/>
                </a:lnTo>
                <a:lnTo>
                  <a:pt x="1448" y="7598"/>
                </a:lnTo>
                <a:lnTo>
                  <a:pt x="1448" y="7489"/>
                </a:lnTo>
                <a:lnTo>
                  <a:pt x="1371" y="7380"/>
                </a:lnTo>
                <a:lnTo>
                  <a:pt x="1334" y="7327"/>
                </a:lnTo>
                <a:lnTo>
                  <a:pt x="1219" y="7380"/>
                </a:lnTo>
                <a:lnTo>
                  <a:pt x="1067" y="7489"/>
                </a:lnTo>
                <a:lnTo>
                  <a:pt x="1181" y="7380"/>
                </a:lnTo>
                <a:lnTo>
                  <a:pt x="1371" y="7217"/>
                </a:lnTo>
                <a:lnTo>
                  <a:pt x="1524" y="7055"/>
                </a:lnTo>
                <a:lnTo>
                  <a:pt x="1600" y="6947"/>
                </a:lnTo>
                <a:lnTo>
                  <a:pt x="1562" y="6838"/>
                </a:lnTo>
                <a:lnTo>
                  <a:pt x="1524" y="6729"/>
                </a:lnTo>
                <a:lnTo>
                  <a:pt x="1448" y="6676"/>
                </a:lnTo>
                <a:lnTo>
                  <a:pt x="1486" y="6621"/>
                </a:lnTo>
                <a:lnTo>
                  <a:pt x="1524" y="6566"/>
                </a:lnTo>
                <a:lnTo>
                  <a:pt x="1524" y="6513"/>
                </a:lnTo>
                <a:lnTo>
                  <a:pt x="1486" y="6404"/>
                </a:lnTo>
                <a:close/>
                <a:moveTo>
                  <a:pt x="1181" y="8249"/>
                </a:moveTo>
                <a:lnTo>
                  <a:pt x="1181" y="8358"/>
                </a:lnTo>
                <a:lnTo>
                  <a:pt x="1067" y="8303"/>
                </a:lnTo>
                <a:lnTo>
                  <a:pt x="1181" y="8249"/>
                </a:lnTo>
                <a:close/>
                <a:moveTo>
                  <a:pt x="8190" y="8738"/>
                </a:moveTo>
                <a:lnTo>
                  <a:pt x="8534" y="8846"/>
                </a:lnTo>
                <a:lnTo>
                  <a:pt x="8610" y="9009"/>
                </a:lnTo>
                <a:lnTo>
                  <a:pt x="8724" y="9117"/>
                </a:lnTo>
                <a:lnTo>
                  <a:pt x="8838" y="9280"/>
                </a:lnTo>
                <a:lnTo>
                  <a:pt x="8952" y="9443"/>
                </a:lnTo>
                <a:lnTo>
                  <a:pt x="9028" y="9660"/>
                </a:lnTo>
                <a:lnTo>
                  <a:pt x="9105" y="9877"/>
                </a:lnTo>
                <a:lnTo>
                  <a:pt x="9143" y="10258"/>
                </a:lnTo>
                <a:lnTo>
                  <a:pt x="9105" y="10583"/>
                </a:lnTo>
                <a:lnTo>
                  <a:pt x="8991" y="10909"/>
                </a:lnTo>
                <a:lnTo>
                  <a:pt x="8877" y="11180"/>
                </a:lnTo>
                <a:lnTo>
                  <a:pt x="8762" y="11397"/>
                </a:lnTo>
                <a:lnTo>
                  <a:pt x="8610" y="11560"/>
                </a:lnTo>
                <a:lnTo>
                  <a:pt x="8457" y="11668"/>
                </a:lnTo>
                <a:lnTo>
                  <a:pt x="8305" y="11777"/>
                </a:lnTo>
                <a:lnTo>
                  <a:pt x="8381" y="11234"/>
                </a:lnTo>
                <a:lnTo>
                  <a:pt x="8381" y="11125"/>
                </a:lnTo>
                <a:lnTo>
                  <a:pt x="8343" y="11071"/>
                </a:lnTo>
                <a:lnTo>
                  <a:pt x="8267" y="11071"/>
                </a:lnTo>
                <a:lnTo>
                  <a:pt x="8229" y="11125"/>
                </a:lnTo>
                <a:lnTo>
                  <a:pt x="8038" y="11452"/>
                </a:lnTo>
                <a:lnTo>
                  <a:pt x="7847" y="11831"/>
                </a:lnTo>
                <a:lnTo>
                  <a:pt x="7543" y="11723"/>
                </a:lnTo>
                <a:lnTo>
                  <a:pt x="7772" y="11234"/>
                </a:lnTo>
                <a:lnTo>
                  <a:pt x="8038" y="10854"/>
                </a:lnTo>
                <a:lnTo>
                  <a:pt x="8038" y="10691"/>
                </a:lnTo>
                <a:lnTo>
                  <a:pt x="7924" y="10691"/>
                </a:lnTo>
                <a:lnTo>
                  <a:pt x="7733" y="10854"/>
                </a:lnTo>
                <a:lnTo>
                  <a:pt x="7543" y="11017"/>
                </a:lnTo>
                <a:lnTo>
                  <a:pt x="7352" y="11234"/>
                </a:lnTo>
                <a:lnTo>
                  <a:pt x="7200" y="11505"/>
                </a:lnTo>
                <a:lnTo>
                  <a:pt x="7123" y="11397"/>
                </a:lnTo>
                <a:lnTo>
                  <a:pt x="6972" y="11180"/>
                </a:lnTo>
                <a:lnTo>
                  <a:pt x="7505" y="10746"/>
                </a:lnTo>
                <a:lnTo>
                  <a:pt x="8038" y="10258"/>
                </a:lnTo>
                <a:lnTo>
                  <a:pt x="8038" y="10203"/>
                </a:lnTo>
                <a:lnTo>
                  <a:pt x="8000" y="10148"/>
                </a:lnTo>
                <a:lnTo>
                  <a:pt x="7696" y="10148"/>
                </a:lnTo>
                <a:lnTo>
                  <a:pt x="7352" y="10258"/>
                </a:lnTo>
                <a:lnTo>
                  <a:pt x="7048" y="10420"/>
                </a:lnTo>
                <a:lnTo>
                  <a:pt x="6781" y="10691"/>
                </a:lnTo>
                <a:lnTo>
                  <a:pt x="6743" y="10366"/>
                </a:lnTo>
                <a:lnTo>
                  <a:pt x="6743" y="9986"/>
                </a:lnTo>
                <a:lnTo>
                  <a:pt x="6858" y="9931"/>
                </a:lnTo>
                <a:lnTo>
                  <a:pt x="7238" y="9768"/>
                </a:lnTo>
                <a:lnTo>
                  <a:pt x="7390" y="9660"/>
                </a:lnTo>
                <a:lnTo>
                  <a:pt x="7581" y="9497"/>
                </a:lnTo>
                <a:lnTo>
                  <a:pt x="7619" y="9389"/>
                </a:lnTo>
                <a:lnTo>
                  <a:pt x="7619" y="9335"/>
                </a:lnTo>
                <a:lnTo>
                  <a:pt x="7581" y="9335"/>
                </a:lnTo>
                <a:lnTo>
                  <a:pt x="7276" y="9280"/>
                </a:lnTo>
                <a:lnTo>
                  <a:pt x="7009" y="9335"/>
                </a:lnTo>
                <a:lnTo>
                  <a:pt x="7123" y="9172"/>
                </a:lnTo>
                <a:lnTo>
                  <a:pt x="7238" y="9009"/>
                </a:lnTo>
                <a:lnTo>
                  <a:pt x="7390" y="8901"/>
                </a:lnTo>
                <a:lnTo>
                  <a:pt x="7543" y="8792"/>
                </a:lnTo>
                <a:lnTo>
                  <a:pt x="7847" y="8738"/>
                </a:lnTo>
                <a:close/>
                <a:moveTo>
                  <a:pt x="5143" y="0"/>
                </a:moveTo>
                <a:lnTo>
                  <a:pt x="4914" y="53"/>
                </a:lnTo>
                <a:lnTo>
                  <a:pt x="4648" y="163"/>
                </a:lnTo>
                <a:lnTo>
                  <a:pt x="4419" y="271"/>
                </a:lnTo>
                <a:lnTo>
                  <a:pt x="4191" y="434"/>
                </a:lnTo>
                <a:lnTo>
                  <a:pt x="3771" y="814"/>
                </a:lnTo>
                <a:lnTo>
                  <a:pt x="3428" y="1302"/>
                </a:lnTo>
                <a:lnTo>
                  <a:pt x="3086" y="1845"/>
                </a:lnTo>
                <a:lnTo>
                  <a:pt x="2781" y="2441"/>
                </a:lnTo>
                <a:lnTo>
                  <a:pt x="2667" y="2768"/>
                </a:lnTo>
                <a:lnTo>
                  <a:pt x="2590" y="3094"/>
                </a:lnTo>
                <a:lnTo>
                  <a:pt x="2514" y="3473"/>
                </a:lnTo>
                <a:lnTo>
                  <a:pt x="2476" y="3798"/>
                </a:lnTo>
                <a:lnTo>
                  <a:pt x="2514" y="4125"/>
                </a:lnTo>
                <a:lnTo>
                  <a:pt x="2553" y="4341"/>
                </a:lnTo>
                <a:lnTo>
                  <a:pt x="2629" y="4613"/>
                </a:lnTo>
                <a:lnTo>
                  <a:pt x="2704" y="4829"/>
                </a:lnTo>
                <a:lnTo>
                  <a:pt x="2590" y="4939"/>
                </a:lnTo>
                <a:lnTo>
                  <a:pt x="2095" y="5264"/>
                </a:lnTo>
                <a:lnTo>
                  <a:pt x="1866" y="5482"/>
                </a:lnTo>
                <a:lnTo>
                  <a:pt x="1752" y="5590"/>
                </a:lnTo>
                <a:lnTo>
                  <a:pt x="1638" y="5698"/>
                </a:lnTo>
                <a:lnTo>
                  <a:pt x="1105" y="5698"/>
                </a:lnTo>
                <a:lnTo>
                  <a:pt x="914" y="5807"/>
                </a:lnTo>
                <a:lnTo>
                  <a:pt x="762" y="5915"/>
                </a:lnTo>
                <a:lnTo>
                  <a:pt x="610" y="6078"/>
                </a:lnTo>
                <a:lnTo>
                  <a:pt x="495" y="6295"/>
                </a:lnTo>
                <a:lnTo>
                  <a:pt x="381" y="6513"/>
                </a:lnTo>
                <a:lnTo>
                  <a:pt x="190" y="6838"/>
                </a:lnTo>
                <a:lnTo>
                  <a:pt x="76" y="7217"/>
                </a:lnTo>
                <a:lnTo>
                  <a:pt x="38" y="7380"/>
                </a:lnTo>
                <a:lnTo>
                  <a:pt x="0" y="7598"/>
                </a:lnTo>
                <a:lnTo>
                  <a:pt x="38" y="7815"/>
                </a:lnTo>
                <a:lnTo>
                  <a:pt x="76" y="8032"/>
                </a:lnTo>
                <a:lnTo>
                  <a:pt x="190" y="8249"/>
                </a:lnTo>
                <a:lnTo>
                  <a:pt x="267" y="8466"/>
                </a:lnTo>
                <a:lnTo>
                  <a:pt x="419" y="8629"/>
                </a:lnTo>
                <a:lnTo>
                  <a:pt x="533" y="8792"/>
                </a:lnTo>
                <a:lnTo>
                  <a:pt x="685" y="8901"/>
                </a:lnTo>
                <a:lnTo>
                  <a:pt x="877" y="8954"/>
                </a:lnTo>
                <a:lnTo>
                  <a:pt x="1219" y="9064"/>
                </a:lnTo>
                <a:lnTo>
                  <a:pt x="1409" y="9064"/>
                </a:lnTo>
                <a:lnTo>
                  <a:pt x="1562" y="9009"/>
                </a:lnTo>
                <a:lnTo>
                  <a:pt x="1752" y="8954"/>
                </a:lnTo>
                <a:lnTo>
                  <a:pt x="1905" y="8846"/>
                </a:lnTo>
                <a:lnTo>
                  <a:pt x="2133" y="8521"/>
                </a:lnTo>
                <a:lnTo>
                  <a:pt x="2362" y="8141"/>
                </a:lnTo>
                <a:lnTo>
                  <a:pt x="2476" y="7707"/>
                </a:lnTo>
                <a:lnTo>
                  <a:pt x="2514" y="7489"/>
                </a:lnTo>
                <a:lnTo>
                  <a:pt x="2514" y="7217"/>
                </a:lnTo>
                <a:lnTo>
                  <a:pt x="2476" y="7001"/>
                </a:lnTo>
                <a:lnTo>
                  <a:pt x="2439" y="6784"/>
                </a:lnTo>
                <a:lnTo>
                  <a:pt x="2362" y="6513"/>
                </a:lnTo>
                <a:lnTo>
                  <a:pt x="2286" y="6295"/>
                </a:lnTo>
                <a:lnTo>
                  <a:pt x="2172" y="6133"/>
                </a:lnTo>
                <a:lnTo>
                  <a:pt x="2133" y="6078"/>
                </a:lnTo>
                <a:lnTo>
                  <a:pt x="2247" y="5970"/>
                </a:lnTo>
                <a:lnTo>
                  <a:pt x="2590" y="5644"/>
                </a:lnTo>
                <a:lnTo>
                  <a:pt x="2781" y="5427"/>
                </a:lnTo>
                <a:lnTo>
                  <a:pt x="2971" y="5210"/>
                </a:lnTo>
                <a:lnTo>
                  <a:pt x="3238" y="5482"/>
                </a:lnTo>
                <a:lnTo>
                  <a:pt x="3277" y="5590"/>
                </a:lnTo>
                <a:lnTo>
                  <a:pt x="3352" y="5644"/>
                </a:lnTo>
                <a:lnTo>
                  <a:pt x="3467" y="5644"/>
                </a:lnTo>
                <a:lnTo>
                  <a:pt x="3848" y="5861"/>
                </a:lnTo>
                <a:lnTo>
                  <a:pt x="4266" y="5970"/>
                </a:lnTo>
                <a:lnTo>
                  <a:pt x="4686" y="6023"/>
                </a:lnTo>
                <a:lnTo>
                  <a:pt x="5067" y="5915"/>
                </a:lnTo>
                <a:lnTo>
                  <a:pt x="5447" y="5753"/>
                </a:lnTo>
                <a:lnTo>
                  <a:pt x="5486" y="5861"/>
                </a:lnTo>
                <a:lnTo>
                  <a:pt x="5524" y="5970"/>
                </a:lnTo>
                <a:lnTo>
                  <a:pt x="5753" y="6241"/>
                </a:lnTo>
                <a:lnTo>
                  <a:pt x="5943" y="6566"/>
                </a:lnTo>
                <a:lnTo>
                  <a:pt x="6210" y="7272"/>
                </a:lnTo>
                <a:lnTo>
                  <a:pt x="6438" y="8032"/>
                </a:lnTo>
                <a:lnTo>
                  <a:pt x="6591" y="8358"/>
                </a:lnTo>
                <a:lnTo>
                  <a:pt x="6781" y="8683"/>
                </a:lnTo>
                <a:lnTo>
                  <a:pt x="6591" y="8901"/>
                </a:lnTo>
                <a:lnTo>
                  <a:pt x="6476" y="9172"/>
                </a:lnTo>
                <a:lnTo>
                  <a:pt x="6362" y="9443"/>
                </a:lnTo>
                <a:lnTo>
                  <a:pt x="6285" y="9715"/>
                </a:lnTo>
                <a:lnTo>
                  <a:pt x="6020" y="9931"/>
                </a:lnTo>
                <a:lnTo>
                  <a:pt x="5943" y="10095"/>
                </a:lnTo>
                <a:lnTo>
                  <a:pt x="5943" y="10258"/>
                </a:lnTo>
                <a:lnTo>
                  <a:pt x="5981" y="10420"/>
                </a:lnTo>
                <a:lnTo>
                  <a:pt x="6057" y="10474"/>
                </a:lnTo>
                <a:lnTo>
                  <a:pt x="6248" y="10474"/>
                </a:lnTo>
                <a:lnTo>
                  <a:pt x="6285" y="10799"/>
                </a:lnTo>
                <a:lnTo>
                  <a:pt x="6362" y="11125"/>
                </a:lnTo>
                <a:lnTo>
                  <a:pt x="6362" y="11452"/>
                </a:lnTo>
                <a:lnTo>
                  <a:pt x="6438" y="11560"/>
                </a:lnTo>
                <a:lnTo>
                  <a:pt x="6552" y="11614"/>
                </a:lnTo>
                <a:lnTo>
                  <a:pt x="6591" y="11614"/>
                </a:lnTo>
                <a:lnTo>
                  <a:pt x="6743" y="11885"/>
                </a:lnTo>
                <a:lnTo>
                  <a:pt x="6895" y="12048"/>
                </a:lnTo>
                <a:lnTo>
                  <a:pt x="7048" y="12211"/>
                </a:lnTo>
                <a:lnTo>
                  <a:pt x="7123" y="12265"/>
                </a:lnTo>
                <a:lnTo>
                  <a:pt x="7200" y="12319"/>
                </a:lnTo>
                <a:lnTo>
                  <a:pt x="7467" y="12483"/>
                </a:lnTo>
                <a:lnTo>
                  <a:pt x="7733" y="12536"/>
                </a:lnTo>
                <a:lnTo>
                  <a:pt x="8038" y="12536"/>
                </a:lnTo>
                <a:lnTo>
                  <a:pt x="8305" y="12483"/>
                </a:lnTo>
                <a:lnTo>
                  <a:pt x="8571" y="12374"/>
                </a:lnTo>
                <a:lnTo>
                  <a:pt x="8838" y="12211"/>
                </a:lnTo>
                <a:lnTo>
                  <a:pt x="9067" y="11940"/>
                </a:lnTo>
                <a:lnTo>
                  <a:pt x="9258" y="11668"/>
                </a:lnTo>
                <a:lnTo>
                  <a:pt x="9448" y="11289"/>
                </a:lnTo>
                <a:lnTo>
                  <a:pt x="9600" y="10799"/>
                </a:lnTo>
                <a:lnTo>
                  <a:pt x="9638" y="10366"/>
                </a:lnTo>
                <a:lnTo>
                  <a:pt x="9676" y="10095"/>
                </a:lnTo>
                <a:lnTo>
                  <a:pt x="9638" y="9877"/>
                </a:lnTo>
                <a:lnTo>
                  <a:pt x="9562" y="9552"/>
                </a:lnTo>
                <a:lnTo>
                  <a:pt x="9486" y="9172"/>
                </a:lnTo>
                <a:lnTo>
                  <a:pt x="9295" y="8846"/>
                </a:lnTo>
                <a:lnTo>
                  <a:pt x="9219" y="8738"/>
                </a:lnTo>
                <a:lnTo>
                  <a:pt x="9105" y="8629"/>
                </a:lnTo>
                <a:lnTo>
                  <a:pt x="9143" y="8411"/>
                </a:lnTo>
                <a:lnTo>
                  <a:pt x="9372" y="7760"/>
                </a:lnTo>
                <a:lnTo>
                  <a:pt x="9562" y="7055"/>
                </a:lnTo>
                <a:lnTo>
                  <a:pt x="9791" y="7109"/>
                </a:lnTo>
                <a:lnTo>
                  <a:pt x="10019" y="7109"/>
                </a:lnTo>
                <a:lnTo>
                  <a:pt x="10210" y="7001"/>
                </a:lnTo>
                <a:lnTo>
                  <a:pt x="10439" y="6892"/>
                </a:lnTo>
                <a:lnTo>
                  <a:pt x="10629" y="6729"/>
                </a:lnTo>
                <a:lnTo>
                  <a:pt x="10820" y="6513"/>
                </a:lnTo>
                <a:lnTo>
                  <a:pt x="11124" y="6078"/>
                </a:lnTo>
                <a:lnTo>
                  <a:pt x="11200" y="5861"/>
                </a:lnTo>
                <a:lnTo>
                  <a:pt x="11200" y="5644"/>
                </a:lnTo>
                <a:lnTo>
                  <a:pt x="11048" y="5264"/>
                </a:lnTo>
                <a:lnTo>
                  <a:pt x="10896" y="4939"/>
                </a:lnTo>
                <a:lnTo>
                  <a:pt x="10743" y="4667"/>
                </a:lnTo>
                <a:lnTo>
                  <a:pt x="10514" y="4396"/>
                </a:lnTo>
                <a:lnTo>
                  <a:pt x="10286" y="4178"/>
                </a:lnTo>
                <a:lnTo>
                  <a:pt x="10172" y="4125"/>
                </a:lnTo>
                <a:lnTo>
                  <a:pt x="10057" y="4070"/>
                </a:lnTo>
                <a:lnTo>
                  <a:pt x="9866" y="4233"/>
                </a:lnTo>
                <a:lnTo>
                  <a:pt x="9752" y="4178"/>
                </a:lnTo>
                <a:lnTo>
                  <a:pt x="9676" y="4233"/>
                </a:lnTo>
                <a:lnTo>
                  <a:pt x="9372" y="4450"/>
                </a:lnTo>
                <a:lnTo>
                  <a:pt x="9105" y="4721"/>
                </a:lnTo>
                <a:lnTo>
                  <a:pt x="8991" y="4884"/>
                </a:lnTo>
                <a:lnTo>
                  <a:pt x="8877" y="5101"/>
                </a:lnTo>
                <a:lnTo>
                  <a:pt x="8800" y="5264"/>
                </a:lnTo>
                <a:lnTo>
                  <a:pt x="8762" y="5535"/>
                </a:lnTo>
                <a:lnTo>
                  <a:pt x="8762" y="5861"/>
                </a:lnTo>
                <a:lnTo>
                  <a:pt x="8800" y="6186"/>
                </a:lnTo>
                <a:lnTo>
                  <a:pt x="8952" y="6513"/>
                </a:lnTo>
                <a:lnTo>
                  <a:pt x="9105" y="6729"/>
                </a:lnTo>
                <a:lnTo>
                  <a:pt x="9219" y="6838"/>
                </a:lnTo>
                <a:lnTo>
                  <a:pt x="9028" y="7217"/>
                </a:lnTo>
                <a:lnTo>
                  <a:pt x="8877" y="7598"/>
                </a:lnTo>
                <a:lnTo>
                  <a:pt x="8610" y="8303"/>
                </a:lnTo>
                <a:lnTo>
                  <a:pt x="8457" y="8195"/>
                </a:lnTo>
                <a:lnTo>
                  <a:pt x="8267" y="8141"/>
                </a:lnTo>
                <a:lnTo>
                  <a:pt x="8076" y="8086"/>
                </a:lnTo>
                <a:lnTo>
                  <a:pt x="7696" y="8086"/>
                </a:lnTo>
                <a:lnTo>
                  <a:pt x="7505" y="8141"/>
                </a:lnTo>
                <a:lnTo>
                  <a:pt x="7315" y="8195"/>
                </a:lnTo>
                <a:lnTo>
                  <a:pt x="7123" y="8358"/>
                </a:lnTo>
                <a:lnTo>
                  <a:pt x="7009" y="7870"/>
                </a:lnTo>
                <a:lnTo>
                  <a:pt x="6858" y="7435"/>
                </a:lnTo>
                <a:lnTo>
                  <a:pt x="6514" y="6621"/>
                </a:lnTo>
                <a:lnTo>
                  <a:pt x="6400" y="6295"/>
                </a:lnTo>
                <a:lnTo>
                  <a:pt x="6285" y="6023"/>
                </a:lnTo>
                <a:lnTo>
                  <a:pt x="6095" y="5753"/>
                </a:lnTo>
                <a:lnTo>
                  <a:pt x="5905" y="5590"/>
                </a:lnTo>
                <a:lnTo>
                  <a:pt x="5943" y="5482"/>
                </a:lnTo>
                <a:lnTo>
                  <a:pt x="5943" y="5372"/>
                </a:lnTo>
                <a:lnTo>
                  <a:pt x="6134" y="5156"/>
                </a:lnTo>
                <a:lnTo>
                  <a:pt x="6285" y="4939"/>
                </a:lnTo>
                <a:lnTo>
                  <a:pt x="6438" y="4667"/>
                </a:lnTo>
                <a:lnTo>
                  <a:pt x="6591" y="4396"/>
                </a:lnTo>
                <a:lnTo>
                  <a:pt x="6705" y="4070"/>
                </a:lnTo>
                <a:lnTo>
                  <a:pt x="6781" y="3745"/>
                </a:lnTo>
                <a:lnTo>
                  <a:pt x="6858" y="3419"/>
                </a:lnTo>
                <a:lnTo>
                  <a:pt x="6933" y="3039"/>
                </a:lnTo>
                <a:lnTo>
                  <a:pt x="6933" y="2008"/>
                </a:lnTo>
                <a:lnTo>
                  <a:pt x="6895" y="1682"/>
                </a:lnTo>
                <a:lnTo>
                  <a:pt x="6819" y="1302"/>
                </a:lnTo>
                <a:lnTo>
                  <a:pt x="6705" y="1031"/>
                </a:lnTo>
                <a:lnTo>
                  <a:pt x="6514" y="814"/>
                </a:lnTo>
                <a:lnTo>
                  <a:pt x="6438" y="706"/>
                </a:lnTo>
                <a:lnTo>
                  <a:pt x="6324" y="706"/>
                </a:lnTo>
                <a:lnTo>
                  <a:pt x="6248" y="488"/>
                </a:lnTo>
                <a:lnTo>
                  <a:pt x="6134" y="326"/>
                </a:lnTo>
                <a:lnTo>
                  <a:pt x="5981" y="217"/>
                </a:lnTo>
                <a:lnTo>
                  <a:pt x="5828" y="108"/>
                </a:lnTo>
                <a:lnTo>
                  <a:pt x="5486" y="0"/>
                </a:lnTo>
                <a:close/>
                <a:moveTo>
                  <a:pt x="15696" y="9986"/>
                </a:moveTo>
                <a:lnTo>
                  <a:pt x="15772" y="10040"/>
                </a:lnTo>
                <a:lnTo>
                  <a:pt x="16077" y="10203"/>
                </a:lnTo>
                <a:lnTo>
                  <a:pt x="16191" y="10311"/>
                </a:lnTo>
                <a:lnTo>
                  <a:pt x="16343" y="10420"/>
                </a:lnTo>
                <a:lnTo>
                  <a:pt x="16457" y="10637"/>
                </a:lnTo>
                <a:lnTo>
                  <a:pt x="16534" y="10854"/>
                </a:lnTo>
                <a:lnTo>
                  <a:pt x="16687" y="11342"/>
                </a:lnTo>
                <a:lnTo>
                  <a:pt x="16762" y="11885"/>
                </a:lnTo>
                <a:lnTo>
                  <a:pt x="16801" y="12483"/>
                </a:lnTo>
                <a:lnTo>
                  <a:pt x="16801" y="12754"/>
                </a:lnTo>
                <a:lnTo>
                  <a:pt x="16762" y="13025"/>
                </a:lnTo>
                <a:lnTo>
                  <a:pt x="16687" y="13297"/>
                </a:lnTo>
                <a:lnTo>
                  <a:pt x="16571" y="13513"/>
                </a:lnTo>
                <a:lnTo>
                  <a:pt x="16305" y="13840"/>
                </a:lnTo>
                <a:lnTo>
                  <a:pt x="16000" y="14165"/>
                </a:lnTo>
                <a:lnTo>
                  <a:pt x="15657" y="14436"/>
                </a:lnTo>
                <a:lnTo>
                  <a:pt x="15276" y="14653"/>
                </a:lnTo>
                <a:lnTo>
                  <a:pt x="15772" y="13622"/>
                </a:lnTo>
                <a:lnTo>
                  <a:pt x="15772" y="13513"/>
                </a:lnTo>
                <a:lnTo>
                  <a:pt x="15733" y="13459"/>
                </a:lnTo>
                <a:lnTo>
                  <a:pt x="15696" y="13405"/>
                </a:lnTo>
                <a:lnTo>
                  <a:pt x="15619" y="13459"/>
                </a:lnTo>
                <a:lnTo>
                  <a:pt x="15125" y="14111"/>
                </a:lnTo>
                <a:lnTo>
                  <a:pt x="14667" y="14762"/>
                </a:lnTo>
                <a:lnTo>
                  <a:pt x="14477" y="14762"/>
                </a:lnTo>
                <a:lnTo>
                  <a:pt x="14286" y="14653"/>
                </a:lnTo>
                <a:lnTo>
                  <a:pt x="14477" y="14273"/>
                </a:lnTo>
                <a:lnTo>
                  <a:pt x="14705" y="13893"/>
                </a:lnTo>
                <a:lnTo>
                  <a:pt x="14933" y="13513"/>
                </a:lnTo>
                <a:lnTo>
                  <a:pt x="15200" y="13187"/>
                </a:lnTo>
                <a:lnTo>
                  <a:pt x="15239" y="13079"/>
                </a:lnTo>
                <a:lnTo>
                  <a:pt x="15239" y="13025"/>
                </a:lnTo>
                <a:lnTo>
                  <a:pt x="15200" y="12917"/>
                </a:lnTo>
                <a:lnTo>
                  <a:pt x="15125" y="12917"/>
                </a:lnTo>
                <a:lnTo>
                  <a:pt x="15353" y="12699"/>
                </a:lnTo>
                <a:lnTo>
                  <a:pt x="15390" y="12591"/>
                </a:lnTo>
                <a:lnTo>
                  <a:pt x="15353" y="12483"/>
                </a:lnTo>
                <a:lnTo>
                  <a:pt x="15276" y="12428"/>
                </a:lnTo>
                <a:lnTo>
                  <a:pt x="15200" y="12428"/>
                </a:lnTo>
                <a:lnTo>
                  <a:pt x="14781" y="12754"/>
                </a:lnTo>
                <a:lnTo>
                  <a:pt x="14401" y="13079"/>
                </a:lnTo>
                <a:lnTo>
                  <a:pt x="14020" y="13405"/>
                </a:lnTo>
                <a:lnTo>
                  <a:pt x="13677" y="13785"/>
                </a:lnTo>
                <a:lnTo>
                  <a:pt x="13563" y="13459"/>
                </a:lnTo>
                <a:lnTo>
                  <a:pt x="14248" y="12808"/>
                </a:lnTo>
                <a:lnTo>
                  <a:pt x="14972" y="12265"/>
                </a:lnTo>
                <a:lnTo>
                  <a:pt x="15010" y="12156"/>
                </a:lnTo>
                <a:lnTo>
                  <a:pt x="15010" y="12048"/>
                </a:lnTo>
                <a:lnTo>
                  <a:pt x="14972" y="11993"/>
                </a:lnTo>
                <a:lnTo>
                  <a:pt x="14895" y="11993"/>
                </a:lnTo>
                <a:lnTo>
                  <a:pt x="14172" y="12374"/>
                </a:lnTo>
                <a:lnTo>
                  <a:pt x="13486" y="12808"/>
                </a:lnTo>
                <a:lnTo>
                  <a:pt x="13486" y="12536"/>
                </a:lnTo>
                <a:lnTo>
                  <a:pt x="13638" y="12428"/>
                </a:lnTo>
                <a:lnTo>
                  <a:pt x="13753" y="12319"/>
                </a:lnTo>
                <a:lnTo>
                  <a:pt x="14020" y="12048"/>
                </a:lnTo>
                <a:lnTo>
                  <a:pt x="14552" y="11723"/>
                </a:lnTo>
                <a:lnTo>
                  <a:pt x="14858" y="11560"/>
                </a:lnTo>
                <a:lnTo>
                  <a:pt x="15125" y="11505"/>
                </a:lnTo>
                <a:lnTo>
                  <a:pt x="15162" y="11452"/>
                </a:lnTo>
                <a:lnTo>
                  <a:pt x="15162" y="11397"/>
                </a:lnTo>
                <a:lnTo>
                  <a:pt x="15125" y="11342"/>
                </a:lnTo>
                <a:lnTo>
                  <a:pt x="14781" y="11342"/>
                </a:lnTo>
                <a:lnTo>
                  <a:pt x="14438" y="11397"/>
                </a:lnTo>
                <a:lnTo>
                  <a:pt x="14095" y="11505"/>
                </a:lnTo>
                <a:lnTo>
                  <a:pt x="13791" y="11614"/>
                </a:lnTo>
                <a:lnTo>
                  <a:pt x="14020" y="11234"/>
                </a:lnTo>
                <a:lnTo>
                  <a:pt x="14629" y="11071"/>
                </a:lnTo>
                <a:lnTo>
                  <a:pt x="14933" y="10962"/>
                </a:lnTo>
                <a:lnTo>
                  <a:pt x="15239" y="10746"/>
                </a:lnTo>
                <a:lnTo>
                  <a:pt x="15276" y="10691"/>
                </a:lnTo>
                <a:lnTo>
                  <a:pt x="15276" y="10583"/>
                </a:lnTo>
                <a:lnTo>
                  <a:pt x="15200" y="10529"/>
                </a:lnTo>
                <a:lnTo>
                  <a:pt x="14895" y="10474"/>
                </a:lnTo>
                <a:lnTo>
                  <a:pt x="14552" y="10474"/>
                </a:lnTo>
                <a:lnTo>
                  <a:pt x="14819" y="10258"/>
                </a:lnTo>
                <a:lnTo>
                  <a:pt x="15086" y="10095"/>
                </a:lnTo>
                <a:lnTo>
                  <a:pt x="15390" y="9986"/>
                </a:lnTo>
                <a:close/>
                <a:moveTo>
                  <a:pt x="5447" y="13459"/>
                </a:moveTo>
                <a:lnTo>
                  <a:pt x="5524" y="13622"/>
                </a:lnTo>
                <a:lnTo>
                  <a:pt x="5600" y="13677"/>
                </a:lnTo>
                <a:lnTo>
                  <a:pt x="5791" y="13677"/>
                </a:lnTo>
                <a:lnTo>
                  <a:pt x="5867" y="13730"/>
                </a:lnTo>
                <a:lnTo>
                  <a:pt x="5981" y="13785"/>
                </a:lnTo>
                <a:lnTo>
                  <a:pt x="6057" y="13893"/>
                </a:lnTo>
                <a:lnTo>
                  <a:pt x="6095" y="14002"/>
                </a:lnTo>
                <a:lnTo>
                  <a:pt x="6134" y="14111"/>
                </a:lnTo>
                <a:lnTo>
                  <a:pt x="6134" y="14273"/>
                </a:lnTo>
                <a:lnTo>
                  <a:pt x="6095" y="14436"/>
                </a:lnTo>
                <a:lnTo>
                  <a:pt x="6020" y="14544"/>
                </a:lnTo>
                <a:lnTo>
                  <a:pt x="5943" y="14653"/>
                </a:lnTo>
                <a:lnTo>
                  <a:pt x="5867" y="14762"/>
                </a:lnTo>
                <a:lnTo>
                  <a:pt x="5753" y="14816"/>
                </a:lnTo>
                <a:lnTo>
                  <a:pt x="5676" y="14599"/>
                </a:lnTo>
                <a:lnTo>
                  <a:pt x="5561" y="14436"/>
                </a:lnTo>
                <a:lnTo>
                  <a:pt x="5410" y="14328"/>
                </a:lnTo>
                <a:lnTo>
                  <a:pt x="5219" y="14273"/>
                </a:lnTo>
                <a:lnTo>
                  <a:pt x="5257" y="14273"/>
                </a:lnTo>
                <a:lnTo>
                  <a:pt x="5410" y="14165"/>
                </a:lnTo>
                <a:lnTo>
                  <a:pt x="5486" y="14111"/>
                </a:lnTo>
                <a:lnTo>
                  <a:pt x="5486" y="13840"/>
                </a:lnTo>
                <a:lnTo>
                  <a:pt x="5410" y="13677"/>
                </a:lnTo>
                <a:lnTo>
                  <a:pt x="5296" y="13677"/>
                </a:lnTo>
                <a:lnTo>
                  <a:pt x="5143" y="13730"/>
                </a:lnTo>
                <a:lnTo>
                  <a:pt x="4990" y="13840"/>
                </a:lnTo>
                <a:lnTo>
                  <a:pt x="5029" y="13730"/>
                </a:lnTo>
                <a:lnTo>
                  <a:pt x="5067" y="13622"/>
                </a:lnTo>
                <a:lnTo>
                  <a:pt x="5029" y="13568"/>
                </a:lnTo>
                <a:lnTo>
                  <a:pt x="5219" y="13513"/>
                </a:lnTo>
                <a:lnTo>
                  <a:pt x="5447" y="13459"/>
                </a:lnTo>
                <a:close/>
                <a:moveTo>
                  <a:pt x="6591" y="11885"/>
                </a:moveTo>
                <a:lnTo>
                  <a:pt x="6591" y="11940"/>
                </a:lnTo>
                <a:lnTo>
                  <a:pt x="6552" y="12103"/>
                </a:lnTo>
                <a:lnTo>
                  <a:pt x="6362" y="12211"/>
                </a:lnTo>
                <a:lnTo>
                  <a:pt x="6210" y="12374"/>
                </a:lnTo>
                <a:lnTo>
                  <a:pt x="5905" y="12754"/>
                </a:lnTo>
                <a:lnTo>
                  <a:pt x="5791" y="12754"/>
                </a:lnTo>
                <a:lnTo>
                  <a:pt x="5676" y="12862"/>
                </a:lnTo>
                <a:lnTo>
                  <a:pt x="5600" y="12971"/>
                </a:lnTo>
                <a:lnTo>
                  <a:pt x="5447" y="12917"/>
                </a:lnTo>
                <a:lnTo>
                  <a:pt x="4990" y="12917"/>
                </a:lnTo>
                <a:lnTo>
                  <a:pt x="4723" y="13079"/>
                </a:lnTo>
                <a:lnTo>
                  <a:pt x="4458" y="13350"/>
                </a:lnTo>
                <a:lnTo>
                  <a:pt x="4343" y="13568"/>
                </a:lnTo>
                <a:lnTo>
                  <a:pt x="4229" y="13840"/>
                </a:lnTo>
                <a:lnTo>
                  <a:pt x="4229" y="14381"/>
                </a:lnTo>
                <a:lnTo>
                  <a:pt x="4305" y="14544"/>
                </a:lnTo>
                <a:lnTo>
                  <a:pt x="4419" y="14762"/>
                </a:lnTo>
                <a:lnTo>
                  <a:pt x="4609" y="15034"/>
                </a:lnTo>
                <a:lnTo>
                  <a:pt x="4800" y="15250"/>
                </a:lnTo>
                <a:lnTo>
                  <a:pt x="5029" y="15359"/>
                </a:lnTo>
                <a:lnTo>
                  <a:pt x="5219" y="15467"/>
                </a:lnTo>
                <a:lnTo>
                  <a:pt x="5447" y="15522"/>
                </a:lnTo>
                <a:lnTo>
                  <a:pt x="5676" y="15522"/>
                </a:lnTo>
                <a:lnTo>
                  <a:pt x="5943" y="15467"/>
                </a:lnTo>
                <a:lnTo>
                  <a:pt x="6134" y="15305"/>
                </a:lnTo>
                <a:lnTo>
                  <a:pt x="6324" y="15142"/>
                </a:lnTo>
                <a:lnTo>
                  <a:pt x="6476" y="14871"/>
                </a:lnTo>
                <a:lnTo>
                  <a:pt x="6591" y="14599"/>
                </a:lnTo>
                <a:lnTo>
                  <a:pt x="6629" y="14165"/>
                </a:lnTo>
                <a:lnTo>
                  <a:pt x="6552" y="13840"/>
                </a:lnTo>
                <a:lnTo>
                  <a:pt x="6438" y="13513"/>
                </a:lnTo>
                <a:lnTo>
                  <a:pt x="6248" y="13242"/>
                </a:lnTo>
                <a:lnTo>
                  <a:pt x="6552" y="12808"/>
                </a:lnTo>
                <a:lnTo>
                  <a:pt x="6667" y="12646"/>
                </a:lnTo>
                <a:lnTo>
                  <a:pt x="6819" y="12428"/>
                </a:lnTo>
                <a:lnTo>
                  <a:pt x="6819" y="12211"/>
                </a:lnTo>
                <a:lnTo>
                  <a:pt x="6781" y="12156"/>
                </a:lnTo>
                <a:lnTo>
                  <a:pt x="6743" y="12103"/>
                </a:lnTo>
                <a:lnTo>
                  <a:pt x="6629" y="11940"/>
                </a:lnTo>
                <a:lnTo>
                  <a:pt x="6591" y="11885"/>
                </a:lnTo>
                <a:close/>
                <a:moveTo>
                  <a:pt x="20762" y="15413"/>
                </a:moveTo>
                <a:lnTo>
                  <a:pt x="20915" y="15522"/>
                </a:lnTo>
                <a:lnTo>
                  <a:pt x="20915" y="15685"/>
                </a:lnTo>
                <a:lnTo>
                  <a:pt x="20953" y="15738"/>
                </a:lnTo>
                <a:lnTo>
                  <a:pt x="20991" y="15738"/>
                </a:lnTo>
                <a:lnTo>
                  <a:pt x="21029" y="15685"/>
                </a:lnTo>
                <a:lnTo>
                  <a:pt x="21067" y="15956"/>
                </a:lnTo>
                <a:lnTo>
                  <a:pt x="21067" y="16553"/>
                </a:lnTo>
                <a:lnTo>
                  <a:pt x="20991" y="16824"/>
                </a:lnTo>
                <a:lnTo>
                  <a:pt x="20915" y="17041"/>
                </a:lnTo>
                <a:lnTo>
                  <a:pt x="20839" y="17258"/>
                </a:lnTo>
                <a:lnTo>
                  <a:pt x="20724" y="17475"/>
                </a:lnTo>
                <a:lnTo>
                  <a:pt x="20572" y="17584"/>
                </a:lnTo>
                <a:lnTo>
                  <a:pt x="20419" y="17693"/>
                </a:lnTo>
                <a:lnTo>
                  <a:pt x="20229" y="17693"/>
                </a:lnTo>
                <a:lnTo>
                  <a:pt x="20191" y="17584"/>
                </a:lnTo>
                <a:lnTo>
                  <a:pt x="19962" y="17422"/>
                </a:lnTo>
                <a:lnTo>
                  <a:pt x="20382" y="17312"/>
                </a:lnTo>
                <a:lnTo>
                  <a:pt x="20419" y="17258"/>
                </a:lnTo>
                <a:lnTo>
                  <a:pt x="20496" y="17204"/>
                </a:lnTo>
                <a:lnTo>
                  <a:pt x="20496" y="16987"/>
                </a:lnTo>
                <a:lnTo>
                  <a:pt x="20458" y="16824"/>
                </a:lnTo>
                <a:lnTo>
                  <a:pt x="20382" y="16769"/>
                </a:lnTo>
                <a:lnTo>
                  <a:pt x="20153" y="16769"/>
                </a:lnTo>
                <a:lnTo>
                  <a:pt x="20419" y="16499"/>
                </a:lnTo>
                <a:lnTo>
                  <a:pt x="20496" y="16444"/>
                </a:lnTo>
                <a:lnTo>
                  <a:pt x="20496" y="16173"/>
                </a:lnTo>
                <a:lnTo>
                  <a:pt x="20458" y="16064"/>
                </a:lnTo>
                <a:lnTo>
                  <a:pt x="20382" y="16010"/>
                </a:lnTo>
                <a:lnTo>
                  <a:pt x="20305" y="16010"/>
                </a:lnTo>
                <a:lnTo>
                  <a:pt x="20229" y="16064"/>
                </a:lnTo>
                <a:lnTo>
                  <a:pt x="20076" y="16118"/>
                </a:lnTo>
                <a:lnTo>
                  <a:pt x="19924" y="16173"/>
                </a:lnTo>
                <a:lnTo>
                  <a:pt x="20382" y="15901"/>
                </a:lnTo>
                <a:lnTo>
                  <a:pt x="20419" y="15847"/>
                </a:lnTo>
                <a:lnTo>
                  <a:pt x="20419" y="15793"/>
                </a:lnTo>
                <a:lnTo>
                  <a:pt x="20382" y="15738"/>
                </a:lnTo>
                <a:lnTo>
                  <a:pt x="20229" y="15685"/>
                </a:lnTo>
                <a:lnTo>
                  <a:pt x="20038" y="15685"/>
                </a:lnTo>
                <a:lnTo>
                  <a:pt x="20115" y="15630"/>
                </a:lnTo>
                <a:lnTo>
                  <a:pt x="20343" y="15467"/>
                </a:lnTo>
                <a:lnTo>
                  <a:pt x="20533" y="15413"/>
                </a:lnTo>
                <a:close/>
                <a:moveTo>
                  <a:pt x="17334" y="19810"/>
                </a:moveTo>
                <a:lnTo>
                  <a:pt x="17448" y="19918"/>
                </a:lnTo>
                <a:lnTo>
                  <a:pt x="17524" y="20026"/>
                </a:lnTo>
                <a:lnTo>
                  <a:pt x="17372" y="20189"/>
                </a:lnTo>
                <a:lnTo>
                  <a:pt x="17219" y="20351"/>
                </a:lnTo>
                <a:lnTo>
                  <a:pt x="17067" y="20569"/>
                </a:lnTo>
                <a:lnTo>
                  <a:pt x="16991" y="20786"/>
                </a:lnTo>
                <a:lnTo>
                  <a:pt x="16724" y="20732"/>
                </a:lnTo>
                <a:lnTo>
                  <a:pt x="16687" y="20677"/>
                </a:lnTo>
                <a:lnTo>
                  <a:pt x="17334" y="19810"/>
                </a:lnTo>
                <a:close/>
                <a:moveTo>
                  <a:pt x="17295" y="17693"/>
                </a:moveTo>
                <a:lnTo>
                  <a:pt x="17715" y="18235"/>
                </a:lnTo>
                <a:lnTo>
                  <a:pt x="17943" y="18561"/>
                </a:lnTo>
                <a:lnTo>
                  <a:pt x="18172" y="18941"/>
                </a:lnTo>
                <a:lnTo>
                  <a:pt x="18362" y="19320"/>
                </a:lnTo>
                <a:lnTo>
                  <a:pt x="18439" y="19483"/>
                </a:lnTo>
                <a:lnTo>
                  <a:pt x="18477" y="19646"/>
                </a:lnTo>
                <a:lnTo>
                  <a:pt x="18477" y="19863"/>
                </a:lnTo>
                <a:lnTo>
                  <a:pt x="18439" y="20026"/>
                </a:lnTo>
                <a:lnTo>
                  <a:pt x="18400" y="20189"/>
                </a:lnTo>
                <a:lnTo>
                  <a:pt x="18286" y="20351"/>
                </a:lnTo>
                <a:lnTo>
                  <a:pt x="18172" y="20514"/>
                </a:lnTo>
                <a:lnTo>
                  <a:pt x="18019" y="20623"/>
                </a:lnTo>
                <a:lnTo>
                  <a:pt x="17943" y="20514"/>
                </a:lnTo>
                <a:lnTo>
                  <a:pt x="17829" y="20514"/>
                </a:lnTo>
                <a:lnTo>
                  <a:pt x="17753" y="20569"/>
                </a:lnTo>
                <a:lnTo>
                  <a:pt x="17715" y="20623"/>
                </a:lnTo>
                <a:lnTo>
                  <a:pt x="17676" y="20623"/>
                </a:lnTo>
                <a:lnTo>
                  <a:pt x="17601" y="20677"/>
                </a:lnTo>
                <a:lnTo>
                  <a:pt x="17562" y="20786"/>
                </a:lnTo>
                <a:lnTo>
                  <a:pt x="17524" y="20786"/>
                </a:lnTo>
                <a:lnTo>
                  <a:pt x="17601" y="20623"/>
                </a:lnTo>
                <a:lnTo>
                  <a:pt x="17753" y="20406"/>
                </a:lnTo>
                <a:lnTo>
                  <a:pt x="17829" y="20243"/>
                </a:lnTo>
                <a:lnTo>
                  <a:pt x="17867" y="20080"/>
                </a:lnTo>
                <a:lnTo>
                  <a:pt x="17829" y="19972"/>
                </a:lnTo>
                <a:lnTo>
                  <a:pt x="17791" y="19863"/>
                </a:lnTo>
                <a:lnTo>
                  <a:pt x="17676" y="19700"/>
                </a:lnTo>
                <a:lnTo>
                  <a:pt x="17524" y="19538"/>
                </a:lnTo>
                <a:lnTo>
                  <a:pt x="17334" y="19483"/>
                </a:lnTo>
                <a:lnTo>
                  <a:pt x="17258" y="19483"/>
                </a:lnTo>
                <a:lnTo>
                  <a:pt x="17219" y="19538"/>
                </a:lnTo>
                <a:lnTo>
                  <a:pt x="16229" y="20406"/>
                </a:lnTo>
                <a:lnTo>
                  <a:pt x="16114" y="20351"/>
                </a:lnTo>
                <a:lnTo>
                  <a:pt x="16000" y="20189"/>
                </a:lnTo>
                <a:lnTo>
                  <a:pt x="16495" y="19755"/>
                </a:lnTo>
                <a:lnTo>
                  <a:pt x="16991" y="19375"/>
                </a:lnTo>
                <a:lnTo>
                  <a:pt x="17029" y="19267"/>
                </a:lnTo>
                <a:lnTo>
                  <a:pt x="17029" y="19212"/>
                </a:lnTo>
                <a:lnTo>
                  <a:pt x="16991" y="19104"/>
                </a:lnTo>
                <a:lnTo>
                  <a:pt x="16915" y="19104"/>
                </a:lnTo>
                <a:lnTo>
                  <a:pt x="16610" y="19157"/>
                </a:lnTo>
                <a:lnTo>
                  <a:pt x="16305" y="19320"/>
                </a:lnTo>
                <a:lnTo>
                  <a:pt x="16000" y="19483"/>
                </a:lnTo>
                <a:lnTo>
                  <a:pt x="15733" y="19646"/>
                </a:lnTo>
                <a:lnTo>
                  <a:pt x="15619" y="19267"/>
                </a:lnTo>
                <a:lnTo>
                  <a:pt x="15657" y="19212"/>
                </a:lnTo>
                <a:lnTo>
                  <a:pt x="16687" y="18344"/>
                </a:lnTo>
                <a:lnTo>
                  <a:pt x="16724" y="18289"/>
                </a:lnTo>
                <a:lnTo>
                  <a:pt x="16724" y="18235"/>
                </a:lnTo>
                <a:lnTo>
                  <a:pt x="16687" y="18181"/>
                </a:lnTo>
                <a:lnTo>
                  <a:pt x="16610" y="18126"/>
                </a:lnTo>
                <a:lnTo>
                  <a:pt x="16153" y="18289"/>
                </a:lnTo>
                <a:lnTo>
                  <a:pt x="15733" y="18452"/>
                </a:lnTo>
                <a:lnTo>
                  <a:pt x="15886" y="18235"/>
                </a:lnTo>
                <a:lnTo>
                  <a:pt x="16114" y="18018"/>
                </a:lnTo>
                <a:lnTo>
                  <a:pt x="16343" y="17855"/>
                </a:lnTo>
                <a:lnTo>
                  <a:pt x="16610" y="17747"/>
                </a:lnTo>
                <a:lnTo>
                  <a:pt x="16952" y="17693"/>
                </a:lnTo>
                <a:close/>
                <a:moveTo>
                  <a:pt x="15429" y="9335"/>
                </a:moveTo>
                <a:lnTo>
                  <a:pt x="15162" y="9389"/>
                </a:lnTo>
                <a:lnTo>
                  <a:pt x="14933" y="9443"/>
                </a:lnTo>
                <a:lnTo>
                  <a:pt x="14743" y="9552"/>
                </a:lnTo>
                <a:lnTo>
                  <a:pt x="14324" y="9877"/>
                </a:lnTo>
                <a:lnTo>
                  <a:pt x="13943" y="10311"/>
                </a:lnTo>
                <a:lnTo>
                  <a:pt x="13753" y="10583"/>
                </a:lnTo>
                <a:lnTo>
                  <a:pt x="13448" y="10637"/>
                </a:lnTo>
                <a:lnTo>
                  <a:pt x="13334" y="10691"/>
                </a:lnTo>
                <a:lnTo>
                  <a:pt x="13296" y="10799"/>
                </a:lnTo>
                <a:lnTo>
                  <a:pt x="13257" y="10909"/>
                </a:lnTo>
                <a:lnTo>
                  <a:pt x="13257" y="11017"/>
                </a:lnTo>
                <a:lnTo>
                  <a:pt x="11467" y="11289"/>
                </a:lnTo>
                <a:lnTo>
                  <a:pt x="10439" y="11342"/>
                </a:lnTo>
                <a:lnTo>
                  <a:pt x="9943" y="11397"/>
                </a:lnTo>
                <a:lnTo>
                  <a:pt x="9448" y="11452"/>
                </a:lnTo>
                <a:lnTo>
                  <a:pt x="9372" y="11505"/>
                </a:lnTo>
                <a:lnTo>
                  <a:pt x="9334" y="11560"/>
                </a:lnTo>
                <a:lnTo>
                  <a:pt x="9295" y="11723"/>
                </a:lnTo>
                <a:lnTo>
                  <a:pt x="9372" y="11885"/>
                </a:lnTo>
                <a:lnTo>
                  <a:pt x="9409" y="11940"/>
                </a:lnTo>
                <a:lnTo>
                  <a:pt x="9486" y="11993"/>
                </a:lnTo>
                <a:lnTo>
                  <a:pt x="9982" y="12048"/>
                </a:lnTo>
                <a:lnTo>
                  <a:pt x="10514" y="12048"/>
                </a:lnTo>
                <a:lnTo>
                  <a:pt x="11581" y="11940"/>
                </a:lnTo>
                <a:lnTo>
                  <a:pt x="12381" y="11885"/>
                </a:lnTo>
                <a:lnTo>
                  <a:pt x="13181" y="11777"/>
                </a:lnTo>
                <a:lnTo>
                  <a:pt x="13029" y="12211"/>
                </a:lnTo>
                <a:lnTo>
                  <a:pt x="12953" y="12483"/>
                </a:lnTo>
                <a:lnTo>
                  <a:pt x="12953" y="12699"/>
                </a:lnTo>
                <a:lnTo>
                  <a:pt x="12990" y="13187"/>
                </a:lnTo>
                <a:lnTo>
                  <a:pt x="12839" y="13350"/>
                </a:lnTo>
                <a:lnTo>
                  <a:pt x="12724" y="13513"/>
                </a:lnTo>
                <a:lnTo>
                  <a:pt x="12724" y="13677"/>
                </a:lnTo>
                <a:lnTo>
                  <a:pt x="12762" y="13840"/>
                </a:lnTo>
                <a:lnTo>
                  <a:pt x="12876" y="13948"/>
                </a:lnTo>
                <a:lnTo>
                  <a:pt x="13029" y="14002"/>
                </a:lnTo>
                <a:lnTo>
                  <a:pt x="13181" y="14002"/>
                </a:lnTo>
                <a:lnTo>
                  <a:pt x="13296" y="14328"/>
                </a:lnTo>
                <a:lnTo>
                  <a:pt x="13448" y="14599"/>
                </a:lnTo>
                <a:lnTo>
                  <a:pt x="13600" y="14871"/>
                </a:lnTo>
                <a:lnTo>
                  <a:pt x="13753" y="15087"/>
                </a:lnTo>
                <a:lnTo>
                  <a:pt x="13943" y="15250"/>
                </a:lnTo>
                <a:lnTo>
                  <a:pt x="14172" y="15413"/>
                </a:lnTo>
                <a:lnTo>
                  <a:pt x="14401" y="15467"/>
                </a:lnTo>
                <a:lnTo>
                  <a:pt x="14629" y="15522"/>
                </a:lnTo>
                <a:lnTo>
                  <a:pt x="14781" y="15522"/>
                </a:lnTo>
                <a:lnTo>
                  <a:pt x="15162" y="15413"/>
                </a:lnTo>
                <a:lnTo>
                  <a:pt x="15543" y="15305"/>
                </a:lnTo>
                <a:lnTo>
                  <a:pt x="15505" y="15467"/>
                </a:lnTo>
                <a:lnTo>
                  <a:pt x="15505" y="15685"/>
                </a:lnTo>
                <a:lnTo>
                  <a:pt x="15582" y="16118"/>
                </a:lnTo>
                <a:lnTo>
                  <a:pt x="15657" y="16390"/>
                </a:lnTo>
                <a:lnTo>
                  <a:pt x="15733" y="16716"/>
                </a:lnTo>
                <a:lnTo>
                  <a:pt x="15886" y="16987"/>
                </a:lnTo>
                <a:lnTo>
                  <a:pt x="16077" y="17204"/>
                </a:lnTo>
                <a:lnTo>
                  <a:pt x="16077" y="17258"/>
                </a:lnTo>
                <a:lnTo>
                  <a:pt x="15848" y="17367"/>
                </a:lnTo>
                <a:lnTo>
                  <a:pt x="15657" y="17584"/>
                </a:lnTo>
                <a:lnTo>
                  <a:pt x="15467" y="17747"/>
                </a:lnTo>
                <a:lnTo>
                  <a:pt x="15353" y="17963"/>
                </a:lnTo>
                <a:lnTo>
                  <a:pt x="15239" y="18235"/>
                </a:lnTo>
                <a:lnTo>
                  <a:pt x="15162" y="18506"/>
                </a:lnTo>
                <a:lnTo>
                  <a:pt x="15125" y="18778"/>
                </a:lnTo>
                <a:lnTo>
                  <a:pt x="15086" y="19049"/>
                </a:lnTo>
                <a:lnTo>
                  <a:pt x="15086" y="19320"/>
                </a:lnTo>
                <a:lnTo>
                  <a:pt x="15162" y="19755"/>
                </a:lnTo>
                <a:lnTo>
                  <a:pt x="15315" y="20135"/>
                </a:lnTo>
                <a:lnTo>
                  <a:pt x="15315" y="20298"/>
                </a:lnTo>
                <a:lnTo>
                  <a:pt x="15353" y="20461"/>
                </a:lnTo>
                <a:lnTo>
                  <a:pt x="15505" y="20569"/>
                </a:lnTo>
                <a:lnTo>
                  <a:pt x="15582" y="20677"/>
                </a:lnTo>
                <a:lnTo>
                  <a:pt x="15886" y="21004"/>
                </a:lnTo>
                <a:lnTo>
                  <a:pt x="16229" y="21274"/>
                </a:lnTo>
                <a:lnTo>
                  <a:pt x="16610" y="21492"/>
                </a:lnTo>
                <a:lnTo>
                  <a:pt x="17029" y="21600"/>
                </a:lnTo>
                <a:lnTo>
                  <a:pt x="17448" y="21600"/>
                </a:lnTo>
                <a:lnTo>
                  <a:pt x="17867" y="21492"/>
                </a:lnTo>
                <a:lnTo>
                  <a:pt x="18248" y="21329"/>
                </a:lnTo>
                <a:lnTo>
                  <a:pt x="18591" y="21057"/>
                </a:lnTo>
                <a:lnTo>
                  <a:pt x="18820" y="20732"/>
                </a:lnTo>
                <a:lnTo>
                  <a:pt x="18971" y="20406"/>
                </a:lnTo>
                <a:lnTo>
                  <a:pt x="19010" y="20026"/>
                </a:lnTo>
                <a:lnTo>
                  <a:pt x="19010" y="19700"/>
                </a:lnTo>
                <a:lnTo>
                  <a:pt x="18934" y="19320"/>
                </a:lnTo>
                <a:lnTo>
                  <a:pt x="18820" y="18941"/>
                </a:lnTo>
                <a:lnTo>
                  <a:pt x="18667" y="18561"/>
                </a:lnTo>
                <a:lnTo>
                  <a:pt x="18477" y="18235"/>
                </a:lnTo>
                <a:lnTo>
                  <a:pt x="18591" y="18181"/>
                </a:lnTo>
                <a:lnTo>
                  <a:pt x="18934" y="17910"/>
                </a:lnTo>
                <a:lnTo>
                  <a:pt x="19315" y="17530"/>
                </a:lnTo>
                <a:lnTo>
                  <a:pt x="19429" y="17801"/>
                </a:lnTo>
                <a:lnTo>
                  <a:pt x="19581" y="18018"/>
                </a:lnTo>
                <a:lnTo>
                  <a:pt x="19734" y="18181"/>
                </a:lnTo>
                <a:lnTo>
                  <a:pt x="19886" y="18289"/>
                </a:lnTo>
                <a:lnTo>
                  <a:pt x="20153" y="18398"/>
                </a:lnTo>
                <a:lnTo>
                  <a:pt x="20419" y="18344"/>
                </a:lnTo>
                <a:lnTo>
                  <a:pt x="20686" y="18235"/>
                </a:lnTo>
                <a:lnTo>
                  <a:pt x="20915" y="18018"/>
                </a:lnTo>
                <a:lnTo>
                  <a:pt x="21143" y="17747"/>
                </a:lnTo>
                <a:lnTo>
                  <a:pt x="21334" y="17422"/>
                </a:lnTo>
                <a:lnTo>
                  <a:pt x="21448" y="17041"/>
                </a:lnTo>
                <a:lnTo>
                  <a:pt x="21524" y="16607"/>
                </a:lnTo>
                <a:lnTo>
                  <a:pt x="21600" y="16064"/>
                </a:lnTo>
                <a:lnTo>
                  <a:pt x="21563" y="15793"/>
                </a:lnTo>
                <a:lnTo>
                  <a:pt x="21524" y="15575"/>
                </a:lnTo>
                <a:lnTo>
                  <a:pt x="21486" y="15359"/>
                </a:lnTo>
                <a:lnTo>
                  <a:pt x="21372" y="15196"/>
                </a:lnTo>
                <a:lnTo>
                  <a:pt x="21143" y="14924"/>
                </a:lnTo>
                <a:lnTo>
                  <a:pt x="20839" y="14762"/>
                </a:lnTo>
                <a:lnTo>
                  <a:pt x="20686" y="14707"/>
                </a:lnTo>
                <a:lnTo>
                  <a:pt x="20382" y="14707"/>
                </a:lnTo>
                <a:lnTo>
                  <a:pt x="20268" y="14816"/>
                </a:lnTo>
                <a:lnTo>
                  <a:pt x="20229" y="14924"/>
                </a:lnTo>
                <a:lnTo>
                  <a:pt x="19924" y="15087"/>
                </a:lnTo>
                <a:lnTo>
                  <a:pt x="19658" y="15250"/>
                </a:lnTo>
                <a:lnTo>
                  <a:pt x="19544" y="15413"/>
                </a:lnTo>
                <a:lnTo>
                  <a:pt x="19391" y="15575"/>
                </a:lnTo>
                <a:lnTo>
                  <a:pt x="19315" y="15793"/>
                </a:lnTo>
                <a:lnTo>
                  <a:pt x="19238" y="16010"/>
                </a:lnTo>
                <a:lnTo>
                  <a:pt x="19162" y="16444"/>
                </a:lnTo>
                <a:lnTo>
                  <a:pt x="19162" y="16879"/>
                </a:lnTo>
                <a:lnTo>
                  <a:pt x="18743" y="17312"/>
                </a:lnTo>
                <a:lnTo>
                  <a:pt x="18324" y="17747"/>
                </a:lnTo>
                <a:lnTo>
                  <a:pt x="18286" y="17801"/>
                </a:lnTo>
                <a:lnTo>
                  <a:pt x="18286" y="17910"/>
                </a:lnTo>
                <a:lnTo>
                  <a:pt x="17905" y="17422"/>
                </a:lnTo>
                <a:lnTo>
                  <a:pt x="17562" y="17041"/>
                </a:lnTo>
                <a:lnTo>
                  <a:pt x="17486" y="16987"/>
                </a:lnTo>
                <a:lnTo>
                  <a:pt x="17334" y="16987"/>
                </a:lnTo>
                <a:lnTo>
                  <a:pt x="17295" y="17095"/>
                </a:lnTo>
                <a:lnTo>
                  <a:pt x="17067" y="17041"/>
                </a:lnTo>
                <a:lnTo>
                  <a:pt x="16838" y="17041"/>
                </a:lnTo>
                <a:lnTo>
                  <a:pt x="16381" y="17095"/>
                </a:lnTo>
                <a:lnTo>
                  <a:pt x="16420" y="16932"/>
                </a:lnTo>
                <a:lnTo>
                  <a:pt x="16381" y="16769"/>
                </a:lnTo>
                <a:lnTo>
                  <a:pt x="16267" y="16499"/>
                </a:lnTo>
                <a:lnTo>
                  <a:pt x="16153" y="16281"/>
                </a:lnTo>
                <a:lnTo>
                  <a:pt x="16039" y="16010"/>
                </a:lnTo>
                <a:lnTo>
                  <a:pt x="15963" y="15685"/>
                </a:lnTo>
                <a:lnTo>
                  <a:pt x="15924" y="15413"/>
                </a:lnTo>
                <a:lnTo>
                  <a:pt x="15886" y="15250"/>
                </a:lnTo>
                <a:lnTo>
                  <a:pt x="15810" y="15142"/>
                </a:lnTo>
                <a:lnTo>
                  <a:pt x="16229" y="14816"/>
                </a:lnTo>
                <a:lnTo>
                  <a:pt x="16648" y="14436"/>
                </a:lnTo>
                <a:lnTo>
                  <a:pt x="16991" y="13948"/>
                </a:lnTo>
                <a:lnTo>
                  <a:pt x="17105" y="13730"/>
                </a:lnTo>
                <a:lnTo>
                  <a:pt x="17219" y="13459"/>
                </a:lnTo>
                <a:lnTo>
                  <a:pt x="17295" y="13134"/>
                </a:lnTo>
                <a:lnTo>
                  <a:pt x="17334" y="12754"/>
                </a:lnTo>
                <a:lnTo>
                  <a:pt x="17334" y="11993"/>
                </a:lnTo>
                <a:lnTo>
                  <a:pt x="17219" y="11289"/>
                </a:lnTo>
                <a:lnTo>
                  <a:pt x="17029" y="10637"/>
                </a:lnTo>
                <a:lnTo>
                  <a:pt x="16877" y="10203"/>
                </a:lnTo>
                <a:lnTo>
                  <a:pt x="16648" y="9823"/>
                </a:lnTo>
                <a:lnTo>
                  <a:pt x="16495" y="9660"/>
                </a:lnTo>
                <a:lnTo>
                  <a:pt x="16343" y="9552"/>
                </a:lnTo>
                <a:lnTo>
                  <a:pt x="16191" y="9497"/>
                </a:lnTo>
                <a:lnTo>
                  <a:pt x="16000" y="9443"/>
                </a:lnTo>
                <a:lnTo>
                  <a:pt x="15657" y="9335"/>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560" name="Google Shape;208;p3"/>
          <p:cNvSpPr/>
          <p:nvPr/>
        </p:nvSpPr>
        <p:spPr>
          <a:xfrm>
            <a:off x="8052576" y="4029305"/>
            <a:ext cx="388091" cy="4088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52" y="3461"/>
                </a:moveTo>
                <a:lnTo>
                  <a:pt x="14477" y="3572"/>
                </a:lnTo>
                <a:lnTo>
                  <a:pt x="14420" y="3737"/>
                </a:lnTo>
                <a:lnTo>
                  <a:pt x="14362" y="3846"/>
                </a:lnTo>
                <a:lnTo>
                  <a:pt x="14362" y="4011"/>
                </a:lnTo>
                <a:lnTo>
                  <a:pt x="14420" y="4287"/>
                </a:lnTo>
                <a:lnTo>
                  <a:pt x="14535" y="4617"/>
                </a:lnTo>
                <a:lnTo>
                  <a:pt x="14941" y="5606"/>
                </a:lnTo>
                <a:lnTo>
                  <a:pt x="15347" y="6595"/>
                </a:lnTo>
                <a:lnTo>
                  <a:pt x="15230" y="6650"/>
                </a:lnTo>
                <a:lnTo>
                  <a:pt x="14303" y="7915"/>
                </a:lnTo>
                <a:lnTo>
                  <a:pt x="13899" y="8463"/>
                </a:lnTo>
                <a:lnTo>
                  <a:pt x="13725" y="8739"/>
                </a:lnTo>
                <a:lnTo>
                  <a:pt x="13667" y="8904"/>
                </a:lnTo>
                <a:lnTo>
                  <a:pt x="13725" y="9069"/>
                </a:lnTo>
                <a:lnTo>
                  <a:pt x="13899" y="9013"/>
                </a:lnTo>
                <a:lnTo>
                  <a:pt x="14014" y="8959"/>
                </a:lnTo>
                <a:lnTo>
                  <a:pt x="14246" y="8739"/>
                </a:lnTo>
                <a:lnTo>
                  <a:pt x="14652" y="8244"/>
                </a:lnTo>
                <a:lnTo>
                  <a:pt x="15694" y="6980"/>
                </a:lnTo>
                <a:lnTo>
                  <a:pt x="15809" y="6980"/>
                </a:lnTo>
                <a:lnTo>
                  <a:pt x="15983" y="6924"/>
                </a:lnTo>
                <a:lnTo>
                  <a:pt x="16041" y="6815"/>
                </a:lnTo>
                <a:lnTo>
                  <a:pt x="16041" y="6650"/>
                </a:lnTo>
                <a:lnTo>
                  <a:pt x="15288" y="4837"/>
                </a:lnTo>
                <a:lnTo>
                  <a:pt x="14883" y="4067"/>
                </a:lnTo>
                <a:lnTo>
                  <a:pt x="14767" y="3793"/>
                </a:lnTo>
                <a:lnTo>
                  <a:pt x="14709" y="3628"/>
                </a:lnTo>
                <a:lnTo>
                  <a:pt x="14709" y="3461"/>
                </a:lnTo>
                <a:close/>
                <a:moveTo>
                  <a:pt x="13725" y="2418"/>
                </a:moveTo>
                <a:lnTo>
                  <a:pt x="13841" y="2693"/>
                </a:lnTo>
                <a:lnTo>
                  <a:pt x="13899" y="2858"/>
                </a:lnTo>
                <a:lnTo>
                  <a:pt x="14073" y="2967"/>
                </a:lnTo>
                <a:lnTo>
                  <a:pt x="14246" y="3078"/>
                </a:lnTo>
                <a:lnTo>
                  <a:pt x="14477" y="3022"/>
                </a:lnTo>
                <a:lnTo>
                  <a:pt x="14826" y="2858"/>
                </a:lnTo>
                <a:lnTo>
                  <a:pt x="15173" y="2583"/>
                </a:lnTo>
                <a:lnTo>
                  <a:pt x="15577" y="3407"/>
                </a:lnTo>
                <a:lnTo>
                  <a:pt x="16041" y="4122"/>
                </a:lnTo>
                <a:lnTo>
                  <a:pt x="16504" y="4891"/>
                </a:lnTo>
                <a:lnTo>
                  <a:pt x="16851" y="5661"/>
                </a:lnTo>
                <a:lnTo>
                  <a:pt x="16621" y="5880"/>
                </a:lnTo>
                <a:lnTo>
                  <a:pt x="16389" y="6100"/>
                </a:lnTo>
                <a:lnTo>
                  <a:pt x="16215" y="6376"/>
                </a:lnTo>
                <a:lnTo>
                  <a:pt x="16157" y="6706"/>
                </a:lnTo>
                <a:lnTo>
                  <a:pt x="16215" y="6870"/>
                </a:lnTo>
                <a:lnTo>
                  <a:pt x="16330" y="6980"/>
                </a:lnTo>
                <a:lnTo>
                  <a:pt x="16330" y="7200"/>
                </a:lnTo>
                <a:lnTo>
                  <a:pt x="16389" y="7309"/>
                </a:lnTo>
                <a:lnTo>
                  <a:pt x="16562" y="7365"/>
                </a:lnTo>
                <a:lnTo>
                  <a:pt x="16562" y="7420"/>
                </a:lnTo>
                <a:lnTo>
                  <a:pt x="16330" y="7750"/>
                </a:lnTo>
                <a:lnTo>
                  <a:pt x="15751" y="8463"/>
                </a:lnTo>
                <a:lnTo>
                  <a:pt x="15230" y="9233"/>
                </a:lnTo>
                <a:lnTo>
                  <a:pt x="14999" y="9124"/>
                </a:lnTo>
                <a:lnTo>
                  <a:pt x="14709" y="9069"/>
                </a:lnTo>
                <a:lnTo>
                  <a:pt x="14420" y="9178"/>
                </a:lnTo>
                <a:lnTo>
                  <a:pt x="14130" y="9289"/>
                </a:lnTo>
                <a:lnTo>
                  <a:pt x="13956" y="9508"/>
                </a:lnTo>
                <a:lnTo>
                  <a:pt x="13782" y="9728"/>
                </a:lnTo>
                <a:lnTo>
                  <a:pt x="13146" y="9728"/>
                </a:lnTo>
                <a:lnTo>
                  <a:pt x="11929" y="9783"/>
                </a:lnTo>
                <a:lnTo>
                  <a:pt x="11872" y="9672"/>
                </a:lnTo>
                <a:lnTo>
                  <a:pt x="11698" y="9563"/>
                </a:lnTo>
                <a:lnTo>
                  <a:pt x="11177" y="9398"/>
                </a:lnTo>
                <a:lnTo>
                  <a:pt x="11119" y="9398"/>
                </a:lnTo>
                <a:lnTo>
                  <a:pt x="11004" y="9343"/>
                </a:lnTo>
                <a:lnTo>
                  <a:pt x="10713" y="9343"/>
                </a:lnTo>
                <a:lnTo>
                  <a:pt x="10481" y="9289"/>
                </a:lnTo>
                <a:lnTo>
                  <a:pt x="9207" y="8134"/>
                </a:lnTo>
                <a:lnTo>
                  <a:pt x="8282" y="7309"/>
                </a:lnTo>
                <a:lnTo>
                  <a:pt x="8397" y="7035"/>
                </a:lnTo>
                <a:lnTo>
                  <a:pt x="8397" y="6759"/>
                </a:lnTo>
                <a:lnTo>
                  <a:pt x="8339" y="6650"/>
                </a:lnTo>
                <a:lnTo>
                  <a:pt x="8282" y="6541"/>
                </a:lnTo>
                <a:lnTo>
                  <a:pt x="8050" y="6376"/>
                </a:lnTo>
                <a:lnTo>
                  <a:pt x="8339" y="5715"/>
                </a:lnTo>
                <a:lnTo>
                  <a:pt x="9150" y="4067"/>
                </a:lnTo>
                <a:lnTo>
                  <a:pt x="9671" y="3022"/>
                </a:lnTo>
                <a:lnTo>
                  <a:pt x="9903" y="3022"/>
                </a:lnTo>
                <a:lnTo>
                  <a:pt x="10134" y="2967"/>
                </a:lnTo>
                <a:lnTo>
                  <a:pt x="10366" y="2858"/>
                </a:lnTo>
                <a:lnTo>
                  <a:pt x="10598" y="2693"/>
                </a:lnTo>
                <a:lnTo>
                  <a:pt x="10772" y="2528"/>
                </a:lnTo>
                <a:lnTo>
                  <a:pt x="11814" y="2472"/>
                </a:lnTo>
                <a:lnTo>
                  <a:pt x="13725" y="2418"/>
                </a:lnTo>
                <a:close/>
                <a:moveTo>
                  <a:pt x="10772" y="10222"/>
                </a:moveTo>
                <a:lnTo>
                  <a:pt x="10945" y="10333"/>
                </a:lnTo>
                <a:lnTo>
                  <a:pt x="10655" y="10333"/>
                </a:lnTo>
                <a:lnTo>
                  <a:pt x="10598" y="10278"/>
                </a:lnTo>
                <a:lnTo>
                  <a:pt x="10772" y="10222"/>
                </a:lnTo>
                <a:close/>
                <a:moveTo>
                  <a:pt x="4285" y="8080"/>
                </a:moveTo>
                <a:lnTo>
                  <a:pt x="4169" y="8134"/>
                </a:lnTo>
                <a:lnTo>
                  <a:pt x="3996" y="8244"/>
                </a:lnTo>
                <a:lnTo>
                  <a:pt x="3880" y="8354"/>
                </a:lnTo>
                <a:lnTo>
                  <a:pt x="3590" y="8683"/>
                </a:lnTo>
                <a:lnTo>
                  <a:pt x="3127" y="9454"/>
                </a:lnTo>
                <a:lnTo>
                  <a:pt x="2606" y="10278"/>
                </a:lnTo>
                <a:lnTo>
                  <a:pt x="2374" y="10607"/>
                </a:lnTo>
                <a:lnTo>
                  <a:pt x="2259" y="10772"/>
                </a:lnTo>
                <a:lnTo>
                  <a:pt x="2201" y="10882"/>
                </a:lnTo>
                <a:lnTo>
                  <a:pt x="2201" y="10993"/>
                </a:lnTo>
                <a:lnTo>
                  <a:pt x="2085" y="11048"/>
                </a:lnTo>
                <a:lnTo>
                  <a:pt x="2085" y="11267"/>
                </a:lnTo>
                <a:lnTo>
                  <a:pt x="2201" y="11322"/>
                </a:lnTo>
                <a:lnTo>
                  <a:pt x="2374" y="11378"/>
                </a:lnTo>
                <a:lnTo>
                  <a:pt x="2548" y="11267"/>
                </a:lnTo>
                <a:lnTo>
                  <a:pt x="2722" y="11157"/>
                </a:lnTo>
                <a:lnTo>
                  <a:pt x="2895" y="10993"/>
                </a:lnTo>
                <a:lnTo>
                  <a:pt x="3186" y="10552"/>
                </a:lnTo>
                <a:lnTo>
                  <a:pt x="3360" y="10222"/>
                </a:lnTo>
                <a:lnTo>
                  <a:pt x="4054" y="9289"/>
                </a:lnTo>
                <a:lnTo>
                  <a:pt x="4343" y="8794"/>
                </a:lnTo>
                <a:lnTo>
                  <a:pt x="4517" y="8574"/>
                </a:lnTo>
                <a:lnTo>
                  <a:pt x="4517" y="8189"/>
                </a:lnTo>
                <a:lnTo>
                  <a:pt x="4401" y="8134"/>
                </a:lnTo>
                <a:lnTo>
                  <a:pt x="4285" y="8080"/>
                </a:lnTo>
                <a:close/>
                <a:moveTo>
                  <a:pt x="6429" y="7255"/>
                </a:moveTo>
                <a:lnTo>
                  <a:pt x="6602" y="7530"/>
                </a:lnTo>
                <a:lnTo>
                  <a:pt x="6833" y="7750"/>
                </a:lnTo>
                <a:lnTo>
                  <a:pt x="7065" y="7804"/>
                </a:lnTo>
                <a:lnTo>
                  <a:pt x="7297" y="7859"/>
                </a:lnTo>
                <a:lnTo>
                  <a:pt x="7529" y="7859"/>
                </a:lnTo>
                <a:lnTo>
                  <a:pt x="7759" y="7804"/>
                </a:lnTo>
                <a:lnTo>
                  <a:pt x="8397" y="8354"/>
                </a:lnTo>
                <a:lnTo>
                  <a:pt x="9730" y="9672"/>
                </a:lnTo>
                <a:lnTo>
                  <a:pt x="9671" y="9783"/>
                </a:lnTo>
                <a:lnTo>
                  <a:pt x="9613" y="9948"/>
                </a:lnTo>
                <a:lnTo>
                  <a:pt x="9671" y="10168"/>
                </a:lnTo>
                <a:lnTo>
                  <a:pt x="9730" y="10333"/>
                </a:lnTo>
                <a:lnTo>
                  <a:pt x="9845" y="10498"/>
                </a:lnTo>
                <a:lnTo>
                  <a:pt x="9845" y="10607"/>
                </a:lnTo>
                <a:lnTo>
                  <a:pt x="9381" y="11102"/>
                </a:lnTo>
                <a:lnTo>
                  <a:pt x="8977" y="11652"/>
                </a:lnTo>
                <a:lnTo>
                  <a:pt x="8165" y="12752"/>
                </a:lnTo>
                <a:lnTo>
                  <a:pt x="7412" y="13685"/>
                </a:lnTo>
                <a:lnTo>
                  <a:pt x="7238" y="13576"/>
                </a:lnTo>
                <a:lnTo>
                  <a:pt x="7008" y="13576"/>
                </a:lnTo>
                <a:lnTo>
                  <a:pt x="6717" y="13631"/>
                </a:lnTo>
                <a:lnTo>
                  <a:pt x="6485" y="13796"/>
                </a:lnTo>
                <a:lnTo>
                  <a:pt x="6312" y="14015"/>
                </a:lnTo>
                <a:lnTo>
                  <a:pt x="6196" y="14291"/>
                </a:lnTo>
                <a:lnTo>
                  <a:pt x="5675" y="14235"/>
                </a:lnTo>
                <a:lnTo>
                  <a:pt x="4460" y="14291"/>
                </a:lnTo>
                <a:lnTo>
                  <a:pt x="4401" y="14015"/>
                </a:lnTo>
                <a:lnTo>
                  <a:pt x="4228" y="13796"/>
                </a:lnTo>
                <a:lnTo>
                  <a:pt x="3996" y="13631"/>
                </a:lnTo>
                <a:lnTo>
                  <a:pt x="3764" y="13576"/>
                </a:lnTo>
                <a:lnTo>
                  <a:pt x="3533" y="13576"/>
                </a:lnTo>
                <a:lnTo>
                  <a:pt x="3243" y="13631"/>
                </a:lnTo>
                <a:lnTo>
                  <a:pt x="2490" y="12641"/>
                </a:lnTo>
                <a:lnTo>
                  <a:pt x="2201" y="12146"/>
                </a:lnTo>
                <a:lnTo>
                  <a:pt x="1795" y="11652"/>
                </a:lnTo>
                <a:lnTo>
                  <a:pt x="1912" y="11378"/>
                </a:lnTo>
                <a:lnTo>
                  <a:pt x="1969" y="11157"/>
                </a:lnTo>
                <a:lnTo>
                  <a:pt x="1912" y="10882"/>
                </a:lnTo>
                <a:lnTo>
                  <a:pt x="1853" y="10663"/>
                </a:lnTo>
                <a:lnTo>
                  <a:pt x="1680" y="10498"/>
                </a:lnTo>
                <a:lnTo>
                  <a:pt x="1738" y="10387"/>
                </a:lnTo>
                <a:lnTo>
                  <a:pt x="1853" y="10222"/>
                </a:lnTo>
                <a:lnTo>
                  <a:pt x="1969" y="9948"/>
                </a:lnTo>
                <a:lnTo>
                  <a:pt x="2548" y="8959"/>
                </a:lnTo>
                <a:lnTo>
                  <a:pt x="3069" y="8024"/>
                </a:lnTo>
                <a:lnTo>
                  <a:pt x="3416" y="8024"/>
                </a:lnTo>
                <a:lnTo>
                  <a:pt x="3764" y="7915"/>
                </a:lnTo>
                <a:lnTo>
                  <a:pt x="3996" y="7694"/>
                </a:lnTo>
                <a:lnTo>
                  <a:pt x="4111" y="7585"/>
                </a:lnTo>
                <a:lnTo>
                  <a:pt x="4169" y="7420"/>
                </a:lnTo>
                <a:lnTo>
                  <a:pt x="4228" y="7365"/>
                </a:lnTo>
                <a:lnTo>
                  <a:pt x="4922" y="7420"/>
                </a:lnTo>
                <a:lnTo>
                  <a:pt x="5849" y="7365"/>
                </a:lnTo>
                <a:lnTo>
                  <a:pt x="6429" y="7255"/>
                </a:lnTo>
                <a:close/>
                <a:moveTo>
                  <a:pt x="14014" y="11596"/>
                </a:moveTo>
                <a:lnTo>
                  <a:pt x="14014" y="11707"/>
                </a:lnTo>
                <a:lnTo>
                  <a:pt x="14073" y="11982"/>
                </a:lnTo>
                <a:lnTo>
                  <a:pt x="14073" y="12091"/>
                </a:lnTo>
                <a:lnTo>
                  <a:pt x="14130" y="12257"/>
                </a:lnTo>
                <a:lnTo>
                  <a:pt x="14826" y="13081"/>
                </a:lnTo>
                <a:lnTo>
                  <a:pt x="15462" y="13906"/>
                </a:lnTo>
                <a:lnTo>
                  <a:pt x="15694" y="14180"/>
                </a:lnTo>
                <a:lnTo>
                  <a:pt x="15809" y="14291"/>
                </a:lnTo>
                <a:lnTo>
                  <a:pt x="15983" y="14345"/>
                </a:lnTo>
                <a:lnTo>
                  <a:pt x="16157" y="14345"/>
                </a:lnTo>
                <a:lnTo>
                  <a:pt x="16273" y="14291"/>
                </a:lnTo>
                <a:lnTo>
                  <a:pt x="16389" y="14235"/>
                </a:lnTo>
                <a:lnTo>
                  <a:pt x="16447" y="14070"/>
                </a:lnTo>
                <a:lnTo>
                  <a:pt x="16447" y="13850"/>
                </a:lnTo>
                <a:lnTo>
                  <a:pt x="16389" y="13741"/>
                </a:lnTo>
                <a:lnTo>
                  <a:pt x="16273" y="13685"/>
                </a:lnTo>
                <a:lnTo>
                  <a:pt x="16100" y="13631"/>
                </a:lnTo>
                <a:lnTo>
                  <a:pt x="15926" y="13411"/>
                </a:lnTo>
                <a:lnTo>
                  <a:pt x="15809" y="13246"/>
                </a:lnTo>
                <a:lnTo>
                  <a:pt x="15230" y="12587"/>
                </a:lnTo>
                <a:lnTo>
                  <a:pt x="14652" y="11872"/>
                </a:lnTo>
                <a:lnTo>
                  <a:pt x="14535" y="11761"/>
                </a:lnTo>
                <a:lnTo>
                  <a:pt x="14420" y="11707"/>
                </a:lnTo>
                <a:lnTo>
                  <a:pt x="14130" y="11596"/>
                </a:lnTo>
                <a:close/>
                <a:moveTo>
                  <a:pt x="3360" y="14565"/>
                </a:moveTo>
                <a:lnTo>
                  <a:pt x="3243" y="14620"/>
                </a:lnTo>
                <a:lnTo>
                  <a:pt x="3243" y="14565"/>
                </a:lnTo>
                <a:close/>
                <a:moveTo>
                  <a:pt x="8860" y="13906"/>
                </a:moveTo>
                <a:lnTo>
                  <a:pt x="8803" y="13961"/>
                </a:lnTo>
                <a:lnTo>
                  <a:pt x="8803" y="14291"/>
                </a:lnTo>
                <a:lnTo>
                  <a:pt x="8918" y="14509"/>
                </a:lnTo>
                <a:lnTo>
                  <a:pt x="9150" y="14894"/>
                </a:lnTo>
                <a:lnTo>
                  <a:pt x="9730" y="15665"/>
                </a:lnTo>
                <a:lnTo>
                  <a:pt x="10192" y="16324"/>
                </a:lnTo>
                <a:lnTo>
                  <a:pt x="10424" y="16654"/>
                </a:lnTo>
                <a:lnTo>
                  <a:pt x="10772" y="16928"/>
                </a:lnTo>
                <a:lnTo>
                  <a:pt x="10830" y="17039"/>
                </a:lnTo>
                <a:lnTo>
                  <a:pt x="11004" y="17204"/>
                </a:lnTo>
                <a:lnTo>
                  <a:pt x="11119" y="17259"/>
                </a:lnTo>
                <a:lnTo>
                  <a:pt x="11234" y="17259"/>
                </a:lnTo>
                <a:lnTo>
                  <a:pt x="11351" y="17204"/>
                </a:lnTo>
                <a:lnTo>
                  <a:pt x="11408" y="17093"/>
                </a:lnTo>
                <a:lnTo>
                  <a:pt x="11466" y="16763"/>
                </a:lnTo>
                <a:lnTo>
                  <a:pt x="11408" y="16598"/>
                </a:lnTo>
                <a:lnTo>
                  <a:pt x="11293" y="16433"/>
                </a:lnTo>
                <a:lnTo>
                  <a:pt x="11177" y="16379"/>
                </a:lnTo>
                <a:lnTo>
                  <a:pt x="11060" y="16324"/>
                </a:lnTo>
                <a:lnTo>
                  <a:pt x="10945" y="16159"/>
                </a:lnTo>
                <a:lnTo>
                  <a:pt x="10830" y="15994"/>
                </a:lnTo>
                <a:lnTo>
                  <a:pt x="10598" y="15665"/>
                </a:lnTo>
                <a:lnTo>
                  <a:pt x="9903" y="14730"/>
                </a:lnTo>
                <a:lnTo>
                  <a:pt x="9498" y="14235"/>
                </a:lnTo>
                <a:lnTo>
                  <a:pt x="9265" y="14070"/>
                </a:lnTo>
                <a:lnTo>
                  <a:pt x="9033" y="13906"/>
                </a:lnTo>
                <a:close/>
                <a:moveTo>
                  <a:pt x="13782" y="10443"/>
                </a:moveTo>
                <a:lnTo>
                  <a:pt x="13899" y="10607"/>
                </a:lnTo>
                <a:lnTo>
                  <a:pt x="14073" y="10717"/>
                </a:lnTo>
                <a:lnTo>
                  <a:pt x="14188" y="10828"/>
                </a:lnTo>
                <a:lnTo>
                  <a:pt x="14362" y="10882"/>
                </a:lnTo>
                <a:lnTo>
                  <a:pt x="14826" y="10828"/>
                </a:lnTo>
                <a:lnTo>
                  <a:pt x="14999" y="10882"/>
                </a:lnTo>
                <a:lnTo>
                  <a:pt x="15115" y="10937"/>
                </a:lnTo>
                <a:lnTo>
                  <a:pt x="15347" y="11322"/>
                </a:lnTo>
                <a:lnTo>
                  <a:pt x="15577" y="11707"/>
                </a:lnTo>
                <a:lnTo>
                  <a:pt x="16157" y="12531"/>
                </a:lnTo>
                <a:lnTo>
                  <a:pt x="16910" y="13631"/>
                </a:lnTo>
                <a:lnTo>
                  <a:pt x="16794" y="13906"/>
                </a:lnTo>
                <a:lnTo>
                  <a:pt x="16736" y="14126"/>
                </a:lnTo>
                <a:lnTo>
                  <a:pt x="16678" y="14620"/>
                </a:lnTo>
                <a:lnTo>
                  <a:pt x="16621" y="14894"/>
                </a:lnTo>
                <a:lnTo>
                  <a:pt x="16621" y="15335"/>
                </a:lnTo>
                <a:lnTo>
                  <a:pt x="16678" y="15389"/>
                </a:lnTo>
                <a:lnTo>
                  <a:pt x="16330" y="15939"/>
                </a:lnTo>
                <a:lnTo>
                  <a:pt x="15462" y="17313"/>
                </a:lnTo>
                <a:lnTo>
                  <a:pt x="15288" y="17259"/>
                </a:lnTo>
                <a:lnTo>
                  <a:pt x="15056" y="17259"/>
                </a:lnTo>
                <a:lnTo>
                  <a:pt x="14826" y="17313"/>
                </a:lnTo>
                <a:lnTo>
                  <a:pt x="14652" y="17424"/>
                </a:lnTo>
                <a:lnTo>
                  <a:pt x="14477" y="17533"/>
                </a:lnTo>
                <a:lnTo>
                  <a:pt x="14362" y="17698"/>
                </a:lnTo>
                <a:lnTo>
                  <a:pt x="14246" y="17863"/>
                </a:lnTo>
                <a:lnTo>
                  <a:pt x="14188" y="18028"/>
                </a:lnTo>
                <a:lnTo>
                  <a:pt x="13261" y="18083"/>
                </a:lnTo>
                <a:lnTo>
                  <a:pt x="11814" y="18193"/>
                </a:lnTo>
                <a:lnTo>
                  <a:pt x="11060" y="18193"/>
                </a:lnTo>
                <a:lnTo>
                  <a:pt x="11004" y="17918"/>
                </a:lnTo>
                <a:lnTo>
                  <a:pt x="10772" y="17643"/>
                </a:lnTo>
                <a:lnTo>
                  <a:pt x="10655" y="17589"/>
                </a:lnTo>
                <a:lnTo>
                  <a:pt x="10540" y="17533"/>
                </a:lnTo>
                <a:lnTo>
                  <a:pt x="10251" y="17478"/>
                </a:lnTo>
                <a:lnTo>
                  <a:pt x="10134" y="17424"/>
                </a:lnTo>
                <a:lnTo>
                  <a:pt x="10019" y="17478"/>
                </a:lnTo>
                <a:lnTo>
                  <a:pt x="9903" y="17589"/>
                </a:lnTo>
                <a:lnTo>
                  <a:pt x="9786" y="17589"/>
                </a:lnTo>
                <a:lnTo>
                  <a:pt x="9439" y="16818"/>
                </a:lnTo>
                <a:lnTo>
                  <a:pt x="9033" y="16050"/>
                </a:lnTo>
                <a:lnTo>
                  <a:pt x="8629" y="15444"/>
                </a:lnTo>
                <a:lnTo>
                  <a:pt x="8165" y="14785"/>
                </a:lnTo>
                <a:lnTo>
                  <a:pt x="8224" y="14620"/>
                </a:lnTo>
                <a:lnTo>
                  <a:pt x="8282" y="14455"/>
                </a:lnTo>
                <a:lnTo>
                  <a:pt x="8282" y="14235"/>
                </a:lnTo>
                <a:lnTo>
                  <a:pt x="8224" y="14070"/>
                </a:lnTo>
                <a:lnTo>
                  <a:pt x="8107" y="13961"/>
                </a:lnTo>
                <a:lnTo>
                  <a:pt x="8050" y="13961"/>
                </a:lnTo>
                <a:lnTo>
                  <a:pt x="8224" y="13741"/>
                </a:lnTo>
                <a:lnTo>
                  <a:pt x="9092" y="12587"/>
                </a:lnTo>
                <a:lnTo>
                  <a:pt x="9730" y="11761"/>
                </a:lnTo>
                <a:lnTo>
                  <a:pt x="10077" y="11378"/>
                </a:lnTo>
                <a:lnTo>
                  <a:pt x="10307" y="10937"/>
                </a:lnTo>
                <a:lnTo>
                  <a:pt x="10540" y="10993"/>
                </a:lnTo>
                <a:lnTo>
                  <a:pt x="10945" y="10993"/>
                </a:lnTo>
                <a:lnTo>
                  <a:pt x="11177" y="10937"/>
                </a:lnTo>
                <a:lnTo>
                  <a:pt x="11351" y="10882"/>
                </a:lnTo>
                <a:lnTo>
                  <a:pt x="11525" y="10717"/>
                </a:lnTo>
                <a:lnTo>
                  <a:pt x="11698" y="10607"/>
                </a:lnTo>
                <a:lnTo>
                  <a:pt x="11814" y="10443"/>
                </a:lnTo>
                <a:close/>
                <a:moveTo>
                  <a:pt x="7529" y="0"/>
                </a:moveTo>
                <a:lnTo>
                  <a:pt x="7529" y="54"/>
                </a:lnTo>
                <a:lnTo>
                  <a:pt x="7586" y="274"/>
                </a:lnTo>
                <a:lnTo>
                  <a:pt x="7703" y="439"/>
                </a:lnTo>
                <a:lnTo>
                  <a:pt x="7876" y="548"/>
                </a:lnTo>
                <a:lnTo>
                  <a:pt x="8050" y="604"/>
                </a:lnTo>
                <a:lnTo>
                  <a:pt x="8165" y="824"/>
                </a:lnTo>
                <a:lnTo>
                  <a:pt x="8339" y="1043"/>
                </a:lnTo>
                <a:lnTo>
                  <a:pt x="8629" y="1483"/>
                </a:lnTo>
                <a:lnTo>
                  <a:pt x="8745" y="1648"/>
                </a:lnTo>
                <a:lnTo>
                  <a:pt x="8629" y="1922"/>
                </a:lnTo>
                <a:lnTo>
                  <a:pt x="8629" y="2198"/>
                </a:lnTo>
                <a:lnTo>
                  <a:pt x="8745" y="2528"/>
                </a:lnTo>
                <a:lnTo>
                  <a:pt x="8918" y="2748"/>
                </a:lnTo>
                <a:lnTo>
                  <a:pt x="9033" y="2858"/>
                </a:lnTo>
                <a:lnTo>
                  <a:pt x="8456" y="3902"/>
                </a:lnTo>
                <a:lnTo>
                  <a:pt x="7703" y="5385"/>
                </a:lnTo>
                <a:lnTo>
                  <a:pt x="7529" y="5770"/>
                </a:lnTo>
                <a:lnTo>
                  <a:pt x="7297" y="6100"/>
                </a:lnTo>
                <a:lnTo>
                  <a:pt x="6950" y="6100"/>
                </a:lnTo>
                <a:lnTo>
                  <a:pt x="6776" y="6156"/>
                </a:lnTo>
                <a:lnTo>
                  <a:pt x="6602" y="6265"/>
                </a:lnTo>
                <a:lnTo>
                  <a:pt x="6485" y="6430"/>
                </a:lnTo>
                <a:lnTo>
                  <a:pt x="6429" y="6595"/>
                </a:lnTo>
                <a:lnTo>
                  <a:pt x="5502" y="6706"/>
                </a:lnTo>
                <a:lnTo>
                  <a:pt x="4807" y="6759"/>
                </a:lnTo>
                <a:lnTo>
                  <a:pt x="4228" y="6815"/>
                </a:lnTo>
                <a:lnTo>
                  <a:pt x="4054" y="6541"/>
                </a:lnTo>
                <a:lnTo>
                  <a:pt x="3880" y="6320"/>
                </a:lnTo>
                <a:lnTo>
                  <a:pt x="3590" y="6211"/>
                </a:lnTo>
                <a:lnTo>
                  <a:pt x="3301" y="6156"/>
                </a:lnTo>
                <a:lnTo>
                  <a:pt x="3011" y="6156"/>
                </a:lnTo>
                <a:lnTo>
                  <a:pt x="2837" y="6265"/>
                </a:lnTo>
                <a:lnTo>
                  <a:pt x="2606" y="6430"/>
                </a:lnTo>
                <a:lnTo>
                  <a:pt x="2490" y="6595"/>
                </a:lnTo>
                <a:lnTo>
                  <a:pt x="2374" y="6759"/>
                </a:lnTo>
                <a:lnTo>
                  <a:pt x="2374" y="6924"/>
                </a:lnTo>
                <a:lnTo>
                  <a:pt x="2259" y="7145"/>
                </a:lnTo>
                <a:lnTo>
                  <a:pt x="2259" y="7420"/>
                </a:lnTo>
                <a:lnTo>
                  <a:pt x="2316" y="7639"/>
                </a:lnTo>
                <a:lnTo>
                  <a:pt x="2374" y="7750"/>
                </a:lnTo>
                <a:lnTo>
                  <a:pt x="2374" y="7804"/>
                </a:lnTo>
                <a:lnTo>
                  <a:pt x="1969" y="8630"/>
                </a:lnTo>
                <a:lnTo>
                  <a:pt x="1389" y="9618"/>
                </a:lnTo>
                <a:lnTo>
                  <a:pt x="1216" y="9948"/>
                </a:lnTo>
                <a:lnTo>
                  <a:pt x="1216" y="10058"/>
                </a:lnTo>
                <a:lnTo>
                  <a:pt x="1159" y="10222"/>
                </a:lnTo>
                <a:lnTo>
                  <a:pt x="1159" y="10168"/>
                </a:lnTo>
                <a:lnTo>
                  <a:pt x="985" y="10168"/>
                </a:lnTo>
                <a:lnTo>
                  <a:pt x="868" y="10222"/>
                </a:lnTo>
                <a:lnTo>
                  <a:pt x="638" y="10387"/>
                </a:lnTo>
                <a:lnTo>
                  <a:pt x="521" y="10443"/>
                </a:lnTo>
                <a:lnTo>
                  <a:pt x="406" y="10498"/>
                </a:lnTo>
                <a:lnTo>
                  <a:pt x="289" y="10663"/>
                </a:lnTo>
                <a:lnTo>
                  <a:pt x="174" y="10828"/>
                </a:lnTo>
                <a:lnTo>
                  <a:pt x="174" y="11157"/>
                </a:lnTo>
                <a:lnTo>
                  <a:pt x="0" y="11652"/>
                </a:lnTo>
                <a:lnTo>
                  <a:pt x="58" y="11761"/>
                </a:lnTo>
                <a:lnTo>
                  <a:pt x="115" y="11817"/>
                </a:lnTo>
                <a:lnTo>
                  <a:pt x="174" y="11926"/>
                </a:lnTo>
                <a:lnTo>
                  <a:pt x="289" y="11926"/>
                </a:lnTo>
                <a:lnTo>
                  <a:pt x="579" y="12037"/>
                </a:lnTo>
                <a:lnTo>
                  <a:pt x="1042" y="12037"/>
                </a:lnTo>
                <a:lnTo>
                  <a:pt x="1042" y="11982"/>
                </a:lnTo>
                <a:lnTo>
                  <a:pt x="1216" y="11982"/>
                </a:lnTo>
                <a:lnTo>
                  <a:pt x="1389" y="12257"/>
                </a:lnTo>
                <a:lnTo>
                  <a:pt x="1563" y="12531"/>
                </a:lnTo>
                <a:lnTo>
                  <a:pt x="1912" y="12970"/>
                </a:lnTo>
                <a:lnTo>
                  <a:pt x="2606" y="13906"/>
                </a:lnTo>
                <a:lnTo>
                  <a:pt x="2663" y="14015"/>
                </a:lnTo>
                <a:lnTo>
                  <a:pt x="2606" y="14235"/>
                </a:lnTo>
                <a:lnTo>
                  <a:pt x="2548" y="14455"/>
                </a:lnTo>
                <a:lnTo>
                  <a:pt x="2490" y="14730"/>
                </a:lnTo>
                <a:lnTo>
                  <a:pt x="2490" y="14894"/>
                </a:lnTo>
                <a:lnTo>
                  <a:pt x="2548" y="15059"/>
                </a:lnTo>
                <a:lnTo>
                  <a:pt x="2433" y="15335"/>
                </a:lnTo>
                <a:lnTo>
                  <a:pt x="2259" y="15609"/>
                </a:lnTo>
                <a:lnTo>
                  <a:pt x="2142" y="15883"/>
                </a:lnTo>
                <a:lnTo>
                  <a:pt x="1912" y="16159"/>
                </a:lnTo>
                <a:lnTo>
                  <a:pt x="1795" y="16269"/>
                </a:lnTo>
                <a:lnTo>
                  <a:pt x="1795" y="16433"/>
                </a:lnTo>
                <a:lnTo>
                  <a:pt x="1853" y="16598"/>
                </a:lnTo>
                <a:lnTo>
                  <a:pt x="1969" y="16709"/>
                </a:lnTo>
                <a:lnTo>
                  <a:pt x="2142" y="16763"/>
                </a:lnTo>
                <a:lnTo>
                  <a:pt x="2316" y="16709"/>
                </a:lnTo>
                <a:lnTo>
                  <a:pt x="2433" y="16598"/>
                </a:lnTo>
                <a:lnTo>
                  <a:pt x="2490" y="16433"/>
                </a:lnTo>
                <a:lnTo>
                  <a:pt x="2548" y="16379"/>
                </a:lnTo>
                <a:lnTo>
                  <a:pt x="2663" y="16215"/>
                </a:lnTo>
                <a:lnTo>
                  <a:pt x="2780" y="15939"/>
                </a:lnTo>
                <a:lnTo>
                  <a:pt x="2895" y="15719"/>
                </a:lnTo>
                <a:lnTo>
                  <a:pt x="3011" y="15280"/>
                </a:lnTo>
                <a:lnTo>
                  <a:pt x="3416" y="15280"/>
                </a:lnTo>
                <a:lnTo>
                  <a:pt x="3707" y="15224"/>
                </a:lnTo>
                <a:lnTo>
                  <a:pt x="3937" y="15115"/>
                </a:lnTo>
                <a:lnTo>
                  <a:pt x="4169" y="15005"/>
                </a:lnTo>
                <a:lnTo>
                  <a:pt x="4285" y="14841"/>
                </a:lnTo>
                <a:lnTo>
                  <a:pt x="5270" y="14841"/>
                </a:lnTo>
                <a:lnTo>
                  <a:pt x="6312" y="14894"/>
                </a:lnTo>
                <a:lnTo>
                  <a:pt x="6370" y="15059"/>
                </a:lnTo>
                <a:lnTo>
                  <a:pt x="6429" y="15115"/>
                </a:lnTo>
                <a:lnTo>
                  <a:pt x="6544" y="15224"/>
                </a:lnTo>
                <a:lnTo>
                  <a:pt x="6776" y="15335"/>
                </a:lnTo>
                <a:lnTo>
                  <a:pt x="7008" y="15444"/>
                </a:lnTo>
                <a:lnTo>
                  <a:pt x="7297" y="15444"/>
                </a:lnTo>
                <a:lnTo>
                  <a:pt x="7586" y="15389"/>
                </a:lnTo>
                <a:lnTo>
                  <a:pt x="7703" y="15335"/>
                </a:lnTo>
                <a:lnTo>
                  <a:pt x="8339" y="16215"/>
                </a:lnTo>
                <a:lnTo>
                  <a:pt x="8571" y="16654"/>
                </a:lnTo>
                <a:lnTo>
                  <a:pt x="8803" y="17093"/>
                </a:lnTo>
                <a:lnTo>
                  <a:pt x="9150" y="17972"/>
                </a:lnTo>
                <a:lnTo>
                  <a:pt x="9092" y="18137"/>
                </a:lnTo>
                <a:lnTo>
                  <a:pt x="9092" y="18742"/>
                </a:lnTo>
                <a:lnTo>
                  <a:pt x="9033" y="18907"/>
                </a:lnTo>
                <a:lnTo>
                  <a:pt x="9033" y="19017"/>
                </a:lnTo>
                <a:lnTo>
                  <a:pt x="9092" y="19128"/>
                </a:lnTo>
                <a:lnTo>
                  <a:pt x="9439" y="19292"/>
                </a:lnTo>
                <a:lnTo>
                  <a:pt x="9092" y="19731"/>
                </a:lnTo>
                <a:lnTo>
                  <a:pt x="8860" y="20172"/>
                </a:lnTo>
                <a:lnTo>
                  <a:pt x="8686" y="20666"/>
                </a:lnTo>
                <a:lnTo>
                  <a:pt x="8571" y="21161"/>
                </a:lnTo>
                <a:lnTo>
                  <a:pt x="8512" y="21270"/>
                </a:lnTo>
                <a:lnTo>
                  <a:pt x="8571" y="21381"/>
                </a:lnTo>
                <a:lnTo>
                  <a:pt x="8686" y="21491"/>
                </a:lnTo>
                <a:lnTo>
                  <a:pt x="8803" y="21546"/>
                </a:lnTo>
                <a:lnTo>
                  <a:pt x="8918" y="21600"/>
                </a:lnTo>
                <a:lnTo>
                  <a:pt x="9033" y="21600"/>
                </a:lnTo>
                <a:lnTo>
                  <a:pt x="9092" y="21546"/>
                </a:lnTo>
                <a:lnTo>
                  <a:pt x="9207" y="21435"/>
                </a:lnTo>
                <a:lnTo>
                  <a:pt x="9207" y="21326"/>
                </a:lnTo>
                <a:lnTo>
                  <a:pt x="9265" y="21106"/>
                </a:lnTo>
                <a:lnTo>
                  <a:pt x="9439" y="20666"/>
                </a:lnTo>
                <a:lnTo>
                  <a:pt x="9613" y="20172"/>
                </a:lnTo>
                <a:lnTo>
                  <a:pt x="9960" y="19511"/>
                </a:lnTo>
                <a:lnTo>
                  <a:pt x="10366" y="19511"/>
                </a:lnTo>
                <a:lnTo>
                  <a:pt x="10598" y="19457"/>
                </a:lnTo>
                <a:lnTo>
                  <a:pt x="10713" y="19292"/>
                </a:lnTo>
                <a:lnTo>
                  <a:pt x="10830" y="18852"/>
                </a:lnTo>
                <a:lnTo>
                  <a:pt x="11987" y="18852"/>
                </a:lnTo>
                <a:lnTo>
                  <a:pt x="13029" y="18798"/>
                </a:lnTo>
                <a:lnTo>
                  <a:pt x="14073" y="18742"/>
                </a:lnTo>
                <a:lnTo>
                  <a:pt x="14130" y="18742"/>
                </a:lnTo>
                <a:lnTo>
                  <a:pt x="14130" y="18907"/>
                </a:lnTo>
                <a:lnTo>
                  <a:pt x="14246" y="19017"/>
                </a:lnTo>
                <a:lnTo>
                  <a:pt x="14477" y="19182"/>
                </a:lnTo>
                <a:lnTo>
                  <a:pt x="14767" y="19292"/>
                </a:lnTo>
                <a:lnTo>
                  <a:pt x="15056" y="19346"/>
                </a:lnTo>
                <a:lnTo>
                  <a:pt x="15230" y="19896"/>
                </a:lnTo>
                <a:lnTo>
                  <a:pt x="15462" y="20720"/>
                </a:lnTo>
                <a:lnTo>
                  <a:pt x="15636" y="21052"/>
                </a:lnTo>
                <a:lnTo>
                  <a:pt x="15751" y="21216"/>
                </a:lnTo>
                <a:lnTo>
                  <a:pt x="15868" y="21381"/>
                </a:lnTo>
                <a:lnTo>
                  <a:pt x="16100" y="21381"/>
                </a:lnTo>
                <a:lnTo>
                  <a:pt x="16215" y="21326"/>
                </a:lnTo>
                <a:lnTo>
                  <a:pt x="16273" y="21216"/>
                </a:lnTo>
                <a:lnTo>
                  <a:pt x="16273" y="20831"/>
                </a:lnTo>
                <a:lnTo>
                  <a:pt x="16100" y="20391"/>
                </a:lnTo>
                <a:lnTo>
                  <a:pt x="15751" y="19402"/>
                </a:lnTo>
                <a:lnTo>
                  <a:pt x="15636" y="19072"/>
                </a:lnTo>
                <a:lnTo>
                  <a:pt x="15751" y="18907"/>
                </a:lnTo>
                <a:lnTo>
                  <a:pt x="15926" y="18578"/>
                </a:lnTo>
                <a:lnTo>
                  <a:pt x="15983" y="18302"/>
                </a:lnTo>
                <a:lnTo>
                  <a:pt x="16041" y="18028"/>
                </a:lnTo>
                <a:lnTo>
                  <a:pt x="16041" y="17807"/>
                </a:lnTo>
                <a:lnTo>
                  <a:pt x="15983" y="17754"/>
                </a:lnTo>
                <a:lnTo>
                  <a:pt x="16736" y="16544"/>
                </a:lnTo>
                <a:lnTo>
                  <a:pt x="17547" y="15335"/>
                </a:lnTo>
                <a:lnTo>
                  <a:pt x="17952" y="15115"/>
                </a:lnTo>
                <a:lnTo>
                  <a:pt x="18184" y="14950"/>
                </a:lnTo>
                <a:lnTo>
                  <a:pt x="18357" y="14785"/>
                </a:lnTo>
                <a:lnTo>
                  <a:pt x="18416" y="14730"/>
                </a:lnTo>
                <a:lnTo>
                  <a:pt x="18531" y="14620"/>
                </a:lnTo>
                <a:lnTo>
                  <a:pt x="18648" y="14400"/>
                </a:lnTo>
                <a:lnTo>
                  <a:pt x="18763" y="14180"/>
                </a:lnTo>
                <a:lnTo>
                  <a:pt x="19052" y="14235"/>
                </a:lnTo>
                <a:lnTo>
                  <a:pt x="19399" y="14235"/>
                </a:lnTo>
                <a:lnTo>
                  <a:pt x="20326" y="14291"/>
                </a:lnTo>
                <a:lnTo>
                  <a:pt x="21196" y="14235"/>
                </a:lnTo>
                <a:lnTo>
                  <a:pt x="21311" y="14235"/>
                </a:lnTo>
                <a:lnTo>
                  <a:pt x="21426" y="14180"/>
                </a:lnTo>
                <a:lnTo>
                  <a:pt x="21543" y="14070"/>
                </a:lnTo>
                <a:lnTo>
                  <a:pt x="21543" y="13961"/>
                </a:lnTo>
                <a:lnTo>
                  <a:pt x="21600" y="13850"/>
                </a:lnTo>
                <a:lnTo>
                  <a:pt x="21543" y="13741"/>
                </a:lnTo>
                <a:lnTo>
                  <a:pt x="21485" y="13631"/>
                </a:lnTo>
                <a:lnTo>
                  <a:pt x="21370" y="13520"/>
                </a:lnTo>
                <a:lnTo>
                  <a:pt x="21196" y="13520"/>
                </a:lnTo>
                <a:lnTo>
                  <a:pt x="20616" y="13466"/>
                </a:lnTo>
                <a:lnTo>
                  <a:pt x="19979" y="13466"/>
                </a:lnTo>
                <a:lnTo>
                  <a:pt x="18763" y="13520"/>
                </a:lnTo>
                <a:lnTo>
                  <a:pt x="18648" y="13411"/>
                </a:lnTo>
                <a:lnTo>
                  <a:pt x="18531" y="13300"/>
                </a:lnTo>
                <a:lnTo>
                  <a:pt x="18184" y="13135"/>
                </a:lnTo>
                <a:lnTo>
                  <a:pt x="18068" y="13135"/>
                </a:lnTo>
                <a:lnTo>
                  <a:pt x="17895" y="13191"/>
                </a:lnTo>
                <a:lnTo>
                  <a:pt x="17721" y="13135"/>
                </a:lnTo>
                <a:lnTo>
                  <a:pt x="17489" y="13191"/>
                </a:lnTo>
                <a:lnTo>
                  <a:pt x="16794" y="12146"/>
                </a:lnTo>
                <a:lnTo>
                  <a:pt x="16215" y="11378"/>
                </a:lnTo>
                <a:lnTo>
                  <a:pt x="15926" y="10937"/>
                </a:lnTo>
                <a:lnTo>
                  <a:pt x="15636" y="10607"/>
                </a:lnTo>
                <a:lnTo>
                  <a:pt x="15751" y="10443"/>
                </a:lnTo>
                <a:lnTo>
                  <a:pt x="15868" y="10222"/>
                </a:lnTo>
                <a:lnTo>
                  <a:pt x="15926" y="10058"/>
                </a:lnTo>
                <a:lnTo>
                  <a:pt x="15983" y="9839"/>
                </a:lnTo>
                <a:lnTo>
                  <a:pt x="15926" y="9728"/>
                </a:lnTo>
                <a:lnTo>
                  <a:pt x="15868" y="9672"/>
                </a:lnTo>
                <a:lnTo>
                  <a:pt x="15694" y="9672"/>
                </a:lnTo>
                <a:lnTo>
                  <a:pt x="15983" y="9343"/>
                </a:lnTo>
                <a:lnTo>
                  <a:pt x="16273" y="8959"/>
                </a:lnTo>
                <a:lnTo>
                  <a:pt x="16794" y="8244"/>
                </a:lnTo>
                <a:lnTo>
                  <a:pt x="17374" y="7420"/>
                </a:lnTo>
                <a:lnTo>
                  <a:pt x="17489" y="7420"/>
                </a:lnTo>
                <a:lnTo>
                  <a:pt x="17604" y="7365"/>
                </a:lnTo>
                <a:lnTo>
                  <a:pt x="17721" y="7255"/>
                </a:lnTo>
                <a:lnTo>
                  <a:pt x="17836" y="7145"/>
                </a:lnTo>
                <a:lnTo>
                  <a:pt x="18184" y="6870"/>
                </a:lnTo>
                <a:lnTo>
                  <a:pt x="18299" y="6706"/>
                </a:lnTo>
                <a:lnTo>
                  <a:pt x="18416" y="6541"/>
                </a:lnTo>
                <a:lnTo>
                  <a:pt x="18474" y="6376"/>
                </a:lnTo>
                <a:lnTo>
                  <a:pt x="18474" y="6211"/>
                </a:lnTo>
                <a:lnTo>
                  <a:pt x="18416" y="5991"/>
                </a:lnTo>
                <a:lnTo>
                  <a:pt x="18299" y="5826"/>
                </a:lnTo>
                <a:lnTo>
                  <a:pt x="18184" y="5661"/>
                </a:lnTo>
                <a:lnTo>
                  <a:pt x="18010" y="5606"/>
                </a:lnTo>
                <a:lnTo>
                  <a:pt x="17836" y="5550"/>
                </a:lnTo>
                <a:lnTo>
                  <a:pt x="17604" y="5496"/>
                </a:lnTo>
                <a:lnTo>
                  <a:pt x="17257" y="4782"/>
                </a:lnTo>
                <a:lnTo>
                  <a:pt x="16851" y="4122"/>
                </a:lnTo>
                <a:lnTo>
                  <a:pt x="16330" y="3132"/>
                </a:lnTo>
                <a:lnTo>
                  <a:pt x="15983" y="2583"/>
                </a:lnTo>
                <a:lnTo>
                  <a:pt x="15636" y="2143"/>
                </a:lnTo>
                <a:lnTo>
                  <a:pt x="15694" y="1922"/>
                </a:lnTo>
                <a:lnTo>
                  <a:pt x="15694" y="1813"/>
                </a:lnTo>
                <a:lnTo>
                  <a:pt x="15751" y="1593"/>
                </a:lnTo>
                <a:lnTo>
                  <a:pt x="15694" y="1428"/>
                </a:lnTo>
                <a:lnTo>
                  <a:pt x="15636" y="1263"/>
                </a:lnTo>
                <a:lnTo>
                  <a:pt x="15520" y="1043"/>
                </a:lnTo>
                <a:lnTo>
                  <a:pt x="15347" y="878"/>
                </a:lnTo>
                <a:lnTo>
                  <a:pt x="15115" y="769"/>
                </a:lnTo>
                <a:lnTo>
                  <a:pt x="14883" y="713"/>
                </a:lnTo>
                <a:lnTo>
                  <a:pt x="14594" y="769"/>
                </a:lnTo>
                <a:lnTo>
                  <a:pt x="14362" y="824"/>
                </a:lnTo>
                <a:lnTo>
                  <a:pt x="14188" y="989"/>
                </a:lnTo>
                <a:lnTo>
                  <a:pt x="14073" y="1209"/>
                </a:lnTo>
                <a:lnTo>
                  <a:pt x="14014" y="1428"/>
                </a:lnTo>
                <a:lnTo>
                  <a:pt x="13956" y="1539"/>
                </a:lnTo>
                <a:lnTo>
                  <a:pt x="12451" y="1648"/>
                </a:lnTo>
                <a:lnTo>
                  <a:pt x="11177" y="1758"/>
                </a:lnTo>
                <a:lnTo>
                  <a:pt x="10945" y="1758"/>
                </a:lnTo>
                <a:lnTo>
                  <a:pt x="10830" y="1593"/>
                </a:lnTo>
                <a:lnTo>
                  <a:pt x="10655" y="1374"/>
                </a:lnTo>
                <a:lnTo>
                  <a:pt x="10598" y="1319"/>
                </a:lnTo>
                <a:lnTo>
                  <a:pt x="10481" y="1209"/>
                </a:lnTo>
                <a:lnTo>
                  <a:pt x="10307" y="1154"/>
                </a:lnTo>
                <a:lnTo>
                  <a:pt x="10192" y="1154"/>
                </a:lnTo>
                <a:lnTo>
                  <a:pt x="10077" y="1209"/>
                </a:lnTo>
                <a:lnTo>
                  <a:pt x="9381" y="1209"/>
                </a:lnTo>
                <a:lnTo>
                  <a:pt x="8977" y="713"/>
                </a:lnTo>
                <a:lnTo>
                  <a:pt x="8803" y="439"/>
                </a:lnTo>
                <a:lnTo>
                  <a:pt x="8629" y="165"/>
                </a:lnTo>
                <a:lnTo>
                  <a:pt x="8571" y="54"/>
                </a:lnTo>
                <a:lnTo>
                  <a:pt x="8456" y="0"/>
                </a:lnTo>
                <a:lnTo>
                  <a:pt x="8224" y="0"/>
                </a:lnTo>
                <a:lnTo>
                  <a:pt x="7933" y="54"/>
                </a:lnTo>
                <a:lnTo>
                  <a:pt x="7759" y="0"/>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561" name="Google Shape;209;p3"/>
          <p:cNvSpPr/>
          <p:nvPr/>
        </p:nvSpPr>
        <p:spPr>
          <a:xfrm>
            <a:off x="6984601" y="4950383"/>
            <a:ext cx="297579" cy="2112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028" y="5108"/>
                </a:moveTo>
                <a:lnTo>
                  <a:pt x="14651" y="5213"/>
                </a:lnTo>
                <a:lnTo>
                  <a:pt x="14198" y="5320"/>
                </a:lnTo>
                <a:lnTo>
                  <a:pt x="13819" y="5532"/>
                </a:lnTo>
                <a:lnTo>
                  <a:pt x="13443" y="5851"/>
                </a:lnTo>
                <a:lnTo>
                  <a:pt x="13140" y="6173"/>
                </a:lnTo>
                <a:lnTo>
                  <a:pt x="12913" y="6597"/>
                </a:lnTo>
                <a:lnTo>
                  <a:pt x="12763" y="7130"/>
                </a:lnTo>
                <a:lnTo>
                  <a:pt x="12763" y="7342"/>
                </a:lnTo>
                <a:lnTo>
                  <a:pt x="12839" y="7554"/>
                </a:lnTo>
                <a:lnTo>
                  <a:pt x="12990" y="7661"/>
                </a:lnTo>
                <a:lnTo>
                  <a:pt x="13140" y="7661"/>
                </a:lnTo>
                <a:lnTo>
                  <a:pt x="13443" y="7554"/>
                </a:lnTo>
                <a:lnTo>
                  <a:pt x="13669" y="7342"/>
                </a:lnTo>
                <a:lnTo>
                  <a:pt x="14122" y="6916"/>
                </a:lnTo>
                <a:lnTo>
                  <a:pt x="14425" y="6811"/>
                </a:lnTo>
                <a:lnTo>
                  <a:pt x="14727" y="6597"/>
                </a:lnTo>
                <a:lnTo>
                  <a:pt x="15407" y="6597"/>
                </a:lnTo>
                <a:lnTo>
                  <a:pt x="15784" y="6704"/>
                </a:lnTo>
                <a:lnTo>
                  <a:pt x="16162" y="6916"/>
                </a:lnTo>
                <a:lnTo>
                  <a:pt x="16313" y="7130"/>
                </a:lnTo>
                <a:lnTo>
                  <a:pt x="16389" y="7342"/>
                </a:lnTo>
                <a:lnTo>
                  <a:pt x="16463" y="7661"/>
                </a:lnTo>
                <a:lnTo>
                  <a:pt x="16463" y="7980"/>
                </a:lnTo>
                <a:lnTo>
                  <a:pt x="16389" y="8407"/>
                </a:lnTo>
                <a:lnTo>
                  <a:pt x="16237" y="8833"/>
                </a:lnTo>
                <a:lnTo>
                  <a:pt x="15784" y="9683"/>
                </a:lnTo>
                <a:lnTo>
                  <a:pt x="14801" y="11598"/>
                </a:lnTo>
                <a:lnTo>
                  <a:pt x="13819" y="13408"/>
                </a:lnTo>
                <a:lnTo>
                  <a:pt x="11705" y="17025"/>
                </a:lnTo>
                <a:lnTo>
                  <a:pt x="11555" y="17452"/>
                </a:lnTo>
                <a:lnTo>
                  <a:pt x="11631" y="17875"/>
                </a:lnTo>
                <a:lnTo>
                  <a:pt x="11705" y="18090"/>
                </a:lnTo>
                <a:lnTo>
                  <a:pt x="11781" y="18197"/>
                </a:lnTo>
                <a:lnTo>
                  <a:pt x="11931" y="18302"/>
                </a:lnTo>
                <a:lnTo>
                  <a:pt x="12084" y="18302"/>
                </a:lnTo>
                <a:lnTo>
                  <a:pt x="13519" y="18197"/>
                </a:lnTo>
                <a:lnTo>
                  <a:pt x="14954" y="18302"/>
                </a:lnTo>
                <a:lnTo>
                  <a:pt x="16539" y="18409"/>
                </a:lnTo>
                <a:lnTo>
                  <a:pt x="17295" y="18621"/>
                </a:lnTo>
                <a:lnTo>
                  <a:pt x="17595" y="18621"/>
                </a:lnTo>
                <a:lnTo>
                  <a:pt x="17974" y="18516"/>
                </a:lnTo>
                <a:lnTo>
                  <a:pt x="18201" y="18302"/>
                </a:lnTo>
                <a:lnTo>
                  <a:pt x="18277" y="17983"/>
                </a:lnTo>
                <a:lnTo>
                  <a:pt x="18277" y="17663"/>
                </a:lnTo>
                <a:lnTo>
                  <a:pt x="18050" y="17452"/>
                </a:lnTo>
                <a:lnTo>
                  <a:pt x="17824" y="17237"/>
                </a:lnTo>
                <a:lnTo>
                  <a:pt x="17445" y="17025"/>
                </a:lnTo>
                <a:lnTo>
                  <a:pt x="16690" y="16814"/>
                </a:lnTo>
                <a:lnTo>
                  <a:pt x="15254" y="16706"/>
                </a:lnTo>
                <a:lnTo>
                  <a:pt x="13292" y="16706"/>
                </a:lnTo>
                <a:lnTo>
                  <a:pt x="15557" y="12662"/>
                </a:lnTo>
                <a:lnTo>
                  <a:pt x="16162" y="11598"/>
                </a:lnTo>
                <a:lnTo>
                  <a:pt x="16766" y="10429"/>
                </a:lnTo>
                <a:lnTo>
                  <a:pt x="17068" y="9790"/>
                </a:lnTo>
                <a:lnTo>
                  <a:pt x="17295" y="9257"/>
                </a:lnTo>
                <a:lnTo>
                  <a:pt x="17445" y="8514"/>
                </a:lnTo>
                <a:lnTo>
                  <a:pt x="17521" y="7873"/>
                </a:lnTo>
                <a:lnTo>
                  <a:pt x="17521" y="7235"/>
                </a:lnTo>
                <a:lnTo>
                  <a:pt x="17369" y="6704"/>
                </a:lnTo>
                <a:lnTo>
                  <a:pt x="17142" y="6278"/>
                </a:lnTo>
                <a:lnTo>
                  <a:pt x="16916" y="5851"/>
                </a:lnTo>
                <a:lnTo>
                  <a:pt x="16615" y="5532"/>
                </a:lnTo>
                <a:lnTo>
                  <a:pt x="16237" y="5320"/>
                </a:lnTo>
                <a:lnTo>
                  <a:pt x="15784" y="5213"/>
                </a:lnTo>
                <a:lnTo>
                  <a:pt x="15407" y="5108"/>
                </a:lnTo>
                <a:close/>
                <a:moveTo>
                  <a:pt x="1962" y="0"/>
                </a:moveTo>
                <a:lnTo>
                  <a:pt x="1585" y="107"/>
                </a:lnTo>
                <a:lnTo>
                  <a:pt x="1283" y="319"/>
                </a:lnTo>
                <a:lnTo>
                  <a:pt x="906" y="531"/>
                </a:lnTo>
                <a:lnTo>
                  <a:pt x="603" y="746"/>
                </a:lnTo>
                <a:lnTo>
                  <a:pt x="301" y="1172"/>
                </a:lnTo>
                <a:lnTo>
                  <a:pt x="74" y="1491"/>
                </a:lnTo>
                <a:lnTo>
                  <a:pt x="0" y="1703"/>
                </a:lnTo>
                <a:lnTo>
                  <a:pt x="0" y="1915"/>
                </a:lnTo>
                <a:lnTo>
                  <a:pt x="150" y="2234"/>
                </a:lnTo>
                <a:lnTo>
                  <a:pt x="377" y="2448"/>
                </a:lnTo>
                <a:lnTo>
                  <a:pt x="527" y="2448"/>
                </a:lnTo>
                <a:lnTo>
                  <a:pt x="679" y="2341"/>
                </a:lnTo>
                <a:lnTo>
                  <a:pt x="1359" y="1915"/>
                </a:lnTo>
                <a:lnTo>
                  <a:pt x="1736" y="1810"/>
                </a:lnTo>
                <a:lnTo>
                  <a:pt x="2114" y="1703"/>
                </a:lnTo>
                <a:lnTo>
                  <a:pt x="2038" y="1810"/>
                </a:lnTo>
                <a:lnTo>
                  <a:pt x="2038" y="3087"/>
                </a:lnTo>
                <a:lnTo>
                  <a:pt x="2265" y="4256"/>
                </a:lnTo>
                <a:lnTo>
                  <a:pt x="2794" y="7661"/>
                </a:lnTo>
                <a:lnTo>
                  <a:pt x="4758" y="21069"/>
                </a:lnTo>
                <a:lnTo>
                  <a:pt x="4832" y="21281"/>
                </a:lnTo>
                <a:lnTo>
                  <a:pt x="4985" y="21496"/>
                </a:lnTo>
                <a:lnTo>
                  <a:pt x="5135" y="21600"/>
                </a:lnTo>
                <a:lnTo>
                  <a:pt x="5512" y="21600"/>
                </a:lnTo>
                <a:lnTo>
                  <a:pt x="5664" y="21496"/>
                </a:lnTo>
                <a:lnTo>
                  <a:pt x="5814" y="21281"/>
                </a:lnTo>
                <a:lnTo>
                  <a:pt x="5891" y="21069"/>
                </a:lnTo>
                <a:lnTo>
                  <a:pt x="8382" y="11917"/>
                </a:lnTo>
                <a:lnTo>
                  <a:pt x="10799" y="2872"/>
                </a:lnTo>
                <a:lnTo>
                  <a:pt x="13292" y="2660"/>
                </a:lnTo>
                <a:lnTo>
                  <a:pt x="15784" y="2553"/>
                </a:lnTo>
                <a:lnTo>
                  <a:pt x="18503" y="2660"/>
                </a:lnTo>
                <a:lnTo>
                  <a:pt x="19862" y="2872"/>
                </a:lnTo>
                <a:lnTo>
                  <a:pt x="20542" y="2872"/>
                </a:lnTo>
                <a:lnTo>
                  <a:pt x="21221" y="2767"/>
                </a:lnTo>
                <a:lnTo>
                  <a:pt x="21374" y="2660"/>
                </a:lnTo>
                <a:lnTo>
                  <a:pt x="21524" y="2553"/>
                </a:lnTo>
                <a:lnTo>
                  <a:pt x="21600" y="2341"/>
                </a:lnTo>
                <a:lnTo>
                  <a:pt x="21600" y="2129"/>
                </a:lnTo>
                <a:lnTo>
                  <a:pt x="21448" y="1703"/>
                </a:lnTo>
                <a:lnTo>
                  <a:pt x="21374" y="1491"/>
                </a:lnTo>
                <a:lnTo>
                  <a:pt x="21221" y="1384"/>
                </a:lnTo>
                <a:lnTo>
                  <a:pt x="20618" y="1172"/>
                </a:lnTo>
                <a:lnTo>
                  <a:pt x="20013" y="1065"/>
                </a:lnTo>
                <a:lnTo>
                  <a:pt x="18804" y="957"/>
                </a:lnTo>
                <a:lnTo>
                  <a:pt x="16086" y="850"/>
                </a:lnTo>
                <a:lnTo>
                  <a:pt x="13216" y="957"/>
                </a:lnTo>
                <a:lnTo>
                  <a:pt x="10346" y="1172"/>
                </a:lnTo>
                <a:lnTo>
                  <a:pt x="10120" y="1276"/>
                </a:lnTo>
                <a:lnTo>
                  <a:pt x="9969" y="1384"/>
                </a:lnTo>
                <a:lnTo>
                  <a:pt x="9893" y="1595"/>
                </a:lnTo>
                <a:lnTo>
                  <a:pt x="9743" y="1810"/>
                </a:lnTo>
                <a:lnTo>
                  <a:pt x="5512" y="17875"/>
                </a:lnTo>
                <a:lnTo>
                  <a:pt x="4379" y="10748"/>
                </a:lnTo>
                <a:lnTo>
                  <a:pt x="3550" y="5747"/>
                </a:lnTo>
                <a:lnTo>
                  <a:pt x="3171" y="3510"/>
                </a:lnTo>
                <a:lnTo>
                  <a:pt x="3020" y="2448"/>
                </a:lnTo>
                <a:lnTo>
                  <a:pt x="2944" y="1915"/>
                </a:lnTo>
                <a:lnTo>
                  <a:pt x="2870" y="1595"/>
                </a:lnTo>
                <a:lnTo>
                  <a:pt x="2944" y="1595"/>
                </a:lnTo>
                <a:lnTo>
                  <a:pt x="3020" y="1491"/>
                </a:lnTo>
                <a:lnTo>
                  <a:pt x="3020" y="1384"/>
                </a:lnTo>
                <a:lnTo>
                  <a:pt x="3097" y="1065"/>
                </a:lnTo>
                <a:lnTo>
                  <a:pt x="3097" y="638"/>
                </a:lnTo>
                <a:lnTo>
                  <a:pt x="3020" y="319"/>
                </a:lnTo>
                <a:lnTo>
                  <a:pt x="2870" y="212"/>
                </a:lnTo>
                <a:lnTo>
                  <a:pt x="2718" y="107"/>
                </a:lnTo>
                <a:lnTo>
                  <a:pt x="2341" y="0"/>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562" name="Google Shape;210;p3"/>
          <p:cNvSpPr/>
          <p:nvPr/>
        </p:nvSpPr>
        <p:spPr>
          <a:xfrm>
            <a:off x="8749753" y="4950153"/>
            <a:ext cx="288189" cy="18414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624" y="1950"/>
                </a:moveTo>
                <a:lnTo>
                  <a:pt x="17624" y="2319"/>
                </a:lnTo>
                <a:lnTo>
                  <a:pt x="17701" y="2562"/>
                </a:lnTo>
                <a:lnTo>
                  <a:pt x="17858" y="2685"/>
                </a:lnTo>
                <a:lnTo>
                  <a:pt x="18013" y="2685"/>
                </a:lnTo>
                <a:lnTo>
                  <a:pt x="18639" y="2562"/>
                </a:lnTo>
                <a:lnTo>
                  <a:pt x="18949" y="2562"/>
                </a:lnTo>
                <a:lnTo>
                  <a:pt x="19106" y="2685"/>
                </a:lnTo>
                <a:lnTo>
                  <a:pt x="19183" y="2805"/>
                </a:lnTo>
                <a:lnTo>
                  <a:pt x="19574" y="3660"/>
                </a:lnTo>
                <a:lnTo>
                  <a:pt x="19808" y="4392"/>
                </a:lnTo>
                <a:lnTo>
                  <a:pt x="20120" y="5370"/>
                </a:lnTo>
                <a:lnTo>
                  <a:pt x="20276" y="6222"/>
                </a:lnTo>
                <a:lnTo>
                  <a:pt x="20431" y="7200"/>
                </a:lnTo>
                <a:lnTo>
                  <a:pt x="20509" y="8175"/>
                </a:lnTo>
                <a:lnTo>
                  <a:pt x="20509" y="9030"/>
                </a:lnTo>
                <a:lnTo>
                  <a:pt x="20354" y="9885"/>
                </a:lnTo>
                <a:lnTo>
                  <a:pt x="20197" y="10740"/>
                </a:lnTo>
                <a:lnTo>
                  <a:pt x="19884" y="11592"/>
                </a:lnTo>
                <a:lnTo>
                  <a:pt x="19495" y="12204"/>
                </a:lnTo>
                <a:lnTo>
                  <a:pt x="19106" y="12813"/>
                </a:lnTo>
                <a:lnTo>
                  <a:pt x="18560" y="13179"/>
                </a:lnTo>
                <a:lnTo>
                  <a:pt x="18013" y="13302"/>
                </a:lnTo>
                <a:lnTo>
                  <a:pt x="17701" y="13302"/>
                </a:lnTo>
                <a:lnTo>
                  <a:pt x="17467" y="13056"/>
                </a:lnTo>
                <a:lnTo>
                  <a:pt x="17233" y="12813"/>
                </a:lnTo>
                <a:lnTo>
                  <a:pt x="16999" y="12447"/>
                </a:lnTo>
                <a:lnTo>
                  <a:pt x="16689" y="11592"/>
                </a:lnTo>
                <a:lnTo>
                  <a:pt x="16453" y="10740"/>
                </a:lnTo>
                <a:lnTo>
                  <a:pt x="16219" y="9762"/>
                </a:lnTo>
                <a:lnTo>
                  <a:pt x="16143" y="8664"/>
                </a:lnTo>
                <a:lnTo>
                  <a:pt x="16064" y="7686"/>
                </a:lnTo>
                <a:lnTo>
                  <a:pt x="16143" y="6588"/>
                </a:lnTo>
                <a:lnTo>
                  <a:pt x="16219" y="5247"/>
                </a:lnTo>
                <a:lnTo>
                  <a:pt x="16532" y="4026"/>
                </a:lnTo>
                <a:lnTo>
                  <a:pt x="16766" y="3417"/>
                </a:lnTo>
                <a:lnTo>
                  <a:pt x="16999" y="2805"/>
                </a:lnTo>
                <a:lnTo>
                  <a:pt x="17233" y="2319"/>
                </a:lnTo>
                <a:lnTo>
                  <a:pt x="17624" y="1950"/>
                </a:lnTo>
                <a:close/>
                <a:moveTo>
                  <a:pt x="17858" y="486"/>
                </a:moveTo>
                <a:lnTo>
                  <a:pt x="17391" y="732"/>
                </a:lnTo>
                <a:lnTo>
                  <a:pt x="16923" y="975"/>
                </a:lnTo>
                <a:lnTo>
                  <a:pt x="16610" y="1341"/>
                </a:lnTo>
                <a:lnTo>
                  <a:pt x="16298" y="1830"/>
                </a:lnTo>
                <a:lnTo>
                  <a:pt x="15985" y="2319"/>
                </a:lnTo>
                <a:lnTo>
                  <a:pt x="15751" y="2928"/>
                </a:lnTo>
                <a:lnTo>
                  <a:pt x="15441" y="4269"/>
                </a:lnTo>
                <a:lnTo>
                  <a:pt x="15207" y="5613"/>
                </a:lnTo>
                <a:lnTo>
                  <a:pt x="15129" y="6834"/>
                </a:lnTo>
                <a:lnTo>
                  <a:pt x="15050" y="8175"/>
                </a:lnTo>
                <a:lnTo>
                  <a:pt x="15207" y="9762"/>
                </a:lnTo>
                <a:lnTo>
                  <a:pt x="15441" y="11226"/>
                </a:lnTo>
                <a:lnTo>
                  <a:pt x="15751" y="12570"/>
                </a:lnTo>
                <a:lnTo>
                  <a:pt x="15985" y="13179"/>
                </a:lnTo>
                <a:lnTo>
                  <a:pt x="16298" y="13791"/>
                </a:lnTo>
                <a:lnTo>
                  <a:pt x="16610" y="14277"/>
                </a:lnTo>
                <a:lnTo>
                  <a:pt x="16923" y="14643"/>
                </a:lnTo>
                <a:lnTo>
                  <a:pt x="17312" y="14889"/>
                </a:lnTo>
                <a:lnTo>
                  <a:pt x="17780" y="15009"/>
                </a:lnTo>
                <a:lnTo>
                  <a:pt x="18247" y="15009"/>
                </a:lnTo>
                <a:lnTo>
                  <a:pt x="18639" y="14889"/>
                </a:lnTo>
                <a:lnTo>
                  <a:pt x="19106" y="14766"/>
                </a:lnTo>
                <a:lnTo>
                  <a:pt x="19417" y="14523"/>
                </a:lnTo>
                <a:lnTo>
                  <a:pt x="19808" y="14157"/>
                </a:lnTo>
                <a:lnTo>
                  <a:pt x="20120" y="13791"/>
                </a:lnTo>
                <a:lnTo>
                  <a:pt x="20665" y="12813"/>
                </a:lnTo>
                <a:lnTo>
                  <a:pt x="21056" y="11715"/>
                </a:lnTo>
                <a:lnTo>
                  <a:pt x="21366" y="10371"/>
                </a:lnTo>
                <a:lnTo>
                  <a:pt x="21600" y="9153"/>
                </a:lnTo>
                <a:lnTo>
                  <a:pt x="21600" y="7809"/>
                </a:lnTo>
                <a:lnTo>
                  <a:pt x="21523" y="6954"/>
                </a:lnTo>
                <a:lnTo>
                  <a:pt x="21366" y="5856"/>
                </a:lnTo>
                <a:lnTo>
                  <a:pt x="21132" y="4635"/>
                </a:lnTo>
                <a:lnTo>
                  <a:pt x="20743" y="3537"/>
                </a:lnTo>
                <a:lnTo>
                  <a:pt x="20354" y="2439"/>
                </a:lnTo>
                <a:lnTo>
                  <a:pt x="19884" y="1464"/>
                </a:lnTo>
                <a:lnTo>
                  <a:pt x="19650" y="1098"/>
                </a:lnTo>
                <a:lnTo>
                  <a:pt x="19340" y="852"/>
                </a:lnTo>
                <a:lnTo>
                  <a:pt x="19106" y="732"/>
                </a:lnTo>
                <a:lnTo>
                  <a:pt x="18794" y="609"/>
                </a:lnTo>
                <a:lnTo>
                  <a:pt x="18326" y="486"/>
                </a:lnTo>
                <a:close/>
                <a:moveTo>
                  <a:pt x="8500" y="0"/>
                </a:moveTo>
                <a:lnTo>
                  <a:pt x="8344" y="120"/>
                </a:lnTo>
                <a:lnTo>
                  <a:pt x="8187" y="366"/>
                </a:lnTo>
                <a:lnTo>
                  <a:pt x="8111" y="1341"/>
                </a:lnTo>
                <a:lnTo>
                  <a:pt x="8032" y="2439"/>
                </a:lnTo>
                <a:lnTo>
                  <a:pt x="7875" y="4392"/>
                </a:lnTo>
                <a:lnTo>
                  <a:pt x="7719" y="8175"/>
                </a:lnTo>
                <a:lnTo>
                  <a:pt x="6159" y="7932"/>
                </a:lnTo>
                <a:lnTo>
                  <a:pt x="4522" y="7932"/>
                </a:lnTo>
                <a:lnTo>
                  <a:pt x="2964" y="8055"/>
                </a:lnTo>
                <a:lnTo>
                  <a:pt x="2183" y="8298"/>
                </a:lnTo>
                <a:lnTo>
                  <a:pt x="1403" y="8541"/>
                </a:lnTo>
                <a:lnTo>
                  <a:pt x="1403" y="8298"/>
                </a:lnTo>
                <a:lnTo>
                  <a:pt x="1248" y="8175"/>
                </a:lnTo>
                <a:lnTo>
                  <a:pt x="1169" y="8298"/>
                </a:lnTo>
                <a:lnTo>
                  <a:pt x="1014" y="5490"/>
                </a:lnTo>
                <a:lnTo>
                  <a:pt x="935" y="3051"/>
                </a:lnTo>
                <a:lnTo>
                  <a:pt x="857" y="1830"/>
                </a:lnTo>
                <a:lnTo>
                  <a:pt x="778" y="609"/>
                </a:lnTo>
                <a:lnTo>
                  <a:pt x="702" y="366"/>
                </a:lnTo>
                <a:lnTo>
                  <a:pt x="310" y="366"/>
                </a:lnTo>
                <a:lnTo>
                  <a:pt x="234" y="609"/>
                </a:lnTo>
                <a:lnTo>
                  <a:pt x="77" y="1707"/>
                </a:lnTo>
                <a:lnTo>
                  <a:pt x="0" y="2928"/>
                </a:lnTo>
                <a:lnTo>
                  <a:pt x="0" y="5247"/>
                </a:lnTo>
                <a:lnTo>
                  <a:pt x="77" y="7566"/>
                </a:lnTo>
                <a:lnTo>
                  <a:pt x="234" y="9885"/>
                </a:lnTo>
                <a:lnTo>
                  <a:pt x="389" y="12081"/>
                </a:lnTo>
                <a:lnTo>
                  <a:pt x="623" y="14400"/>
                </a:lnTo>
                <a:lnTo>
                  <a:pt x="857" y="16596"/>
                </a:lnTo>
                <a:lnTo>
                  <a:pt x="1014" y="17817"/>
                </a:lnTo>
                <a:lnTo>
                  <a:pt x="1169" y="18306"/>
                </a:lnTo>
                <a:lnTo>
                  <a:pt x="1248" y="18795"/>
                </a:lnTo>
                <a:lnTo>
                  <a:pt x="1169" y="19038"/>
                </a:lnTo>
                <a:lnTo>
                  <a:pt x="1248" y="19404"/>
                </a:lnTo>
                <a:lnTo>
                  <a:pt x="1403" y="19647"/>
                </a:lnTo>
                <a:lnTo>
                  <a:pt x="1558" y="19770"/>
                </a:lnTo>
                <a:lnTo>
                  <a:pt x="1871" y="19770"/>
                </a:lnTo>
                <a:lnTo>
                  <a:pt x="2026" y="19647"/>
                </a:lnTo>
                <a:lnTo>
                  <a:pt x="2183" y="19404"/>
                </a:lnTo>
                <a:lnTo>
                  <a:pt x="2260" y="19161"/>
                </a:lnTo>
                <a:lnTo>
                  <a:pt x="2260" y="18183"/>
                </a:lnTo>
                <a:lnTo>
                  <a:pt x="1871" y="15621"/>
                </a:lnTo>
                <a:lnTo>
                  <a:pt x="1558" y="12936"/>
                </a:lnTo>
                <a:lnTo>
                  <a:pt x="1324" y="10251"/>
                </a:lnTo>
                <a:lnTo>
                  <a:pt x="1248" y="9762"/>
                </a:lnTo>
                <a:lnTo>
                  <a:pt x="2105" y="9885"/>
                </a:lnTo>
                <a:lnTo>
                  <a:pt x="2885" y="9762"/>
                </a:lnTo>
                <a:lnTo>
                  <a:pt x="4522" y="9639"/>
                </a:lnTo>
                <a:lnTo>
                  <a:pt x="6082" y="9639"/>
                </a:lnTo>
                <a:lnTo>
                  <a:pt x="7719" y="9885"/>
                </a:lnTo>
                <a:lnTo>
                  <a:pt x="7564" y="14157"/>
                </a:lnTo>
                <a:lnTo>
                  <a:pt x="7407" y="16110"/>
                </a:lnTo>
                <a:lnTo>
                  <a:pt x="7407" y="16596"/>
                </a:lnTo>
                <a:lnTo>
                  <a:pt x="7486" y="17208"/>
                </a:lnTo>
                <a:lnTo>
                  <a:pt x="7564" y="17574"/>
                </a:lnTo>
                <a:lnTo>
                  <a:pt x="7719" y="17940"/>
                </a:lnTo>
                <a:lnTo>
                  <a:pt x="7798" y="18060"/>
                </a:lnTo>
                <a:lnTo>
                  <a:pt x="7953" y="18183"/>
                </a:lnTo>
                <a:lnTo>
                  <a:pt x="8187" y="17940"/>
                </a:lnTo>
                <a:lnTo>
                  <a:pt x="8344" y="17694"/>
                </a:lnTo>
                <a:lnTo>
                  <a:pt x="8500" y="17328"/>
                </a:lnTo>
                <a:lnTo>
                  <a:pt x="8578" y="16353"/>
                </a:lnTo>
                <a:lnTo>
                  <a:pt x="8578" y="14523"/>
                </a:lnTo>
                <a:lnTo>
                  <a:pt x="8734" y="9762"/>
                </a:lnTo>
                <a:lnTo>
                  <a:pt x="8812" y="4881"/>
                </a:lnTo>
                <a:lnTo>
                  <a:pt x="8889" y="2562"/>
                </a:lnTo>
                <a:lnTo>
                  <a:pt x="8889" y="1464"/>
                </a:lnTo>
                <a:lnTo>
                  <a:pt x="8812" y="366"/>
                </a:lnTo>
                <a:lnTo>
                  <a:pt x="8655" y="120"/>
                </a:lnTo>
                <a:lnTo>
                  <a:pt x="8500" y="0"/>
                </a:lnTo>
                <a:close/>
                <a:moveTo>
                  <a:pt x="11697" y="12570"/>
                </a:moveTo>
                <a:lnTo>
                  <a:pt x="11151" y="12690"/>
                </a:lnTo>
                <a:lnTo>
                  <a:pt x="10683" y="13056"/>
                </a:lnTo>
                <a:lnTo>
                  <a:pt x="10371" y="13302"/>
                </a:lnTo>
                <a:lnTo>
                  <a:pt x="10215" y="13668"/>
                </a:lnTo>
                <a:lnTo>
                  <a:pt x="10215" y="13791"/>
                </a:lnTo>
                <a:lnTo>
                  <a:pt x="10294" y="13911"/>
                </a:lnTo>
                <a:lnTo>
                  <a:pt x="10449" y="14157"/>
                </a:lnTo>
                <a:lnTo>
                  <a:pt x="11151" y="14157"/>
                </a:lnTo>
                <a:lnTo>
                  <a:pt x="12165" y="14034"/>
                </a:lnTo>
                <a:lnTo>
                  <a:pt x="12086" y="14400"/>
                </a:lnTo>
                <a:lnTo>
                  <a:pt x="11852" y="14766"/>
                </a:lnTo>
                <a:lnTo>
                  <a:pt x="11463" y="15375"/>
                </a:lnTo>
                <a:lnTo>
                  <a:pt x="10683" y="16962"/>
                </a:lnTo>
                <a:lnTo>
                  <a:pt x="9903" y="18672"/>
                </a:lnTo>
                <a:lnTo>
                  <a:pt x="9280" y="20379"/>
                </a:lnTo>
                <a:lnTo>
                  <a:pt x="9201" y="20868"/>
                </a:lnTo>
                <a:lnTo>
                  <a:pt x="9280" y="21357"/>
                </a:lnTo>
                <a:lnTo>
                  <a:pt x="9514" y="21600"/>
                </a:lnTo>
                <a:lnTo>
                  <a:pt x="9826" y="21600"/>
                </a:lnTo>
                <a:lnTo>
                  <a:pt x="13413" y="20379"/>
                </a:lnTo>
                <a:lnTo>
                  <a:pt x="13568" y="20259"/>
                </a:lnTo>
                <a:lnTo>
                  <a:pt x="13725" y="20013"/>
                </a:lnTo>
                <a:lnTo>
                  <a:pt x="13802" y="19770"/>
                </a:lnTo>
                <a:lnTo>
                  <a:pt x="13725" y="19404"/>
                </a:lnTo>
                <a:lnTo>
                  <a:pt x="13647" y="19161"/>
                </a:lnTo>
                <a:lnTo>
                  <a:pt x="13568" y="18915"/>
                </a:lnTo>
                <a:lnTo>
                  <a:pt x="13334" y="18795"/>
                </a:lnTo>
                <a:lnTo>
                  <a:pt x="13100" y="18795"/>
                </a:lnTo>
                <a:lnTo>
                  <a:pt x="10683" y="19647"/>
                </a:lnTo>
                <a:lnTo>
                  <a:pt x="11306" y="18183"/>
                </a:lnTo>
                <a:lnTo>
                  <a:pt x="12010" y="16842"/>
                </a:lnTo>
                <a:lnTo>
                  <a:pt x="12477" y="15987"/>
                </a:lnTo>
                <a:lnTo>
                  <a:pt x="12866" y="15132"/>
                </a:lnTo>
                <a:lnTo>
                  <a:pt x="13022" y="14643"/>
                </a:lnTo>
                <a:lnTo>
                  <a:pt x="13179" y="14157"/>
                </a:lnTo>
                <a:lnTo>
                  <a:pt x="13179" y="13056"/>
                </a:lnTo>
                <a:lnTo>
                  <a:pt x="13100" y="12936"/>
                </a:lnTo>
                <a:lnTo>
                  <a:pt x="13022" y="12690"/>
                </a:lnTo>
                <a:lnTo>
                  <a:pt x="12711" y="12570"/>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563" name="Google Shape;211;p3"/>
          <p:cNvSpPr/>
          <p:nvPr/>
        </p:nvSpPr>
        <p:spPr>
          <a:xfrm>
            <a:off x="6160743" y="4780262"/>
            <a:ext cx="323588" cy="3214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793" y="8039"/>
                </a:moveTo>
                <a:lnTo>
                  <a:pt x="9723" y="8109"/>
                </a:lnTo>
                <a:lnTo>
                  <a:pt x="9654" y="8178"/>
                </a:lnTo>
                <a:lnTo>
                  <a:pt x="9446" y="8319"/>
                </a:lnTo>
                <a:lnTo>
                  <a:pt x="9306" y="8528"/>
                </a:lnTo>
                <a:lnTo>
                  <a:pt x="9306" y="8597"/>
                </a:lnTo>
                <a:lnTo>
                  <a:pt x="9168" y="8877"/>
                </a:lnTo>
                <a:lnTo>
                  <a:pt x="9168" y="9087"/>
                </a:lnTo>
                <a:lnTo>
                  <a:pt x="9238" y="9228"/>
                </a:lnTo>
                <a:lnTo>
                  <a:pt x="9446" y="9367"/>
                </a:lnTo>
                <a:lnTo>
                  <a:pt x="9654" y="9506"/>
                </a:lnTo>
                <a:lnTo>
                  <a:pt x="10001" y="9506"/>
                </a:lnTo>
                <a:lnTo>
                  <a:pt x="10279" y="9367"/>
                </a:lnTo>
                <a:lnTo>
                  <a:pt x="10488" y="9087"/>
                </a:lnTo>
                <a:lnTo>
                  <a:pt x="10558" y="8948"/>
                </a:lnTo>
                <a:lnTo>
                  <a:pt x="10626" y="8808"/>
                </a:lnTo>
                <a:lnTo>
                  <a:pt x="10558" y="8667"/>
                </a:lnTo>
                <a:lnTo>
                  <a:pt x="10558" y="8528"/>
                </a:lnTo>
                <a:lnTo>
                  <a:pt x="10279" y="8387"/>
                </a:lnTo>
                <a:lnTo>
                  <a:pt x="10071" y="8319"/>
                </a:lnTo>
                <a:lnTo>
                  <a:pt x="10071" y="8178"/>
                </a:lnTo>
                <a:lnTo>
                  <a:pt x="9931" y="8109"/>
                </a:lnTo>
                <a:lnTo>
                  <a:pt x="9793" y="8039"/>
                </a:lnTo>
                <a:close/>
                <a:moveTo>
                  <a:pt x="11321" y="11463"/>
                </a:moveTo>
                <a:lnTo>
                  <a:pt x="11391" y="11534"/>
                </a:lnTo>
                <a:lnTo>
                  <a:pt x="11459" y="11673"/>
                </a:lnTo>
                <a:lnTo>
                  <a:pt x="11459" y="11814"/>
                </a:lnTo>
                <a:lnTo>
                  <a:pt x="11182" y="11884"/>
                </a:lnTo>
                <a:lnTo>
                  <a:pt x="11251" y="11604"/>
                </a:lnTo>
                <a:lnTo>
                  <a:pt x="11321" y="11463"/>
                </a:lnTo>
                <a:close/>
                <a:moveTo>
                  <a:pt x="11042" y="10695"/>
                </a:moveTo>
                <a:lnTo>
                  <a:pt x="10834" y="10766"/>
                </a:lnTo>
                <a:lnTo>
                  <a:pt x="10696" y="10905"/>
                </a:lnTo>
                <a:lnTo>
                  <a:pt x="10626" y="11044"/>
                </a:lnTo>
                <a:lnTo>
                  <a:pt x="10626" y="11185"/>
                </a:lnTo>
                <a:lnTo>
                  <a:pt x="10766" y="11324"/>
                </a:lnTo>
                <a:lnTo>
                  <a:pt x="10558" y="11743"/>
                </a:lnTo>
                <a:lnTo>
                  <a:pt x="10488" y="12233"/>
                </a:lnTo>
                <a:lnTo>
                  <a:pt x="10558" y="12443"/>
                </a:lnTo>
                <a:lnTo>
                  <a:pt x="10766" y="12513"/>
                </a:lnTo>
                <a:lnTo>
                  <a:pt x="11042" y="12582"/>
                </a:lnTo>
                <a:lnTo>
                  <a:pt x="11321" y="12582"/>
                </a:lnTo>
                <a:lnTo>
                  <a:pt x="11529" y="12513"/>
                </a:lnTo>
                <a:lnTo>
                  <a:pt x="11807" y="12443"/>
                </a:lnTo>
                <a:lnTo>
                  <a:pt x="12016" y="12304"/>
                </a:lnTo>
                <a:lnTo>
                  <a:pt x="12154" y="12094"/>
                </a:lnTo>
                <a:lnTo>
                  <a:pt x="12224" y="11814"/>
                </a:lnTo>
                <a:lnTo>
                  <a:pt x="12224" y="11534"/>
                </a:lnTo>
                <a:lnTo>
                  <a:pt x="12154" y="11324"/>
                </a:lnTo>
                <a:lnTo>
                  <a:pt x="12016" y="11114"/>
                </a:lnTo>
                <a:lnTo>
                  <a:pt x="11877" y="10975"/>
                </a:lnTo>
                <a:lnTo>
                  <a:pt x="11667" y="10834"/>
                </a:lnTo>
                <a:lnTo>
                  <a:pt x="11459" y="10766"/>
                </a:lnTo>
                <a:lnTo>
                  <a:pt x="11251" y="10695"/>
                </a:lnTo>
                <a:close/>
                <a:moveTo>
                  <a:pt x="7432" y="839"/>
                </a:moveTo>
                <a:lnTo>
                  <a:pt x="8751" y="909"/>
                </a:lnTo>
                <a:lnTo>
                  <a:pt x="10139" y="909"/>
                </a:lnTo>
                <a:lnTo>
                  <a:pt x="12919" y="1048"/>
                </a:lnTo>
                <a:lnTo>
                  <a:pt x="14447" y="1048"/>
                </a:lnTo>
                <a:lnTo>
                  <a:pt x="14585" y="1397"/>
                </a:lnTo>
                <a:lnTo>
                  <a:pt x="14723" y="2026"/>
                </a:lnTo>
                <a:lnTo>
                  <a:pt x="14238" y="2235"/>
                </a:lnTo>
                <a:lnTo>
                  <a:pt x="13614" y="2306"/>
                </a:lnTo>
                <a:lnTo>
                  <a:pt x="13335" y="2306"/>
                </a:lnTo>
                <a:lnTo>
                  <a:pt x="12987" y="2235"/>
                </a:lnTo>
                <a:lnTo>
                  <a:pt x="12710" y="2235"/>
                </a:lnTo>
                <a:lnTo>
                  <a:pt x="12362" y="2306"/>
                </a:lnTo>
                <a:lnTo>
                  <a:pt x="12294" y="2376"/>
                </a:lnTo>
                <a:lnTo>
                  <a:pt x="12224" y="2516"/>
                </a:lnTo>
                <a:lnTo>
                  <a:pt x="12154" y="2657"/>
                </a:lnTo>
                <a:lnTo>
                  <a:pt x="12224" y="2796"/>
                </a:lnTo>
                <a:lnTo>
                  <a:pt x="12224" y="2866"/>
                </a:lnTo>
                <a:lnTo>
                  <a:pt x="12294" y="3005"/>
                </a:lnTo>
                <a:lnTo>
                  <a:pt x="12432" y="3145"/>
                </a:lnTo>
                <a:lnTo>
                  <a:pt x="12432" y="3985"/>
                </a:lnTo>
                <a:lnTo>
                  <a:pt x="12570" y="5033"/>
                </a:lnTo>
                <a:lnTo>
                  <a:pt x="12640" y="6081"/>
                </a:lnTo>
                <a:lnTo>
                  <a:pt x="12710" y="6920"/>
                </a:lnTo>
                <a:lnTo>
                  <a:pt x="12710" y="7758"/>
                </a:lnTo>
                <a:lnTo>
                  <a:pt x="12640" y="8738"/>
                </a:lnTo>
                <a:lnTo>
                  <a:pt x="12570" y="9228"/>
                </a:lnTo>
                <a:lnTo>
                  <a:pt x="12570" y="9716"/>
                </a:lnTo>
                <a:lnTo>
                  <a:pt x="12640" y="9996"/>
                </a:lnTo>
                <a:lnTo>
                  <a:pt x="12570" y="10135"/>
                </a:lnTo>
                <a:lnTo>
                  <a:pt x="12570" y="10415"/>
                </a:lnTo>
                <a:lnTo>
                  <a:pt x="12710" y="10556"/>
                </a:lnTo>
                <a:lnTo>
                  <a:pt x="13473" y="11044"/>
                </a:lnTo>
                <a:lnTo>
                  <a:pt x="14168" y="11463"/>
                </a:lnTo>
                <a:lnTo>
                  <a:pt x="14863" y="12024"/>
                </a:lnTo>
                <a:lnTo>
                  <a:pt x="15558" y="12652"/>
                </a:lnTo>
                <a:lnTo>
                  <a:pt x="16878" y="13910"/>
                </a:lnTo>
                <a:lnTo>
                  <a:pt x="16321" y="13981"/>
                </a:lnTo>
                <a:lnTo>
                  <a:pt x="15766" y="13910"/>
                </a:lnTo>
                <a:lnTo>
                  <a:pt x="15350" y="13771"/>
                </a:lnTo>
                <a:lnTo>
                  <a:pt x="14931" y="13632"/>
                </a:lnTo>
                <a:lnTo>
                  <a:pt x="14168" y="13211"/>
                </a:lnTo>
                <a:lnTo>
                  <a:pt x="13473" y="13001"/>
                </a:lnTo>
                <a:lnTo>
                  <a:pt x="12779" y="12933"/>
                </a:lnTo>
                <a:lnTo>
                  <a:pt x="12086" y="13001"/>
                </a:lnTo>
                <a:lnTo>
                  <a:pt x="11321" y="13211"/>
                </a:lnTo>
                <a:lnTo>
                  <a:pt x="10558" y="13422"/>
                </a:lnTo>
                <a:lnTo>
                  <a:pt x="9863" y="13771"/>
                </a:lnTo>
                <a:lnTo>
                  <a:pt x="9168" y="14051"/>
                </a:lnTo>
                <a:lnTo>
                  <a:pt x="8403" y="14329"/>
                </a:lnTo>
                <a:lnTo>
                  <a:pt x="7778" y="14400"/>
                </a:lnTo>
                <a:lnTo>
                  <a:pt x="7223" y="14471"/>
                </a:lnTo>
                <a:lnTo>
                  <a:pt x="7362" y="14400"/>
                </a:lnTo>
                <a:lnTo>
                  <a:pt x="7432" y="14261"/>
                </a:lnTo>
                <a:lnTo>
                  <a:pt x="7432" y="13910"/>
                </a:lnTo>
                <a:lnTo>
                  <a:pt x="7362" y="13771"/>
                </a:lnTo>
                <a:lnTo>
                  <a:pt x="7223" y="13701"/>
                </a:lnTo>
                <a:lnTo>
                  <a:pt x="5279" y="13701"/>
                </a:lnTo>
                <a:lnTo>
                  <a:pt x="5555" y="13422"/>
                </a:lnTo>
                <a:lnTo>
                  <a:pt x="6182" y="12723"/>
                </a:lnTo>
                <a:lnTo>
                  <a:pt x="6737" y="12792"/>
                </a:lnTo>
                <a:lnTo>
                  <a:pt x="7293" y="12792"/>
                </a:lnTo>
                <a:lnTo>
                  <a:pt x="8335" y="12723"/>
                </a:lnTo>
                <a:lnTo>
                  <a:pt x="8611" y="12652"/>
                </a:lnTo>
                <a:lnTo>
                  <a:pt x="8751" y="12443"/>
                </a:lnTo>
                <a:lnTo>
                  <a:pt x="8751" y="12304"/>
                </a:lnTo>
                <a:lnTo>
                  <a:pt x="8681" y="12163"/>
                </a:lnTo>
                <a:lnTo>
                  <a:pt x="8543" y="12024"/>
                </a:lnTo>
                <a:lnTo>
                  <a:pt x="8335" y="11953"/>
                </a:lnTo>
                <a:lnTo>
                  <a:pt x="6945" y="11953"/>
                </a:lnTo>
                <a:lnTo>
                  <a:pt x="7432" y="11463"/>
                </a:lnTo>
                <a:lnTo>
                  <a:pt x="7918" y="10905"/>
                </a:lnTo>
                <a:lnTo>
                  <a:pt x="8127" y="10905"/>
                </a:lnTo>
                <a:lnTo>
                  <a:pt x="8265" y="10834"/>
                </a:lnTo>
                <a:lnTo>
                  <a:pt x="8403" y="10625"/>
                </a:lnTo>
                <a:lnTo>
                  <a:pt x="8473" y="10415"/>
                </a:lnTo>
                <a:lnTo>
                  <a:pt x="8335" y="6571"/>
                </a:lnTo>
                <a:lnTo>
                  <a:pt x="8265" y="4753"/>
                </a:lnTo>
                <a:lnTo>
                  <a:pt x="8195" y="3844"/>
                </a:lnTo>
                <a:lnTo>
                  <a:pt x="8127" y="2935"/>
                </a:lnTo>
                <a:lnTo>
                  <a:pt x="8056" y="2725"/>
                </a:lnTo>
                <a:lnTo>
                  <a:pt x="8611" y="2866"/>
                </a:lnTo>
                <a:lnTo>
                  <a:pt x="9376" y="3005"/>
                </a:lnTo>
                <a:lnTo>
                  <a:pt x="9793" y="3005"/>
                </a:lnTo>
                <a:lnTo>
                  <a:pt x="10139" y="2866"/>
                </a:lnTo>
                <a:lnTo>
                  <a:pt x="10209" y="2796"/>
                </a:lnTo>
                <a:lnTo>
                  <a:pt x="10279" y="2725"/>
                </a:lnTo>
                <a:lnTo>
                  <a:pt x="10279" y="2586"/>
                </a:lnTo>
                <a:lnTo>
                  <a:pt x="10209" y="2516"/>
                </a:lnTo>
                <a:lnTo>
                  <a:pt x="9931" y="2306"/>
                </a:lnTo>
                <a:lnTo>
                  <a:pt x="9584" y="2235"/>
                </a:lnTo>
                <a:lnTo>
                  <a:pt x="8960" y="2167"/>
                </a:lnTo>
                <a:lnTo>
                  <a:pt x="7986" y="2026"/>
                </a:lnTo>
                <a:lnTo>
                  <a:pt x="7918" y="1957"/>
                </a:lnTo>
                <a:lnTo>
                  <a:pt x="7848" y="1887"/>
                </a:lnTo>
                <a:lnTo>
                  <a:pt x="7570" y="1887"/>
                </a:lnTo>
                <a:lnTo>
                  <a:pt x="7293" y="1957"/>
                </a:lnTo>
                <a:lnTo>
                  <a:pt x="7015" y="2026"/>
                </a:lnTo>
                <a:lnTo>
                  <a:pt x="6807" y="2026"/>
                </a:lnTo>
                <a:lnTo>
                  <a:pt x="6667" y="1957"/>
                </a:lnTo>
                <a:lnTo>
                  <a:pt x="6599" y="1887"/>
                </a:lnTo>
                <a:lnTo>
                  <a:pt x="6458" y="1677"/>
                </a:lnTo>
                <a:lnTo>
                  <a:pt x="6458" y="1328"/>
                </a:lnTo>
                <a:lnTo>
                  <a:pt x="6599" y="1187"/>
                </a:lnTo>
                <a:lnTo>
                  <a:pt x="6737" y="1048"/>
                </a:lnTo>
                <a:lnTo>
                  <a:pt x="7083" y="909"/>
                </a:lnTo>
                <a:lnTo>
                  <a:pt x="7432" y="839"/>
                </a:lnTo>
                <a:close/>
                <a:moveTo>
                  <a:pt x="11529" y="15380"/>
                </a:moveTo>
                <a:lnTo>
                  <a:pt x="11599" y="15519"/>
                </a:lnTo>
                <a:lnTo>
                  <a:pt x="11599" y="15658"/>
                </a:lnTo>
                <a:lnTo>
                  <a:pt x="11529" y="15799"/>
                </a:lnTo>
                <a:lnTo>
                  <a:pt x="11459" y="15938"/>
                </a:lnTo>
                <a:lnTo>
                  <a:pt x="11321" y="16008"/>
                </a:lnTo>
                <a:lnTo>
                  <a:pt x="11182" y="16008"/>
                </a:lnTo>
                <a:lnTo>
                  <a:pt x="11042" y="15938"/>
                </a:lnTo>
                <a:lnTo>
                  <a:pt x="10904" y="15799"/>
                </a:lnTo>
                <a:lnTo>
                  <a:pt x="10904" y="15589"/>
                </a:lnTo>
                <a:lnTo>
                  <a:pt x="11042" y="15519"/>
                </a:lnTo>
                <a:lnTo>
                  <a:pt x="11251" y="15380"/>
                </a:lnTo>
                <a:lnTo>
                  <a:pt x="11391" y="15448"/>
                </a:lnTo>
                <a:lnTo>
                  <a:pt x="11459" y="15448"/>
                </a:lnTo>
                <a:lnTo>
                  <a:pt x="11529" y="15380"/>
                </a:lnTo>
                <a:close/>
                <a:moveTo>
                  <a:pt x="11182" y="14539"/>
                </a:moveTo>
                <a:lnTo>
                  <a:pt x="10974" y="14610"/>
                </a:lnTo>
                <a:lnTo>
                  <a:pt x="10766" y="14680"/>
                </a:lnTo>
                <a:lnTo>
                  <a:pt x="10558" y="14819"/>
                </a:lnTo>
                <a:lnTo>
                  <a:pt x="10349" y="15029"/>
                </a:lnTo>
                <a:lnTo>
                  <a:pt x="10349" y="15099"/>
                </a:lnTo>
                <a:lnTo>
                  <a:pt x="10279" y="15239"/>
                </a:lnTo>
                <a:lnTo>
                  <a:pt x="10418" y="15380"/>
                </a:lnTo>
                <a:lnTo>
                  <a:pt x="10279" y="15658"/>
                </a:lnTo>
                <a:lnTo>
                  <a:pt x="10279" y="15938"/>
                </a:lnTo>
                <a:lnTo>
                  <a:pt x="10349" y="16148"/>
                </a:lnTo>
                <a:lnTo>
                  <a:pt x="10488" y="16357"/>
                </a:lnTo>
                <a:lnTo>
                  <a:pt x="10696" y="16567"/>
                </a:lnTo>
                <a:lnTo>
                  <a:pt x="10974" y="16637"/>
                </a:lnTo>
                <a:lnTo>
                  <a:pt x="11182" y="16708"/>
                </a:lnTo>
                <a:lnTo>
                  <a:pt x="11459" y="16708"/>
                </a:lnTo>
                <a:lnTo>
                  <a:pt x="11737" y="16637"/>
                </a:lnTo>
                <a:lnTo>
                  <a:pt x="11946" y="16498"/>
                </a:lnTo>
                <a:lnTo>
                  <a:pt x="12086" y="16357"/>
                </a:lnTo>
                <a:lnTo>
                  <a:pt x="12224" y="16148"/>
                </a:lnTo>
                <a:lnTo>
                  <a:pt x="12294" y="15867"/>
                </a:lnTo>
                <a:lnTo>
                  <a:pt x="12294" y="15380"/>
                </a:lnTo>
                <a:lnTo>
                  <a:pt x="12224" y="15170"/>
                </a:lnTo>
                <a:lnTo>
                  <a:pt x="12086" y="14960"/>
                </a:lnTo>
                <a:lnTo>
                  <a:pt x="11946" y="14819"/>
                </a:lnTo>
                <a:lnTo>
                  <a:pt x="11737" y="14680"/>
                </a:lnTo>
                <a:lnTo>
                  <a:pt x="11459" y="14610"/>
                </a:lnTo>
                <a:lnTo>
                  <a:pt x="11182" y="14539"/>
                </a:lnTo>
                <a:close/>
                <a:moveTo>
                  <a:pt x="8473" y="17405"/>
                </a:moveTo>
                <a:lnTo>
                  <a:pt x="8543" y="17686"/>
                </a:lnTo>
                <a:lnTo>
                  <a:pt x="8473" y="17895"/>
                </a:lnTo>
                <a:lnTo>
                  <a:pt x="8335" y="18175"/>
                </a:lnTo>
                <a:lnTo>
                  <a:pt x="8056" y="18385"/>
                </a:lnTo>
                <a:lnTo>
                  <a:pt x="7918" y="18455"/>
                </a:lnTo>
                <a:lnTo>
                  <a:pt x="7778" y="18455"/>
                </a:lnTo>
                <a:lnTo>
                  <a:pt x="7640" y="18385"/>
                </a:lnTo>
                <a:lnTo>
                  <a:pt x="7502" y="18246"/>
                </a:lnTo>
                <a:lnTo>
                  <a:pt x="7432" y="18105"/>
                </a:lnTo>
                <a:lnTo>
                  <a:pt x="7432" y="17966"/>
                </a:lnTo>
                <a:lnTo>
                  <a:pt x="7502" y="17825"/>
                </a:lnTo>
                <a:lnTo>
                  <a:pt x="7640" y="17686"/>
                </a:lnTo>
                <a:lnTo>
                  <a:pt x="7986" y="17546"/>
                </a:lnTo>
                <a:lnTo>
                  <a:pt x="8335" y="17476"/>
                </a:lnTo>
                <a:lnTo>
                  <a:pt x="8403" y="17476"/>
                </a:lnTo>
                <a:lnTo>
                  <a:pt x="8473" y="17405"/>
                </a:lnTo>
                <a:close/>
                <a:moveTo>
                  <a:pt x="14655" y="17895"/>
                </a:moveTo>
                <a:lnTo>
                  <a:pt x="14793" y="18034"/>
                </a:lnTo>
                <a:lnTo>
                  <a:pt x="14863" y="18246"/>
                </a:lnTo>
                <a:lnTo>
                  <a:pt x="14863" y="18455"/>
                </a:lnTo>
                <a:lnTo>
                  <a:pt x="14793" y="18665"/>
                </a:lnTo>
                <a:lnTo>
                  <a:pt x="14585" y="18804"/>
                </a:lnTo>
                <a:lnTo>
                  <a:pt x="14307" y="18875"/>
                </a:lnTo>
                <a:lnTo>
                  <a:pt x="14098" y="18875"/>
                </a:lnTo>
                <a:lnTo>
                  <a:pt x="13822" y="18804"/>
                </a:lnTo>
                <a:lnTo>
                  <a:pt x="13682" y="18665"/>
                </a:lnTo>
                <a:lnTo>
                  <a:pt x="13822" y="18385"/>
                </a:lnTo>
                <a:lnTo>
                  <a:pt x="13960" y="18175"/>
                </a:lnTo>
                <a:lnTo>
                  <a:pt x="14168" y="18034"/>
                </a:lnTo>
                <a:lnTo>
                  <a:pt x="14447" y="17966"/>
                </a:lnTo>
                <a:lnTo>
                  <a:pt x="14585" y="17895"/>
                </a:lnTo>
                <a:close/>
                <a:moveTo>
                  <a:pt x="8403" y="16498"/>
                </a:moveTo>
                <a:lnTo>
                  <a:pt x="8127" y="16567"/>
                </a:lnTo>
                <a:lnTo>
                  <a:pt x="7848" y="16567"/>
                </a:lnTo>
                <a:lnTo>
                  <a:pt x="7710" y="16637"/>
                </a:lnTo>
                <a:lnTo>
                  <a:pt x="7570" y="16776"/>
                </a:lnTo>
                <a:lnTo>
                  <a:pt x="7502" y="17057"/>
                </a:lnTo>
                <a:lnTo>
                  <a:pt x="7083" y="17266"/>
                </a:lnTo>
                <a:lnTo>
                  <a:pt x="6807" y="17615"/>
                </a:lnTo>
                <a:lnTo>
                  <a:pt x="6737" y="17825"/>
                </a:lnTo>
                <a:lnTo>
                  <a:pt x="6667" y="18105"/>
                </a:lnTo>
                <a:lnTo>
                  <a:pt x="6737" y="18314"/>
                </a:lnTo>
                <a:lnTo>
                  <a:pt x="6807" y="18595"/>
                </a:lnTo>
                <a:lnTo>
                  <a:pt x="7015" y="18804"/>
                </a:lnTo>
                <a:lnTo>
                  <a:pt x="7153" y="19014"/>
                </a:lnTo>
                <a:lnTo>
                  <a:pt x="7432" y="19153"/>
                </a:lnTo>
                <a:lnTo>
                  <a:pt x="7640" y="19224"/>
                </a:lnTo>
                <a:lnTo>
                  <a:pt x="8265" y="19224"/>
                </a:lnTo>
                <a:lnTo>
                  <a:pt x="8543" y="19084"/>
                </a:lnTo>
                <a:lnTo>
                  <a:pt x="8751" y="18875"/>
                </a:lnTo>
                <a:lnTo>
                  <a:pt x="8960" y="18665"/>
                </a:lnTo>
                <a:lnTo>
                  <a:pt x="9168" y="18385"/>
                </a:lnTo>
                <a:lnTo>
                  <a:pt x="9238" y="18105"/>
                </a:lnTo>
                <a:lnTo>
                  <a:pt x="9306" y="17825"/>
                </a:lnTo>
                <a:lnTo>
                  <a:pt x="9306" y="17476"/>
                </a:lnTo>
                <a:lnTo>
                  <a:pt x="9238" y="17196"/>
                </a:lnTo>
                <a:lnTo>
                  <a:pt x="9098" y="16918"/>
                </a:lnTo>
                <a:lnTo>
                  <a:pt x="8960" y="16708"/>
                </a:lnTo>
                <a:lnTo>
                  <a:pt x="8681" y="16567"/>
                </a:lnTo>
                <a:lnTo>
                  <a:pt x="8403" y="16498"/>
                </a:lnTo>
                <a:close/>
                <a:moveTo>
                  <a:pt x="14098" y="17057"/>
                </a:moveTo>
                <a:lnTo>
                  <a:pt x="13890" y="17127"/>
                </a:lnTo>
                <a:lnTo>
                  <a:pt x="13752" y="17266"/>
                </a:lnTo>
                <a:lnTo>
                  <a:pt x="13682" y="17405"/>
                </a:lnTo>
                <a:lnTo>
                  <a:pt x="13682" y="17546"/>
                </a:lnTo>
                <a:lnTo>
                  <a:pt x="13473" y="17756"/>
                </a:lnTo>
                <a:lnTo>
                  <a:pt x="13265" y="17895"/>
                </a:lnTo>
                <a:lnTo>
                  <a:pt x="13127" y="18105"/>
                </a:lnTo>
                <a:lnTo>
                  <a:pt x="13057" y="18314"/>
                </a:lnTo>
                <a:lnTo>
                  <a:pt x="13057" y="18246"/>
                </a:lnTo>
                <a:lnTo>
                  <a:pt x="12987" y="18314"/>
                </a:lnTo>
                <a:lnTo>
                  <a:pt x="12919" y="18595"/>
                </a:lnTo>
                <a:lnTo>
                  <a:pt x="12919" y="18875"/>
                </a:lnTo>
                <a:lnTo>
                  <a:pt x="12987" y="19014"/>
                </a:lnTo>
                <a:lnTo>
                  <a:pt x="13057" y="19153"/>
                </a:lnTo>
                <a:lnTo>
                  <a:pt x="13265" y="19294"/>
                </a:lnTo>
                <a:lnTo>
                  <a:pt x="13335" y="19363"/>
                </a:lnTo>
                <a:lnTo>
                  <a:pt x="13335" y="19433"/>
                </a:lnTo>
                <a:lnTo>
                  <a:pt x="13682" y="19572"/>
                </a:lnTo>
                <a:lnTo>
                  <a:pt x="13960" y="19713"/>
                </a:lnTo>
                <a:lnTo>
                  <a:pt x="14585" y="19713"/>
                </a:lnTo>
                <a:lnTo>
                  <a:pt x="14863" y="19572"/>
                </a:lnTo>
                <a:lnTo>
                  <a:pt x="15142" y="19433"/>
                </a:lnTo>
                <a:lnTo>
                  <a:pt x="15350" y="19224"/>
                </a:lnTo>
                <a:lnTo>
                  <a:pt x="15488" y="18943"/>
                </a:lnTo>
                <a:lnTo>
                  <a:pt x="15626" y="18665"/>
                </a:lnTo>
                <a:lnTo>
                  <a:pt x="15696" y="18314"/>
                </a:lnTo>
                <a:lnTo>
                  <a:pt x="15626" y="18034"/>
                </a:lnTo>
                <a:lnTo>
                  <a:pt x="15558" y="17756"/>
                </a:lnTo>
                <a:lnTo>
                  <a:pt x="15418" y="17476"/>
                </a:lnTo>
                <a:lnTo>
                  <a:pt x="15142" y="17196"/>
                </a:lnTo>
                <a:lnTo>
                  <a:pt x="15001" y="17127"/>
                </a:lnTo>
                <a:lnTo>
                  <a:pt x="14863" y="17057"/>
                </a:lnTo>
                <a:close/>
                <a:moveTo>
                  <a:pt x="13195" y="13771"/>
                </a:moveTo>
                <a:lnTo>
                  <a:pt x="13682" y="13910"/>
                </a:lnTo>
                <a:lnTo>
                  <a:pt x="14655" y="14329"/>
                </a:lnTo>
                <a:lnTo>
                  <a:pt x="15280" y="14610"/>
                </a:lnTo>
                <a:lnTo>
                  <a:pt x="16043" y="14749"/>
                </a:lnTo>
                <a:lnTo>
                  <a:pt x="16391" y="14819"/>
                </a:lnTo>
                <a:lnTo>
                  <a:pt x="16808" y="14819"/>
                </a:lnTo>
                <a:lnTo>
                  <a:pt x="17154" y="14749"/>
                </a:lnTo>
                <a:lnTo>
                  <a:pt x="17503" y="14610"/>
                </a:lnTo>
                <a:lnTo>
                  <a:pt x="18127" y="15380"/>
                </a:lnTo>
                <a:lnTo>
                  <a:pt x="19169" y="16847"/>
                </a:lnTo>
                <a:lnTo>
                  <a:pt x="20142" y="18385"/>
                </a:lnTo>
                <a:lnTo>
                  <a:pt x="20419" y="18804"/>
                </a:lnTo>
                <a:lnTo>
                  <a:pt x="20489" y="19084"/>
                </a:lnTo>
                <a:lnTo>
                  <a:pt x="20419" y="19363"/>
                </a:lnTo>
                <a:lnTo>
                  <a:pt x="20350" y="19504"/>
                </a:lnTo>
                <a:lnTo>
                  <a:pt x="20142" y="19713"/>
                </a:lnTo>
                <a:lnTo>
                  <a:pt x="19794" y="19923"/>
                </a:lnTo>
                <a:lnTo>
                  <a:pt x="19377" y="20203"/>
                </a:lnTo>
                <a:lnTo>
                  <a:pt x="18474" y="20133"/>
                </a:lnTo>
                <a:lnTo>
                  <a:pt x="17571" y="19993"/>
                </a:lnTo>
                <a:lnTo>
                  <a:pt x="15766" y="19923"/>
                </a:lnTo>
                <a:lnTo>
                  <a:pt x="13960" y="19993"/>
                </a:lnTo>
                <a:lnTo>
                  <a:pt x="12154" y="20062"/>
                </a:lnTo>
                <a:lnTo>
                  <a:pt x="3959" y="20342"/>
                </a:lnTo>
                <a:lnTo>
                  <a:pt x="2015" y="20413"/>
                </a:lnTo>
                <a:lnTo>
                  <a:pt x="1390" y="20413"/>
                </a:lnTo>
                <a:lnTo>
                  <a:pt x="1181" y="20272"/>
                </a:lnTo>
                <a:lnTo>
                  <a:pt x="1111" y="20203"/>
                </a:lnTo>
                <a:lnTo>
                  <a:pt x="1041" y="20133"/>
                </a:lnTo>
                <a:lnTo>
                  <a:pt x="1111" y="19852"/>
                </a:lnTo>
                <a:lnTo>
                  <a:pt x="1390" y="19433"/>
                </a:lnTo>
                <a:lnTo>
                  <a:pt x="2015" y="18455"/>
                </a:lnTo>
                <a:lnTo>
                  <a:pt x="2918" y="18246"/>
                </a:lnTo>
                <a:lnTo>
                  <a:pt x="3334" y="18175"/>
                </a:lnTo>
                <a:lnTo>
                  <a:pt x="3819" y="18105"/>
                </a:lnTo>
                <a:lnTo>
                  <a:pt x="3959" y="18034"/>
                </a:lnTo>
                <a:lnTo>
                  <a:pt x="4027" y="17966"/>
                </a:lnTo>
                <a:lnTo>
                  <a:pt x="4097" y="17686"/>
                </a:lnTo>
                <a:lnTo>
                  <a:pt x="4027" y="17476"/>
                </a:lnTo>
                <a:lnTo>
                  <a:pt x="3959" y="17405"/>
                </a:lnTo>
                <a:lnTo>
                  <a:pt x="3819" y="17337"/>
                </a:lnTo>
                <a:lnTo>
                  <a:pt x="3543" y="17266"/>
                </a:lnTo>
                <a:lnTo>
                  <a:pt x="3264" y="17266"/>
                </a:lnTo>
                <a:lnTo>
                  <a:pt x="2639" y="17405"/>
                </a:lnTo>
                <a:lnTo>
                  <a:pt x="3402" y="16287"/>
                </a:lnTo>
                <a:lnTo>
                  <a:pt x="3473" y="16218"/>
                </a:lnTo>
                <a:lnTo>
                  <a:pt x="3681" y="16287"/>
                </a:lnTo>
                <a:lnTo>
                  <a:pt x="3959" y="16357"/>
                </a:lnTo>
                <a:lnTo>
                  <a:pt x="4654" y="16428"/>
                </a:lnTo>
                <a:lnTo>
                  <a:pt x="5625" y="16428"/>
                </a:lnTo>
                <a:lnTo>
                  <a:pt x="5834" y="16357"/>
                </a:lnTo>
                <a:lnTo>
                  <a:pt x="5974" y="16218"/>
                </a:lnTo>
                <a:lnTo>
                  <a:pt x="6042" y="16008"/>
                </a:lnTo>
                <a:lnTo>
                  <a:pt x="5974" y="15799"/>
                </a:lnTo>
                <a:lnTo>
                  <a:pt x="5834" y="15658"/>
                </a:lnTo>
                <a:lnTo>
                  <a:pt x="5625" y="15589"/>
                </a:lnTo>
                <a:lnTo>
                  <a:pt x="3889" y="15589"/>
                </a:lnTo>
                <a:lnTo>
                  <a:pt x="4792" y="14329"/>
                </a:lnTo>
                <a:lnTo>
                  <a:pt x="5209" y="14400"/>
                </a:lnTo>
                <a:lnTo>
                  <a:pt x="5487" y="14680"/>
                </a:lnTo>
                <a:lnTo>
                  <a:pt x="5765" y="14819"/>
                </a:lnTo>
                <a:lnTo>
                  <a:pt x="6042" y="14960"/>
                </a:lnTo>
                <a:lnTo>
                  <a:pt x="6390" y="15099"/>
                </a:lnTo>
                <a:lnTo>
                  <a:pt x="7083" y="15170"/>
                </a:lnTo>
                <a:lnTo>
                  <a:pt x="7710" y="15170"/>
                </a:lnTo>
                <a:lnTo>
                  <a:pt x="8611" y="15029"/>
                </a:lnTo>
                <a:lnTo>
                  <a:pt x="9376" y="14819"/>
                </a:lnTo>
                <a:lnTo>
                  <a:pt x="10974" y="14120"/>
                </a:lnTo>
                <a:lnTo>
                  <a:pt x="11807" y="13842"/>
                </a:lnTo>
                <a:lnTo>
                  <a:pt x="12294" y="13771"/>
                </a:lnTo>
                <a:close/>
                <a:moveTo>
                  <a:pt x="7640" y="0"/>
                </a:moveTo>
                <a:lnTo>
                  <a:pt x="7223" y="69"/>
                </a:lnTo>
                <a:lnTo>
                  <a:pt x="6807" y="139"/>
                </a:lnTo>
                <a:lnTo>
                  <a:pt x="6458" y="278"/>
                </a:lnTo>
                <a:lnTo>
                  <a:pt x="6112" y="488"/>
                </a:lnTo>
                <a:lnTo>
                  <a:pt x="5904" y="768"/>
                </a:lnTo>
                <a:lnTo>
                  <a:pt x="5695" y="1048"/>
                </a:lnTo>
                <a:lnTo>
                  <a:pt x="5625" y="1467"/>
                </a:lnTo>
                <a:lnTo>
                  <a:pt x="5695" y="1887"/>
                </a:lnTo>
                <a:lnTo>
                  <a:pt x="5834" y="2235"/>
                </a:lnTo>
                <a:lnTo>
                  <a:pt x="5974" y="2447"/>
                </a:lnTo>
                <a:lnTo>
                  <a:pt x="6182" y="2586"/>
                </a:lnTo>
                <a:lnTo>
                  <a:pt x="6458" y="2725"/>
                </a:lnTo>
                <a:lnTo>
                  <a:pt x="6737" y="2796"/>
                </a:lnTo>
                <a:lnTo>
                  <a:pt x="7015" y="2796"/>
                </a:lnTo>
                <a:lnTo>
                  <a:pt x="7293" y="2725"/>
                </a:lnTo>
                <a:lnTo>
                  <a:pt x="7570" y="2657"/>
                </a:lnTo>
                <a:lnTo>
                  <a:pt x="7710" y="2657"/>
                </a:lnTo>
                <a:lnTo>
                  <a:pt x="7502" y="2796"/>
                </a:lnTo>
                <a:lnTo>
                  <a:pt x="7432" y="3005"/>
                </a:lnTo>
                <a:lnTo>
                  <a:pt x="7362" y="3914"/>
                </a:lnTo>
                <a:lnTo>
                  <a:pt x="7362" y="4824"/>
                </a:lnTo>
                <a:lnTo>
                  <a:pt x="7432" y="6571"/>
                </a:lnTo>
                <a:lnTo>
                  <a:pt x="7432" y="10066"/>
                </a:lnTo>
                <a:lnTo>
                  <a:pt x="7502" y="10415"/>
                </a:lnTo>
                <a:lnTo>
                  <a:pt x="7502" y="10486"/>
                </a:lnTo>
                <a:lnTo>
                  <a:pt x="7083" y="10695"/>
                </a:lnTo>
                <a:lnTo>
                  <a:pt x="6737" y="10905"/>
                </a:lnTo>
                <a:lnTo>
                  <a:pt x="6112" y="11463"/>
                </a:lnTo>
                <a:lnTo>
                  <a:pt x="5487" y="12094"/>
                </a:lnTo>
                <a:lnTo>
                  <a:pt x="4930" y="12723"/>
                </a:lnTo>
                <a:lnTo>
                  <a:pt x="4237" y="13491"/>
                </a:lnTo>
                <a:lnTo>
                  <a:pt x="3611" y="14261"/>
                </a:lnTo>
                <a:lnTo>
                  <a:pt x="2431" y="15938"/>
                </a:lnTo>
                <a:lnTo>
                  <a:pt x="1320" y="17615"/>
                </a:lnTo>
                <a:lnTo>
                  <a:pt x="278" y="19294"/>
                </a:lnTo>
                <a:lnTo>
                  <a:pt x="70" y="19643"/>
                </a:lnTo>
                <a:lnTo>
                  <a:pt x="0" y="19993"/>
                </a:lnTo>
                <a:lnTo>
                  <a:pt x="70" y="20342"/>
                </a:lnTo>
                <a:lnTo>
                  <a:pt x="208" y="20691"/>
                </a:lnTo>
                <a:lnTo>
                  <a:pt x="417" y="20971"/>
                </a:lnTo>
                <a:lnTo>
                  <a:pt x="695" y="21181"/>
                </a:lnTo>
                <a:lnTo>
                  <a:pt x="1041" y="21390"/>
                </a:lnTo>
                <a:lnTo>
                  <a:pt x="1458" y="21461"/>
                </a:lnTo>
                <a:lnTo>
                  <a:pt x="2499" y="21531"/>
                </a:lnTo>
                <a:lnTo>
                  <a:pt x="3543" y="21461"/>
                </a:lnTo>
                <a:lnTo>
                  <a:pt x="5695" y="21322"/>
                </a:lnTo>
                <a:lnTo>
                  <a:pt x="10418" y="21181"/>
                </a:lnTo>
                <a:lnTo>
                  <a:pt x="14098" y="21042"/>
                </a:lnTo>
                <a:lnTo>
                  <a:pt x="15905" y="20971"/>
                </a:lnTo>
                <a:lnTo>
                  <a:pt x="17711" y="21042"/>
                </a:lnTo>
                <a:lnTo>
                  <a:pt x="17779" y="21251"/>
                </a:lnTo>
                <a:lnTo>
                  <a:pt x="17919" y="21390"/>
                </a:lnTo>
                <a:lnTo>
                  <a:pt x="18198" y="21531"/>
                </a:lnTo>
                <a:lnTo>
                  <a:pt x="18544" y="21600"/>
                </a:lnTo>
                <a:lnTo>
                  <a:pt x="18891" y="21600"/>
                </a:lnTo>
                <a:lnTo>
                  <a:pt x="19169" y="21531"/>
                </a:lnTo>
                <a:lnTo>
                  <a:pt x="19447" y="21531"/>
                </a:lnTo>
                <a:lnTo>
                  <a:pt x="19655" y="21461"/>
                </a:lnTo>
                <a:lnTo>
                  <a:pt x="19794" y="21322"/>
                </a:lnTo>
                <a:lnTo>
                  <a:pt x="20002" y="21181"/>
                </a:lnTo>
                <a:lnTo>
                  <a:pt x="20419" y="20901"/>
                </a:lnTo>
                <a:lnTo>
                  <a:pt x="20767" y="20552"/>
                </a:lnTo>
                <a:lnTo>
                  <a:pt x="21113" y="20203"/>
                </a:lnTo>
                <a:lnTo>
                  <a:pt x="21392" y="19923"/>
                </a:lnTo>
                <a:lnTo>
                  <a:pt x="21462" y="19643"/>
                </a:lnTo>
                <a:lnTo>
                  <a:pt x="21530" y="19433"/>
                </a:lnTo>
                <a:lnTo>
                  <a:pt x="21600" y="19153"/>
                </a:lnTo>
                <a:lnTo>
                  <a:pt x="21530" y="18943"/>
                </a:lnTo>
                <a:lnTo>
                  <a:pt x="21392" y="18455"/>
                </a:lnTo>
                <a:lnTo>
                  <a:pt x="21183" y="18034"/>
                </a:lnTo>
                <a:lnTo>
                  <a:pt x="20559" y="16986"/>
                </a:lnTo>
                <a:lnTo>
                  <a:pt x="19864" y="15938"/>
                </a:lnTo>
                <a:lnTo>
                  <a:pt x="19169" y="15029"/>
                </a:lnTo>
                <a:lnTo>
                  <a:pt x="18406" y="14120"/>
                </a:lnTo>
                <a:lnTo>
                  <a:pt x="17641" y="13211"/>
                </a:lnTo>
                <a:lnTo>
                  <a:pt x="16808" y="12372"/>
                </a:lnTo>
                <a:lnTo>
                  <a:pt x="16043" y="11673"/>
                </a:lnTo>
                <a:lnTo>
                  <a:pt x="15280" y="10975"/>
                </a:lnTo>
                <a:lnTo>
                  <a:pt x="14863" y="10625"/>
                </a:lnTo>
                <a:lnTo>
                  <a:pt x="14377" y="10346"/>
                </a:lnTo>
                <a:lnTo>
                  <a:pt x="13960" y="10135"/>
                </a:lnTo>
                <a:lnTo>
                  <a:pt x="13473" y="9925"/>
                </a:lnTo>
                <a:lnTo>
                  <a:pt x="13473" y="9857"/>
                </a:lnTo>
                <a:lnTo>
                  <a:pt x="13614" y="9437"/>
                </a:lnTo>
                <a:lnTo>
                  <a:pt x="13682" y="8948"/>
                </a:lnTo>
                <a:lnTo>
                  <a:pt x="13682" y="6990"/>
                </a:lnTo>
                <a:lnTo>
                  <a:pt x="13614" y="6081"/>
                </a:lnTo>
                <a:lnTo>
                  <a:pt x="13544" y="5382"/>
                </a:lnTo>
                <a:lnTo>
                  <a:pt x="13473" y="4543"/>
                </a:lnTo>
                <a:lnTo>
                  <a:pt x="13335" y="4124"/>
                </a:lnTo>
                <a:lnTo>
                  <a:pt x="13265" y="3705"/>
                </a:lnTo>
                <a:lnTo>
                  <a:pt x="13127" y="3354"/>
                </a:lnTo>
                <a:lnTo>
                  <a:pt x="12919" y="3076"/>
                </a:lnTo>
                <a:lnTo>
                  <a:pt x="13614" y="3145"/>
                </a:lnTo>
                <a:lnTo>
                  <a:pt x="14238" y="3145"/>
                </a:lnTo>
                <a:lnTo>
                  <a:pt x="14863" y="2935"/>
                </a:lnTo>
                <a:lnTo>
                  <a:pt x="15142" y="2796"/>
                </a:lnTo>
                <a:lnTo>
                  <a:pt x="15418" y="2586"/>
                </a:lnTo>
                <a:lnTo>
                  <a:pt x="15626" y="2376"/>
                </a:lnTo>
                <a:lnTo>
                  <a:pt x="15626" y="2096"/>
                </a:lnTo>
                <a:lnTo>
                  <a:pt x="15418" y="1187"/>
                </a:lnTo>
                <a:lnTo>
                  <a:pt x="15280" y="768"/>
                </a:lnTo>
                <a:lnTo>
                  <a:pt x="15142" y="558"/>
                </a:lnTo>
                <a:lnTo>
                  <a:pt x="15001" y="419"/>
                </a:lnTo>
                <a:lnTo>
                  <a:pt x="14863" y="278"/>
                </a:lnTo>
                <a:lnTo>
                  <a:pt x="14723" y="278"/>
                </a:lnTo>
                <a:lnTo>
                  <a:pt x="14447" y="210"/>
                </a:lnTo>
                <a:lnTo>
                  <a:pt x="12919" y="139"/>
                </a:lnTo>
                <a:lnTo>
                  <a:pt x="7640" y="0"/>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564" name="Google Shape;212;p3"/>
          <p:cNvSpPr/>
          <p:nvPr/>
        </p:nvSpPr>
        <p:spPr>
          <a:xfrm>
            <a:off x="8522472" y="4000307"/>
            <a:ext cx="306939" cy="3849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428" y="2160"/>
                </a:moveTo>
                <a:lnTo>
                  <a:pt x="20648" y="2628"/>
                </a:lnTo>
                <a:lnTo>
                  <a:pt x="20648" y="3678"/>
                </a:lnTo>
                <a:lnTo>
                  <a:pt x="20428" y="4144"/>
                </a:lnTo>
                <a:lnTo>
                  <a:pt x="20428" y="4087"/>
                </a:lnTo>
                <a:lnTo>
                  <a:pt x="20354" y="3094"/>
                </a:lnTo>
                <a:lnTo>
                  <a:pt x="20428" y="2160"/>
                </a:lnTo>
                <a:close/>
                <a:moveTo>
                  <a:pt x="19037" y="3328"/>
                </a:moveTo>
                <a:lnTo>
                  <a:pt x="19037" y="4437"/>
                </a:lnTo>
                <a:lnTo>
                  <a:pt x="18891" y="3503"/>
                </a:lnTo>
                <a:lnTo>
                  <a:pt x="19037" y="3328"/>
                </a:lnTo>
                <a:close/>
                <a:moveTo>
                  <a:pt x="19841" y="2044"/>
                </a:moveTo>
                <a:lnTo>
                  <a:pt x="19696" y="2919"/>
                </a:lnTo>
                <a:lnTo>
                  <a:pt x="19622" y="3387"/>
                </a:lnTo>
                <a:lnTo>
                  <a:pt x="19622" y="4203"/>
                </a:lnTo>
                <a:lnTo>
                  <a:pt x="19696" y="4437"/>
                </a:lnTo>
                <a:lnTo>
                  <a:pt x="19841" y="4671"/>
                </a:lnTo>
                <a:lnTo>
                  <a:pt x="19989" y="4846"/>
                </a:lnTo>
                <a:lnTo>
                  <a:pt x="20061" y="4846"/>
                </a:lnTo>
                <a:lnTo>
                  <a:pt x="19841" y="5137"/>
                </a:lnTo>
                <a:lnTo>
                  <a:pt x="19257" y="5779"/>
                </a:lnTo>
                <a:lnTo>
                  <a:pt x="19111" y="4846"/>
                </a:lnTo>
                <a:lnTo>
                  <a:pt x="19183" y="4962"/>
                </a:lnTo>
                <a:lnTo>
                  <a:pt x="19257" y="5021"/>
                </a:lnTo>
                <a:lnTo>
                  <a:pt x="19402" y="5079"/>
                </a:lnTo>
                <a:lnTo>
                  <a:pt x="19550" y="5021"/>
                </a:lnTo>
                <a:lnTo>
                  <a:pt x="19696" y="5021"/>
                </a:lnTo>
                <a:lnTo>
                  <a:pt x="19770" y="4903"/>
                </a:lnTo>
                <a:lnTo>
                  <a:pt x="19770" y="4728"/>
                </a:lnTo>
                <a:lnTo>
                  <a:pt x="19696" y="4671"/>
                </a:lnTo>
                <a:lnTo>
                  <a:pt x="19622" y="4612"/>
                </a:lnTo>
                <a:lnTo>
                  <a:pt x="19476" y="4612"/>
                </a:lnTo>
                <a:lnTo>
                  <a:pt x="19476" y="4203"/>
                </a:lnTo>
                <a:lnTo>
                  <a:pt x="19402" y="3328"/>
                </a:lnTo>
                <a:lnTo>
                  <a:pt x="19330" y="3210"/>
                </a:lnTo>
                <a:lnTo>
                  <a:pt x="19135" y="3210"/>
                </a:lnTo>
                <a:lnTo>
                  <a:pt x="19183" y="3153"/>
                </a:lnTo>
                <a:lnTo>
                  <a:pt x="19402" y="2803"/>
                </a:lnTo>
                <a:lnTo>
                  <a:pt x="19622" y="2453"/>
                </a:lnTo>
                <a:lnTo>
                  <a:pt x="19841" y="2044"/>
                </a:lnTo>
                <a:close/>
                <a:moveTo>
                  <a:pt x="18598" y="3794"/>
                </a:moveTo>
                <a:lnTo>
                  <a:pt x="18524" y="4962"/>
                </a:lnTo>
                <a:lnTo>
                  <a:pt x="18598" y="6188"/>
                </a:lnTo>
                <a:lnTo>
                  <a:pt x="18670" y="6306"/>
                </a:lnTo>
                <a:lnTo>
                  <a:pt x="18159" y="6656"/>
                </a:lnTo>
                <a:lnTo>
                  <a:pt x="18159" y="5955"/>
                </a:lnTo>
                <a:lnTo>
                  <a:pt x="18011" y="5254"/>
                </a:lnTo>
                <a:lnTo>
                  <a:pt x="17939" y="4319"/>
                </a:lnTo>
                <a:lnTo>
                  <a:pt x="18231" y="4087"/>
                </a:lnTo>
                <a:lnTo>
                  <a:pt x="18598" y="3794"/>
                </a:lnTo>
                <a:close/>
                <a:moveTo>
                  <a:pt x="16181" y="5721"/>
                </a:moveTo>
                <a:lnTo>
                  <a:pt x="15961" y="6188"/>
                </a:lnTo>
                <a:lnTo>
                  <a:pt x="15815" y="6713"/>
                </a:lnTo>
                <a:lnTo>
                  <a:pt x="15741" y="6013"/>
                </a:lnTo>
                <a:lnTo>
                  <a:pt x="16181" y="5721"/>
                </a:lnTo>
                <a:close/>
                <a:moveTo>
                  <a:pt x="17426" y="4728"/>
                </a:moveTo>
                <a:lnTo>
                  <a:pt x="17426" y="6072"/>
                </a:lnTo>
                <a:lnTo>
                  <a:pt x="17500" y="6538"/>
                </a:lnTo>
                <a:lnTo>
                  <a:pt x="17646" y="6947"/>
                </a:lnTo>
                <a:lnTo>
                  <a:pt x="17646" y="7006"/>
                </a:lnTo>
                <a:lnTo>
                  <a:pt x="17207" y="7297"/>
                </a:lnTo>
                <a:lnTo>
                  <a:pt x="17280" y="6713"/>
                </a:lnTo>
                <a:lnTo>
                  <a:pt x="17352" y="6072"/>
                </a:lnTo>
                <a:lnTo>
                  <a:pt x="17352" y="5488"/>
                </a:lnTo>
                <a:lnTo>
                  <a:pt x="17280" y="4903"/>
                </a:lnTo>
                <a:lnTo>
                  <a:pt x="17426" y="4728"/>
                </a:lnTo>
                <a:close/>
                <a:moveTo>
                  <a:pt x="16694" y="5312"/>
                </a:moveTo>
                <a:lnTo>
                  <a:pt x="16474" y="7531"/>
                </a:lnTo>
                <a:lnTo>
                  <a:pt x="16548" y="7647"/>
                </a:lnTo>
                <a:lnTo>
                  <a:pt x="16548" y="7706"/>
                </a:lnTo>
                <a:lnTo>
                  <a:pt x="16400" y="7822"/>
                </a:lnTo>
                <a:lnTo>
                  <a:pt x="16328" y="7765"/>
                </a:lnTo>
                <a:lnTo>
                  <a:pt x="16620" y="5604"/>
                </a:lnTo>
                <a:lnTo>
                  <a:pt x="16474" y="5488"/>
                </a:lnTo>
                <a:lnTo>
                  <a:pt x="16694" y="5312"/>
                </a:lnTo>
                <a:close/>
                <a:moveTo>
                  <a:pt x="15376" y="6306"/>
                </a:moveTo>
                <a:lnTo>
                  <a:pt x="15302" y="6888"/>
                </a:lnTo>
                <a:lnTo>
                  <a:pt x="15157" y="7472"/>
                </a:lnTo>
                <a:lnTo>
                  <a:pt x="15009" y="7997"/>
                </a:lnTo>
                <a:lnTo>
                  <a:pt x="14789" y="8581"/>
                </a:lnTo>
                <a:lnTo>
                  <a:pt x="14789" y="8699"/>
                </a:lnTo>
                <a:lnTo>
                  <a:pt x="14644" y="8640"/>
                </a:lnTo>
                <a:lnTo>
                  <a:pt x="14570" y="8640"/>
                </a:lnTo>
                <a:lnTo>
                  <a:pt x="14570" y="7940"/>
                </a:lnTo>
                <a:lnTo>
                  <a:pt x="14498" y="7472"/>
                </a:lnTo>
                <a:lnTo>
                  <a:pt x="14424" y="6947"/>
                </a:lnTo>
                <a:lnTo>
                  <a:pt x="15376" y="6306"/>
                </a:lnTo>
                <a:close/>
                <a:moveTo>
                  <a:pt x="14059" y="7181"/>
                </a:moveTo>
                <a:lnTo>
                  <a:pt x="13911" y="7997"/>
                </a:lnTo>
                <a:lnTo>
                  <a:pt x="13911" y="8815"/>
                </a:lnTo>
                <a:lnTo>
                  <a:pt x="13985" y="8990"/>
                </a:lnTo>
                <a:lnTo>
                  <a:pt x="14131" y="9166"/>
                </a:lnTo>
                <a:lnTo>
                  <a:pt x="13326" y="9632"/>
                </a:lnTo>
                <a:lnTo>
                  <a:pt x="13398" y="9224"/>
                </a:lnTo>
                <a:lnTo>
                  <a:pt x="13472" y="8815"/>
                </a:lnTo>
                <a:lnTo>
                  <a:pt x="13472" y="8231"/>
                </a:lnTo>
                <a:lnTo>
                  <a:pt x="13326" y="7706"/>
                </a:lnTo>
                <a:lnTo>
                  <a:pt x="14059" y="7181"/>
                </a:lnTo>
                <a:close/>
                <a:moveTo>
                  <a:pt x="13178" y="7822"/>
                </a:moveTo>
                <a:lnTo>
                  <a:pt x="13107" y="8231"/>
                </a:lnTo>
                <a:lnTo>
                  <a:pt x="13033" y="8640"/>
                </a:lnTo>
                <a:lnTo>
                  <a:pt x="12887" y="8932"/>
                </a:lnTo>
                <a:lnTo>
                  <a:pt x="12739" y="9166"/>
                </a:lnTo>
                <a:lnTo>
                  <a:pt x="12594" y="9457"/>
                </a:lnTo>
                <a:lnTo>
                  <a:pt x="12594" y="9866"/>
                </a:lnTo>
                <a:lnTo>
                  <a:pt x="12739" y="9925"/>
                </a:lnTo>
                <a:lnTo>
                  <a:pt x="11935" y="10334"/>
                </a:lnTo>
                <a:lnTo>
                  <a:pt x="12081" y="9691"/>
                </a:lnTo>
                <a:lnTo>
                  <a:pt x="12081" y="9166"/>
                </a:lnTo>
                <a:lnTo>
                  <a:pt x="12007" y="8581"/>
                </a:lnTo>
                <a:lnTo>
                  <a:pt x="13178" y="7822"/>
                </a:lnTo>
                <a:close/>
                <a:moveTo>
                  <a:pt x="11715" y="8815"/>
                </a:moveTo>
                <a:lnTo>
                  <a:pt x="11568" y="9457"/>
                </a:lnTo>
                <a:lnTo>
                  <a:pt x="11348" y="10100"/>
                </a:lnTo>
                <a:lnTo>
                  <a:pt x="11202" y="10450"/>
                </a:lnTo>
                <a:lnTo>
                  <a:pt x="11202" y="10741"/>
                </a:lnTo>
                <a:lnTo>
                  <a:pt x="10324" y="11268"/>
                </a:lnTo>
                <a:lnTo>
                  <a:pt x="10763" y="9457"/>
                </a:lnTo>
                <a:lnTo>
                  <a:pt x="11715" y="8815"/>
                </a:lnTo>
                <a:close/>
                <a:moveTo>
                  <a:pt x="18231" y="759"/>
                </a:moveTo>
                <a:lnTo>
                  <a:pt x="18817" y="934"/>
                </a:lnTo>
                <a:lnTo>
                  <a:pt x="18598" y="1168"/>
                </a:lnTo>
                <a:lnTo>
                  <a:pt x="18598" y="1343"/>
                </a:lnTo>
                <a:lnTo>
                  <a:pt x="18670" y="1459"/>
                </a:lnTo>
                <a:lnTo>
                  <a:pt x="18817" y="1518"/>
                </a:lnTo>
                <a:lnTo>
                  <a:pt x="19037" y="1518"/>
                </a:lnTo>
                <a:lnTo>
                  <a:pt x="19037" y="1751"/>
                </a:lnTo>
                <a:lnTo>
                  <a:pt x="18891" y="2044"/>
                </a:lnTo>
                <a:lnTo>
                  <a:pt x="18598" y="2569"/>
                </a:lnTo>
                <a:lnTo>
                  <a:pt x="18231" y="3035"/>
                </a:lnTo>
                <a:lnTo>
                  <a:pt x="17791" y="3503"/>
                </a:lnTo>
                <a:lnTo>
                  <a:pt x="17646" y="3444"/>
                </a:lnTo>
                <a:lnTo>
                  <a:pt x="17572" y="3503"/>
                </a:lnTo>
                <a:lnTo>
                  <a:pt x="17500" y="3503"/>
                </a:lnTo>
                <a:lnTo>
                  <a:pt x="17426" y="3619"/>
                </a:lnTo>
                <a:lnTo>
                  <a:pt x="17426" y="3737"/>
                </a:lnTo>
                <a:lnTo>
                  <a:pt x="16694" y="4319"/>
                </a:lnTo>
                <a:lnTo>
                  <a:pt x="15448" y="5312"/>
                </a:lnTo>
                <a:lnTo>
                  <a:pt x="15302" y="5312"/>
                </a:lnTo>
                <a:lnTo>
                  <a:pt x="15302" y="5429"/>
                </a:lnTo>
                <a:lnTo>
                  <a:pt x="12959" y="7063"/>
                </a:lnTo>
                <a:lnTo>
                  <a:pt x="11276" y="8231"/>
                </a:lnTo>
                <a:lnTo>
                  <a:pt x="9591" y="9341"/>
                </a:lnTo>
                <a:lnTo>
                  <a:pt x="9517" y="9341"/>
                </a:lnTo>
                <a:lnTo>
                  <a:pt x="9446" y="9399"/>
                </a:lnTo>
                <a:lnTo>
                  <a:pt x="9226" y="9575"/>
                </a:lnTo>
                <a:lnTo>
                  <a:pt x="7761" y="10450"/>
                </a:lnTo>
                <a:lnTo>
                  <a:pt x="7687" y="10450"/>
                </a:lnTo>
                <a:lnTo>
                  <a:pt x="7615" y="10509"/>
                </a:lnTo>
                <a:lnTo>
                  <a:pt x="7248" y="10684"/>
                </a:lnTo>
                <a:lnTo>
                  <a:pt x="6663" y="10975"/>
                </a:lnTo>
                <a:lnTo>
                  <a:pt x="6296" y="11150"/>
                </a:lnTo>
                <a:lnTo>
                  <a:pt x="6076" y="11384"/>
                </a:lnTo>
                <a:lnTo>
                  <a:pt x="5930" y="11325"/>
                </a:lnTo>
                <a:lnTo>
                  <a:pt x="5198" y="10859"/>
                </a:lnTo>
                <a:lnTo>
                  <a:pt x="4613" y="10275"/>
                </a:lnTo>
                <a:lnTo>
                  <a:pt x="4246" y="9984"/>
                </a:lnTo>
                <a:lnTo>
                  <a:pt x="3880" y="9691"/>
                </a:lnTo>
                <a:lnTo>
                  <a:pt x="4393" y="9457"/>
                </a:lnTo>
                <a:lnTo>
                  <a:pt x="4904" y="9107"/>
                </a:lnTo>
                <a:lnTo>
                  <a:pt x="5198" y="9457"/>
                </a:lnTo>
                <a:lnTo>
                  <a:pt x="5637" y="9750"/>
                </a:lnTo>
                <a:lnTo>
                  <a:pt x="5857" y="9866"/>
                </a:lnTo>
                <a:lnTo>
                  <a:pt x="6150" y="9925"/>
                </a:lnTo>
                <a:lnTo>
                  <a:pt x="6443" y="9925"/>
                </a:lnTo>
                <a:lnTo>
                  <a:pt x="6663" y="9750"/>
                </a:lnTo>
                <a:lnTo>
                  <a:pt x="6735" y="9691"/>
                </a:lnTo>
                <a:lnTo>
                  <a:pt x="6809" y="9575"/>
                </a:lnTo>
                <a:lnTo>
                  <a:pt x="6735" y="9341"/>
                </a:lnTo>
                <a:lnTo>
                  <a:pt x="6663" y="9224"/>
                </a:lnTo>
                <a:lnTo>
                  <a:pt x="6515" y="9166"/>
                </a:lnTo>
                <a:lnTo>
                  <a:pt x="6224" y="9166"/>
                </a:lnTo>
                <a:lnTo>
                  <a:pt x="6150" y="9224"/>
                </a:lnTo>
                <a:lnTo>
                  <a:pt x="6150" y="9166"/>
                </a:lnTo>
                <a:lnTo>
                  <a:pt x="5857" y="8990"/>
                </a:lnTo>
                <a:lnTo>
                  <a:pt x="5491" y="8756"/>
                </a:lnTo>
                <a:lnTo>
                  <a:pt x="5637" y="8640"/>
                </a:lnTo>
                <a:lnTo>
                  <a:pt x="6589" y="7940"/>
                </a:lnTo>
                <a:lnTo>
                  <a:pt x="6735" y="8231"/>
                </a:lnTo>
                <a:lnTo>
                  <a:pt x="6883" y="8406"/>
                </a:lnTo>
                <a:lnTo>
                  <a:pt x="7102" y="8581"/>
                </a:lnTo>
                <a:lnTo>
                  <a:pt x="7322" y="8756"/>
                </a:lnTo>
                <a:lnTo>
                  <a:pt x="7615" y="8815"/>
                </a:lnTo>
                <a:lnTo>
                  <a:pt x="7835" y="8815"/>
                </a:lnTo>
                <a:lnTo>
                  <a:pt x="7980" y="8699"/>
                </a:lnTo>
                <a:lnTo>
                  <a:pt x="8054" y="8581"/>
                </a:lnTo>
                <a:lnTo>
                  <a:pt x="8054" y="8406"/>
                </a:lnTo>
                <a:lnTo>
                  <a:pt x="7761" y="8172"/>
                </a:lnTo>
                <a:lnTo>
                  <a:pt x="7467" y="7940"/>
                </a:lnTo>
                <a:lnTo>
                  <a:pt x="7248" y="7706"/>
                </a:lnTo>
                <a:lnTo>
                  <a:pt x="7174" y="7590"/>
                </a:lnTo>
                <a:lnTo>
                  <a:pt x="7174" y="7531"/>
                </a:lnTo>
                <a:lnTo>
                  <a:pt x="7835" y="7063"/>
                </a:lnTo>
                <a:lnTo>
                  <a:pt x="8274" y="6772"/>
                </a:lnTo>
                <a:lnTo>
                  <a:pt x="8346" y="7006"/>
                </a:lnTo>
                <a:lnTo>
                  <a:pt x="8493" y="7181"/>
                </a:lnTo>
                <a:lnTo>
                  <a:pt x="8639" y="7356"/>
                </a:lnTo>
                <a:lnTo>
                  <a:pt x="8859" y="7590"/>
                </a:lnTo>
                <a:lnTo>
                  <a:pt x="9152" y="7706"/>
                </a:lnTo>
                <a:lnTo>
                  <a:pt x="9372" y="7765"/>
                </a:lnTo>
                <a:lnTo>
                  <a:pt x="9591" y="7706"/>
                </a:lnTo>
                <a:lnTo>
                  <a:pt x="9665" y="7590"/>
                </a:lnTo>
                <a:lnTo>
                  <a:pt x="9737" y="7531"/>
                </a:lnTo>
                <a:lnTo>
                  <a:pt x="9737" y="7356"/>
                </a:lnTo>
                <a:lnTo>
                  <a:pt x="9665" y="7238"/>
                </a:lnTo>
                <a:lnTo>
                  <a:pt x="9517" y="7122"/>
                </a:lnTo>
                <a:lnTo>
                  <a:pt x="9226" y="6888"/>
                </a:lnTo>
                <a:lnTo>
                  <a:pt x="9006" y="6713"/>
                </a:lnTo>
                <a:lnTo>
                  <a:pt x="8933" y="6481"/>
                </a:lnTo>
                <a:lnTo>
                  <a:pt x="8933" y="6363"/>
                </a:lnTo>
                <a:lnTo>
                  <a:pt x="9957" y="5604"/>
                </a:lnTo>
                <a:lnTo>
                  <a:pt x="10104" y="5779"/>
                </a:lnTo>
                <a:lnTo>
                  <a:pt x="10324" y="6131"/>
                </a:lnTo>
                <a:lnTo>
                  <a:pt x="10689" y="6422"/>
                </a:lnTo>
                <a:lnTo>
                  <a:pt x="10837" y="6481"/>
                </a:lnTo>
                <a:lnTo>
                  <a:pt x="10983" y="6538"/>
                </a:lnTo>
                <a:lnTo>
                  <a:pt x="11128" y="6481"/>
                </a:lnTo>
                <a:lnTo>
                  <a:pt x="11276" y="6422"/>
                </a:lnTo>
                <a:lnTo>
                  <a:pt x="11348" y="6306"/>
                </a:lnTo>
                <a:lnTo>
                  <a:pt x="11348" y="6131"/>
                </a:lnTo>
                <a:lnTo>
                  <a:pt x="11276" y="6013"/>
                </a:lnTo>
                <a:lnTo>
                  <a:pt x="10470" y="5254"/>
                </a:lnTo>
                <a:lnTo>
                  <a:pt x="11935" y="4203"/>
                </a:lnTo>
                <a:lnTo>
                  <a:pt x="12007" y="4319"/>
                </a:lnTo>
                <a:lnTo>
                  <a:pt x="12300" y="4903"/>
                </a:lnTo>
                <a:lnTo>
                  <a:pt x="12374" y="5021"/>
                </a:lnTo>
                <a:lnTo>
                  <a:pt x="12448" y="5079"/>
                </a:lnTo>
                <a:lnTo>
                  <a:pt x="12739" y="5079"/>
                </a:lnTo>
                <a:lnTo>
                  <a:pt x="12887" y="5021"/>
                </a:lnTo>
                <a:lnTo>
                  <a:pt x="12959" y="4903"/>
                </a:lnTo>
                <a:lnTo>
                  <a:pt x="13033" y="4787"/>
                </a:lnTo>
                <a:lnTo>
                  <a:pt x="12959" y="4671"/>
                </a:lnTo>
                <a:lnTo>
                  <a:pt x="12739" y="4144"/>
                </a:lnTo>
                <a:lnTo>
                  <a:pt x="12520" y="3853"/>
                </a:lnTo>
                <a:lnTo>
                  <a:pt x="13985" y="2744"/>
                </a:lnTo>
                <a:lnTo>
                  <a:pt x="14059" y="3094"/>
                </a:lnTo>
                <a:lnTo>
                  <a:pt x="14131" y="3387"/>
                </a:lnTo>
                <a:lnTo>
                  <a:pt x="14278" y="3737"/>
                </a:lnTo>
                <a:lnTo>
                  <a:pt x="14424" y="4028"/>
                </a:lnTo>
                <a:lnTo>
                  <a:pt x="14570" y="4144"/>
                </a:lnTo>
                <a:lnTo>
                  <a:pt x="14789" y="4203"/>
                </a:lnTo>
                <a:lnTo>
                  <a:pt x="15083" y="4087"/>
                </a:lnTo>
                <a:lnTo>
                  <a:pt x="15228" y="3969"/>
                </a:lnTo>
                <a:lnTo>
                  <a:pt x="15302" y="3794"/>
                </a:lnTo>
                <a:lnTo>
                  <a:pt x="15302" y="3678"/>
                </a:lnTo>
                <a:lnTo>
                  <a:pt x="15228" y="3562"/>
                </a:lnTo>
                <a:lnTo>
                  <a:pt x="15083" y="3444"/>
                </a:lnTo>
                <a:lnTo>
                  <a:pt x="14937" y="3444"/>
                </a:lnTo>
                <a:lnTo>
                  <a:pt x="14644" y="2919"/>
                </a:lnTo>
                <a:lnTo>
                  <a:pt x="14424" y="2453"/>
                </a:lnTo>
                <a:lnTo>
                  <a:pt x="15448" y="1751"/>
                </a:lnTo>
                <a:lnTo>
                  <a:pt x="16400" y="1168"/>
                </a:lnTo>
                <a:lnTo>
                  <a:pt x="16694" y="993"/>
                </a:lnTo>
                <a:lnTo>
                  <a:pt x="16987" y="875"/>
                </a:lnTo>
                <a:lnTo>
                  <a:pt x="17646" y="759"/>
                </a:lnTo>
                <a:close/>
                <a:moveTo>
                  <a:pt x="6954" y="11559"/>
                </a:moveTo>
                <a:lnTo>
                  <a:pt x="6883" y="11850"/>
                </a:lnTo>
                <a:lnTo>
                  <a:pt x="6589" y="11675"/>
                </a:lnTo>
                <a:lnTo>
                  <a:pt x="6954" y="11559"/>
                </a:lnTo>
                <a:close/>
                <a:moveTo>
                  <a:pt x="10176" y="9807"/>
                </a:moveTo>
                <a:lnTo>
                  <a:pt x="9446" y="11559"/>
                </a:lnTo>
                <a:lnTo>
                  <a:pt x="9446" y="11675"/>
                </a:lnTo>
                <a:lnTo>
                  <a:pt x="9152" y="11850"/>
                </a:lnTo>
                <a:lnTo>
                  <a:pt x="9152" y="11618"/>
                </a:lnTo>
                <a:lnTo>
                  <a:pt x="9226" y="10916"/>
                </a:lnTo>
                <a:lnTo>
                  <a:pt x="9446" y="10275"/>
                </a:lnTo>
                <a:lnTo>
                  <a:pt x="10030" y="9925"/>
                </a:lnTo>
                <a:lnTo>
                  <a:pt x="10176" y="9807"/>
                </a:lnTo>
                <a:close/>
                <a:moveTo>
                  <a:pt x="8565" y="10741"/>
                </a:moveTo>
                <a:lnTo>
                  <a:pt x="8420" y="11325"/>
                </a:lnTo>
                <a:lnTo>
                  <a:pt x="8420" y="12084"/>
                </a:lnTo>
                <a:lnTo>
                  <a:pt x="8565" y="12143"/>
                </a:lnTo>
                <a:lnTo>
                  <a:pt x="7761" y="12610"/>
                </a:lnTo>
                <a:lnTo>
                  <a:pt x="7615" y="12493"/>
                </a:lnTo>
                <a:lnTo>
                  <a:pt x="7761" y="12376"/>
                </a:lnTo>
                <a:lnTo>
                  <a:pt x="7835" y="12201"/>
                </a:lnTo>
                <a:lnTo>
                  <a:pt x="7835" y="12084"/>
                </a:lnTo>
                <a:lnTo>
                  <a:pt x="7761" y="11968"/>
                </a:lnTo>
                <a:lnTo>
                  <a:pt x="7687" y="11909"/>
                </a:lnTo>
                <a:lnTo>
                  <a:pt x="7615" y="11909"/>
                </a:lnTo>
                <a:lnTo>
                  <a:pt x="7761" y="11500"/>
                </a:lnTo>
                <a:lnTo>
                  <a:pt x="7835" y="11150"/>
                </a:lnTo>
                <a:lnTo>
                  <a:pt x="7835" y="11091"/>
                </a:lnTo>
                <a:lnTo>
                  <a:pt x="8565" y="10741"/>
                </a:lnTo>
                <a:close/>
                <a:moveTo>
                  <a:pt x="2196" y="9750"/>
                </a:moveTo>
                <a:lnTo>
                  <a:pt x="2709" y="9866"/>
                </a:lnTo>
                <a:lnTo>
                  <a:pt x="3148" y="10041"/>
                </a:lnTo>
                <a:lnTo>
                  <a:pt x="3513" y="10275"/>
                </a:lnTo>
                <a:lnTo>
                  <a:pt x="3880" y="10625"/>
                </a:lnTo>
                <a:lnTo>
                  <a:pt x="4613" y="11268"/>
                </a:lnTo>
                <a:lnTo>
                  <a:pt x="5417" y="11850"/>
                </a:lnTo>
                <a:lnTo>
                  <a:pt x="6296" y="12376"/>
                </a:lnTo>
                <a:lnTo>
                  <a:pt x="6663" y="12668"/>
                </a:lnTo>
                <a:lnTo>
                  <a:pt x="7028" y="12960"/>
                </a:lnTo>
                <a:lnTo>
                  <a:pt x="7028" y="13019"/>
                </a:lnTo>
                <a:lnTo>
                  <a:pt x="6954" y="13194"/>
                </a:lnTo>
                <a:lnTo>
                  <a:pt x="6954" y="13369"/>
                </a:lnTo>
                <a:lnTo>
                  <a:pt x="7102" y="13485"/>
                </a:lnTo>
                <a:lnTo>
                  <a:pt x="7322" y="13544"/>
                </a:lnTo>
                <a:lnTo>
                  <a:pt x="7322" y="13778"/>
                </a:lnTo>
                <a:lnTo>
                  <a:pt x="7174" y="13837"/>
                </a:lnTo>
                <a:lnTo>
                  <a:pt x="6443" y="13894"/>
                </a:lnTo>
                <a:lnTo>
                  <a:pt x="6004" y="13485"/>
                </a:lnTo>
                <a:lnTo>
                  <a:pt x="5637" y="13135"/>
                </a:lnTo>
                <a:lnTo>
                  <a:pt x="4320" y="11909"/>
                </a:lnTo>
                <a:lnTo>
                  <a:pt x="3222" y="10975"/>
                </a:lnTo>
                <a:lnTo>
                  <a:pt x="2635" y="10509"/>
                </a:lnTo>
                <a:lnTo>
                  <a:pt x="2341" y="10334"/>
                </a:lnTo>
                <a:lnTo>
                  <a:pt x="1976" y="10216"/>
                </a:lnTo>
                <a:lnTo>
                  <a:pt x="2196" y="9750"/>
                </a:lnTo>
                <a:close/>
                <a:moveTo>
                  <a:pt x="17426" y="0"/>
                </a:moveTo>
                <a:lnTo>
                  <a:pt x="16913" y="116"/>
                </a:lnTo>
                <a:lnTo>
                  <a:pt x="16400" y="291"/>
                </a:lnTo>
                <a:lnTo>
                  <a:pt x="15961" y="525"/>
                </a:lnTo>
                <a:lnTo>
                  <a:pt x="15522" y="759"/>
                </a:lnTo>
                <a:lnTo>
                  <a:pt x="14278" y="1634"/>
                </a:lnTo>
                <a:lnTo>
                  <a:pt x="13033" y="2510"/>
                </a:lnTo>
                <a:lnTo>
                  <a:pt x="8054" y="6013"/>
                </a:lnTo>
                <a:lnTo>
                  <a:pt x="5637" y="7706"/>
                </a:lnTo>
                <a:lnTo>
                  <a:pt x="4613" y="8406"/>
                </a:lnTo>
                <a:lnTo>
                  <a:pt x="4174" y="8815"/>
                </a:lnTo>
                <a:lnTo>
                  <a:pt x="3733" y="9224"/>
                </a:lnTo>
                <a:lnTo>
                  <a:pt x="3513" y="9282"/>
                </a:lnTo>
                <a:lnTo>
                  <a:pt x="3441" y="9457"/>
                </a:lnTo>
                <a:lnTo>
                  <a:pt x="3074" y="9282"/>
                </a:lnTo>
                <a:lnTo>
                  <a:pt x="2709" y="9224"/>
                </a:lnTo>
                <a:lnTo>
                  <a:pt x="2341" y="9166"/>
                </a:lnTo>
                <a:lnTo>
                  <a:pt x="1902" y="9166"/>
                </a:lnTo>
                <a:lnTo>
                  <a:pt x="1683" y="9224"/>
                </a:lnTo>
                <a:lnTo>
                  <a:pt x="1537" y="9399"/>
                </a:lnTo>
                <a:lnTo>
                  <a:pt x="1244" y="10216"/>
                </a:lnTo>
                <a:lnTo>
                  <a:pt x="1244" y="10334"/>
                </a:lnTo>
                <a:lnTo>
                  <a:pt x="1317" y="10450"/>
                </a:lnTo>
                <a:lnTo>
                  <a:pt x="1391" y="10509"/>
                </a:lnTo>
                <a:lnTo>
                  <a:pt x="1537" y="10566"/>
                </a:lnTo>
                <a:lnTo>
                  <a:pt x="1830" y="10916"/>
                </a:lnTo>
                <a:lnTo>
                  <a:pt x="2196" y="11268"/>
                </a:lnTo>
                <a:lnTo>
                  <a:pt x="3002" y="11909"/>
                </a:lnTo>
                <a:lnTo>
                  <a:pt x="4759" y="13544"/>
                </a:lnTo>
                <a:lnTo>
                  <a:pt x="5417" y="14244"/>
                </a:lnTo>
                <a:lnTo>
                  <a:pt x="5857" y="14594"/>
                </a:lnTo>
                <a:lnTo>
                  <a:pt x="6296" y="14828"/>
                </a:lnTo>
                <a:lnTo>
                  <a:pt x="6589" y="14887"/>
                </a:lnTo>
                <a:lnTo>
                  <a:pt x="6809" y="14887"/>
                </a:lnTo>
                <a:lnTo>
                  <a:pt x="7028" y="14769"/>
                </a:lnTo>
                <a:lnTo>
                  <a:pt x="7174" y="14594"/>
                </a:lnTo>
                <a:lnTo>
                  <a:pt x="7615" y="14537"/>
                </a:lnTo>
                <a:lnTo>
                  <a:pt x="7907" y="14419"/>
                </a:lnTo>
                <a:lnTo>
                  <a:pt x="8126" y="14244"/>
                </a:lnTo>
                <a:lnTo>
                  <a:pt x="8274" y="14012"/>
                </a:lnTo>
                <a:lnTo>
                  <a:pt x="8274" y="13603"/>
                </a:lnTo>
                <a:lnTo>
                  <a:pt x="8200" y="13253"/>
                </a:lnTo>
                <a:lnTo>
                  <a:pt x="10617" y="12025"/>
                </a:lnTo>
                <a:lnTo>
                  <a:pt x="13033" y="10741"/>
                </a:lnTo>
                <a:lnTo>
                  <a:pt x="15302" y="9399"/>
                </a:lnTo>
                <a:lnTo>
                  <a:pt x="17572" y="7997"/>
                </a:lnTo>
                <a:lnTo>
                  <a:pt x="18524" y="7415"/>
                </a:lnTo>
                <a:lnTo>
                  <a:pt x="19402" y="6713"/>
                </a:lnTo>
                <a:lnTo>
                  <a:pt x="20209" y="5955"/>
                </a:lnTo>
                <a:lnTo>
                  <a:pt x="20574" y="5546"/>
                </a:lnTo>
                <a:lnTo>
                  <a:pt x="20867" y="5137"/>
                </a:lnTo>
                <a:lnTo>
                  <a:pt x="21161" y="4728"/>
                </a:lnTo>
                <a:lnTo>
                  <a:pt x="21380" y="4262"/>
                </a:lnTo>
                <a:lnTo>
                  <a:pt x="21526" y="3794"/>
                </a:lnTo>
                <a:lnTo>
                  <a:pt x="21600" y="3387"/>
                </a:lnTo>
                <a:lnTo>
                  <a:pt x="21600" y="2919"/>
                </a:lnTo>
                <a:lnTo>
                  <a:pt x="21526" y="2453"/>
                </a:lnTo>
                <a:lnTo>
                  <a:pt x="21307" y="1985"/>
                </a:lnTo>
                <a:lnTo>
                  <a:pt x="21013" y="1518"/>
                </a:lnTo>
                <a:lnTo>
                  <a:pt x="20722" y="1168"/>
                </a:lnTo>
                <a:lnTo>
                  <a:pt x="20354" y="818"/>
                </a:lnTo>
                <a:lnTo>
                  <a:pt x="19915" y="584"/>
                </a:lnTo>
                <a:lnTo>
                  <a:pt x="19476" y="350"/>
                </a:lnTo>
                <a:lnTo>
                  <a:pt x="18963" y="175"/>
                </a:lnTo>
                <a:lnTo>
                  <a:pt x="18524" y="59"/>
                </a:lnTo>
                <a:lnTo>
                  <a:pt x="17939" y="0"/>
                </a:lnTo>
                <a:close/>
                <a:moveTo>
                  <a:pt x="3952" y="19732"/>
                </a:moveTo>
                <a:lnTo>
                  <a:pt x="3952" y="20141"/>
                </a:lnTo>
                <a:lnTo>
                  <a:pt x="3807" y="20550"/>
                </a:lnTo>
                <a:lnTo>
                  <a:pt x="3587" y="20550"/>
                </a:lnTo>
                <a:lnTo>
                  <a:pt x="3733" y="20141"/>
                </a:lnTo>
                <a:lnTo>
                  <a:pt x="3952" y="19732"/>
                </a:lnTo>
                <a:close/>
                <a:moveTo>
                  <a:pt x="3294" y="14944"/>
                </a:moveTo>
                <a:lnTo>
                  <a:pt x="3367" y="15237"/>
                </a:lnTo>
                <a:lnTo>
                  <a:pt x="3807" y="16229"/>
                </a:lnTo>
                <a:lnTo>
                  <a:pt x="4685" y="18097"/>
                </a:lnTo>
                <a:lnTo>
                  <a:pt x="4833" y="18681"/>
                </a:lnTo>
                <a:lnTo>
                  <a:pt x="4904" y="19265"/>
                </a:lnTo>
                <a:lnTo>
                  <a:pt x="4833" y="19790"/>
                </a:lnTo>
                <a:lnTo>
                  <a:pt x="4685" y="20082"/>
                </a:lnTo>
                <a:lnTo>
                  <a:pt x="4539" y="20316"/>
                </a:lnTo>
                <a:lnTo>
                  <a:pt x="4613" y="20024"/>
                </a:lnTo>
                <a:lnTo>
                  <a:pt x="4539" y="19790"/>
                </a:lnTo>
                <a:lnTo>
                  <a:pt x="4393" y="19615"/>
                </a:lnTo>
                <a:lnTo>
                  <a:pt x="4246" y="19440"/>
                </a:lnTo>
                <a:lnTo>
                  <a:pt x="4026" y="19381"/>
                </a:lnTo>
                <a:lnTo>
                  <a:pt x="3733" y="19381"/>
                </a:lnTo>
                <a:lnTo>
                  <a:pt x="3661" y="19499"/>
                </a:lnTo>
                <a:lnTo>
                  <a:pt x="3661" y="19615"/>
                </a:lnTo>
                <a:lnTo>
                  <a:pt x="3148" y="20141"/>
                </a:lnTo>
                <a:lnTo>
                  <a:pt x="3002" y="20433"/>
                </a:lnTo>
                <a:lnTo>
                  <a:pt x="2854" y="20725"/>
                </a:lnTo>
                <a:lnTo>
                  <a:pt x="2709" y="20725"/>
                </a:lnTo>
                <a:lnTo>
                  <a:pt x="3148" y="19907"/>
                </a:lnTo>
                <a:lnTo>
                  <a:pt x="3513" y="19090"/>
                </a:lnTo>
                <a:lnTo>
                  <a:pt x="3513" y="19031"/>
                </a:lnTo>
                <a:lnTo>
                  <a:pt x="3441" y="18972"/>
                </a:lnTo>
                <a:lnTo>
                  <a:pt x="3367" y="18972"/>
                </a:lnTo>
                <a:lnTo>
                  <a:pt x="3294" y="19031"/>
                </a:lnTo>
                <a:lnTo>
                  <a:pt x="2635" y="19732"/>
                </a:lnTo>
                <a:lnTo>
                  <a:pt x="2050" y="20550"/>
                </a:lnTo>
                <a:lnTo>
                  <a:pt x="1757" y="20433"/>
                </a:lnTo>
                <a:lnTo>
                  <a:pt x="1757" y="20257"/>
                </a:lnTo>
                <a:lnTo>
                  <a:pt x="2050" y="19790"/>
                </a:lnTo>
                <a:lnTo>
                  <a:pt x="2341" y="19324"/>
                </a:lnTo>
                <a:lnTo>
                  <a:pt x="2709" y="18856"/>
                </a:lnTo>
                <a:lnTo>
                  <a:pt x="3074" y="18390"/>
                </a:lnTo>
                <a:lnTo>
                  <a:pt x="3074" y="18331"/>
                </a:lnTo>
                <a:lnTo>
                  <a:pt x="3002" y="18272"/>
                </a:lnTo>
                <a:lnTo>
                  <a:pt x="2928" y="18331"/>
                </a:lnTo>
                <a:lnTo>
                  <a:pt x="2270" y="18797"/>
                </a:lnTo>
                <a:lnTo>
                  <a:pt x="1902" y="19090"/>
                </a:lnTo>
                <a:lnTo>
                  <a:pt x="1611" y="19381"/>
                </a:lnTo>
                <a:lnTo>
                  <a:pt x="1391" y="19732"/>
                </a:lnTo>
                <a:lnTo>
                  <a:pt x="1172" y="20082"/>
                </a:lnTo>
                <a:lnTo>
                  <a:pt x="1098" y="20024"/>
                </a:lnTo>
                <a:lnTo>
                  <a:pt x="1244" y="19849"/>
                </a:lnTo>
                <a:lnTo>
                  <a:pt x="1317" y="19674"/>
                </a:lnTo>
                <a:lnTo>
                  <a:pt x="2270" y="18506"/>
                </a:lnTo>
                <a:lnTo>
                  <a:pt x="2635" y="17922"/>
                </a:lnTo>
                <a:lnTo>
                  <a:pt x="2928" y="17281"/>
                </a:lnTo>
                <a:lnTo>
                  <a:pt x="2854" y="17222"/>
                </a:lnTo>
                <a:lnTo>
                  <a:pt x="2783" y="17222"/>
                </a:lnTo>
                <a:lnTo>
                  <a:pt x="2122" y="17806"/>
                </a:lnTo>
                <a:lnTo>
                  <a:pt x="1463" y="18390"/>
                </a:lnTo>
                <a:lnTo>
                  <a:pt x="1683" y="18097"/>
                </a:lnTo>
                <a:lnTo>
                  <a:pt x="2489" y="17106"/>
                </a:lnTo>
                <a:lnTo>
                  <a:pt x="3294" y="16112"/>
                </a:lnTo>
                <a:lnTo>
                  <a:pt x="3294" y="15996"/>
                </a:lnTo>
                <a:lnTo>
                  <a:pt x="3222" y="15879"/>
                </a:lnTo>
                <a:lnTo>
                  <a:pt x="3002" y="15879"/>
                </a:lnTo>
                <a:lnTo>
                  <a:pt x="2635" y="16171"/>
                </a:lnTo>
                <a:lnTo>
                  <a:pt x="3002" y="15587"/>
                </a:lnTo>
                <a:lnTo>
                  <a:pt x="3294" y="14944"/>
                </a:lnTo>
                <a:close/>
                <a:moveTo>
                  <a:pt x="3074" y="13953"/>
                </a:moveTo>
                <a:lnTo>
                  <a:pt x="2928" y="14012"/>
                </a:lnTo>
                <a:lnTo>
                  <a:pt x="2783" y="14187"/>
                </a:lnTo>
                <a:lnTo>
                  <a:pt x="2783" y="14419"/>
                </a:lnTo>
                <a:lnTo>
                  <a:pt x="2415" y="14887"/>
                </a:lnTo>
                <a:lnTo>
                  <a:pt x="2196" y="15353"/>
                </a:lnTo>
                <a:lnTo>
                  <a:pt x="1317" y="16872"/>
                </a:lnTo>
                <a:lnTo>
                  <a:pt x="585" y="18156"/>
                </a:lnTo>
                <a:lnTo>
                  <a:pt x="291" y="18797"/>
                </a:lnTo>
                <a:lnTo>
                  <a:pt x="72" y="19499"/>
                </a:lnTo>
                <a:lnTo>
                  <a:pt x="0" y="19732"/>
                </a:lnTo>
                <a:lnTo>
                  <a:pt x="0" y="19907"/>
                </a:lnTo>
                <a:lnTo>
                  <a:pt x="146" y="20257"/>
                </a:lnTo>
                <a:lnTo>
                  <a:pt x="439" y="20550"/>
                </a:lnTo>
                <a:lnTo>
                  <a:pt x="804" y="20841"/>
                </a:lnTo>
                <a:lnTo>
                  <a:pt x="878" y="20959"/>
                </a:lnTo>
                <a:lnTo>
                  <a:pt x="1024" y="21016"/>
                </a:lnTo>
                <a:lnTo>
                  <a:pt x="1172" y="21075"/>
                </a:lnTo>
                <a:lnTo>
                  <a:pt x="1317" y="21075"/>
                </a:lnTo>
                <a:lnTo>
                  <a:pt x="1463" y="21134"/>
                </a:lnTo>
                <a:lnTo>
                  <a:pt x="1757" y="21250"/>
                </a:lnTo>
                <a:lnTo>
                  <a:pt x="1902" y="21366"/>
                </a:lnTo>
                <a:lnTo>
                  <a:pt x="2196" y="21366"/>
                </a:lnTo>
                <a:lnTo>
                  <a:pt x="2854" y="21541"/>
                </a:lnTo>
                <a:lnTo>
                  <a:pt x="2928" y="21600"/>
                </a:lnTo>
                <a:lnTo>
                  <a:pt x="3367" y="21600"/>
                </a:lnTo>
                <a:lnTo>
                  <a:pt x="3807" y="21541"/>
                </a:lnTo>
                <a:lnTo>
                  <a:pt x="4246" y="21425"/>
                </a:lnTo>
                <a:lnTo>
                  <a:pt x="4613" y="21309"/>
                </a:lnTo>
                <a:lnTo>
                  <a:pt x="4978" y="21134"/>
                </a:lnTo>
                <a:lnTo>
                  <a:pt x="5198" y="20900"/>
                </a:lnTo>
                <a:lnTo>
                  <a:pt x="5417" y="20666"/>
                </a:lnTo>
                <a:lnTo>
                  <a:pt x="5563" y="20433"/>
                </a:lnTo>
                <a:lnTo>
                  <a:pt x="5711" y="20199"/>
                </a:lnTo>
                <a:lnTo>
                  <a:pt x="5857" y="19615"/>
                </a:lnTo>
                <a:lnTo>
                  <a:pt x="5857" y="19031"/>
                </a:lnTo>
                <a:lnTo>
                  <a:pt x="5711" y="18447"/>
                </a:lnTo>
                <a:lnTo>
                  <a:pt x="5563" y="17865"/>
                </a:lnTo>
                <a:lnTo>
                  <a:pt x="5344" y="17338"/>
                </a:lnTo>
                <a:lnTo>
                  <a:pt x="4100" y="14419"/>
                </a:lnTo>
                <a:lnTo>
                  <a:pt x="3952" y="14244"/>
                </a:lnTo>
                <a:lnTo>
                  <a:pt x="3733" y="14128"/>
                </a:lnTo>
                <a:lnTo>
                  <a:pt x="3513" y="14012"/>
                </a:lnTo>
                <a:lnTo>
                  <a:pt x="3294" y="13953"/>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565" name="Google Shape;213;p3"/>
          <p:cNvSpPr/>
          <p:nvPr/>
        </p:nvSpPr>
        <p:spPr>
          <a:xfrm>
            <a:off x="4892252" y="4552955"/>
            <a:ext cx="416200" cy="4099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609" y="5647"/>
                </a:moveTo>
                <a:lnTo>
                  <a:pt x="11718" y="5702"/>
                </a:lnTo>
                <a:lnTo>
                  <a:pt x="11880" y="5811"/>
                </a:lnTo>
                <a:lnTo>
                  <a:pt x="12096" y="6085"/>
                </a:lnTo>
                <a:lnTo>
                  <a:pt x="12204" y="6413"/>
                </a:lnTo>
                <a:lnTo>
                  <a:pt x="12311" y="6744"/>
                </a:lnTo>
                <a:lnTo>
                  <a:pt x="12366" y="7017"/>
                </a:lnTo>
                <a:lnTo>
                  <a:pt x="12366" y="7619"/>
                </a:lnTo>
                <a:lnTo>
                  <a:pt x="12204" y="7894"/>
                </a:lnTo>
                <a:lnTo>
                  <a:pt x="11987" y="6962"/>
                </a:lnTo>
                <a:lnTo>
                  <a:pt x="11825" y="6304"/>
                </a:lnTo>
                <a:lnTo>
                  <a:pt x="11718" y="5975"/>
                </a:lnTo>
                <a:lnTo>
                  <a:pt x="11609" y="5647"/>
                </a:lnTo>
                <a:close/>
                <a:moveTo>
                  <a:pt x="6371" y="7566"/>
                </a:moveTo>
                <a:lnTo>
                  <a:pt x="6588" y="7784"/>
                </a:lnTo>
                <a:lnTo>
                  <a:pt x="6750" y="8004"/>
                </a:lnTo>
                <a:lnTo>
                  <a:pt x="6911" y="8223"/>
                </a:lnTo>
                <a:lnTo>
                  <a:pt x="7019" y="8497"/>
                </a:lnTo>
                <a:lnTo>
                  <a:pt x="7019" y="9045"/>
                </a:lnTo>
                <a:lnTo>
                  <a:pt x="6857" y="9154"/>
                </a:lnTo>
                <a:lnTo>
                  <a:pt x="6695" y="9320"/>
                </a:lnTo>
                <a:lnTo>
                  <a:pt x="6533" y="8936"/>
                </a:lnTo>
                <a:lnTo>
                  <a:pt x="6371" y="8497"/>
                </a:lnTo>
                <a:lnTo>
                  <a:pt x="6318" y="8059"/>
                </a:lnTo>
                <a:lnTo>
                  <a:pt x="6318" y="7675"/>
                </a:lnTo>
                <a:lnTo>
                  <a:pt x="6371" y="7566"/>
                </a:lnTo>
                <a:close/>
                <a:moveTo>
                  <a:pt x="9720" y="11349"/>
                </a:moveTo>
                <a:lnTo>
                  <a:pt x="9882" y="11458"/>
                </a:lnTo>
                <a:lnTo>
                  <a:pt x="9990" y="11677"/>
                </a:lnTo>
                <a:lnTo>
                  <a:pt x="10206" y="12061"/>
                </a:lnTo>
                <a:lnTo>
                  <a:pt x="10799" y="12993"/>
                </a:lnTo>
                <a:lnTo>
                  <a:pt x="10475" y="13268"/>
                </a:lnTo>
                <a:lnTo>
                  <a:pt x="10421" y="13103"/>
                </a:lnTo>
                <a:lnTo>
                  <a:pt x="10097" y="12664"/>
                </a:lnTo>
                <a:lnTo>
                  <a:pt x="9828" y="12171"/>
                </a:lnTo>
                <a:lnTo>
                  <a:pt x="9666" y="11786"/>
                </a:lnTo>
                <a:lnTo>
                  <a:pt x="9449" y="11458"/>
                </a:lnTo>
                <a:lnTo>
                  <a:pt x="9720" y="11349"/>
                </a:lnTo>
                <a:close/>
                <a:moveTo>
                  <a:pt x="7776" y="12115"/>
                </a:moveTo>
                <a:lnTo>
                  <a:pt x="7883" y="12171"/>
                </a:lnTo>
                <a:lnTo>
                  <a:pt x="8585" y="14090"/>
                </a:lnTo>
                <a:lnTo>
                  <a:pt x="8316" y="14199"/>
                </a:lnTo>
                <a:lnTo>
                  <a:pt x="8369" y="13925"/>
                </a:lnTo>
                <a:lnTo>
                  <a:pt x="8316" y="13761"/>
                </a:lnTo>
                <a:lnTo>
                  <a:pt x="8261" y="13541"/>
                </a:lnTo>
                <a:lnTo>
                  <a:pt x="8099" y="13103"/>
                </a:lnTo>
                <a:lnTo>
                  <a:pt x="7721" y="12115"/>
                </a:lnTo>
                <a:close/>
                <a:moveTo>
                  <a:pt x="10799" y="14803"/>
                </a:moveTo>
                <a:lnTo>
                  <a:pt x="10799" y="15296"/>
                </a:lnTo>
                <a:lnTo>
                  <a:pt x="10583" y="14912"/>
                </a:lnTo>
                <a:lnTo>
                  <a:pt x="10799" y="14803"/>
                </a:lnTo>
                <a:close/>
                <a:moveTo>
                  <a:pt x="14309" y="13541"/>
                </a:moveTo>
                <a:lnTo>
                  <a:pt x="14472" y="13870"/>
                </a:lnTo>
                <a:lnTo>
                  <a:pt x="14634" y="14199"/>
                </a:lnTo>
                <a:lnTo>
                  <a:pt x="14796" y="14474"/>
                </a:lnTo>
                <a:lnTo>
                  <a:pt x="14958" y="14747"/>
                </a:lnTo>
                <a:lnTo>
                  <a:pt x="15011" y="14967"/>
                </a:lnTo>
                <a:lnTo>
                  <a:pt x="15011" y="15405"/>
                </a:lnTo>
                <a:lnTo>
                  <a:pt x="14903" y="15625"/>
                </a:lnTo>
                <a:lnTo>
                  <a:pt x="14796" y="15460"/>
                </a:lnTo>
                <a:lnTo>
                  <a:pt x="14687" y="15405"/>
                </a:lnTo>
                <a:lnTo>
                  <a:pt x="14363" y="14583"/>
                </a:lnTo>
                <a:lnTo>
                  <a:pt x="14256" y="14143"/>
                </a:lnTo>
                <a:lnTo>
                  <a:pt x="14094" y="13706"/>
                </a:lnTo>
                <a:lnTo>
                  <a:pt x="14201" y="13650"/>
                </a:lnTo>
                <a:lnTo>
                  <a:pt x="14309" y="13541"/>
                </a:lnTo>
                <a:close/>
                <a:moveTo>
                  <a:pt x="11285" y="14583"/>
                </a:moveTo>
                <a:lnTo>
                  <a:pt x="11447" y="14638"/>
                </a:lnTo>
                <a:lnTo>
                  <a:pt x="11663" y="14747"/>
                </a:lnTo>
                <a:lnTo>
                  <a:pt x="11880" y="14967"/>
                </a:lnTo>
                <a:lnTo>
                  <a:pt x="12042" y="15296"/>
                </a:lnTo>
                <a:lnTo>
                  <a:pt x="12204" y="15898"/>
                </a:lnTo>
                <a:lnTo>
                  <a:pt x="12258" y="16173"/>
                </a:lnTo>
                <a:lnTo>
                  <a:pt x="12258" y="16391"/>
                </a:lnTo>
                <a:lnTo>
                  <a:pt x="12204" y="16611"/>
                </a:lnTo>
                <a:lnTo>
                  <a:pt x="12042" y="16722"/>
                </a:lnTo>
                <a:lnTo>
                  <a:pt x="12042" y="16611"/>
                </a:lnTo>
                <a:lnTo>
                  <a:pt x="11987" y="16447"/>
                </a:lnTo>
                <a:lnTo>
                  <a:pt x="11880" y="16391"/>
                </a:lnTo>
                <a:lnTo>
                  <a:pt x="11771" y="16282"/>
                </a:lnTo>
                <a:lnTo>
                  <a:pt x="11609" y="15953"/>
                </a:lnTo>
                <a:lnTo>
                  <a:pt x="11501" y="15515"/>
                </a:lnTo>
                <a:lnTo>
                  <a:pt x="11394" y="14692"/>
                </a:lnTo>
                <a:lnTo>
                  <a:pt x="11285" y="14583"/>
                </a:lnTo>
                <a:close/>
                <a:moveTo>
                  <a:pt x="14958" y="1973"/>
                </a:moveTo>
                <a:lnTo>
                  <a:pt x="15011" y="2302"/>
                </a:lnTo>
                <a:lnTo>
                  <a:pt x="15120" y="2577"/>
                </a:lnTo>
                <a:lnTo>
                  <a:pt x="15389" y="3125"/>
                </a:lnTo>
                <a:lnTo>
                  <a:pt x="16091" y="4825"/>
                </a:lnTo>
                <a:lnTo>
                  <a:pt x="16146" y="4934"/>
                </a:lnTo>
                <a:lnTo>
                  <a:pt x="15822" y="5043"/>
                </a:lnTo>
                <a:lnTo>
                  <a:pt x="15497" y="5153"/>
                </a:lnTo>
                <a:lnTo>
                  <a:pt x="14363" y="5591"/>
                </a:lnTo>
                <a:lnTo>
                  <a:pt x="13230" y="6195"/>
                </a:lnTo>
                <a:lnTo>
                  <a:pt x="13013" y="6304"/>
                </a:lnTo>
                <a:lnTo>
                  <a:pt x="12851" y="6469"/>
                </a:lnTo>
                <a:lnTo>
                  <a:pt x="12744" y="6085"/>
                </a:lnTo>
                <a:lnTo>
                  <a:pt x="12527" y="5702"/>
                </a:lnTo>
                <a:lnTo>
                  <a:pt x="12311" y="5372"/>
                </a:lnTo>
                <a:lnTo>
                  <a:pt x="12149" y="5262"/>
                </a:lnTo>
                <a:lnTo>
                  <a:pt x="11987" y="5153"/>
                </a:lnTo>
                <a:lnTo>
                  <a:pt x="11771" y="5098"/>
                </a:lnTo>
                <a:lnTo>
                  <a:pt x="11556" y="5043"/>
                </a:lnTo>
                <a:lnTo>
                  <a:pt x="11447" y="5043"/>
                </a:lnTo>
                <a:lnTo>
                  <a:pt x="11340" y="5098"/>
                </a:lnTo>
                <a:lnTo>
                  <a:pt x="11285" y="5207"/>
                </a:lnTo>
                <a:lnTo>
                  <a:pt x="11285" y="5318"/>
                </a:lnTo>
                <a:lnTo>
                  <a:pt x="11016" y="5372"/>
                </a:lnTo>
                <a:lnTo>
                  <a:pt x="10799" y="5538"/>
                </a:lnTo>
                <a:lnTo>
                  <a:pt x="10583" y="5756"/>
                </a:lnTo>
                <a:lnTo>
                  <a:pt x="10368" y="5975"/>
                </a:lnTo>
                <a:lnTo>
                  <a:pt x="10313" y="6140"/>
                </a:lnTo>
                <a:lnTo>
                  <a:pt x="10368" y="6304"/>
                </a:lnTo>
                <a:lnTo>
                  <a:pt x="10692" y="7017"/>
                </a:lnTo>
                <a:lnTo>
                  <a:pt x="10421" y="7126"/>
                </a:lnTo>
                <a:lnTo>
                  <a:pt x="9287" y="7510"/>
                </a:lnTo>
                <a:lnTo>
                  <a:pt x="8207" y="7894"/>
                </a:lnTo>
                <a:lnTo>
                  <a:pt x="7830" y="8004"/>
                </a:lnTo>
                <a:lnTo>
                  <a:pt x="7668" y="8059"/>
                </a:lnTo>
                <a:lnTo>
                  <a:pt x="7559" y="8168"/>
                </a:lnTo>
                <a:lnTo>
                  <a:pt x="7506" y="8004"/>
                </a:lnTo>
                <a:lnTo>
                  <a:pt x="7235" y="7566"/>
                </a:lnTo>
                <a:lnTo>
                  <a:pt x="7073" y="7291"/>
                </a:lnTo>
                <a:lnTo>
                  <a:pt x="6857" y="7072"/>
                </a:lnTo>
                <a:lnTo>
                  <a:pt x="6642" y="6908"/>
                </a:lnTo>
                <a:lnTo>
                  <a:pt x="6371" y="6797"/>
                </a:lnTo>
                <a:lnTo>
                  <a:pt x="6156" y="6744"/>
                </a:lnTo>
                <a:lnTo>
                  <a:pt x="5940" y="6853"/>
                </a:lnTo>
                <a:lnTo>
                  <a:pt x="5669" y="6853"/>
                </a:lnTo>
                <a:lnTo>
                  <a:pt x="5562" y="6908"/>
                </a:lnTo>
                <a:lnTo>
                  <a:pt x="5507" y="7017"/>
                </a:lnTo>
                <a:lnTo>
                  <a:pt x="5454" y="7455"/>
                </a:lnTo>
                <a:lnTo>
                  <a:pt x="5454" y="7894"/>
                </a:lnTo>
                <a:lnTo>
                  <a:pt x="5507" y="8332"/>
                </a:lnTo>
                <a:lnTo>
                  <a:pt x="5616" y="8772"/>
                </a:lnTo>
                <a:lnTo>
                  <a:pt x="5292" y="8717"/>
                </a:lnTo>
                <a:lnTo>
                  <a:pt x="4968" y="8772"/>
                </a:lnTo>
                <a:lnTo>
                  <a:pt x="4374" y="8990"/>
                </a:lnTo>
                <a:lnTo>
                  <a:pt x="3564" y="9210"/>
                </a:lnTo>
                <a:lnTo>
                  <a:pt x="3186" y="9374"/>
                </a:lnTo>
                <a:lnTo>
                  <a:pt x="3024" y="9485"/>
                </a:lnTo>
                <a:lnTo>
                  <a:pt x="2862" y="9649"/>
                </a:lnTo>
                <a:lnTo>
                  <a:pt x="2862" y="9758"/>
                </a:lnTo>
                <a:lnTo>
                  <a:pt x="2916" y="9814"/>
                </a:lnTo>
                <a:lnTo>
                  <a:pt x="3293" y="9867"/>
                </a:lnTo>
                <a:lnTo>
                  <a:pt x="3618" y="9814"/>
                </a:lnTo>
                <a:lnTo>
                  <a:pt x="4374" y="9649"/>
                </a:lnTo>
                <a:lnTo>
                  <a:pt x="5076" y="9485"/>
                </a:lnTo>
                <a:lnTo>
                  <a:pt x="5454" y="9320"/>
                </a:lnTo>
                <a:lnTo>
                  <a:pt x="5616" y="9210"/>
                </a:lnTo>
                <a:lnTo>
                  <a:pt x="5723" y="9101"/>
                </a:lnTo>
                <a:lnTo>
                  <a:pt x="5994" y="9539"/>
                </a:lnTo>
                <a:lnTo>
                  <a:pt x="6264" y="9978"/>
                </a:lnTo>
                <a:lnTo>
                  <a:pt x="6318" y="10032"/>
                </a:lnTo>
                <a:lnTo>
                  <a:pt x="6426" y="10196"/>
                </a:lnTo>
                <a:lnTo>
                  <a:pt x="6695" y="10416"/>
                </a:lnTo>
                <a:lnTo>
                  <a:pt x="6857" y="10471"/>
                </a:lnTo>
                <a:lnTo>
                  <a:pt x="6966" y="10526"/>
                </a:lnTo>
                <a:lnTo>
                  <a:pt x="7073" y="10471"/>
                </a:lnTo>
                <a:lnTo>
                  <a:pt x="7181" y="10361"/>
                </a:lnTo>
                <a:lnTo>
                  <a:pt x="7452" y="9923"/>
                </a:lnTo>
                <a:lnTo>
                  <a:pt x="7614" y="9485"/>
                </a:lnTo>
                <a:lnTo>
                  <a:pt x="7668" y="9045"/>
                </a:lnTo>
                <a:lnTo>
                  <a:pt x="7668" y="8607"/>
                </a:lnTo>
                <a:lnTo>
                  <a:pt x="7830" y="8607"/>
                </a:lnTo>
                <a:lnTo>
                  <a:pt x="7992" y="8552"/>
                </a:lnTo>
                <a:lnTo>
                  <a:pt x="8369" y="8443"/>
                </a:lnTo>
                <a:lnTo>
                  <a:pt x="9504" y="8114"/>
                </a:lnTo>
                <a:lnTo>
                  <a:pt x="10583" y="7730"/>
                </a:lnTo>
                <a:lnTo>
                  <a:pt x="10961" y="7566"/>
                </a:lnTo>
                <a:lnTo>
                  <a:pt x="11232" y="8114"/>
                </a:lnTo>
                <a:lnTo>
                  <a:pt x="11340" y="8388"/>
                </a:lnTo>
                <a:lnTo>
                  <a:pt x="11501" y="8607"/>
                </a:lnTo>
                <a:lnTo>
                  <a:pt x="11663" y="8717"/>
                </a:lnTo>
                <a:lnTo>
                  <a:pt x="12096" y="8717"/>
                </a:lnTo>
                <a:lnTo>
                  <a:pt x="12258" y="8607"/>
                </a:lnTo>
                <a:lnTo>
                  <a:pt x="12582" y="8332"/>
                </a:lnTo>
                <a:lnTo>
                  <a:pt x="12851" y="8004"/>
                </a:lnTo>
                <a:lnTo>
                  <a:pt x="12959" y="7730"/>
                </a:lnTo>
                <a:lnTo>
                  <a:pt x="13013" y="7455"/>
                </a:lnTo>
                <a:lnTo>
                  <a:pt x="13013" y="7182"/>
                </a:lnTo>
                <a:lnTo>
                  <a:pt x="12959" y="6853"/>
                </a:lnTo>
                <a:lnTo>
                  <a:pt x="13121" y="6853"/>
                </a:lnTo>
                <a:lnTo>
                  <a:pt x="13337" y="6744"/>
                </a:lnTo>
                <a:lnTo>
                  <a:pt x="14634" y="6140"/>
                </a:lnTo>
                <a:lnTo>
                  <a:pt x="15660" y="5756"/>
                </a:lnTo>
                <a:lnTo>
                  <a:pt x="16037" y="5591"/>
                </a:lnTo>
                <a:lnTo>
                  <a:pt x="16361" y="5482"/>
                </a:lnTo>
                <a:lnTo>
                  <a:pt x="16956" y="6853"/>
                </a:lnTo>
                <a:lnTo>
                  <a:pt x="17441" y="8279"/>
                </a:lnTo>
                <a:lnTo>
                  <a:pt x="17765" y="9320"/>
                </a:lnTo>
                <a:lnTo>
                  <a:pt x="17711" y="9485"/>
                </a:lnTo>
                <a:lnTo>
                  <a:pt x="17658" y="9649"/>
                </a:lnTo>
                <a:lnTo>
                  <a:pt x="17603" y="9649"/>
                </a:lnTo>
                <a:lnTo>
                  <a:pt x="17063" y="9867"/>
                </a:lnTo>
                <a:lnTo>
                  <a:pt x="16146" y="10142"/>
                </a:lnTo>
                <a:lnTo>
                  <a:pt x="14256" y="10800"/>
                </a:lnTo>
                <a:lnTo>
                  <a:pt x="12420" y="11402"/>
                </a:lnTo>
                <a:lnTo>
                  <a:pt x="11609" y="11622"/>
                </a:lnTo>
                <a:lnTo>
                  <a:pt x="11232" y="11842"/>
                </a:lnTo>
                <a:lnTo>
                  <a:pt x="11070" y="11951"/>
                </a:lnTo>
                <a:lnTo>
                  <a:pt x="10961" y="12115"/>
                </a:lnTo>
                <a:lnTo>
                  <a:pt x="10961" y="12171"/>
                </a:lnTo>
                <a:lnTo>
                  <a:pt x="11232" y="12226"/>
                </a:lnTo>
                <a:lnTo>
                  <a:pt x="11771" y="12226"/>
                </a:lnTo>
                <a:lnTo>
                  <a:pt x="12042" y="12115"/>
                </a:lnTo>
                <a:lnTo>
                  <a:pt x="13121" y="11786"/>
                </a:lnTo>
                <a:lnTo>
                  <a:pt x="15551" y="11020"/>
                </a:lnTo>
                <a:lnTo>
                  <a:pt x="17982" y="10251"/>
                </a:lnTo>
                <a:lnTo>
                  <a:pt x="18089" y="10196"/>
                </a:lnTo>
                <a:lnTo>
                  <a:pt x="18467" y="11622"/>
                </a:lnTo>
                <a:lnTo>
                  <a:pt x="18791" y="12664"/>
                </a:lnTo>
                <a:lnTo>
                  <a:pt x="18737" y="12719"/>
                </a:lnTo>
                <a:lnTo>
                  <a:pt x="18684" y="12828"/>
                </a:lnTo>
                <a:lnTo>
                  <a:pt x="17117" y="13432"/>
                </a:lnTo>
                <a:lnTo>
                  <a:pt x="16253" y="13761"/>
                </a:lnTo>
                <a:lnTo>
                  <a:pt x="15984" y="13870"/>
                </a:lnTo>
                <a:lnTo>
                  <a:pt x="15822" y="14034"/>
                </a:lnTo>
                <a:lnTo>
                  <a:pt x="15389" y="14309"/>
                </a:lnTo>
                <a:lnTo>
                  <a:pt x="15389" y="14363"/>
                </a:lnTo>
                <a:lnTo>
                  <a:pt x="15335" y="14199"/>
                </a:lnTo>
                <a:lnTo>
                  <a:pt x="15011" y="13486"/>
                </a:lnTo>
                <a:lnTo>
                  <a:pt x="14796" y="13157"/>
                </a:lnTo>
                <a:lnTo>
                  <a:pt x="14634" y="13048"/>
                </a:lnTo>
                <a:lnTo>
                  <a:pt x="14472" y="12993"/>
                </a:lnTo>
                <a:lnTo>
                  <a:pt x="14363" y="12993"/>
                </a:lnTo>
                <a:lnTo>
                  <a:pt x="14309" y="13103"/>
                </a:lnTo>
                <a:lnTo>
                  <a:pt x="14256" y="13212"/>
                </a:lnTo>
                <a:lnTo>
                  <a:pt x="13985" y="13212"/>
                </a:lnTo>
                <a:lnTo>
                  <a:pt x="13770" y="13157"/>
                </a:lnTo>
                <a:lnTo>
                  <a:pt x="13554" y="13212"/>
                </a:lnTo>
                <a:lnTo>
                  <a:pt x="13337" y="13268"/>
                </a:lnTo>
                <a:lnTo>
                  <a:pt x="13230" y="13432"/>
                </a:lnTo>
                <a:lnTo>
                  <a:pt x="13121" y="13596"/>
                </a:lnTo>
                <a:lnTo>
                  <a:pt x="13121" y="13761"/>
                </a:lnTo>
                <a:lnTo>
                  <a:pt x="13284" y="14363"/>
                </a:lnTo>
                <a:lnTo>
                  <a:pt x="13446" y="15021"/>
                </a:lnTo>
                <a:lnTo>
                  <a:pt x="12797" y="15185"/>
                </a:lnTo>
                <a:lnTo>
                  <a:pt x="12744" y="15240"/>
                </a:lnTo>
                <a:lnTo>
                  <a:pt x="12689" y="15296"/>
                </a:lnTo>
                <a:lnTo>
                  <a:pt x="12635" y="15460"/>
                </a:lnTo>
                <a:lnTo>
                  <a:pt x="12527" y="15131"/>
                </a:lnTo>
                <a:lnTo>
                  <a:pt x="12366" y="14803"/>
                </a:lnTo>
                <a:lnTo>
                  <a:pt x="12149" y="14474"/>
                </a:lnTo>
                <a:lnTo>
                  <a:pt x="11825" y="14199"/>
                </a:lnTo>
                <a:lnTo>
                  <a:pt x="11447" y="14034"/>
                </a:lnTo>
                <a:lnTo>
                  <a:pt x="11123" y="14034"/>
                </a:lnTo>
                <a:lnTo>
                  <a:pt x="10908" y="14090"/>
                </a:lnTo>
                <a:lnTo>
                  <a:pt x="10745" y="14143"/>
                </a:lnTo>
                <a:lnTo>
                  <a:pt x="10583" y="14254"/>
                </a:lnTo>
                <a:lnTo>
                  <a:pt x="10421" y="14363"/>
                </a:lnTo>
                <a:lnTo>
                  <a:pt x="10368" y="14528"/>
                </a:lnTo>
                <a:lnTo>
                  <a:pt x="10313" y="14747"/>
                </a:lnTo>
                <a:lnTo>
                  <a:pt x="10368" y="14856"/>
                </a:lnTo>
                <a:lnTo>
                  <a:pt x="10475" y="14912"/>
                </a:lnTo>
                <a:lnTo>
                  <a:pt x="10368" y="15296"/>
                </a:lnTo>
                <a:lnTo>
                  <a:pt x="10421" y="15680"/>
                </a:lnTo>
                <a:lnTo>
                  <a:pt x="7073" y="16666"/>
                </a:lnTo>
                <a:lnTo>
                  <a:pt x="6209" y="16940"/>
                </a:lnTo>
                <a:lnTo>
                  <a:pt x="5345" y="17215"/>
                </a:lnTo>
                <a:lnTo>
                  <a:pt x="5076" y="17379"/>
                </a:lnTo>
                <a:lnTo>
                  <a:pt x="4697" y="15844"/>
                </a:lnTo>
                <a:lnTo>
                  <a:pt x="4212" y="14363"/>
                </a:lnTo>
                <a:lnTo>
                  <a:pt x="4914" y="14254"/>
                </a:lnTo>
                <a:lnTo>
                  <a:pt x="5616" y="14090"/>
                </a:lnTo>
                <a:lnTo>
                  <a:pt x="7019" y="13650"/>
                </a:lnTo>
                <a:lnTo>
                  <a:pt x="7128" y="13925"/>
                </a:lnTo>
                <a:lnTo>
                  <a:pt x="7290" y="14199"/>
                </a:lnTo>
                <a:lnTo>
                  <a:pt x="7452" y="14474"/>
                </a:lnTo>
                <a:lnTo>
                  <a:pt x="7721" y="14692"/>
                </a:lnTo>
                <a:lnTo>
                  <a:pt x="8045" y="14803"/>
                </a:lnTo>
                <a:lnTo>
                  <a:pt x="8261" y="14803"/>
                </a:lnTo>
                <a:lnTo>
                  <a:pt x="8423" y="14747"/>
                </a:lnTo>
                <a:lnTo>
                  <a:pt x="8802" y="14583"/>
                </a:lnTo>
                <a:lnTo>
                  <a:pt x="9071" y="14418"/>
                </a:lnTo>
                <a:lnTo>
                  <a:pt x="9180" y="14254"/>
                </a:lnTo>
                <a:lnTo>
                  <a:pt x="9233" y="14199"/>
                </a:lnTo>
                <a:lnTo>
                  <a:pt x="9180" y="14090"/>
                </a:lnTo>
                <a:lnTo>
                  <a:pt x="8802" y="13048"/>
                </a:lnTo>
                <a:lnTo>
                  <a:pt x="9125" y="13048"/>
                </a:lnTo>
                <a:lnTo>
                  <a:pt x="9395" y="12939"/>
                </a:lnTo>
                <a:lnTo>
                  <a:pt x="9720" y="13815"/>
                </a:lnTo>
                <a:lnTo>
                  <a:pt x="9828" y="13925"/>
                </a:lnTo>
                <a:lnTo>
                  <a:pt x="9882" y="13979"/>
                </a:lnTo>
                <a:lnTo>
                  <a:pt x="9990" y="13979"/>
                </a:lnTo>
                <a:lnTo>
                  <a:pt x="10368" y="13925"/>
                </a:lnTo>
                <a:lnTo>
                  <a:pt x="10745" y="13761"/>
                </a:lnTo>
                <a:lnTo>
                  <a:pt x="11070" y="13541"/>
                </a:lnTo>
                <a:lnTo>
                  <a:pt x="11340" y="13268"/>
                </a:lnTo>
                <a:lnTo>
                  <a:pt x="11394" y="13212"/>
                </a:lnTo>
                <a:lnTo>
                  <a:pt x="11447" y="13103"/>
                </a:lnTo>
                <a:lnTo>
                  <a:pt x="11394" y="12939"/>
                </a:lnTo>
                <a:lnTo>
                  <a:pt x="10692" y="11786"/>
                </a:lnTo>
                <a:lnTo>
                  <a:pt x="10421" y="11238"/>
                </a:lnTo>
                <a:lnTo>
                  <a:pt x="10259" y="10964"/>
                </a:lnTo>
                <a:lnTo>
                  <a:pt x="10044" y="10800"/>
                </a:lnTo>
                <a:lnTo>
                  <a:pt x="9773" y="10691"/>
                </a:lnTo>
                <a:lnTo>
                  <a:pt x="9504" y="10745"/>
                </a:lnTo>
                <a:lnTo>
                  <a:pt x="9395" y="10800"/>
                </a:lnTo>
                <a:lnTo>
                  <a:pt x="9287" y="10855"/>
                </a:lnTo>
                <a:lnTo>
                  <a:pt x="9180" y="10964"/>
                </a:lnTo>
                <a:lnTo>
                  <a:pt x="9125" y="11074"/>
                </a:lnTo>
                <a:lnTo>
                  <a:pt x="8856" y="11129"/>
                </a:lnTo>
                <a:lnTo>
                  <a:pt x="8802" y="11184"/>
                </a:lnTo>
                <a:lnTo>
                  <a:pt x="8747" y="11238"/>
                </a:lnTo>
                <a:lnTo>
                  <a:pt x="8694" y="11349"/>
                </a:lnTo>
                <a:lnTo>
                  <a:pt x="8694" y="11458"/>
                </a:lnTo>
                <a:lnTo>
                  <a:pt x="9125" y="12390"/>
                </a:lnTo>
                <a:lnTo>
                  <a:pt x="9071" y="12499"/>
                </a:lnTo>
                <a:lnTo>
                  <a:pt x="9018" y="12555"/>
                </a:lnTo>
                <a:lnTo>
                  <a:pt x="8964" y="12555"/>
                </a:lnTo>
                <a:lnTo>
                  <a:pt x="8909" y="12608"/>
                </a:lnTo>
                <a:lnTo>
                  <a:pt x="8747" y="12664"/>
                </a:lnTo>
                <a:lnTo>
                  <a:pt x="8694" y="12719"/>
                </a:lnTo>
                <a:lnTo>
                  <a:pt x="8261" y="11677"/>
                </a:lnTo>
                <a:lnTo>
                  <a:pt x="8207" y="11622"/>
                </a:lnTo>
                <a:lnTo>
                  <a:pt x="8154" y="11513"/>
                </a:lnTo>
                <a:lnTo>
                  <a:pt x="7938" y="11513"/>
                </a:lnTo>
                <a:lnTo>
                  <a:pt x="7883" y="11458"/>
                </a:lnTo>
                <a:lnTo>
                  <a:pt x="7614" y="11458"/>
                </a:lnTo>
                <a:lnTo>
                  <a:pt x="7344" y="11513"/>
                </a:lnTo>
                <a:lnTo>
                  <a:pt x="7128" y="11677"/>
                </a:lnTo>
                <a:lnTo>
                  <a:pt x="6966" y="11897"/>
                </a:lnTo>
                <a:lnTo>
                  <a:pt x="6857" y="12171"/>
                </a:lnTo>
                <a:lnTo>
                  <a:pt x="6804" y="12444"/>
                </a:lnTo>
                <a:lnTo>
                  <a:pt x="6804" y="12993"/>
                </a:lnTo>
                <a:lnTo>
                  <a:pt x="5400" y="13377"/>
                </a:lnTo>
                <a:lnTo>
                  <a:pt x="4752" y="13650"/>
                </a:lnTo>
                <a:lnTo>
                  <a:pt x="4050" y="13925"/>
                </a:lnTo>
                <a:lnTo>
                  <a:pt x="3455" y="11951"/>
                </a:lnTo>
                <a:lnTo>
                  <a:pt x="2807" y="9978"/>
                </a:lnTo>
                <a:lnTo>
                  <a:pt x="2267" y="8004"/>
                </a:lnTo>
                <a:lnTo>
                  <a:pt x="2052" y="7017"/>
                </a:lnTo>
                <a:lnTo>
                  <a:pt x="1890" y="5975"/>
                </a:lnTo>
                <a:lnTo>
                  <a:pt x="2214" y="5920"/>
                </a:lnTo>
                <a:lnTo>
                  <a:pt x="2538" y="5866"/>
                </a:lnTo>
                <a:lnTo>
                  <a:pt x="3186" y="5702"/>
                </a:lnTo>
                <a:lnTo>
                  <a:pt x="4859" y="5207"/>
                </a:lnTo>
                <a:lnTo>
                  <a:pt x="8478" y="4221"/>
                </a:lnTo>
                <a:lnTo>
                  <a:pt x="10206" y="3728"/>
                </a:lnTo>
                <a:lnTo>
                  <a:pt x="11880" y="3125"/>
                </a:lnTo>
                <a:lnTo>
                  <a:pt x="13446" y="2577"/>
                </a:lnTo>
                <a:lnTo>
                  <a:pt x="14363" y="2248"/>
                </a:lnTo>
                <a:lnTo>
                  <a:pt x="14687" y="2083"/>
                </a:lnTo>
                <a:lnTo>
                  <a:pt x="14849" y="2028"/>
                </a:lnTo>
                <a:lnTo>
                  <a:pt x="14958" y="1973"/>
                </a:lnTo>
                <a:close/>
                <a:moveTo>
                  <a:pt x="18953" y="13432"/>
                </a:moveTo>
                <a:lnTo>
                  <a:pt x="19170" y="14309"/>
                </a:lnTo>
                <a:lnTo>
                  <a:pt x="19277" y="14803"/>
                </a:lnTo>
                <a:lnTo>
                  <a:pt x="19439" y="15240"/>
                </a:lnTo>
                <a:lnTo>
                  <a:pt x="18575" y="15350"/>
                </a:lnTo>
                <a:lnTo>
                  <a:pt x="17765" y="15569"/>
                </a:lnTo>
                <a:lnTo>
                  <a:pt x="16956" y="15789"/>
                </a:lnTo>
                <a:lnTo>
                  <a:pt x="16146" y="16062"/>
                </a:lnTo>
                <a:lnTo>
                  <a:pt x="14256" y="16775"/>
                </a:lnTo>
                <a:lnTo>
                  <a:pt x="12420" y="17488"/>
                </a:lnTo>
                <a:lnTo>
                  <a:pt x="8802" y="18859"/>
                </a:lnTo>
                <a:lnTo>
                  <a:pt x="7181" y="19463"/>
                </a:lnTo>
                <a:lnTo>
                  <a:pt x="6371" y="19792"/>
                </a:lnTo>
                <a:lnTo>
                  <a:pt x="5616" y="20174"/>
                </a:lnTo>
                <a:lnTo>
                  <a:pt x="5400" y="18968"/>
                </a:lnTo>
                <a:lnTo>
                  <a:pt x="5183" y="17762"/>
                </a:lnTo>
                <a:lnTo>
                  <a:pt x="5507" y="17762"/>
                </a:lnTo>
                <a:lnTo>
                  <a:pt x="5885" y="17653"/>
                </a:lnTo>
                <a:lnTo>
                  <a:pt x="7614" y="17160"/>
                </a:lnTo>
                <a:lnTo>
                  <a:pt x="10583" y="16338"/>
                </a:lnTo>
                <a:lnTo>
                  <a:pt x="10854" y="16940"/>
                </a:lnTo>
                <a:lnTo>
                  <a:pt x="11178" y="17488"/>
                </a:lnTo>
                <a:lnTo>
                  <a:pt x="11232" y="17597"/>
                </a:lnTo>
                <a:lnTo>
                  <a:pt x="11501" y="17597"/>
                </a:lnTo>
                <a:lnTo>
                  <a:pt x="11609" y="17488"/>
                </a:lnTo>
                <a:lnTo>
                  <a:pt x="11718" y="17379"/>
                </a:lnTo>
                <a:lnTo>
                  <a:pt x="11933" y="17324"/>
                </a:lnTo>
                <a:lnTo>
                  <a:pt x="12366" y="17215"/>
                </a:lnTo>
                <a:lnTo>
                  <a:pt x="12473" y="17104"/>
                </a:lnTo>
                <a:lnTo>
                  <a:pt x="12582" y="16995"/>
                </a:lnTo>
                <a:lnTo>
                  <a:pt x="12744" y="16722"/>
                </a:lnTo>
                <a:lnTo>
                  <a:pt x="12797" y="16447"/>
                </a:lnTo>
                <a:lnTo>
                  <a:pt x="12797" y="16118"/>
                </a:lnTo>
                <a:lnTo>
                  <a:pt x="12744" y="15844"/>
                </a:lnTo>
                <a:lnTo>
                  <a:pt x="12689" y="15569"/>
                </a:lnTo>
                <a:lnTo>
                  <a:pt x="12744" y="15680"/>
                </a:lnTo>
                <a:lnTo>
                  <a:pt x="12906" y="15734"/>
                </a:lnTo>
                <a:lnTo>
                  <a:pt x="13284" y="15680"/>
                </a:lnTo>
                <a:lnTo>
                  <a:pt x="13661" y="15569"/>
                </a:lnTo>
                <a:lnTo>
                  <a:pt x="13877" y="15898"/>
                </a:lnTo>
                <a:lnTo>
                  <a:pt x="14147" y="16173"/>
                </a:lnTo>
                <a:lnTo>
                  <a:pt x="14363" y="16282"/>
                </a:lnTo>
                <a:lnTo>
                  <a:pt x="14634" y="16338"/>
                </a:lnTo>
                <a:lnTo>
                  <a:pt x="14849" y="16338"/>
                </a:lnTo>
                <a:lnTo>
                  <a:pt x="15065" y="16227"/>
                </a:lnTo>
                <a:lnTo>
                  <a:pt x="15282" y="16118"/>
                </a:lnTo>
                <a:lnTo>
                  <a:pt x="15444" y="15898"/>
                </a:lnTo>
                <a:lnTo>
                  <a:pt x="15551" y="15680"/>
                </a:lnTo>
                <a:lnTo>
                  <a:pt x="15606" y="15460"/>
                </a:lnTo>
                <a:lnTo>
                  <a:pt x="15660" y="15185"/>
                </a:lnTo>
                <a:lnTo>
                  <a:pt x="15606" y="14912"/>
                </a:lnTo>
                <a:lnTo>
                  <a:pt x="15444" y="14418"/>
                </a:lnTo>
                <a:lnTo>
                  <a:pt x="15822" y="14418"/>
                </a:lnTo>
                <a:lnTo>
                  <a:pt x="16199" y="14363"/>
                </a:lnTo>
                <a:lnTo>
                  <a:pt x="17117" y="14090"/>
                </a:lnTo>
                <a:lnTo>
                  <a:pt x="18953" y="13432"/>
                </a:lnTo>
                <a:close/>
                <a:moveTo>
                  <a:pt x="19439" y="15953"/>
                </a:moveTo>
                <a:lnTo>
                  <a:pt x="19277" y="16009"/>
                </a:lnTo>
                <a:lnTo>
                  <a:pt x="17063" y="16831"/>
                </a:lnTo>
                <a:lnTo>
                  <a:pt x="12851" y="18475"/>
                </a:lnTo>
                <a:lnTo>
                  <a:pt x="10745" y="19243"/>
                </a:lnTo>
                <a:lnTo>
                  <a:pt x="9720" y="19627"/>
                </a:lnTo>
                <a:lnTo>
                  <a:pt x="8640" y="19901"/>
                </a:lnTo>
                <a:lnTo>
                  <a:pt x="6911" y="20285"/>
                </a:lnTo>
                <a:lnTo>
                  <a:pt x="7938" y="19845"/>
                </a:lnTo>
                <a:lnTo>
                  <a:pt x="8964" y="19463"/>
                </a:lnTo>
                <a:lnTo>
                  <a:pt x="12420" y="18201"/>
                </a:lnTo>
                <a:lnTo>
                  <a:pt x="14147" y="17488"/>
                </a:lnTo>
                <a:lnTo>
                  <a:pt x="15930" y="16886"/>
                </a:lnTo>
                <a:lnTo>
                  <a:pt x="16794" y="16556"/>
                </a:lnTo>
                <a:lnTo>
                  <a:pt x="17658" y="16282"/>
                </a:lnTo>
                <a:lnTo>
                  <a:pt x="18575" y="16062"/>
                </a:lnTo>
                <a:lnTo>
                  <a:pt x="19439" y="15953"/>
                </a:lnTo>
                <a:close/>
                <a:moveTo>
                  <a:pt x="15444" y="713"/>
                </a:moveTo>
                <a:lnTo>
                  <a:pt x="15768" y="1589"/>
                </a:lnTo>
                <a:lnTo>
                  <a:pt x="16146" y="2521"/>
                </a:lnTo>
                <a:lnTo>
                  <a:pt x="16901" y="4276"/>
                </a:lnTo>
                <a:lnTo>
                  <a:pt x="17658" y="6249"/>
                </a:lnTo>
                <a:lnTo>
                  <a:pt x="18360" y="8168"/>
                </a:lnTo>
                <a:lnTo>
                  <a:pt x="18953" y="10032"/>
                </a:lnTo>
                <a:lnTo>
                  <a:pt x="19548" y="11842"/>
                </a:lnTo>
                <a:lnTo>
                  <a:pt x="20141" y="13706"/>
                </a:lnTo>
                <a:lnTo>
                  <a:pt x="20627" y="15569"/>
                </a:lnTo>
                <a:lnTo>
                  <a:pt x="20303" y="15569"/>
                </a:lnTo>
                <a:lnTo>
                  <a:pt x="19979" y="15680"/>
                </a:lnTo>
                <a:lnTo>
                  <a:pt x="19979" y="15405"/>
                </a:lnTo>
                <a:lnTo>
                  <a:pt x="20087" y="15296"/>
                </a:lnTo>
                <a:lnTo>
                  <a:pt x="20087" y="15131"/>
                </a:lnTo>
                <a:lnTo>
                  <a:pt x="20034" y="14692"/>
                </a:lnTo>
                <a:lnTo>
                  <a:pt x="20034" y="14528"/>
                </a:lnTo>
                <a:lnTo>
                  <a:pt x="19763" y="13486"/>
                </a:lnTo>
                <a:lnTo>
                  <a:pt x="19277" y="11622"/>
                </a:lnTo>
                <a:lnTo>
                  <a:pt x="18684" y="9867"/>
                </a:lnTo>
                <a:lnTo>
                  <a:pt x="18089" y="8114"/>
                </a:lnTo>
                <a:lnTo>
                  <a:pt x="17441" y="6360"/>
                </a:lnTo>
                <a:lnTo>
                  <a:pt x="16739" y="4660"/>
                </a:lnTo>
                <a:lnTo>
                  <a:pt x="15984" y="2959"/>
                </a:lnTo>
                <a:lnTo>
                  <a:pt x="15713" y="2466"/>
                </a:lnTo>
                <a:lnTo>
                  <a:pt x="15444" y="2028"/>
                </a:lnTo>
                <a:lnTo>
                  <a:pt x="15606" y="1919"/>
                </a:lnTo>
                <a:lnTo>
                  <a:pt x="15660" y="1753"/>
                </a:lnTo>
                <a:lnTo>
                  <a:pt x="15606" y="1589"/>
                </a:lnTo>
                <a:lnTo>
                  <a:pt x="15551" y="1480"/>
                </a:lnTo>
                <a:lnTo>
                  <a:pt x="15497" y="1424"/>
                </a:lnTo>
                <a:lnTo>
                  <a:pt x="15389" y="1371"/>
                </a:lnTo>
                <a:lnTo>
                  <a:pt x="15120" y="1315"/>
                </a:lnTo>
                <a:lnTo>
                  <a:pt x="14849" y="1371"/>
                </a:lnTo>
                <a:lnTo>
                  <a:pt x="13823" y="1699"/>
                </a:lnTo>
                <a:lnTo>
                  <a:pt x="12744" y="2137"/>
                </a:lnTo>
                <a:lnTo>
                  <a:pt x="11663" y="2521"/>
                </a:lnTo>
                <a:lnTo>
                  <a:pt x="10583" y="2906"/>
                </a:lnTo>
                <a:lnTo>
                  <a:pt x="8316" y="3618"/>
                </a:lnTo>
                <a:lnTo>
                  <a:pt x="6047" y="4276"/>
                </a:lnTo>
                <a:lnTo>
                  <a:pt x="3780" y="4878"/>
                </a:lnTo>
                <a:lnTo>
                  <a:pt x="2592" y="5207"/>
                </a:lnTo>
                <a:lnTo>
                  <a:pt x="1998" y="5427"/>
                </a:lnTo>
                <a:lnTo>
                  <a:pt x="1728" y="5538"/>
                </a:lnTo>
                <a:lnTo>
                  <a:pt x="1512" y="5702"/>
                </a:lnTo>
                <a:lnTo>
                  <a:pt x="1457" y="5702"/>
                </a:lnTo>
                <a:lnTo>
                  <a:pt x="1404" y="5811"/>
                </a:lnTo>
                <a:lnTo>
                  <a:pt x="1350" y="5920"/>
                </a:lnTo>
                <a:lnTo>
                  <a:pt x="1457" y="6853"/>
                </a:lnTo>
                <a:lnTo>
                  <a:pt x="1619" y="7784"/>
                </a:lnTo>
                <a:lnTo>
                  <a:pt x="1836" y="8661"/>
                </a:lnTo>
                <a:lnTo>
                  <a:pt x="2052" y="9594"/>
                </a:lnTo>
                <a:lnTo>
                  <a:pt x="2538" y="11349"/>
                </a:lnTo>
                <a:lnTo>
                  <a:pt x="3131" y="13103"/>
                </a:lnTo>
                <a:lnTo>
                  <a:pt x="3726" y="14912"/>
                </a:lnTo>
                <a:lnTo>
                  <a:pt x="4266" y="16666"/>
                </a:lnTo>
                <a:lnTo>
                  <a:pt x="4481" y="17544"/>
                </a:lnTo>
                <a:lnTo>
                  <a:pt x="4697" y="18475"/>
                </a:lnTo>
                <a:lnTo>
                  <a:pt x="4859" y="19352"/>
                </a:lnTo>
                <a:lnTo>
                  <a:pt x="5021" y="20285"/>
                </a:lnTo>
                <a:lnTo>
                  <a:pt x="5021" y="20449"/>
                </a:lnTo>
                <a:lnTo>
                  <a:pt x="5130" y="20504"/>
                </a:lnTo>
                <a:lnTo>
                  <a:pt x="5238" y="20558"/>
                </a:lnTo>
                <a:lnTo>
                  <a:pt x="5345" y="20614"/>
                </a:lnTo>
                <a:lnTo>
                  <a:pt x="5400" y="20669"/>
                </a:lnTo>
                <a:lnTo>
                  <a:pt x="5507" y="20669"/>
                </a:lnTo>
                <a:lnTo>
                  <a:pt x="5940" y="20558"/>
                </a:lnTo>
                <a:lnTo>
                  <a:pt x="5454" y="20778"/>
                </a:lnTo>
                <a:lnTo>
                  <a:pt x="5021" y="21051"/>
                </a:lnTo>
                <a:lnTo>
                  <a:pt x="3780" y="16611"/>
                </a:lnTo>
                <a:lnTo>
                  <a:pt x="3131" y="14363"/>
                </a:lnTo>
                <a:lnTo>
                  <a:pt x="2538" y="12171"/>
                </a:lnTo>
                <a:lnTo>
                  <a:pt x="1404" y="7675"/>
                </a:lnTo>
                <a:lnTo>
                  <a:pt x="1188" y="6633"/>
                </a:lnTo>
                <a:lnTo>
                  <a:pt x="972" y="5975"/>
                </a:lnTo>
                <a:lnTo>
                  <a:pt x="864" y="5647"/>
                </a:lnTo>
                <a:lnTo>
                  <a:pt x="702" y="5427"/>
                </a:lnTo>
                <a:lnTo>
                  <a:pt x="1566" y="5262"/>
                </a:lnTo>
                <a:lnTo>
                  <a:pt x="2430" y="5098"/>
                </a:lnTo>
                <a:lnTo>
                  <a:pt x="4157" y="4550"/>
                </a:lnTo>
                <a:lnTo>
                  <a:pt x="6156" y="3947"/>
                </a:lnTo>
                <a:lnTo>
                  <a:pt x="8099" y="3290"/>
                </a:lnTo>
                <a:lnTo>
                  <a:pt x="11825" y="2028"/>
                </a:lnTo>
                <a:lnTo>
                  <a:pt x="13661" y="1371"/>
                </a:lnTo>
                <a:lnTo>
                  <a:pt x="14580" y="1096"/>
                </a:lnTo>
                <a:lnTo>
                  <a:pt x="15011" y="931"/>
                </a:lnTo>
                <a:lnTo>
                  <a:pt x="15444" y="713"/>
                </a:lnTo>
                <a:close/>
                <a:moveTo>
                  <a:pt x="15389" y="0"/>
                </a:moveTo>
                <a:lnTo>
                  <a:pt x="14958" y="54"/>
                </a:lnTo>
                <a:lnTo>
                  <a:pt x="14472" y="218"/>
                </a:lnTo>
                <a:lnTo>
                  <a:pt x="13608" y="547"/>
                </a:lnTo>
                <a:lnTo>
                  <a:pt x="11771" y="1206"/>
                </a:lnTo>
                <a:lnTo>
                  <a:pt x="8099" y="2466"/>
                </a:lnTo>
                <a:lnTo>
                  <a:pt x="4319" y="3728"/>
                </a:lnTo>
                <a:lnTo>
                  <a:pt x="2376" y="4331"/>
                </a:lnTo>
                <a:lnTo>
                  <a:pt x="1350" y="4605"/>
                </a:lnTo>
                <a:lnTo>
                  <a:pt x="378" y="4989"/>
                </a:lnTo>
                <a:lnTo>
                  <a:pt x="269" y="5098"/>
                </a:lnTo>
                <a:lnTo>
                  <a:pt x="216" y="5262"/>
                </a:lnTo>
                <a:lnTo>
                  <a:pt x="54" y="5318"/>
                </a:lnTo>
                <a:lnTo>
                  <a:pt x="0" y="5372"/>
                </a:lnTo>
                <a:lnTo>
                  <a:pt x="0" y="5427"/>
                </a:lnTo>
                <a:lnTo>
                  <a:pt x="54" y="5647"/>
                </a:lnTo>
                <a:lnTo>
                  <a:pt x="162" y="5866"/>
                </a:lnTo>
                <a:lnTo>
                  <a:pt x="269" y="6031"/>
                </a:lnTo>
                <a:lnTo>
                  <a:pt x="324" y="6195"/>
                </a:lnTo>
                <a:lnTo>
                  <a:pt x="431" y="6524"/>
                </a:lnTo>
                <a:lnTo>
                  <a:pt x="864" y="8661"/>
                </a:lnTo>
                <a:lnTo>
                  <a:pt x="1404" y="10800"/>
                </a:lnTo>
                <a:lnTo>
                  <a:pt x="1890" y="12939"/>
                </a:lnTo>
                <a:lnTo>
                  <a:pt x="3024" y="17160"/>
                </a:lnTo>
                <a:lnTo>
                  <a:pt x="3618" y="19243"/>
                </a:lnTo>
                <a:lnTo>
                  <a:pt x="4266" y="21271"/>
                </a:lnTo>
                <a:lnTo>
                  <a:pt x="4319" y="21491"/>
                </a:lnTo>
                <a:lnTo>
                  <a:pt x="4481" y="21545"/>
                </a:lnTo>
                <a:lnTo>
                  <a:pt x="4643" y="21600"/>
                </a:lnTo>
                <a:lnTo>
                  <a:pt x="4859" y="21545"/>
                </a:lnTo>
                <a:lnTo>
                  <a:pt x="5292" y="21436"/>
                </a:lnTo>
                <a:lnTo>
                  <a:pt x="5723" y="21326"/>
                </a:lnTo>
                <a:lnTo>
                  <a:pt x="6642" y="21051"/>
                </a:lnTo>
                <a:lnTo>
                  <a:pt x="8802" y="20614"/>
                </a:lnTo>
                <a:lnTo>
                  <a:pt x="9882" y="20340"/>
                </a:lnTo>
                <a:lnTo>
                  <a:pt x="10961" y="19956"/>
                </a:lnTo>
                <a:lnTo>
                  <a:pt x="13068" y="19188"/>
                </a:lnTo>
                <a:lnTo>
                  <a:pt x="17279" y="17597"/>
                </a:lnTo>
                <a:lnTo>
                  <a:pt x="19332" y="16775"/>
                </a:lnTo>
                <a:lnTo>
                  <a:pt x="20087" y="16556"/>
                </a:lnTo>
                <a:lnTo>
                  <a:pt x="20465" y="16391"/>
                </a:lnTo>
                <a:lnTo>
                  <a:pt x="20843" y="16173"/>
                </a:lnTo>
                <a:lnTo>
                  <a:pt x="20898" y="16338"/>
                </a:lnTo>
                <a:lnTo>
                  <a:pt x="21005" y="16391"/>
                </a:lnTo>
                <a:lnTo>
                  <a:pt x="21167" y="16447"/>
                </a:lnTo>
                <a:lnTo>
                  <a:pt x="21329" y="16447"/>
                </a:lnTo>
                <a:lnTo>
                  <a:pt x="21437" y="16338"/>
                </a:lnTo>
                <a:lnTo>
                  <a:pt x="21546" y="16282"/>
                </a:lnTo>
                <a:lnTo>
                  <a:pt x="21600" y="16118"/>
                </a:lnTo>
                <a:lnTo>
                  <a:pt x="21546" y="15953"/>
                </a:lnTo>
                <a:lnTo>
                  <a:pt x="21005" y="13925"/>
                </a:lnTo>
                <a:lnTo>
                  <a:pt x="20412" y="11951"/>
                </a:lnTo>
                <a:lnTo>
                  <a:pt x="19763" y="9923"/>
                </a:lnTo>
                <a:lnTo>
                  <a:pt x="19061" y="8004"/>
                </a:lnTo>
                <a:lnTo>
                  <a:pt x="18360" y="6031"/>
                </a:lnTo>
                <a:lnTo>
                  <a:pt x="17549" y="4112"/>
                </a:lnTo>
                <a:lnTo>
                  <a:pt x="16794" y="2193"/>
                </a:lnTo>
                <a:lnTo>
                  <a:pt x="16361" y="1315"/>
                </a:lnTo>
                <a:lnTo>
                  <a:pt x="15875" y="383"/>
                </a:lnTo>
                <a:lnTo>
                  <a:pt x="15822" y="329"/>
                </a:lnTo>
                <a:lnTo>
                  <a:pt x="15713" y="274"/>
                </a:lnTo>
                <a:lnTo>
                  <a:pt x="15660" y="164"/>
                </a:lnTo>
                <a:lnTo>
                  <a:pt x="15606" y="109"/>
                </a:lnTo>
                <a:lnTo>
                  <a:pt x="15497" y="54"/>
                </a:lnTo>
                <a:lnTo>
                  <a:pt x="15389" y="0"/>
                </a:lnTo>
                <a:close/>
              </a:path>
            </a:pathLst>
          </a:custGeom>
          <a:solidFill>
            <a:schemeClr val="accent1"/>
          </a:solidFill>
          <a:ln w="12700">
            <a:miter lim="400000"/>
          </a:ln>
        </p:spPr>
        <p:txBody>
          <a:bodyPr lIns="0" tIns="0" rIns="0" bIns="0" anchor="ctr"/>
          <a:lstStyle/>
          <a:p>
            <a:pPr>
              <a:defRPr>
                <a:solidFill>
                  <a:srgbClr val="A4C2F4"/>
                </a:solidFill>
              </a:defRPr>
            </a:pPr>
          </a:p>
        </p:txBody>
      </p:sp>
      <p:sp>
        <p:nvSpPr>
          <p:cNvPr id="566" name="Google Shape;214;p3"/>
          <p:cNvSpPr/>
          <p:nvPr/>
        </p:nvSpPr>
        <p:spPr>
          <a:xfrm>
            <a:off x="8829402" y="4583896"/>
            <a:ext cx="391239" cy="28923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46" y="4506"/>
                </a:moveTo>
                <a:lnTo>
                  <a:pt x="8618" y="4584"/>
                </a:lnTo>
                <a:lnTo>
                  <a:pt x="8388" y="4739"/>
                </a:lnTo>
                <a:lnTo>
                  <a:pt x="8157" y="4895"/>
                </a:lnTo>
                <a:lnTo>
                  <a:pt x="7985" y="5128"/>
                </a:lnTo>
                <a:lnTo>
                  <a:pt x="7813" y="5361"/>
                </a:lnTo>
                <a:lnTo>
                  <a:pt x="7699" y="5594"/>
                </a:lnTo>
                <a:lnTo>
                  <a:pt x="7641" y="5904"/>
                </a:lnTo>
                <a:lnTo>
                  <a:pt x="7583" y="6215"/>
                </a:lnTo>
                <a:lnTo>
                  <a:pt x="7583" y="6605"/>
                </a:lnTo>
                <a:lnTo>
                  <a:pt x="7641" y="6914"/>
                </a:lnTo>
                <a:lnTo>
                  <a:pt x="7699" y="7147"/>
                </a:lnTo>
                <a:lnTo>
                  <a:pt x="7871" y="7380"/>
                </a:lnTo>
                <a:lnTo>
                  <a:pt x="8043" y="7458"/>
                </a:lnTo>
                <a:lnTo>
                  <a:pt x="8157" y="7458"/>
                </a:lnTo>
                <a:lnTo>
                  <a:pt x="8330" y="7304"/>
                </a:lnTo>
                <a:lnTo>
                  <a:pt x="8388" y="7147"/>
                </a:lnTo>
                <a:lnTo>
                  <a:pt x="8446" y="6605"/>
                </a:lnTo>
                <a:lnTo>
                  <a:pt x="8446" y="6139"/>
                </a:lnTo>
                <a:lnTo>
                  <a:pt x="8502" y="6448"/>
                </a:lnTo>
                <a:lnTo>
                  <a:pt x="8560" y="6838"/>
                </a:lnTo>
                <a:lnTo>
                  <a:pt x="8618" y="7691"/>
                </a:lnTo>
                <a:lnTo>
                  <a:pt x="8732" y="8314"/>
                </a:lnTo>
                <a:lnTo>
                  <a:pt x="8790" y="8623"/>
                </a:lnTo>
                <a:lnTo>
                  <a:pt x="8962" y="8935"/>
                </a:lnTo>
                <a:lnTo>
                  <a:pt x="9077" y="9013"/>
                </a:lnTo>
                <a:lnTo>
                  <a:pt x="9135" y="9013"/>
                </a:lnTo>
                <a:lnTo>
                  <a:pt x="9249" y="8935"/>
                </a:lnTo>
                <a:lnTo>
                  <a:pt x="9307" y="8780"/>
                </a:lnTo>
                <a:lnTo>
                  <a:pt x="9365" y="8547"/>
                </a:lnTo>
                <a:lnTo>
                  <a:pt x="9365" y="8314"/>
                </a:lnTo>
                <a:lnTo>
                  <a:pt x="9307" y="7770"/>
                </a:lnTo>
                <a:lnTo>
                  <a:pt x="9135" y="6526"/>
                </a:lnTo>
                <a:lnTo>
                  <a:pt x="9019" y="5982"/>
                </a:lnTo>
                <a:lnTo>
                  <a:pt x="8904" y="5749"/>
                </a:lnTo>
                <a:lnTo>
                  <a:pt x="8790" y="5594"/>
                </a:lnTo>
                <a:lnTo>
                  <a:pt x="8962" y="5516"/>
                </a:lnTo>
                <a:lnTo>
                  <a:pt x="9421" y="5516"/>
                </a:lnTo>
                <a:lnTo>
                  <a:pt x="9651" y="5594"/>
                </a:lnTo>
                <a:lnTo>
                  <a:pt x="9882" y="6448"/>
                </a:lnTo>
                <a:lnTo>
                  <a:pt x="10110" y="7458"/>
                </a:lnTo>
                <a:lnTo>
                  <a:pt x="10340" y="8469"/>
                </a:lnTo>
                <a:lnTo>
                  <a:pt x="10398" y="8623"/>
                </a:lnTo>
                <a:lnTo>
                  <a:pt x="10456" y="8702"/>
                </a:lnTo>
                <a:lnTo>
                  <a:pt x="10571" y="8780"/>
                </a:lnTo>
                <a:lnTo>
                  <a:pt x="10685" y="8702"/>
                </a:lnTo>
                <a:lnTo>
                  <a:pt x="10801" y="8623"/>
                </a:lnTo>
                <a:lnTo>
                  <a:pt x="10915" y="8547"/>
                </a:lnTo>
                <a:lnTo>
                  <a:pt x="10973" y="8314"/>
                </a:lnTo>
                <a:lnTo>
                  <a:pt x="10973" y="8157"/>
                </a:lnTo>
                <a:lnTo>
                  <a:pt x="10743" y="7225"/>
                </a:lnTo>
                <a:lnTo>
                  <a:pt x="10571" y="6372"/>
                </a:lnTo>
                <a:lnTo>
                  <a:pt x="10456" y="6060"/>
                </a:lnTo>
                <a:lnTo>
                  <a:pt x="10915" y="6448"/>
                </a:lnTo>
                <a:lnTo>
                  <a:pt x="11318" y="6838"/>
                </a:lnTo>
                <a:lnTo>
                  <a:pt x="11318" y="7304"/>
                </a:lnTo>
                <a:lnTo>
                  <a:pt x="11374" y="7770"/>
                </a:lnTo>
                <a:lnTo>
                  <a:pt x="11604" y="8623"/>
                </a:lnTo>
                <a:lnTo>
                  <a:pt x="11720" y="8780"/>
                </a:lnTo>
                <a:lnTo>
                  <a:pt x="11776" y="8856"/>
                </a:lnTo>
                <a:lnTo>
                  <a:pt x="12007" y="8856"/>
                </a:lnTo>
                <a:lnTo>
                  <a:pt x="12121" y="8780"/>
                </a:lnTo>
                <a:lnTo>
                  <a:pt x="12179" y="8702"/>
                </a:lnTo>
                <a:lnTo>
                  <a:pt x="12237" y="8547"/>
                </a:lnTo>
                <a:lnTo>
                  <a:pt x="12179" y="8314"/>
                </a:lnTo>
                <a:lnTo>
                  <a:pt x="12065" y="7770"/>
                </a:lnTo>
                <a:lnTo>
                  <a:pt x="12581" y="8390"/>
                </a:lnTo>
                <a:lnTo>
                  <a:pt x="12638" y="8469"/>
                </a:lnTo>
                <a:lnTo>
                  <a:pt x="12696" y="8469"/>
                </a:lnTo>
                <a:lnTo>
                  <a:pt x="12754" y="8390"/>
                </a:lnTo>
                <a:lnTo>
                  <a:pt x="12754" y="7924"/>
                </a:lnTo>
                <a:lnTo>
                  <a:pt x="12696" y="7613"/>
                </a:lnTo>
                <a:lnTo>
                  <a:pt x="12465" y="6992"/>
                </a:lnTo>
                <a:lnTo>
                  <a:pt x="12121" y="6372"/>
                </a:lnTo>
                <a:lnTo>
                  <a:pt x="11720" y="5904"/>
                </a:lnTo>
                <a:lnTo>
                  <a:pt x="11260" y="5438"/>
                </a:lnTo>
                <a:lnTo>
                  <a:pt x="10801" y="5128"/>
                </a:lnTo>
                <a:lnTo>
                  <a:pt x="10282" y="4817"/>
                </a:lnTo>
                <a:lnTo>
                  <a:pt x="9824" y="4584"/>
                </a:lnTo>
                <a:lnTo>
                  <a:pt x="9307" y="4506"/>
                </a:lnTo>
                <a:close/>
                <a:moveTo>
                  <a:pt x="19129" y="7380"/>
                </a:moveTo>
                <a:lnTo>
                  <a:pt x="19015" y="7458"/>
                </a:lnTo>
                <a:lnTo>
                  <a:pt x="19015" y="8314"/>
                </a:lnTo>
                <a:lnTo>
                  <a:pt x="19187" y="9089"/>
                </a:lnTo>
                <a:lnTo>
                  <a:pt x="19475" y="10100"/>
                </a:lnTo>
                <a:lnTo>
                  <a:pt x="19704" y="10877"/>
                </a:lnTo>
                <a:lnTo>
                  <a:pt x="19647" y="11032"/>
                </a:lnTo>
                <a:lnTo>
                  <a:pt x="19647" y="11267"/>
                </a:lnTo>
                <a:lnTo>
                  <a:pt x="19704" y="11343"/>
                </a:lnTo>
                <a:lnTo>
                  <a:pt x="19704" y="11500"/>
                </a:lnTo>
                <a:lnTo>
                  <a:pt x="18612" y="11888"/>
                </a:lnTo>
                <a:lnTo>
                  <a:pt x="18612" y="11500"/>
                </a:lnTo>
                <a:lnTo>
                  <a:pt x="18556" y="11110"/>
                </a:lnTo>
                <a:lnTo>
                  <a:pt x="18325" y="10257"/>
                </a:lnTo>
                <a:lnTo>
                  <a:pt x="18211" y="9634"/>
                </a:lnTo>
                <a:lnTo>
                  <a:pt x="17981" y="9013"/>
                </a:lnTo>
                <a:lnTo>
                  <a:pt x="17751" y="8469"/>
                </a:lnTo>
                <a:lnTo>
                  <a:pt x="17406" y="7924"/>
                </a:lnTo>
                <a:lnTo>
                  <a:pt x="17234" y="7924"/>
                </a:lnTo>
                <a:lnTo>
                  <a:pt x="17176" y="8003"/>
                </a:lnTo>
                <a:lnTo>
                  <a:pt x="17120" y="8157"/>
                </a:lnTo>
                <a:lnTo>
                  <a:pt x="17176" y="8702"/>
                </a:lnTo>
                <a:lnTo>
                  <a:pt x="17348" y="9246"/>
                </a:lnTo>
                <a:lnTo>
                  <a:pt x="17636" y="10333"/>
                </a:lnTo>
                <a:lnTo>
                  <a:pt x="17809" y="11267"/>
                </a:lnTo>
                <a:lnTo>
                  <a:pt x="17923" y="11733"/>
                </a:lnTo>
                <a:lnTo>
                  <a:pt x="18095" y="12042"/>
                </a:lnTo>
                <a:lnTo>
                  <a:pt x="17981" y="12121"/>
                </a:lnTo>
                <a:lnTo>
                  <a:pt x="17809" y="12121"/>
                </a:lnTo>
                <a:lnTo>
                  <a:pt x="17636" y="12042"/>
                </a:lnTo>
                <a:lnTo>
                  <a:pt x="17464" y="11966"/>
                </a:lnTo>
                <a:lnTo>
                  <a:pt x="17348" y="11809"/>
                </a:lnTo>
                <a:lnTo>
                  <a:pt x="17062" y="11422"/>
                </a:lnTo>
                <a:lnTo>
                  <a:pt x="16889" y="11032"/>
                </a:lnTo>
                <a:lnTo>
                  <a:pt x="16775" y="10956"/>
                </a:lnTo>
                <a:lnTo>
                  <a:pt x="16717" y="10411"/>
                </a:lnTo>
                <a:lnTo>
                  <a:pt x="16601" y="9945"/>
                </a:lnTo>
                <a:lnTo>
                  <a:pt x="16315" y="9089"/>
                </a:lnTo>
                <a:lnTo>
                  <a:pt x="16257" y="9013"/>
                </a:lnTo>
                <a:lnTo>
                  <a:pt x="16200" y="8935"/>
                </a:lnTo>
                <a:lnTo>
                  <a:pt x="15970" y="8935"/>
                </a:lnTo>
                <a:lnTo>
                  <a:pt x="15856" y="9089"/>
                </a:lnTo>
                <a:lnTo>
                  <a:pt x="15798" y="9246"/>
                </a:lnTo>
                <a:lnTo>
                  <a:pt x="15798" y="9323"/>
                </a:lnTo>
                <a:lnTo>
                  <a:pt x="15856" y="9867"/>
                </a:lnTo>
                <a:lnTo>
                  <a:pt x="15740" y="9791"/>
                </a:lnTo>
                <a:lnTo>
                  <a:pt x="15568" y="9712"/>
                </a:lnTo>
                <a:lnTo>
                  <a:pt x="15453" y="9791"/>
                </a:lnTo>
                <a:lnTo>
                  <a:pt x="15338" y="9945"/>
                </a:lnTo>
                <a:lnTo>
                  <a:pt x="15223" y="10178"/>
                </a:lnTo>
                <a:lnTo>
                  <a:pt x="15165" y="10411"/>
                </a:lnTo>
                <a:lnTo>
                  <a:pt x="15223" y="10644"/>
                </a:lnTo>
                <a:lnTo>
                  <a:pt x="15281" y="10799"/>
                </a:lnTo>
                <a:lnTo>
                  <a:pt x="15511" y="11110"/>
                </a:lnTo>
                <a:lnTo>
                  <a:pt x="15856" y="11343"/>
                </a:lnTo>
                <a:lnTo>
                  <a:pt x="16085" y="11500"/>
                </a:lnTo>
                <a:lnTo>
                  <a:pt x="16200" y="11733"/>
                </a:lnTo>
                <a:lnTo>
                  <a:pt x="16487" y="12275"/>
                </a:lnTo>
                <a:lnTo>
                  <a:pt x="16775" y="12665"/>
                </a:lnTo>
                <a:lnTo>
                  <a:pt x="17120" y="13053"/>
                </a:lnTo>
                <a:lnTo>
                  <a:pt x="17348" y="13131"/>
                </a:lnTo>
                <a:lnTo>
                  <a:pt x="17578" y="13210"/>
                </a:lnTo>
                <a:lnTo>
                  <a:pt x="18039" y="13210"/>
                </a:lnTo>
                <a:lnTo>
                  <a:pt x="18556" y="13053"/>
                </a:lnTo>
                <a:lnTo>
                  <a:pt x="19015" y="12898"/>
                </a:lnTo>
                <a:lnTo>
                  <a:pt x="20336" y="12354"/>
                </a:lnTo>
                <a:lnTo>
                  <a:pt x="20911" y="12042"/>
                </a:lnTo>
                <a:lnTo>
                  <a:pt x="21198" y="11888"/>
                </a:lnTo>
                <a:lnTo>
                  <a:pt x="21484" y="11733"/>
                </a:lnTo>
                <a:lnTo>
                  <a:pt x="21600" y="11576"/>
                </a:lnTo>
                <a:lnTo>
                  <a:pt x="21600" y="11343"/>
                </a:lnTo>
                <a:lnTo>
                  <a:pt x="21542" y="11189"/>
                </a:lnTo>
                <a:lnTo>
                  <a:pt x="21370" y="11110"/>
                </a:lnTo>
                <a:lnTo>
                  <a:pt x="20911" y="11110"/>
                </a:lnTo>
                <a:lnTo>
                  <a:pt x="20451" y="11267"/>
                </a:lnTo>
                <a:lnTo>
                  <a:pt x="20451" y="10799"/>
                </a:lnTo>
                <a:lnTo>
                  <a:pt x="20336" y="10333"/>
                </a:lnTo>
                <a:lnTo>
                  <a:pt x="20106" y="9558"/>
                </a:lnTo>
                <a:lnTo>
                  <a:pt x="19762" y="8390"/>
                </a:lnTo>
                <a:lnTo>
                  <a:pt x="19589" y="7848"/>
                </a:lnTo>
                <a:lnTo>
                  <a:pt x="19303" y="7380"/>
                </a:lnTo>
                <a:close/>
                <a:moveTo>
                  <a:pt x="18900" y="0"/>
                </a:moveTo>
                <a:lnTo>
                  <a:pt x="18325" y="76"/>
                </a:lnTo>
                <a:lnTo>
                  <a:pt x="17751" y="309"/>
                </a:lnTo>
                <a:lnTo>
                  <a:pt x="16659" y="777"/>
                </a:lnTo>
                <a:lnTo>
                  <a:pt x="15511" y="1243"/>
                </a:lnTo>
                <a:lnTo>
                  <a:pt x="14937" y="1476"/>
                </a:lnTo>
                <a:lnTo>
                  <a:pt x="14362" y="1786"/>
                </a:lnTo>
                <a:lnTo>
                  <a:pt x="13959" y="2175"/>
                </a:lnTo>
                <a:lnTo>
                  <a:pt x="13615" y="2563"/>
                </a:lnTo>
                <a:lnTo>
                  <a:pt x="13385" y="3029"/>
                </a:lnTo>
                <a:lnTo>
                  <a:pt x="13212" y="3574"/>
                </a:lnTo>
                <a:lnTo>
                  <a:pt x="13156" y="4118"/>
                </a:lnTo>
                <a:lnTo>
                  <a:pt x="13156" y="5361"/>
                </a:lnTo>
                <a:lnTo>
                  <a:pt x="13270" y="5982"/>
                </a:lnTo>
                <a:lnTo>
                  <a:pt x="13787" y="9323"/>
                </a:lnTo>
                <a:lnTo>
                  <a:pt x="14017" y="10956"/>
                </a:lnTo>
                <a:lnTo>
                  <a:pt x="14248" y="12665"/>
                </a:lnTo>
                <a:lnTo>
                  <a:pt x="14304" y="13443"/>
                </a:lnTo>
                <a:lnTo>
                  <a:pt x="14304" y="14218"/>
                </a:lnTo>
                <a:lnTo>
                  <a:pt x="13959" y="12974"/>
                </a:lnTo>
                <a:lnTo>
                  <a:pt x="13845" y="12275"/>
                </a:lnTo>
                <a:lnTo>
                  <a:pt x="13673" y="11500"/>
                </a:lnTo>
                <a:lnTo>
                  <a:pt x="13557" y="11110"/>
                </a:lnTo>
                <a:lnTo>
                  <a:pt x="13385" y="10799"/>
                </a:lnTo>
                <a:lnTo>
                  <a:pt x="13212" y="10490"/>
                </a:lnTo>
                <a:lnTo>
                  <a:pt x="13040" y="10333"/>
                </a:lnTo>
                <a:lnTo>
                  <a:pt x="12926" y="10333"/>
                </a:lnTo>
                <a:lnTo>
                  <a:pt x="12868" y="10411"/>
                </a:lnTo>
                <a:lnTo>
                  <a:pt x="12810" y="10644"/>
                </a:lnTo>
                <a:lnTo>
                  <a:pt x="12810" y="10877"/>
                </a:lnTo>
                <a:lnTo>
                  <a:pt x="12868" y="11422"/>
                </a:lnTo>
                <a:lnTo>
                  <a:pt x="13098" y="12508"/>
                </a:lnTo>
                <a:lnTo>
                  <a:pt x="13443" y="13909"/>
                </a:lnTo>
                <a:lnTo>
                  <a:pt x="13729" y="15307"/>
                </a:lnTo>
                <a:lnTo>
                  <a:pt x="13673" y="15618"/>
                </a:lnTo>
                <a:lnTo>
                  <a:pt x="13673" y="15927"/>
                </a:lnTo>
                <a:lnTo>
                  <a:pt x="13787" y="16084"/>
                </a:lnTo>
                <a:lnTo>
                  <a:pt x="13615" y="16393"/>
                </a:lnTo>
                <a:lnTo>
                  <a:pt x="13385" y="16705"/>
                </a:lnTo>
                <a:lnTo>
                  <a:pt x="13156" y="16938"/>
                </a:lnTo>
                <a:lnTo>
                  <a:pt x="12810" y="17171"/>
                </a:lnTo>
                <a:lnTo>
                  <a:pt x="12754" y="17016"/>
                </a:lnTo>
                <a:lnTo>
                  <a:pt x="12754" y="16938"/>
                </a:lnTo>
                <a:lnTo>
                  <a:pt x="12638" y="16861"/>
                </a:lnTo>
                <a:lnTo>
                  <a:pt x="11949" y="13830"/>
                </a:lnTo>
                <a:lnTo>
                  <a:pt x="11490" y="11966"/>
                </a:lnTo>
                <a:lnTo>
                  <a:pt x="11202" y="11189"/>
                </a:lnTo>
                <a:lnTo>
                  <a:pt x="11087" y="10644"/>
                </a:lnTo>
                <a:lnTo>
                  <a:pt x="11087" y="10333"/>
                </a:lnTo>
                <a:lnTo>
                  <a:pt x="11145" y="10178"/>
                </a:lnTo>
                <a:lnTo>
                  <a:pt x="11202" y="10024"/>
                </a:lnTo>
                <a:lnTo>
                  <a:pt x="11145" y="9867"/>
                </a:lnTo>
                <a:lnTo>
                  <a:pt x="11087" y="9791"/>
                </a:lnTo>
                <a:lnTo>
                  <a:pt x="10743" y="9479"/>
                </a:lnTo>
                <a:lnTo>
                  <a:pt x="10571" y="9401"/>
                </a:lnTo>
                <a:lnTo>
                  <a:pt x="10398" y="9479"/>
                </a:lnTo>
                <a:lnTo>
                  <a:pt x="10340" y="9634"/>
                </a:lnTo>
                <a:lnTo>
                  <a:pt x="10340" y="9791"/>
                </a:lnTo>
                <a:lnTo>
                  <a:pt x="10398" y="9867"/>
                </a:lnTo>
                <a:lnTo>
                  <a:pt x="10456" y="10100"/>
                </a:lnTo>
                <a:lnTo>
                  <a:pt x="10398" y="10333"/>
                </a:lnTo>
                <a:lnTo>
                  <a:pt x="10398" y="10723"/>
                </a:lnTo>
                <a:lnTo>
                  <a:pt x="10513" y="11267"/>
                </a:lnTo>
                <a:lnTo>
                  <a:pt x="10629" y="11809"/>
                </a:lnTo>
                <a:lnTo>
                  <a:pt x="10915" y="12898"/>
                </a:lnTo>
                <a:lnTo>
                  <a:pt x="12007" y="17482"/>
                </a:lnTo>
                <a:lnTo>
                  <a:pt x="11432" y="17482"/>
                </a:lnTo>
                <a:lnTo>
                  <a:pt x="10915" y="17327"/>
                </a:lnTo>
                <a:lnTo>
                  <a:pt x="10915" y="17016"/>
                </a:lnTo>
                <a:lnTo>
                  <a:pt x="10801" y="16938"/>
                </a:lnTo>
                <a:lnTo>
                  <a:pt x="10226" y="13519"/>
                </a:lnTo>
                <a:lnTo>
                  <a:pt x="9882" y="11655"/>
                </a:lnTo>
                <a:lnTo>
                  <a:pt x="9709" y="10799"/>
                </a:lnTo>
                <a:lnTo>
                  <a:pt x="9537" y="10411"/>
                </a:lnTo>
                <a:lnTo>
                  <a:pt x="9365" y="10024"/>
                </a:lnTo>
                <a:lnTo>
                  <a:pt x="9307" y="9945"/>
                </a:lnTo>
                <a:lnTo>
                  <a:pt x="9249" y="9945"/>
                </a:lnTo>
                <a:lnTo>
                  <a:pt x="9135" y="10024"/>
                </a:lnTo>
                <a:lnTo>
                  <a:pt x="9135" y="10100"/>
                </a:lnTo>
                <a:lnTo>
                  <a:pt x="9077" y="10566"/>
                </a:lnTo>
                <a:lnTo>
                  <a:pt x="9077" y="10956"/>
                </a:lnTo>
                <a:lnTo>
                  <a:pt x="9192" y="11809"/>
                </a:lnTo>
                <a:lnTo>
                  <a:pt x="9479" y="13519"/>
                </a:lnTo>
                <a:lnTo>
                  <a:pt x="10054" y="16705"/>
                </a:lnTo>
                <a:lnTo>
                  <a:pt x="9651" y="16393"/>
                </a:lnTo>
                <a:lnTo>
                  <a:pt x="9365" y="15927"/>
                </a:lnTo>
                <a:lnTo>
                  <a:pt x="9019" y="15307"/>
                </a:lnTo>
                <a:lnTo>
                  <a:pt x="8732" y="14608"/>
                </a:lnTo>
                <a:lnTo>
                  <a:pt x="8560" y="13909"/>
                </a:lnTo>
                <a:lnTo>
                  <a:pt x="8446" y="13210"/>
                </a:lnTo>
                <a:lnTo>
                  <a:pt x="8215" y="11733"/>
                </a:lnTo>
                <a:lnTo>
                  <a:pt x="8101" y="11032"/>
                </a:lnTo>
                <a:lnTo>
                  <a:pt x="7929" y="10333"/>
                </a:lnTo>
                <a:lnTo>
                  <a:pt x="7699" y="9712"/>
                </a:lnTo>
                <a:lnTo>
                  <a:pt x="7410" y="9246"/>
                </a:lnTo>
                <a:lnTo>
                  <a:pt x="7066" y="8780"/>
                </a:lnTo>
                <a:lnTo>
                  <a:pt x="6721" y="8390"/>
                </a:lnTo>
                <a:lnTo>
                  <a:pt x="6319" y="8081"/>
                </a:lnTo>
                <a:lnTo>
                  <a:pt x="5918" y="7848"/>
                </a:lnTo>
                <a:lnTo>
                  <a:pt x="5458" y="7613"/>
                </a:lnTo>
                <a:lnTo>
                  <a:pt x="4999" y="7458"/>
                </a:lnTo>
                <a:lnTo>
                  <a:pt x="4482" y="7304"/>
                </a:lnTo>
                <a:lnTo>
                  <a:pt x="3332" y="7304"/>
                </a:lnTo>
                <a:lnTo>
                  <a:pt x="2816" y="7458"/>
                </a:lnTo>
                <a:lnTo>
                  <a:pt x="1724" y="7770"/>
                </a:lnTo>
                <a:lnTo>
                  <a:pt x="633" y="8236"/>
                </a:lnTo>
                <a:lnTo>
                  <a:pt x="288" y="8390"/>
                </a:lnTo>
                <a:lnTo>
                  <a:pt x="116" y="8547"/>
                </a:lnTo>
                <a:lnTo>
                  <a:pt x="0" y="8702"/>
                </a:lnTo>
                <a:lnTo>
                  <a:pt x="0" y="9323"/>
                </a:lnTo>
                <a:lnTo>
                  <a:pt x="58" y="9401"/>
                </a:lnTo>
                <a:lnTo>
                  <a:pt x="116" y="9558"/>
                </a:lnTo>
                <a:lnTo>
                  <a:pt x="402" y="9712"/>
                </a:lnTo>
                <a:lnTo>
                  <a:pt x="633" y="9712"/>
                </a:lnTo>
                <a:lnTo>
                  <a:pt x="805" y="9558"/>
                </a:lnTo>
                <a:lnTo>
                  <a:pt x="977" y="9401"/>
                </a:lnTo>
                <a:lnTo>
                  <a:pt x="1380" y="9168"/>
                </a:lnTo>
                <a:lnTo>
                  <a:pt x="1380" y="9945"/>
                </a:lnTo>
                <a:lnTo>
                  <a:pt x="1494" y="10644"/>
                </a:lnTo>
                <a:lnTo>
                  <a:pt x="1896" y="12042"/>
                </a:lnTo>
                <a:lnTo>
                  <a:pt x="2299" y="13752"/>
                </a:lnTo>
                <a:lnTo>
                  <a:pt x="2758" y="15461"/>
                </a:lnTo>
                <a:lnTo>
                  <a:pt x="2816" y="15618"/>
                </a:lnTo>
                <a:lnTo>
                  <a:pt x="2930" y="15773"/>
                </a:lnTo>
                <a:lnTo>
                  <a:pt x="3218" y="15773"/>
                </a:lnTo>
                <a:lnTo>
                  <a:pt x="3332" y="15694"/>
                </a:lnTo>
                <a:lnTo>
                  <a:pt x="3390" y="15540"/>
                </a:lnTo>
                <a:lnTo>
                  <a:pt x="3447" y="15307"/>
                </a:lnTo>
                <a:lnTo>
                  <a:pt x="3447" y="15152"/>
                </a:lnTo>
                <a:lnTo>
                  <a:pt x="3046" y="13519"/>
                </a:lnTo>
                <a:lnTo>
                  <a:pt x="2643" y="11966"/>
                </a:lnTo>
                <a:lnTo>
                  <a:pt x="2299" y="10566"/>
                </a:lnTo>
                <a:lnTo>
                  <a:pt x="2069" y="9945"/>
                </a:lnTo>
                <a:lnTo>
                  <a:pt x="1782" y="9323"/>
                </a:lnTo>
                <a:lnTo>
                  <a:pt x="1896" y="9168"/>
                </a:lnTo>
                <a:lnTo>
                  <a:pt x="1954" y="9168"/>
                </a:lnTo>
                <a:lnTo>
                  <a:pt x="1954" y="9089"/>
                </a:lnTo>
                <a:lnTo>
                  <a:pt x="1896" y="9089"/>
                </a:lnTo>
                <a:lnTo>
                  <a:pt x="1838" y="9013"/>
                </a:lnTo>
                <a:lnTo>
                  <a:pt x="1782" y="9013"/>
                </a:lnTo>
                <a:lnTo>
                  <a:pt x="2355" y="8856"/>
                </a:lnTo>
                <a:lnTo>
                  <a:pt x="2930" y="8702"/>
                </a:lnTo>
                <a:lnTo>
                  <a:pt x="3046" y="9013"/>
                </a:lnTo>
                <a:lnTo>
                  <a:pt x="3218" y="9401"/>
                </a:lnTo>
                <a:lnTo>
                  <a:pt x="3505" y="10333"/>
                </a:lnTo>
                <a:lnTo>
                  <a:pt x="3791" y="11267"/>
                </a:lnTo>
                <a:lnTo>
                  <a:pt x="3907" y="12199"/>
                </a:lnTo>
                <a:lnTo>
                  <a:pt x="4079" y="13131"/>
                </a:lnTo>
                <a:lnTo>
                  <a:pt x="4252" y="13597"/>
                </a:lnTo>
                <a:lnTo>
                  <a:pt x="4366" y="13985"/>
                </a:lnTo>
                <a:lnTo>
                  <a:pt x="4596" y="14375"/>
                </a:lnTo>
                <a:lnTo>
                  <a:pt x="4826" y="14684"/>
                </a:lnTo>
                <a:lnTo>
                  <a:pt x="5055" y="14762"/>
                </a:lnTo>
                <a:lnTo>
                  <a:pt x="5171" y="14684"/>
                </a:lnTo>
                <a:lnTo>
                  <a:pt x="5285" y="14529"/>
                </a:lnTo>
                <a:lnTo>
                  <a:pt x="5285" y="14296"/>
                </a:lnTo>
                <a:lnTo>
                  <a:pt x="5171" y="13830"/>
                </a:lnTo>
                <a:lnTo>
                  <a:pt x="4999" y="13443"/>
                </a:lnTo>
                <a:lnTo>
                  <a:pt x="4826" y="12974"/>
                </a:lnTo>
                <a:lnTo>
                  <a:pt x="4711" y="12587"/>
                </a:lnTo>
                <a:lnTo>
                  <a:pt x="4538" y="11655"/>
                </a:lnTo>
                <a:lnTo>
                  <a:pt x="4366" y="10723"/>
                </a:lnTo>
                <a:lnTo>
                  <a:pt x="4079" y="9634"/>
                </a:lnTo>
                <a:lnTo>
                  <a:pt x="3849" y="9089"/>
                </a:lnTo>
                <a:lnTo>
                  <a:pt x="3619" y="8547"/>
                </a:lnTo>
                <a:lnTo>
                  <a:pt x="4310" y="8547"/>
                </a:lnTo>
                <a:lnTo>
                  <a:pt x="4999" y="8702"/>
                </a:lnTo>
                <a:lnTo>
                  <a:pt x="4999" y="8935"/>
                </a:lnTo>
                <a:lnTo>
                  <a:pt x="5055" y="9246"/>
                </a:lnTo>
                <a:lnTo>
                  <a:pt x="5171" y="9791"/>
                </a:lnTo>
                <a:lnTo>
                  <a:pt x="5515" y="10723"/>
                </a:lnTo>
                <a:lnTo>
                  <a:pt x="5918" y="12354"/>
                </a:lnTo>
                <a:lnTo>
                  <a:pt x="6032" y="12587"/>
                </a:lnTo>
                <a:lnTo>
                  <a:pt x="6090" y="12741"/>
                </a:lnTo>
                <a:lnTo>
                  <a:pt x="6205" y="12898"/>
                </a:lnTo>
                <a:lnTo>
                  <a:pt x="6435" y="12974"/>
                </a:lnTo>
                <a:lnTo>
                  <a:pt x="6493" y="12898"/>
                </a:lnTo>
                <a:lnTo>
                  <a:pt x="6607" y="12820"/>
                </a:lnTo>
                <a:lnTo>
                  <a:pt x="6721" y="12587"/>
                </a:lnTo>
                <a:lnTo>
                  <a:pt x="6721" y="12275"/>
                </a:lnTo>
                <a:lnTo>
                  <a:pt x="6665" y="12042"/>
                </a:lnTo>
                <a:lnTo>
                  <a:pt x="6549" y="11733"/>
                </a:lnTo>
                <a:lnTo>
                  <a:pt x="6032" y="9867"/>
                </a:lnTo>
                <a:lnTo>
                  <a:pt x="5746" y="9089"/>
                </a:lnTo>
                <a:lnTo>
                  <a:pt x="6319" y="9558"/>
                </a:lnTo>
                <a:lnTo>
                  <a:pt x="6549" y="9791"/>
                </a:lnTo>
                <a:lnTo>
                  <a:pt x="6779" y="10100"/>
                </a:lnTo>
                <a:lnTo>
                  <a:pt x="6952" y="10490"/>
                </a:lnTo>
                <a:lnTo>
                  <a:pt x="7066" y="10877"/>
                </a:lnTo>
                <a:lnTo>
                  <a:pt x="7296" y="11733"/>
                </a:lnTo>
                <a:lnTo>
                  <a:pt x="7526" y="13443"/>
                </a:lnTo>
                <a:lnTo>
                  <a:pt x="7583" y="14063"/>
                </a:lnTo>
                <a:lnTo>
                  <a:pt x="7755" y="14684"/>
                </a:lnTo>
                <a:lnTo>
                  <a:pt x="7929" y="15228"/>
                </a:lnTo>
                <a:lnTo>
                  <a:pt x="8157" y="15773"/>
                </a:lnTo>
                <a:lnTo>
                  <a:pt x="8446" y="16317"/>
                </a:lnTo>
                <a:lnTo>
                  <a:pt x="8732" y="16783"/>
                </a:lnTo>
                <a:lnTo>
                  <a:pt x="9019" y="17249"/>
                </a:lnTo>
                <a:lnTo>
                  <a:pt x="9365" y="17637"/>
                </a:lnTo>
                <a:lnTo>
                  <a:pt x="9766" y="17948"/>
                </a:lnTo>
                <a:lnTo>
                  <a:pt x="10168" y="18259"/>
                </a:lnTo>
                <a:lnTo>
                  <a:pt x="10571" y="18414"/>
                </a:lnTo>
                <a:lnTo>
                  <a:pt x="11029" y="18571"/>
                </a:lnTo>
                <a:lnTo>
                  <a:pt x="11432" y="18647"/>
                </a:lnTo>
                <a:lnTo>
                  <a:pt x="12409" y="18647"/>
                </a:lnTo>
                <a:lnTo>
                  <a:pt x="12868" y="18414"/>
                </a:lnTo>
                <a:lnTo>
                  <a:pt x="13328" y="18259"/>
                </a:lnTo>
                <a:lnTo>
                  <a:pt x="13673" y="17948"/>
                </a:lnTo>
                <a:lnTo>
                  <a:pt x="14017" y="17560"/>
                </a:lnTo>
                <a:lnTo>
                  <a:pt x="14362" y="17171"/>
                </a:lnTo>
                <a:lnTo>
                  <a:pt x="14648" y="16705"/>
                </a:lnTo>
                <a:lnTo>
                  <a:pt x="14821" y="16239"/>
                </a:lnTo>
                <a:lnTo>
                  <a:pt x="15051" y="15694"/>
                </a:lnTo>
                <a:lnTo>
                  <a:pt x="15165" y="15074"/>
                </a:lnTo>
                <a:lnTo>
                  <a:pt x="15223" y="14375"/>
                </a:lnTo>
                <a:lnTo>
                  <a:pt x="15281" y="13676"/>
                </a:lnTo>
                <a:lnTo>
                  <a:pt x="15223" y="12898"/>
                </a:lnTo>
                <a:lnTo>
                  <a:pt x="15165" y="12199"/>
                </a:lnTo>
                <a:lnTo>
                  <a:pt x="14937" y="10723"/>
                </a:lnTo>
                <a:lnTo>
                  <a:pt x="14648" y="9246"/>
                </a:lnTo>
                <a:lnTo>
                  <a:pt x="14132" y="5904"/>
                </a:lnTo>
                <a:lnTo>
                  <a:pt x="14017" y="5128"/>
                </a:lnTo>
                <a:lnTo>
                  <a:pt x="14017" y="4351"/>
                </a:lnTo>
                <a:lnTo>
                  <a:pt x="14132" y="4972"/>
                </a:lnTo>
                <a:lnTo>
                  <a:pt x="14248" y="5438"/>
                </a:lnTo>
                <a:lnTo>
                  <a:pt x="14476" y="5904"/>
                </a:lnTo>
                <a:lnTo>
                  <a:pt x="14706" y="6372"/>
                </a:lnTo>
                <a:lnTo>
                  <a:pt x="14879" y="6526"/>
                </a:lnTo>
                <a:lnTo>
                  <a:pt x="15051" y="6605"/>
                </a:lnTo>
                <a:lnTo>
                  <a:pt x="15165" y="6605"/>
                </a:lnTo>
                <a:lnTo>
                  <a:pt x="15281" y="6526"/>
                </a:lnTo>
                <a:lnTo>
                  <a:pt x="15338" y="6448"/>
                </a:lnTo>
                <a:lnTo>
                  <a:pt x="15395" y="6293"/>
                </a:lnTo>
                <a:lnTo>
                  <a:pt x="15281" y="5904"/>
                </a:lnTo>
                <a:lnTo>
                  <a:pt x="15109" y="5516"/>
                </a:lnTo>
                <a:lnTo>
                  <a:pt x="14821" y="4817"/>
                </a:lnTo>
                <a:lnTo>
                  <a:pt x="14592" y="4040"/>
                </a:lnTo>
                <a:lnTo>
                  <a:pt x="14476" y="3652"/>
                </a:lnTo>
                <a:lnTo>
                  <a:pt x="14304" y="3262"/>
                </a:lnTo>
                <a:lnTo>
                  <a:pt x="14362" y="3186"/>
                </a:lnTo>
                <a:lnTo>
                  <a:pt x="14648" y="2874"/>
                </a:lnTo>
                <a:lnTo>
                  <a:pt x="14937" y="2641"/>
                </a:lnTo>
                <a:lnTo>
                  <a:pt x="15626" y="2330"/>
                </a:lnTo>
                <a:lnTo>
                  <a:pt x="15740" y="2953"/>
                </a:lnTo>
                <a:lnTo>
                  <a:pt x="15856" y="3574"/>
                </a:lnTo>
                <a:lnTo>
                  <a:pt x="16200" y="4739"/>
                </a:lnTo>
                <a:lnTo>
                  <a:pt x="16315" y="5283"/>
                </a:lnTo>
                <a:lnTo>
                  <a:pt x="16429" y="5982"/>
                </a:lnTo>
                <a:lnTo>
                  <a:pt x="16545" y="6293"/>
                </a:lnTo>
                <a:lnTo>
                  <a:pt x="16659" y="6526"/>
                </a:lnTo>
                <a:lnTo>
                  <a:pt x="16831" y="6759"/>
                </a:lnTo>
                <a:lnTo>
                  <a:pt x="17004" y="6838"/>
                </a:lnTo>
                <a:lnTo>
                  <a:pt x="17176" y="6838"/>
                </a:lnTo>
                <a:lnTo>
                  <a:pt x="17292" y="6759"/>
                </a:lnTo>
                <a:lnTo>
                  <a:pt x="17406" y="6605"/>
                </a:lnTo>
                <a:lnTo>
                  <a:pt x="17406" y="6293"/>
                </a:lnTo>
                <a:lnTo>
                  <a:pt x="17348" y="6139"/>
                </a:lnTo>
                <a:lnTo>
                  <a:pt x="17234" y="5982"/>
                </a:lnTo>
                <a:lnTo>
                  <a:pt x="17120" y="5594"/>
                </a:lnTo>
                <a:lnTo>
                  <a:pt x="17062" y="5205"/>
                </a:lnTo>
                <a:lnTo>
                  <a:pt x="16717" y="3885"/>
                </a:lnTo>
                <a:lnTo>
                  <a:pt x="16487" y="2953"/>
                </a:lnTo>
                <a:lnTo>
                  <a:pt x="16315" y="2485"/>
                </a:lnTo>
                <a:lnTo>
                  <a:pt x="16142" y="2097"/>
                </a:lnTo>
                <a:lnTo>
                  <a:pt x="16373" y="1942"/>
                </a:lnTo>
                <a:lnTo>
                  <a:pt x="17234" y="1553"/>
                </a:lnTo>
                <a:lnTo>
                  <a:pt x="17464" y="2485"/>
                </a:lnTo>
                <a:lnTo>
                  <a:pt x="17693" y="3419"/>
                </a:lnTo>
                <a:lnTo>
                  <a:pt x="18095" y="4972"/>
                </a:lnTo>
                <a:lnTo>
                  <a:pt x="18325" y="5671"/>
                </a:lnTo>
                <a:lnTo>
                  <a:pt x="18440" y="5904"/>
                </a:lnTo>
                <a:lnTo>
                  <a:pt x="18670" y="6139"/>
                </a:lnTo>
                <a:lnTo>
                  <a:pt x="18728" y="6215"/>
                </a:lnTo>
                <a:lnTo>
                  <a:pt x="18842" y="6139"/>
                </a:lnTo>
                <a:lnTo>
                  <a:pt x="18900" y="6139"/>
                </a:lnTo>
                <a:lnTo>
                  <a:pt x="18957" y="5982"/>
                </a:lnTo>
                <a:lnTo>
                  <a:pt x="19015" y="5749"/>
                </a:lnTo>
                <a:lnTo>
                  <a:pt x="19015" y="5438"/>
                </a:lnTo>
                <a:lnTo>
                  <a:pt x="18900" y="4817"/>
                </a:lnTo>
                <a:lnTo>
                  <a:pt x="18498" y="3574"/>
                </a:lnTo>
                <a:lnTo>
                  <a:pt x="18153" y="2330"/>
                </a:lnTo>
                <a:lnTo>
                  <a:pt x="17923" y="1476"/>
                </a:lnTo>
                <a:lnTo>
                  <a:pt x="17809" y="1243"/>
                </a:lnTo>
                <a:lnTo>
                  <a:pt x="18268" y="932"/>
                </a:lnTo>
                <a:lnTo>
                  <a:pt x="18670" y="621"/>
                </a:lnTo>
                <a:lnTo>
                  <a:pt x="18957" y="309"/>
                </a:lnTo>
                <a:lnTo>
                  <a:pt x="19015" y="233"/>
                </a:lnTo>
                <a:lnTo>
                  <a:pt x="19015" y="155"/>
                </a:lnTo>
                <a:lnTo>
                  <a:pt x="18957" y="76"/>
                </a:lnTo>
                <a:lnTo>
                  <a:pt x="18900" y="0"/>
                </a:lnTo>
                <a:close/>
                <a:moveTo>
                  <a:pt x="6377" y="14995"/>
                </a:moveTo>
                <a:lnTo>
                  <a:pt x="6319" y="15074"/>
                </a:lnTo>
                <a:lnTo>
                  <a:pt x="6262" y="15152"/>
                </a:lnTo>
                <a:lnTo>
                  <a:pt x="6262" y="16006"/>
                </a:lnTo>
                <a:lnTo>
                  <a:pt x="6377" y="16861"/>
                </a:lnTo>
                <a:lnTo>
                  <a:pt x="6607" y="17637"/>
                </a:lnTo>
                <a:lnTo>
                  <a:pt x="6837" y="18492"/>
                </a:lnTo>
                <a:lnTo>
                  <a:pt x="6952" y="18647"/>
                </a:lnTo>
                <a:lnTo>
                  <a:pt x="6549" y="19037"/>
                </a:lnTo>
                <a:lnTo>
                  <a:pt x="6090" y="19270"/>
                </a:lnTo>
                <a:lnTo>
                  <a:pt x="6032" y="18959"/>
                </a:lnTo>
                <a:lnTo>
                  <a:pt x="5974" y="18647"/>
                </a:lnTo>
                <a:lnTo>
                  <a:pt x="5746" y="18026"/>
                </a:lnTo>
                <a:lnTo>
                  <a:pt x="5515" y="17094"/>
                </a:lnTo>
                <a:lnTo>
                  <a:pt x="5401" y="16705"/>
                </a:lnTo>
                <a:lnTo>
                  <a:pt x="5229" y="16239"/>
                </a:lnTo>
                <a:lnTo>
                  <a:pt x="5055" y="16160"/>
                </a:lnTo>
                <a:lnTo>
                  <a:pt x="4941" y="16160"/>
                </a:lnTo>
                <a:lnTo>
                  <a:pt x="4769" y="16317"/>
                </a:lnTo>
                <a:lnTo>
                  <a:pt x="4769" y="16472"/>
                </a:lnTo>
                <a:lnTo>
                  <a:pt x="4826" y="16938"/>
                </a:lnTo>
                <a:lnTo>
                  <a:pt x="4883" y="17404"/>
                </a:lnTo>
                <a:lnTo>
                  <a:pt x="5113" y="18338"/>
                </a:lnTo>
                <a:lnTo>
                  <a:pt x="5229" y="18959"/>
                </a:lnTo>
                <a:lnTo>
                  <a:pt x="5343" y="19270"/>
                </a:lnTo>
                <a:lnTo>
                  <a:pt x="5458" y="19579"/>
                </a:lnTo>
                <a:lnTo>
                  <a:pt x="4424" y="19969"/>
                </a:lnTo>
                <a:lnTo>
                  <a:pt x="4366" y="19658"/>
                </a:lnTo>
                <a:lnTo>
                  <a:pt x="4137" y="18571"/>
                </a:lnTo>
                <a:lnTo>
                  <a:pt x="3965" y="18103"/>
                </a:lnTo>
                <a:lnTo>
                  <a:pt x="3735" y="17637"/>
                </a:lnTo>
                <a:lnTo>
                  <a:pt x="3735" y="17404"/>
                </a:lnTo>
                <a:lnTo>
                  <a:pt x="3791" y="17327"/>
                </a:lnTo>
                <a:lnTo>
                  <a:pt x="3791" y="17171"/>
                </a:lnTo>
                <a:lnTo>
                  <a:pt x="3735" y="17171"/>
                </a:lnTo>
                <a:lnTo>
                  <a:pt x="3563" y="17249"/>
                </a:lnTo>
                <a:lnTo>
                  <a:pt x="3332" y="17249"/>
                </a:lnTo>
                <a:lnTo>
                  <a:pt x="3218" y="17327"/>
                </a:lnTo>
                <a:lnTo>
                  <a:pt x="3160" y="17482"/>
                </a:lnTo>
                <a:lnTo>
                  <a:pt x="3102" y="17637"/>
                </a:lnTo>
                <a:lnTo>
                  <a:pt x="3102" y="17793"/>
                </a:lnTo>
                <a:lnTo>
                  <a:pt x="3390" y="18726"/>
                </a:lnTo>
                <a:lnTo>
                  <a:pt x="3677" y="19736"/>
                </a:lnTo>
                <a:lnTo>
                  <a:pt x="3735" y="20280"/>
                </a:lnTo>
                <a:lnTo>
                  <a:pt x="3046" y="20513"/>
                </a:lnTo>
                <a:lnTo>
                  <a:pt x="2930" y="20590"/>
                </a:lnTo>
                <a:lnTo>
                  <a:pt x="2816" y="20746"/>
                </a:lnTo>
                <a:lnTo>
                  <a:pt x="2816" y="20901"/>
                </a:lnTo>
                <a:lnTo>
                  <a:pt x="2758" y="21056"/>
                </a:lnTo>
                <a:lnTo>
                  <a:pt x="2816" y="21212"/>
                </a:lnTo>
                <a:lnTo>
                  <a:pt x="2874" y="21367"/>
                </a:lnTo>
                <a:lnTo>
                  <a:pt x="2988" y="21522"/>
                </a:lnTo>
                <a:lnTo>
                  <a:pt x="3102" y="21600"/>
                </a:lnTo>
                <a:lnTo>
                  <a:pt x="3563" y="21600"/>
                </a:lnTo>
                <a:lnTo>
                  <a:pt x="3735" y="21445"/>
                </a:lnTo>
                <a:lnTo>
                  <a:pt x="3907" y="21367"/>
                </a:lnTo>
                <a:lnTo>
                  <a:pt x="3965" y="21289"/>
                </a:lnTo>
                <a:lnTo>
                  <a:pt x="4022" y="21367"/>
                </a:lnTo>
                <a:lnTo>
                  <a:pt x="4079" y="21445"/>
                </a:lnTo>
                <a:lnTo>
                  <a:pt x="4194" y="21445"/>
                </a:lnTo>
                <a:lnTo>
                  <a:pt x="4366" y="21367"/>
                </a:lnTo>
                <a:lnTo>
                  <a:pt x="4424" y="21134"/>
                </a:lnTo>
                <a:lnTo>
                  <a:pt x="5113" y="20901"/>
                </a:lnTo>
                <a:lnTo>
                  <a:pt x="5860" y="20590"/>
                </a:lnTo>
                <a:lnTo>
                  <a:pt x="6493" y="20280"/>
                </a:lnTo>
                <a:lnTo>
                  <a:pt x="7124" y="19812"/>
                </a:lnTo>
                <a:lnTo>
                  <a:pt x="7410" y="19503"/>
                </a:lnTo>
                <a:lnTo>
                  <a:pt x="7641" y="19192"/>
                </a:lnTo>
                <a:lnTo>
                  <a:pt x="7871" y="18726"/>
                </a:lnTo>
                <a:lnTo>
                  <a:pt x="8043" y="18259"/>
                </a:lnTo>
                <a:lnTo>
                  <a:pt x="8157" y="17793"/>
                </a:lnTo>
                <a:lnTo>
                  <a:pt x="8101" y="17327"/>
                </a:lnTo>
                <a:lnTo>
                  <a:pt x="7985" y="16938"/>
                </a:lnTo>
                <a:lnTo>
                  <a:pt x="7871" y="16705"/>
                </a:lnTo>
                <a:lnTo>
                  <a:pt x="7755" y="16550"/>
                </a:lnTo>
                <a:lnTo>
                  <a:pt x="7583" y="16550"/>
                </a:lnTo>
                <a:lnTo>
                  <a:pt x="7526" y="16628"/>
                </a:lnTo>
                <a:lnTo>
                  <a:pt x="7526" y="16705"/>
                </a:lnTo>
                <a:lnTo>
                  <a:pt x="7410" y="17637"/>
                </a:lnTo>
                <a:lnTo>
                  <a:pt x="7066" y="16239"/>
                </a:lnTo>
                <a:lnTo>
                  <a:pt x="6837" y="15618"/>
                </a:lnTo>
                <a:lnTo>
                  <a:pt x="6549" y="15074"/>
                </a:lnTo>
                <a:lnTo>
                  <a:pt x="6493" y="14995"/>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567" name="Google Shape;215;p3"/>
          <p:cNvSpPr/>
          <p:nvPr/>
        </p:nvSpPr>
        <p:spPr>
          <a:xfrm>
            <a:off x="4489207" y="4206692"/>
            <a:ext cx="180006" cy="37354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98" y="541"/>
                </a:moveTo>
                <a:lnTo>
                  <a:pt x="2747" y="602"/>
                </a:lnTo>
                <a:lnTo>
                  <a:pt x="3496" y="722"/>
                </a:lnTo>
                <a:lnTo>
                  <a:pt x="4119" y="902"/>
                </a:lnTo>
                <a:lnTo>
                  <a:pt x="4745" y="1204"/>
                </a:lnTo>
                <a:lnTo>
                  <a:pt x="5368" y="1504"/>
                </a:lnTo>
                <a:lnTo>
                  <a:pt x="5742" y="1806"/>
                </a:lnTo>
                <a:lnTo>
                  <a:pt x="6116" y="2167"/>
                </a:lnTo>
                <a:lnTo>
                  <a:pt x="6491" y="2528"/>
                </a:lnTo>
                <a:lnTo>
                  <a:pt x="6743" y="2888"/>
                </a:lnTo>
                <a:lnTo>
                  <a:pt x="6865" y="3310"/>
                </a:lnTo>
                <a:lnTo>
                  <a:pt x="6865" y="4092"/>
                </a:lnTo>
                <a:lnTo>
                  <a:pt x="6743" y="3971"/>
                </a:lnTo>
                <a:lnTo>
                  <a:pt x="5994" y="3189"/>
                </a:lnTo>
                <a:lnTo>
                  <a:pt x="5494" y="2828"/>
                </a:lnTo>
                <a:lnTo>
                  <a:pt x="4871" y="2467"/>
                </a:lnTo>
                <a:lnTo>
                  <a:pt x="4745" y="2406"/>
                </a:lnTo>
                <a:lnTo>
                  <a:pt x="4496" y="2406"/>
                </a:lnTo>
                <a:lnTo>
                  <a:pt x="4370" y="2467"/>
                </a:lnTo>
                <a:lnTo>
                  <a:pt x="4370" y="2588"/>
                </a:lnTo>
                <a:lnTo>
                  <a:pt x="4496" y="3008"/>
                </a:lnTo>
                <a:lnTo>
                  <a:pt x="4745" y="3490"/>
                </a:lnTo>
                <a:lnTo>
                  <a:pt x="5494" y="4332"/>
                </a:lnTo>
                <a:lnTo>
                  <a:pt x="5868" y="4814"/>
                </a:lnTo>
                <a:lnTo>
                  <a:pt x="5494" y="4693"/>
                </a:lnTo>
                <a:lnTo>
                  <a:pt x="4993" y="4453"/>
                </a:lnTo>
                <a:lnTo>
                  <a:pt x="4244" y="3851"/>
                </a:lnTo>
                <a:lnTo>
                  <a:pt x="3622" y="3249"/>
                </a:lnTo>
                <a:lnTo>
                  <a:pt x="3247" y="2828"/>
                </a:lnTo>
                <a:lnTo>
                  <a:pt x="2873" y="2286"/>
                </a:lnTo>
                <a:lnTo>
                  <a:pt x="2498" y="1685"/>
                </a:lnTo>
                <a:lnTo>
                  <a:pt x="2246" y="1143"/>
                </a:lnTo>
                <a:lnTo>
                  <a:pt x="1998" y="541"/>
                </a:lnTo>
                <a:close/>
                <a:moveTo>
                  <a:pt x="12611" y="4634"/>
                </a:moveTo>
                <a:lnTo>
                  <a:pt x="13360" y="4693"/>
                </a:lnTo>
                <a:lnTo>
                  <a:pt x="13982" y="4814"/>
                </a:lnTo>
                <a:lnTo>
                  <a:pt x="16106" y="5114"/>
                </a:lnTo>
                <a:lnTo>
                  <a:pt x="16981" y="5295"/>
                </a:lnTo>
                <a:lnTo>
                  <a:pt x="17978" y="5536"/>
                </a:lnTo>
                <a:lnTo>
                  <a:pt x="18727" y="5777"/>
                </a:lnTo>
                <a:lnTo>
                  <a:pt x="19354" y="6016"/>
                </a:lnTo>
                <a:lnTo>
                  <a:pt x="18853" y="5957"/>
                </a:lnTo>
                <a:lnTo>
                  <a:pt x="18605" y="5957"/>
                </a:lnTo>
                <a:lnTo>
                  <a:pt x="18353" y="6077"/>
                </a:lnTo>
                <a:lnTo>
                  <a:pt x="18227" y="6197"/>
                </a:lnTo>
                <a:lnTo>
                  <a:pt x="18353" y="6377"/>
                </a:lnTo>
                <a:lnTo>
                  <a:pt x="17104" y="6618"/>
                </a:lnTo>
                <a:lnTo>
                  <a:pt x="15858" y="6740"/>
                </a:lnTo>
                <a:lnTo>
                  <a:pt x="14609" y="6859"/>
                </a:lnTo>
                <a:lnTo>
                  <a:pt x="13234" y="6859"/>
                </a:lnTo>
                <a:lnTo>
                  <a:pt x="11736" y="6740"/>
                </a:lnTo>
                <a:lnTo>
                  <a:pt x="10364" y="6559"/>
                </a:lnTo>
                <a:lnTo>
                  <a:pt x="9738" y="6438"/>
                </a:lnTo>
                <a:lnTo>
                  <a:pt x="8989" y="6257"/>
                </a:lnTo>
                <a:lnTo>
                  <a:pt x="8366" y="6016"/>
                </a:lnTo>
                <a:lnTo>
                  <a:pt x="7992" y="5897"/>
                </a:lnTo>
                <a:lnTo>
                  <a:pt x="7866" y="5777"/>
                </a:lnTo>
                <a:lnTo>
                  <a:pt x="8615" y="6016"/>
                </a:lnTo>
                <a:lnTo>
                  <a:pt x="9490" y="6257"/>
                </a:lnTo>
                <a:lnTo>
                  <a:pt x="10364" y="6377"/>
                </a:lnTo>
                <a:lnTo>
                  <a:pt x="11362" y="6559"/>
                </a:lnTo>
                <a:lnTo>
                  <a:pt x="12236" y="6618"/>
                </a:lnTo>
                <a:lnTo>
                  <a:pt x="13234" y="6740"/>
                </a:lnTo>
                <a:lnTo>
                  <a:pt x="13860" y="6740"/>
                </a:lnTo>
                <a:lnTo>
                  <a:pt x="14234" y="6679"/>
                </a:lnTo>
                <a:lnTo>
                  <a:pt x="14731" y="6618"/>
                </a:lnTo>
                <a:lnTo>
                  <a:pt x="15106" y="6499"/>
                </a:lnTo>
                <a:lnTo>
                  <a:pt x="15232" y="6377"/>
                </a:lnTo>
                <a:lnTo>
                  <a:pt x="15106" y="6197"/>
                </a:lnTo>
                <a:lnTo>
                  <a:pt x="14731" y="6077"/>
                </a:lnTo>
                <a:lnTo>
                  <a:pt x="14357" y="5957"/>
                </a:lnTo>
                <a:lnTo>
                  <a:pt x="13486" y="5897"/>
                </a:lnTo>
                <a:lnTo>
                  <a:pt x="12611" y="5836"/>
                </a:lnTo>
                <a:lnTo>
                  <a:pt x="11736" y="5777"/>
                </a:lnTo>
                <a:lnTo>
                  <a:pt x="9238" y="5475"/>
                </a:lnTo>
                <a:lnTo>
                  <a:pt x="9738" y="5295"/>
                </a:lnTo>
                <a:lnTo>
                  <a:pt x="10487" y="5054"/>
                </a:lnTo>
                <a:lnTo>
                  <a:pt x="11236" y="4814"/>
                </a:lnTo>
                <a:lnTo>
                  <a:pt x="11862" y="4693"/>
                </a:lnTo>
                <a:lnTo>
                  <a:pt x="12611" y="4634"/>
                </a:lnTo>
                <a:close/>
                <a:moveTo>
                  <a:pt x="4370" y="9326"/>
                </a:moveTo>
                <a:lnTo>
                  <a:pt x="5868" y="9387"/>
                </a:lnTo>
                <a:lnTo>
                  <a:pt x="5994" y="9387"/>
                </a:lnTo>
                <a:lnTo>
                  <a:pt x="6242" y="9626"/>
                </a:lnTo>
                <a:lnTo>
                  <a:pt x="6491" y="9748"/>
                </a:lnTo>
                <a:lnTo>
                  <a:pt x="6865" y="9748"/>
                </a:lnTo>
                <a:lnTo>
                  <a:pt x="7243" y="9626"/>
                </a:lnTo>
                <a:lnTo>
                  <a:pt x="7366" y="9446"/>
                </a:lnTo>
                <a:lnTo>
                  <a:pt x="8989" y="9507"/>
                </a:lnTo>
                <a:lnTo>
                  <a:pt x="10487" y="9507"/>
                </a:lnTo>
                <a:lnTo>
                  <a:pt x="11362" y="9567"/>
                </a:lnTo>
                <a:lnTo>
                  <a:pt x="11984" y="9626"/>
                </a:lnTo>
                <a:lnTo>
                  <a:pt x="11984" y="9868"/>
                </a:lnTo>
                <a:lnTo>
                  <a:pt x="11488" y="9807"/>
                </a:lnTo>
                <a:lnTo>
                  <a:pt x="11113" y="9868"/>
                </a:lnTo>
                <a:lnTo>
                  <a:pt x="10613" y="9987"/>
                </a:lnTo>
                <a:lnTo>
                  <a:pt x="10487" y="10109"/>
                </a:lnTo>
                <a:lnTo>
                  <a:pt x="10487" y="10228"/>
                </a:lnTo>
                <a:lnTo>
                  <a:pt x="9364" y="10228"/>
                </a:lnTo>
                <a:lnTo>
                  <a:pt x="4496" y="10109"/>
                </a:lnTo>
                <a:lnTo>
                  <a:pt x="2747" y="9987"/>
                </a:lnTo>
                <a:lnTo>
                  <a:pt x="1750" y="9928"/>
                </a:lnTo>
                <a:lnTo>
                  <a:pt x="875" y="9987"/>
                </a:lnTo>
                <a:lnTo>
                  <a:pt x="1249" y="9748"/>
                </a:lnTo>
                <a:lnTo>
                  <a:pt x="1750" y="9567"/>
                </a:lnTo>
                <a:lnTo>
                  <a:pt x="2246" y="9387"/>
                </a:lnTo>
                <a:lnTo>
                  <a:pt x="2747" y="9326"/>
                </a:lnTo>
                <a:close/>
                <a:moveTo>
                  <a:pt x="7618" y="10950"/>
                </a:moveTo>
                <a:lnTo>
                  <a:pt x="10238" y="11011"/>
                </a:lnTo>
                <a:lnTo>
                  <a:pt x="10739" y="11071"/>
                </a:lnTo>
                <a:lnTo>
                  <a:pt x="10739" y="13117"/>
                </a:lnTo>
                <a:lnTo>
                  <a:pt x="10613" y="15162"/>
                </a:lnTo>
                <a:lnTo>
                  <a:pt x="8240" y="15343"/>
                </a:lnTo>
                <a:lnTo>
                  <a:pt x="8240" y="14682"/>
                </a:lnTo>
                <a:lnTo>
                  <a:pt x="7866" y="12515"/>
                </a:lnTo>
                <a:lnTo>
                  <a:pt x="7740" y="11372"/>
                </a:lnTo>
                <a:lnTo>
                  <a:pt x="7618" y="10950"/>
                </a:lnTo>
                <a:close/>
                <a:moveTo>
                  <a:pt x="3622" y="10770"/>
                </a:moveTo>
                <a:lnTo>
                  <a:pt x="6368" y="10950"/>
                </a:lnTo>
                <a:lnTo>
                  <a:pt x="6242" y="11131"/>
                </a:lnTo>
                <a:lnTo>
                  <a:pt x="6242" y="11372"/>
                </a:lnTo>
                <a:lnTo>
                  <a:pt x="6368" y="11852"/>
                </a:lnTo>
                <a:lnTo>
                  <a:pt x="6617" y="14440"/>
                </a:lnTo>
                <a:lnTo>
                  <a:pt x="6743" y="15403"/>
                </a:lnTo>
                <a:lnTo>
                  <a:pt x="5245" y="15403"/>
                </a:lnTo>
                <a:lnTo>
                  <a:pt x="3744" y="15462"/>
                </a:lnTo>
                <a:lnTo>
                  <a:pt x="3496" y="13538"/>
                </a:lnTo>
                <a:lnTo>
                  <a:pt x="3247" y="12154"/>
                </a:lnTo>
                <a:lnTo>
                  <a:pt x="3121" y="11432"/>
                </a:lnTo>
                <a:lnTo>
                  <a:pt x="2747" y="10770"/>
                </a:lnTo>
                <a:close/>
                <a:moveTo>
                  <a:pt x="10487" y="15945"/>
                </a:moveTo>
                <a:lnTo>
                  <a:pt x="10238" y="17147"/>
                </a:lnTo>
                <a:lnTo>
                  <a:pt x="10112" y="17147"/>
                </a:lnTo>
                <a:lnTo>
                  <a:pt x="9738" y="17088"/>
                </a:lnTo>
                <a:lnTo>
                  <a:pt x="9364" y="17088"/>
                </a:lnTo>
                <a:lnTo>
                  <a:pt x="8863" y="17147"/>
                </a:lnTo>
                <a:lnTo>
                  <a:pt x="8489" y="17268"/>
                </a:lnTo>
                <a:lnTo>
                  <a:pt x="8489" y="17088"/>
                </a:lnTo>
                <a:lnTo>
                  <a:pt x="8366" y="16125"/>
                </a:lnTo>
                <a:lnTo>
                  <a:pt x="9490" y="16064"/>
                </a:lnTo>
                <a:lnTo>
                  <a:pt x="10487" y="15945"/>
                </a:lnTo>
                <a:close/>
                <a:moveTo>
                  <a:pt x="3870" y="16005"/>
                </a:moveTo>
                <a:lnTo>
                  <a:pt x="4619" y="16125"/>
                </a:lnTo>
                <a:lnTo>
                  <a:pt x="5245" y="16125"/>
                </a:lnTo>
                <a:lnTo>
                  <a:pt x="6743" y="16186"/>
                </a:lnTo>
                <a:lnTo>
                  <a:pt x="6865" y="16546"/>
                </a:lnTo>
                <a:lnTo>
                  <a:pt x="6743" y="16606"/>
                </a:lnTo>
                <a:lnTo>
                  <a:pt x="5742" y="16546"/>
                </a:lnTo>
                <a:lnTo>
                  <a:pt x="5494" y="16606"/>
                </a:lnTo>
                <a:lnTo>
                  <a:pt x="5245" y="16666"/>
                </a:lnTo>
                <a:lnTo>
                  <a:pt x="5245" y="16786"/>
                </a:lnTo>
                <a:lnTo>
                  <a:pt x="5368" y="16907"/>
                </a:lnTo>
                <a:lnTo>
                  <a:pt x="5868" y="17147"/>
                </a:lnTo>
                <a:lnTo>
                  <a:pt x="6617" y="17208"/>
                </a:lnTo>
                <a:lnTo>
                  <a:pt x="6865" y="17208"/>
                </a:lnTo>
                <a:lnTo>
                  <a:pt x="6865" y="17629"/>
                </a:lnTo>
                <a:lnTo>
                  <a:pt x="6116" y="17690"/>
                </a:lnTo>
                <a:lnTo>
                  <a:pt x="6116" y="17629"/>
                </a:lnTo>
                <a:lnTo>
                  <a:pt x="5994" y="17629"/>
                </a:lnTo>
                <a:lnTo>
                  <a:pt x="5742" y="17690"/>
                </a:lnTo>
                <a:lnTo>
                  <a:pt x="5494" y="17749"/>
                </a:lnTo>
                <a:lnTo>
                  <a:pt x="5245" y="17870"/>
                </a:lnTo>
                <a:lnTo>
                  <a:pt x="5119" y="18051"/>
                </a:lnTo>
                <a:lnTo>
                  <a:pt x="5245" y="18170"/>
                </a:lnTo>
                <a:lnTo>
                  <a:pt x="5620" y="18290"/>
                </a:lnTo>
                <a:lnTo>
                  <a:pt x="6991" y="18290"/>
                </a:lnTo>
                <a:lnTo>
                  <a:pt x="7243" y="18712"/>
                </a:lnTo>
                <a:lnTo>
                  <a:pt x="7618" y="19013"/>
                </a:lnTo>
                <a:lnTo>
                  <a:pt x="7740" y="19072"/>
                </a:lnTo>
                <a:lnTo>
                  <a:pt x="7992" y="19072"/>
                </a:lnTo>
                <a:lnTo>
                  <a:pt x="8240" y="19013"/>
                </a:lnTo>
                <a:lnTo>
                  <a:pt x="8366" y="18953"/>
                </a:lnTo>
                <a:lnTo>
                  <a:pt x="8615" y="18651"/>
                </a:lnTo>
                <a:lnTo>
                  <a:pt x="8741" y="18351"/>
                </a:lnTo>
                <a:lnTo>
                  <a:pt x="8741" y="18051"/>
                </a:lnTo>
                <a:lnTo>
                  <a:pt x="8615" y="17690"/>
                </a:lnTo>
                <a:lnTo>
                  <a:pt x="9115" y="17749"/>
                </a:lnTo>
                <a:lnTo>
                  <a:pt x="10238" y="17749"/>
                </a:lnTo>
                <a:lnTo>
                  <a:pt x="9990" y="18712"/>
                </a:lnTo>
                <a:lnTo>
                  <a:pt x="9738" y="19374"/>
                </a:lnTo>
                <a:lnTo>
                  <a:pt x="9612" y="19674"/>
                </a:lnTo>
                <a:lnTo>
                  <a:pt x="9364" y="19975"/>
                </a:lnTo>
                <a:lnTo>
                  <a:pt x="8989" y="20276"/>
                </a:lnTo>
                <a:lnTo>
                  <a:pt x="8615" y="20457"/>
                </a:lnTo>
                <a:lnTo>
                  <a:pt x="7992" y="20637"/>
                </a:lnTo>
                <a:lnTo>
                  <a:pt x="7243" y="20698"/>
                </a:lnTo>
                <a:lnTo>
                  <a:pt x="6617" y="20698"/>
                </a:lnTo>
                <a:lnTo>
                  <a:pt x="6116" y="20637"/>
                </a:lnTo>
                <a:lnTo>
                  <a:pt x="5620" y="20457"/>
                </a:lnTo>
                <a:lnTo>
                  <a:pt x="5119" y="20276"/>
                </a:lnTo>
                <a:lnTo>
                  <a:pt x="4871" y="20035"/>
                </a:lnTo>
                <a:lnTo>
                  <a:pt x="4496" y="19794"/>
                </a:lnTo>
                <a:lnTo>
                  <a:pt x="4119" y="19253"/>
                </a:lnTo>
                <a:lnTo>
                  <a:pt x="3870" y="18592"/>
                </a:lnTo>
                <a:lnTo>
                  <a:pt x="3870" y="16005"/>
                </a:lnTo>
                <a:close/>
                <a:moveTo>
                  <a:pt x="2124" y="0"/>
                </a:moveTo>
                <a:lnTo>
                  <a:pt x="1624" y="61"/>
                </a:lnTo>
                <a:lnTo>
                  <a:pt x="1123" y="180"/>
                </a:lnTo>
                <a:lnTo>
                  <a:pt x="997" y="302"/>
                </a:lnTo>
                <a:lnTo>
                  <a:pt x="997" y="482"/>
                </a:lnTo>
                <a:lnTo>
                  <a:pt x="1123" y="541"/>
                </a:lnTo>
                <a:lnTo>
                  <a:pt x="997" y="963"/>
                </a:lnTo>
                <a:lnTo>
                  <a:pt x="997" y="1384"/>
                </a:lnTo>
                <a:lnTo>
                  <a:pt x="1123" y="1806"/>
                </a:lnTo>
                <a:lnTo>
                  <a:pt x="1249" y="2167"/>
                </a:lnTo>
                <a:lnTo>
                  <a:pt x="1872" y="3008"/>
                </a:lnTo>
                <a:lnTo>
                  <a:pt x="2498" y="3730"/>
                </a:lnTo>
                <a:lnTo>
                  <a:pt x="3121" y="4332"/>
                </a:lnTo>
                <a:lnTo>
                  <a:pt x="3996" y="4934"/>
                </a:lnTo>
                <a:lnTo>
                  <a:pt x="4496" y="5175"/>
                </a:lnTo>
                <a:lnTo>
                  <a:pt x="5119" y="5355"/>
                </a:lnTo>
                <a:lnTo>
                  <a:pt x="5620" y="5536"/>
                </a:lnTo>
                <a:lnTo>
                  <a:pt x="6368" y="5536"/>
                </a:lnTo>
                <a:lnTo>
                  <a:pt x="6116" y="6257"/>
                </a:lnTo>
                <a:lnTo>
                  <a:pt x="5868" y="7160"/>
                </a:lnTo>
                <a:lnTo>
                  <a:pt x="5868" y="7642"/>
                </a:lnTo>
                <a:lnTo>
                  <a:pt x="5994" y="7883"/>
                </a:lnTo>
                <a:lnTo>
                  <a:pt x="6116" y="8063"/>
                </a:lnTo>
                <a:lnTo>
                  <a:pt x="5994" y="8724"/>
                </a:lnTo>
                <a:lnTo>
                  <a:pt x="5494" y="8724"/>
                </a:lnTo>
                <a:lnTo>
                  <a:pt x="3870" y="8664"/>
                </a:lnTo>
                <a:lnTo>
                  <a:pt x="3121" y="8605"/>
                </a:lnTo>
                <a:lnTo>
                  <a:pt x="2372" y="8664"/>
                </a:lnTo>
                <a:lnTo>
                  <a:pt x="1372" y="8844"/>
                </a:lnTo>
                <a:lnTo>
                  <a:pt x="997" y="8965"/>
                </a:lnTo>
                <a:lnTo>
                  <a:pt x="623" y="9146"/>
                </a:lnTo>
                <a:lnTo>
                  <a:pt x="374" y="9326"/>
                </a:lnTo>
                <a:lnTo>
                  <a:pt x="248" y="9507"/>
                </a:lnTo>
                <a:lnTo>
                  <a:pt x="126" y="9748"/>
                </a:lnTo>
                <a:lnTo>
                  <a:pt x="0" y="9987"/>
                </a:lnTo>
                <a:lnTo>
                  <a:pt x="126" y="10109"/>
                </a:lnTo>
                <a:lnTo>
                  <a:pt x="374" y="10168"/>
                </a:lnTo>
                <a:lnTo>
                  <a:pt x="126" y="10289"/>
                </a:lnTo>
                <a:lnTo>
                  <a:pt x="126" y="10589"/>
                </a:lnTo>
                <a:lnTo>
                  <a:pt x="374" y="10711"/>
                </a:lnTo>
                <a:lnTo>
                  <a:pt x="623" y="10770"/>
                </a:lnTo>
                <a:lnTo>
                  <a:pt x="997" y="10770"/>
                </a:lnTo>
                <a:lnTo>
                  <a:pt x="1249" y="10650"/>
                </a:lnTo>
                <a:lnTo>
                  <a:pt x="1498" y="10650"/>
                </a:lnTo>
                <a:lnTo>
                  <a:pt x="1498" y="11613"/>
                </a:lnTo>
                <a:lnTo>
                  <a:pt x="1750" y="12454"/>
                </a:lnTo>
                <a:lnTo>
                  <a:pt x="1998" y="14199"/>
                </a:lnTo>
                <a:lnTo>
                  <a:pt x="2124" y="15945"/>
                </a:lnTo>
                <a:lnTo>
                  <a:pt x="2124" y="17690"/>
                </a:lnTo>
                <a:lnTo>
                  <a:pt x="2246" y="18411"/>
                </a:lnTo>
                <a:lnTo>
                  <a:pt x="2372" y="19133"/>
                </a:lnTo>
                <a:lnTo>
                  <a:pt x="2747" y="19855"/>
                </a:lnTo>
                <a:lnTo>
                  <a:pt x="2995" y="20157"/>
                </a:lnTo>
                <a:lnTo>
                  <a:pt x="3370" y="20517"/>
                </a:lnTo>
                <a:lnTo>
                  <a:pt x="3622" y="20757"/>
                </a:lnTo>
                <a:lnTo>
                  <a:pt x="3996" y="20937"/>
                </a:lnTo>
                <a:lnTo>
                  <a:pt x="4496" y="21178"/>
                </a:lnTo>
                <a:lnTo>
                  <a:pt x="4993" y="21298"/>
                </a:lnTo>
                <a:lnTo>
                  <a:pt x="5494" y="21420"/>
                </a:lnTo>
                <a:lnTo>
                  <a:pt x="6116" y="21480"/>
                </a:lnTo>
                <a:lnTo>
                  <a:pt x="6617" y="21539"/>
                </a:lnTo>
                <a:lnTo>
                  <a:pt x="7243" y="21600"/>
                </a:lnTo>
                <a:lnTo>
                  <a:pt x="7992" y="21539"/>
                </a:lnTo>
                <a:lnTo>
                  <a:pt x="8741" y="21480"/>
                </a:lnTo>
                <a:lnTo>
                  <a:pt x="9364" y="21298"/>
                </a:lnTo>
                <a:lnTo>
                  <a:pt x="9864" y="21118"/>
                </a:lnTo>
                <a:lnTo>
                  <a:pt x="10238" y="20937"/>
                </a:lnTo>
                <a:lnTo>
                  <a:pt x="10613" y="20637"/>
                </a:lnTo>
                <a:lnTo>
                  <a:pt x="11236" y="20035"/>
                </a:lnTo>
                <a:lnTo>
                  <a:pt x="11610" y="19374"/>
                </a:lnTo>
                <a:lnTo>
                  <a:pt x="11736" y="18712"/>
                </a:lnTo>
                <a:lnTo>
                  <a:pt x="11984" y="17388"/>
                </a:lnTo>
                <a:lnTo>
                  <a:pt x="12359" y="15823"/>
                </a:lnTo>
                <a:lnTo>
                  <a:pt x="12485" y="14199"/>
                </a:lnTo>
                <a:lnTo>
                  <a:pt x="12485" y="10950"/>
                </a:lnTo>
                <a:lnTo>
                  <a:pt x="12737" y="10830"/>
                </a:lnTo>
                <a:lnTo>
                  <a:pt x="12859" y="10711"/>
                </a:lnTo>
                <a:lnTo>
                  <a:pt x="12859" y="10589"/>
                </a:lnTo>
                <a:lnTo>
                  <a:pt x="13234" y="10289"/>
                </a:lnTo>
                <a:lnTo>
                  <a:pt x="13486" y="9928"/>
                </a:lnTo>
                <a:lnTo>
                  <a:pt x="13608" y="9567"/>
                </a:lnTo>
                <a:lnTo>
                  <a:pt x="13486" y="9387"/>
                </a:lnTo>
                <a:lnTo>
                  <a:pt x="13360" y="9205"/>
                </a:lnTo>
                <a:lnTo>
                  <a:pt x="12985" y="9024"/>
                </a:lnTo>
                <a:lnTo>
                  <a:pt x="12485" y="8905"/>
                </a:lnTo>
                <a:lnTo>
                  <a:pt x="11862" y="8844"/>
                </a:lnTo>
                <a:lnTo>
                  <a:pt x="11113" y="8785"/>
                </a:lnTo>
                <a:lnTo>
                  <a:pt x="8615" y="8785"/>
                </a:lnTo>
                <a:lnTo>
                  <a:pt x="7366" y="8724"/>
                </a:lnTo>
                <a:lnTo>
                  <a:pt x="7117" y="7883"/>
                </a:lnTo>
                <a:lnTo>
                  <a:pt x="7366" y="7520"/>
                </a:lnTo>
                <a:lnTo>
                  <a:pt x="7366" y="7160"/>
                </a:lnTo>
                <a:lnTo>
                  <a:pt x="7492" y="6499"/>
                </a:lnTo>
                <a:lnTo>
                  <a:pt x="8366" y="6799"/>
                </a:lnTo>
                <a:lnTo>
                  <a:pt x="9238" y="7040"/>
                </a:lnTo>
                <a:lnTo>
                  <a:pt x="10112" y="7220"/>
                </a:lnTo>
                <a:lnTo>
                  <a:pt x="11113" y="7340"/>
                </a:lnTo>
                <a:lnTo>
                  <a:pt x="11984" y="7461"/>
                </a:lnTo>
                <a:lnTo>
                  <a:pt x="12985" y="7520"/>
                </a:lnTo>
                <a:lnTo>
                  <a:pt x="14983" y="7520"/>
                </a:lnTo>
                <a:lnTo>
                  <a:pt x="15858" y="7461"/>
                </a:lnTo>
                <a:lnTo>
                  <a:pt x="16855" y="7340"/>
                </a:lnTo>
                <a:lnTo>
                  <a:pt x="17730" y="7220"/>
                </a:lnTo>
                <a:lnTo>
                  <a:pt x="18727" y="7040"/>
                </a:lnTo>
                <a:lnTo>
                  <a:pt x="19602" y="6859"/>
                </a:lnTo>
                <a:lnTo>
                  <a:pt x="19850" y="6740"/>
                </a:lnTo>
                <a:lnTo>
                  <a:pt x="19850" y="6377"/>
                </a:lnTo>
                <a:lnTo>
                  <a:pt x="19728" y="6197"/>
                </a:lnTo>
                <a:lnTo>
                  <a:pt x="19850" y="6257"/>
                </a:lnTo>
                <a:lnTo>
                  <a:pt x="20351" y="6499"/>
                </a:lnTo>
                <a:lnTo>
                  <a:pt x="20599" y="6559"/>
                </a:lnTo>
                <a:lnTo>
                  <a:pt x="21100" y="6618"/>
                </a:lnTo>
                <a:lnTo>
                  <a:pt x="21226" y="6618"/>
                </a:lnTo>
                <a:lnTo>
                  <a:pt x="21352" y="6559"/>
                </a:lnTo>
                <a:lnTo>
                  <a:pt x="21600" y="6377"/>
                </a:lnTo>
                <a:lnTo>
                  <a:pt x="21474" y="6138"/>
                </a:lnTo>
                <a:lnTo>
                  <a:pt x="21352" y="5957"/>
                </a:lnTo>
                <a:lnTo>
                  <a:pt x="21100" y="5777"/>
                </a:lnTo>
                <a:lnTo>
                  <a:pt x="20725" y="5536"/>
                </a:lnTo>
                <a:lnTo>
                  <a:pt x="19850" y="5236"/>
                </a:lnTo>
                <a:lnTo>
                  <a:pt x="19102" y="4994"/>
                </a:lnTo>
                <a:lnTo>
                  <a:pt x="17978" y="4693"/>
                </a:lnTo>
                <a:lnTo>
                  <a:pt x="16855" y="4453"/>
                </a:lnTo>
                <a:lnTo>
                  <a:pt x="14483" y="4092"/>
                </a:lnTo>
                <a:lnTo>
                  <a:pt x="13360" y="3971"/>
                </a:lnTo>
                <a:lnTo>
                  <a:pt x="12236" y="3912"/>
                </a:lnTo>
                <a:lnTo>
                  <a:pt x="11236" y="4032"/>
                </a:lnTo>
                <a:lnTo>
                  <a:pt x="10112" y="4273"/>
                </a:lnTo>
                <a:lnTo>
                  <a:pt x="9115" y="4573"/>
                </a:lnTo>
                <a:lnTo>
                  <a:pt x="7992" y="5054"/>
                </a:lnTo>
                <a:lnTo>
                  <a:pt x="7992" y="4994"/>
                </a:lnTo>
                <a:lnTo>
                  <a:pt x="8114" y="4573"/>
                </a:lnTo>
                <a:lnTo>
                  <a:pt x="8366" y="4212"/>
                </a:lnTo>
                <a:lnTo>
                  <a:pt x="8489" y="4032"/>
                </a:lnTo>
                <a:lnTo>
                  <a:pt x="8489" y="3610"/>
                </a:lnTo>
                <a:lnTo>
                  <a:pt x="8240" y="3490"/>
                </a:lnTo>
                <a:lnTo>
                  <a:pt x="8114" y="3069"/>
                </a:lnTo>
                <a:lnTo>
                  <a:pt x="7866" y="2647"/>
                </a:lnTo>
                <a:lnTo>
                  <a:pt x="7243" y="1865"/>
                </a:lnTo>
                <a:lnTo>
                  <a:pt x="6865" y="1504"/>
                </a:lnTo>
                <a:lnTo>
                  <a:pt x="6242" y="1084"/>
                </a:lnTo>
                <a:lnTo>
                  <a:pt x="5620" y="722"/>
                </a:lnTo>
                <a:lnTo>
                  <a:pt x="4745" y="361"/>
                </a:lnTo>
                <a:lnTo>
                  <a:pt x="3870" y="121"/>
                </a:lnTo>
                <a:lnTo>
                  <a:pt x="2995" y="0"/>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568" name="Google Shape;216;p3"/>
          <p:cNvSpPr/>
          <p:nvPr/>
        </p:nvSpPr>
        <p:spPr>
          <a:xfrm rot="1920547">
            <a:off x="7236733" y="4658176"/>
            <a:ext cx="501523" cy="4255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335" y="2852"/>
                </a:moveTo>
                <a:lnTo>
                  <a:pt x="8156" y="2905"/>
                </a:lnTo>
                <a:lnTo>
                  <a:pt x="8021" y="2959"/>
                </a:lnTo>
                <a:lnTo>
                  <a:pt x="7932" y="3169"/>
                </a:lnTo>
                <a:lnTo>
                  <a:pt x="7843" y="3434"/>
                </a:lnTo>
                <a:lnTo>
                  <a:pt x="7798" y="3644"/>
                </a:lnTo>
                <a:lnTo>
                  <a:pt x="7798" y="3802"/>
                </a:lnTo>
                <a:lnTo>
                  <a:pt x="7843" y="3962"/>
                </a:lnTo>
                <a:lnTo>
                  <a:pt x="7932" y="4067"/>
                </a:lnTo>
                <a:lnTo>
                  <a:pt x="8021" y="4120"/>
                </a:lnTo>
                <a:lnTo>
                  <a:pt x="8201" y="4120"/>
                </a:lnTo>
                <a:lnTo>
                  <a:pt x="8381" y="4067"/>
                </a:lnTo>
                <a:lnTo>
                  <a:pt x="8470" y="3962"/>
                </a:lnTo>
                <a:lnTo>
                  <a:pt x="8559" y="3802"/>
                </a:lnTo>
                <a:lnTo>
                  <a:pt x="8649" y="3644"/>
                </a:lnTo>
                <a:lnTo>
                  <a:pt x="8649" y="3275"/>
                </a:lnTo>
                <a:lnTo>
                  <a:pt x="8559" y="3117"/>
                </a:lnTo>
                <a:lnTo>
                  <a:pt x="8470" y="2959"/>
                </a:lnTo>
                <a:lnTo>
                  <a:pt x="8335" y="2852"/>
                </a:lnTo>
                <a:close/>
                <a:moveTo>
                  <a:pt x="6453" y="3802"/>
                </a:moveTo>
                <a:lnTo>
                  <a:pt x="6364" y="3856"/>
                </a:lnTo>
                <a:lnTo>
                  <a:pt x="6274" y="3909"/>
                </a:lnTo>
                <a:lnTo>
                  <a:pt x="6184" y="4014"/>
                </a:lnTo>
                <a:lnTo>
                  <a:pt x="6184" y="4226"/>
                </a:lnTo>
                <a:lnTo>
                  <a:pt x="6095" y="4279"/>
                </a:lnTo>
                <a:lnTo>
                  <a:pt x="6050" y="4384"/>
                </a:lnTo>
                <a:lnTo>
                  <a:pt x="6050" y="4647"/>
                </a:lnTo>
                <a:lnTo>
                  <a:pt x="6140" y="4806"/>
                </a:lnTo>
                <a:lnTo>
                  <a:pt x="6229" y="4912"/>
                </a:lnTo>
                <a:lnTo>
                  <a:pt x="6498" y="4912"/>
                </a:lnTo>
                <a:lnTo>
                  <a:pt x="6632" y="4806"/>
                </a:lnTo>
                <a:lnTo>
                  <a:pt x="6722" y="4701"/>
                </a:lnTo>
                <a:lnTo>
                  <a:pt x="6812" y="4542"/>
                </a:lnTo>
                <a:lnTo>
                  <a:pt x="6857" y="4331"/>
                </a:lnTo>
                <a:lnTo>
                  <a:pt x="6812" y="4120"/>
                </a:lnTo>
                <a:lnTo>
                  <a:pt x="6722" y="3962"/>
                </a:lnTo>
                <a:lnTo>
                  <a:pt x="6587" y="3856"/>
                </a:lnTo>
                <a:lnTo>
                  <a:pt x="6453" y="3802"/>
                </a:lnTo>
                <a:close/>
                <a:moveTo>
                  <a:pt x="8290" y="5124"/>
                </a:moveTo>
                <a:lnTo>
                  <a:pt x="8112" y="5176"/>
                </a:lnTo>
                <a:lnTo>
                  <a:pt x="7932" y="5334"/>
                </a:lnTo>
                <a:lnTo>
                  <a:pt x="7798" y="5493"/>
                </a:lnTo>
                <a:lnTo>
                  <a:pt x="7707" y="5704"/>
                </a:lnTo>
                <a:lnTo>
                  <a:pt x="7663" y="5916"/>
                </a:lnTo>
                <a:lnTo>
                  <a:pt x="7663" y="6286"/>
                </a:lnTo>
                <a:lnTo>
                  <a:pt x="7798" y="6391"/>
                </a:lnTo>
                <a:lnTo>
                  <a:pt x="7932" y="6444"/>
                </a:lnTo>
                <a:lnTo>
                  <a:pt x="8067" y="6391"/>
                </a:lnTo>
                <a:lnTo>
                  <a:pt x="8246" y="6233"/>
                </a:lnTo>
                <a:lnTo>
                  <a:pt x="8381" y="6233"/>
                </a:lnTo>
                <a:lnTo>
                  <a:pt x="8515" y="6179"/>
                </a:lnTo>
                <a:lnTo>
                  <a:pt x="8649" y="6021"/>
                </a:lnTo>
                <a:lnTo>
                  <a:pt x="8738" y="5809"/>
                </a:lnTo>
                <a:lnTo>
                  <a:pt x="8738" y="5546"/>
                </a:lnTo>
                <a:lnTo>
                  <a:pt x="8649" y="5334"/>
                </a:lnTo>
                <a:lnTo>
                  <a:pt x="8604" y="5229"/>
                </a:lnTo>
                <a:lnTo>
                  <a:pt x="8515" y="5176"/>
                </a:lnTo>
                <a:lnTo>
                  <a:pt x="8290" y="5124"/>
                </a:lnTo>
                <a:close/>
                <a:moveTo>
                  <a:pt x="5871" y="8608"/>
                </a:moveTo>
                <a:lnTo>
                  <a:pt x="5646" y="8768"/>
                </a:lnTo>
                <a:lnTo>
                  <a:pt x="5423" y="8926"/>
                </a:lnTo>
                <a:lnTo>
                  <a:pt x="5378" y="8978"/>
                </a:lnTo>
                <a:lnTo>
                  <a:pt x="5289" y="9085"/>
                </a:lnTo>
                <a:lnTo>
                  <a:pt x="5198" y="9190"/>
                </a:lnTo>
                <a:lnTo>
                  <a:pt x="5154" y="9348"/>
                </a:lnTo>
                <a:lnTo>
                  <a:pt x="5154" y="9453"/>
                </a:lnTo>
                <a:lnTo>
                  <a:pt x="5198" y="9665"/>
                </a:lnTo>
                <a:lnTo>
                  <a:pt x="5289" y="9876"/>
                </a:lnTo>
                <a:lnTo>
                  <a:pt x="5333" y="9930"/>
                </a:lnTo>
                <a:lnTo>
                  <a:pt x="5467" y="10035"/>
                </a:lnTo>
                <a:lnTo>
                  <a:pt x="5601" y="10088"/>
                </a:lnTo>
                <a:lnTo>
                  <a:pt x="5737" y="10140"/>
                </a:lnTo>
                <a:lnTo>
                  <a:pt x="5915" y="10088"/>
                </a:lnTo>
                <a:lnTo>
                  <a:pt x="6050" y="10035"/>
                </a:lnTo>
                <a:lnTo>
                  <a:pt x="6140" y="9930"/>
                </a:lnTo>
                <a:lnTo>
                  <a:pt x="6364" y="9718"/>
                </a:lnTo>
                <a:lnTo>
                  <a:pt x="6453" y="9560"/>
                </a:lnTo>
                <a:lnTo>
                  <a:pt x="6498" y="9348"/>
                </a:lnTo>
                <a:lnTo>
                  <a:pt x="6543" y="9136"/>
                </a:lnTo>
                <a:lnTo>
                  <a:pt x="6543" y="8978"/>
                </a:lnTo>
                <a:lnTo>
                  <a:pt x="6453" y="8820"/>
                </a:lnTo>
                <a:lnTo>
                  <a:pt x="6364" y="8715"/>
                </a:lnTo>
                <a:lnTo>
                  <a:pt x="6274" y="8608"/>
                </a:lnTo>
                <a:close/>
                <a:moveTo>
                  <a:pt x="5154" y="7078"/>
                </a:moveTo>
                <a:lnTo>
                  <a:pt x="5154" y="7288"/>
                </a:lnTo>
                <a:lnTo>
                  <a:pt x="5198" y="7394"/>
                </a:lnTo>
                <a:lnTo>
                  <a:pt x="5243" y="7448"/>
                </a:lnTo>
                <a:lnTo>
                  <a:pt x="5423" y="7499"/>
                </a:lnTo>
                <a:lnTo>
                  <a:pt x="5557" y="7448"/>
                </a:lnTo>
                <a:lnTo>
                  <a:pt x="5601" y="7394"/>
                </a:lnTo>
                <a:lnTo>
                  <a:pt x="5646" y="7288"/>
                </a:lnTo>
                <a:lnTo>
                  <a:pt x="5692" y="7236"/>
                </a:lnTo>
                <a:lnTo>
                  <a:pt x="6095" y="7394"/>
                </a:lnTo>
                <a:lnTo>
                  <a:pt x="6498" y="7499"/>
                </a:lnTo>
                <a:lnTo>
                  <a:pt x="6587" y="7658"/>
                </a:lnTo>
                <a:lnTo>
                  <a:pt x="6678" y="7816"/>
                </a:lnTo>
                <a:lnTo>
                  <a:pt x="6946" y="8081"/>
                </a:lnTo>
                <a:lnTo>
                  <a:pt x="7170" y="8398"/>
                </a:lnTo>
                <a:lnTo>
                  <a:pt x="7304" y="8715"/>
                </a:lnTo>
                <a:lnTo>
                  <a:pt x="7349" y="9031"/>
                </a:lnTo>
                <a:lnTo>
                  <a:pt x="7304" y="9401"/>
                </a:lnTo>
                <a:lnTo>
                  <a:pt x="7260" y="9612"/>
                </a:lnTo>
                <a:lnTo>
                  <a:pt x="7170" y="9823"/>
                </a:lnTo>
                <a:lnTo>
                  <a:pt x="6946" y="10193"/>
                </a:lnTo>
                <a:lnTo>
                  <a:pt x="6678" y="10405"/>
                </a:lnTo>
                <a:lnTo>
                  <a:pt x="6364" y="10615"/>
                </a:lnTo>
                <a:lnTo>
                  <a:pt x="6006" y="10722"/>
                </a:lnTo>
                <a:lnTo>
                  <a:pt x="5646" y="10773"/>
                </a:lnTo>
                <a:lnTo>
                  <a:pt x="5289" y="10827"/>
                </a:lnTo>
                <a:lnTo>
                  <a:pt x="4929" y="10773"/>
                </a:lnTo>
                <a:lnTo>
                  <a:pt x="4615" y="10722"/>
                </a:lnTo>
                <a:lnTo>
                  <a:pt x="4257" y="10563"/>
                </a:lnTo>
                <a:lnTo>
                  <a:pt x="4078" y="10405"/>
                </a:lnTo>
                <a:lnTo>
                  <a:pt x="3943" y="10193"/>
                </a:lnTo>
                <a:lnTo>
                  <a:pt x="3854" y="9930"/>
                </a:lnTo>
                <a:lnTo>
                  <a:pt x="3809" y="9665"/>
                </a:lnTo>
                <a:lnTo>
                  <a:pt x="3765" y="9190"/>
                </a:lnTo>
                <a:lnTo>
                  <a:pt x="3854" y="8768"/>
                </a:lnTo>
                <a:lnTo>
                  <a:pt x="3943" y="8345"/>
                </a:lnTo>
                <a:lnTo>
                  <a:pt x="4123" y="7975"/>
                </a:lnTo>
                <a:lnTo>
                  <a:pt x="4347" y="7658"/>
                </a:lnTo>
                <a:lnTo>
                  <a:pt x="4571" y="7448"/>
                </a:lnTo>
                <a:lnTo>
                  <a:pt x="4840" y="7236"/>
                </a:lnTo>
                <a:lnTo>
                  <a:pt x="5154" y="7078"/>
                </a:lnTo>
                <a:close/>
                <a:moveTo>
                  <a:pt x="14205" y="10352"/>
                </a:moveTo>
                <a:lnTo>
                  <a:pt x="14608" y="10457"/>
                </a:lnTo>
                <a:lnTo>
                  <a:pt x="14968" y="10457"/>
                </a:lnTo>
                <a:lnTo>
                  <a:pt x="15102" y="10405"/>
                </a:lnTo>
                <a:lnTo>
                  <a:pt x="15191" y="10722"/>
                </a:lnTo>
                <a:lnTo>
                  <a:pt x="15282" y="11092"/>
                </a:lnTo>
                <a:lnTo>
                  <a:pt x="15282" y="11250"/>
                </a:lnTo>
                <a:lnTo>
                  <a:pt x="15236" y="11250"/>
                </a:lnTo>
                <a:lnTo>
                  <a:pt x="15147" y="11302"/>
                </a:lnTo>
                <a:lnTo>
                  <a:pt x="15147" y="11355"/>
                </a:lnTo>
                <a:lnTo>
                  <a:pt x="14968" y="11250"/>
                </a:lnTo>
                <a:lnTo>
                  <a:pt x="14340" y="10880"/>
                </a:lnTo>
                <a:lnTo>
                  <a:pt x="14296" y="10773"/>
                </a:lnTo>
                <a:lnTo>
                  <a:pt x="14205" y="10615"/>
                </a:lnTo>
                <a:lnTo>
                  <a:pt x="14205" y="10352"/>
                </a:lnTo>
                <a:close/>
                <a:moveTo>
                  <a:pt x="5289" y="6338"/>
                </a:moveTo>
                <a:lnTo>
                  <a:pt x="5198" y="6444"/>
                </a:lnTo>
                <a:lnTo>
                  <a:pt x="4929" y="6496"/>
                </a:lnTo>
                <a:lnTo>
                  <a:pt x="4661" y="6654"/>
                </a:lnTo>
                <a:lnTo>
                  <a:pt x="4437" y="6813"/>
                </a:lnTo>
                <a:lnTo>
                  <a:pt x="4212" y="6971"/>
                </a:lnTo>
                <a:lnTo>
                  <a:pt x="3989" y="7183"/>
                </a:lnTo>
                <a:lnTo>
                  <a:pt x="3765" y="7448"/>
                </a:lnTo>
                <a:lnTo>
                  <a:pt x="3630" y="7711"/>
                </a:lnTo>
                <a:lnTo>
                  <a:pt x="3451" y="8028"/>
                </a:lnTo>
                <a:lnTo>
                  <a:pt x="3317" y="8503"/>
                </a:lnTo>
                <a:lnTo>
                  <a:pt x="3226" y="8978"/>
                </a:lnTo>
                <a:lnTo>
                  <a:pt x="3226" y="9506"/>
                </a:lnTo>
                <a:lnTo>
                  <a:pt x="3272" y="9982"/>
                </a:lnTo>
                <a:lnTo>
                  <a:pt x="3451" y="10457"/>
                </a:lnTo>
                <a:lnTo>
                  <a:pt x="3675" y="10827"/>
                </a:lnTo>
                <a:lnTo>
                  <a:pt x="3809" y="11038"/>
                </a:lnTo>
                <a:lnTo>
                  <a:pt x="3989" y="11143"/>
                </a:lnTo>
                <a:lnTo>
                  <a:pt x="4168" y="11302"/>
                </a:lnTo>
                <a:lnTo>
                  <a:pt x="4392" y="11355"/>
                </a:lnTo>
                <a:lnTo>
                  <a:pt x="4840" y="11513"/>
                </a:lnTo>
                <a:lnTo>
                  <a:pt x="5243" y="11567"/>
                </a:lnTo>
                <a:lnTo>
                  <a:pt x="5692" y="11513"/>
                </a:lnTo>
                <a:lnTo>
                  <a:pt x="6140" y="11460"/>
                </a:lnTo>
                <a:lnTo>
                  <a:pt x="6543" y="11302"/>
                </a:lnTo>
                <a:lnTo>
                  <a:pt x="6946" y="11092"/>
                </a:lnTo>
                <a:lnTo>
                  <a:pt x="7304" y="10773"/>
                </a:lnTo>
                <a:lnTo>
                  <a:pt x="7618" y="10405"/>
                </a:lnTo>
                <a:lnTo>
                  <a:pt x="7798" y="9982"/>
                </a:lnTo>
                <a:lnTo>
                  <a:pt x="7887" y="9560"/>
                </a:lnTo>
                <a:lnTo>
                  <a:pt x="7977" y="9136"/>
                </a:lnTo>
                <a:lnTo>
                  <a:pt x="7932" y="8661"/>
                </a:lnTo>
                <a:lnTo>
                  <a:pt x="7843" y="8291"/>
                </a:lnTo>
                <a:lnTo>
                  <a:pt x="7663" y="7923"/>
                </a:lnTo>
                <a:lnTo>
                  <a:pt x="7529" y="7764"/>
                </a:lnTo>
                <a:lnTo>
                  <a:pt x="7304" y="7553"/>
                </a:lnTo>
                <a:lnTo>
                  <a:pt x="7126" y="7341"/>
                </a:lnTo>
                <a:lnTo>
                  <a:pt x="7081" y="7236"/>
                </a:lnTo>
                <a:lnTo>
                  <a:pt x="7081" y="7129"/>
                </a:lnTo>
                <a:lnTo>
                  <a:pt x="7035" y="7024"/>
                </a:lnTo>
                <a:lnTo>
                  <a:pt x="6992" y="6919"/>
                </a:lnTo>
                <a:lnTo>
                  <a:pt x="6901" y="6813"/>
                </a:lnTo>
                <a:lnTo>
                  <a:pt x="6767" y="6761"/>
                </a:lnTo>
                <a:lnTo>
                  <a:pt x="6364" y="6708"/>
                </a:lnTo>
                <a:lnTo>
                  <a:pt x="6274" y="6603"/>
                </a:lnTo>
                <a:lnTo>
                  <a:pt x="6274" y="6496"/>
                </a:lnTo>
                <a:lnTo>
                  <a:pt x="6184" y="6391"/>
                </a:lnTo>
                <a:lnTo>
                  <a:pt x="5601" y="6391"/>
                </a:lnTo>
                <a:lnTo>
                  <a:pt x="5467" y="6338"/>
                </a:lnTo>
                <a:close/>
                <a:moveTo>
                  <a:pt x="2151" y="10722"/>
                </a:moveTo>
                <a:lnTo>
                  <a:pt x="2331" y="10773"/>
                </a:lnTo>
                <a:lnTo>
                  <a:pt x="2509" y="10827"/>
                </a:lnTo>
                <a:lnTo>
                  <a:pt x="2644" y="10985"/>
                </a:lnTo>
                <a:lnTo>
                  <a:pt x="2779" y="11143"/>
                </a:lnTo>
                <a:lnTo>
                  <a:pt x="2868" y="11355"/>
                </a:lnTo>
                <a:lnTo>
                  <a:pt x="2868" y="11672"/>
                </a:lnTo>
                <a:lnTo>
                  <a:pt x="2823" y="11725"/>
                </a:lnTo>
                <a:lnTo>
                  <a:pt x="2734" y="11725"/>
                </a:lnTo>
                <a:lnTo>
                  <a:pt x="2600" y="11618"/>
                </a:lnTo>
                <a:lnTo>
                  <a:pt x="2465" y="11460"/>
                </a:lnTo>
                <a:lnTo>
                  <a:pt x="2331" y="11250"/>
                </a:lnTo>
                <a:lnTo>
                  <a:pt x="2106" y="10827"/>
                </a:lnTo>
                <a:lnTo>
                  <a:pt x="2017" y="10722"/>
                </a:lnTo>
                <a:close/>
                <a:moveTo>
                  <a:pt x="17388" y="10985"/>
                </a:moveTo>
                <a:lnTo>
                  <a:pt x="17297" y="11038"/>
                </a:lnTo>
                <a:lnTo>
                  <a:pt x="17253" y="11143"/>
                </a:lnTo>
                <a:lnTo>
                  <a:pt x="17119" y="11460"/>
                </a:lnTo>
                <a:lnTo>
                  <a:pt x="17119" y="11618"/>
                </a:lnTo>
                <a:lnTo>
                  <a:pt x="17163" y="11777"/>
                </a:lnTo>
                <a:lnTo>
                  <a:pt x="17208" y="11883"/>
                </a:lnTo>
                <a:lnTo>
                  <a:pt x="17297" y="11935"/>
                </a:lnTo>
                <a:lnTo>
                  <a:pt x="17477" y="11935"/>
                </a:lnTo>
                <a:lnTo>
                  <a:pt x="17611" y="11883"/>
                </a:lnTo>
                <a:lnTo>
                  <a:pt x="17657" y="11777"/>
                </a:lnTo>
                <a:lnTo>
                  <a:pt x="17702" y="11672"/>
                </a:lnTo>
                <a:lnTo>
                  <a:pt x="17702" y="11197"/>
                </a:lnTo>
                <a:lnTo>
                  <a:pt x="17657" y="11092"/>
                </a:lnTo>
                <a:lnTo>
                  <a:pt x="17611" y="11038"/>
                </a:lnTo>
                <a:lnTo>
                  <a:pt x="17477" y="10985"/>
                </a:lnTo>
                <a:close/>
                <a:moveTo>
                  <a:pt x="9052" y="8978"/>
                </a:moveTo>
                <a:lnTo>
                  <a:pt x="8918" y="9085"/>
                </a:lnTo>
                <a:lnTo>
                  <a:pt x="8829" y="9136"/>
                </a:lnTo>
                <a:lnTo>
                  <a:pt x="8784" y="9243"/>
                </a:lnTo>
                <a:lnTo>
                  <a:pt x="8738" y="9453"/>
                </a:lnTo>
                <a:lnTo>
                  <a:pt x="8738" y="9718"/>
                </a:lnTo>
                <a:lnTo>
                  <a:pt x="8784" y="9982"/>
                </a:lnTo>
                <a:lnTo>
                  <a:pt x="8829" y="10088"/>
                </a:lnTo>
                <a:lnTo>
                  <a:pt x="8918" y="10193"/>
                </a:lnTo>
                <a:lnTo>
                  <a:pt x="9366" y="10298"/>
                </a:lnTo>
                <a:lnTo>
                  <a:pt x="9052" y="10615"/>
                </a:lnTo>
                <a:lnTo>
                  <a:pt x="8873" y="10827"/>
                </a:lnTo>
                <a:lnTo>
                  <a:pt x="8784" y="10932"/>
                </a:lnTo>
                <a:lnTo>
                  <a:pt x="8738" y="11092"/>
                </a:lnTo>
                <a:lnTo>
                  <a:pt x="8738" y="11355"/>
                </a:lnTo>
                <a:lnTo>
                  <a:pt x="8829" y="11618"/>
                </a:lnTo>
                <a:lnTo>
                  <a:pt x="8963" y="11777"/>
                </a:lnTo>
                <a:lnTo>
                  <a:pt x="9142" y="11935"/>
                </a:lnTo>
                <a:lnTo>
                  <a:pt x="9187" y="12094"/>
                </a:lnTo>
                <a:lnTo>
                  <a:pt x="9232" y="12200"/>
                </a:lnTo>
                <a:lnTo>
                  <a:pt x="9276" y="12253"/>
                </a:lnTo>
                <a:lnTo>
                  <a:pt x="9456" y="12253"/>
                </a:lnTo>
                <a:lnTo>
                  <a:pt x="9545" y="12147"/>
                </a:lnTo>
                <a:lnTo>
                  <a:pt x="9590" y="12042"/>
                </a:lnTo>
                <a:lnTo>
                  <a:pt x="9679" y="11830"/>
                </a:lnTo>
                <a:lnTo>
                  <a:pt x="9679" y="11725"/>
                </a:lnTo>
                <a:lnTo>
                  <a:pt x="9635" y="11618"/>
                </a:lnTo>
                <a:lnTo>
                  <a:pt x="9590" y="11513"/>
                </a:lnTo>
                <a:lnTo>
                  <a:pt x="9501" y="11460"/>
                </a:lnTo>
                <a:lnTo>
                  <a:pt x="9366" y="11408"/>
                </a:lnTo>
                <a:lnTo>
                  <a:pt x="9321" y="11355"/>
                </a:lnTo>
                <a:lnTo>
                  <a:pt x="9321" y="11197"/>
                </a:lnTo>
                <a:lnTo>
                  <a:pt x="9410" y="11038"/>
                </a:lnTo>
                <a:lnTo>
                  <a:pt x="9590" y="10932"/>
                </a:lnTo>
                <a:lnTo>
                  <a:pt x="9770" y="10668"/>
                </a:lnTo>
                <a:lnTo>
                  <a:pt x="9904" y="10352"/>
                </a:lnTo>
                <a:lnTo>
                  <a:pt x="9904" y="10193"/>
                </a:lnTo>
                <a:lnTo>
                  <a:pt x="9859" y="10035"/>
                </a:lnTo>
                <a:lnTo>
                  <a:pt x="9815" y="9930"/>
                </a:lnTo>
                <a:lnTo>
                  <a:pt x="9724" y="9823"/>
                </a:lnTo>
                <a:lnTo>
                  <a:pt x="9456" y="9718"/>
                </a:lnTo>
                <a:lnTo>
                  <a:pt x="9187" y="9665"/>
                </a:lnTo>
                <a:lnTo>
                  <a:pt x="9232" y="9453"/>
                </a:lnTo>
                <a:lnTo>
                  <a:pt x="9276" y="9348"/>
                </a:lnTo>
                <a:lnTo>
                  <a:pt x="9366" y="9295"/>
                </a:lnTo>
                <a:lnTo>
                  <a:pt x="9410" y="9190"/>
                </a:lnTo>
                <a:lnTo>
                  <a:pt x="9366" y="9085"/>
                </a:lnTo>
                <a:lnTo>
                  <a:pt x="9276" y="8978"/>
                </a:lnTo>
                <a:close/>
                <a:moveTo>
                  <a:pt x="2017" y="9930"/>
                </a:moveTo>
                <a:lnTo>
                  <a:pt x="1928" y="9982"/>
                </a:lnTo>
                <a:lnTo>
                  <a:pt x="1883" y="10088"/>
                </a:lnTo>
                <a:lnTo>
                  <a:pt x="1837" y="10193"/>
                </a:lnTo>
                <a:lnTo>
                  <a:pt x="1837" y="10405"/>
                </a:lnTo>
                <a:lnTo>
                  <a:pt x="1883" y="10510"/>
                </a:lnTo>
                <a:lnTo>
                  <a:pt x="1928" y="10615"/>
                </a:lnTo>
                <a:lnTo>
                  <a:pt x="1883" y="10668"/>
                </a:lnTo>
                <a:lnTo>
                  <a:pt x="1837" y="10668"/>
                </a:lnTo>
                <a:lnTo>
                  <a:pt x="1793" y="10773"/>
                </a:lnTo>
                <a:lnTo>
                  <a:pt x="1748" y="10880"/>
                </a:lnTo>
                <a:lnTo>
                  <a:pt x="1793" y="11250"/>
                </a:lnTo>
                <a:lnTo>
                  <a:pt x="1928" y="11567"/>
                </a:lnTo>
                <a:lnTo>
                  <a:pt x="2106" y="11883"/>
                </a:lnTo>
                <a:lnTo>
                  <a:pt x="2331" y="12147"/>
                </a:lnTo>
                <a:lnTo>
                  <a:pt x="2600" y="12305"/>
                </a:lnTo>
                <a:lnTo>
                  <a:pt x="2734" y="12358"/>
                </a:lnTo>
                <a:lnTo>
                  <a:pt x="2868" y="12412"/>
                </a:lnTo>
                <a:lnTo>
                  <a:pt x="3003" y="12412"/>
                </a:lnTo>
                <a:lnTo>
                  <a:pt x="3137" y="12305"/>
                </a:lnTo>
                <a:lnTo>
                  <a:pt x="3226" y="12200"/>
                </a:lnTo>
                <a:lnTo>
                  <a:pt x="3317" y="12042"/>
                </a:lnTo>
                <a:lnTo>
                  <a:pt x="3406" y="11725"/>
                </a:lnTo>
                <a:lnTo>
                  <a:pt x="3406" y="11460"/>
                </a:lnTo>
                <a:lnTo>
                  <a:pt x="3361" y="11143"/>
                </a:lnTo>
                <a:lnTo>
                  <a:pt x="3272" y="10880"/>
                </a:lnTo>
                <a:lnTo>
                  <a:pt x="3092" y="10615"/>
                </a:lnTo>
                <a:lnTo>
                  <a:pt x="2914" y="10405"/>
                </a:lnTo>
                <a:lnTo>
                  <a:pt x="2689" y="10246"/>
                </a:lnTo>
                <a:lnTo>
                  <a:pt x="2420" y="10140"/>
                </a:lnTo>
                <a:lnTo>
                  <a:pt x="2331" y="9982"/>
                </a:lnTo>
                <a:lnTo>
                  <a:pt x="2241" y="9930"/>
                </a:lnTo>
                <a:close/>
                <a:moveTo>
                  <a:pt x="17477" y="10405"/>
                </a:moveTo>
                <a:lnTo>
                  <a:pt x="17657" y="10457"/>
                </a:lnTo>
                <a:lnTo>
                  <a:pt x="17791" y="10510"/>
                </a:lnTo>
                <a:lnTo>
                  <a:pt x="17880" y="10668"/>
                </a:lnTo>
                <a:lnTo>
                  <a:pt x="17925" y="10827"/>
                </a:lnTo>
                <a:lnTo>
                  <a:pt x="17925" y="11250"/>
                </a:lnTo>
                <a:lnTo>
                  <a:pt x="17836" y="11618"/>
                </a:lnTo>
                <a:lnTo>
                  <a:pt x="17702" y="11935"/>
                </a:lnTo>
                <a:lnTo>
                  <a:pt x="17522" y="12253"/>
                </a:lnTo>
                <a:lnTo>
                  <a:pt x="17432" y="12358"/>
                </a:lnTo>
                <a:lnTo>
                  <a:pt x="17343" y="12412"/>
                </a:lnTo>
                <a:lnTo>
                  <a:pt x="17253" y="12412"/>
                </a:lnTo>
                <a:lnTo>
                  <a:pt x="17163" y="12358"/>
                </a:lnTo>
                <a:lnTo>
                  <a:pt x="17119" y="12305"/>
                </a:lnTo>
                <a:lnTo>
                  <a:pt x="17074" y="12200"/>
                </a:lnTo>
                <a:lnTo>
                  <a:pt x="16985" y="11935"/>
                </a:lnTo>
                <a:lnTo>
                  <a:pt x="17029" y="11567"/>
                </a:lnTo>
                <a:lnTo>
                  <a:pt x="17074" y="11197"/>
                </a:lnTo>
                <a:lnTo>
                  <a:pt x="17208" y="10457"/>
                </a:lnTo>
                <a:lnTo>
                  <a:pt x="17477" y="10405"/>
                </a:lnTo>
                <a:close/>
                <a:moveTo>
                  <a:pt x="17388" y="9718"/>
                </a:moveTo>
                <a:lnTo>
                  <a:pt x="17253" y="9770"/>
                </a:lnTo>
                <a:lnTo>
                  <a:pt x="16939" y="9770"/>
                </a:lnTo>
                <a:lnTo>
                  <a:pt x="16894" y="9823"/>
                </a:lnTo>
                <a:lnTo>
                  <a:pt x="16805" y="9982"/>
                </a:lnTo>
                <a:lnTo>
                  <a:pt x="16625" y="10615"/>
                </a:lnTo>
                <a:lnTo>
                  <a:pt x="16491" y="11302"/>
                </a:lnTo>
                <a:lnTo>
                  <a:pt x="16446" y="11672"/>
                </a:lnTo>
                <a:lnTo>
                  <a:pt x="16446" y="11988"/>
                </a:lnTo>
                <a:lnTo>
                  <a:pt x="16491" y="12358"/>
                </a:lnTo>
                <a:lnTo>
                  <a:pt x="16580" y="12675"/>
                </a:lnTo>
                <a:lnTo>
                  <a:pt x="16716" y="12834"/>
                </a:lnTo>
                <a:lnTo>
                  <a:pt x="16894" y="12992"/>
                </a:lnTo>
                <a:lnTo>
                  <a:pt x="17074" y="13097"/>
                </a:lnTo>
                <a:lnTo>
                  <a:pt x="17253" y="13150"/>
                </a:lnTo>
                <a:lnTo>
                  <a:pt x="17522" y="13097"/>
                </a:lnTo>
                <a:lnTo>
                  <a:pt x="17702" y="12992"/>
                </a:lnTo>
                <a:lnTo>
                  <a:pt x="17836" y="12780"/>
                </a:lnTo>
                <a:lnTo>
                  <a:pt x="18014" y="12570"/>
                </a:lnTo>
                <a:lnTo>
                  <a:pt x="18283" y="12094"/>
                </a:lnTo>
                <a:lnTo>
                  <a:pt x="18418" y="11777"/>
                </a:lnTo>
                <a:lnTo>
                  <a:pt x="18463" y="11513"/>
                </a:lnTo>
                <a:lnTo>
                  <a:pt x="18508" y="11250"/>
                </a:lnTo>
                <a:lnTo>
                  <a:pt x="18508" y="10932"/>
                </a:lnTo>
                <a:lnTo>
                  <a:pt x="18463" y="10668"/>
                </a:lnTo>
                <a:lnTo>
                  <a:pt x="18374" y="10352"/>
                </a:lnTo>
                <a:lnTo>
                  <a:pt x="18328" y="10193"/>
                </a:lnTo>
                <a:lnTo>
                  <a:pt x="18194" y="10088"/>
                </a:lnTo>
                <a:lnTo>
                  <a:pt x="17925" y="9823"/>
                </a:lnTo>
                <a:lnTo>
                  <a:pt x="17746" y="9770"/>
                </a:lnTo>
                <a:lnTo>
                  <a:pt x="17566" y="9718"/>
                </a:lnTo>
                <a:close/>
                <a:moveTo>
                  <a:pt x="7663" y="11355"/>
                </a:moveTo>
                <a:lnTo>
                  <a:pt x="7573" y="11408"/>
                </a:lnTo>
                <a:lnTo>
                  <a:pt x="7484" y="11513"/>
                </a:lnTo>
                <a:lnTo>
                  <a:pt x="7304" y="11672"/>
                </a:lnTo>
                <a:lnTo>
                  <a:pt x="7170" y="11935"/>
                </a:lnTo>
                <a:lnTo>
                  <a:pt x="7081" y="12200"/>
                </a:lnTo>
                <a:lnTo>
                  <a:pt x="7081" y="12358"/>
                </a:lnTo>
                <a:lnTo>
                  <a:pt x="7126" y="12464"/>
                </a:lnTo>
                <a:lnTo>
                  <a:pt x="7215" y="12517"/>
                </a:lnTo>
                <a:lnTo>
                  <a:pt x="7618" y="12517"/>
                </a:lnTo>
                <a:lnTo>
                  <a:pt x="7843" y="12622"/>
                </a:lnTo>
                <a:lnTo>
                  <a:pt x="7573" y="12992"/>
                </a:lnTo>
                <a:lnTo>
                  <a:pt x="7573" y="13150"/>
                </a:lnTo>
                <a:lnTo>
                  <a:pt x="7618" y="13309"/>
                </a:lnTo>
                <a:lnTo>
                  <a:pt x="7753" y="13467"/>
                </a:lnTo>
                <a:lnTo>
                  <a:pt x="7887" y="13520"/>
                </a:lnTo>
                <a:lnTo>
                  <a:pt x="8201" y="13520"/>
                </a:lnTo>
                <a:lnTo>
                  <a:pt x="8290" y="13415"/>
                </a:lnTo>
                <a:lnTo>
                  <a:pt x="8381" y="13255"/>
                </a:lnTo>
                <a:lnTo>
                  <a:pt x="8335" y="13097"/>
                </a:lnTo>
                <a:lnTo>
                  <a:pt x="8246" y="12992"/>
                </a:lnTo>
                <a:lnTo>
                  <a:pt x="8381" y="12887"/>
                </a:lnTo>
                <a:lnTo>
                  <a:pt x="8470" y="12780"/>
                </a:lnTo>
                <a:lnTo>
                  <a:pt x="8470" y="12570"/>
                </a:lnTo>
                <a:lnTo>
                  <a:pt x="8425" y="12412"/>
                </a:lnTo>
                <a:lnTo>
                  <a:pt x="8246" y="12253"/>
                </a:lnTo>
                <a:lnTo>
                  <a:pt x="8067" y="12147"/>
                </a:lnTo>
                <a:lnTo>
                  <a:pt x="7887" y="12042"/>
                </a:lnTo>
                <a:lnTo>
                  <a:pt x="7663" y="11988"/>
                </a:lnTo>
                <a:lnTo>
                  <a:pt x="7753" y="11777"/>
                </a:lnTo>
                <a:lnTo>
                  <a:pt x="7843" y="11567"/>
                </a:lnTo>
                <a:lnTo>
                  <a:pt x="7843" y="11460"/>
                </a:lnTo>
                <a:lnTo>
                  <a:pt x="7798" y="11408"/>
                </a:lnTo>
                <a:lnTo>
                  <a:pt x="7753" y="11408"/>
                </a:lnTo>
                <a:lnTo>
                  <a:pt x="7663" y="11355"/>
                </a:lnTo>
                <a:close/>
                <a:moveTo>
                  <a:pt x="9321" y="793"/>
                </a:moveTo>
                <a:lnTo>
                  <a:pt x="9501" y="845"/>
                </a:lnTo>
                <a:lnTo>
                  <a:pt x="9679" y="952"/>
                </a:lnTo>
                <a:lnTo>
                  <a:pt x="10307" y="1585"/>
                </a:lnTo>
                <a:lnTo>
                  <a:pt x="10576" y="1902"/>
                </a:lnTo>
                <a:lnTo>
                  <a:pt x="10845" y="2272"/>
                </a:lnTo>
                <a:lnTo>
                  <a:pt x="11069" y="2640"/>
                </a:lnTo>
                <a:lnTo>
                  <a:pt x="11248" y="3064"/>
                </a:lnTo>
                <a:lnTo>
                  <a:pt x="11338" y="3486"/>
                </a:lnTo>
                <a:lnTo>
                  <a:pt x="11382" y="3962"/>
                </a:lnTo>
                <a:lnTo>
                  <a:pt x="11338" y="4437"/>
                </a:lnTo>
                <a:lnTo>
                  <a:pt x="11293" y="4859"/>
                </a:lnTo>
                <a:lnTo>
                  <a:pt x="11024" y="5704"/>
                </a:lnTo>
                <a:lnTo>
                  <a:pt x="10755" y="6496"/>
                </a:lnTo>
                <a:lnTo>
                  <a:pt x="10487" y="7341"/>
                </a:lnTo>
                <a:lnTo>
                  <a:pt x="10441" y="7711"/>
                </a:lnTo>
                <a:lnTo>
                  <a:pt x="10396" y="8081"/>
                </a:lnTo>
                <a:lnTo>
                  <a:pt x="10396" y="8450"/>
                </a:lnTo>
                <a:lnTo>
                  <a:pt x="10441" y="8873"/>
                </a:lnTo>
                <a:lnTo>
                  <a:pt x="10487" y="9085"/>
                </a:lnTo>
                <a:lnTo>
                  <a:pt x="10576" y="9348"/>
                </a:lnTo>
                <a:lnTo>
                  <a:pt x="10755" y="9823"/>
                </a:lnTo>
                <a:lnTo>
                  <a:pt x="10979" y="10246"/>
                </a:lnTo>
                <a:lnTo>
                  <a:pt x="11159" y="10722"/>
                </a:lnTo>
                <a:lnTo>
                  <a:pt x="11248" y="11197"/>
                </a:lnTo>
                <a:lnTo>
                  <a:pt x="11293" y="11725"/>
                </a:lnTo>
                <a:lnTo>
                  <a:pt x="11248" y="12200"/>
                </a:lnTo>
                <a:lnTo>
                  <a:pt x="11113" y="12675"/>
                </a:lnTo>
                <a:lnTo>
                  <a:pt x="10935" y="13150"/>
                </a:lnTo>
                <a:lnTo>
                  <a:pt x="10710" y="13574"/>
                </a:lnTo>
                <a:lnTo>
                  <a:pt x="10396" y="13942"/>
                </a:lnTo>
                <a:lnTo>
                  <a:pt x="10084" y="14259"/>
                </a:lnTo>
                <a:lnTo>
                  <a:pt x="9724" y="14471"/>
                </a:lnTo>
                <a:lnTo>
                  <a:pt x="9366" y="14682"/>
                </a:lnTo>
                <a:lnTo>
                  <a:pt x="9007" y="14841"/>
                </a:lnTo>
                <a:lnTo>
                  <a:pt x="8604" y="14894"/>
                </a:lnTo>
                <a:lnTo>
                  <a:pt x="8156" y="14999"/>
                </a:lnTo>
                <a:lnTo>
                  <a:pt x="7932" y="14946"/>
                </a:lnTo>
                <a:lnTo>
                  <a:pt x="7707" y="14894"/>
                </a:lnTo>
                <a:lnTo>
                  <a:pt x="7529" y="14735"/>
                </a:lnTo>
                <a:lnTo>
                  <a:pt x="7349" y="14524"/>
                </a:lnTo>
                <a:lnTo>
                  <a:pt x="7215" y="14312"/>
                </a:lnTo>
                <a:lnTo>
                  <a:pt x="7035" y="14154"/>
                </a:lnTo>
                <a:lnTo>
                  <a:pt x="6901" y="14049"/>
                </a:lnTo>
                <a:lnTo>
                  <a:pt x="6722" y="13942"/>
                </a:lnTo>
                <a:lnTo>
                  <a:pt x="6364" y="13837"/>
                </a:lnTo>
                <a:lnTo>
                  <a:pt x="6006" y="13837"/>
                </a:lnTo>
                <a:lnTo>
                  <a:pt x="5646" y="13942"/>
                </a:lnTo>
                <a:lnTo>
                  <a:pt x="4885" y="14207"/>
                </a:lnTo>
                <a:lnTo>
                  <a:pt x="4526" y="14365"/>
                </a:lnTo>
                <a:lnTo>
                  <a:pt x="4168" y="14471"/>
                </a:lnTo>
                <a:lnTo>
                  <a:pt x="3809" y="14524"/>
                </a:lnTo>
                <a:lnTo>
                  <a:pt x="3451" y="14471"/>
                </a:lnTo>
                <a:lnTo>
                  <a:pt x="3048" y="14417"/>
                </a:lnTo>
                <a:lnTo>
                  <a:pt x="2689" y="14259"/>
                </a:lnTo>
                <a:lnTo>
                  <a:pt x="2375" y="14101"/>
                </a:lnTo>
                <a:lnTo>
                  <a:pt x="2017" y="13890"/>
                </a:lnTo>
                <a:lnTo>
                  <a:pt x="1703" y="13625"/>
                </a:lnTo>
                <a:lnTo>
                  <a:pt x="1434" y="13362"/>
                </a:lnTo>
                <a:lnTo>
                  <a:pt x="1165" y="12939"/>
                </a:lnTo>
                <a:lnTo>
                  <a:pt x="942" y="12517"/>
                </a:lnTo>
                <a:lnTo>
                  <a:pt x="762" y="12042"/>
                </a:lnTo>
                <a:lnTo>
                  <a:pt x="672" y="11567"/>
                </a:lnTo>
                <a:lnTo>
                  <a:pt x="628" y="11038"/>
                </a:lnTo>
                <a:lnTo>
                  <a:pt x="628" y="10563"/>
                </a:lnTo>
                <a:lnTo>
                  <a:pt x="717" y="10035"/>
                </a:lnTo>
                <a:lnTo>
                  <a:pt x="808" y="9560"/>
                </a:lnTo>
                <a:lnTo>
                  <a:pt x="986" y="9085"/>
                </a:lnTo>
                <a:lnTo>
                  <a:pt x="1211" y="8661"/>
                </a:lnTo>
                <a:lnTo>
                  <a:pt x="1479" y="8291"/>
                </a:lnTo>
                <a:lnTo>
                  <a:pt x="1793" y="7975"/>
                </a:lnTo>
                <a:lnTo>
                  <a:pt x="2465" y="7341"/>
                </a:lnTo>
                <a:lnTo>
                  <a:pt x="3137" y="6654"/>
                </a:lnTo>
                <a:lnTo>
                  <a:pt x="3406" y="6286"/>
                </a:lnTo>
                <a:lnTo>
                  <a:pt x="3630" y="5916"/>
                </a:lnTo>
                <a:lnTo>
                  <a:pt x="3765" y="5493"/>
                </a:lnTo>
                <a:lnTo>
                  <a:pt x="3900" y="5017"/>
                </a:lnTo>
                <a:lnTo>
                  <a:pt x="3989" y="4489"/>
                </a:lnTo>
                <a:lnTo>
                  <a:pt x="4034" y="3909"/>
                </a:lnTo>
                <a:lnTo>
                  <a:pt x="4123" y="3380"/>
                </a:lnTo>
                <a:lnTo>
                  <a:pt x="4212" y="3117"/>
                </a:lnTo>
                <a:lnTo>
                  <a:pt x="4347" y="2852"/>
                </a:lnTo>
                <a:lnTo>
                  <a:pt x="4526" y="2589"/>
                </a:lnTo>
                <a:lnTo>
                  <a:pt x="4706" y="2377"/>
                </a:lnTo>
                <a:lnTo>
                  <a:pt x="4975" y="2219"/>
                </a:lnTo>
                <a:lnTo>
                  <a:pt x="5243" y="2113"/>
                </a:lnTo>
                <a:lnTo>
                  <a:pt x="5512" y="2060"/>
                </a:lnTo>
                <a:lnTo>
                  <a:pt x="5826" y="2007"/>
                </a:lnTo>
                <a:lnTo>
                  <a:pt x="6095" y="2007"/>
                </a:lnTo>
                <a:lnTo>
                  <a:pt x="6364" y="2113"/>
                </a:lnTo>
                <a:lnTo>
                  <a:pt x="6050" y="2430"/>
                </a:lnTo>
                <a:lnTo>
                  <a:pt x="6006" y="2535"/>
                </a:lnTo>
                <a:lnTo>
                  <a:pt x="5960" y="2640"/>
                </a:lnTo>
                <a:lnTo>
                  <a:pt x="6006" y="2852"/>
                </a:lnTo>
                <a:lnTo>
                  <a:pt x="6095" y="3010"/>
                </a:lnTo>
                <a:lnTo>
                  <a:pt x="6184" y="3064"/>
                </a:lnTo>
                <a:lnTo>
                  <a:pt x="6274" y="3064"/>
                </a:lnTo>
                <a:lnTo>
                  <a:pt x="6498" y="3010"/>
                </a:lnTo>
                <a:lnTo>
                  <a:pt x="6632" y="2905"/>
                </a:lnTo>
                <a:lnTo>
                  <a:pt x="6767" y="2800"/>
                </a:lnTo>
                <a:lnTo>
                  <a:pt x="6857" y="2589"/>
                </a:lnTo>
                <a:lnTo>
                  <a:pt x="7035" y="2377"/>
                </a:lnTo>
                <a:lnTo>
                  <a:pt x="7126" y="2324"/>
                </a:lnTo>
                <a:lnTo>
                  <a:pt x="7170" y="2272"/>
                </a:lnTo>
                <a:lnTo>
                  <a:pt x="7843" y="1638"/>
                </a:lnTo>
                <a:lnTo>
                  <a:pt x="8559" y="1110"/>
                </a:lnTo>
                <a:lnTo>
                  <a:pt x="8963" y="898"/>
                </a:lnTo>
                <a:lnTo>
                  <a:pt x="9142" y="793"/>
                </a:lnTo>
                <a:close/>
                <a:moveTo>
                  <a:pt x="13219" y="13362"/>
                </a:moveTo>
                <a:lnTo>
                  <a:pt x="13399" y="13732"/>
                </a:lnTo>
                <a:lnTo>
                  <a:pt x="13579" y="14049"/>
                </a:lnTo>
                <a:lnTo>
                  <a:pt x="13847" y="14365"/>
                </a:lnTo>
                <a:lnTo>
                  <a:pt x="14161" y="14629"/>
                </a:lnTo>
                <a:lnTo>
                  <a:pt x="13937" y="14999"/>
                </a:lnTo>
                <a:lnTo>
                  <a:pt x="13668" y="14682"/>
                </a:lnTo>
                <a:lnTo>
                  <a:pt x="13399" y="14365"/>
                </a:lnTo>
                <a:lnTo>
                  <a:pt x="13085" y="14154"/>
                </a:lnTo>
                <a:lnTo>
                  <a:pt x="12772" y="13890"/>
                </a:lnTo>
                <a:lnTo>
                  <a:pt x="12951" y="13625"/>
                </a:lnTo>
                <a:lnTo>
                  <a:pt x="13219" y="13362"/>
                </a:lnTo>
                <a:close/>
                <a:moveTo>
                  <a:pt x="16985" y="14312"/>
                </a:moveTo>
                <a:lnTo>
                  <a:pt x="16894" y="14365"/>
                </a:lnTo>
                <a:lnTo>
                  <a:pt x="16805" y="14417"/>
                </a:lnTo>
                <a:lnTo>
                  <a:pt x="16760" y="14417"/>
                </a:lnTo>
                <a:lnTo>
                  <a:pt x="16760" y="14471"/>
                </a:lnTo>
                <a:lnTo>
                  <a:pt x="16671" y="14629"/>
                </a:lnTo>
                <a:lnTo>
                  <a:pt x="16625" y="14787"/>
                </a:lnTo>
                <a:lnTo>
                  <a:pt x="16671" y="14999"/>
                </a:lnTo>
                <a:lnTo>
                  <a:pt x="16760" y="15211"/>
                </a:lnTo>
                <a:lnTo>
                  <a:pt x="16894" y="15316"/>
                </a:lnTo>
                <a:lnTo>
                  <a:pt x="17029" y="15369"/>
                </a:lnTo>
                <a:lnTo>
                  <a:pt x="17163" y="15316"/>
                </a:lnTo>
                <a:lnTo>
                  <a:pt x="17297" y="15262"/>
                </a:lnTo>
                <a:lnTo>
                  <a:pt x="17432" y="15104"/>
                </a:lnTo>
                <a:lnTo>
                  <a:pt x="17522" y="14999"/>
                </a:lnTo>
                <a:lnTo>
                  <a:pt x="17566" y="14841"/>
                </a:lnTo>
                <a:lnTo>
                  <a:pt x="17566" y="14682"/>
                </a:lnTo>
                <a:lnTo>
                  <a:pt x="17477" y="14576"/>
                </a:lnTo>
                <a:lnTo>
                  <a:pt x="17388" y="14471"/>
                </a:lnTo>
                <a:lnTo>
                  <a:pt x="17297" y="14417"/>
                </a:lnTo>
                <a:lnTo>
                  <a:pt x="17208" y="14365"/>
                </a:lnTo>
                <a:lnTo>
                  <a:pt x="17029" y="14312"/>
                </a:lnTo>
                <a:close/>
                <a:moveTo>
                  <a:pt x="9276" y="0"/>
                </a:moveTo>
                <a:lnTo>
                  <a:pt x="9098" y="53"/>
                </a:lnTo>
                <a:lnTo>
                  <a:pt x="8784" y="158"/>
                </a:lnTo>
                <a:lnTo>
                  <a:pt x="8515" y="318"/>
                </a:lnTo>
                <a:lnTo>
                  <a:pt x="8021" y="635"/>
                </a:lnTo>
                <a:lnTo>
                  <a:pt x="7573" y="1003"/>
                </a:lnTo>
                <a:lnTo>
                  <a:pt x="6722" y="1743"/>
                </a:lnTo>
                <a:lnTo>
                  <a:pt x="6364" y="1532"/>
                </a:lnTo>
                <a:lnTo>
                  <a:pt x="6006" y="1427"/>
                </a:lnTo>
                <a:lnTo>
                  <a:pt x="5601" y="1427"/>
                </a:lnTo>
                <a:lnTo>
                  <a:pt x="5198" y="1479"/>
                </a:lnTo>
                <a:lnTo>
                  <a:pt x="4885" y="1585"/>
                </a:lnTo>
                <a:lnTo>
                  <a:pt x="4615" y="1743"/>
                </a:lnTo>
                <a:lnTo>
                  <a:pt x="4392" y="1955"/>
                </a:lnTo>
                <a:lnTo>
                  <a:pt x="4168" y="2165"/>
                </a:lnTo>
                <a:lnTo>
                  <a:pt x="3943" y="2430"/>
                </a:lnTo>
                <a:lnTo>
                  <a:pt x="3809" y="2747"/>
                </a:lnTo>
                <a:lnTo>
                  <a:pt x="3675" y="3064"/>
                </a:lnTo>
                <a:lnTo>
                  <a:pt x="3586" y="3380"/>
                </a:lnTo>
                <a:lnTo>
                  <a:pt x="3495" y="3856"/>
                </a:lnTo>
                <a:lnTo>
                  <a:pt x="3406" y="4331"/>
                </a:lnTo>
                <a:lnTo>
                  <a:pt x="3361" y="4806"/>
                </a:lnTo>
                <a:lnTo>
                  <a:pt x="3226" y="5282"/>
                </a:lnTo>
                <a:lnTo>
                  <a:pt x="3182" y="5546"/>
                </a:lnTo>
                <a:lnTo>
                  <a:pt x="3048" y="5757"/>
                </a:lnTo>
                <a:lnTo>
                  <a:pt x="2779" y="6126"/>
                </a:lnTo>
                <a:lnTo>
                  <a:pt x="2465" y="6444"/>
                </a:lnTo>
                <a:lnTo>
                  <a:pt x="2151" y="6761"/>
                </a:lnTo>
                <a:lnTo>
                  <a:pt x="1569" y="7288"/>
                </a:lnTo>
                <a:lnTo>
                  <a:pt x="1031" y="7869"/>
                </a:lnTo>
                <a:lnTo>
                  <a:pt x="808" y="8133"/>
                </a:lnTo>
                <a:lnTo>
                  <a:pt x="628" y="8503"/>
                </a:lnTo>
                <a:lnTo>
                  <a:pt x="448" y="8820"/>
                </a:lnTo>
                <a:lnTo>
                  <a:pt x="269" y="9243"/>
                </a:lnTo>
                <a:lnTo>
                  <a:pt x="134" y="9665"/>
                </a:lnTo>
                <a:lnTo>
                  <a:pt x="45" y="10088"/>
                </a:lnTo>
                <a:lnTo>
                  <a:pt x="0" y="10457"/>
                </a:lnTo>
                <a:lnTo>
                  <a:pt x="0" y="10880"/>
                </a:lnTo>
                <a:lnTo>
                  <a:pt x="45" y="11302"/>
                </a:lnTo>
                <a:lnTo>
                  <a:pt x="90" y="11725"/>
                </a:lnTo>
                <a:lnTo>
                  <a:pt x="180" y="12094"/>
                </a:lnTo>
                <a:lnTo>
                  <a:pt x="269" y="12464"/>
                </a:lnTo>
                <a:lnTo>
                  <a:pt x="448" y="12834"/>
                </a:lnTo>
                <a:lnTo>
                  <a:pt x="628" y="13204"/>
                </a:lnTo>
                <a:lnTo>
                  <a:pt x="808" y="13520"/>
                </a:lnTo>
                <a:lnTo>
                  <a:pt x="1031" y="13837"/>
                </a:lnTo>
                <a:lnTo>
                  <a:pt x="1300" y="14154"/>
                </a:lnTo>
                <a:lnTo>
                  <a:pt x="1569" y="14417"/>
                </a:lnTo>
                <a:lnTo>
                  <a:pt x="1883" y="14629"/>
                </a:lnTo>
                <a:lnTo>
                  <a:pt x="2197" y="14841"/>
                </a:lnTo>
                <a:lnTo>
                  <a:pt x="2509" y="14946"/>
                </a:lnTo>
                <a:lnTo>
                  <a:pt x="2868" y="15104"/>
                </a:lnTo>
                <a:lnTo>
                  <a:pt x="3226" y="15157"/>
                </a:lnTo>
                <a:lnTo>
                  <a:pt x="3540" y="15211"/>
                </a:lnTo>
                <a:lnTo>
                  <a:pt x="3900" y="15211"/>
                </a:lnTo>
                <a:lnTo>
                  <a:pt x="4257" y="15157"/>
                </a:lnTo>
                <a:lnTo>
                  <a:pt x="4571" y="15104"/>
                </a:lnTo>
                <a:lnTo>
                  <a:pt x="4929" y="14999"/>
                </a:lnTo>
                <a:lnTo>
                  <a:pt x="5333" y="14787"/>
                </a:lnTo>
                <a:lnTo>
                  <a:pt x="5737" y="14629"/>
                </a:lnTo>
                <a:lnTo>
                  <a:pt x="5960" y="14576"/>
                </a:lnTo>
                <a:lnTo>
                  <a:pt x="6364" y="14576"/>
                </a:lnTo>
                <a:lnTo>
                  <a:pt x="6587" y="14629"/>
                </a:lnTo>
                <a:lnTo>
                  <a:pt x="6722" y="14787"/>
                </a:lnTo>
                <a:lnTo>
                  <a:pt x="6857" y="14946"/>
                </a:lnTo>
                <a:lnTo>
                  <a:pt x="7126" y="15262"/>
                </a:lnTo>
                <a:lnTo>
                  <a:pt x="7304" y="15421"/>
                </a:lnTo>
                <a:lnTo>
                  <a:pt x="7439" y="15527"/>
                </a:lnTo>
                <a:lnTo>
                  <a:pt x="7663" y="15632"/>
                </a:lnTo>
                <a:lnTo>
                  <a:pt x="7843" y="15686"/>
                </a:lnTo>
                <a:lnTo>
                  <a:pt x="8470" y="15686"/>
                </a:lnTo>
                <a:lnTo>
                  <a:pt x="8829" y="15632"/>
                </a:lnTo>
                <a:lnTo>
                  <a:pt x="9142" y="15579"/>
                </a:lnTo>
                <a:lnTo>
                  <a:pt x="9456" y="15474"/>
                </a:lnTo>
                <a:lnTo>
                  <a:pt x="9770" y="15316"/>
                </a:lnTo>
                <a:lnTo>
                  <a:pt x="10038" y="15157"/>
                </a:lnTo>
                <a:lnTo>
                  <a:pt x="10307" y="14946"/>
                </a:lnTo>
                <a:lnTo>
                  <a:pt x="10576" y="14682"/>
                </a:lnTo>
                <a:lnTo>
                  <a:pt x="10845" y="14417"/>
                </a:lnTo>
                <a:lnTo>
                  <a:pt x="11069" y="14154"/>
                </a:lnTo>
                <a:lnTo>
                  <a:pt x="11248" y="13837"/>
                </a:lnTo>
                <a:lnTo>
                  <a:pt x="11427" y="13520"/>
                </a:lnTo>
                <a:lnTo>
                  <a:pt x="11607" y="13204"/>
                </a:lnTo>
                <a:lnTo>
                  <a:pt x="11696" y="12834"/>
                </a:lnTo>
                <a:lnTo>
                  <a:pt x="11830" y="12517"/>
                </a:lnTo>
                <a:lnTo>
                  <a:pt x="11876" y="12094"/>
                </a:lnTo>
                <a:lnTo>
                  <a:pt x="11876" y="11355"/>
                </a:lnTo>
                <a:lnTo>
                  <a:pt x="11830" y="10985"/>
                </a:lnTo>
                <a:lnTo>
                  <a:pt x="11741" y="10615"/>
                </a:lnTo>
                <a:lnTo>
                  <a:pt x="11651" y="10246"/>
                </a:lnTo>
                <a:lnTo>
                  <a:pt x="11338" y="9560"/>
                </a:lnTo>
                <a:lnTo>
                  <a:pt x="11204" y="9190"/>
                </a:lnTo>
                <a:lnTo>
                  <a:pt x="11069" y="8768"/>
                </a:lnTo>
                <a:lnTo>
                  <a:pt x="11069" y="8028"/>
                </a:lnTo>
                <a:lnTo>
                  <a:pt x="11113" y="7658"/>
                </a:lnTo>
                <a:lnTo>
                  <a:pt x="11159" y="7288"/>
                </a:lnTo>
                <a:lnTo>
                  <a:pt x="11382" y="6496"/>
                </a:lnTo>
                <a:lnTo>
                  <a:pt x="11607" y="5809"/>
                </a:lnTo>
                <a:lnTo>
                  <a:pt x="11830" y="5124"/>
                </a:lnTo>
                <a:lnTo>
                  <a:pt x="11965" y="4437"/>
                </a:lnTo>
                <a:lnTo>
                  <a:pt x="12010" y="4067"/>
                </a:lnTo>
                <a:lnTo>
                  <a:pt x="12010" y="3697"/>
                </a:lnTo>
                <a:lnTo>
                  <a:pt x="11965" y="3327"/>
                </a:lnTo>
                <a:lnTo>
                  <a:pt x="11876" y="2959"/>
                </a:lnTo>
                <a:lnTo>
                  <a:pt x="11741" y="2640"/>
                </a:lnTo>
                <a:lnTo>
                  <a:pt x="11607" y="2272"/>
                </a:lnTo>
                <a:lnTo>
                  <a:pt x="11427" y="1955"/>
                </a:lnTo>
                <a:lnTo>
                  <a:pt x="11248" y="1690"/>
                </a:lnTo>
                <a:lnTo>
                  <a:pt x="10801" y="1110"/>
                </a:lnTo>
                <a:lnTo>
                  <a:pt x="10262" y="582"/>
                </a:lnTo>
                <a:lnTo>
                  <a:pt x="9724" y="158"/>
                </a:lnTo>
                <a:lnTo>
                  <a:pt x="9590" y="53"/>
                </a:lnTo>
                <a:lnTo>
                  <a:pt x="9410" y="0"/>
                </a:lnTo>
                <a:close/>
                <a:moveTo>
                  <a:pt x="15774" y="15369"/>
                </a:moveTo>
                <a:lnTo>
                  <a:pt x="15685" y="15421"/>
                </a:lnTo>
                <a:lnTo>
                  <a:pt x="15594" y="15527"/>
                </a:lnTo>
                <a:lnTo>
                  <a:pt x="15550" y="15632"/>
                </a:lnTo>
                <a:lnTo>
                  <a:pt x="15550" y="15844"/>
                </a:lnTo>
                <a:lnTo>
                  <a:pt x="15594" y="16002"/>
                </a:lnTo>
                <a:lnTo>
                  <a:pt x="15730" y="16161"/>
                </a:lnTo>
                <a:lnTo>
                  <a:pt x="15908" y="16214"/>
                </a:lnTo>
                <a:lnTo>
                  <a:pt x="16043" y="16161"/>
                </a:lnTo>
                <a:lnTo>
                  <a:pt x="16177" y="16002"/>
                </a:lnTo>
                <a:lnTo>
                  <a:pt x="16222" y="15844"/>
                </a:lnTo>
                <a:lnTo>
                  <a:pt x="16222" y="15632"/>
                </a:lnTo>
                <a:lnTo>
                  <a:pt x="16177" y="15527"/>
                </a:lnTo>
                <a:lnTo>
                  <a:pt x="16088" y="15421"/>
                </a:lnTo>
                <a:lnTo>
                  <a:pt x="15999" y="15369"/>
                </a:lnTo>
                <a:close/>
                <a:moveTo>
                  <a:pt x="16580" y="16214"/>
                </a:moveTo>
                <a:lnTo>
                  <a:pt x="16491" y="16266"/>
                </a:lnTo>
                <a:lnTo>
                  <a:pt x="16446" y="16372"/>
                </a:lnTo>
                <a:lnTo>
                  <a:pt x="16357" y="16424"/>
                </a:lnTo>
                <a:lnTo>
                  <a:pt x="16267" y="16478"/>
                </a:lnTo>
                <a:lnTo>
                  <a:pt x="16177" y="16636"/>
                </a:lnTo>
                <a:lnTo>
                  <a:pt x="16177" y="16953"/>
                </a:lnTo>
                <a:lnTo>
                  <a:pt x="16222" y="17059"/>
                </a:lnTo>
                <a:lnTo>
                  <a:pt x="16311" y="17218"/>
                </a:lnTo>
                <a:lnTo>
                  <a:pt x="16625" y="17218"/>
                </a:lnTo>
                <a:lnTo>
                  <a:pt x="16760" y="17164"/>
                </a:lnTo>
                <a:lnTo>
                  <a:pt x="16894" y="17059"/>
                </a:lnTo>
                <a:lnTo>
                  <a:pt x="16939" y="16899"/>
                </a:lnTo>
                <a:lnTo>
                  <a:pt x="17029" y="16741"/>
                </a:lnTo>
                <a:lnTo>
                  <a:pt x="17029" y="16583"/>
                </a:lnTo>
                <a:lnTo>
                  <a:pt x="16985" y="16478"/>
                </a:lnTo>
                <a:lnTo>
                  <a:pt x="16939" y="16372"/>
                </a:lnTo>
                <a:lnTo>
                  <a:pt x="16894" y="16266"/>
                </a:lnTo>
                <a:lnTo>
                  <a:pt x="16760" y="16214"/>
                </a:lnTo>
                <a:close/>
                <a:moveTo>
                  <a:pt x="14922" y="16636"/>
                </a:moveTo>
                <a:lnTo>
                  <a:pt x="14833" y="16689"/>
                </a:lnTo>
                <a:lnTo>
                  <a:pt x="14744" y="16848"/>
                </a:lnTo>
                <a:lnTo>
                  <a:pt x="14699" y="17006"/>
                </a:lnTo>
                <a:lnTo>
                  <a:pt x="14699" y="17376"/>
                </a:lnTo>
                <a:lnTo>
                  <a:pt x="14788" y="17798"/>
                </a:lnTo>
                <a:lnTo>
                  <a:pt x="14968" y="18114"/>
                </a:lnTo>
                <a:lnTo>
                  <a:pt x="15057" y="18168"/>
                </a:lnTo>
                <a:lnTo>
                  <a:pt x="15147" y="18221"/>
                </a:lnTo>
                <a:lnTo>
                  <a:pt x="15282" y="18221"/>
                </a:lnTo>
                <a:lnTo>
                  <a:pt x="15371" y="18114"/>
                </a:lnTo>
                <a:lnTo>
                  <a:pt x="15416" y="18061"/>
                </a:lnTo>
                <a:lnTo>
                  <a:pt x="15505" y="18061"/>
                </a:lnTo>
                <a:lnTo>
                  <a:pt x="15640" y="18168"/>
                </a:lnTo>
                <a:lnTo>
                  <a:pt x="15730" y="18168"/>
                </a:lnTo>
                <a:lnTo>
                  <a:pt x="15819" y="18114"/>
                </a:lnTo>
                <a:lnTo>
                  <a:pt x="15864" y="18061"/>
                </a:lnTo>
                <a:lnTo>
                  <a:pt x="15908" y="17903"/>
                </a:lnTo>
                <a:lnTo>
                  <a:pt x="15864" y="17744"/>
                </a:lnTo>
                <a:lnTo>
                  <a:pt x="15774" y="17586"/>
                </a:lnTo>
                <a:lnTo>
                  <a:pt x="15640" y="17534"/>
                </a:lnTo>
                <a:lnTo>
                  <a:pt x="15460" y="17481"/>
                </a:lnTo>
                <a:lnTo>
                  <a:pt x="15326" y="17481"/>
                </a:lnTo>
                <a:lnTo>
                  <a:pt x="15236" y="17534"/>
                </a:lnTo>
                <a:lnTo>
                  <a:pt x="15147" y="17323"/>
                </a:lnTo>
                <a:lnTo>
                  <a:pt x="15147" y="16794"/>
                </a:lnTo>
                <a:lnTo>
                  <a:pt x="15102" y="16689"/>
                </a:lnTo>
                <a:lnTo>
                  <a:pt x="15013" y="16636"/>
                </a:lnTo>
                <a:close/>
                <a:moveTo>
                  <a:pt x="17163" y="7869"/>
                </a:moveTo>
                <a:lnTo>
                  <a:pt x="17343" y="7923"/>
                </a:lnTo>
                <a:lnTo>
                  <a:pt x="17702" y="8133"/>
                </a:lnTo>
                <a:lnTo>
                  <a:pt x="17925" y="8239"/>
                </a:lnTo>
                <a:lnTo>
                  <a:pt x="18239" y="8503"/>
                </a:lnTo>
                <a:lnTo>
                  <a:pt x="18508" y="8768"/>
                </a:lnTo>
                <a:lnTo>
                  <a:pt x="18777" y="9085"/>
                </a:lnTo>
                <a:lnTo>
                  <a:pt x="19046" y="9453"/>
                </a:lnTo>
                <a:lnTo>
                  <a:pt x="19269" y="9876"/>
                </a:lnTo>
                <a:lnTo>
                  <a:pt x="19403" y="10352"/>
                </a:lnTo>
                <a:lnTo>
                  <a:pt x="19538" y="10827"/>
                </a:lnTo>
                <a:lnTo>
                  <a:pt x="19628" y="11302"/>
                </a:lnTo>
                <a:lnTo>
                  <a:pt x="19673" y="11830"/>
                </a:lnTo>
                <a:lnTo>
                  <a:pt x="19673" y="12305"/>
                </a:lnTo>
                <a:lnTo>
                  <a:pt x="19628" y="13309"/>
                </a:lnTo>
                <a:lnTo>
                  <a:pt x="19494" y="14312"/>
                </a:lnTo>
                <a:lnTo>
                  <a:pt x="19269" y="15262"/>
                </a:lnTo>
                <a:lnTo>
                  <a:pt x="18956" y="16161"/>
                </a:lnTo>
                <a:lnTo>
                  <a:pt x="18777" y="16636"/>
                </a:lnTo>
                <a:lnTo>
                  <a:pt x="18552" y="17059"/>
                </a:lnTo>
                <a:lnTo>
                  <a:pt x="18328" y="17428"/>
                </a:lnTo>
                <a:lnTo>
                  <a:pt x="18060" y="17798"/>
                </a:lnTo>
                <a:lnTo>
                  <a:pt x="17746" y="18168"/>
                </a:lnTo>
                <a:lnTo>
                  <a:pt x="17432" y="18484"/>
                </a:lnTo>
                <a:lnTo>
                  <a:pt x="17119" y="18748"/>
                </a:lnTo>
                <a:lnTo>
                  <a:pt x="16760" y="18960"/>
                </a:lnTo>
                <a:lnTo>
                  <a:pt x="16357" y="19171"/>
                </a:lnTo>
                <a:lnTo>
                  <a:pt x="15954" y="19383"/>
                </a:lnTo>
                <a:lnTo>
                  <a:pt x="15640" y="19435"/>
                </a:lnTo>
                <a:lnTo>
                  <a:pt x="15282" y="19488"/>
                </a:lnTo>
                <a:lnTo>
                  <a:pt x="15057" y="19435"/>
                </a:lnTo>
                <a:lnTo>
                  <a:pt x="14878" y="19330"/>
                </a:lnTo>
                <a:lnTo>
                  <a:pt x="14699" y="19118"/>
                </a:lnTo>
                <a:lnTo>
                  <a:pt x="14565" y="18960"/>
                </a:lnTo>
                <a:lnTo>
                  <a:pt x="14027" y="18273"/>
                </a:lnTo>
                <a:lnTo>
                  <a:pt x="13802" y="17903"/>
                </a:lnTo>
                <a:lnTo>
                  <a:pt x="13713" y="17693"/>
                </a:lnTo>
                <a:lnTo>
                  <a:pt x="13668" y="17428"/>
                </a:lnTo>
                <a:lnTo>
                  <a:pt x="13668" y="17164"/>
                </a:lnTo>
                <a:lnTo>
                  <a:pt x="13758" y="16899"/>
                </a:lnTo>
                <a:lnTo>
                  <a:pt x="13982" y="16424"/>
                </a:lnTo>
                <a:lnTo>
                  <a:pt x="14430" y="15527"/>
                </a:lnTo>
                <a:lnTo>
                  <a:pt x="14833" y="14629"/>
                </a:lnTo>
                <a:lnTo>
                  <a:pt x="15236" y="13679"/>
                </a:lnTo>
                <a:lnTo>
                  <a:pt x="15594" y="12780"/>
                </a:lnTo>
                <a:lnTo>
                  <a:pt x="15730" y="12305"/>
                </a:lnTo>
                <a:lnTo>
                  <a:pt x="15819" y="11830"/>
                </a:lnTo>
                <a:lnTo>
                  <a:pt x="15864" y="11355"/>
                </a:lnTo>
                <a:lnTo>
                  <a:pt x="15819" y="10932"/>
                </a:lnTo>
                <a:lnTo>
                  <a:pt x="15730" y="10457"/>
                </a:lnTo>
                <a:lnTo>
                  <a:pt x="15594" y="10035"/>
                </a:lnTo>
                <a:lnTo>
                  <a:pt x="15550" y="9718"/>
                </a:lnTo>
                <a:lnTo>
                  <a:pt x="15505" y="9453"/>
                </a:lnTo>
                <a:lnTo>
                  <a:pt x="15550" y="9136"/>
                </a:lnTo>
                <a:lnTo>
                  <a:pt x="15640" y="8926"/>
                </a:lnTo>
                <a:lnTo>
                  <a:pt x="15730" y="8661"/>
                </a:lnTo>
                <a:lnTo>
                  <a:pt x="15864" y="8450"/>
                </a:lnTo>
                <a:lnTo>
                  <a:pt x="16043" y="8239"/>
                </a:lnTo>
                <a:lnTo>
                  <a:pt x="16222" y="8081"/>
                </a:lnTo>
                <a:lnTo>
                  <a:pt x="16267" y="8186"/>
                </a:lnTo>
                <a:lnTo>
                  <a:pt x="16357" y="8239"/>
                </a:lnTo>
                <a:lnTo>
                  <a:pt x="16536" y="8291"/>
                </a:lnTo>
                <a:lnTo>
                  <a:pt x="16671" y="8186"/>
                </a:lnTo>
                <a:lnTo>
                  <a:pt x="16760" y="8133"/>
                </a:lnTo>
                <a:lnTo>
                  <a:pt x="16805" y="8028"/>
                </a:lnTo>
                <a:lnTo>
                  <a:pt x="16894" y="7923"/>
                </a:lnTo>
                <a:lnTo>
                  <a:pt x="17029" y="7869"/>
                </a:lnTo>
                <a:close/>
                <a:moveTo>
                  <a:pt x="16671" y="5546"/>
                </a:moveTo>
                <a:lnTo>
                  <a:pt x="16625" y="5651"/>
                </a:lnTo>
                <a:lnTo>
                  <a:pt x="16491" y="6021"/>
                </a:lnTo>
                <a:lnTo>
                  <a:pt x="16446" y="6444"/>
                </a:lnTo>
                <a:lnTo>
                  <a:pt x="16446" y="6813"/>
                </a:lnTo>
                <a:lnTo>
                  <a:pt x="16491" y="7236"/>
                </a:lnTo>
                <a:lnTo>
                  <a:pt x="16267" y="7341"/>
                </a:lnTo>
                <a:lnTo>
                  <a:pt x="16043" y="7448"/>
                </a:lnTo>
                <a:lnTo>
                  <a:pt x="15908" y="6866"/>
                </a:lnTo>
                <a:lnTo>
                  <a:pt x="15685" y="6391"/>
                </a:lnTo>
                <a:lnTo>
                  <a:pt x="15640" y="6338"/>
                </a:lnTo>
                <a:lnTo>
                  <a:pt x="15550" y="6338"/>
                </a:lnTo>
                <a:lnTo>
                  <a:pt x="15505" y="6391"/>
                </a:lnTo>
                <a:lnTo>
                  <a:pt x="15505" y="6444"/>
                </a:lnTo>
                <a:lnTo>
                  <a:pt x="15460" y="6813"/>
                </a:lnTo>
                <a:lnTo>
                  <a:pt x="15505" y="7129"/>
                </a:lnTo>
                <a:lnTo>
                  <a:pt x="15640" y="7816"/>
                </a:lnTo>
                <a:lnTo>
                  <a:pt x="15371" y="8133"/>
                </a:lnTo>
                <a:lnTo>
                  <a:pt x="15147" y="7869"/>
                </a:lnTo>
                <a:lnTo>
                  <a:pt x="14833" y="7448"/>
                </a:lnTo>
                <a:lnTo>
                  <a:pt x="14788" y="7394"/>
                </a:lnTo>
                <a:lnTo>
                  <a:pt x="14699" y="7448"/>
                </a:lnTo>
                <a:lnTo>
                  <a:pt x="14654" y="7499"/>
                </a:lnTo>
                <a:lnTo>
                  <a:pt x="14654" y="7606"/>
                </a:lnTo>
                <a:lnTo>
                  <a:pt x="14699" y="7869"/>
                </a:lnTo>
                <a:lnTo>
                  <a:pt x="14833" y="8133"/>
                </a:lnTo>
                <a:lnTo>
                  <a:pt x="14968" y="8345"/>
                </a:lnTo>
                <a:lnTo>
                  <a:pt x="15191" y="8503"/>
                </a:lnTo>
                <a:lnTo>
                  <a:pt x="15147" y="8661"/>
                </a:lnTo>
                <a:lnTo>
                  <a:pt x="15102" y="8715"/>
                </a:lnTo>
                <a:lnTo>
                  <a:pt x="14833" y="8661"/>
                </a:lnTo>
                <a:lnTo>
                  <a:pt x="14340" y="8398"/>
                </a:lnTo>
                <a:lnTo>
                  <a:pt x="14251" y="8186"/>
                </a:lnTo>
                <a:lnTo>
                  <a:pt x="14205" y="8133"/>
                </a:lnTo>
                <a:lnTo>
                  <a:pt x="14161" y="8186"/>
                </a:lnTo>
                <a:lnTo>
                  <a:pt x="14116" y="8398"/>
                </a:lnTo>
                <a:lnTo>
                  <a:pt x="14071" y="8503"/>
                </a:lnTo>
                <a:lnTo>
                  <a:pt x="14071" y="8608"/>
                </a:lnTo>
                <a:lnTo>
                  <a:pt x="14116" y="8715"/>
                </a:lnTo>
                <a:lnTo>
                  <a:pt x="14205" y="8820"/>
                </a:lnTo>
                <a:lnTo>
                  <a:pt x="14385" y="8978"/>
                </a:lnTo>
                <a:lnTo>
                  <a:pt x="14654" y="9136"/>
                </a:lnTo>
                <a:lnTo>
                  <a:pt x="15013" y="9295"/>
                </a:lnTo>
                <a:lnTo>
                  <a:pt x="14968" y="9612"/>
                </a:lnTo>
                <a:lnTo>
                  <a:pt x="15013" y="9930"/>
                </a:lnTo>
                <a:lnTo>
                  <a:pt x="14116" y="9930"/>
                </a:lnTo>
                <a:lnTo>
                  <a:pt x="13982" y="9982"/>
                </a:lnTo>
                <a:lnTo>
                  <a:pt x="13937" y="10088"/>
                </a:lnTo>
                <a:lnTo>
                  <a:pt x="13937" y="10563"/>
                </a:lnTo>
                <a:lnTo>
                  <a:pt x="14027" y="10773"/>
                </a:lnTo>
                <a:lnTo>
                  <a:pt x="14116" y="10932"/>
                </a:lnTo>
                <a:lnTo>
                  <a:pt x="14161" y="10985"/>
                </a:lnTo>
                <a:lnTo>
                  <a:pt x="14565" y="11460"/>
                </a:lnTo>
                <a:lnTo>
                  <a:pt x="14833" y="11672"/>
                </a:lnTo>
                <a:lnTo>
                  <a:pt x="14968" y="11777"/>
                </a:lnTo>
                <a:lnTo>
                  <a:pt x="15102" y="11830"/>
                </a:lnTo>
                <a:lnTo>
                  <a:pt x="15236" y="11830"/>
                </a:lnTo>
                <a:lnTo>
                  <a:pt x="15102" y="12305"/>
                </a:lnTo>
                <a:lnTo>
                  <a:pt x="14968" y="12675"/>
                </a:lnTo>
                <a:lnTo>
                  <a:pt x="14922" y="12728"/>
                </a:lnTo>
                <a:lnTo>
                  <a:pt x="14878" y="12780"/>
                </a:lnTo>
                <a:lnTo>
                  <a:pt x="14430" y="12570"/>
                </a:lnTo>
                <a:lnTo>
                  <a:pt x="14116" y="12358"/>
                </a:lnTo>
                <a:lnTo>
                  <a:pt x="13847" y="12042"/>
                </a:lnTo>
                <a:lnTo>
                  <a:pt x="13713" y="12042"/>
                </a:lnTo>
                <a:lnTo>
                  <a:pt x="13668" y="12147"/>
                </a:lnTo>
                <a:lnTo>
                  <a:pt x="13668" y="12253"/>
                </a:lnTo>
                <a:lnTo>
                  <a:pt x="13847" y="12570"/>
                </a:lnTo>
                <a:lnTo>
                  <a:pt x="14116" y="12887"/>
                </a:lnTo>
                <a:lnTo>
                  <a:pt x="14430" y="13150"/>
                </a:lnTo>
                <a:lnTo>
                  <a:pt x="14744" y="13309"/>
                </a:lnTo>
                <a:lnTo>
                  <a:pt x="14474" y="13890"/>
                </a:lnTo>
                <a:lnTo>
                  <a:pt x="14340" y="13890"/>
                </a:lnTo>
                <a:lnTo>
                  <a:pt x="14251" y="13995"/>
                </a:lnTo>
                <a:lnTo>
                  <a:pt x="13758" y="13574"/>
                </a:lnTo>
                <a:lnTo>
                  <a:pt x="13310" y="13150"/>
                </a:lnTo>
                <a:lnTo>
                  <a:pt x="13265" y="13097"/>
                </a:lnTo>
                <a:lnTo>
                  <a:pt x="13219" y="13150"/>
                </a:lnTo>
                <a:lnTo>
                  <a:pt x="12951" y="13520"/>
                </a:lnTo>
                <a:lnTo>
                  <a:pt x="12682" y="13890"/>
                </a:lnTo>
                <a:lnTo>
                  <a:pt x="12593" y="13890"/>
                </a:lnTo>
                <a:lnTo>
                  <a:pt x="12502" y="13942"/>
                </a:lnTo>
                <a:lnTo>
                  <a:pt x="12458" y="14049"/>
                </a:lnTo>
                <a:lnTo>
                  <a:pt x="12502" y="14154"/>
                </a:lnTo>
                <a:lnTo>
                  <a:pt x="13130" y="14841"/>
                </a:lnTo>
                <a:lnTo>
                  <a:pt x="13668" y="15579"/>
                </a:lnTo>
                <a:lnTo>
                  <a:pt x="13399" y="16214"/>
                </a:lnTo>
                <a:lnTo>
                  <a:pt x="13175" y="16056"/>
                </a:lnTo>
                <a:lnTo>
                  <a:pt x="12951" y="15949"/>
                </a:lnTo>
                <a:lnTo>
                  <a:pt x="12682" y="15897"/>
                </a:lnTo>
                <a:lnTo>
                  <a:pt x="12593" y="15844"/>
                </a:lnTo>
                <a:lnTo>
                  <a:pt x="12458" y="15791"/>
                </a:lnTo>
                <a:lnTo>
                  <a:pt x="12413" y="15737"/>
                </a:lnTo>
                <a:lnTo>
                  <a:pt x="12324" y="15737"/>
                </a:lnTo>
                <a:lnTo>
                  <a:pt x="12190" y="15791"/>
                </a:lnTo>
                <a:lnTo>
                  <a:pt x="12144" y="15949"/>
                </a:lnTo>
                <a:lnTo>
                  <a:pt x="12144" y="16056"/>
                </a:lnTo>
                <a:lnTo>
                  <a:pt x="12190" y="16107"/>
                </a:lnTo>
                <a:lnTo>
                  <a:pt x="12368" y="16319"/>
                </a:lnTo>
                <a:lnTo>
                  <a:pt x="12593" y="16478"/>
                </a:lnTo>
                <a:lnTo>
                  <a:pt x="12907" y="16636"/>
                </a:lnTo>
                <a:lnTo>
                  <a:pt x="13041" y="16689"/>
                </a:lnTo>
                <a:lnTo>
                  <a:pt x="13175" y="16689"/>
                </a:lnTo>
                <a:lnTo>
                  <a:pt x="13130" y="16953"/>
                </a:lnTo>
                <a:lnTo>
                  <a:pt x="13085" y="17218"/>
                </a:lnTo>
                <a:lnTo>
                  <a:pt x="13041" y="17534"/>
                </a:lnTo>
                <a:lnTo>
                  <a:pt x="13085" y="17798"/>
                </a:lnTo>
                <a:lnTo>
                  <a:pt x="13175" y="18114"/>
                </a:lnTo>
                <a:lnTo>
                  <a:pt x="12996" y="18273"/>
                </a:lnTo>
                <a:lnTo>
                  <a:pt x="12772" y="18538"/>
                </a:lnTo>
                <a:lnTo>
                  <a:pt x="12682" y="18643"/>
                </a:lnTo>
                <a:lnTo>
                  <a:pt x="12593" y="18643"/>
                </a:lnTo>
                <a:lnTo>
                  <a:pt x="12548" y="18696"/>
                </a:lnTo>
                <a:lnTo>
                  <a:pt x="12502" y="18801"/>
                </a:lnTo>
                <a:lnTo>
                  <a:pt x="12502" y="18960"/>
                </a:lnTo>
                <a:lnTo>
                  <a:pt x="12548" y="19013"/>
                </a:lnTo>
                <a:lnTo>
                  <a:pt x="12593" y="19065"/>
                </a:lnTo>
                <a:lnTo>
                  <a:pt x="12772" y="19065"/>
                </a:lnTo>
                <a:lnTo>
                  <a:pt x="12907" y="19013"/>
                </a:lnTo>
                <a:lnTo>
                  <a:pt x="13130" y="18801"/>
                </a:lnTo>
                <a:lnTo>
                  <a:pt x="13444" y="18590"/>
                </a:lnTo>
                <a:lnTo>
                  <a:pt x="13937" y="19223"/>
                </a:lnTo>
                <a:lnTo>
                  <a:pt x="14027" y="19330"/>
                </a:lnTo>
                <a:lnTo>
                  <a:pt x="13847" y="19593"/>
                </a:lnTo>
                <a:lnTo>
                  <a:pt x="13758" y="19910"/>
                </a:lnTo>
                <a:lnTo>
                  <a:pt x="13668" y="19910"/>
                </a:lnTo>
                <a:lnTo>
                  <a:pt x="13579" y="19963"/>
                </a:lnTo>
                <a:lnTo>
                  <a:pt x="13444" y="20068"/>
                </a:lnTo>
                <a:lnTo>
                  <a:pt x="13399" y="20175"/>
                </a:lnTo>
                <a:lnTo>
                  <a:pt x="13444" y="20333"/>
                </a:lnTo>
                <a:lnTo>
                  <a:pt x="13488" y="20491"/>
                </a:lnTo>
                <a:lnTo>
                  <a:pt x="13623" y="20597"/>
                </a:lnTo>
                <a:lnTo>
                  <a:pt x="13758" y="20650"/>
                </a:lnTo>
                <a:lnTo>
                  <a:pt x="13893" y="20650"/>
                </a:lnTo>
                <a:lnTo>
                  <a:pt x="14027" y="20545"/>
                </a:lnTo>
                <a:lnTo>
                  <a:pt x="14116" y="20438"/>
                </a:lnTo>
                <a:lnTo>
                  <a:pt x="14205" y="20280"/>
                </a:lnTo>
                <a:lnTo>
                  <a:pt x="14251" y="20121"/>
                </a:lnTo>
                <a:lnTo>
                  <a:pt x="14251" y="19963"/>
                </a:lnTo>
                <a:lnTo>
                  <a:pt x="14340" y="19751"/>
                </a:lnTo>
                <a:lnTo>
                  <a:pt x="14474" y="19910"/>
                </a:lnTo>
                <a:lnTo>
                  <a:pt x="14654" y="20016"/>
                </a:lnTo>
                <a:lnTo>
                  <a:pt x="14833" y="20121"/>
                </a:lnTo>
                <a:lnTo>
                  <a:pt x="15057" y="20175"/>
                </a:lnTo>
                <a:lnTo>
                  <a:pt x="15102" y="20227"/>
                </a:lnTo>
                <a:lnTo>
                  <a:pt x="14968" y="20545"/>
                </a:lnTo>
                <a:lnTo>
                  <a:pt x="14878" y="20808"/>
                </a:lnTo>
                <a:lnTo>
                  <a:pt x="14788" y="20967"/>
                </a:lnTo>
                <a:lnTo>
                  <a:pt x="14654" y="21020"/>
                </a:lnTo>
                <a:lnTo>
                  <a:pt x="14608" y="21020"/>
                </a:lnTo>
                <a:lnTo>
                  <a:pt x="14519" y="21072"/>
                </a:lnTo>
                <a:lnTo>
                  <a:pt x="14474" y="21230"/>
                </a:lnTo>
                <a:lnTo>
                  <a:pt x="14474" y="21388"/>
                </a:lnTo>
                <a:lnTo>
                  <a:pt x="14565" y="21495"/>
                </a:lnTo>
                <a:lnTo>
                  <a:pt x="14654" y="21600"/>
                </a:lnTo>
                <a:lnTo>
                  <a:pt x="14744" y="21600"/>
                </a:lnTo>
                <a:lnTo>
                  <a:pt x="14922" y="21547"/>
                </a:lnTo>
                <a:lnTo>
                  <a:pt x="15102" y="21388"/>
                </a:lnTo>
                <a:lnTo>
                  <a:pt x="15236" y="21230"/>
                </a:lnTo>
                <a:lnTo>
                  <a:pt x="15326" y="20967"/>
                </a:lnTo>
                <a:lnTo>
                  <a:pt x="15416" y="20755"/>
                </a:lnTo>
                <a:lnTo>
                  <a:pt x="15505" y="20227"/>
                </a:lnTo>
                <a:lnTo>
                  <a:pt x="16043" y="20121"/>
                </a:lnTo>
                <a:lnTo>
                  <a:pt x="16536" y="19910"/>
                </a:lnTo>
                <a:lnTo>
                  <a:pt x="16222" y="20913"/>
                </a:lnTo>
                <a:lnTo>
                  <a:pt x="16133" y="21178"/>
                </a:lnTo>
                <a:lnTo>
                  <a:pt x="16133" y="21337"/>
                </a:lnTo>
                <a:lnTo>
                  <a:pt x="16177" y="21388"/>
                </a:lnTo>
                <a:lnTo>
                  <a:pt x="16222" y="21495"/>
                </a:lnTo>
                <a:lnTo>
                  <a:pt x="16311" y="21547"/>
                </a:lnTo>
                <a:lnTo>
                  <a:pt x="16402" y="21547"/>
                </a:lnTo>
                <a:lnTo>
                  <a:pt x="16491" y="21495"/>
                </a:lnTo>
                <a:lnTo>
                  <a:pt x="16580" y="21442"/>
                </a:lnTo>
                <a:lnTo>
                  <a:pt x="16625" y="21337"/>
                </a:lnTo>
                <a:lnTo>
                  <a:pt x="16760" y="20967"/>
                </a:lnTo>
                <a:lnTo>
                  <a:pt x="16850" y="20545"/>
                </a:lnTo>
                <a:lnTo>
                  <a:pt x="16894" y="20121"/>
                </a:lnTo>
                <a:lnTo>
                  <a:pt x="16894" y="19751"/>
                </a:lnTo>
                <a:lnTo>
                  <a:pt x="17432" y="19383"/>
                </a:lnTo>
                <a:lnTo>
                  <a:pt x="17477" y="20068"/>
                </a:lnTo>
                <a:lnTo>
                  <a:pt x="17522" y="20227"/>
                </a:lnTo>
                <a:lnTo>
                  <a:pt x="17566" y="20333"/>
                </a:lnTo>
                <a:lnTo>
                  <a:pt x="17566" y="20385"/>
                </a:lnTo>
                <a:lnTo>
                  <a:pt x="17611" y="20545"/>
                </a:lnTo>
                <a:lnTo>
                  <a:pt x="17702" y="20650"/>
                </a:lnTo>
                <a:lnTo>
                  <a:pt x="17925" y="20650"/>
                </a:lnTo>
                <a:lnTo>
                  <a:pt x="17925" y="20597"/>
                </a:lnTo>
                <a:lnTo>
                  <a:pt x="18014" y="20491"/>
                </a:lnTo>
                <a:lnTo>
                  <a:pt x="18060" y="20385"/>
                </a:lnTo>
                <a:lnTo>
                  <a:pt x="17970" y="20016"/>
                </a:lnTo>
                <a:lnTo>
                  <a:pt x="17925" y="19646"/>
                </a:lnTo>
                <a:lnTo>
                  <a:pt x="17791" y="19118"/>
                </a:lnTo>
                <a:lnTo>
                  <a:pt x="18328" y="18538"/>
                </a:lnTo>
                <a:lnTo>
                  <a:pt x="18463" y="18748"/>
                </a:lnTo>
                <a:lnTo>
                  <a:pt x="18597" y="18906"/>
                </a:lnTo>
                <a:lnTo>
                  <a:pt x="18777" y="19223"/>
                </a:lnTo>
                <a:lnTo>
                  <a:pt x="18911" y="19383"/>
                </a:lnTo>
                <a:lnTo>
                  <a:pt x="19046" y="19488"/>
                </a:lnTo>
                <a:lnTo>
                  <a:pt x="19135" y="19488"/>
                </a:lnTo>
                <a:lnTo>
                  <a:pt x="19225" y="19383"/>
                </a:lnTo>
                <a:lnTo>
                  <a:pt x="19269" y="19276"/>
                </a:lnTo>
                <a:lnTo>
                  <a:pt x="19269" y="19171"/>
                </a:lnTo>
                <a:lnTo>
                  <a:pt x="19225" y="18906"/>
                </a:lnTo>
                <a:lnTo>
                  <a:pt x="19091" y="18696"/>
                </a:lnTo>
                <a:lnTo>
                  <a:pt x="18911" y="18538"/>
                </a:lnTo>
                <a:lnTo>
                  <a:pt x="18777" y="18326"/>
                </a:lnTo>
                <a:lnTo>
                  <a:pt x="18642" y="18114"/>
                </a:lnTo>
                <a:lnTo>
                  <a:pt x="18911" y="17693"/>
                </a:lnTo>
                <a:lnTo>
                  <a:pt x="19180" y="17269"/>
                </a:lnTo>
                <a:lnTo>
                  <a:pt x="19269" y="17376"/>
                </a:lnTo>
                <a:lnTo>
                  <a:pt x="19538" y="17586"/>
                </a:lnTo>
                <a:lnTo>
                  <a:pt x="19763" y="17851"/>
                </a:lnTo>
                <a:lnTo>
                  <a:pt x="19852" y="17903"/>
                </a:lnTo>
                <a:lnTo>
                  <a:pt x="20031" y="17903"/>
                </a:lnTo>
                <a:lnTo>
                  <a:pt x="20077" y="17851"/>
                </a:lnTo>
                <a:lnTo>
                  <a:pt x="20121" y="17744"/>
                </a:lnTo>
                <a:lnTo>
                  <a:pt x="20166" y="17639"/>
                </a:lnTo>
                <a:lnTo>
                  <a:pt x="20166" y="17534"/>
                </a:lnTo>
                <a:lnTo>
                  <a:pt x="20077" y="17428"/>
                </a:lnTo>
                <a:lnTo>
                  <a:pt x="19852" y="17164"/>
                </a:lnTo>
                <a:lnTo>
                  <a:pt x="19583" y="16953"/>
                </a:lnTo>
                <a:lnTo>
                  <a:pt x="19403" y="16848"/>
                </a:lnTo>
                <a:lnTo>
                  <a:pt x="19717" y="16002"/>
                </a:lnTo>
                <a:lnTo>
                  <a:pt x="19942" y="16161"/>
                </a:lnTo>
                <a:lnTo>
                  <a:pt x="20300" y="16319"/>
                </a:lnTo>
                <a:lnTo>
                  <a:pt x="20749" y="16424"/>
                </a:lnTo>
                <a:lnTo>
                  <a:pt x="20838" y="16424"/>
                </a:lnTo>
                <a:lnTo>
                  <a:pt x="20883" y="16372"/>
                </a:lnTo>
                <a:lnTo>
                  <a:pt x="20928" y="16266"/>
                </a:lnTo>
                <a:lnTo>
                  <a:pt x="20972" y="16161"/>
                </a:lnTo>
                <a:lnTo>
                  <a:pt x="20972" y="16056"/>
                </a:lnTo>
                <a:lnTo>
                  <a:pt x="20928" y="15949"/>
                </a:lnTo>
                <a:lnTo>
                  <a:pt x="20883" y="15897"/>
                </a:lnTo>
                <a:lnTo>
                  <a:pt x="20794" y="15844"/>
                </a:lnTo>
                <a:lnTo>
                  <a:pt x="20480" y="15791"/>
                </a:lnTo>
                <a:lnTo>
                  <a:pt x="20211" y="15686"/>
                </a:lnTo>
                <a:lnTo>
                  <a:pt x="19852" y="15579"/>
                </a:lnTo>
                <a:lnTo>
                  <a:pt x="20031" y="14894"/>
                </a:lnTo>
                <a:lnTo>
                  <a:pt x="20166" y="14154"/>
                </a:lnTo>
                <a:lnTo>
                  <a:pt x="20435" y="14312"/>
                </a:lnTo>
                <a:lnTo>
                  <a:pt x="20749" y="14365"/>
                </a:lnTo>
                <a:lnTo>
                  <a:pt x="20928" y="14417"/>
                </a:lnTo>
                <a:lnTo>
                  <a:pt x="21106" y="14417"/>
                </a:lnTo>
                <a:lnTo>
                  <a:pt x="21286" y="14365"/>
                </a:lnTo>
                <a:lnTo>
                  <a:pt x="21331" y="14259"/>
                </a:lnTo>
                <a:lnTo>
                  <a:pt x="21375" y="14154"/>
                </a:lnTo>
                <a:lnTo>
                  <a:pt x="21375" y="13995"/>
                </a:lnTo>
                <a:lnTo>
                  <a:pt x="21241" y="13890"/>
                </a:lnTo>
                <a:lnTo>
                  <a:pt x="21106" y="13837"/>
                </a:lnTo>
                <a:lnTo>
                  <a:pt x="20972" y="13784"/>
                </a:lnTo>
                <a:lnTo>
                  <a:pt x="20211" y="13679"/>
                </a:lnTo>
                <a:lnTo>
                  <a:pt x="20211" y="13625"/>
                </a:lnTo>
                <a:lnTo>
                  <a:pt x="20255" y="12939"/>
                </a:lnTo>
                <a:lnTo>
                  <a:pt x="20300" y="12253"/>
                </a:lnTo>
                <a:lnTo>
                  <a:pt x="20524" y="12358"/>
                </a:lnTo>
                <a:lnTo>
                  <a:pt x="20794" y="12412"/>
                </a:lnTo>
                <a:lnTo>
                  <a:pt x="21017" y="12464"/>
                </a:lnTo>
                <a:lnTo>
                  <a:pt x="21286" y="12412"/>
                </a:lnTo>
                <a:lnTo>
                  <a:pt x="21466" y="12358"/>
                </a:lnTo>
                <a:lnTo>
                  <a:pt x="21555" y="12253"/>
                </a:lnTo>
                <a:lnTo>
                  <a:pt x="21600" y="12147"/>
                </a:lnTo>
                <a:lnTo>
                  <a:pt x="21600" y="12042"/>
                </a:lnTo>
                <a:lnTo>
                  <a:pt x="21555" y="11935"/>
                </a:lnTo>
                <a:lnTo>
                  <a:pt x="21420" y="11830"/>
                </a:lnTo>
                <a:lnTo>
                  <a:pt x="21241" y="11830"/>
                </a:lnTo>
                <a:lnTo>
                  <a:pt x="20883" y="11883"/>
                </a:lnTo>
                <a:lnTo>
                  <a:pt x="20300" y="11830"/>
                </a:lnTo>
                <a:lnTo>
                  <a:pt x="20255" y="11250"/>
                </a:lnTo>
                <a:lnTo>
                  <a:pt x="20166" y="10668"/>
                </a:lnTo>
                <a:lnTo>
                  <a:pt x="20389" y="10722"/>
                </a:lnTo>
                <a:lnTo>
                  <a:pt x="20614" y="10722"/>
                </a:lnTo>
                <a:lnTo>
                  <a:pt x="20794" y="10668"/>
                </a:lnTo>
                <a:lnTo>
                  <a:pt x="21017" y="10563"/>
                </a:lnTo>
                <a:lnTo>
                  <a:pt x="21197" y="10457"/>
                </a:lnTo>
                <a:lnTo>
                  <a:pt x="21241" y="10352"/>
                </a:lnTo>
                <a:lnTo>
                  <a:pt x="21286" y="10246"/>
                </a:lnTo>
                <a:lnTo>
                  <a:pt x="21286" y="10088"/>
                </a:lnTo>
                <a:lnTo>
                  <a:pt x="21197" y="9982"/>
                </a:lnTo>
                <a:lnTo>
                  <a:pt x="21152" y="9930"/>
                </a:lnTo>
                <a:lnTo>
                  <a:pt x="20928" y="9930"/>
                </a:lnTo>
                <a:lnTo>
                  <a:pt x="20703" y="10035"/>
                </a:lnTo>
                <a:lnTo>
                  <a:pt x="20480" y="10088"/>
                </a:lnTo>
                <a:lnTo>
                  <a:pt x="20031" y="10193"/>
                </a:lnTo>
                <a:lnTo>
                  <a:pt x="19942" y="9930"/>
                </a:lnTo>
                <a:lnTo>
                  <a:pt x="19717" y="9348"/>
                </a:lnTo>
                <a:lnTo>
                  <a:pt x="20031" y="9243"/>
                </a:lnTo>
                <a:lnTo>
                  <a:pt x="20480" y="9031"/>
                </a:lnTo>
                <a:lnTo>
                  <a:pt x="20703" y="8926"/>
                </a:lnTo>
                <a:lnTo>
                  <a:pt x="20883" y="8768"/>
                </a:lnTo>
                <a:lnTo>
                  <a:pt x="20928" y="8715"/>
                </a:lnTo>
                <a:lnTo>
                  <a:pt x="20928" y="8503"/>
                </a:lnTo>
                <a:lnTo>
                  <a:pt x="20794" y="8398"/>
                </a:lnTo>
                <a:lnTo>
                  <a:pt x="20658" y="8345"/>
                </a:lnTo>
                <a:lnTo>
                  <a:pt x="20480" y="8398"/>
                </a:lnTo>
                <a:lnTo>
                  <a:pt x="20255" y="8503"/>
                </a:lnTo>
                <a:lnTo>
                  <a:pt x="19852" y="8768"/>
                </a:lnTo>
                <a:lnTo>
                  <a:pt x="19673" y="8873"/>
                </a:lnTo>
                <a:lnTo>
                  <a:pt x="19494" y="8978"/>
                </a:lnTo>
                <a:lnTo>
                  <a:pt x="19494" y="8873"/>
                </a:lnTo>
                <a:lnTo>
                  <a:pt x="19449" y="8873"/>
                </a:lnTo>
                <a:lnTo>
                  <a:pt x="19046" y="8345"/>
                </a:lnTo>
                <a:lnTo>
                  <a:pt x="19449" y="7923"/>
                </a:lnTo>
                <a:lnTo>
                  <a:pt x="19852" y="7448"/>
                </a:lnTo>
                <a:lnTo>
                  <a:pt x="19897" y="7341"/>
                </a:lnTo>
                <a:lnTo>
                  <a:pt x="19942" y="7183"/>
                </a:lnTo>
                <a:lnTo>
                  <a:pt x="19897" y="7078"/>
                </a:lnTo>
                <a:lnTo>
                  <a:pt x="19852" y="7024"/>
                </a:lnTo>
                <a:lnTo>
                  <a:pt x="19763" y="6919"/>
                </a:lnTo>
                <a:lnTo>
                  <a:pt x="19583" y="6919"/>
                </a:lnTo>
                <a:lnTo>
                  <a:pt x="19494" y="6971"/>
                </a:lnTo>
                <a:lnTo>
                  <a:pt x="19091" y="7499"/>
                </a:lnTo>
                <a:lnTo>
                  <a:pt x="18732" y="8028"/>
                </a:lnTo>
                <a:lnTo>
                  <a:pt x="18418" y="7764"/>
                </a:lnTo>
                <a:lnTo>
                  <a:pt x="18105" y="7553"/>
                </a:lnTo>
                <a:lnTo>
                  <a:pt x="17925" y="7448"/>
                </a:lnTo>
                <a:lnTo>
                  <a:pt x="18014" y="7236"/>
                </a:lnTo>
                <a:lnTo>
                  <a:pt x="18283" y="6708"/>
                </a:lnTo>
                <a:lnTo>
                  <a:pt x="18328" y="6603"/>
                </a:lnTo>
                <a:lnTo>
                  <a:pt x="18328" y="6496"/>
                </a:lnTo>
                <a:lnTo>
                  <a:pt x="18239" y="6338"/>
                </a:lnTo>
                <a:lnTo>
                  <a:pt x="18149" y="6286"/>
                </a:lnTo>
                <a:lnTo>
                  <a:pt x="18014" y="6286"/>
                </a:lnTo>
                <a:lnTo>
                  <a:pt x="17925" y="6391"/>
                </a:lnTo>
                <a:lnTo>
                  <a:pt x="17746" y="6654"/>
                </a:lnTo>
                <a:lnTo>
                  <a:pt x="17611" y="6971"/>
                </a:lnTo>
                <a:lnTo>
                  <a:pt x="17522" y="7236"/>
                </a:lnTo>
                <a:lnTo>
                  <a:pt x="17297" y="7183"/>
                </a:lnTo>
                <a:lnTo>
                  <a:pt x="17029" y="7183"/>
                </a:lnTo>
                <a:lnTo>
                  <a:pt x="16985" y="6813"/>
                </a:lnTo>
                <a:lnTo>
                  <a:pt x="16939" y="6444"/>
                </a:lnTo>
                <a:lnTo>
                  <a:pt x="16894" y="5704"/>
                </a:lnTo>
                <a:lnTo>
                  <a:pt x="16894" y="5599"/>
                </a:lnTo>
                <a:lnTo>
                  <a:pt x="16805" y="5546"/>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569" name="Google Shape;217;p3"/>
          <p:cNvSpPr/>
          <p:nvPr/>
        </p:nvSpPr>
        <p:spPr>
          <a:xfrm>
            <a:off x="8263291" y="4517833"/>
            <a:ext cx="479654" cy="33918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603" y="16167"/>
                </a:moveTo>
                <a:lnTo>
                  <a:pt x="15369" y="16432"/>
                </a:lnTo>
                <a:lnTo>
                  <a:pt x="15134" y="16696"/>
                </a:lnTo>
                <a:lnTo>
                  <a:pt x="14572" y="17227"/>
                </a:lnTo>
                <a:lnTo>
                  <a:pt x="14057" y="17492"/>
                </a:lnTo>
                <a:lnTo>
                  <a:pt x="13588" y="17823"/>
                </a:lnTo>
                <a:lnTo>
                  <a:pt x="12932" y="18154"/>
                </a:lnTo>
                <a:lnTo>
                  <a:pt x="12744" y="18287"/>
                </a:lnTo>
                <a:lnTo>
                  <a:pt x="12510" y="18352"/>
                </a:lnTo>
                <a:lnTo>
                  <a:pt x="12651" y="18022"/>
                </a:lnTo>
                <a:lnTo>
                  <a:pt x="12839" y="17691"/>
                </a:lnTo>
                <a:lnTo>
                  <a:pt x="13213" y="17624"/>
                </a:lnTo>
                <a:lnTo>
                  <a:pt x="13541" y="17426"/>
                </a:lnTo>
                <a:lnTo>
                  <a:pt x="13869" y="17227"/>
                </a:lnTo>
                <a:lnTo>
                  <a:pt x="14198" y="16895"/>
                </a:lnTo>
                <a:lnTo>
                  <a:pt x="14479" y="16564"/>
                </a:lnTo>
                <a:lnTo>
                  <a:pt x="14525" y="16365"/>
                </a:lnTo>
                <a:lnTo>
                  <a:pt x="14619" y="16365"/>
                </a:lnTo>
                <a:lnTo>
                  <a:pt x="14665" y="16298"/>
                </a:lnTo>
                <a:lnTo>
                  <a:pt x="15134" y="16167"/>
                </a:lnTo>
                <a:close/>
                <a:moveTo>
                  <a:pt x="16119" y="16233"/>
                </a:moveTo>
                <a:lnTo>
                  <a:pt x="16400" y="16365"/>
                </a:lnTo>
                <a:lnTo>
                  <a:pt x="16400" y="16564"/>
                </a:lnTo>
                <a:lnTo>
                  <a:pt x="15603" y="17492"/>
                </a:lnTo>
                <a:lnTo>
                  <a:pt x="14713" y="18287"/>
                </a:lnTo>
                <a:lnTo>
                  <a:pt x="14198" y="18685"/>
                </a:lnTo>
                <a:lnTo>
                  <a:pt x="13682" y="19015"/>
                </a:lnTo>
                <a:lnTo>
                  <a:pt x="13167" y="19348"/>
                </a:lnTo>
                <a:lnTo>
                  <a:pt x="12651" y="19745"/>
                </a:lnTo>
                <a:lnTo>
                  <a:pt x="12558" y="19546"/>
                </a:lnTo>
                <a:lnTo>
                  <a:pt x="12510" y="19348"/>
                </a:lnTo>
                <a:lnTo>
                  <a:pt x="12463" y="18883"/>
                </a:lnTo>
                <a:lnTo>
                  <a:pt x="12651" y="18883"/>
                </a:lnTo>
                <a:lnTo>
                  <a:pt x="12839" y="18750"/>
                </a:lnTo>
                <a:lnTo>
                  <a:pt x="13213" y="18551"/>
                </a:lnTo>
                <a:lnTo>
                  <a:pt x="14150" y="18089"/>
                </a:lnTo>
                <a:lnTo>
                  <a:pt x="14665" y="17756"/>
                </a:lnTo>
                <a:lnTo>
                  <a:pt x="15229" y="17359"/>
                </a:lnTo>
                <a:lnTo>
                  <a:pt x="15696" y="16830"/>
                </a:lnTo>
                <a:lnTo>
                  <a:pt x="15884" y="16564"/>
                </a:lnTo>
                <a:lnTo>
                  <a:pt x="16119" y="16233"/>
                </a:lnTo>
                <a:close/>
                <a:moveTo>
                  <a:pt x="12089" y="927"/>
                </a:moveTo>
                <a:lnTo>
                  <a:pt x="12417" y="993"/>
                </a:lnTo>
                <a:lnTo>
                  <a:pt x="12698" y="1060"/>
                </a:lnTo>
                <a:lnTo>
                  <a:pt x="12979" y="1192"/>
                </a:lnTo>
                <a:lnTo>
                  <a:pt x="13213" y="1391"/>
                </a:lnTo>
                <a:lnTo>
                  <a:pt x="13401" y="1656"/>
                </a:lnTo>
                <a:lnTo>
                  <a:pt x="13494" y="1987"/>
                </a:lnTo>
                <a:lnTo>
                  <a:pt x="13541" y="1987"/>
                </a:lnTo>
                <a:lnTo>
                  <a:pt x="13448" y="2186"/>
                </a:lnTo>
                <a:lnTo>
                  <a:pt x="13448" y="2384"/>
                </a:lnTo>
                <a:lnTo>
                  <a:pt x="13494" y="2915"/>
                </a:lnTo>
                <a:lnTo>
                  <a:pt x="13588" y="3378"/>
                </a:lnTo>
                <a:lnTo>
                  <a:pt x="13729" y="3775"/>
                </a:lnTo>
                <a:lnTo>
                  <a:pt x="13963" y="4239"/>
                </a:lnTo>
                <a:lnTo>
                  <a:pt x="14057" y="4505"/>
                </a:lnTo>
                <a:lnTo>
                  <a:pt x="14103" y="4836"/>
                </a:lnTo>
                <a:lnTo>
                  <a:pt x="14103" y="4969"/>
                </a:lnTo>
                <a:lnTo>
                  <a:pt x="14057" y="5034"/>
                </a:lnTo>
                <a:lnTo>
                  <a:pt x="13963" y="5034"/>
                </a:lnTo>
                <a:lnTo>
                  <a:pt x="13869" y="4969"/>
                </a:lnTo>
                <a:lnTo>
                  <a:pt x="13775" y="4770"/>
                </a:lnTo>
                <a:lnTo>
                  <a:pt x="13634" y="4174"/>
                </a:lnTo>
                <a:lnTo>
                  <a:pt x="13541" y="3842"/>
                </a:lnTo>
                <a:lnTo>
                  <a:pt x="13401" y="3577"/>
                </a:lnTo>
                <a:lnTo>
                  <a:pt x="13260" y="3246"/>
                </a:lnTo>
                <a:lnTo>
                  <a:pt x="13072" y="2980"/>
                </a:lnTo>
                <a:lnTo>
                  <a:pt x="12886" y="2782"/>
                </a:lnTo>
                <a:lnTo>
                  <a:pt x="12651" y="2583"/>
                </a:lnTo>
                <a:lnTo>
                  <a:pt x="12417" y="2451"/>
                </a:lnTo>
                <a:lnTo>
                  <a:pt x="12182" y="2384"/>
                </a:lnTo>
                <a:lnTo>
                  <a:pt x="11667" y="2384"/>
                </a:lnTo>
                <a:lnTo>
                  <a:pt x="11432" y="2451"/>
                </a:lnTo>
                <a:lnTo>
                  <a:pt x="11199" y="2583"/>
                </a:lnTo>
                <a:lnTo>
                  <a:pt x="11105" y="2650"/>
                </a:lnTo>
                <a:lnTo>
                  <a:pt x="11058" y="2717"/>
                </a:lnTo>
                <a:lnTo>
                  <a:pt x="11105" y="2915"/>
                </a:lnTo>
                <a:lnTo>
                  <a:pt x="11199" y="3047"/>
                </a:lnTo>
                <a:lnTo>
                  <a:pt x="11246" y="3114"/>
                </a:lnTo>
                <a:lnTo>
                  <a:pt x="11339" y="3114"/>
                </a:lnTo>
                <a:lnTo>
                  <a:pt x="11620" y="3047"/>
                </a:lnTo>
                <a:lnTo>
                  <a:pt x="11855" y="3047"/>
                </a:lnTo>
                <a:lnTo>
                  <a:pt x="12136" y="3114"/>
                </a:lnTo>
                <a:lnTo>
                  <a:pt x="12370" y="3246"/>
                </a:lnTo>
                <a:lnTo>
                  <a:pt x="12604" y="3378"/>
                </a:lnTo>
                <a:lnTo>
                  <a:pt x="12791" y="3643"/>
                </a:lnTo>
                <a:lnTo>
                  <a:pt x="12979" y="3909"/>
                </a:lnTo>
                <a:lnTo>
                  <a:pt x="13120" y="4239"/>
                </a:lnTo>
                <a:lnTo>
                  <a:pt x="13307" y="5034"/>
                </a:lnTo>
                <a:lnTo>
                  <a:pt x="13448" y="5367"/>
                </a:lnTo>
                <a:lnTo>
                  <a:pt x="13588" y="5632"/>
                </a:lnTo>
                <a:lnTo>
                  <a:pt x="13448" y="5764"/>
                </a:lnTo>
                <a:lnTo>
                  <a:pt x="13167" y="6095"/>
                </a:lnTo>
                <a:lnTo>
                  <a:pt x="12886" y="6492"/>
                </a:lnTo>
                <a:lnTo>
                  <a:pt x="12651" y="6891"/>
                </a:lnTo>
                <a:lnTo>
                  <a:pt x="12510" y="7354"/>
                </a:lnTo>
                <a:lnTo>
                  <a:pt x="12417" y="7751"/>
                </a:lnTo>
                <a:lnTo>
                  <a:pt x="12370" y="8148"/>
                </a:lnTo>
                <a:lnTo>
                  <a:pt x="12417" y="8548"/>
                </a:lnTo>
                <a:lnTo>
                  <a:pt x="12463" y="8945"/>
                </a:lnTo>
                <a:lnTo>
                  <a:pt x="12604" y="9275"/>
                </a:lnTo>
                <a:lnTo>
                  <a:pt x="12791" y="9541"/>
                </a:lnTo>
                <a:lnTo>
                  <a:pt x="13026" y="9805"/>
                </a:lnTo>
                <a:lnTo>
                  <a:pt x="13307" y="9938"/>
                </a:lnTo>
                <a:lnTo>
                  <a:pt x="13588" y="10070"/>
                </a:lnTo>
                <a:lnTo>
                  <a:pt x="13917" y="10005"/>
                </a:lnTo>
                <a:lnTo>
                  <a:pt x="14244" y="9938"/>
                </a:lnTo>
                <a:lnTo>
                  <a:pt x="14525" y="9740"/>
                </a:lnTo>
                <a:lnTo>
                  <a:pt x="15369" y="9144"/>
                </a:lnTo>
                <a:lnTo>
                  <a:pt x="16212" y="8414"/>
                </a:lnTo>
                <a:lnTo>
                  <a:pt x="16259" y="8282"/>
                </a:lnTo>
                <a:lnTo>
                  <a:pt x="16305" y="8148"/>
                </a:lnTo>
                <a:lnTo>
                  <a:pt x="16305" y="8016"/>
                </a:lnTo>
                <a:lnTo>
                  <a:pt x="16259" y="7950"/>
                </a:lnTo>
                <a:lnTo>
                  <a:pt x="16212" y="7818"/>
                </a:lnTo>
                <a:lnTo>
                  <a:pt x="16119" y="7751"/>
                </a:lnTo>
                <a:lnTo>
                  <a:pt x="15931" y="7751"/>
                </a:lnTo>
                <a:lnTo>
                  <a:pt x="15369" y="8215"/>
                </a:lnTo>
                <a:lnTo>
                  <a:pt x="14806" y="8746"/>
                </a:lnTo>
                <a:lnTo>
                  <a:pt x="14525" y="8945"/>
                </a:lnTo>
                <a:lnTo>
                  <a:pt x="14244" y="9144"/>
                </a:lnTo>
                <a:lnTo>
                  <a:pt x="13917" y="9275"/>
                </a:lnTo>
                <a:lnTo>
                  <a:pt x="13448" y="9275"/>
                </a:lnTo>
                <a:lnTo>
                  <a:pt x="13307" y="9209"/>
                </a:lnTo>
                <a:lnTo>
                  <a:pt x="13167" y="9077"/>
                </a:lnTo>
                <a:lnTo>
                  <a:pt x="13072" y="8945"/>
                </a:lnTo>
                <a:lnTo>
                  <a:pt x="12979" y="8746"/>
                </a:lnTo>
                <a:lnTo>
                  <a:pt x="12932" y="8548"/>
                </a:lnTo>
                <a:lnTo>
                  <a:pt x="12886" y="8083"/>
                </a:lnTo>
                <a:lnTo>
                  <a:pt x="12932" y="7885"/>
                </a:lnTo>
                <a:lnTo>
                  <a:pt x="12979" y="7619"/>
                </a:lnTo>
                <a:lnTo>
                  <a:pt x="13120" y="7222"/>
                </a:lnTo>
                <a:lnTo>
                  <a:pt x="13353" y="6891"/>
                </a:lnTo>
                <a:lnTo>
                  <a:pt x="13634" y="6559"/>
                </a:lnTo>
                <a:lnTo>
                  <a:pt x="14010" y="6095"/>
                </a:lnTo>
                <a:lnTo>
                  <a:pt x="14338" y="5632"/>
                </a:lnTo>
                <a:lnTo>
                  <a:pt x="14479" y="5367"/>
                </a:lnTo>
                <a:lnTo>
                  <a:pt x="14572" y="5101"/>
                </a:lnTo>
                <a:lnTo>
                  <a:pt x="14572" y="4373"/>
                </a:lnTo>
                <a:lnTo>
                  <a:pt x="14479" y="4108"/>
                </a:lnTo>
                <a:lnTo>
                  <a:pt x="14384" y="3909"/>
                </a:lnTo>
                <a:lnTo>
                  <a:pt x="14150" y="3378"/>
                </a:lnTo>
                <a:lnTo>
                  <a:pt x="13917" y="2849"/>
                </a:lnTo>
                <a:lnTo>
                  <a:pt x="13822" y="2583"/>
                </a:lnTo>
                <a:lnTo>
                  <a:pt x="13822" y="2318"/>
                </a:lnTo>
                <a:lnTo>
                  <a:pt x="13917" y="2252"/>
                </a:lnTo>
                <a:lnTo>
                  <a:pt x="14432" y="2054"/>
                </a:lnTo>
                <a:lnTo>
                  <a:pt x="14948" y="1855"/>
                </a:lnTo>
                <a:lnTo>
                  <a:pt x="15510" y="1721"/>
                </a:lnTo>
                <a:lnTo>
                  <a:pt x="16072" y="1656"/>
                </a:lnTo>
                <a:lnTo>
                  <a:pt x="16353" y="1721"/>
                </a:lnTo>
                <a:lnTo>
                  <a:pt x="16634" y="1855"/>
                </a:lnTo>
                <a:lnTo>
                  <a:pt x="16867" y="1987"/>
                </a:lnTo>
                <a:lnTo>
                  <a:pt x="17055" y="2186"/>
                </a:lnTo>
                <a:lnTo>
                  <a:pt x="17243" y="2451"/>
                </a:lnTo>
                <a:lnTo>
                  <a:pt x="17383" y="2717"/>
                </a:lnTo>
                <a:lnTo>
                  <a:pt x="17664" y="3445"/>
                </a:lnTo>
                <a:lnTo>
                  <a:pt x="17898" y="3976"/>
                </a:lnTo>
                <a:lnTo>
                  <a:pt x="17712" y="4373"/>
                </a:lnTo>
                <a:lnTo>
                  <a:pt x="17477" y="4637"/>
                </a:lnTo>
                <a:lnTo>
                  <a:pt x="17243" y="4836"/>
                </a:lnTo>
                <a:lnTo>
                  <a:pt x="16962" y="5034"/>
                </a:lnTo>
                <a:lnTo>
                  <a:pt x="16400" y="5300"/>
                </a:lnTo>
                <a:lnTo>
                  <a:pt x="15791" y="5565"/>
                </a:lnTo>
                <a:lnTo>
                  <a:pt x="15322" y="5831"/>
                </a:lnTo>
                <a:lnTo>
                  <a:pt x="14713" y="6228"/>
                </a:lnTo>
                <a:lnTo>
                  <a:pt x="14432" y="6427"/>
                </a:lnTo>
                <a:lnTo>
                  <a:pt x="14244" y="6757"/>
                </a:lnTo>
                <a:lnTo>
                  <a:pt x="14103" y="7023"/>
                </a:lnTo>
                <a:lnTo>
                  <a:pt x="14057" y="7222"/>
                </a:lnTo>
                <a:lnTo>
                  <a:pt x="14057" y="7552"/>
                </a:lnTo>
                <a:lnTo>
                  <a:pt x="14103" y="7686"/>
                </a:lnTo>
                <a:lnTo>
                  <a:pt x="14198" y="7751"/>
                </a:lnTo>
                <a:lnTo>
                  <a:pt x="14479" y="7751"/>
                </a:lnTo>
                <a:lnTo>
                  <a:pt x="14525" y="7619"/>
                </a:lnTo>
                <a:lnTo>
                  <a:pt x="14572" y="7487"/>
                </a:lnTo>
                <a:lnTo>
                  <a:pt x="14619" y="7354"/>
                </a:lnTo>
                <a:lnTo>
                  <a:pt x="14760" y="7155"/>
                </a:lnTo>
                <a:lnTo>
                  <a:pt x="15041" y="6891"/>
                </a:lnTo>
                <a:lnTo>
                  <a:pt x="15415" y="6626"/>
                </a:lnTo>
                <a:lnTo>
                  <a:pt x="15696" y="6492"/>
                </a:lnTo>
                <a:lnTo>
                  <a:pt x="16353" y="6161"/>
                </a:lnTo>
                <a:lnTo>
                  <a:pt x="16962" y="5831"/>
                </a:lnTo>
                <a:lnTo>
                  <a:pt x="17336" y="5632"/>
                </a:lnTo>
                <a:lnTo>
                  <a:pt x="17712" y="5367"/>
                </a:lnTo>
                <a:lnTo>
                  <a:pt x="17993" y="4969"/>
                </a:lnTo>
                <a:lnTo>
                  <a:pt x="18086" y="4770"/>
                </a:lnTo>
                <a:lnTo>
                  <a:pt x="18181" y="4505"/>
                </a:lnTo>
                <a:lnTo>
                  <a:pt x="18274" y="4637"/>
                </a:lnTo>
                <a:lnTo>
                  <a:pt x="18508" y="4902"/>
                </a:lnTo>
                <a:lnTo>
                  <a:pt x="18743" y="5034"/>
                </a:lnTo>
                <a:lnTo>
                  <a:pt x="19024" y="5233"/>
                </a:lnTo>
                <a:lnTo>
                  <a:pt x="19257" y="5433"/>
                </a:lnTo>
                <a:lnTo>
                  <a:pt x="19538" y="5764"/>
                </a:lnTo>
                <a:lnTo>
                  <a:pt x="19773" y="6228"/>
                </a:lnTo>
                <a:lnTo>
                  <a:pt x="19960" y="6691"/>
                </a:lnTo>
                <a:lnTo>
                  <a:pt x="20054" y="7222"/>
                </a:lnTo>
                <a:lnTo>
                  <a:pt x="19773" y="7885"/>
                </a:lnTo>
                <a:lnTo>
                  <a:pt x="19633" y="8215"/>
                </a:lnTo>
                <a:lnTo>
                  <a:pt x="19398" y="8481"/>
                </a:lnTo>
                <a:lnTo>
                  <a:pt x="19117" y="8811"/>
                </a:lnTo>
                <a:lnTo>
                  <a:pt x="18789" y="9144"/>
                </a:lnTo>
                <a:lnTo>
                  <a:pt x="18414" y="9342"/>
                </a:lnTo>
                <a:lnTo>
                  <a:pt x="18040" y="9541"/>
                </a:lnTo>
                <a:lnTo>
                  <a:pt x="17336" y="9805"/>
                </a:lnTo>
                <a:lnTo>
                  <a:pt x="16634" y="10137"/>
                </a:lnTo>
                <a:lnTo>
                  <a:pt x="16305" y="10336"/>
                </a:lnTo>
                <a:lnTo>
                  <a:pt x="15978" y="10601"/>
                </a:lnTo>
                <a:lnTo>
                  <a:pt x="15696" y="10865"/>
                </a:lnTo>
                <a:lnTo>
                  <a:pt x="15462" y="11262"/>
                </a:lnTo>
                <a:lnTo>
                  <a:pt x="15275" y="11595"/>
                </a:lnTo>
                <a:lnTo>
                  <a:pt x="15229" y="11992"/>
                </a:lnTo>
                <a:lnTo>
                  <a:pt x="15229" y="12323"/>
                </a:lnTo>
                <a:lnTo>
                  <a:pt x="15275" y="12655"/>
                </a:lnTo>
                <a:lnTo>
                  <a:pt x="15369" y="12921"/>
                </a:lnTo>
                <a:lnTo>
                  <a:pt x="15556" y="13184"/>
                </a:lnTo>
                <a:lnTo>
                  <a:pt x="15743" y="13383"/>
                </a:lnTo>
                <a:lnTo>
                  <a:pt x="16024" y="13582"/>
                </a:lnTo>
                <a:lnTo>
                  <a:pt x="16305" y="13649"/>
                </a:lnTo>
                <a:lnTo>
                  <a:pt x="16586" y="13649"/>
                </a:lnTo>
                <a:lnTo>
                  <a:pt x="16867" y="13582"/>
                </a:lnTo>
                <a:lnTo>
                  <a:pt x="17150" y="13517"/>
                </a:lnTo>
                <a:lnTo>
                  <a:pt x="17477" y="13383"/>
                </a:lnTo>
                <a:lnTo>
                  <a:pt x="17852" y="13184"/>
                </a:lnTo>
                <a:lnTo>
                  <a:pt x="18133" y="12921"/>
                </a:lnTo>
                <a:lnTo>
                  <a:pt x="18274" y="12720"/>
                </a:lnTo>
                <a:lnTo>
                  <a:pt x="18321" y="12588"/>
                </a:lnTo>
                <a:lnTo>
                  <a:pt x="18367" y="12323"/>
                </a:lnTo>
                <a:lnTo>
                  <a:pt x="18321" y="12258"/>
                </a:lnTo>
                <a:lnTo>
                  <a:pt x="18227" y="12191"/>
                </a:lnTo>
                <a:lnTo>
                  <a:pt x="17993" y="12191"/>
                </a:lnTo>
                <a:lnTo>
                  <a:pt x="17758" y="12323"/>
                </a:lnTo>
                <a:lnTo>
                  <a:pt x="17290" y="12588"/>
                </a:lnTo>
                <a:lnTo>
                  <a:pt x="17009" y="12720"/>
                </a:lnTo>
                <a:lnTo>
                  <a:pt x="16727" y="12787"/>
                </a:lnTo>
                <a:lnTo>
                  <a:pt x="16165" y="12787"/>
                </a:lnTo>
                <a:lnTo>
                  <a:pt x="15978" y="12655"/>
                </a:lnTo>
                <a:lnTo>
                  <a:pt x="15884" y="12521"/>
                </a:lnTo>
                <a:lnTo>
                  <a:pt x="15791" y="12323"/>
                </a:lnTo>
                <a:lnTo>
                  <a:pt x="15791" y="12124"/>
                </a:lnTo>
                <a:lnTo>
                  <a:pt x="15837" y="11925"/>
                </a:lnTo>
                <a:lnTo>
                  <a:pt x="15931" y="11727"/>
                </a:lnTo>
                <a:lnTo>
                  <a:pt x="16165" y="11396"/>
                </a:lnTo>
                <a:lnTo>
                  <a:pt x="16446" y="11131"/>
                </a:lnTo>
                <a:lnTo>
                  <a:pt x="16774" y="10932"/>
                </a:lnTo>
                <a:lnTo>
                  <a:pt x="17383" y="10666"/>
                </a:lnTo>
                <a:lnTo>
                  <a:pt x="18462" y="10137"/>
                </a:lnTo>
                <a:lnTo>
                  <a:pt x="19024" y="9805"/>
                </a:lnTo>
                <a:lnTo>
                  <a:pt x="19257" y="9606"/>
                </a:lnTo>
                <a:lnTo>
                  <a:pt x="19492" y="9342"/>
                </a:lnTo>
                <a:lnTo>
                  <a:pt x="19819" y="8945"/>
                </a:lnTo>
                <a:lnTo>
                  <a:pt x="20100" y="8414"/>
                </a:lnTo>
                <a:lnTo>
                  <a:pt x="20100" y="8481"/>
                </a:lnTo>
                <a:lnTo>
                  <a:pt x="20054" y="8679"/>
                </a:lnTo>
                <a:lnTo>
                  <a:pt x="20148" y="8878"/>
                </a:lnTo>
                <a:lnTo>
                  <a:pt x="20242" y="9010"/>
                </a:lnTo>
                <a:lnTo>
                  <a:pt x="20383" y="9077"/>
                </a:lnTo>
                <a:lnTo>
                  <a:pt x="20569" y="9144"/>
                </a:lnTo>
                <a:lnTo>
                  <a:pt x="20664" y="9209"/>
                </a:lnTo>
                <a:lnTo>
                  <a:pt x="20757" y="9407"/>
                </a:lnTo>
                <a:lnTo>
                  <a:pt x="20850" y="9673"/>
                </a:lnTo>
                <a:lnTo>
                  <a:pt x="20616" y="9740"/>
                </a:lnTo>
                <a:lnTo>
                  <a:pt x="20335" y="9872"/>
                </a:lnTo>
                <a:lnTo>
                  <a:pt x="19867" y="10204"/>
                </a:lnTo>
                <a:lnTo>
                  <a:pt x="19164" y="10534"/>
                </a:lnTo>
                <a:lnTo>
                  <a:pt x="18883" y="10666"/>
                </a:lnTo>
                <a:lnTo>
                  <a:pt x="18789" y="10800"/>
                </a:lnTo>
                <a:lnTo>
                  <a:pt x="18695" y="10999"/>
                </a:lnTo>
                <a:lnTo>
                  <a:pt x="18648" y="11131"/>
                </a:lnTo>
                <a:lnTo>
                  <a:pt x="18743" y="11329"/>
                </a:lnTo>
                <a:lnTo>
                  <a:pt x="18883" y="11396"/>
                </a:lnTo>
                <a:lnTo>
                  <a:pt x="19024" y="11396"/>
                </a:lnTo>
                <a:lnTo>
                  <a:pt x="19352" y="11329"/>
                </a:lnTo>
                <a:lnTo>
                  <a:pt x="19679" y="11131"/>
                </a:lnTo>
                <a:lnTo>
                  <a:pt x="19960" y="10932"/>
                </a:lnTo>
                <a:lnTo>
                  <a:pt x="20476" y="10601"/>
                </a:lnTo>
                <a:lnTo>
                  <a:pt x="20710" y="10336"/>
                </a:lnTo>
                <a:lnTo>
                  <a:pt x="20945" y="10070"/>
                </a:lnTo>
                <a:lnTo>
                  <a:pt x="20945" y="11860"/>
                </a:lnTo>
                <a:lnTo>
                  <a:pt x="20850" y="11925"/>
                </a:lnTo>
                <a:lnTo>
                  <a:pt x="20664" y="12521"/>
                </a:lnTo>
                <a:lnTo>
                  <a:pt x="20523" y="13119"/>
                </a:lnTo>
                <a:lnTo>
                  <a:pt x="19257" y="13119"/>
                </a:lnTo>
                <a:lnTo>
                  <a:pt x="18883" y="13184"/>
                </a:lnTo>
                <a:lnTo>
                  <a:pt x="18555" y="13383"/>
                </a:lnTo>
                <a:lnTo>
                  <a:pt x="18321" y="13715"/>
                </a:lnTo>
                <a:lnTo>
                  <a:pt x="18133" y="14113"/>
                </a:lnTo>
                <a:lnTo>
                  <a:pt x="17993" y="14510"/>
                </a:lnTo>
                <a:lnTo>
                  <a:pt x="17945" y="14776"/>
                </a:lnTo>
                <a:lnTo>
                  <a:pt x="17898" y="15039"/>
                </a:lnTo>
                <a:lnTo>
                  <a:pt x="17945" y="15504"/>
                </a:lnTo>
                <a:lnTo>
                  <a:pt x="18086" y="15968"/>
                </a:lnTo>
                <a:lnTo>
                  <a:pt x="18274" y="16432"/>
                </a:lnTo>
                <a:lnTo>
                  <a:pt x="18508" y="16830"/>
                </a:lnTo>
                <a:lnTo>
                  <a:pt x="18743" y="17227"/>
                </a:lnTo>
                <a:lnTo>
                  <a:pt x="18976" y="17624"/>
                </a:lnTo>
                <a:lnTo>
                  <a:pt x="19164" y="17756"/>
                </a:lnTo>
                <a:lnTo>
                  <a:pt x="19352" y="17823"/>
                </a:lnTo>
                <a:lnTo>
                  <a:pt x="19445" y="17756"/>
                </a:lnTo>
                <a:lnTo>
                  <a:pt x="19492" y="17624"/>
                </a:lnTo>
                <a:lnTo>
                  <a:pt x="19492" y="17292"/>
                </a:lnTo>
                <a:lnTo>
                  <a:pt x="19352" y="17028"/>
                </a:lnTo>
                <a:lnTo>
                  <a:pt x="19024" y="16497"/>
                </a:lnTo>
                <a:lnTo>
                  <a:pt x="18789" y="16167"/>
                </a:lnTo>
                <a:lnTo>
                  <a:pt x="18602" y="15769"/>
                </a:lnTo>
                <a:lnTo>
                  <a:pt x="18508" y="15372"/>
                </a:lnTo>
                <a:lnTo>
                  <a:pt x="18462" y="15106"/>
                </a:lnTo>
                <a:lnTo>
                  <a:pt x="18462" y="14908"/>
                </a:lnTo>
                <a:lnTo>
                  <a:pt x="18508" y="14642"/>
                </a:lnTo>
                <a:lnTo>
                  <a:pt x="18602" y="14443"/>
                </a:lnTo>
                <a:lnTo>
                  <a:pt x="18743" y="14178"/>
                </a:lnTo>
                <a:lnTo>
                  <a:pt x="19024" y="13979"/>
                </a:lnTo>
                <a:lnTo>
                  <a:pt x="19305" y="13847"/>
                </a:lnTo>
                <a:lnTo>
                  <a:pt x="19586" y="13780"/>
                </a:lnTo>
                <a:lnTo>
                  <a:pt x="20569" y="13780"/>
                </a:lnTo>
                <a:lnTo>
                  <a:pt x="20429" y="14178"/>
                </a:lnTo>
                <a:lnTo>
                  <a:pt x="20383" y="14378"/>
                </a:lnTo>
                <a:lnTo>
                  <a:pt x="20429" y="14642"/>
                </a:lnTo>
                <a:lnTo>
                  <a:pt x="20476" y="15039"/>
                </a:lnTo>
                <a:lnTo>
                  <a:pt x="20476" y="15901"/>
                </a:lnTo>
                <a:lnTo>
                  <a:pt x="20429" y="16298"/>
                </a:lnTo>
                <a:lnTo>
                  <a:pt x="20335" y="15968"/>
                </a:lnTo>
                <a:lnTo>
                  <a:pt x="20242" y="15702"/>
                </a:lnTo>
                <a:lnTo>
                  <a:pt x="20100" y="15372"/>
                </a:lnTo>
                <a:lnTo>
                  <a:pt x="19914" y="15106"/>
                </a:lnTo>
                <a:lnTo>
                  <a:pt x="19819" y="15039"/>
                </a:lnTo>
                <a:lnTo>
                  <a:pt x="19633" y="15039"/>
                </a:lnTo>
                <a:lnTo>
                  <a:pt x="19538" y="15106"/>
                </a:lnTo>
                <a:lnTo>
                  <a:pt x="19492" y="15238"/>
                </a:lnTo>
                <a:lnTo>
                  <a:pt x="19492" y="15504"/>
                </a:lnTo>
                <a:lnTo>
                  <a:pt x="19538" y="15636"/>
                </a:lnTo>
                <a:lnTo>
                  <a:pt x="19773" y="16100"/>
                </a:lnTo>
                <a:lnTo>
                  <a:pt x="19914" y="16564"/>
                </a:lnTo>
                <a:lnTo>
                  <a:pt x="19960" y="17093"/>
                </a:lnTo>
                <a:lnTo>
                  <a:pt x="19914" y="17691"/>
                </a:lnTo>
                <a:lnTo>
                  <a:pt x="19914" y="17823"/>
                </a:lnTo>
                <a:lnTo>
                  <a:pt x="19960" y="18022"/>
                </a:lnTo>
                <a:lnTo>
                  <a:pt x="19633" y="18618"/>
                </a:lnTo>
                <a:lnTo>
                  <a:pt x="19211" y="19214"/>
                </a:lnTo>
                <a:lnTo>
                  <a:pt x="19024" y="19413"/>
                </a:lnTo>
                <a:lnTo>
                  <a:pt x="18743" y="19678"/>
                </a:lnTo>
                <a:lnTo>
                  <a:pt x="18227" y="19944"/>
                </a:lnTo>
                <a:lnTo>
                  <a:pt x="18274" y="19810"/>
                </a:lnTo>
                <a:lnTo>
                  <a:pt x="18321" y="19214"/>
                </a:lnTo>
                <a:lnTo>
                  <a:pt x="18274" y="18685"/>
                </a:lnTo>
                <a:lnTo>
                  <a:pt x="18181" y="18089"/>
                </a:lnTo>
                <a:lnTo>
                  <a:pt x="17993" y="17557"/>
                </a:lnTo>
                <a:lnTo>
                  <a:pt x="17758" y="17028"/>
                </a:lnTo>
                <a:lnTo>
                  <a:pt x="17477" y="16564"/>
                </a:lnTo>
                <a:lnTo>
                  <a:pt x="17243" y="16298"/>
                </a:lnTo>
                <a:lnTo>
                  <a:pt x="17150" y="16100"/>
                </a:lnTo>
                <a:lnTo>
                  <a:pt x="17055" y="15968"/>
                </a:lnTo>
                <a:lnTo>
                  <a:pt x="16821" y="15968"/>
                </a:lnTo>
                <a:lnTo>
                  <a:pt x="16400" y="15702"/>
                </a:lnTo>
                <a:lnTo>
                  <a:pt x="16446" y="15504"/>
                </a:lnTo>
                <a:lnTo>
                  <a:pt x="16446" y="15106"/>
                </a:lnTo>
                <a:lnTo>
                  <a:pt x="16400" y="15039"/>
                </a:lnTo>
                <a:lnTo>
                  <a:pt x="16305" y="14974"/>
                </a:lnTo>
                <a:lnTo>
                  <a:pt x="16165" y="14974"/>
                </a:lnTo>
                <a:lnTo>
                  <a:pt x="16072" y="15039"/>
                </a:lnTo>
                <a:lnTo>
                  <a:pt x="16024" y="15173"/>
                </a:lnTo>
                <a:lnTo>
                  <a:pt x="15931" y="15504"/>
                </a:lnTo>
                <a:lnTo>
                  <a:pt x="15650" y="15437"/>
                </a:lnTo>
                <a:lnTo>
                  <a:pt x="15369" y="15504"/>
                </a:lnTo>
                <a:lnTo>
                  <a:pt x="15088" y="15570"/>
                </a:lnTo>
                <a:lnTo>
                  <a:pt x="14853" y="15702"/>
                </a:lnTo>
                <a:lnTo>
                  <a:pt x="14760" y="15504"/>
                </a:lnTo>
                <a:lnTo>
                  <a:pt x="14619" y="15372"/>
                </a:lnTo>
                <a:lnTo>
                  <a:pt x="14384" y="15372"/>
                </a:lnTo>
                <a:lnTo>
                  <a:pt x="14291" y="15504"/>
                </a:lnTo>
                <a:lnTo>
                  <a:pt x="14198" y="15636"/>
                </a:lnTo>
                <a:lnTo>
                  <a:pt x="14103" y="15769"/>
                </a:lnTo>
                <a:lnTo>
                  <a:pt x="13917" y="16100"/>
                </a:lnTo>
                <a:lnTo>
                  <a:pt x="13729" y="16365"/>
                </a:lnTo>
                <a:lnTo>
                  <a:pt x="13353" y="16631"/>
                </a:lnTo>
                <a:lnTo>
                  <a:pt x="12932" y="16830"/>
                </a:lnTo>
                <a:lnTo>
                  <a:pt x="12510" y="16961"/>
                </a:lnTo>
                <a:lnTo>
                  <a:pt x="12089" y="17028"/>
                </a:lnTo>
                <a:lnTo>
                  <a:pt x="11199" y="17028"/>
                </a:lnTo>
                <a:lnTo>
                  <a:pt x="10636" y="16895"/>
                </a:lnTo>
                <a:lnTo>
                  <a:pt x="10449" y="16830"/>
                </a:lnTo>
                <a:lnTo>
                  <a:pt x="10401" y="16830"/>
                </a:lnTo>
                <a:lnTo>
                  <a:pt x="10401" y="16497"/>
                </a:lnTo>
                <a:lnTo>
                  <a:pt x="10261" y="16298"/>
                </a:lnTo>
                <a:lnTo>
                  <a:pt x="10589" y="15570"/>
                </a:lnTo>
                <a:lnTo>
                  <a:pt x="10918" y="14776"/>
                </a:lnTo>
                <a:lnTo>
                  <a:pt x="11199" y="14311"/>
                </a:lnTo>
                <a:lnTo>
                  <a:pt x="11480" y="13780"/>
                </a:lnTo>
                <a:lnTo>
                  <a:pt x="11808" y="13383"/>
                </a:lnTo>
                <a:lnTo>
                  <a:pt x="12136" y="12921"/>
                </a:lnTo>
                <a:lnTo>
                  <a:pt x="12510" y="12588"/>
                </a:lnTo>
                <a:lnTo>
                  <a:pt x="12886" y="12258"/>
                </a:lnTo>
                <a:lnTo>
                  <a:pt x="13072" y="12124"/>
                </a:lnTo>
                <a:lnTo>
                  <a:pt x="13307" y="12124"/>
                </a:lnTo>
                <a:lnTo>
                  <a:pt x="13401" y="12191"/>
                </a:lnTo>
                <a:lnTo>
                  <a:pt x="13448" y="12323"/>
                </a:lnTo>
                <a:lnTo>
                  <a:pt x="13448" y="12720"/>
                </a:lnTo>
                <a:lnTo>
                  <a:pt x="13353" y="12921"/>
                </a:lnTo>
                <a:lnTo>
                  <a:pt x="13167" y="13318"/>
                </a:lnTo>
                <a:lnTo>
                  <a:pt x="12839" y="13847"/>
                </a:lnTo>
                <a:lnTo>
                  <a:pt x="12463" y="14378"/>
                </a:lnTo>
                <a:lnTo>
                  <a:pt x="12136" y="14974"/>
                </a:lnTo>
                <a:lnTo>
                  <a:pt x="11855" y="15636"/>
                </a:lnTo>
                <a:lnTo>
                  <a:pt x="11855" y="15769"/>
                </a:lnTo>
                <a:lnTo>
                  <a:pt x="11901" y="15968"/>
                </a:lnTo>
                <a:lnTo>
                  <a:pt x="11996" y="16035"/>
                </a:lnTo>
                <a:lnTo>
                  <a:pt x="12136" y="16035"/>
                </a:lnTo>
                <a:lnTo>
                  <a:pt x="12417" y="15702"/>
                </a:lnTo>
                <a:lnTo>
                  <a:pt x="12698" y="15305"/>
                </a:lnTo>
                <a:lnTo>
                  <a:pt x="13120" y="14443"/>
                </a:lnTo>
                <a:lnTo>
                  <a:pt x="13541" y="13780"/>
                </a:lnTo>
                <a:lnTo>
                  <a:pt x="13729" y="13450"/>
                </a:lnTo>
                <a:lnTo>
                  <a:pt x="13869" y="13052"/>
                </a:lnTo>
                <a:lnTo>
                  <a:pt x="13917" y="12720"/>
                </a:lnTo>
                <a:lnTo>
                  <a:pt x="13917" y="12390"/>
                </a:lnTo>
                <a:lnTo>
                  <a:pt x="13869" y="12059"/>
                </a:lnTo>
                <a:lnTo>
                  <a:pt x="13775" y="11793"/>
                </a:lnTo>
                <a:lnTo>
                  <a:pt x="13634" y="11528"/>
                </a:lnTo>
                <a:lnTo>
                  <a:pt x="13401" y="11396"/>
                </a:lnTo>
                <a:lnTo>
                  <a:pt x="13213" y="11396"/>
                </a:lnTo>
                <a:lnTo>
                  <a:pt x="12932" y="11463"/>
                </a:lnTo>
                <a:lnTo>
                  <a:pt x="12651" y="11595"/>
                </a:lnTo>
                <a:lnTo>
                  <a:pt x="12370" y="11860"/>
                </a:lnTo>
                <a:lnTo>
                  <a:pt x="11855" y="12390"/>
                </a:lnTo>
                <a:lnTo>
                  <a:pt x="11386" y="12986"/>
                </a:lnTo>
                <a:lnTo>
                  <a:pt x="10965" y="13649"/>
                </a:lnTo>
                <a:lnTo>
                  <a:pt x="10589" y="14245"/>
                </a:lnTo>
                <a:lnTo>
                  <a:pt x="10261" y="14908"/>
                </a:lnTo>
                <a:lnTo>
                  <a:pt x="10027" y="15636"/>
                </a:lnTo>
                <a:lnTo>
                  <a:pt x="9934" y="16035"/>
                </a:lnTo>
                <a:lnTo>
                  <a:pt x="9887" y="16432"/>
                </a:lnTo>
                <a:lnTo>
                  <a:pt x="9839" y="16432"/>
                </a:lnTo>
                <a:lnTo>
                  <a:pt x="9793" y="16564"/>
                </a:lnTo>
                <a:lnTo>
                  <a:pt x="9652" y="16631"/>
                </a:lnTo>
                <a:lnTo>
                  <a:pt x="9325" y="16631"/>
                </a:lnTo>
                <a:lnTo>
                  <a:pt x="8715" y="16432"/>
                </a:lnTo>
                <a:lnTo>
                  <a:pt x="7966" y="16432"/>
                </a:lnTo>
                <a:lnTo>
                  <a:pt x="7263" y="16564"/>
                </a:lnTo>
                <a:lnTo>
                  <a:pt x="7168" y="16564"/>
                </a:lnTo>
                <a:lnTo>
                  <a:pt x="7168" y="15901"/>
                </a:lnTo>
                <a:lnTo>
                  <a:pt x="7263" y="15636"/>
                </a:lnTo>
                <a:lnTo>
                  <a:pt x="7356" y="15372"/>
                </a:lnTo>
                <a:lnTo>
                  <a:pt x="7497" y="15106"/>
                </a:lnTo>
                <a:lnTo>
                  <a:pt x="7685" y="14974"/>
                </a:lnTo>
                <a:lnTo>
                  <a:pt x="7872" y="14776"/>
                </a:lnTo>
                <a:lnTo>
                  <a:pt x="8153" y="14709"/>
                </a:lnTo>
                <a:lnTo>
                  <a:pt x="8621" y="14510"/>
                </a:lnTo>
                <a:lnTo>
                  <a:pt x="9044" y="14311"/>
                </a:lnTo>
                <a:lnTo>
                  <a:pt x="9465" y="14046"/>
                </a:lnTo>
                <a:lnTo>
                  <a:pt x="9839" y="13715"/>
                </a:lnTo>
                <a:lnTo>
                  <a:pt x="10168" y="13318"/>
                </a:lnTo>
                <a:lnTo>
                  <a:pt x="10496" y="12921"/>
                </a:lnTo>
                <a:lnTo>
                  <a:pt x="10777" y="12456"/>
                </a:lnTo>
                <a:lnTo>
                  <a:pt x="11011" y="11925"/>
                </a:lnTo>
                <a:lnTo>
                  <a:pt x="11199" y="11528"/>
                </a:lnTo>
                <a:lnTo>
                  <a:pt x="11386" y="10999"/>
                </a:lnTo>
                <a:lnTo>
                  <a:pt x="11432" y="10733"/>
                </a:lnTo>
                <a:lnTo>
                  <a:pt x="11480" y="10468"/>
                </a:lnTo>
                <a:lnTo>
                  <a:pt x="11432" y="10204"/>
                </a:lnTo>
                <a:lnTo>
                  <a:pt x="11386" y="10005"/>
                </a:lnTo>
                <a:lnTo>
                  <a:pt x="11246" y="10005"/>
                </a:lnTo>
                <a:lnTo>
                  <a:pt x="11105" y="10070"/>
                </a:lnTo>
                <a:lnTo>
                  <a:pt x="11011" y="10269"/>
                </a:lnTo>
                <a:lnTo>
                  <a:pt x="10870" y="10733"/>
                </a:lnTo>
                <a:lnTo>
                  <a:pt x="10636" y="11396"/>
                </a:lnTo>
                <a:lnTo>
                  <a:pt x="10355" y="12059"/>
                </a:lnTo>
                <a:lnTo>
                  <a:pt x="9980" y="12655"/>
                </a:lnTo>
                <a:lnTo>
                  <a:pt x="9558" y="13119"/>
                </a:lnTo>
                <a:lnTo>
                  <a:pt x="9090" y="13517"/>
                </a:lnTo>
                <a:lnTo>
                  <a:pt x="8575" y="13847"/>
                </a:lnTo>
                <a:lnTo>
                  <a:pt x="8106" y="14046"/>
                </a:lnTo>
                <a:lnTo>
                  <a:pt x="7685" y="14245"/>
                </a:lnTo>
                <a:lnTo>
                  <a:pt x="7450" y="14311"/>
                </a:lnTo>
                <a:lnTo>
                  <a:pt x="7263" y="14510"/>
                </a:lnTo>
                <a:lnTo>
                  <a:pt x="7075" y="14709"/>
                </a:lnTo>
                <a:lnTo>
                  <a:pt x="6935" y="14974"/>
                </a:lnTo>
                <a:lnTo>
                  <a:pt x="6747" y="15372"/>
                </a:lnTo>
                <a:lnTo>
                  <a:pt x="6654" y="15836"/>
                </a:lnTo>
                <a:lnTo>
                  <a:pt x="6654" y="16298"/>
                </a:lnTo>
                <a:lnTo>
                  <a:pt x="6747" y="16763"/>
                </a:lnTo>
                <a:lnTo>
                  <a:pt x="6278" y="16961"/>
                </a:lnTo>
                <a:lnTo>
                  <a:pt x="5763" y="17160"/>
                </a:lnTo>
                <a:lnTo>
                  <a:pt x="5576" y="17160"/>
                </a:lnTo>
                <a:lnTo>
                  <a:pt x="5388" y="17093"/>
                </a:lnTo>
                <a:lnTo>
                  <a:pt x="5201" y="17028"/>
                </a:lnTo>
                <a:lnTo>
                  <a:pt x="5061" y="16895"/>
                </a:lnTo>
                <a:lnTo>
                  <a:pt x="4920" y="16696"/>
                </a:lnTo>
                <a:lnTo>
                  <a:pt x="4826" y="16497"/>
                </a:lnTo>
                <a:lnTo>
                  <a:pt x="4780" y="16298"/>
                </a:lnTo>
                <a:lnTo>
                  <a:pt x="4826" y="15968"/>
                </a:lnTo>
                <a:lnTo>
                  <a:pt x="4873" y="15836"/>
                </a:lnTo>
                <a:lnTo>
                  <a:pt x="4826" y="15702"/>
                </a:lnTo>
                <a:lnTo>
                  <a:pt x="4966" y="15437"/>
                </a:lnTo>
                <a:lnTo>
                  <a:pt x="5061" y="15173"/>
                </a:lnTo>
                <a:lnTo>
                  <a:pt x="5247" y="14642"/>
                </a:lnTo>
                <a:lnTo>
                  <a:pt x="5435" y="14178"/>
                </a:lnTo>
                <a:lnTo>
                  <a:pt x="5670" y="13582"/>
                </a:lnTo>
                <a:lnTo>
                  <a:pt x="5716" y="13318"/>
                </a:lnTo>
                <a:lnTo>
                  <a:pt x="5763" y="13052"/>
                </a:lnTo>
                <a:lnTo>
                  <a:pt x="5716" y="12720"/>
                </a:lnTo>
                <a:lnTo>
                  <a:pt x="5670" y="12456"/>
                </a:lnTo>
                <a:lnTo>
                  <a:pt x="5528" y="12323"/>
                </a:lnTo>
                <a:lnTo>
                  <a:pt x="5388" y="12191"/>
                </a:lnTo>
                <a:lnTo>
                  <a:pt x="5247" y="12124"/>
                </a:lnTo>
                <a:lnTo>
                  <a:pt x="5061" y="12124"/>
                </a:lnTo>
                <a:lnTo>
                  <a:pt x="4733" y="12191"/>
                </a:lnTo>
                <a:lnTo>
                  <a:pt x="4452" y="12323"/>
                </a:lnTo>
                <a:lnTo>
                  <a:pt x="4076" y="12655"/>
                </a:lnTo>
                <a:lnTo>
                  <a:pt x="3749" y="13052"/>
                </a:lnTo>
                <a:lnTo>
                  <a:pt x="3514" y="13450"/>
                </a:lnTo>
                <a:lnTo>
                  <a:pt x="3280" y="13847"/>
                </a:lnTo>
                <a:lnTo>
                  <a:pt x="3186" y="13847"/>
                </a:lnTo>
                <a:lnTo>
                  <a:pt x="3092" y="13914"/>
                </a:lnTo>
                <a:lnTo>
                  <a:pt x="2999" y="14178"/>
                </a:lnTo>
                <a:lnTo>
                  <a:pt x="2999" y="14378"/>
                </a:lnTo>
                <a:lnTo>
                  <a:pt x="3045" y="14510"/>
                </a:lnTo>
                <a:lnTo>
                  <a:pt x="3140" y="14577"/>
                </a:lnTo>
                <a:lnTo>
                  <a:pt x="3280" y="14642"/>
                </a:lnTo>
                <a:lnTo>
                  <a:pt x="3421" y="14642"/>
                </a:lnTo>
                <a:lnTo>
                  <a:pt x="3561" y="14577"/>
                </a:lnTo>
                <a:lnTo>
                  <a:pt x="3655" y="14443"/>
                </a:lnTo>
                <a:lnTo>
                  <a:pt x="4076" y="13780"/>
                </a:lnTo>
                <a:lnTo>
                  <a:pt x="4264" y="13450"/>
                </a:lnTo>
                <a:lnTo>
                  <a:pt x="4498" y="13184"/>
                </a:lnTo>
                <a:lnTo>
                  <a:pt x="4780" y="13052"/>
                </a:lnTo>
                <a:lnTo>
                  <a:pt x="5061" y="12921"/>
                </a:lnTo>
                <a:lnTo>
                  <a:pt x="5154" y="12921"/>
                </a:lnTo>
                <a:lnTo>
                  <a:pt x="5154" y="13184"/>
                </a:lnTo>
                <a:lnTo>
                  <a:pt x="5014" y="13649"/>
                </a:lnTo>
                <a:lnTo>
                  <a:pt x="4685" y="14510"/>
                </a:lnTo>
                <a:lnTo>
                  <a:pt x="4545" y="15039"/>
                </a:lnTo>
                <a:lnTo>
                  <a:pt x="4452" y="15305"/>
                </a:lnTo>
                <a:lnTo>
                  <a:pt x="4357" y="15437"/>
                </a:lnTo>
                <a:lnTo>
                  <a:pt x="4217" y="15570"/>
                </a:lnTo>
                <a:lnTo>
                  <a:pt x="4217" y="15636"/>
                </a:lnTo>
                <a:lnTo>
                  <a:pt x="4171" y="15702"/>
                </a:lnTo>
                <a:lnTo>
                  <a:pt x="3983" y="15901"/>
                </a:lnTo>
                <a:lnTo>
                  <a:pt x="3749" y="15968"/>
                </a:lnTo>
                <a:lnTo>
                  <a:pt x="3514" y="16035"/>
                </a:lnTo>
                <a:lnTo>
                  <a:pt x="3233" y="16035"/>
                </a:lnTo>
                <a:lnTo>
                  <a:pt x="2999" y="15968"/>
                </a:lnTo>
                <a:lnTo>
                  <a:pt x="2764" y="15836"/>
                </a:lnTo>
                <a:lnTo>
                  <a:pt x="2578" y="15702"/>
                </a:lnTo>
                <a:lnTo>
                  <a:pt x="2390" y="15504"/>
                </a:lnTo>
                <a:lnTo>
                  <a:pt x="2202" y="15238"/>
                </a:lnTo>
                <a:lnTo>
                  <a:pt x="2109" y="14974"/>
                </a:lnTo>
                <a:lnTo>
                  <a:pt x="2014" y="14709"/>
                </a:lnTo>
                <a:lnTo>
                  <a:pt x="1921" y="14378"/>
                </a:lnTo>
                <a:lnTo>
                  <a:pt x="1921" y="13450"/>
                </a:lnTo>
                <a:lnTo>
                  <a:pt x="2014" y="13119"/>
                </a:lnTo>
                <a:lnTo>
                  <a:pt x="2062" y="12921"/>
                </a:lnTo>
                <a:lnTo>
                  <a:pt x="2109" y="12720"/>
                </a:lnTo>
                <a:lnTo>
                  <a:pt x="2062" y="12588"/>
                </a:lnTo>
                <a:lnTo>
                  <a:pt x="2155" y="12588"/>
                </a:lnTo>
                <a:lnTo>
                  <a:pt x="2483" y="12390"/>
                </a:lnTo>
                <a:lnTo>
                  <a:pt x="2811" y="12258"/>
                </a:lnTo>
                <a:lnTo>
                  <a:pt x="3561" y="11727"/>
                </a:lnTo>
                <a:lnTo>
                  <a:pt x="4311" y="11131"/>
                </a:lnTo>
                <a:lnTo>
                  <a:pt x="4873" y="10601"/>
                </a:lnTo>
                <a:lnTo>
                  <a:pt x="5107" y="10269"/>
                </a:lnTo>
                <a:lnTo>
                  <a:pt x="5295" y="9938"/>
                </a:lnTo>
                <a:lnTo>
                  <a:pt x="5482" y="9541"/>
                </a:lnTo>
                <a:lnTo>
                  <a:pt x="5623" y="9209"/>
                </a:lnTo>
                <a:lnTo>
                  <a:pt x="5716" y="8746"/>
                </a:lnTo>
                <a:lnTo>
                  <a:pt x="5763" y="8282"/>
                </a:lnTo>
                <a:lnTo>
                  <a:pt x="5763" y="7950"/>
                </a:lnTo>
                <a:lnTo>
                  <a:pt x="5716" y="7552"/>
                </a:lnTo>
                <a:lnTo>
                  <a:pt x="5576" y="7222"/>
                </a:lnTo>
                <a:lnTo>
                  <a:pt x="5482" y="7090"/>
                </a:lnTo>
                <a:lnTo>
                  <a:pt x="5388" y="7023"/>
                </a:lnTo>
                <a:lnTo>
                  <a:pt x="5061" y="6891"/>
                </a:lnTo>
                <a:lnTo>
                  <a:pt x="4780" y="6824"/>
                </a:lnTo>
                <a:lnTo>
                  <a:pt x="4452" y="6891"/>
                </a:lnTo>
                <a:lnTo>
                  <a:pt x="4123" y="6956"/>
                </a:lnTo>
                <a:lnTo>
                  <a:pt x="3749" y="7155"/>
                </a:lnTo>
                <a:lnTo>
                  <a:pt x="3421" y="7354"/>
                </a:lnTo>
                <a:lnTo>
                  <a:pt x="2764" y="7885"/>
                </a:lnTo>
                <a:lnTo>
                  <a:pt x="1921" y="8548"/>
                </a:lnTo>
                <a:lnTo>
                  <a:pt x="1547" y="8878"/>
                </a:lnTo>
                <a:lnTo>
                  <a:pt x="1171" y="9209"/>
                </a:lnTo>
                <a:lnTo>
                  <a:pt x="1078" y="9342"/>
                </a:lnTo>
                <a:lnTo>
                  <a:pt x="1031" y="9474"/>
                </a:lnTo>
                <a:lnTo>
                  <a:pt x="1031" y="9606"/>
                </a:lnTo>
                <a:lnTo>
                  <a:pt x="1078" y="9673"/>
                </a:lnTo>
                <a:lnTo>
                  <a:pt x="1124" y="9805"/>
                </a:lnTo>
                <a:lnTo>
                  <a:pt x="1219" y="9872"/>
                </a:lnTo>
                <a:lnTo>
                  <a:pt x="1406" y="9872"/>
                </a:lnTo>
                <a:lnTo>
                  <a:pt x="1968" y="9474"/>
                </a:lnTo>
                <a:lnTo>
                  <a:pt x="2483" y="9010"/>
                </a:lnTo>
                <a:lnTo>
                  <a:pt x="3561" y="8148"/>
                </a:lnTo>
                <a:lnTo>
                  <a:pt x="4076" y="7818"/>
                </a:lnTo>
                <a:lnTo>
                  <a:pt x="4311" y="7686"/>
                </a:lnTo>
                <a:lnTo>
                  <a:pt x="4592" y="7619"/>
                </a:lnTo>
                <a:lnTo>
                  <a:pt x="4780" y="7552"/>
                </a:lnTo>
                <a:lnTo>
                  <a:pt x="4920" y="7619"/>
                </a:lnTo>
                <a:lnTo>
                  <a:pt x="5107" y="7686"/>
                </a:lnTo>
                <a:lnTo>
                  <a:pt x="5154" y="7751"/>
                </a:lnTo>
                <a:lnTo>
                  <a:pt x="5201" y="7885"/>
                </a:lnTo>
                <a:lnTo>
                  <a:pt x="5247" y="8083"/>
                </a:lnTo>
                <a:lnTo>
                  <a:pt x="5247" y="8282"/>
                </a:lnTo>
                <a:lnTo>
                  <a:pt x="5201" y="8746"/>
                </a:lnTo>
                <a:lnTo>
                  <a:pt x="5107" y="9077"/>
                </a:lnTo>
                <a:lnTo>
                  <a:pt x="4920" y="9474"/>
                </a:lnTo>
                <a:lnTo>
                  <a:pt x="4733" y="9740"/>
                </a:lnTo>
                <a:lnTo>
                  <a:pt x="4545" y="10070"/>
                </a:lnTo>
                <a:lnTo>
                  <a:pt x="4030" y="10534"/>
                </a:lnTo>
                <a:lnTo>
                  <a:pt x="3561" y="10932"/>
                </a:lnTo>
                <a:lnTo>
                  <a:pt x="2999" y="11396"/>
                </a:lnTo>
                <a:lnTo>
                  <a:pt x="2437" y="11793"/>
                </a:lnTo>
                <a:lnTo>
                  <a:pt x="1874" y="12191"/>
                </a:lnTo>
                <a:lnTo>
                  <a:pt x="1687" y="12323"/>
                </a:lnTo>
                <a:lnTo>
                  <a:pt x="1593" y="12390"/>
                </a:lnTo>
                <a:lnTo>
                  <a:pt x="1547" y="12521"/>
                </a:lnTo>
                <a:lnTo>
                  <a:pt x="1500" y="12521"/>
                </a:lnTo>
                <a:lnTo>
                  <a:pt x="1359" y="12390"/>
                </a:lnTo>
                <a:lnTo>
                  <a:pt x="1124" y="12124"/>
                </a:lnTo>
                <a:lnTo>
                  <a:pt x="890" y="11662"/>
                </a:lnTo>
                <a:lnTo>
                  <a:pt x="750" y="11329"/>
                </a:lnTo>
                <a:lnTo>
                  <a:pt x="657" y="10932"/>
                </a:lnTo>
                <a:lnTo>
                  <a:pt x="609" y="10534"/>
                </a:lnTo>
                <a:lnTo>
                  <a:pt x="609" y="9673"/>
                </a:lnTo>
                <a:lnTo>
                  <a:pt x="703" y="9275"/>
                </a:lnTo>
                <a:lnTo>
                  <a:pt x="843" y="8811"/>
                </a:lnTo>
                <a:lnTo>
                  <a:pt x="984" y="8414"/>
                </a:lnTo>
                <a:lnTo>
                  <a:pt x="1171" y="8083"/>
                </a:lnTo>
                <a:lnTo>
                  <a:pt x="1406" y="7751"/>
                </a:lnTo>
                <a:lnTo>
                  <a:pt x="1921" y="7155"/>
                </a:lnTo>
                <a:lnTo>
                  <a:pt x="2437" y="6691"/>
                </a:lnTo>
                <a:lnTo>
                  <a:pt x="3045" y="6293"/>
                </a:lnTo>
                <a:lnTo>
                  <a:pt x="3140" y="6161"/>
                </a:lnTo>
                <a:lnTo>
                  <a:pt x="3186" y="5963"/>
                </a:lnTo>
                <a:lnTo>
                  <a:pt x="3280" y="5632"/>
                </a:lnTo>
                <a:lnTo>
                  <a:pt x="3468" y="5233"/>
                </a:lnTo>
                <a:lnTo>
                  <a:pt x="3702" y="4902"/>
                </a:lnTo>
                <a:lnTo>
                  <a:pt x="3890" y="4572"/>
                </a:lnTo>
                <a:lnTo>
                  <a:pt x="4123" y="4306"/>
                </a:lnTo>
                <a:lnTo>
                  <a:pt x="4404" y="4041"/>
                </a:lnTo>
                <a:lnTo>
                  <a:pt x="4639" y="3842"/>
                </a:lnTo>
                <a:lnTo>
                  <a:pt x="4920" y="3710"/>
                </a:lnTo>
                <a:lnTo>
                  <a:pt x="5247" y="3577"/>
                </a:lnTo>
                <a:lnTo>
                  <a:pt x="5528" y="3511"/>
                </a:lnTo>
                <a:lnTo>
                  <a:pt x="5811" y="3445"/>
                </a:lnTo>
                <a:lnTo>
                  <a:pt x="5997" y="3710"/>
                </a:lnTo>
                <a:lnTo>
                  <a:pt x="6232" y="3909"/>
                </a:lnTo>
                <a:lnTo>
                  <a:pt x="6559" y="4239"/>
                </a:lnTo>
                <a:lnTo>
                  <a:pt x="6841" y="4637"/>
                </a:lnTo>
                <a:lnTo>
                  <a:pt x="6982" y="4902"/>
                </a:lnTo>
                <a:lnTo>
                  <a:pt x="7075" y="5233"/>
                </a:lnTo>
                <a:lnTo>
                  <a:pt x="7216" y="5831"/>
                </a:lnTo>
                <a:lnTo>
                  <a:pt x="7309" y="6427"/>
                </a:lnTo>
                <a:lnTo>
                  <a:pt x="7263" y="7090"/>
                </a:lnTo>
                <a:lnTo>
                  <a:pt x="7168" y="7686"/>
                </a:lnTo>
                <a:lnTo>
                  <a:pt x="6982" y="8215"/>
                </a:lnTo>
                <a:lnTo>
                  <a:pt x="6466" y="9144"/>
                </a:lnTo>
                <a:lnTo>
                  <a:pt x="6232" y="9606"/>
                </a:lnTo>
                <a:lnTo>
                  <a:pt x="6044" y="10137"/>
                </a:lnTo>
                <a:lnTo>
                  <a:pt x="5951" y="10733"/>
                </a:lnTo>
                <a:lnTo>
                  <a:pt x="5951" y="11329"/>
                </a:lnTo>
                <a:lnTo>
                  <a:pt x="5997" y="11595"/>
                </a:lnTo>
                <a:lnTo>
                  <a:pt x="6092" y="11860"/>
                </a:lnTo>
                <a:lnTo>
                  <a:pt x="6138" y="12059"/>
                </a:lnTo>
                <a:lnTo>
                  <a:pt x="6278" y="12258"/>
                </a:lnTo>
                <a:lnTo>
                  <a:pt x="6559" y="12521"/>
                </a:lnTo>
                <a:lnTo>
                  <a:pt x="6887" y="12655"/>
                </a:lnTo>
                <a:lnTo>
                  <a:pt x="7216" y="12720"/>
                </a:lnTo>
                <a:lnTo>
                  <a:pt x="7590" y="12655"/>
                </a:lnTo>
                <a:lnTo>
                  <a:pt x="7918" y="12521"/>
                </a:lnTo>
                <a:lnTo>
                  <a:pt x="8247" y="12323"/>
                </a:lnTo>
                <a:lnTo>
                  <a:pt x="8528" y="12059"/>
                </a:lnTo>
                <a:lnTo>
                  <a:pt x="8809" y="11662"/>
                </a:lnTo>
                <a:lnTo>
                  <a:pt x="8996" y="11197"/>
                </a:lnTo>
                <a:lnTo>
                  <a:pt x="9230" y="10800"/>
                </a:lnTo>
                <a:lnTo>
                  <a:pt x="9793" y="9474"/>
                </a:lnTo>
                <a:lnTo>
                  <a:pt x="10074" y="8811"/>
                </a:lnTo>
                <a:lnTo>
                  <a:pt x="10355" y="8083"/>
                </a:lnTo>
                <a:lnTo>
                  <a:pt x="10401" y="7950"/>
                </a:lnTo>
                <a:lnTo>
                  <a:pt x="10355" y="7818"/>
                </a:lnTo>
                <a:lnTo>
                  <a:pt x="10308" y="7686"/>
                </a:lnTo>
                <a:lnTo>
                  <a:pt x="10261" y="7552"/>
                </a:lnTo>
                <a:lnTo>
                  <a:pt x="9934" y="7552"/>
                </a:lnTo>
                <a:lnTo>
                  <a:pt x="9839" y="7686"/>
                </a:lnTo>
                <a:lnTo>
                  <a:pt x="9606" y="8282"/>
                </a:lnTo>
                <a:lnTo>
                  <a:pt x="9325" y="8811"/>
                </a:lnTo>
                <a:lnTo>
                  <a:pt x="8856" y="10005"/>
                </a:lnTo>
                <a:lnTo>
                  <a:pt x="8621" y="10468"/>
                </a:lnTo>
                <a:lnTo>
                  <a:pt x="8387" y="10932"/>
                </a:lnTo>
                <a:lnTo>
                  <a:pt x="8153" y="11329"/>
                </a:lnTo>
                <a:lnTo>
                  <a:pt x="7825" y="11727"/>
                </a:lnTo>
                <a:lnTo>
                  <a:pt x="7590" y="11860"/>
                </a:lnTo>
                <a:lnTo>
                  <a:pt x="7404" y="11925"/>
                </a:lnTo>
                <a:lnTo>
                  <a:pt x="7168" y="11860"/>
                </a:lnTo>
                <a:lnTo>
                  <a:pt x="6982" y="11793"/>
                </a:lnTo>
                <a:lnTo>
                  <a:pt x="6794" y="11662"/>
                </a:lnTo>
                <a:lnTo>
                  <a:pt x="6654" y="11463"/>
                </a:lnTo>
                <a:lnTo>
                  <a:pt x="6559" y="11197"/>
                </a:lnTo>
                <a:lnTo>
                  <a:pt x="6513" y="10865"/>
                </a:lnTo>
                <a:lnTo>
                  <a:pt x="6559" y="10534"/>
                </a:lnTo>
                <a:lnTo>
                  <a:pt x="6606" y="10269"/>
                </a:lnTo>
                <a:lnTo>
                  <a:pt x="6841" y="9740"/>
                </a:lnTo>
                <a:lnTo>
                  <a:pt x="7356" y="8811"/>
                </a:lnTo>
                <a:lnTo>
                  <a:pt x="7544" y="8414"/>
                </a:lnTo>
                <a:lnTo>
                  <a:pt x="7685" y="7950"/>
                </a:lnTo>
                <a:lnTo>
                  <a:pt x="7825" y="7487"/>
                </a:lnTo>
                <a:lnTo>
                  <a:pt x="7872" y="7023"/>
                </a:lnTo>
                <a:lnTo>
                  <a:pt x="7872" y="6030"/>
                </a:lnTo>
                <a:lnTo>
                  <a:pt x="7778" y="5565"/>
                </a:lnTo>
                <a:lnTo>
                  <a:pt x="7685" y="5101"/>
                </a:lnTo>
                <a:lnTo>
                  <a:pt x="7450" y="4572"/>
                </a:lnTo>
                <a:lnTo>
                  <a:pt x="7123" y="3909"/>
                </a:lnTo>
                <a:lnTo>
                  <a:pt x="6935" y="3643"/>
                </a:lnTo>
                <a:lnTo>
                  <a:pt x="6747" y="3445"/>
                </a:lnTo>
                <a:lnTo>
                  <a:pt x="6513" y="3246"/>
                </a:lnTo>
                <a:lnTo>
                  <a:pt x="6278" y="3114"/>
                </a:lnTo>
                <a:lnTo>
                  <a:pt x="6278" y="2650"/>
                </a:lnTo>
                <a:lnTo>
                  <a:pt x="6373" y="2384"/>
                </a:lnTo>
                <a:lnTo>
                  <a:pt x="6466" y="2119"/>
                </a:lnTo>
                <a:lnTo>
                  <a:pt x="6606" y="1855"/>
                </a:lnTo>
                <a:lnTo>
                  <a:pt x="6794" y="1656"/>
                </a:lnTo>
                <a:lnTo>
                  <a:pt x="7028" y="1523"/>
                </a:lnTo>
                <a:lnTo>
                  <a:pt x="7263" y="1458"/>
                </a:lnTo>
                <a:lnTo>
                  <a:pt x="7497" y="1391"/>
                </a:lnTo>
                <a:lnTo>
                  <a:pt x="7685" y="1391"/>
                </a:lnTo>
                <a:lnTo>
                  <a:pt x="7918" y="1458"/>
                </a:lnTo>
                <a:lnTo>
                  <a:pt x="8340" y="1656"/>
                </a:lnTo>
                <a:lnTo>
                  <a:pt x="9184" y="2186"/>
                </a:lnTo>
                <a:lnTo>
                  <a:pt x="9044" y="2384"/>
                </a:lnTo>
                <a:lnTo>
                  <a:pt x="8996" y="2583"/>
                </a:lnTo>
                <a:lnTo>
                  <a:pt x="8996" y="2980"/>
                </a:lnTo>
                <a:lnTo>
                  <a:pt x="9137" y="3378"/>
                </a:lnTo>
                <a:lnTo>
                  <a:pt x="9325" y="3643"/>
                </a:lnTo>
                <a:lnTo>
                  <a:pt x="9511" y="3909"/>
                </a:lnTo>
                <a:lnTo>
                  <a:pt x="9652" y="4108"/>
                </a:lnTo>
                <a:lnTo>
                  <a:pt x="9511" y="4505"/>
                </a:lnTo>
                <a:lnTo>
                  <a:pt x="9277" y="5498"/>
                </a:lnTo>
                <a:lnTo>
                  <a:pt x="9137" y="5896"/>
                </a:lnTo>
                <a:lnTo>
                  <a:pt x="8996" y="6293"/>
                </a:lnTo>
                <a:lnTo>
                  <a:pt x="8856" y="6691"/>
                </a:lnTo>
                <a:lnTo>
                  <a:pt x="8809" y="7090"/>
                </a:lnTo>
                <a:lnTo>
                  <a:pt x="8809" y="7222"/>
                </a:lnTo>
                <a:lnTo>
                  <a:pt x="8903" y="7289"/>
                </a:lnTo>
                <a:lnTo>
                  <a:pt x="8996" y="7354"/>
                </a:lnTo>
                <a:lnTo>
                  <a:pt x="9090" y="7289"/>
                </a:lnTo>
                <a:lnTo>
                  <a:pt x="9277" y="7023"/>
                </a:lnTo>
                <a:lnTo>
                  <a:pt x="9465" y="6691"/>
                </a:lnTo>
                <a:lnTo>
                  <a:pt x="9699" y="5896"/>
                </a:lnTo>
                <a:lnTo>
                  <a:pt x="9934" y="4902"/>
                </a:lnTo>
                <a:lnTo>
                  <a:pt x="9980" y="4438"/>
                </a:lnTo>
                <a:lnTo>
                  <a:pt x="9980" y="4373"/>
                </a:lnTo>
                <a:lnTo>
                  <a:pt x="10682" y="4836"/>
                </a:lnTo>
                <a:lnTo>
                  <a:pt x="10965" y="5168"/>
                </a:lnTo>
                <a:lnTo>
                  <a:pt x="11105" y="5433"/>
                </a:lnTo>
                <a:lnTo>
                  <a:pt x="11246" y="5697"/>
                </a:lnTo>
                <a:lnTo>
                  <a:pt x="11339" y="5963"/>
                </a:lnTo>
                <a:lnTo>
                  <a:pt x="11339" y="6228"/>
                </a:lnTo>
                <a:lnTo>
                  <a:pt x="11292" y="6492"/>
                </a:lnTo>
                <a:lnTo>
                  <a:pt x="11105" y="6691"/>
                </a:lnTo>
                <a:lnTo>
                  <a:pt x="11011" y="6824"/>
                </a:lnTo>
                <a:lnTo>
                  <a:pt x="10965" y="6956"/>
                </a:lnTo>
                <a:lnTo>
                  <a:pt x="10965" y="7090"/>
                </a:lnTo>
                <a:lnTo>
                  <a:pt x="11011" y="7222"/>
                </a:lnTo>
                <a:lnTo>
                  <a:pt x="11058" y="7354"/>
                </a:lnTo>
                <a:lnTo>
                  <a:pt x="11151" y="7420"/>
                </a:lnTo>
                <a:lnTo>
                  <a:pt x="11292" y="7420"/>
                </a:lnTo>
                <a:lnTo>
                  <a:pt x="11386" y="7354"/>
                </a:lnTo>
                <a:lnTo>
                  <a:pt x="11620" y="7090"/>
                </a:lnTo>
                <a:lnTo>
                  <a:pt x="11761" y="6824"/>
                </a:lnTo>
                <a:lnTo>
                  <a:pt x="11855" y="6492"/>
                </a:lnTo>
                <a:lnTo>
                  <a:pt x="11855" y="5764"/>
                </a:lnTo>
                <a:lnTo>
                  <a:pt x="11761" y="5433"/>
                </a:lnTo>
                <a:lnTo>
                  <a:pt x="11620" y="5101"/>
                </a:lnTo>
                <a:lnTo>
                  <a:pt x="11480" y="4770"/>
                </a:lnTo>
                <a:lnTo>
                  <a:pt x="11246" y="4438"/>
                </a:lnTo>
                <a:lnTo>
                  <a:pt x="10965" y="4239"/>
                </a:lnTo>
                <a:lnTo>
                  <a:pt x="10355" y="3775"/>
                </a:lnTo>
                <a:lnTo>
                  <a:pt x="10074" y="3577"/>
                </a:lnTo>
                <a:lnTo>
                  <a:pt x="9699" y="3246"/>
                </a:lnTo>
                <a:lnTo>
                  <a:pt x="9511" y="2980"/>
                </a:lnTo>
                <a:lnTo>
                  <a:pt x="9418" y="2782"/>
                </a:lnTo>
                <a:lnTo>
                  <a:pt x="9371" y="2583"/>
                </a:lnTo>
                <a:lnTo>
                  <a:pt x="9418" y="2318"/>
                </a:lnTo>
                <a:lnTo>
                  <a:pt x="9558" y="2451"/>
                </a:lnTo>
                <a:lnTo>
                  <a:pt x="9652" y="2451"/>
                </a:lnTo>
                <a:lnTo>
                  <a:pt x="9699" y="2384"/>
                </a:lnTo>
                <a:lnTo>
                  <a:pt x="9746" y="2252"/>
                </a:lnTo>
                <a:lnTo>
                  <a:pt x="9839" y="2054"/>
                </a:lnTo>
                <a:lnTo>
                  <a:pt x="9980" y="1721"/>
                </a:lnTo>
                <a:lnTo>
                  <a:pt x="10120" y="1458"/>
                </a:lnTo>
                <a:lnTo>
                  <a:pt x="10355" y="1259"/>
                </a:lnTo>
                <a:lnTo>
                  <a:pt x="10589" y="1125"/>
                </a:lnTo>
                <a:lnTo>
                  <a:pt x="10824" y="1060"/>
                </a:lnTo>
                <a:lnTo>
                  <a:pt x="11105" y="993"/>
                </a:lnTo>
                <a:lnTo>
                  <a:pt x="11573" y="927"/>
                </a:lnTo>
                <a:close/>
                <a:moveTo>
                  <a:pt x="16962" y="16830"/>
                </a:moveTo>
                <a:lnTo>
                  <a:pt x="17150" y="17028"/>
                </a:lnTo>
                <a:lnTo>
                  <a:pt x="17150" y="17093"/>
                </a:lnTo>
                <a:lnTo>
                  <a:pt x="17055" y="17093"/>
                </a:lnTo>
                <a:lnTo>
                  <a:pt x="16915" y="17227"/>
                </a:lnTo>
                <a:lnTo>
                  <a:pt x="16586" y="17823"/>
                </a:lnTo>
                <a:lnTo>
                  <a:pt x="16212" y="18419"/>
                </a:lnTo>
                <a:lnTo>
                  <a:pt x="15791" y="18950"/>
                </a:lnTo>
                <a:lnTo>
                  <a:pt x="15369" y="19413"/>
                </a:lnTo>
                <a:lnTo>
                  <a:pt x="14619" y="20009"/>
                </a:lnTo>
                <a:lnTo>
                  <a:pt x="13869" y="20607"/>
                </a:lnTo>
                <a:lnTo>
                  <a:pt x="13588" y="20540"/>
                </a:lnTo>
                <a:lnTo>
                  <a:pt x="13307" y="20408"/>
                </a:lnTo>
                <a:lnTo>
                  <a:pt x="13072" y="20207"/>
                </a:lnTo>
                <a:lnTo>
                  <a:pt x="12839" y="20009"/>
                </a:lnTo>
                <a:lnTo>
                  <a:pt x="13401" y="19877"/>
                </a:lnTo>
                <a:lnTo>
                  <a:pt x="13917" y="19611"/>
                </a:lnTo>
                <a:lnTo>
                  <a:pt x="14432" y="19281"/>
                </a:lnTo>
                <a:lnTo>
                  <a:pt x="14948" y="18950"/>
                </a:lnTo>
                <a:lnTo>
                  <a:pt x="15510" y="18486"/>
                </a:lnTo>
                <a:lnTo>
                  <a:pt x="16024" y="17955"/>
                </a:lnTo>
                <a:lnTo>
                  <a:pt x="16493" y="17426"/>
                </a:lnTo>
                <a:lnTo>
                  <a:pt x="16962" y="16830"/>
                </a:lnTo>
                <a:close/>
                <a:moveTo>
                  <a:pt x="17383" y="17426"/>
                </a:moveTo>
                <a:lnTo>
                  <a:pt x="17524" y="17691"/>
                </a:lnTo>
                <a:lnTo>
                  <a:pt x="17617" y="18022"/>
                </a:lnTo>
                <a:lnTo>
                  <a:pt x="17805" y="18685"/>
                </a:lnTo>
                <a:lnTo>
                  <a:pt x="17805" y="19611"/>
                </a:lnTo>
                <a:lnTo>
                  <a:pt x="17712" y="19810"/>
                </a:lnTo>
                <a:lnTo>
                  <a:pt x="17664" y="19745"/>
                </a:lnTo>
                <a:lnTo>
                  <a:pt x="17524" y="19745"/>
                </a:lnTo>
                <a:lnTo>
                  <a:pt x="17524" y="19810"/>
                </a:lnTo>
                <a:lnTo>
                  <a:pt x="17383" y="20207"/>
                </a:lnTo>
                <a:lnTo>
                  <a:pt x="16305" y="20408"/>
                </a:lnTo>
                <a:lnTo>
                  <a:pt x="16493" y="20207"/>
                </a:lnTo>
                <a:lnTo>
                  <a:pt x="17009" y="19678"/>
                </a:lnTo>
                <a:lnTo>
                  <a:pt x="17477" y="19082"/>
                </a:lnTo>
                <a:lnTo>
                  <a:pt x="17571" y="18950"/>
                </a:lnTo>
                <a:lnTo>
                  <a:pt x="17571" y="18750"/>
                </a:lnTo>
                <a:lnTo>
                  <a:pt x="17524" y="18618"/>
                </a:lnTo>
                <a:lnTo>
                  <a:pt x="17383" y="18551"/>
                </a:lnTo>
                <a:lnTo>
                  <a:pt x="17290" y="18551"/>
                </a:lnTo>
                <a:lnTo>
                  <a:pt x="17196" y="18618"/>
                </a:lnTo>
                <a:lnTo>
                  <a:pt x="16681" y="19214"/>
                </a:lnTo>
                <a:lnTo>
                  <a:pt x="16165" y="19810"/>
                </a:lnTo>
                <a:lnTo>
                  <a:pt x="15837" y="20142"/>
                </a:lnTo>
                <a:lnTo>
                  <a:pt x="15743" y="20274"/>
                </a:lnTo>
                <a:lnTo>
                  <a:pt x="15650" y="20540"/>
                </a:lnTo>
                <a:lnTo>
                  <a:pt x="14900" y="20607"/>
                </a:lnTo>
                <a:lnTo>
                  <a:pt x="14665" y="20672"/>
                </a:lnTo>
                <a:lnTo>
                  <a:pt x="15041" y="20408"/>
                </a:lnTo>
                <a:lnTo>
                  <a:pt x="15415" y="20075"/>
                </a:lnTo>
                <a:lnTo>
                  <a:pt x="15791" y="19745"/>
                </a:lnTo>
                <a:lnTo>
                  <a:pt x="16165" y="19413"/>
                </a:lnTo>
                <a:lnTo>
                  <a:pt x="16493" y="18950"/>
                </a:lnTo>
                <a:lnTo>
                  <a:pt x="16774" y="18551"/>
                </a:lnTo>
                <a:lnTo>
                  <a:pt x="17055" y="18089"/>
                </a:lnTo>
                <a:lnTo>
                  <a:pt x="17336" y="17557"/>
                </a:lnTo>
                <a:lnTo>
                  <a:pt x="17383" y="17426"/>
                </a:lnTo>
                <a:close/>
                <a:moveTo>
                  <a:pt x="11573" y="0"/>
                </a:moveTo>
                <a:lnTo>
                  <a:pt x="11246" y="65"/>
                </a:lnTo>
                <a:lnTo>
                  <a:pt x="10918" y="65"/>
                </a:lnTo>
                <a:lnTo>
                  <a:pt x="10589" y="199"/>
                </a:lnTo>
                <a:lnTo>
                  <a:pt x="10261" y="331"/>
                </a:lnTo>
                <a:lnTo>
                  <a:pt x="9980" y="529"/>
                </a:lnTo>
                <a:lnTo>
                  <a:pt x="9699" y="795"/>
                </a:lnTo>
                <a:lnTo>
                  <a:pt x="9465" y="1125"/>
                </a:lnTo>
                <a:lnTo>
                  <a:pt x="9325" y="1523"/>
                </a:lnTo>
                <a:lnTo>
                  <a:pt x="8809" y="1125"/>
                </a:lnTo>
                <a:lnTo>
                  <a:pt x="8294" y="795"/>
                </a:lnTo>
                <a:lnTo>
                  <a:pt x="8013" y="661"/>
                </a:lnTo>
                <a:lnTo>
                  <a:pt x="7732" y="596"/>
                </a:lnTo>
                <a:lnTo>
                  <a:pt x="7168" y="596"/>
                </a:lnTo>
                <a:lnTo>
                  <a:pt x="6887" y="728"/>
                </a:lnTo>
                <a:lnTo>
                  <a:pt x="6654" y="860"/>
                </a:lnTo>
                <a:lnTo>
                  <a:pt x="6419" y="1060"/>
                </a:lnTo>
                <a:lnTo>
                  <a:pt x="6185" y="1324"/>
                </a:lnTo>
                <a:lnTo>
                  <a:pt x="5997" y="1590"/>
                </a:lnTo>
                <a:lnTo>
                  <a:pt x="5857" y="1920"/>
                </a:lnTo>
                <a:lnTo>
                  <a:pt x="5763" y="2252"/>
                </a:lnTo>
                <a:lnTo>
                  <a:pt x="5716" y="2650"/>
                </a:lnTo>
                <a:lnTo>
                  <a:pt x="5342" y="2717"/>
                </a:lnTo>
                <a:lnTo>
                  <a:pt x="4966" y="2782"/>
                </a:lnTo>
                <a:lnTo>
                  <a:pt x="4592" y="2980"/>
                </a:lnTo>
                <a:lnTo>
                  <a:pt x="4264" y="3246"/>
                </a:lnTo>
                <a:lnTo>
                  <a:pt x="3936" y="3511"/>
                </a:lnTo>
                <a:lnTo>
                  <a:pt x="3655" y="3775"/>
                </a:lnTo>
                <a:lnTo>
                  <a:pt x="3373" y="4174"/>
                </a:lnTo>
                <a:lnTo>
                  <a:pt x="3092" y="4572"/>
                </a:lnTo>
                <a:lnTo>
                  <a:pt x="2859" y="5034"/>
                </a:lnTo>
                <a:lnTo>
                  <a:pt x="2671" y="5565"/>
                </a:lnTo>
                <a:lnTo>
                  <a:pt x="2530" y="5697"/>
                </a:lnTo>
                <a:lnTo>
                  <a:pt x="2343" y="5831"/>
                </a:lnTo>
                <a:lnTo>
                  <a:pt x="1921" y="6095"/>
                </a:lnTo>
                <a:lnTo>
                  <a:pt x="1547" y="6427"/>
                </a:lnTo>
                <a:lnTo>
                  <a:pt x="1219" y="6824"/>
                </a:lnTo>
                <a:lnTo>
                  <a:pt x="890" y="7222"/>
                </a:lnTo>
                <a:lnTo>
                  <a:pt x="609" y="7686"/>
                </a:lnTo>
                <a:lnTo>
                  <a:pt x="422" y="8148"/>
                </a:lnTo>
                <a:lnTo>
                  <a:pt x="234" y="8613"/>
                </a:lnTo>
                <a:lnTo>
                  <a:pt x="93" y="9144"/>
                </a:lnTo>
                <a:lnTo>
                  <a:pt x="47" y="9606"/>
                </a:lnTo>
                <a:lnTo>
                  <a:pt x="0" y="10137"/>
                </a:lnTo>
                <a:lnTo>
                  <a:pt x="0" y="10666"/>
                </a:lnTo>
                <a:lnTo>
                  <a:pt x="93" y="11197"/>
                </a:lnTo>
                <a:lnTo>
                  <a:pt x="234" y="11727"/>
                </a:lnTo>
                <a:lnTo>
                  <a:pt x="376" y="12124"/>
                </a:lnTo>
                <a:lnTo>
                  <a:pt x="562" y="12521"/>
                </a:lnTo>
                <a:lnTo>
                  <a:pt x="843" y="12854"/>
                </a:lnTo>
                <a:lnTo>
                  <a:pt x="1124" y="13184"/>
                </a:lnTo>
                <a:lnTo>
                  <a:pt x="1359" y="13318"/>
                </a:lnTo>
                <a:lnTo>
                  <a:pt x="1312" y="13715"/>
                </a:lnTo>
                <a:lnTo>
                  <a:pt x="1312" y="14113"/>
                </a:lnTo>
                <a:lnTo>
                  <a:pt x="1359" y="14510"/>
                </a:lnTo>
                <a:lnTo>
                  <a:pt x="1406" y="14841"/>
                </a:lnTo>
                <a:lnTo>
                  <a:pt x="1500" y="15238"/>
                </a:lnTo>
                <a:lnTo>
                  <a:pt x="1640" y="15570"/>
                </a:lnTo>
                <a:lnTo>
                  <a:pt x="1828" y="15901"/>
                </a:lnTo>
                <a:lnTo>
                  <a:pt x="2062" y="16233"/>
                </a:lnTo>
                <a:lnTo>
                  <a:pt x="2295" y="16432"/>
                </a:lnTo>
                <a:lnTo>
                  <a:pt x="2530" y="16631"/>
                </a:lnTo>
                <a:lnTo>
                  <a:pt x="2811" y="16763"/>
                </a:lnTo>
                <a:lnTo>
                  <a:pt x="3092" y="16830"/>
                </a:lnTo>
                <a:lnTo>
                  <a:pt x="3373" y="16895"/>
                </a:lnTo>
                <a:lnTo>
                  <a:pt x="3655" y="16830"/>
                </a:lnTo>
                <a:lnTo>
                  <a:pt x="3936" y="16763"/>
                </a:lnTo>
                <a:lnTo>
                  <a:pt x="4217" y="16631"/>
                </a:lnTo>
                <a:lnTo>
                  <a:pt x="4311" y="16895"/>
                </a:lnTo>
                <a:lnTo>
                  <a:pt x="4404" y="17160"/>
                </a:lnTo>
                <a:lnTo>
                  <a:pt x="4592" y="17426"/>
                </a:lnTo>
                <a:lnTo>
                  <a:pt x="4780" y="17624"/>
                </a:lnTo>
                <a:lnTo>
                  <a:pt x="5014" y="17823"/>
                </a:lnTo>
                <a:lnTo>
                  <a:pt x="5247" y="17890"/>
                </a:lnTo>
                <a:lnTo>
                  <a:pt x="5482" y="17955"/>
                </a:lnTo>
                <a:lnTo>
                  <a:pt x="5716" y="17955"/>
                </a:lnTo>
                <a:lnTo>
                  <a:pt x="6185" y="17890"/>
                </a:lnTo>
                <a:lnTo>
                  <a:pt x="6701" y="17691"/>
                </a:lnTo>
                <a:lnTo>
                  <a:pt x="7263" y="17426"/>
                </a:lnTo>
                <a:lnTo>
                  <a:pt x="7872" y="17292"/>
                </a:lnTo>
                <a:lnTo>
                  <a:pt x="8434" y="17292"/>
                </a:lnTo>
                <a:lnTo>
                  <a:pt x="9044" y="17359"/>
                </a:lnTo>
                <a:lnTo>
                  <a:pt x="9511" y="17426"/>
                </a:lnTo>
                <a:lnTo>
                  <a:pt x="9746" y="17426"/>
                </a:lnTo>
                <a:lnTo>
                  <a:pt x="9980" y="17359"/>
                </a:lnTo>
                <a:lnTo>
                  <a:pt x="10168" y="17557"/>
                </a:lnTo>
                <a:lnTo>
                  <a:pt x="10401" y="17691"/>
                </a:lnTo>
                <a:lnTo>
                  <a:pt x="10636" y="17756"/>
                </a:lnTo>
                <a:lnTo>
                  <a:pt x="10918" y="17823"/>
                </a:lnTo>
                <a:lnTo>
                  <a:pt x="11527" y="17890"/>
                </a:lnTo>
                <a:lnTo>
                  <a:pt x="11996" y="17823"/>
                </a:lnTo>
                <a:lnTo>
                  <a:pt x="12136" y="17823"/>
                </a:lnTo>
                <a:lnTo>
                  <a:pt x="11948" y="18352"/>
                </a:lnTo>
                <a:lnTo>
                  <a:pt x="11901" y="18618"/>
                </a:lnTo>
                <a:lnTo>
                  <a:pt x="11855" y="18950"/>
                </a:lnTo>
                <a:lnTo>
                  <a:pt x="11901" y="19214"/>
                </a:lnTo>
                <a:lnTo>
                  <a:pt x="11948" y="19479"/>
                </a:lnTo>
                <a:lnTo>
                  <a:pt x="12089" y="20009"/>
                </a:lnTo>
                <a:lnTo>
                  <a:pt x="12323" y="20473"/>
                </a:lnTo>
                <a:lnTo>
                  <a:pt x="12558" y="20805"/>
                </a:lnTo>
                <a:lnTo>
                  <a:pt x="12744" y="21004"/>
                </a:lnTo>
                <a:lnTo>
                  <a:pt x="13026" y="21203"/>
                </a:lnTo>
                <a:lnTo>
                  <a:pt x="13260" y="21334"/>
                </a:lnTo>
                <a:lnTo>
                  <a:pt x="13822" y="21533"/>
                </a:lnTo>
                <a:lnTo>
                  <a:pt x="14432" y="21600"/>
                </a:lnTo>
                <a:lnTo>
                  <a:pt x="15041" y="21533"/>
                </a:lnTo>
                <a:lnTo>
                  <a:pt x="15603" y="21466"/>
                </a:lnTo>
                <a:lnTo>
                  <a:pt x="16727" y="21268"/>
                </a:lnTo>
                <a:lnTo>
                  <a:pt x="17805" y="21069"/>
                </a:lnTo>
                <a:lnTo>
                  <a:pt x="18321" y="20870"/>
                </a:lnTo>
                <a:lnTo>
                  <a:pt x="18836" y="20607"/>
                </a:lnTo>
                <a:lnTo>
                  <a:pt x="19257" y="20341"/>
                </a:lnTo>
                <a:lnTo>
                  <a:pt x="19633" y="19944"/>
                </a:lnTo>
                <a:lnTo>
                  <a:pt x="19960" y="19479"/>
                </a:lnTo>
                <a:lnTo>
                  <a:pt x="20242" y="19015"/>
                </a:lnTo>
                <a:lnTo>
                  <a:pt x="20476" y="18486"/>
                </a:lnTo>
                <a:lnTo>
                  <a:pt x="20710" y="17955"/>
                </a:lnTo>
                <a:lnTo>
                  <a:pt x="20897" y="17426"/>
                </a:lnTo>
                <a:lnTo>
                  <a:pt x="20991" y="16830"/>
                </a:lnTo>
                <a:lnTo>
                  <a:pt x="21085" y="16233"/>
                </a:lnTo>
                <a:lnTo>
                  <a:pt x="21131" y="15636"/>
                </a:lnTo>
                <a:lnTo>
                  <a:pt x="21085" y="15039"/>
                </a:lnTo>
                <a:lnTo>
                  <a:pt x="21038" y="14443"/>
                </a:lnTo>
                <a:lnTo>
                  <a:pt x="21319" y="13450"/>
                </a:lnTo>
                <a:lnTo>
                  <a:pt x="21507" y="12521"/>
                </a:lnTo>
                <a:lnTo>
                  <a:pt x="21600" y="11463"/>
                </a:lnTo>
                <a:lnTo>
                  <a:pt x="21600" y="10468"/>
                </a:lnTo>
                <a:lnTo>
                  <a:pt x="21507" y="9805"/>
                </a:lnTo>
                <a:lnTo>
                  <a:pt x="21366" y="9144"/>
                </a:lnTo>
                <a:lnTo>
                  <a:pt x="21273" y="8878"/>
                </a:lnTo>
                <a:lnTo>
                  <a:pt x="21131" y="8613"/>
                </a:lnTo>
                <a:lnTo>
                  <a:pt x="20945" y="8414"/>
                </a:lnTo>
                <a:lnTo>
                  <a:pt x="20757" y="8282"/>
                </a:lnTo>
                <a:lnTo>
                  <a:pt x="20757" y="7487"/>
                </a:lnTo>
                <a:lnTo>
                  <a:pt x="20664" y="6757"/>
                </a:lnTo>
                <a:lnTo>
                  <a:pt x="20476" y="6095"/>
                </a:lnTo>
                <a:lnTo>
                  <a:pt x="20148" y="5433"/>
                </a:lnTo>
                <a:lnTo>
                  <a:pt x="19960" y="5101"/>
                </a:lnTo>
                <a:lnTo>
                  <a:pt x="19726" y="4770"/>
                </a:lnTo>
                <a:lnTo>
                  <a:pt x="19445" y="4505"/>
                </a:lnTo>
                <a:lnTo>
                  <a:pt x="19164" y="4306"/>
                </a:lnTo>
                <a:lnTo>
                  <a:pt x="18836" y="4041"/>
                </a:lnTo>
                <a:lnTo>
                  <a:pt x="18555" y="3710"/>
                </a:lnTo>
                <a:lnTo>
                  <a:pt x="18367" y="3313"/>
                </a:lnTo>
                <a:lnTo>
                  <a:pt x="18181" y="2849"/>
                </a:lnTo>
                <a:lnTo>
                  <a:pt x="18040" y="2451"/>
                </a:lnTo>
                <a:lnTo>
                  <a:pt x="17852" y="2054"/>
                </a:lnTo>
                <a:lnTo>
                  <a:pt x="17664" y="1788"/>
                </a:lnTo>
                <a:lnTo>
                  <a:pt x="17477" y="1458"/>
                </a:lnTo>
                <a:lnTo>
                  <a:pt x="17243" y="1259"/>
                </a:lnTo>
                <a:lnTo>
                  <a:pt x="16962" y="1060"/>
                </a:lnTo>
                <a:lnTo>
                  <a:pt x="16681" y="927"/>
                </a:lnTo>
                <a:lnTo>
                  <a:pt x="16353" y="795"/>
                </a:lnTo>
                <a:lnTo>
                  <a:pt x="15791" y="795"/>
                </a:lnTo>
                <a:lnTo>
                  <a:pt x="15181" y="860"/>
                </a:lnTo>
                <a:lnTo>
                  <a:pt x="14572" y="1060"/>
                </a:lnTo>
                <a:lnTo>
                  <a:pt x="14010" y="1259"/>
                </a:lnTo>
                <a:lnTo>
                  <a:pt x="13822" y="927"/>
                </a:lnTo>
                <a:lnTo>
                  <a:pt x="13541" y="596"/>
                </a:lnTo>
                <a:lnTo>
                  <a:pt x="13260" y="397"/>
                </a:lnTo>
                <a:lnTo>
                  <a:pt x="12932" y="264"/>
                </a:lnTo>
                <a:lnTo>
                  <a:pt x="12604" y="132"/>
                </a:lnTo>
                <a:lnTo>
                  <a:pt x="12229" y="65"/>
                </a:lnTo>
                <a:lnTo>
                  <a:pt x="11573" y="0"/>
                </a:lnTo>
                <a:close/>
              </a:path>
            </a:pathLst>
          </a:custGeom>
          <a:solidFill>
            <a:schemeClr val="accent1"/>
          </a:solidFill>
          <a:ln w="12700">
            <a:miter lim="400000"/>
          </a:ln>
        </p:spPr>
        <p:txBody>
          <a:bodyPr lIns="0" tIns="0" rIns="0" bIns="0" anchor="ctr"/>
          <a:lstStyle/>
          <a:p>
            <a:pPr>
              <a:defRPr>
                <a:solidFill>
                  <a:srgbClr val="A4C2F4"/>
                </a:solidFill>
              </a:defRPr>
            </a:pPr>
          </a:p>
        </p:txBody>
      </p:sp>
      <p:sp>
        <p:nvSpPr>
          <p:cNvPr id="570" name="Google Shape;218;p3"/>
          <p:cNvSpPr/>
          <p:nvPr/>
        </p:nvSpPr>
        <p:spPr>
          <a:xfrm rot="16200000">
            <a:off x="7684354" y="3982258"/>
            <a:ext cx="279907" cy="35791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154" y="1130"/>
                </a:moveTo>
                <a:lnTo>
                  <a:pt x="9154" y="2448"/>
                </a:lnTo>
                <a:lnTo>
                  <a:pt x="9073" y="3768"/>
                </a:lnTo>
                <a:lnTo>
                  <a:pt x="8591" y="3704"/>
                </a:lnTo>
                <a:lnTo>
                  <a:pt x="8672" y="3453"/>
                </a:lnTo>
                <a:lnTo>
                  <a:pt x="8672" y="3140"/>
                </a:lnTo>
                <a:lnTo>
                  <a:pt x="8513" y="2511"/>
                </a:lnTo>
                <a:lnTo>
                  <a:pt x="8432" y="1883"/>
                </a:lnTo>
                <a:lnTo>
                  <a:pt x="8513" y="1570"/>
                </a:lnTo>
                <a:lnTo>
                  <a:pt x="8672" y="1318"/>
                </a:lnTo>
                <a:lnTo>
                  <a:pt x="8753" y="1193"/>
                </a:lnTo>
                <a:lnTo>
                  <a:pt x="8913" y="1130"/>
                </a:lnTo>
                <a:close/>
                <a:moveTo>
                  <a:pt x="3373" y="690"/>
                </a:moveTo>
                <a:lnTo>
                  <a:pt x="3454" y="753"/>
                </a:lnTo>
                <a:lnTo>
                  <a:pt x="3533" y="878"/>
                </a:lnTo>
                <a:lnTo>
                  <a:pt x="3533" y="1946"/>
                </a:lnTo>
                <a:lnTo>
                  <a:pt x="3695" y="3768"/>
                </a:lnTo>
                <a:lnTo>
                  <a:pt x="2811" y="3829"/>
                </a:lnTo>
                <a:lnTo>
                  <a:pt x="2651" y="3829"/>
                </a:lnTo>
                <a:lnTo>
                  <a:pt x="2651" y="3201"/>
                </a:lnTo>
                <a:lnTo>
                  <a:pt x="2570" y="2575"/>
                </a:lnTo>
                <a:lnTo>
                  <a:pt x="2651" y="2071"/>
                </a:lnTo>
                <a:lnTo>
                  <a:pt x="2732" y="1631"/>
                </a:lnTo>
                <a:lnTo>
                  <a:pt x="2973" y="690"/>
                </a:lnTo>
                <a:close/>
                <a:moveTo>
                  <a:pt x="8351" y="4583"/>
                </a:moveTo>
                <a:lnTo>
                  <a:pt x="9716" y="4646"/>
                </a:lnTo>
                <a:lnTo>
                  <a:pt x="11001" y="4773"/>
                </a:lnTo>
                <a:lnTo>
                  <a:pt x="11001" y="4834"/>
                </a:lnTo>
                <a:lnTo>
                  <a:pt x="11242" y="5964"/>
                </a:lnTo>
                <a:lnTo>
                  <a:pt x="8591" y="6091"/>
                </a:lnTo>
                <a:lnTo>
                  <a:pt x="5862" y="6216"/>
                </a:lnTo>
                <a:lnTo>
                  <a:pt x="2973" y="6279"/>
                </a:lnTo>
                <a:lnTo>
                  <a:pt x="2007" y="6342"/>
                </a:lnTo>
                <a:lnTo>
                  <a:pt x="1044" y="6404"/>
                </a:lnTo>
                <a:lnTo>
                  <a:pt x="965" y="5526"/>
                </a:lnTo>
                <a:lnTo>
                  <a:pt x="965" y="5086"/>
                </a:lnTo>
                <a:lnTo>
                  <a:pt x="884" y="4898"/>
                </a:lnTo>
                <a:lnTo>
                  <a:pt x="725" y="4709"/>
                </a:lnTo>
                <a:lnTo>
                  <a:pt x="1285" y="4773"/>
                </a:lnTo>
                <a:lnTo>
                  <a:pt x="1766" y="4773"/>
                </a:lnTo>
                <a:lnTo>
                  <a:pt x="2811" y="4709"/>
                </a:lnTo>
                <a:lnTo>
                  <a:pt x="4257" y="4583"/>
                </a:lnTo>
                <a:close/>
                <a:moveTo>
                  <a:pt x="10761" y="6844"/>
                </a:moveTo>
                <a:lnTo>
                  <a:pt x="10920" y="6969"/>
                </a:lnTo>
                <a:lnTo>
                  <a:pt x="11242" y="7032"/>
                </a:lnTo>
                <a:lnTo>
                  <a:pt x="11402" y="6969"/>
                </a:lnTo>
                <a:lnTo>
                  <a:pt x="11483" y="7912"/>
                </a:lnTo>
                <a:lnTo>
                  <a:pt x="11402" y="8854"/>
                </a:lnTo>
                <a:lnTo>
                  <a:pt x="11323" y="9294"/>
                </a:lnTo>
                <a:lnTo>
                  <a:pt x="11161" y="9795"/>
                </a:lnTo>
                <a:lnTo>
                  <a:pt x="10920" y="10235"/>
                </a:lnTo>
                <a:lnTo>
                  <a:pt x="10520" y="10612"/>
                </a:lnTo>
                <a:lnTo>
                  <a:pt x="10198" y="10800"/>
                </a:lnTo>
                <a:lnTo>
                  <a:pt x="9797" y="10988"/>
                </a:lnTo>
                <a:lnTo>
                  <a:pt x="9395" y="11052"/>
                </a:lnTo>
                <a:lnTo>
                  <a:pt x="8913" y="11113"/>
                </a:lnTo>
                <a:lnTo>
                  <a:pt x="7950" y="11177"/>
                </a:lnTo>
                <a:lnTo>
                  <a:pt x="7147" y="11240"/>
                </a:lnTo>
                <a:lnTo>
                  <a:pt x="5702" y="11240"/>
                </a:lnTo>
                <a:lnTo>
                  <a:pt x="5783" y="11113"/>
                </a:lnTo>
                <a:lnTo>
                  <a:pt x="5862" y="10925"/>
                </a:lnTo>
                <a:lnTo>
                  <a:pt x="6103" y="10800"/>
                </a:lnTo>
                <a:lnTo>
                  <a:pt x="6184" y="10737"/>
                </a:lnTo>
                <a:lnTo>
                  <a:pt x="6184" y="10675"/>
                </a:lnTo>
                <a:lnTo>
                  <a:pt x="6103" y="10612"/>
                </a:lnTo>
                <a:lnTo>
                  <a:pt x="5943" y="10612"/>
                </a:lnTo>
                <a:lnTo>
                  <a:pt x="5702" y="10675"/>
                </a:lnTo>
                <a:lnTo>
                  <a:pt x="5380" y="10800"/>
                </a:lnTo>
                <a:lnTo>
                  <a:pt x="5140" y="10988"/>
                </a:lnTo>
                <a:lnTo>
                  <a:pt x="5059" y="11240"/>
                </a:lnTo>
                <a:lnTo>
                  <a:pt x="3774" y="11113"/>
                </a:lnTo>
                <a:lnTo>
                  <a:pt x="3373" y="11052"/>
                </a:lnTo>
                <a:lnTo>
                  <a:pt x="3695" y="10988"/>
                </a:lnTo>
                <a:lnTo>
                  <a:pt x="4498" y="10925"/>
                </a:lnTo>
                <a:lnTo>
                  <a:pt x="4818" y="10800"/>
                </a:lnTo>
                <a:lnTo>
                  <a:pt x="4980" y="10675"/>
                </a:lnTo>
                <a:lnTo>
                  <a:pt x="5059" y="10548"/>
                </a:lnTo>
                <a:lnTo>
                  <a:pt x="5059" y="10423"/>
                </a:lnTo>
                <a:lnTo>
                  <a:pt x="4980" y="10297"/>
                </a:lnTo>
                <a:lnTo>
                  <a:pt x="4899" y="10235"/>
                </a:lnTo>
                <a:lnTo>
                  <a:pt x="4818" y="10172"/>
                </a:lnTo>
                <a:lnTo>
                  <a:pt x="4498" y="10172"/>
                </a:lnTo>
                <a:lnTo>
                  <a:pt x="4336" y="10297"/>
                </a:lnTo>
                <a:lnTo>
                  <a:pt x="3936" y="10360"/>
                </a:lnTo>
                <a:lnTo>
                  <a:pt x="3051" y="10487"/>
                </a:lnTo>
                <a:lnTo>
                  <a:pt x="2491" y="10612"/>
                </a:lnTo>
                <a:lnTo>
                  <a:pt x="2007" y="10737"/>
                </a:lnTo>
                <a:lnTo>
                  <a:pt x="1766" y="10612"/>
                </a:lnTo>
                <a:lnTo>
                  <a:pt x="1526" y="10487"/>
                </a:lnTo>
                <a:lnTo>
                  <a:pt x="1447" y="10235"/>
                </a:lnTo>
                <a:lnTo>
                  <a:pt x="1366" y="10047"/>
                </a:lnTo>
                <a:lnTo>
                  <a:pt x="1847" y="10108"/>
                </a:lnTo>
                <a:lnTo>
                  <a:pt x="3292" y="10108"/>
                </a:lnTo>
                <a:lnTo>
                  <a:pt x="3774" y="10047"/>
                </a:lnTo>
                <a:lnTo>
                  <a:pt x="4257" y="9983"/>
                </a:lnTo>
                <a:lnTo>
                  <a:pt x="4336" y="9920"/>
                </a:lnTo>
                <a:lnTo>
                  <a:pt x="4417" y="9858"/>
                </a:lnTo>
                <a:lnTo>
                  <a:pt x="4498" y="9670"/>
                </a:lnTo>
                <a:lnTo>
                  <a:pt x="4336" y="9482"/>
                </a:lnTo>
                <a:lnTo>
                  <a:pt x="4257" y="9419"/>
                </a:lnTo>
                <a:lnTo>
                  <a:pt x="3292" y="9419"/>
                </a:lnTo>
                <a:lnTo>
                  <a:pt x="2410" y="9482"/>
                </a:lnTo>
                <a:lnTo>
                  <a:pt x="1847" y="9544"/>
                </a:lnTo>
                <a:lnTo>
                  <a:pt x="1285" y="9544"/>
                </a:lnTo>
                <a:lnTo>
                  <a:pt x="1285" y="9167"/>
                </a:lnTo>
                <a:lnTo>
                  <a:pt x="1607" y="9294"/>
                </a:lnTo>
                <a:lnTo>
                  <a:pt x="1928" y="9355"/>
                </a:lnTo>
                <a:lnTo>
                  <a:pt x="2651" y="9355"/>
                </a:lnTo>
                <a:lnTo>
                  <a:pt x="3373" y="9230"/>
                </a:lnTo>
                <a:lnTo>
                  <a:pt x="4017" y="8979"/>
                </a:lnTo>
                <a:lnTo>
                  <a:pt x="4095" y="8854"/>
                </a:lnTo>
                <a:lnTo>
                  <a:pt x="4176" y="8727"/>
                </a:lnTo>
                <a:lnTo>
                  <a:pt x="4176" y="8602"/>
                </a:lnTo>
                <a:lnTo>
                  <a:pt x="4095" y="8477"/>
                </a:lnTo>
                <a:lnTo>
                  <a:pt x="4017" y="8414"/>
                </a:lnTo>
                <a:lnTo>
                  <a:pt x="3855" y="8350"/>
                </a:lnTo>
                <a:lnTo>
                  <a:pt x="3774" y="8350"/>
                </a:lnTo>
                <a:lnTo>
                  <a:pt x="3533" y="8414"/>
                </a:lnTo>
                <a:lnTo>
                  <a:pt x="2973" y="8602"/>
                </a:lnTo>
                <a:lnTo>
                  <a:pt x="2410" y="8727"/>
                </a:lnTo>
                <a:lnTo>
                  <a:pt x="1847" y="8727"/>
                </a:lnTo>
                <a:lnTo>
                  <a:pt x="1206" y="8665"/>
                </a:lnTo>
                <a:lnTo>
                  <a:pt x="1206" y="8414"/>
                </a:lnTo>
                <a:lnTo>
                  <a:pt x="1847" y="8350"/>
                </a:lnTo>
                <a:lnTo>
                  <a:pt x="2491" y="8350"/>
                </a:lnTo>
                <a:lnTo>
                  <a:pt x="3774" y="8162"/>
                </a:lnTo>
                <a:lnTo>
                  <a:pt x="4176" y="8037"/>
                </a:lnTo>
                <a:lnTo>
                  <a:pt x="4577" y="7849"/>
                </a:lnTo>
                <a:lnTo>
                  <a:pt x="4658" y="7724"/>
                </a:lnTo>
                <a:lnTo>
                  <a:pt x="4739" y="7597"/>
                </a:lnTo>
                <a:lnTo>
                  <a:pt x="4658" y="7409"/>
                </a:lnTo>
                <a:lnTo>
                  <a:pt x="4498" y="7284"/>
                </a:lnTo>
                <a:lnTo>
                  <a:pt x="4257" y="7157"/>
                </a:lnTo>
                <a:lnTo>
                  <a:pt x="4095" y="7157"/>
                </a:lnTo>
                <a:lnTo>
                  <a:pt x="4017" y="7221"/>
                </a:lnTo>
                <a:lnTo>
                  <a:pt x="3855" y="7284"/>
                </a:lnTo>
                <a:lnTo>
                  <a:pt x="3774" y="7409"/>
                </a:lnTo>
                <a:lnTo>
                  <a:pt x="3213" y="7536"/>
                </a:lnTo>
                <a:lnTo>
                  <a:pt x="2169" y="7660"/>
                </a:lnTo>
                <a:lnTo>
                  <a:pt x="1206" y="7849"/>
                </a:lnTo>
                <a:lnTo>
                  <a:pt x="1125" y="7096"/>
                </a:lnTo>
                <a:lnTo>
                  <a:pt x="2973" y="7096"/>
                </a:lnTo>
                <a:lnTo>
                  <a:pt x="5862" y="7032"/>
                </a:lnTo>
                <a:lnTo>
                  <a:pt x="8351" y="6969"/>
                </a:lnTo>
                <a:lnTo>
                  <a:pt x="10761" y="6844"/>
                </a:lnTo>
                <a:close/>
                <a:moveTo>
                  <a:pt x="2651" y="0"/>
                </a:moveTo>
                <a:lnTo>
                  <a:pt x="2410" y="62"/>
                </a:lnTo>
                <a:lnTo>
                  <a:pt x="2250" y="250"/>
                </a:lnTo>
                <a:lnTo>
                  <a:pt x="1928" y="1318"/>
                </a:lnTo>
                <a:lnTo>
                  <a:pt x="1766" y="2386"/>
                </a:lnTo>
                <a:lnTo>
                  <a:pt x="1766" y="3579"/>
                </a:lnTo>
                <a:lnTo>
                  <a:pt x="1928" y="3956"/>
                </a:lnTo>
                <a:lnTo>
                  <a:pt x="1206" y="4081"/>
                </a:lnTo>
                <a:lnTo>
                  <a:pt x="803" y="4206"/>
                </a:lnTo>
                <a:lnTo>
                  <a:pt x="484" y="4394"/>
                </a:lnTo>
                <a:lnTo>
                  <a:pt x="403" y="4458"/>
                </a:lnTo>
                <a:lnTo>
                  <a:pt x="322" y="4583"/>
                </a:lnTo>
                <a:lnTo>
                  <a:pt x="81" y="4834"/>
                </a:lnTo>
                <a:lnTo>
                  <a:pt x="81" y="6656"/>
                </a:lnTo>
                <a:lnTo>
                  <a:pt x="0" y="6781"/>
                </a:lnTo>
                <a:lnTo>
                  <a:pt x="81" y="6969"/>
                </a:lnTo>
                <a:lnTo>
                  <a:pt x="162" y="7597"/>
                </a:lnTo>
                <a:lnTo>
                  <a:pt x="241" y="9482"/>
                </a:lnTo>
                <a:lnTo>
                  <a:pt x="241" y="10172"/>
                </a:lnTo>
                <a:lnTo>
                  <a:pt x="403" y="10487"/>
                </a:lnTo>
                <a:lnTo>
                  <a:pt x="563" y="10800"/>
                </a:lnTo>
                <a:lnTo>
                  <a:pt x="803" y="11052"/>
                </a:lnTo>
                <a:lnTo>
                  <a:pt x="1044" y="11240"/>
                </a:lnTo>
                <a:lnTo>
                  <a:pt x="1366" y="11428"/>
                </a:lnTo>
                <a:lnTo>
                  <a:pt x="1688" y="11553"/>
                </a:lnTo>
                <a:lnTo>
                  <a:pt x="2410" y="11742"/>
                </a:lnTo>
                <a:lnTo>
                  <a:pt x="3213" y="11868"/>
                </a:lnTo>
                <a:lnTo>
                  <a:pt x="4577" y="11993"/>
                </a:lnTo>
                <a:lnTo>
                  <a:pt x="5862" y="12056"/>
                </a:lnTo>
                <a:lnTo>
                  <a:pt x="5702" y="12433"/>
                </a:lnTo>
                <a:lnTo>
                  <a:pt x="5702" y="14631"/>
                </a:lnTo>
                <a:lnTo>
                  <a:pt x="5862" y="15761"/>
                </a:lnTo>
                <a:lnTo>
                  <a:pt x="6184" y="17896"/>
                </a:lnTo>
                <a:lnTo>
                  <a:pt x="6665" y="19967"/>
                </a:lnTo>
                <a:lnTo>
                  <a:pt x="6825" y="20407"/>
                </a:lnTo>
                <a:lnTo>
                  <a:pt x="7066" y="20722"/>
                </a:lnTo>
                <a:lnTo>
                  <a:pt x="7388" y="20972"/>
                </a:lnTo>
                <a:lnTo>
                  <a:pt x="7869" y="21223"/>
                </a:lnTo>
                <a:lnTo>
                  <a:pt x="8272" y="21348"/>
                </a:lnTo>
                <a:lnTo>
                  <a:pt x="8753" y="21475"/>
                </a:lnTo>
                <a:lnTo>
                  <a:pt x="9797" y="21600"/>
                </a:lnTo>
                <a:lnTo>
                  <a:pt x="10358" y="21537"/>
                </a:lnTo>
                <a:lnTo>
                  <a:pt x="10839" y="21412"/>
                </a:lnTo>
                <a:lnTo>
                  <a:pt x="11242" y="21223"/>
                </a:lnTo>
                <a:lnTo>
                  <a:pt x="11564" y="20910"/>
                </a:lnTo>
                <a:lnTo>
                  <a:pt x="11884" y="20595"/>
                </a:lnTo>
                <a:lnTo>
                  <a:pt x="12045" y="20219"/>
                </a:lnTo>
                <a:lnTo>
                  <a:pt x="12205" y="19842"/>
                </a:lnTo>
                <a:lnTo>
                  <a:pt x="12286" y="19465"/>
                </a:lnTo>
                <a:lnTo>
                  <a:pt x="12286" y="18460"/>
                </a:lnTo>
                <a:lnTo>
                  <a:pt x="12124" y="17394"/>
                </a:lnTo>
                <a:lnTo>
                  <a:pt x="12124" y="16326"/>
                </a:lnTo>
                <a:lnTo>
                  <a:pt x="12365" y="15321"/>
                </a:lnTo>
                <a:lnTo>
                  <a:pt x="12527" y="14819"/>
                </a:lnTo>
                <a:lnTo>
                  <a:pt x="12768" y="14316"/>
                </a:lnTo>
                <a:lnTo>
                  <a:pt x="13090" y="13815"/>
                </a:lnTo>
                <a:lnTo>
                  <a:pt x="13330" y="13626"/>
                </a:lnTo>
                <a:lnTo>
                  <a:pt x="13571" y="13438"/>
                </a:lnTo>
                <a:lnTo>
                  <a:pt x="13731" y="13375"/>
                </a:lnTo>
                <a:lnTo>
                  <a:pt x="13812" y="13375"/>
                </a:lnTo>
                <a:lnTo>
                  <a:pt x="14131" y="13500"/>
                </a:lnTo>
                <a:lnTo>
                  <a:pt x="14293" y="13688"/>
                </a:lnTo>
                <a:lnTo>
                  <a:pt x="14453" y="13940"/>
                </a:lnTo>
                <a:lnTo>
                  <a:pt x="14534" y="14191"/>
                </a:lnTo>
                <a:lnTo>
                  <a:pt x="14453" y="14504"/>
                </a:lnTo>
                <a:lnTo>
                  <a:pt x="14372" y="15069"/>
                </a:lnTo>
                <a:lnTo>
                  <a:pt x="14293" y="15761"/>
                </a:lnTo>
                <a:lnTo>
                  <a:pt x="14372" y="16138"/>
                </a:lnTo>
                <a:lnTo>
                  <a:pt x="14453" y="16514"/>
                </a:lnTo>
                <a:lnTo>
                  <a:pt x="14613" y="16891"/>
                </a:lnTo>
                <a:lnTo>
                  <a:pt x="14856" y="17204"/>
                </a:lnTo>
                <a:lnTo>
                  <a:pt x="15257" y="17394"/>
                </a:lnTo>
                <a:lnTo>
                  <a:pt x="15657" y="17582"/>
                </a:lnTo>
                <a:lnTo>
                  <a:pt x="16301" y="17707"/>
                </a:lnTo>
                <a:lnTo>
                  <a:pt x="17023" y="17771"/>
                </a:lnTo>
                <a:lnTo>
                  <a:pt x="18468" y="17771"/>
                </a:lnTo>
                <a:lnTo>
                  <a:pt x="19834" y="17644"/>
                </a:lnTo>
                <a:lnTo>
                  <a:pt x="21197" y="17394"/>
                </a:lnTo>
                <a:lnTo>
                  <a:pt x="21359" y="17331"/>
                </a:lnTo>
                <a:lnTo>
                  <a:pt x="21519" y="17204"/>
                </a:lnTo>
                <a:lnTo>
                  <a:pt x="21600" y="17016"/>
                </a:lnTo>
                <a:lnTo>
                  <a:pt x="21519" y="16891"/>
                </a:lnTo>
                <a:lnTo>
                  <a:pt x="21438" y="16702"/>
                </a:lnTo>
                <a:lnTo>
                  <a:pt x="21278" y="16577"/>
                </a:lnTo>
                <a:lnTo>
                  <a:pt x="21118" y="16514"/>
                </a:lnTo>
                <a:lnTo>
                  <a:pt x="20878" y="16514"/>
                </a:lnTo>
                <a:lnTo>
                  <a:pt x="19593" y="16702"/>
                </a:lnTo>
                <a:lnTo>
                  <a:pt x="18227" y="16827"/>
                </a:lnTo>
                <a:lnTo>
                  <a:pt x="16942" y="16827"/>
                </a:lnTo>
                <a:lnTo>
                  <a:pt x="16301" y="16766"/>
                </a:lnTo>
                <a:lnTo>
                  <a:pt x="15979" y="16639"/>
                </a:lnTo>
                <a:lnTo>
                  <a:pt x="15738" y="16514"/>
                </a:lnTo>
                <a:lnTo>
                  <a:pt x="15578" y="16389"/>
                </a:lnTo>
                <a:lnTo>
                  <a:pt x="15497" y="16201"/>
                </a:lnTo>
                <a:lnTo>
                  <a:pt x="15497" y="15258"/>
                </a:lnTo>
                <a:lnTo>
                  <a:pt x="15578" y="14881"/>
                </a:lnTo>
                <a:lnTo>
                  <a:pt x="15657" y="14504"/>
                </a:lnTo>
                <a:lnTo>
                  <a:pt x="15657" y="14128"/>
                </a:lnTo>
                <a:lnTo>
                  <a:pt x="15578" y="13751"/>
                </a:lnTo>
                <a:lnTo>
                  <a:pt x="15416" y="13438"/>
                </a:lnTo>
                <a:lnTo>
                  <a:pt x="15257" y="13123"/>
                </a:lnTo>
                <a:lnTo>
                  <a:pt x="14935" y="12871"/>
                </a:lnTo>
                <a:lnTo>
                  <a:pt x="14613" y="12683"/>
                </a:lnTo>
                <a:lnTo>
                  <a:pt x="14293" y="12558"/>
                </a:lnTo>
                <a:lnTo>
                  <a:pt x="13972" y="12495"/>
                </a:lnTo>
                <a:lnTo>
                  <a:pt x="13571" y="12495"/>
                </a:lnTo>
                <a:lnTo>
                  <a:pt x="13168" y="12558"/>
                </a:lnTo>
                <a:lnTo>
                  <a:pt x="12768" y="12746"/>
                </a:lnTo>
                <a:lnTo>
                  <a:pt x="12365" y="12998"/>
                </a:lnTo>
                <a:lnTo>
                  <a:pt x="12045" y="13375"/>
                </a:lnTo>
                <a:lnTo>
                  <a:pt x="11805" y="13751"/>
                </a:lnTo>
                <a:lnTo>
                  <a:pt x="11564" y="14191"/>
                </a:lnTo>
                <a:lnTo>
                  <a:pt x="11242" y="15008"/>
                </a:lnTo>
                <a:lnTo>
                  <a:pt x="11001" y="15886"/>
                </a:lnTo>
                <a:lnTo>
                  <a:pt x="10920" y="16766"/>
                </a:lnTo>
                <a:lnTo>
                  <a:pt x="11001" y="17644"/>
                </a:lnTo>
                <a:lnTo>
                  <a:pt x="11080" y="18585"/>
                </a:lnTo>
                <a:lnTo>
                  <a:pt x="11080" y="19717"/>
                </a:lnTo>
                <a:lnTo>
                  <a:pt x="11001" y="19967"/>
                </a:lnTo>
                <a:lnTo>
                  <a:pt x="10839" y="20155"/>
                </a:lnTo>
                <a:lnTo>
                  <a:pt x="10680" y="20345"/>
                </a:lnTo>
                <a:lnTo>
                  <a:pt x="10439" y="20470"/>
                </a:lnTo>
                <a:lnTo>
                  <a:pt x="10198" y="20595"/>
                </a:lnTo>
                <a:lnTo>
                  <a:pt x="9876" y="20658"/>
                </a:lnTo>
                <a:lnTo>
                  <a:pt x="9557" y="20658"/>
                </a:lnTo>
                <a:lnTo>
                  <a:pt x="8994" y="20534"/>
                </a:lnTo>
                <a:lnTo>
                  <a:pt x="8351" y="20407"/>
                </a:lnTo>
                <a:lnTo>
                  <a:pt x="8110" y="20282"/>
                </a:lnTo>
                <a:lnTo>
                  <a:pt x="7869" y="20094"/>
                </a:lnTo>
                <a:lnTo>
                  <a:pt x="7790" y="19842"/>
                </a:lnTo>
                <a:lnTo>
                  <a:pt x="7709" y="19590"/>
                </a:lnTo>
                <a:lnTo>
                  <a:pt x="7228" y="17582"/>
                </a:lnTo>
                <a:lnTo>
                  <a:pt x="6906" y="15509"/>
                </a:lnTo>
                <a:lnTo>
                  <a:pt x="6665" y="13500"/>
                </a:lnTo>
                <a:lnTo>
                  <a:pt x="6665" y="12810"/>
                </a:lnTo>
                <a:lnTo>
                  <a:pt x="6584" y="12433"/>
                </a:lnTo>
                <a:lnTo>
                  <a:pt x="6424" y="12056"/>
                </a:lnTo>
                <a:lnTo>
                  <a:pt x="7388" y="12056"/>
                </a:lnTo>
                <a:lnTo>
                  <a:pt x="8272" y="11993"/>
                </a:lnTo>
                <a:lnTo>
                  <a:pt x="9235" y="11930"/>
                </a:lnTo>
                <a:lnTo>
                  <a:pt x="10117" y="11742"/>
                </a:lnTo>
                <a:lnTo>
                  <a:pt x="10520" y="11617"/>
                </a:lnTo>
                <a:lnTo>
                  <a:pt x="10839" y="11428"/>
                </a:lnTo>
                <a:lnTo>
                  <a:pt x="11161" y="11302"/>
                </a:lnTo>
                <a:lnTo>
                  <a:pt x="11402" y="11113"/>
                </a:lnTo>
                <a:lnTo>
                  <a:pt x="11884" y="10612"/>
                </a:lnTo>
                <a:lnTo>
                  <a:pt x="12124" y="10108"/>
                </a:lnTo>
                <a:lnTo>
                  <a:pt x="12365" y="9544"/>
                </a:lnTo>
                <a:lnTo>
                  <a:pt x="12527" y="8917"/>
                </a:lnTo>
                <a:lnTo>
                  <a:pt x="12527" y="8225"/>
                </a:lnTo>
                <a:lnTo>
                  <a:pt x="12446" y="6907"/>
                </a:lnTo>
                <a:lnTo>
                  <a:pt x="12365" y="6091"/>
                </a:lnTo>
                <a:lnTo>
                  <a:pt x="12205" y="5274"/>
                </a:lnTo>
                <a:lnTo>
                  <a:pt x="12124" y="4773"/>
                </a:lnTo>
                <a:lnTo>
                  <a:pt x="12045" y="4583"/>
                </a:lnTo>
                <a:lnTo>
                  <a:pt x="11964" y="4394"/>
                </a:lnTo>
                <a:lnTo>
                  <a:pt x="11884" y="4144"/>
                </a:lnTo>
                <a:lnTo>
                  <a:pt x="11724" y="4018"/>
                </a:lnTo>
                <a:lnTo>
                  <a:pt x="11323" y="3829"/>
                </a:lnTo>
                <a:lnTo>
                  <a:pt x="11001" y="3768"/>
                </a:lnTo>
                <a:lnTo>
                  <a:pt x="10761" y="3768"/>
                </a:lnTo>
                <a:lnTo>
                  <a:pt x="10680" y="3829"/>
                </a:lnTo>
                <a:lnTo>
                  <a:pt x="10038" y="3829"/>
                </a:lnTo>
                <a:lnTo>
                  <a:pt x="10117" y="1381"/>
                </a:lnTo>
                <a:lnTo>
                  <a:pt x="10038" y="942"/>
                </a:lnTo>
                <a:lnTo>
                  <a:pt x="9957" y="753"/>
                </a:lnTo>
                <a:lnTo>
                  <a:pt x="9876" y="565"/>
                </a:lnTo>
                <a:lnTo>
                  <a:pt x="9716" y="440"/>
                </a:lnTo>
                <a:lnTo>
                  <a:pt x="9476" y="377"/>
                </a:lnTo>
                <a:lnTo>
                  <a:pt x="9235" y="313"/>
                </a:lnTo>
                <a:lnTo>
                  <a:pt x="8913" y="377"/>
                </a:lnTo>
                <a:lnTo>
                  <a:pt x="8351" y="565"/>
                </a:lnTo>
                <a:lnTo>
                  <a:pt x="8110" y="690"/>
                </a:lnTo>
                <a:lnTo>
                  <a:pt x="7950" y="878"/>
                </a:lnTo>
                <a:lnTo>
                  <a:pt x="7709" y="1255"/>
                </a:lnTo>
                <a:lnTo>
                  <a:pt x="7549" y="1695"/>
                </a:lnTo>
                <a:lnTo>
                  <a:pt x="7628" y="2260"/>
                </a:lnTo>
                <a:lnTo>
                  <a:pt x="7709" y="2825"/>
                </a:lnTo>
                <a:lnTo>
                  <a:pt x="7790" y="3264"/>
                </a:lnTo>
                <a:lnTo>
                  <a:pt x="8031" y="3704"/>
                </a:lnTo>
                <a:lnTo>
                  <a:pt x="4577" y="3704"/>
                </a:lnTo>
                <a:lnTo>
                  <a:pt x="4498" y="2323"/>
                </a:lnTo>
                <a:lnTo>
                  <a:pt x="4417" y="878"/>
                </a:lnTo>
                <a:lnTo>
                  <a:pt x="4417" y="628"/>
                </a:lnTo>
                <a:lnTo>
                  <a:pt x="4257" y="377"/>
                </a:lnTo>
                <a:lnTo>
                  <a:pt x="4095" y="250"/>
                </a:lnTo>
                <a:lnTo>
                  <a:pt x="3855" y="125"/>
                </a:lnTo>
                <a:lnTo>
                  <a:pt x="3614" y="62"/>
                </a:lnTo>
                <a:lnTo>
                  <a:pt x="3292" y="0"/>
                </a:lnTo>
                <a:close/>
              </a:path>
            </a:pathLst>
          </a:custGeom>
          <a:solidFill>
            <a:schemeClr val="accent1"/>
          </a:solidFill>
          <a:ln w="12700">
            <a:miter lim="400000"/>
          </a:ln>
        </p:spPr>
        <p:txBody>
          <a:bodyPr lIns="0" tIns="0" rIns="0" bIns="0" anchor="ctr"/>
          <a:lstStyle/>
          <a:p>
            <a:pPr>
              <a:defRPr>
                <a:solidFill>
                  <a:srgbClr val="A4C2F4"/>
                </a:solidFill>
              </a:defRPr>
            </a:pPr>
          </a:p>
        </p:txBody>
      </p:sp>
      <p:sp>
        <p:nvSpPr>
          <p:cNvPr id="571" name="Google Shape;219;p3"/>
          <p:cNvSpPr/>
          <p:nvPr/>
        </p:nvSpPr>
        <p:spPr>
          <a:xfrm>
            <a:off x="7659647" y="4370224"/>
            <a:ext cx="377709" cy="4265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66" y="0"/>
                </a:moveTo>
                <a:lnTo>
                  <a:pt x="8866" y="53"/>
                </a:lnTo>
                <a:lnTo>
                  <a:pt x="9045" y="1791"/>
                </a:lnTo>
                <a:lnTo>
                  <a:pt x="9103" y="1896"/>
                </a:lnTo>
                <a:lnTo>
                  <a:pt x="9163" y="2002"/>
                </a:lnTo>
                <a:lnTo>
                  <a:pt x="9342" y="2054"/>
                </a:lnTo>
                <a:lnTo>
                  <a:pt x="9462" y="2002"/>
                </a:lnTo>
                <a:lnTo>
                  <a:pt x="10889" y="1264"/>
                </a:lnTo>
                <a:lnTo>
                  <a:pt x="10771" y="1844"/>
                </a:lnTo>
                <a:lnTo>
                  <a:pt x="10711" y="2371"/>
                </a:lnTo>
                <a:lnTo>
                  <a:pt x="10711" y="2950"/>
                </a:lnTo>
                <a:lnTo>
                  <a:pt x="10771" y="3530"/>
                </a:lnTo>
                <a:lnTo>
                  <a:pt x="10829" y="3688"/>
                </a:lnTo>
                <a:lnTo>
                  <a:pt x="10949" y="3740"/>
                </a:lnTo>
                <a:lnTo>
                  <a:pt x="11068" y="3793"/>
                </a:lnTo>
                <a:lnTo>
                  <a:pt x="11186" y="3846"/>
                </a:lnTo>
                <a:lnTo>
                  <a:pt x="11306" y="3793"/>
                </a:lnTo>
                <a:lnTo>
                  <a:pt x="11425" y="3740"/>
                </a:lnTo>
                <a:lnTo>
                  <a:pt x="11485" y="3635"/>
                </a:lnTo>
                <a:lnTo>
                  <a:pt x="11485" y="3530"/>
                </a:lnTo>
                <a:lnTo>
                  <a:pt x="11425" y="3266"/>
                </a:lnTo>
                <a:lnTo>
                  <a:pt x="11364" y="2634"/>
                </a:lnTo>
                <a:lnTo>
                  <a:pt x="11425" y="2002"/>
                </a:lnTo>
                <a:lnTo>
                  <a:pt x="11543" y="1370"/>
                </a:lnTo>
                <a:lnTo>
                  <a:pt x="11721" y="737"/>
                </a:lnTo>
                <a:lnTo>
                  <a:pt x="11663" y="579"/>
                </a:lnTo>
                <a:lnTo>
                  <a:pt x="11603" y="421"/>
                </a:lnTo>
                <a:lnTo>
                  <a:pt x="11425" y="369"/>
                </a:lnTo>
                <a:lnTo>
                  <a:pt x="11246" y="421"/>
                </a:lnTo>
                <a:lnTo>
                  <a:pt x="9580" y="1317"/>
                </a:lnTo>
                <a:lnTo>
                  <a:pt x="9520" y="1001"/>
                </a:lnTo>
                <a:lnTo>
                  <a:pt x="9402" y="685"/>
                </a:lnTo>
                <a:lnTo>
                  <a:pt x="9223" y="316"/>
                </a:lnTo>
                <a:lnTo>
                  <a:pt x="9045" y="0"/>
                </a:lnTo>
                <a:close/>
                <a:moveTo>
                  <a:pt x="14339" y="5479"/>
                </a:moveTo>
                <a:lnTo>
                  <a:pt x="14161" y="5531"/>
                </a:lnTo>
                <a:lnTo>
                  <a:pt x="14043" y="5637"/>
                </a:lnTo>
                <a:lnTo>
                  <a:pt x="13804" y="5953"/>
                </a:lnTo>
                <a:lnTo>
                  <a:pt x="13567" y="6164"/>
                </a:lnTo>
                <a:lnTo>
                  <a:pt x="13209" y="6427"/>
                </a:lnTo>
                <a:lnTo>
                  <a:pt x="12972" y="6690"/>
                </a:lnTo>
                <a:lnTo>
                  <a:pt x="12972" y="6848"/>
                </a:lnTo>
                <a:lnTo>
                  <a:pt x="13030" y="6901"/>
                </a:lnTo>
                <a:lnTo>
                  <a:pt x="13090" y="6954"/>
                </a:lnTo>
                <a:lnTo>
                  <a:pt x="13387" y="6954"/>
                </a:lnTo>
                <a:lnTo>
                  <a:pt x="13626" y="6901"/>
                </a:lnTo>
                <a:lnTo>
                  <a:pt x="13864" y="6796"/>
                </a:lnTo>
                <a:lnTo>
                  <a:pt x="14103" y="6690"/>
                </a:lnTo>
                <a:lnTo>
                  <a:pt x="14459" y="6322"/>
                </a:lnTo>
                <a:lnTo>
                  <a:pt x="14756" y="5953"/>
                </a:lnTo>
                <a:lnTo>
                  <a:pt x="14816" y="5848"/>
                </a:lnTo>
                <a:lnTo>
                  <a:pt x="14816" y="5690"/>
                </a:lnTo>
                <a:lnTo>
                  <a:pt x="14756" y="5584"/>
                </a:lnTo>
                <a:lnTo>
                  <a:pt x="14638" y="5531"/>
                </a:lnTo>
                <a:lnTo>
                  <a:pt x="14459" y="5479"/>
                </a:lnTo>
                <a:close/>
                <a:moveTo>
                  <a:pt x="238" y="4267"/>
                </a:moveTo>
                <a:lnTo>
                  <a:pt x="118" y="4320"/>
                </a:lnTo>
                <a:lnTo>
                  <a:pt x="60" y="4425"/>
                </a:lnTo>
                <a:lnTo>
                  <a:pt x="0" y="4636"/>
                </a:lnTo>
                <a:lnTo>
                  <a:pt x="60" y="5110"/>
                </a:lnTo>
                <a:lnTo>
                  <a:pt x="178" y="5848"/>
                </a:lnTo>
                <a:lnTo>
                  <a:pt x="357" y="6532"/>
                </a:lnTo>
                <a:lnTo>
                  <a:pt x="417" y="6638"/>
                </a:lnTo>
                <a:lnTo>
                  <a:pt x="535" y="6743"/>
                </a:lnTo>
                <a:lnTo>
                  <a:pt x="834" y="6743"/>
                </a:lnTo>
                <a:lnTo>
                  <a:pt x="1904" y="6058"/>
                </a:lnTo>
                <a:lnTo>
                  <a:pt x="2023" y="6954"/>
                </a:lnTo>
                <a:lnTo>
                  <a:pt x="2083" y="7166"/>
                </a:lnTo>
                <a:lnTo>
                  <a:pt x="2143" y="7428"/>
                </a:lnTo>
                <a:lnTo>
                  <a:pt x="2261" y="7639"/>
                </a:lnTo>
                <a:lnTo>
                  <a:pt x="2321" y="7691"/>
                </a:lnTo>
                <a:lnTo>
                  <a:pt x="2500" y="7744"/>
                </a:lnTo>
                <a:lnTo>
                  <a:pt x="2618" y="7744"/>
                </a:lnTo>
                <a:lnTo>
                  <a:pt x="2736" y="7691"/>
                </a:lnTo>
                <a:lnTo>
                  <a:pt x="2797" y="7639"/>
                </a:lnTo>
                <a:lnTo>
                  <a:pt x="2857" y="7533"/>
                </a:lnTo>
                <a:lnTo>
                  <a:pt x="2857" y="7428"/>
                </a:lnTo>
                <a:lnTo>
                  <a:pt x="2797" y="7270"/>
                </a:lnTo>
                <a:lnTo>
                  <a:pt x="2797" y="7217"/>
                </a:lnTo>
                <a:lnTo>
                  <a:pt x="2736" y="7112"/>
                </a:lnTo>
                <a:lnTo>
                  <a:pt x="2678" y="6532"/>
                </a:lnTo>
                <a:lnTo>
                  <a:pt x="2618" y="6006"/>
                </a:lnTo>
                <a:lnTo>
                  <a:pt x="2558" y="5479"/>
                </a:lnTo>
                <a:lnTo>
                  <a:pt x="2558" y="5321"/>
                </a:lnTo>
                <a:lnTo>
                  <a:pt x="2380" y="5215"/>
                </a:lnTo>
                <a:lnTo>
                  <a:pt x="2201" y="5215"/>
                </a:lnTo>
                <a:lnTo>
                  <a:pt x="2023" y="5268"/>
                </a:lnTo>
                <a:lnTo>
                  <a:pt x="1427" y="5584"/>
                </a:lnTo>
                <a:lnTo>
                  <a:pt x="892" y="5953"/>
                </a:lnTo>
                <a:lnTo>
                  <a:pt x="535" y="4741"/>
                </a:lnTo>
                <a:lnTo>
                  <a:pt x="477" y="4425"/>
                </a:lnTo>
                <a:lnTo>
                  <a:pt x="357" y="4267"/>
                </a:lnTo>
                <a:close/>
                <a:moveTo>
                  <a:pt x="13626" y="3846"/>
                </a:moveTo>
                <a:lnTo>
                  <a:pt x="16422" y="7428"/>
                </a:lnTo>
                <a:lnTo>
                  <a:pt x="16482" y="7482"/>
                </a:lnTo>
                <a:lnTo>
                  <a:pt x="16422" y="7533"/>
                </a:lnTo>
                <a:lnTo>
                  <a:pt x="15709" y="8060"/>
                </a:lnTo>
                <a:lnTo>
                  <a:pt x="14935" y="8641"/>
                </a:lnTo>
                <a:lnTo>
                  <a:pt x="14281" y="9061"/>
                </a:lnTo>
                <a:lnTo>
                  <a:pt x="13924" y="8641"/>
                </a:lnTo>
                <a:lnTo>
                  <a:pt x="11306" y="5531"/>
                </a:lnTo>
                <a:lnTo>
                  <a:pt x="12495" y="4794"/>
                </a:lnTo>
                <a:lnTo>
                  <a:pt x="13030" y="4372"/>
                </a:lnTo>
                <a:lnTo>
                  <a:pt x="13567" y="3951"/>
                </a:lnTo>
                <a:lnTo>
                  <a:pt x="13626" y="3846"/>
                </a:lnTo>
                <a:close/>
                <a:moveTo>
                  <a:pt x="4046" y="10378"/>
                </a:moveTo>
                <a:lnTo>
                  <a:pt x="3927" y="10485"/>
                </a:lnTo>
                <a:lnTo>
                  <a:pt x="3927" y="10643"/>
                </a:lnTo>
                <a:lnTo>
                  <a:pt x="4344" y="11326"/>
                </a:lnTo>
                <a:lnTo>
                  <a:pt x="4046" y="11538"/>
                </a:lnTo>
                <a:lnTo>
                  <a:pt x="3987" y="11644"/>
                </a:lnTo>
                <a:lnTo>
                  <a:pt x="3927" y="11802"/>
                </a:lnTo>
                <a:lnTo>
                  <a:pt x="3927" y="11907"/>
                </a:lnTo>
                <a:lnTo>
                  <a:pt x="4046" y="11960"/>
                </a:lnTo>
                <a:lnTo>
                  <a:pt x="4226" y="12011"/>
                </a:lnTo>
                <a:lnTo>
                  <a:pt x="4344" y="11960"/>
                </a:lnTo>
                <a:lnTo>
                  <a:pt x="4641" y="11854"/>
                </a:lnTo>
                <a:lnTo>
                  <a:pt x="4761" y="12011"/>
                </a:lnTo>
                <a:lnTo>
                  <a:pt x="5118" y="12485"/>
                </a:lnTo>
                <a:lnTo>
                  <a:pt x="5355" y="12697"/>
                </a:lnTo>
                <a:lnTo>
                  <a:pt x="5475" y="12750"/>
                </a:lnTo>
                <a:lnTo>
                  <a:pt x="5653" y="12803"/>
                </a:lnTo>
                <a:lnTo>
                  <a:pt x="5771" y="12750"/>
                </a:lnTo>
                <a:lnTo>
                  <a:pt x="5831" y="12643"/>
                </a:lnTo>
                <a:lnTo>
                  <a:pt x="5891" y="12539"/>
                </a:lnTo>
                <a:lnTo>
                  <a:pt x="5831" y="12381"/>
                </a:lnTo>
                <a:lnTo>
                  <a:pt x="5771" y="12118"/>
                </a:lnTo>
                <a:lnTo>
                  <a:pt x="5355" y="11644"/>
                </a:lnTo>
                <a:lnTo>
                  <a:pt x="5236" y="11484"/>
                </a:lnTo>
                <a:lnTo>
                  <a:pt x="5771" y="11064"/>
                </a:lnTo>
                <a:lnTo>
                  <a:pt x="5831" y="10906"/>
                </a:lnTo>
                <a:lnTo>
                  <a:pt x="5831" y="10748"/>
                </a:lnTo>
                <a:lnTo>
                  <a:pt x="5771" y="10643"/>
                </a:lnTo>
                <a:lnTo>
                  <a:pt x="5653" y="10590"/>
                </a:lnTo>
                <a:lnTo>
                  <a:pt x="5535" y="10536"/>
                </a:lnTo>
                <a:lnTo>
                  <a:pt x="5415" y="10536"/>
                </a:lnTo>
                <a:lnTo>
                  <a:pt x="5236" y="10643"/>
                </a:lnTo>
                <a:lnTo>
                  <a:pt x="4819" y="10959"/>
                </a:lnTo>
                <a:lnTo>
                  <a:pt x="4284" y="10432"/>
                </a:lnTo>
                <a:lnTo>
                  <a:pt x="4166" y="10378"/>
                </a:lnTo>
                <a:close/>
                <a:moveTo>
                  <a:pt x="5176" y="8745"/>
                </a:moveTo>
                <a:lnTo>
                  <a:pt x="5831" y="9851"/>
                </a:lnTo>
                <a:lnTo>
                  <a:pt x="6485" y="10906"/>
                </a:lnTo>
                <a:lnTo>
                  <a:pt x="7201" y="11960"/>
                </a:lnTo>
                <a:lnTo>
                  <a:pt x="7973" y="12961"/>
                </a:lnTo>
                <a:lnTo>
                  <a:pt x="7736" y="13066"/>
                </a:lnTo>
                <a:lnTo>
                  <a:pt x="7497" y="13171"/>
                </a:lnTo>
                <a:lnTo>
                  <a:pt x="7081" y="13435"/>
                </a:lnTo>
                <a:lnTo>
                  <a:pt x="6128" y="13961"/>
                </a:lnTo>
                <a:lnTo>
                  <a:pt x="5713" y="14225"/>
                </a:lnTo>
                <a:lnTo>
                  <a:pt x="5535" y="14383"/>
                </a:lnTo>
                <a:lnTo>
                  <a:pt x="5296" y="14436"/>
                </a:lnTo>
                <a:lnTo>
                  <a:pt x="5236" y="14436"/>
                </a:lnTo>
                <a:lnTo>
                  <a:pt x="5176" y="14488"/>
                </a:lnTo>
                <a:lnTo>
                  <a:pt x="5176" y="14594"/>
                </a:lnTo>
                <a:lnTo>
                  <a:pt x="3927" y="12961"/>
                </a:lnTo>
                <a:lnTo>
                  <a:pt x="2857" y="11484"/>
                </a:lnTo>
                <a:lnTo>
                  <a:pt x="1726" y="10062"/>
                </a:lnTo>
                <a:lnTo>
                  <a:pt x="2261" y="9904"/>
                </a:lnTo>
                <a:lnTo>
                  <a:pt x="2797" y="9642"/>
                </a:lnTo>
                <a:lnTo>
                  <a:pt x="3809" y="9166"/>
                </a:lnTo>
                <a:lnTo>
                  <a:pt x="4046" y="9061"/>
                </a:lnTo>
                <a:lnTo>
                  <a:pt x="4284" y="9008"/>
                </a:lnTo>
                <a:lnTo>
                  <a:pt x="4761" y="8957"/>
                </a:lnTo>
                <a:lnTo>
                  <a:pt x="4998" y="8903"/>
                </a:lnTo>
                <a:lnTo>
                  <a:pt x="5176" y="8745"/>
                </a:lnTo>
                <a:close/>
                <a:moveTo>
                  <a:pt x="20648" y="15805"/>
                </a:moveTo>
                <a:lnTo>
                  <a:pt x="20528" y="16121"/>
                </a:lnTo>
                <a:lnTo>
                  <a:pt x="20409" y="15963"/>
                </a:lnTo>
                <a:lnTo>
                  <a:pt x="20648" y="15805"/>
                </a:lnTo>
                <a:close/>
                <a:moveTo>
                  <a:pt x="15648" y="18597"/>
                </a:moveTo>
                <a:lnTo>
                  <a:pt x="15769" y="18808"/>
                </a:lnTo>
                <a:lnTo>
                  <a:pt x="15947" y="19072"/>
                </a:lnTo>
                <a:lnTo>
                  <a:pt x="16125" y="19335"/>
                </a:lnTo>
                <a:lnTo>
                  <a:pt x="16364" y="19493"/>
                </a:lnTo>
                <a:lnTo>
                  <a:pt x="16304" y="19493"/>
                </a:lnTo>
                <a:lnTo>
                  <a:pt x="15648" y="19756"/>
                </a:lnTo>
                <a:lnTo>
                  <a:pt x="15648" y="19598"/>
                </a:lnTo>
                <a:lnTo>
                  <a:pt x="15530" y="19440"/>
                </a:lnTo>
                <a:lnTo>
                  <a:pt x="15292" y="19282"/>
                </a:lnTo>
                <a:lnTo>
                  <a:pt x="15173" y="19072"/>
                </a:lnTo>
                <a:lnTo>
                  <a:pt x="15055" y="18861"/>
                </a:lnTo>
                <a:lnTo>
                  <a:pt x="14995" y="18650"/>
                </a:lnTo>
                <a:lnTo>
                  <a:pt x="15648" y="18597"/>
                </a:lnTo>
                <a:close/>
                <a:moveTo>
                  <a:pt x="10771" y="18439"/>
                </a:moveTo>
                <a:lnTo>
                  <a:pt x="10532" y="19282"/>
                </a:lnTo>
                <a:lnTo>
                  <a:pt x="10412" y="20125"/>
                </a:lnTo>
                <a:lnTo>
                  <a:pt x="10412" y="20336"/>
                </a:lnTo>
                <a:lnTo>
                  <a:pt x="9997" y="20020"/>
                </a:lnTo>
                <a:lnTo>
                  <a:pt x="9937" y="20020"/>
                </a:lnTo>
                <a:lnTo>
                  <a:pt x="9937" y="19598"/>
                </a:lnTo>
                <a:lnTo>
                  <a:pt x="9997" y="19177"/>
                </a:lnTo>
                <a:lnTo>
                  <a:pt x="10115" y="18808"/>
                </a:lnTo>
                <a:lnTo>
                  <a:pt x="10294" y="18492"/>
                </a:lnTo>
                <a:lnTo>
                  <a:pt x="10771" y="18439"/>
                </a:lnTo>
                <a:close/>
                <a:moveTo>
                  <a:pt x="11900" y="18914"/>
                </a:moveTo>
                <a:lnTo>
                  <a:pt x="11781" y="18966"/>
                </a:lnTo>
                <a:lnTo>
                  <a:pt x="11721" y="19019"/>
                </a:lnTo>
                <a:lnTo>
                  <a:pt x="11485" y="19704"/>
                </a:lnTo>
                <a:lnTo>
                  <a:pt x="11364" y="20073"/>
                </a:lnTo>
                <a:lnTo>
                  <a:pt x="11364" y="20547"/>
                </a:lnTo>
                <a:lnTo>
                  <a:pt x="11425" y="20652"/>
                </a:lnTo>
                <a:lnTo>
                  <a:pt x="11543" y="20757"/>
                </a:lnTo>
                <a:lnTo>
                  <a:pt x="11663" y="20810"/>
                </a:lnTo>
                <a:lnTo>
                  <a:pt x="11781" y="20863"/>
                </a:lnTo>
                <a:lnTo>
                  <a:pt x="11900" y="20863"/>
                </a:lnTo>
                <a:lnTo>
                  <a:pt x="12020" y="20757"/>
                </a:lnTo>
                <a:lnTo>
                  <a:pt x="12138" y="20652"/>
                </a:lnTo>
                <a:lnTo>
                  <a:pt x="12138" y="20494"/>
                </a:lnTo>
                <a:lnTo>
                  <a:pt x="12078" y="20336"/>
                </a:lnTo>
                <a:lnTo>
                  <a:pt x="11960" y="20283"/>
                </a:lnTo>
                <a:lnTo>
                  <a:pt x="11960" y="19862"/>
                </a:lnTo>
                <a:lnTo>
                  <a:pt x="12020" y="19072"/>
                </a:lnTo>
                <a:lnTo>
                  <a:pt x="11960" y="18966"/>
                </a:lnTo>
                <a:lnTo>
                  <a:pt x="11900" y="18914"/>
                </a:lnTo>
                <a:close/>
                <a:moveTo>
                  <a:pt x="16899" y="8060"/>
                </a:moveTo>
                <a:lnTo>
                  <a:pt x="18148" y="9642"/>
                </a:lnTo>
                <a:lnTo>
                  <a:pt x="18743" y="10432"/>
                </a:lnTo>
                <a:lnTo>
                  <a:pt x="19339" y="11222"/>
                </a:lnTo>
                <a:lnTo>
                  <a:pt x="19874" y="12169"/>
                </a:lnTo>
                <a:lnTo>
                  <a:pt x="20113" y="12697"/>
                </a:lnTo>
                <a:lnTo>
                  <a:pt x="20349" y="13224"/>
                </a:lnTo>
                <a:lnTo>
                  <a:pt x="20469" y="13751"/>
                </a:lnTo>
                <a:lnTo>
                  <a:pt x="20588" y="14278"/>
                </a:lnTo>
                <a:lnTo>
                  <a:pt x="20648" y="14804"/>
                </a:lnTo>
                <a:lnTo>
                  <a:pt x="20648" y="15331"/>
                </a:lnTo>
                <a:lnTo>
                  <a:pt x="19992" y="15700"/>
                </a:lnTo>
                <a:lnTo>
                  <a:pt x="19932" y="15753"/>
                </a:lnTo>
                <a:lnTo>
                  <a:pt x="19874" y="15858"/>
                </a:lnTo>
                <a:lnTo>
                  <a:pt x="19932" y="15911"/>
                </a:lnTo>
                <a:lnTo>
                  <a:pt x="19992" y="16016"/>
                </a:lnTo>
                <a:lnTo>
                  <a:pt x="20171" y="16332"/>
                </a:lnTo>
                <a:lnTo>
                  <a:pt x="20291" y="16438"/>
                </a:lnTo>
                <a:lnTo>
                  <a:pt x="20409" y="16543"/>
                </a:lnTo>
                <a:lnTo>
                  <a:pt x="20231" y="16912"/>
                </a:lnTo>
                <a:lnTo>
                  <a:pt x="19992" y="17280"/>
                </a:lnTo>
                <a:lnTo>
                  <a:pt x="19219" y="16754"/>
                </a:lnTo>
                <a:lnTo>
                  <a:pt x="19100" y="16701"/>
                </a:lnTo>
                <a:lnTo>
                  <a:pt x="18982" y="16754"/>
                </a:lnTo>
                <a:lnTo>
                  <a:pt x="18922" y="16859"/>
                </a:lnTo>
                <a:lnTo>
                  <a:pt x="18982" y="16964"/>
                </a:lnTo>
                <a:lnTo>
                  <a:pt x="19696" y="17702"/>
                </a:lnTo>
                <a:lnTo>
                  <a:pt x="19219" y="18123"/>
                </a:lnTo>
                <a:lnTo>
                  <a:pt x="19160" y="18018"/>
                </a:lnTo>
                <a:lnTo>
                  <a:pt x="18922" y="17807"/>
                </a:lnTo>
                <a:lnTo>
                  <a:pt x="18683" y="17597"/>
                </a:lnTo>
                <a:lnTo>
                  <a:pt x="18445" y="17333"/>
                </a:lnTo>
                <a:lnTo>
                  <a:pt x="18327" y="17070"/>
                </a:lnTo>
                <a:lnTo>
                  <a:pt x="18208" y="17017"/>
                </a:lnTo>
                <a:lnTo>
                  <a:pt x="18148" y="16964"/>
                </a:lnTo>
                <a:lnTo>
                  <a:pt x="18030" y="17017"/>
                </a:lnTo>
                <a:lnTo>
                  <a:pt x="17970" y="17122"/>
                </a:lnTo>
                <a:lnTo>
                  <a:pt x="17970" y="17386"/>
                </a:lnTo>
                <a:lnTo>
                  <a:pt x="18030" y="17597"/>
                </a:lnTo>
                <a:lnTo>
                  <a:pt x="18148" y="17860"/>
                </a:lnTo>
                <a:lnTo>
                  <a:pt x="18267" y="18071"/>
                </a:lnTo>
                <a:lnTo>
                  <a:pt x="18445" y="18281"/>
                </a:lnTo>
                <a:lnTo>
                  <a:pt x="18683" y="18492"/>
                </a:lnTo>
                <a:lnTo>
                  <a:pt x="18030" y="18808"/>
                </a:lnTo>
                <a:lnTo>
                  <a:pt x="18088" y="18650"/>
                </a:lnTo>
                <a:lnTo>
                  <a:pt x="18088" y="18439"/>
                </a:lnTo>
                <a:lnTo>
                  <a:pt x="17970" y="18334"/>
                </a:lnTo>
                <a:lnTo>
                  <a:pt x="17791" y="18176"/>
                </a:lnTo>
                <a:lnTo>
                  <a:pt x="17731" y="18176"/>
                </a:lnTo>
                <a:lnTo>
                  <a:pt x="17613" y="18229"/>
                </a:lnTo>
                <a:lnTo>
                  <a:pt x="17613" y="18334"/>
                </a:lnTo>
                <a:lnTo>
                  <a:pt x="17553" y="18281"/>
                </a:lnTo>
                <a:lnTo>
                  <a:pt x="17018" y="17860"/>
                </a:lnTo>
                <a:lnTo>
                  <a:pt x="16899" y="17755"/>
                </a:lnTo>
                <a:lnTo>
                  <a:pt x="16779" y="17807"/>
                </a:lnTo>
                <a:lnTo>
                  <a:pt x="16721" y="17913"/>
                </a:lnTo>
                <a:lnTo>
                  <a:pt x="16721" y="18018"/>
                </a:lnTo>
                <a:lnTo>
                  <a:pt x="17018" y="18439"/>
                </a:lnTo>
                <a:lnTo>
                  <a:pt x="17374" y="18966"/>
                </a:lnTo>
                <a:lnTo>
                  <a:pt x="17494" y="19072"/>
                </a:lnTo>
                <a:lnTo>
                  <a:pt x="16839" y="19282"/>
                </a:lnTo>
                <a:lnTo>
                  <a:pt x="16839" y="19177"/>
                </a:lnTo>
                <a:lnTo>
                  <a:pt x="16779" y="19072"/>
                </a:lnTo>
                <a:lnTo>
                  <a:pt x="16601" y="18861"/>
                </a:lnTo>
                <a:lnTo>
                  <a:pt x="16304" y="18545"/>
                </a:lnTo>
                <a:lnTo>
                  <a:pt x="16065" y="18229"/>
                </a:lnTo>
                <a:lnTo>
                  <a:pt x="15947" y="18123"/>
                </a:lnTo>
                <a:lnTo>
                  <a:pt x="15769" y="18123"/>
                </a:lnTo>
                <a:lnTo>
                  <a:pt x="15233" y="18229"/>
                </a:lnTo>
                <a:lnTo>
                  <a:pt x="14756" y="18281"/>
                </a:lnTo>
                <a:lnTo>
                  <a:pt x="14638" y="18334"/>
                </a:lnTo>
                <a:lnTo>
                  <a:pt x="14578" y="18439"/>
                </a:lnTo>
                <a:lnTo>
                  <a:pt x="14578" y="18545"/>
                </a:lnTo>
                <a:lnTo>
                  <a:pt x="14638" y="18650"/>
                </a:lnTo>
                <a:lnTo>
                  <a:pt x="14638" y="19019"/>
                </a:lnTo>
                <a:lnTo>
                  <a:pt x="14756" y="19388"/>
                </a:lnTo>
                <a:lnTo>
                  <a:pt x="14816" y="19598"/>
                </a:lnTo>
                <a:lnTo>
                  <a:pt x="14935" y="19756"/>
                </a:lnTo>
                <a:lnTo>
                  <a:pt x="15113" y="19862"/>
                </a:lnTo>
                <a:lnTo>
                  <a:pt x="15292" y="19915"/>
                </a:lnTo>
                <a:lnTo>
                  <a:pt x="14578" y="20178"/>
                </a:lnTo>
                <a:lnTo>
                  <a:pt x="14518" y="20073"/>
                </a:lnTo>
                <a:lnTo>
                  <a:pt x="14281" y="19967"/>
                </a:lnTo>
                <a:lnTo>
                  <a:pt x="14221" y="19967"/>
                </a:lnTo>
                <a:lnTo>
                  <a:pt x="13983" y="19440"/>
                </a:lnTo>
                <a:lnTo>
                  <a:pt x="13804" y="19230"/>
                </a:lnTo>
                <a:lnTo>
                  <a:pt x="13567" y="18966"/>
                </a:lnTo>
                <a:lnTo>
                  <a:pt x="13507" y="18966"/>
                </a:lnTo>
                <a:lnTo>
                  <a:pt x="13507" y="19388"/>
                </a:lnTo>
                <a:lnTo>
                  <a:pt x="13567" y="19756"/>
                </a:lnTo>
                <a:lnTo>
                  <a:pt x="13804" y="20494"/>
                </a:lnTo>
                <a:lnTo>
                  <a:pt x="13090" y="20757"/>
                </a:lnTo>
                <a:lnTo>
                  <a:pt x="13030" y="20336"/>
                </a:lnTo>
                <a:lnTo>
                  <a:pt x="12912" y="19967"/>
                </a:lnTo>
                <a:lnTo>
                  <a:pt x="12852" y="19440"/>
                </a:lnTo>
                <a:lnTo>
                  <a:pt x="12852" y="18966"/>
                </a:lnTo>
                <a:lnTo>
                  <a:pt x="12794" y="18861"/>
                </a:lnTo>
                <a:lnTo>
                  <a:pt x="12674" y="18808"/>
                </a:lnTo>
                <a:lnTo>
                  <a:pt x="12615" y="18808"/>
                </a:lnTo>
                <a:lnTo>
                  <a:pt x="12495" y="18914"/>
                </a:lnTo>
                <a:lnTo>
                  <a:pt x="12437" y="19440"/>
                </a:lnTo>
                <a:lnTo>
                  <a:pt x="12377" y="19967"/>
                </a:lnTo>
                <a:lnTo>
                  <a:pt x="12437" y="20441"/>
                </a:lnTo>
                <a:lnTo>
                  <a:pt x="12437" y="20652"/>
                </a:lnTo>
                <a:lnTo>
                  <a:pt x="12555" y="20863"/>
                </a:lnTo>
                <a:lnTo>
                  <a:pt x="12138" y="20915"/>
                </a:lnTo>
                <a:lnTo>
                  <a:pt x="11663" y="20863"/>
                </a:lnTo>
                <a:lnTo>
                  <a:pt x="11364" y="20757"/>
                </a:lnTo>
                <a:lnTo>
                  <a:pt x="11008" y="20652"/>
                </a:lnTo>
                <a:lnTo>
                  <a:pt x="11068" y="20336"/>
                </a:lnTo>
                <a:lnTo>
                  <a:pt x="11128" y="19598"/>
                </a:lnTo>
                <a:lnTo>
                  <a:pt x="11128" y="18334"/>
                </a:lnTo>
                <a:lnTo>
                  <a:pt x="11068" y="18229"/>
                </a:lnTo>
                <a:lnTo>
                  <a:pt x="10889" y="18176"/>
                </a:lnTo>
                <a:lnTo>
                  <a:pt x="10294" y="18229"/>
                </a:lnTo>
                <a:lnTo>
                  <a:pt x="10234" y="18176"/>
                </a:lnTo>
                <a:lnTo>
                  <a:pt x="10115" y="18229"/>
                </a:lnTo>
                <a:lnTo>
                  <a:pt x="9877" y="18545"/>
                </a:lnTo>
                <a:lnTo>
                  <a:pt x="9640" y="18861"/>
                </a:lnTo>
                <a:lnTo>
                  <a:pt x="9520" y="19230"/>
                </a:lnTo>
                <a:lnTo>
                  <a:pt x="9402" y="19546"/>
                </a:lnTo>
                <a:lnTo>
                  <a:pt x="8746" y="18966"/>
                </a:lnTo>
                <a:lnTo>
                  <a:pt x="9223" y="18439"/>
                </a:lnTo>
                <a:lnTo>
                  <a:pt x="9640" y="17913"/>
                </a:lnTo>
                <a:lnTo>
                  <a:pt x="9640" y="17649"/>
                </a:lnTo>
                <a:lnTo>
                  <a:pt x="9520" y="17544"/>
                </a:lnTo>
                <a:lnTo>
                  <a:pt x="9223" y="17544"/>
                </a:lnTo>
                <a:lnTo>
                  <a:pt x="9103" y="17649"/>
                </a:lnTo>
                <a:lnTo>
                  <a:pt x="8450" y="18597"/>
                </a:lnTo>
                <a:lnTo>
                  <a:pt x="8033" y="18123"/>
                </a:lnTo>
                <a:lnTo>
                  <a:pt x="8331" y="17913"/>
                </a:lnTo>
                <a:lnTo>
                  <a:pt x="8628" y="17649"/>
                </a:lnTo>
                <a:lnTo>
                  <a:pt x="8866" y="17333"/>
                </a:lnTo>
                <a:lnTo>
                  <a:pt x="9045" y="17017"/>
                </a:lnTo>
                <a:lnTo>
                  <a:pt x="9045" y="16859"/>
                </a:lnTo>
                <a:lnTo>
                  <a:pt x="8985" y="16754"/>
                </a:lnTo>
                <a:lnTo>
                  <a:pt x="8925" y="16701"/>
                </a:lnTo>
                <a:lnTo>
                  <a:pt x="8628" y="16701"/>
                </a:lnTo>
                <a:lnTo>
                  <a:pt x="8568" y="16806"/>
                </a:lnTo>
                <a:lnTo>
                  <a:pt x="7794" y="17807"/>
                </a:lnTo>
                <a:lnTo>
                  <a:pt x="7201" y="17122"/>
                </a:lnTo>
                <a:lnTo>
                  <a:pt x="7379" y="16964"/>
                </a:lnTo>
                <a:lnTo>
                  <a:pt x="7914" y="16385"/>
                </a:lnTo>
                <a:lnTo>
                  <a:pt x="8450" y="15753"/>
                </a:lnTo>
                <a:lnTo>
                  <a:pt x="8450" y="15647"/>
                </a:lnTo>
                <a:lnTo>
                  <a:pt x="8510" y="15595"/>
                </a:lnTo>
                <a:lnTo>
                  <a:pt x="8568" y="15489"/>
                </a:lnTo>
                <a:lnTo>
                  <a:pt x="8568" y="15384"/>
                </a:lnTo>
                <a:lnTo>
                  <a:pt x="8450" y="15279"/>
                </a:lnTo>
                <a:lnTo>
                  <a:pt x="8271" y="15226"/>
                </a:lnTo>
                <a:lnTo>
                  <a:pt x="8153" y="15226"/>
                </a:lnTo>
                <a:lnTo>
                  <a:pt x="8033" y="15279"/>
                </a:lnTo>
                <a:lnTo>
                  <a:pt x="7379" y="16121"/>
                </a:lnTo>
                <a:lnTo>
                  <a:pt x="7022" y="16596"/>
                </a:lnTo>
                <a:lnTo>
                  <a:pt x="6962" y="16490"/>
                </a:lnTo>
                <a:lnTo>
                  <a:pt x="6724" y="16490"/>
                </a:lnTo>
                <a:lnTo>
                  <a:pt x="6307" y="16016"/>
                </a:lnTo>
                <a:lnTo>
                  <a:pt x="7022" y="15542"/>
                </a:lnTo>
                <a:lnTo>
                  <a:pt x="7379" y="15331"/>
                </a:lnTo>
                <a:lnTo>
                  <a:pt x="7676" y="15015"/>
                </a:lnTo>
                <a:lnTo>
                  <a:pt x="7736" y="14962"/>
                </a:lnTo>
                <a:lnTo>
                  <a:pt x="7794" y="14857"/>
                </a:lnTo>
                <a:lnTo>
                  <a:pt x="7676" y="14699"/>
                </a:lnTo>
                <a:lnTo>
                  <a:pt x="7557" y="14594"/>
                </a:lnTo>
                <a:lnTo>
                  <a:pt x="7437" y="14594"/>
                </a:lnTo>
                <a:lnTo>
                  <a:pt x="7319" y="14646"/>
                </a:lnTo>
                <a:lnTo>
                  <a:pt x="6962" y="14857"/>
                </a:lnTo>
                <a:lnTo>
                  <a:pt x="6605" y="15120"/>
                </a:lnTo>
                <a:lnTo>
                  <a:pt x="6010" y="15647"/>
                </a:lnTo>
                <a:lnTo>
                  <a:pt x="5282" y="14704"/>
                </a:lnTo>
                <a:lnTo>
                  <a:pt x="5653" y="14752"/>
                </a:lnTo>
                <a:lnTo>
                  <a:pt x="6070" y="14699"/>
                </a:lnTo>
                <a:lnTo>
                  <a:pt x="6307" y="14594"/>
                </a:lnTo>
                <a:lnTo>
                  <a:pt x="6605" y="14436"/>
                </a:lnTo>
                <a:lnTo>
                  <a:pt x="7081" y="14172"/>
                </a:lnTo>
                <a:lnTo>
                  <a:pt x="7736" y="13856"/>
                </a:lnTo>
                <a:lnTo>
                  <a:pt x="8093" y="13698"/>
                </a:lnTo>
                <a:lnTo>
                  <a:pt x="8390" y="13487"/>
                </a:lnTo>
                <a:lnTo>
                  <a:pt x="9819" y="15331"/>
                </a:lnTo>
                <a:lnTo>
                  <a:pt x="10354" y="15963"/>
                </a:lnTo>
                <a:lnTo>
                  <a:pt x="10889" y="16596"/>
                </a:lnTo>
                <a:lnTo>
                  <a:pt x="11186" y="16859"/>
                </a:lnTo>
                <a:lnTo>
                  <a:pt x="11543" y="17122"/>
                </a:lnTo>
                <a:lnTo>
                  <a:pt x="11900" y="17333"/>
                </a:lnTo>
                <a:lnTo>
                  <a:pt x="12317" y="17491"/>
                </a:lnTo>
                <a:lnTo>
                  <a:pt x="12674" y="17597"/>
                </a:lnTo>
                <a:lnTo>
                  <a:pt x="13090" y="17649"/>
                </a:lnTo>
                <a:lnTo>
                  <a:pt x="13864" y="17649"/>
                </a:lnTo>
                <a:lnTo>
                  <a:pt x="14221" y="17597"/>
                </a:lnTo>
                <a:lnTo>
                  <a:pt x="14578" y="17491"/>
                </a:lnTo>
                <a:lnTo>
                  <a:pt x="14935" y="17386"/>
                </a:lnTo>
                <a:lnTo>
                  <a:pt x="15292" y="17228"/>
                </a:lnTo>
                <a:lnTo>
                  <a:pt x="15709" y="17017"/>
                </a:lnTo>
                <a:lnTo>
                  <a:pt x="16005" y="16754"/>
                </a:lnTo>
                <a:lnTo>
                  <a:pt x="16304" y="16490"/>
                </a:lnTo>
                <a:lnTo>
                  <a:pt x="16542" y="16174"/>
                </a:lnTo>
                <a:lnTo>
                  <a:pt x="16721" y="15858"/>
                </a:lnTo>
                <a:lnTo>
                  <a:pt x="16899" y="15542"/>
                </a:lnTo>
                <a:lnTo>
                  <a:pt x="17018" y="15173"/>
                </a:lnTo>
                <a:lnTo>
                  <a:pt x="17078" y="14857"/>
                </a:lnTo>
                <a:lnTo>
                  <a:pt x="17136" y="14120"/>
                </a:lnTo>
                <a:lnTo>
                  <a:pt x="17078" y="13382"/>
                </a:lnTo>
                <a:lnTo>
                  <a:pt x="16899" y="12643"/>
                </a:lnTo>
                <a:lnTo>
                  <a:pt x="16601" y="11960"/>
                </a:lnTo>
                <a:lnTo>
                  <a:pt x="16185" y="11326"/>
                </a:lnTo>
                <a:lnTo>
                  <a:pt x="15709" y="10748"/>
                </a:lnTo>
                <a:lnTo>
                  <a:pt x="14756" y="9535"/>
                </a:lnTo>
                <a:lnTo>
                  <a:pt x="15173" y="9326"/>
                </a:lnTo>
                <a:lnTo>
                  <a:pt x="15530" y="9115"/>
                </a:lnTo>
                <a:lnTo>
                  <a:pt x="16244" y="8587"/>
                </a:lnTo>
                <a:lnTo>
                  <a:pt x="16899" y="8060"/>
                </a:lnTo>
                <a:close/>
                <a:moveTo>
                  <a:pt x="13626" y="2950"/>
                </a:moveTo>
                <a:lnTo>
                  <a:pt x="13447" y="3003"/>
                </a:lnTo>
                <a:lnTo>
                  <a:pt x="13329" y="3108"/>
                </a:lnTo>
                <a:lnTo>
                  <a:pt x="13269" y="3161"/>
                </a:lnTo>
                <a:lnTo>
                  <a:pt x="13269" y="3424"/>
                </a:lnTo>
                <a:lnTo>
                  <a:pt x="13150" y="3477"/>
                </a:lnTo>
                <a:lnTo>
                  <a:pt x="13030" y="3530"/>
                </a:lnTo>
                <a:lnTo>
                  <a:pt x="11841" y="4372"/>
                </a:lnTo>
                <a:lnTo>
                  <a:pt x="11186" y="4794"/>
                </a:lnTo>
                <a:lnTo>
                  <a:pt x="10591" y="5163"/>
                </a:lnTo>
                <a:lnTo>
                  <a:pt x="10472" y="5268"/>
                </a:lnTo>
                <a:lnTo>
                  <a:pt x="10412" y="5373"/>
                </a:lnTo>
                <a:lnTo>
                  <a:pt x="10412" y="5637"/>
                </a:lnTo>
                <a:lnTo>
                  <a:pt x="13864" y="9589"/>
                </a:lnTo>
                <a:lnTo>
                  <a:pt x="13864" y="9693"/>
                </a:lnTo>
                <a:lnTo>
                  <a:pt x="13983" y="9746"/>
                </a:lnTo>
                <a:lnTo>
                  <a:pt x="15233" y="11275"/>
                </a:lnTo>
                <a:lnTo>
                  <a:pt x="15709" y="11907"/>
                </a:lnTo>
                <a:lnTo>
                  <a:pt x="16065" y="12592"/>
                </a:lnTo>
                <a:lnTo>
                  <a:pt x="16244" y="12961"/>
                </a:lnTo>
                <a:lnTo>
                  <a:pt x="16364" y="13329"/>
                </a:lnTo>
                <a:lnTo>
                  <a:pt x="16422" y="13698"/>
                </a:lnTo>
                <a:lnTo>
                  <a:pt x="16422" y="14488"/>
                </a:lnTo>
                <a:lnTo>
                  <a:pt x="16364" y="14804"/>
                </a:lnTo>
                <a:lnTo>
                  <a:pt x="16244" y="15173"/>
                </a:lnTo>
                <a:lnTo>
                  <a:pt x="16065" y="15489"/>
                </a:lnTo>
                <a:lnTo>
                  <a:pt x="15887" y="15805"/>
                </a:lnTo>
                <a:lnTo>
                  <a:pt x="15648" y="16069"/>
                </a:lnTo>
                <a:lnTo>
                  <a:pt x="15352" y="16332"/>
                </a:lnTo>
                <a:lnTo>
                  <a:pt x="15055" y="16596"/>
                </a:lnTo>
                <a:lnTo>
                  <a:pt x="14756" y="16754"/>
                </a:lnTo>
                <a:lnTo>
                  <a:pt x="14399" y="16859"/>
                </a:lnTo>
                <a:lnTo>
                  <a:pt x="14043" y="16912"/>
                </a:lnTo>
                <a:lnTo>
                  <a:pt x="13686" y="16964"/>
                </a:lnTo>
                <a:lnTo>
                  <a:pt x="12972" y="16964"/>
                </a:lnTo>
                <a:lnTo>
                  <a:pt x="12674" y="16859"/>
                </a:lnTo>
                <a:lnTo>
                  <a:pt x="12317" y="16754"/>
                </a:lnTo>
                <a:lnTo>
                  <a:pt x="11960" y="16543"/>
                </a:lnTo>
                <a:lnTo>
                  <a:pt x="11603" y="16332"/>
                </a:lnTo>
                <a:lnTo>
                  <a:pt x="11306" y="16016"/>
                </a:lnTo>
                <a:lnTo>
                  <a:pt x="11068" y="15700"/>
                </a:lnTo>
                <a:lnTo>
                  <a:pt x="9819" y="14225"/>
                </a:lnTo>
                <a:lnTo>
                  <a:pt x="8688" y="12750"/>
                </a:lnTo>
                <a:lnTo>
                  <a:pt x="7557" y="11222"/>
                </a:lnTo>
                <a:lnTo>
                  <a:pt x="6545" y="9642"/>
                </a:lnTo>
                <a:lnTo>
                  <a:pt x="6070" y="8850"/>
                </a:lnTo>
                <a:lnTo>
                  <a:pt x="5653" y="8060"/>
                </a:lnTo>
                <a:lnTo>
                  <a:pt x="5535" y="7955"/>
                </a:lnTo>
                <a:lnTo>
                  <a:pt x="5355" y="7902"/>
                </a:lnTo>
                <a:lnTo>
                  <a:pt x="5176" y="7902"/>
                </a:lnTo>
                <a:lnTo>
                  <a:pt x="5058" y="8007"/>
                </a:lnTo>
                <a:lnTo>
                  <a:pt x="4879" y="8167"/>
                </a:lnTo>
                <a:lnTo>
                  <a:pt x="4641" y="8271"/>
                </a:lnTo>
                <a:lnTo>
                  <a:pt x="4404" y="8376"/>
                </a:lnTo>
                <a:lnTo>
                  <a:pt x="4166" y="8376"/>
                </a:lnTo>
                <a:lnTo>
                  <a:pt x="3927" y="8429"/>
                </a:lnTo>
                <a:lnTo>
                  <a:pt x="3689" y="8483"/>
                </a:lnTo>
                <a:lnTo>
                  <a:pt x="3273" y="8692"/>
                </a:lnTo>
                <a:lnTo>
                  <a:pt x="2321" y="9219"/>
                </a:lnTo>
                <a:lnTo>
                  <a:pt x="1844" y="9484"/>
                </a:lnTo>
                <a:lnTo>
                  <a:pt x="1427" y="9800"/>
                </a:lnTo>
                <a:lnTo>
                  <a:pt x="1249" y="9800"/>
                </a:lnTo>
                <a:lnTo>
                  <a:pt x="1131" y="9904"/>
                </a:lnTo>
                <a:lnTo>
                  <a:pt x="1071" y="10009"/>
                </a:lnTo>
                <a:lnTo>
                  <a:pt x="1131" y="10167"/>
                </a:lnTo>
                <a:lnTo>
                  <a:pt x="1786" y="11222"/>
                </a:lnTo>
                <a:lnTo>
                  <a:pt x="2500" y="12276"/>
                </a:lnTo>
                <a:lnTo>
                  <a:pt x="3987" y="14278"/>
                </a:lnTo>
                <a:lnTo>
                  <a:pt x="5535" y="16279"/>
                </a:lnTo>
                <a:lnTo>
                  <a:pt x="7141" y="18229"/>
                </a:lnTo>
                <a:lnTo>
                  <a:pt x="8093" y="19282"/>
                </a:lnTo>
                <a:lnTo>
                  <a:pt x="8033" y="19282"/>
                </a:lnTo>
                <a:lnTo>
                  <a:pt x="8033" y="19388"/>
                </a:lnTo>
                <a:lnTo>
                  <a:pt x="8093" y="19440"/>
                </a:lnTo>
                <a:lnTo>
                  <a:pt x="8153" y="19493"/>
                </a:lnTo>
                <a:lnTo>
                  <a:pt x="8271" y="19440"/>
                </a:lnTo>
                <a:lnTo>
                  <a:pt x="8806" y="20020"/>
                </a:lnTo>
                <a:lnTo>
                  <a:pt x="9402" y="20547"/>
                </a:lnTo>
                <a:lnTo>
                  <a:pt x="9462" y="20599"/>
                </a:lnTo>
                <a:lnTo>
                  <a:pt x="9580" y="20652"/>
                </a:lnTo>
                <a:lnTo>
                  <a:pt x="9937" y="20915"/>
                </a:lnTo>
                <a:lnTo>
                  <a:pt x="10354" y="21126"/>
                </a:lnTo>
                <a:lnTo>
                  <a:pt x="10771" y="21337"/>
                </a:lnTo>
                <a:lnTo>
                  <a:pt x="11246" y="21495"/>
                </a:lnTo>
                <a:lnTo>
                  <a:pt x="11721" y="21600"/>
                </a:lnTo>
                <a:lnTo>
                  <a:pt x="12734" y="21600"/>
                </a:lnTo>
                <a:lnTo>
                  <a:pt x="13269" y="21495"/>
                </a:lnTo>
                <a:lnTo>
                  <a:pt x="13804" y="21284"/>
                </a:lnTo>
                <a:lnTo>
                  <a:pt x="14399" y="21073"/>
                </a:lnTo>
                <a:lnTo>
                  <a:pt x="15530" y="20599"/>
                </a:lnTo>
                <a:lnTo>
                  <a:pt x="18030" y="19651"/>
                </a:lnTo>
                <a:lnTo>
                  <a:pt x="18803" y="19282"/>
                </a:lnTo>
                <a:lnTo>
                  <a:pt x="19457" y="18914"/>
                </a:lnTo>
                <a:lnTo>
                  <a:pt x="20113" y="18439"/>
                </a:lnTo>
                <a:lnTo>
                  <a:pt x="20648" y="17860"/>
                </a:lnTo>
                <a:lnTo>
                  <a:pt x="20945" y="17438"/>
                </a:lnTo>
                <a:lnTo>
                  <a:pt x="21183" y="17017"/>
                </a:lnTo>
                <a:lnTo>
                  <a:pt x="21362" y="16543"/>
                </a:lnTo>
                <a:lnTo>
                  <a:pt x="21480" y="16069"/>
                </a:lnTo>
                <a:lnTo>
                  <a:pt x="21540" y="15595"/>
                </a:lnTo>
                <a:lnTo>
                  <a:pt x="21600" y="15120"/>
                </a:lnTo>
                <a:lnTo>
                  <a:pt x="21540" y="14646"/>
                </a:lnTo>
                <a:lnTo>
                  <a:pt x="21480" y="14172"/>
                </a:lnTo>
                <a:lnTo>
                  <a:pt x="21362" y="13698"/>
                </a:lnTo>
                <a:lnTo>
                  <a:pt x="21242" y="13224"/>
                </a:lnTo>
                <a:lnTo>
                  <a:pt x="20885" y="12327"/>
                </a:lnTo>
                <a:lnTo>
                  <a:pt x="20409" y="11433"/>
                </a:lnTo>
                <a:lnTo>
                  <a:pt x="19874" y="10590"/>
                </a:lnTo>
                <a:lnTo>
                  <a:pt x="19279" y="9800"/>
                </a:lnTo>
                <a:lnTo>
                  <a:pt x="16661" y="6427"/>
                </a:lnTo>
                <a:lnTo>
                  <a:pt x="14043" y="3108"/>
                </a:lnTo>
                <a:lnTo>
                  <a:pt x="13924" y="3003"/>
                </a:lnTo>
                <a:lnTo>
                  <a:pt x="13746" y="2950"/>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572" name="Google Shape;220;p3"/>
          <p:cNvSpPr/>
          <p:nvPr/>
        </p:nvSpPr>
        <p:spPr>
          <a:xfrm>
            <a:off x="5059562" y="4957957"/>
            <a:ext cx="386021" cy="25803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453" y="0"/>
                </a:moveTo>
                <a:lnTo>
                  <a:pt x="7279" y="176"/>
                </a:lnTo>
                <a:lnTo>
                  <a:pt x="6755" y="1045"/>
                </a:lnTo>
                <a:lnTo>
                  <a:pt x="6347" y="2004"/>
                </a:lnTo>
                <a:lnTo>
                  <a:pt x="5939" y="2961"/>
                </a:lnTo>
                <a:lnTo>
                  <a:pt x="5590" y="4008"/>
                </a:lnTo>
                <a:lnTo>
                  <a:pt x="5300" y="5053"/>
                </a:lnTo>
                <a:lnTo>
                  <a:pt x="5123" y="6185"/>
                </a:lnTo>
                <a:lnTo>
                  <a:pt x="4949" y="7316"/>
                </a:lnTo>
                <a:lnTo>
                  <a:pt x="4833" y="8536"/>
                </a:lnTo>
                <a:lnTo>
                  <a:pt x="4774" y="9146"/>
                </a:lnTo>
                <a:lnTo>
                  <a:pt x="4658" y="9669"/>
                </a:lnTo>
                <a:lnTo>
                  <a:pt x="4484" y="10279"/>
                </a:lnTo>
                <a:lnTo>
                  <a:pt x="4250" y="10713"/>
                </a:lnTo>
                <a:lnTo>
                  <a:pt x="4135" y="10975"/>
                </a:lnTo>
                <a:lnTo>
                  <a:pt x="3960" y="11062"/>
                </a:lnTo>
                <a:lnTo>
                  <a:pt x="3611" y="11236"/>
                </a:lnTo>
                <a:lnTo>
                  <a:pt x="2912" y="11236"/>
                </a:lnTo>
                <a:lnTo>
                  <a:pt x="2446" y="11062"/>
                </a:lnTo>
                <a:lnTo>
                  <a:pt x="1573" y="11062"/>
                </a:lnTo>
                <a:lnTo>
                  <a:pt x="1398" y="11236"/>
                </a:lnTo>
                <a:lnTo>
                  <a:pt x="1224" y="11324"/>
                </a:lnTo>
                <a:lnTo>
                  <a:pt x="932" y="11236"/>
                </a:lnTo>
                <a:lnTo>
                  <a:pt x="641" y="11236"/>
                </a:lnTo>
                <a:lnTo>
                  <a:pt x="408" y="11409"/>
                </a:lnTo>
                <a:lnTo>
                  <a:pt x="117" y="11585"/>
                </a:lnTo>
                <a:lnTo>
                  <a:pt x="59" y="11758"/>
                </a:lnTo>
                <a:lnTo>
                  <a:pt x="0" y="11934"/>
                </a:lnTo>
                <a:lnTo>
                  <a:pt x="0" y="12280"/>
                </a:lnTo>
                <a:lnTo>
                  <a:pt x="59" y="12368"/>
                </a:lnTo>
                <a:lnTo>
                  <a:pt x="117" y="12456"/>
                </a:lnTo>
                <a:lnTo>
                  <a:pt x="233" y="12542"/>
                </a:lnTo>
                <a:lnTo>
                  <a:pt x="351" y="12456"/>
                </a:lnTo>
                <a:lnTo>
                  <a:pt x="816" y="12280"/>
                </a:lnTo>
                <a:lnTo>
                  <a:pt x="932" y="12542"/>
                </a:lnTo>
                <a:lnTo>
                  <a:pt x="1106" y="12717"/>
                </a:lnTo>
                <a:lnTo>
                  <a:pt x="1281" y="12717"/>
                </a:lnTo>
                <a:lnTo>
                  <a:pt x="1398" y="12629"/>
                </a:lnTo>
                <a:lnTo>
                  <a:pt x="1457" y="12542"/>
                </a:lnTo>
                <a:lnTo>
                  <a:pt x="1573" y="12368"/>
                </a:lnTo>
                <a:lnTo>
                  <a:pt x="1689" y="12280"/>
                </a:lnTo>
                <a:lnTo>
                  <a:pt x="1981" y="12195"/>
                </a:lnTo>
                <a:lnTo>
                  <a:pt x="2271" y="12280"/>
                </a:lnTo>
                <a:lnTo>
                  <a:pt x="2562" y="12368"/>
                </a:lnTo>
                <a:lnTo>
                  <a:pt x="3144" y="12542"/>
                </a:lnTo>
                <a:lnTo>
                  <a:pt x="3493" y="12542"/>
                </a:lnTo>
                <a:lnTo>
                  <a:pt x="3785" y="12456"/>
                </a:lnTo>
                <a:lnTo>
                  <a:pt x="4135" y="12368"/>
                </a:lnTo>
                <a:lnTo>
                  <a:pt x="4368" y="12195"/>
                </a:lnTo>
                <a:lnTo>
                  <a:pt x="4658" y="11934"/>
                </a:lnTo>
                <a:lnTo>
                  <a:pt x="4892" y="11585"/>
                </a:lnTo>
                <a:lnTo>
                  <a:pt x="5066" y="11236"/>
                </a:lnTo>
                <a:lnTo>
                  <a:pt x="5241" y="10801"/>
                </a:lnTo>
                <a:lnTo>
                  <a:pt x="5474" y="9930"/>
                </a:lnTo>
                <a:lnTo>
                  <a:pt x="5590" y="9320"/>
                </a:lnTo>
                <a:lnTo>
                  <a:pt x="5649" y="8709"/>
                </a:lnTo>
                <a:lnTo>
                  <a:pt x="5765" y="7403"/>
                </a:lnTo>
                <a:lnTo>
                  <a:pt x="5939" y="6271"/>
                </a:lnTo>
                <a:lnTo>
                  <a:pt x="6173" y="5226"/>
                </a:lnTo>
                <a:lnTo>
                  <a:pt x="6404" y="4355"/>
                </a:lnTo>
                <a:lnTo>
                  <a:pt x="6696" y="3483"/>
                </a:lnTo>
                <a:lnTo>
                  <a:pt x="6987" y="2700"/>
                </a:lnTo>
                <a:lnTo>
                  <a:pt x="7395" y="2004"/>
                </a:lnTo>
                <a:lnTo>
                  <a:pt x="8211" y="6793"/>
                </a:lnTo>
                <a:lnTo>
                  <a:pt x="8966" y="11497"/>
                </a:lnTo>
                <a:lnTo>
                  <a:pt x="9723" y="16288"/>
                </a:lnTo>
                <a:lnTo>
                  <a:pt x="10423" y="21165"/>
                </a:lnTo>
                <a:lnTo>
                  <a:pt x="10480" y="21339"/>
                </a:lnTo>
                <a:lnTo>
                  <a:pt x="10655" y="21515"/>
                </a:lnTo>
                <a:lnTo>
                  <a:pt x="10772" y="21600"/>
                </a:lnTo>
                <a:lnTo>
                  <a:pt x="10947" y="21600"/>
                </a:lnTo>
                <a:lnTo>
                  <a:pt x="11353" y="21339"/>
                </a:lnTo>
                <a:lnTo>
                  <a:pt x="11704" y="20904"/>
                </a:lnTo>
                <a:lnTo>
                  <a:pt x="11936" y="20467"/>
                </a:lnTo>
                <a:lnTo>
                  <a:pt x="12169" y="19860"/>
                </a:lnTo>
                <a:lnTo>
                  <a:pt x="12402" y="18988"/>
                </a:lnTo>
                <a:lnTo>
                  <a:pt x="12577" y="18029"/>
                </a:lnTo>
                <a:lnTo>
                  <a:pt x="12985" y="16201"/>
                </a:lnTo>
                <a:lnTo>
                  <a:pt x="14381" y="9407"/>
                </a:lnTo>
                <a:lnTo>
                  <a:pt x="14615" y="10540"/>
                </a:lnTo>
                <a:lnTo>
                  <a:pt x="14789" y="11758"/>
                </a:lnTo>
                <a:lnTo>
                  <a:pt x="14789" y="12019"/>
                </a:lnTo>
                <a:lnTo>
                  <a:pt x="14905" y="12195"/>
                </a:lnTo>
                <a:lnTo>
                  <a:pt x="15021" y="12368"/>
                </a:lnTo>
                <a:lnTo>
                  <a:pt x="15196" y="12368"/>
                </a:lnTo>
                <a:lnTo>
                  <a:pt x="19097" y="12019"/>
                </a:lnTo>
                <a:lnTo>
                  <a:pt x="19156" y="12195"/>
                </a:lnTo>
                <a:lnTo>
                  <a:pt x="19213" y="12368"/>
                </a:lnTo>
                <a:lnTo>
                  <a:pt x="19564" y="12717"/>
                </a:lnTo>
                <a:lnTo>
                  <a:pt x="19970" y="12891"/>
                </a:lnTo>
                <a:lnTo>
                  <a:pt x="20029" y="12979"/>
                </a:lnTo>
                <a:lnTo>
                  <a:pt x="20494" y="12979"/>
                </a:lnTo>
                <a:lnTo>
                  <a:pt x="20727" y="12891"/>
                </a:lnTo>
                <a:lnTo>
                  <a:pt x="20960" y="12629"/>
                </a:lnTo>
                <a:lnTo>
                  <a:pt x="21135" y="12368"/>
                </a:lnTo>
                <a:lnTo>
                  <a:pt x="21310" y="12019"/>
                </a:lnTo>
                <a:lnTo>
                  <a:pt x="21484" y="11670"/>
                </a:lnTo>
                <a:lnTo>
                  <a:pt x="21600" y="11236"/>
                </a:lnTo>
                <a:lnTo>
                  <a:pt x="21600" y="10801"/>
                </a:lnTo>
                <a:lnTo>
                  <a:pt x="21484" y="10540"/>
                </a:lnTo>
                <a:lnTo>
                  <a:pt x="21310" y="10191"/>
                </a:lnTo>
                <a:lnTo>
                  <a:pt x="21076" y="10018"/>
                </a:lnTo>
                <a:lnTo>
                  <a:pt x="20844" y="9842"/>
                </a:lnTo>
                <a:lnTo>
                  <a:pt x="20552" y="9669"/>
                </a:lnTo>
                <a:lnTo>
                  <a:pt x="20319" y="9669"/>
                </a:lnTo>
                <a:lnTo>
                  <a:pt x="20029" y="9754"/>
                </a:lnTo>
                <a:lnTo>
                  <a:pt x="19738" y="9930"/>
                </a:lnTo>
                <a:lnTo>
                  <a:pt x="19564" y="10103"/>
                </a:lnTo>
                <a:lnTo>
                  <a:pt x="19446" y="10279"/>
                </a:lnTo>
                <a:lnTo>
                  <a:pt x="19272" y="10713"/>
                </a:lnTo>
                <a:lnTo>
                  <a:pt x="15545" y="11062"/>
                </a:lnTo>
                <a:lnTo>
                  <a:pt x="15429" y="10103"/>
                </a:lnTo>
                <a:lnTo>
                  <a:pt x="15254" y="9146"/>
                </a:lnTo>
                <a:lnTo>
                  <a:pt x="15021" y="8187"/>
                </a:lnTo>
                <a:lnTo>
                  <a:pt x="14731" y="7230"/>
                </a:lnTo>
                <a:lnTo>
                  <a:pt x="14615" y="7054"/>
                </a:lnTo>
                <a:lnTo>
                  <a:pt x="14497" y="6969"/>
                </a:lnTo>
                <a:lnTo>
                  <a:pt x="14264" y="6969"/>
                </a:lnTo>
                <a:lnTo>
                  <a:pt x="14032" y="7054"/>
                </a:lnTo>
                <a:lnTo>
                  <a:pt x="13974" y="7230"/>
                </a:lnTo>
                <a:lnTo>
                  <a:pt x="13915" y="7403"/>
                </a:lnTo>
                <a:lnTo>
                  <a:pt x="12459" y="14284"/>
                </a:lnTo>
                <a:lnTo>
                  <a:pt x="11704" y="17943"/>
                </a:lnTo>
                <a:lnTo>
                  <a:pt x="11471" y="18988"/>
                </a:lnTo>
                <a:lnTo>
                  <a:pt x="11353" y="19511"/>
                </a:lnTo>
                <a:lnTo>
                  <a:pt x="11121" y="19945"/>
                </a:lnTo>
                <a:lnTo>
                  <a:pt x="10423" y="15068"/>
                </a:lnTo>
                <a:lnTo>
                  <a:pt x="9666" y="10191"/>
                </a:lnTo>
                <a:lnTo>
                  <a:pt x="8850" y="5314"/>
                </a:lnTo>
                <a:lnTo>
                  <a:pt x="7977" y="522"/>
                </a:lnTo>
                <a:lnTo>
                  <a:pt x="7861" y="176"/>
                </a:lnTo>
                <a:lnTo>
                  <a:pt x="7685" y="88"/>
                </a:lnTo>
                <a:lnTo>
                  <a:pt x="7453" y="0"/>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573" name="Google Shape;221;p3"/>
          <p:cNvSpPr/>
          <p:nvPr/>
        </p:nvSpPr>
        <p:spPr>
          <a:xfrm>
            <a:off x="7782448" y="4885132"/>
            <a:ext cx="174787" cy="1872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885" y="0"/>
                </a:moveTo>
                <a:lnTo>
                  <a:pt x="13759" y="121"/>
                </a:lnTo>
                <a:lnTo>
                  <a:pt x="13629" y="242"/>
                </a:lnTo>
                <a:lnTo>
                  <a:pt x="13629" y="481"/>
                </a:lnTo>
                <a:lnTo>
                  <a:pt x="12342" y="1560"/>
                </a:lnTo>
                <a:lnTo>
                  <a:pt x="11315" y="2640"/>
                </a:lnTo>
                <a:lnTo>
                  <a:pt x="9769" y="4200"/>
                </a:lnTo>
                <a:lnTo>
                  <a:pt x="8613" y="5401"/>
                </a:lnTo>
                <a:lnTo>
                  <a:pt x="7712" y="5162"/>
                </a:lnTo>
                <a:lnTo>
                  <a:pt x="4627" y="4321"/>
                </a:lnTo>
                <a:lnTo>
                  <a:pt x="3986" y="4200"/>
                </a:lnTo>
                <a:lnTo>
                  <a:pt x="2829" y="3961"/>
                </a:lnTo>
                <a:lnTo>
                  <a:pt x="2314" y="3840"/>
                </a:lnTo>
                <a:lnTo>
                  <a:pt x="1798" y="3961"/>
                </a:lnTo>
                <a:lnTo>
                  <a:pt x="1542" y="4083"/>
                </a:lnTo>
                <a:lnTo>
                  <a:pt x="1542" y="4442"/>
                </a:lnTo>
                <a:lnTo>
                  <a:pt x="1669" y="4802"/>
                </a:lnTo>
                <a:lnTo>
                  <a:pt x="1928" y="5041"/>
                </a:lnTo>
                <a:lnTo>
                  <a:pt x="2314" y="5280"/>
                </a:lnTo>
                <a:lnTo>
                  <a:pt x="2699" y="5401"/>
                </a:lnTo>
                <a:lnTo>
                  <a:pt x="3726" y="5761"/>
                </a:lnTo>
                <a:lnTo>
                  <a:pt x="4497" y="5882"/>
                </a:lnTo>
                <a:lnTo>
                  <a:pt x="7200" y="6601"/>
                </a:lnTo>
                <a:lnTo>
                  <a:pt x="7200" y="6840"/>
                </a:lnTo>
                <a:lnTo>
                  <a:pt x="7326" y="7082"/>
                </a:lnTo>
                <a:lnTo>
                  <a:pt x="7586" y="7321"/>
                </a:lnTo>
                <a:lnTo>
                  <a:pt x="7712" y="7321"/>
                </a:lnTo>
                <a:lnTo>
                  <a:pt x="7971" y="7442"/>
                </a:lnTo>
                <a:lnTo>
                  <a:pt x="8357" y="7321"/>
                </a:lnTo>
                <a:lnTo>
                  <a:pt x="8872" y="7082"/>
                </a:lnTo>
                <a:lnTo>
                  <a:pt x="9384" y="6961"/>
                </a:lnTo>
                <a:lnTo>
                  <a:pt x="9643" y="6840"/>
                </a:lnTo>
                <a:lnTo>
                  <a:pt x="9769" y="6722"/>
                </a:lnTo>
                <a:lnTo>
                  <a:pt x="9769" y="6242"/>
                </a:lnTo>
                <a:lnTo>
                  <a:pt x="10285" y="5761"/>
                </a:lnTo>
                <a:lnTo>
                  <a:pt x="11827" y="4200"/>
                </a:lnTo>
                <a:lnTo>
                  <a:pt x="13369" y="2522"/>
                </a:lnTo>
                <a:lnTo>
                  <a:pt x="13499" y="4560"/>
                </a:lnTo>
                <a:lnTo>
                  <a:pt x="13499" y="6840"/>
                </a:lnTo>
                <a:lnTo>
                  <a:pt x="13629" y="7920"/>
                </a:lnTo>
                <a:lnTo>
                  <a:pt x="13885" y="8522"/>
                </a:lnTo>
                <a:lnTo>
                  <a:pt x="14144" y="8999"/>
                </a:lnTo>
                <a:lnTo>
                  <a:pt x="14400" y="9241"/>
                </a:lnTo>
                <a:lnTo>
                  <a:pt x="14786" y="9241"/>
                </a:lnTo>
                <a:lnTo>
                  <a:pt x="15686" y="9840"/>
                </a:lnTo>
                <a:lnTo>
                  <a:pt x="16584" y="10321"/>
                </a:lnTo>
                <a:lnTo>
                  <a:pt x="17744" y="10681"/>
                </a:lnTo>
                <a:lnTo>
                  <a:pt x="18771" y="10919"/>
                </a:lnTo>
                <a:lnTo>
                  <a:pt x="18386" y="11161"/>
                </a:lnTo>
                <a:lnTo>
                  <a:pt x="16584" y="12002"/>
                </a:lnTo>
                <a:lnTo>
                  <a:pt x="15813" y="12362"/>
                </a:lnTo>
                <a:lnTo>
                  <a:pt x="15041" y="12840"/>
                </a:lnTo>
                <a:lnTo>
                  <a:pt x="14786" y="12840"/>
                </a:lnTo>
                <a:lnTo>
                  <a:pt x="14656" y="12961"/>
                </a:lnTo>
                <a:lnTo>
                  <a:pt x="14270" y="13320"/>
                </a:lnTo>
                <a:lnTo>
                  <a:pt x="13885" y="14040"/>
                </a:lnTo>
                <a:lnTo>
                  <a:pt x="13629" y="14881"/>
                </a:lnTo>
                <a:lnTo>
                  <a:pt x="13499" y="17282"/>
                </a:lnTo>
                <a:lnTo>
                  <a:pt x="13499" y="19801"/>
                </a:lnTo>
                <a:lnTo>
                  <a:pt x="12472" y="18721"/>
                </a:lnTo>
                <a:lnTo>
                  <a:pt x="11315" y="17642"/>
                </a:lnTo>
                <a:lnTo>
                  <a:pt x="9258" y="15601"/>
                </a:lnTo>
                <a:lnTo>
                  <a:pt x="8998" y="15241"/>
                </a:lnTo>
                <a:lnTo>
                  <a:pt x="8742" y="15002"/>
                </a:lnTo>
                <a:lnTo>
                  <a:pt x="8357" y="15002"/>
                </a:lnTo>
                <a:lnTo>
                  <a:pt x="8357" y="15120"/>
                </a:lnTo>
                <a:lnTo>
                  <a:pt x="8101" y="15120"/>
                </a:lnTo>
                <a:lnTo>
                  <a:pt x="6685" y="15601"/>
                </a:lnTo>
                <a:lnTo>
                  <a:pt x="5142" y="15839"/>
                </a:lnTo>
                <a:lnTo>
                  <a:pt x="3726" y="16081"/>
                </a:lnTo>
                <a:lnTo>
                  <a:pt x="2184" y="16199"/>
                </a:lnTo>
                <a:lnTo>
                  <a:pt x="3986" y="14161"/>
                </a:lnTo>
                <a:lnTo>
                  <a:pt x="4757" y="13082"/>
                </a:lnTo>
                <a:lnTo>
                  <a:pt x="5398" y="11881"/>
                </a:lnTo>
                <a:lnTo>
                  <a:pt x="5914" y="11760"/>
                </a:lnTo>
                <a:lnTo>
                  <a:pt x="6043" y="11639"/>
                </a:lnTo>
                <a:lnTo>
                  <a:pt x="6169" y="11400"/>
                </a:lnTo>
                <a:lnTo>
                  <a:pt x="6299" y="11279"/>
                </a:lnTo>
                <a:lnTo>
                  <a:pt x="6299" y="11040"/>
                </a:lnTo>
                <a:lnTo>
                  <a:pt x="6169" y="10802"/>
                </a:lnTo>
                <a:lnTo>
                  <a:pt x="6043" y="10681"/>
                </a:lnTo>
                <a:lnTo>
                  <a:pt x="5784" y="10560"/>
                </a:lnTo>
                <a:lnTo>
                  <a:pt x="5398" y="9961"/>
                </a:lnTo>
                <a:lnTo>
                  <a:pt x="4241" y="8041"/>
                </a:lnTo>
                <a:lnTo>
                  <a:pt x="2955" y="6242"/>
                </a:lnTo>
                <a:lnTo>
                  <a:pt x="2184" y="5401"/>
                </a:lnTo>
                <a:lnTo>
                  <a:pt x="1283" y="4681"/>
                </a:lnTo>
                <a:lnTo>
                  <a:pt x="897" y="4560"/>
                </a:lnTo>
                <a:lnTo>
                  <a:pt x="641" y="4681"/>
                </a:lnTo>
                <a:lnTo>
                  <a:pt x="386" y="4920"/>
                </a:lnTo>
                <a:lnTo>
                  <a:pt x="386" y="5280"/>
                </a:lnTo>
                <a:lnTo>
                  <a:pt x="1157" y="6363"/>
                </a:lnTo>
                <a:lnTo>
                  <a:pt x="1928" y="7321"/>
                </a:lnTo>
                <a:lnTo>
                  <a:pt x="2699" y="8280"/>
                </a:lnTo>
                <a:lnTo>
                  <a:pt x="3341" y="9241"/>
                </a:lnTo>
                <a:lnTo>
                  <a:pt x="3856" y="10321"/>
                </a:lnTo>
                <a:lnTo>
                  <a:pt x="4112" y="10919"/>
                </a:lnTo>
                <a:lnTo>
                  <a:pt x="4497" y="11521"/>
                </a:lnTo>
                <a:lnTo>
                  <a:pt x="3856" y="12002"/>
                </a:lnTo>
                <a:lnTo>
                  <a:pt x="3214" y="12480"/>
                </a:lnTo>
                <a:lnTo>
                  <a:pt x="2054" y="13801"/>
                </a:lnTo>
                <a:lnTo>
                  <a:pt x="1027" y="15120"/>
                </a:lnTo>
                <a:lnTo>
                  <a:pt x="126" y="16559"/>
                </a:lnTo>
                <a:lnTo>
                  <a:pt x="0" y="16919"/>
                </a:lnTo>
                <a:lnTo>
                  <a:pt x="0" y="17282"/>
                </a:lnTo>
                <a:lnTo>
                  <a:pt x="256" y="17521"/>
                </a:lnTo>
                <a:lnTo>
                  <a:pt x="641" y="17642"/>
                </a:lnTo>
                <a:lnTo>
                  <a:pt x="2569" y="17642"/>
                </a:lnTo>
                <a:lnTo>
                  <a:pt x="4497" y="17521"/>
                </a:lnTo>
                <a:lnTo>
                  <a:pt x="6429" y="17161"/>
                </a:lnTo>
                <a:lnTo>
                  <a:pt x="8227" y="16559"/>
                </a:lnTo>
                <a:lnTo>
                  <a:pt x="8998" y="17521"/>
                </a:lnTo>
                <a:lnTo>
                  <a:pt x="9769" y="18240"/>
                </a:lnTo>
                <a:lnTo>
                  <a:pt x="11315" y="20161"/>
                </a:lnTo>
                <a:lnTo>
                  <a:pt x="12213" y="20880"/>
                </a:lnTo>
                <a:lnTo>
                  <a:pt x="12728" y="21240"/>
                </a:lnTo>
                <a:lnTo>
                  <a:pt x="13243" y="21479"/>
                </a:lnTo>
                <a:lnTo>
                  <a:pt x="13629" y="21479"/>
                </a:lnTo>
                <a:lnTo>
                  <a:pt x="14144" y="21361"/>
                </a:lnTo>
                <a:lnTo>
                  <a:pt x="14530" y="21600"/>
                </a:lnTo>
                <a:lnTo>
                  <a:pt x="15041" y="21600"/>
                </a:lnTo>
                <a:lnTo>
                  <a:pt x="15301" y="21361"/>
                </a:lnTo>
                <a:lnTo>
                  <a:pt x="15427" y="21119"/>
                </a:lnTo>
                <a:lnTo>
                  <a:pt x="15557" y="20880"/>
                </a:lnTo>
                <a:lnTo>
                  <a:pt x="15427" y="20642"/>
                </a:lnTo>
                <a:lnTo>
                  <a:pt x="15301" y="20520"/>
                </a:lnTo>
                <a:lnTo>
                  <a:pt x="15171" y="20399"/>
                </a:lnTo>
                <a:lnTo>
                  <a:pt x="15041" y="19801"/>
                </a:lnTo>
                <a:lnTo>
                  <a:pt x="15041" y="19081"/>
                </a:lnTo>
                <a:lnTo>
                  <a:pt x="14915" y="16919"/>
                </a:lnTo>
                <a:lnTo>
                  <a:pt x="14915" y="14400"/>
                </a:lnTo>
                <a:lnTo>
                  <a:pt x="15427" y="14400"/>
                </a:lnTo>
                <a:lnTo>
                  <a:pt x="15686" y="14279"/>
                </a:lnTo>
                <a:lnTo>
                  <a:pt x="15942" y="14040"/>
                </a:lnTo>
                <a:lnTo>
                  <a:pt x="15942" y="13919"/>
                </a:lnTo>
                <a:lnTo>
                  <a:pt x="16198" y="13801"/>
                </a:lnTo>
                <a:lnTo>
                  <a:pt x="18256" y="12722"/>
                </a:lnTo>
                <a:lnTo>
                  <a:pt x="19413" y="12120"/>
                </a:lnTo>
                <a:lnTo>
                  <a:pt x="19928" y="11760"/>
                </a:lnTo>
                <a:lnTo>
                  <a:pt x="20443" y="11400"/>
                </a:lnTo>
                <a:lnTo>
                  <a:pt x="20959" y="11400"/>
                </a:lnTo>
                <a:lnTo>
                  <a:pt x="21344" y="11279"/>
                </a:lnTo>
                <a:lnTo>
                  <a:pt x="21470" y="11040"/>
                </a:lnTo>
                <a:lnTo>
                  <a:pt x="21600" y="10802"/>
                </a:lnTo>
                <a:lnTo>
                  <a:pt x="21600" y="10560"/>
                </a:lnTo>
                <a:lnTo>
                  <a:pt x="21470" y="10200"/>
                </a:lnTo>
                <a:lnTo>
                  <a:pt x="21344" y="9961"/>
                </a:lnTo>
                <a:lnTo>
                  <a:pt x="20959" y="9840"/>
                </a:lnTo>
                <a:lnTo>
                  <a:pt x="19542" y="9601"/>
                </a:lnTo>
                <a:lnTo>
                  <a:pt x="18130" y="9120"/>
                </a:lnTo>
                <a:lnTo>
                  <a:pt x="16714" y="8760"/>
                </a:lnTo>
                <a:lnTo>
                  <a:pt x="15301" y="8401"/>
                </a:lnTo>
                <a:lnTo>
                  <a:pt x="15301" y="7442"/>
                </a:lnTo>
                <a:lnTo>
                  <a:pt x="15171" y="6601"/>
                </a:lnTo>
                <a:lnTo>
                  <a:pt x="14915" y="4802"/>
                </a:lnTo>
                <a:lnTo>
                  <a:pt x="14915" y="2882"/>
                </a:lnTo>
                <a:lnTo>
                  <a:pt x="14786" y="1802"/>
                </a:lnTo>
                <a:lnTo>
                  <a:pt x="14656" y="841"/>
                </a:lnTo>
                <a:lnTo>
                  <a:pt x="14786" y="602"/>
                </a:lnTo>
                <a:lnTo>
                  <a:pt x="14915" y="360"/>
                </a:lnTo>
                <a:lnTo>
                  <a:pt x="14786" y="121"/>
                </a:lnTo>
                <a:lnTo>
                  <a:pt x="14656" y="0"/>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574" name="Google Shape;222;p3"/>
          <p:cNvSpPr/>
          <p:nvPr/>
        </p:nvSpPr>
        <p:spPr>
          <a:xfrm>
            <a:off x="1482793" y="4209543"/>
            <a:ext cx="210157" cy="4588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732" y="195"/>
                </a:moveTo>
                <a:lnTo>
                  <a:pt x="9411" y="588"/>
                </a:lnTo>
                <a:lnTo>
                  <a:pt x="9195" y="979"/>
                </a:lnTo>
                <a:lnTo>
                  <a:pt x="9090" y="1812"/>
                </a:lnTo>
                <a:lnTo>
                  <a:pt x="8982" y="3967"/>
                </a:lnTo>
                <a:lnTo>
                  <a:pt x="9090" y="5976"/>
                </a:lnTo>
                <a:lnTo>
                  <a:pt x="9090" y="7444"/>
                </a:lnTo>
                <a:lnTo>
                  <a:pt x="9195" y="7641"/>
                </a:lnTo>
                <a:lnTo>
                  <a:pt x="9411" y="7837"/>
                </a:lnTo>
                <a:lnTo>
                  <a:pt x="9516" y="7885"/>
                </a:lnTo>
                <a:lnTo>
                  <a:pt x="9732" y="7934"/>
                </a:lnTo>
                <a:lnTo>
                  <a:pt x="9836" y="7934"/>
                </a:lnTo>
                <a:lnTo>
                  <a:pt x="10052" y="7837"/>
                </a:lnTo>
                <a:lnTo>
                  <a:pt x="10160" y="7690"/>
                </a:lnTo>
                <a:lnTo>
                  <a:pt x="10265" y="7542"/>
                </a:lnTo>
                <a:lnTo>
                  <a:pt x="10265" y="6122"/>
                </a:lnTo>
                <a:lnTo>
                  <a:pt x="10160" y="3967"/>
                </a:lnTo>
                <a:lnTo>
                  <a:pt x="10265" y="2007"/>
                </a:lnTo>
                <a:lnTo>
                  <a:pt x="10265" y="1078"/>
                </a:lnTo>
                <a:lnTo>
                  <a:pt x="10160" y="636"/>
                </a:lnTo>
                <a:lnTo>
                  <a:pt x="9944" y="391"/>
                </a:lnTo>
                <a:lnTo>
                  <a:pt x="9836" y="195"/>
                </a:lnTo>
                <a:close/>
                <a:moveTo>
                  <a:pt x="5026" y="0"/>
                </a:moveTo>
                <a:lnTo>
                  <a:pt x="4918" y="48"/>
                </a:lnTo>
                <a:lnTo>
                  <a:pt x="4705" y="195"/>
                </a:lnTo>
                <a:lnTo>
                  <a:pt x="4598" y="391"/>
                </a:lnTo>
                <a:lnTo>
                  <a:pt x="4490" y="832"/>
                </a:lnTo>
                <a:lnTo>
                  <a:pt x="4598" y="1713"/>
                </a:lnTo>
                <a:lnTo>
                  <a:pt x="4705" y="3868"/>
                </a:lnTo>
                <a:lnTo>
                  <a:pt x="5026" y="8326"/>
                </a:lnTo>
                <a:lnTo>
                  <a:pt x="5131" y="8473"/>
                </a:lnTo>
                <a:lnTo>
                  <a:pt x="5239" y="8522"/>
                </a:lnTo>
                <a:lnTo>
                  <a:pt x="5455" y="8571"/>
                </a:lnTo>
                <a:lnTo>
                  <a:pt x="5667" y="8619"/>
                </a:lnTo>
                <a:lnTo>
                  <a:pt x="5880" y="8571"/>
                </a:lnTo>
                <a:lnTo>
                  <a:pt x="6096" y="8522"/>
                </a:lnTo>
                <a:lnTo>
                  <a:pt x="6309" y="8473"/>
                </a:lnTo>
                <a:lnTo>
                  <a:pt x="6309" y="7934"/>
                </a:lnTo>
                <a:lnTo>
                  <a:pt x="5988" y="4015"/>
                </a:lnTo>
                <a:lnTo>
                  <a:pt x="5775" y="1860"/>
                </a:lnTo>
                <a:lnTo>
                  <a:pt x="5667" y="782"/>
                </a:lnTo>
                <a:lnTo>
                  <a:pt x="5560" y="391"/>
                </a:lnTo>
                <a:lnTo>
                  <a:pt x="5455" y="195"/>
                </a:lnTo>
                <a:lnTo>
                  <a:pt x="5131" y="48"/>
                </a:lnTo>
                <a:lnTo>
                  <a:pt x="5026" y="0"/>
                </a:lnTo>
                <a:close/>
                <a:moveTo>
                  <a:pt x="14437" y="244"/>
                </a:moveTo>
                <a:lnTo>
                  <a:pt x="14221" y="294"/>
                </a:lnTo>
                <a:lnTo>
                  <a:pt x="14116" y="342"/>
                </a:lnTo>
                <a:lnTo>
                  <a:pt x="14116" y="441"/>
                </a:lnTo>
                <a:lnTo>
                  <a:pt x="13900" y="1469"/>
                </a:lnTo>
                <a:lnTo>
                  <a:pt x="13796" y="2546"/>
                </a:lnTo>
                <a:lnTo>
                  <a:pt x="13796" y="6857"/>
                </a:lnTo>
                <a:lnTo>
                  <a:pt x="13688" y="7837"/>
                </a:lnTo>
                <a:lnTo>
                  <a:pt x="13688" y="8375"/>
                </a:lnTo>
                <a:lnTo>
                  <a:pt x="13900" y="8865"/>
                </a:lnTo>
                <a:lnTo>
                  <a:pt x="14008" y="8963"/>
                </a:lnTo>
                <a:lnTo>
                  <a:pt x="14329" y="9012"/>
                </a:lnTo>
                <a:lnTo>
                  <a:pt x="14650" y="8963"/>
                </a:lnTo>
                <a:lnTo>
                  <a:pt x="14865" y="8865"/>
                </a:lnTo>
                <a:lnTo>
                  <a:pt x="15078" y="8375"/>
                </a:lnTo>
                <a:lnTo>
                  <a:pt x="15078" y="7837"/>
                </a:lnTo>
                <a:lnTo>
                  <a:pt x="14970" y="6857"/>
                </a:lnTo>
                <a:lnTo>
                  <a:pt x="14970" y="4702"/>
                </a:lnTo>
                <a:lnTo>
                  <a:pt x="15078" y="2546"/>
                </a:lnTo>
                <a:lnTo>
                  <a:pt x="14970" y="1518"/>
                </a:lnTo>
                <a:lnTo>
                  <a:pt x="14865" y="441"/>
                </a:lnTo>
                <a:lnTo>
                  <a:pt x="14865" y="342"/>
                </a:lnTo>
                <a:lnTo>
                  <a:pt x="14758" y="294"/>
                </a:lnTo>
                <a:lnTo>
                  <a:pt x="14437" y="244"/>
                </a:lnTo>
                <a:close/>
                <a:moveTo>
                  <a:pt x="18285" y="3575"/>
                </a:moveTo>
                <a:lnTo>
                  <a:pt x="18285" y="3624"/>
                </a:lnTo>
                <a:lnTo>
                  <a:pt x="18072" y="4015"/>
                </a:lnTo>
                <a:lnTo>
                  <a:pt x="17965" y="4408"/>
                </a:lnTo>
                <a:lnTo>
                  <a:pt x="17860" y="5240"/>
                </a:lnTo>
                <a:lnTo>
                  <a:pt x="17860" y="6906"/>
                </a:lnTo>
                <a:lnTo>
                  <a:pt x="17752" y="10236"/>
                </a:lnTo>
                <a:lnTo>
                  <a:pt x="17752" y="10530"/>
                </a:lnTo>
                <a:lnTo>
                  <a:pt x="17860" y="10628"/>
                </a:lnTo>
                <a:lnTo>
                  <a:pt x="17965" y="10727"/>
                </a:lnTo>
                <a:lnTo>
                  <a:pt x="18180" y="10775"/>
                </a:lnTo>
                <a:lnTo>
                  <a:pt x="18606" y="10775"/>
                </a:lnTo>
                <a:lnTo>
                  <a:pt x="18822" y="10727"/>
                </a:lnTo>
                <a:lnTo>
                  <a:pt x="18927" y="10628"/>
                </a:lnTo>
                <a:lnTo>
                  <a:pt x="19034" y="10530"/>
                </a:lnTo>
                <a:lnTo>
                  <a:pt x="19034" y="5289"/>
                </a:lnTo>
                <a:lnTo>
                  <a:pt x="18927" y="4457"/>
                </a:lnTo>
                <a:lnTo>
                  <a:pt x="18822" y="4015"/>
                </a:lnTo>
                <a:lnTo>
                  <a:pt x="18606" y="3624"/>
                </a:lnTo>
                <a:lnTo>
                  <a:pt x="18501" y="3575"/>
                </a:lnTo>
                <a:close/>
                <a:moveTo>
                  <a:pt x="9516" y="10530"/>
                </a:moveTo>
                <a:lnTo>
                  <a:pt x="8982" y="10824"/>
                </a:lnTo>
                <a:lnTo>
                  <a:pt x="8341" y="11070"/>
                </a:lnTo>
                <a:lnTo>
                  <a:pt x="7807" y="11217"/>
                </a:lnTo>
                <a:lnTo>
                  <a:pt x="7163" y="11314"/>
                </a:lnTo>
                <a:lnTo>
                  <a:pt x="7592" y="11070"/>
                </a:lnTo>
                <a:lnTo>
                  <a:pt x="8020" y="10873"/>
                </a:lnTo>
                <a:lnTo>
                  <a:pt x="8662" y="10677"/>
                </a:lnTo>
                <a:lnTo>
                  <a:pt x="9303" y="10580"/>
                </a:lnTo>
                <a:lnTo>
                  <a:pt x="9516" y="10530"/>
                </a:lnTo>
                <a:close/>
                <a:moveTo>
                  <a:pt x="14008" y="12685"/>
                </a:moveTo>
                <a:lnTo>
                  <a:pt x="13154" y="12735"/>
                </a:lnTo>
                <a:lnTo>
                  <a:pt x="12618" y="12783"/>
                </a:lnTo>
                <a:lnTo>
                  <a:pt x="11868" y="12783"/>
                </a:lnTo>
                <a:lnTo>
                  <a:pt x="11868" y="12930"/>
                </a:lnTo>
                <a:lnTo>
                  <a:pt x="11976" y="13029"/>
                </a:lnTo>
                <a:lnTo>
                  <a:pt x="12084" y="13126"/>
                </a:lnTo>
                <a:lnTo>
                  <a:pt x="12297" y="13176"/>
                </a:lnTo>
                <a:lnTo>
                  <a:pt x="12513" y="13225"/>
                </a:lnTo>
                <a:lnTo>
                  <a:pt x="13046" y="13273"/>
                </a:lnTo>
                <a:lnTo>
                  <a:pt x="13580" y="13225"/>
                </a:lnTo>
                <a:lnTo>
                  <a:pt x="14008" y="13273"/>
                </a:lnTo>
                <a:lnTo>
                  <a:pt x="14437" y="13322"/>
                </a:lnTo>
                <a:lnTo>
                  <a:pt x="14865" y="13372"/>
                </a:lnTo>
                <a:lnTo>
                  <a:pt x="15291" y="13519"/>
                </a:lnTo>
                <a:lnTo>
                  <a:pt x="15507" y="13666"/>
                </a:lnTo>
                <a:lnTo>
                  <a:pt x="15828" y="13861"/>
                </a:lnTo>
                <a:lnTo>
                  <a:pt x="15933" y="14057"/>
                </a:lnTo>
                <a:lnTo>
                  <a:pt x="16040" y="14253"/>
                </a:lnTo>
                <a:lnTo>
                  <a:pt x="16148" y="14351"/>
                </a:lnTo>
                <a:lnTo>
                  <a:pt x="16361" y="14449"/>
                </a:lnTo>
                <a:lnTo>
                  <a:pt x="17002" y="14449"/>
                </a:lnTo>
                <a:lnTo>
                  <a:pt x="17218" y="14351"/>
                </a:lnTo>
                <a:lnTo>
                  <a:pt x="17323" y="14301"/>
                </a:lnTo>
                <a:lnTo>
                  <a:pt x="17431" y="14154"/>
                </a:lnTo>
                <a:lnTo>
                  <a:pt x="17218" y="13763"/>
                </a:lnTo>
                <a:lnTo>
                  <a:pt x="16790" y="13420"/>
                </a:lnTo>
                <a:lnTo>
                  <a:pt x="16253" y="13126"/>
                </a:lnTo>
                <a:lnTo>
                  <a:pt x="15612" y="12882"/>
                </a:lnTo>
                <a:lnTo>
                  <a:pt x="14865" y="12735"/>
                </a:lnTo>
                <a:lnTo>
                  <a:pt x="14008" y="12685"/>
                </a:lnTo>
                <a:close/>
                <a:moveTo>
                  <a:pt x="14221" y="11412"/>
                </a:moveTo>
                <a:lnTo>
                  <a:pt x="14970" y="11510"/>
                </a:lnTo>
                <a:lnTo>
                  <a:pt x="15720" y="11657"/>
                </a:lnTo>
                <a:lnTo>
                  <a:pt x="16469" y="11852"/>
                </a:lnTo>
                <a:lnTo>
                  <a:pt x="17218" y="12098"/>
                </a:lnTo>
                <a:lnTo>
                  <a:pt x="17752" y="12342"/>
                </a:lnTo>
                <a:lnTo>
                  <a:pt x="18393" y="12636"/>
                </a:lnTo>
                <a:lnTo>
                  <a:pt x="18822" y="12930"/>
                </a:lnTo>
                <a:lnTo>
                  <a:pt x="19247" y="13273"/>
                </a:lnTo>
                <a:lnTo>
                  <a:pt x="19571" y="13616"/>
                </a:lnTo>
                <a:lnTo>
                  <a:pt x="19784" y="14007"/>
                </a:lnTo>
                <a:lnTo>
                  <a:pt x="19997" y="14351"/>
                </a:lnTo>
                <a:lnTo>
                  <a:pt x="20212" y="14791"/>
                </a:lnTo>
                <a:lnTo>
                  <a:pt x="20212" y="16016"/>
                </a:lnTo>
                <a:lnTo>
                  <a:pt x="19892" y="16849"/>
                </a:lnTo>
                <a:lnTo>
                  <a:pt x="19463" y="17633"/>
                </a:lnTo>
                <a:lnTo>
                  <a:pt x="19034" y="18024"/>
                </a:lnTo>
                <a:lnTo>
                  <a:pt x="18606" y="18417"/>
                </a:lnTo>
                <a:lnTo>
                  <a:pt x="18393" y="18612"/>
                </a:lnTo>
                <a:lnTo>
                  <a:pt x="17965" y="18760"/>
                </a:lnTo>
                <a:lnTo>
                  <a:pt x="17218" y="19054"/>
                </a:lnTo>
                <a:lnTo>
                  <a:pt x="16148" y="19395"/>
                </a:lnTo>
                <a:lnTo>
                  <a:pt x="15078" y="19837"/>
                </a:lnTo>
                <a:lnTo>
                  <a:pt x="14650" y="19984"/>
                </a:lnTo>
                <a:lnTo>
                  <a:pt x="13580" y="20278"/>
                </a:lnTo>
                <a:lnTo>
                  <a:pt x="14008" y="19837"/>
                </a:lnTo>
                <a:lnTo>
                  <a:pt x="14329" y="19542"/>
                </a:lnTo>
                <a:lnTo>
                  <a:pt x="14437" y="19347"/>
                </a:lnTo>
                <a:lnTo>
                  <a:pt x="14542" y="19200"/>
                </a:lnTo>
                <a:lnTo>
                  <a:pt x="14437" y="19054"/>
                </a:lnTo>
                <a:lnTo>
                  <a:pt x="14329" y="18907"/>
                </a:lnTo>
                <a:lnTo>
                  <a:pt x="14116" y="18857"/>
                </a:lnTo>
                <a:lnTo>
                  <a:pt x="13580" y="18857"/>
                </a:lnTo>
                <a:lnTo>
                  <a:pt x="13367" y="18907"/>
                </a:lnTo>
                <a:lnTo>
                  <a:pt x="13259" y="19004"/>
                </a:lnTo>
                <a:lnTo>
                  <a:pt x="13154" y="19151"/>
                </a:lnTo>
                <a:lnTo>
                  <a:pt x="13259" y="19298"/>
                </a:lnTo>
                <a:lnTo>
                  <a:pt x="13154" y="19395"/>
                </a:lnTo>
                <a:lnTo>
                  <a:pt x="12938" y="19739"/>
                </a:lnTo>
                <a:lnTo>
                  <a:pt x="12726" y="20032"/>
                </a:lnTo>
                <a:lnTo>
                  <a:pt x="12618" y="20376"/>
                </a:lnTo>
                <a:lnTo>
                  <a:pt x="12726" y="20473"/>
                </a:lnTo>
                <a:lnTo>
                  <a:pt x="12513" y="20522"/>
                </a:lnTo>
                <a:lnTo>
                  <a:pt x="11656" y="20669"/>
                </a:lnTo>
                <a:lnTo>
                  <a:pt x="10586" y="20816"/>
                </a:lnTo>
                <a:lnTo>
                  <a:pt x="11122" y="20473"/>
                </a:lnTo>
                <a:lnTo>
                  <a:pt x="11976" y="19689"/>
                </a:lnTo>
                <a:lnTo>
                  <a:pt x="11976" y="19494"/>
                </a:lnTo>
                <a:lnTo>
                  <a:pt x="11868" y="19395"/>
                </a:lnTo>
                <a:lnTo>
                  <a:pt x="11764" y="19347"/>
                </a:lnTo>
                <a:lnTo>
                  <a:pt x="11548" y="19298"/>
                </a:lnTo>
                <a:lnTo>
                  <a:pt x="11335" y="19298"/>
                </a:lnTo>
                <a:lnTo>
                  <a:pt x="11122" y="19347"/>
                </a:lnTo>
                <a:lnTo>
                  <a:pt x="11014" y="19445"/>
                </a:lnTo>
                <a:lnTo>
                  <a:pt x="10160" y="20229"/>
                </a:lnTo>
                <a:lnTo>
                  <a:pt x="9732" y="20572"/>
                </a:lnTo>
                <a:lnTo>
                  <a:pt x="9411" y="20914"/>
                </a:lnTo>
                <a:lnTo>
                  <a:pt x="8449" y="20963"/>
                </a:lnTo>
                <a:lnTo>
                  <a:pt x="7379" y="20866"/>
                </a:lnTo>
                <a:lnTo>
                  <a:pt x="8020" y="20572"/>
                </a:lnTo>
                <a:lnTo>
                  <a:pt x="8554" y="20278"/>
                </a:lnTo>
                <a:lnTo>
                  <a:pt x="9090" y="19885"/>
                </a:lnTo>
                <a:lnTo>
                  <a:pt x="9516" y="19494"/>
                </a:lnTo>
                <a:lnTo>
                  <a:pt x="9732" y="19494"/>
                </a:lnTo>
                <a:lnTo>
                  <a:pt x="9836" y="19395"/>
                </a:lnTo>
                <a:lnTo>
                  <a:pt x="9944" y="19347"/>
                </a:lnTo>
                <a:lnTo>
                  <a:pt x="10052" y="19200"/>
                </a:lnTo>
                <a:lnTo>
                  <a:pt x="9944" y="19151"/>
                </a:lnTo>
                <a:lnTo>
                  <a:pt x="9944" y="19054"/>
                </a:lnTo>
                <a:lnTo>
                  <a:pt x="9732" y="19004"/>
                </a:lnTo>
                <a:lnTo>
                  <a:pt x="9411" y="18955"/>
                </a:lnTo>
                <a:lnTo>
                  <a:pt x="9195" y="18955"/>
                </a:lnTo>
                <a:lnTo>
                  <a:pt x="8874" y="19004"/>
                </a:lnTo>
                <a:lnTo>
                  <a:pt x="8554" y="19200"/>
                </a:lnTo>
                <a:lnTo>
                  <a:pt x="8020" y="19592"/>
                </a:lnTo>
                <a:lnTo>
                  <a:pt x="7271" y="20131"/>
                </a:lnTo>
                <a:lnTo>
                  <a:pt x="6522" y="20620"/>
                </a:lnTo>
                <a:lnTo>
                  <a:pt x="6417" y="20767"/>
                </a:lnTo>
                <a:lnTo>
                  <a:pt x="5560" y="20522"/>
                </a:lnTo>
                <a:lnTo>
                  <a:pt x="4705" y="20278"/>
                </a:lnTo>
                <a:lnTo>
                  <a:pt x="5131" y="20131"/>
                </a:lnTo>
                <a:lnTo>
                  <a:pt x="5455" y="19984"/>
                </a:lnTo>
                <a:lnTo>
                  <a:pt x="6522" y="19445"/>
                </a:lnTo>
                <a:lnTo>
                  <a:pt x="7484" y="18955"/>
                </a:lnTo>
                <a:lnTo>
                  <a:pt x="7912" y="18661"/>
                </a:lnTo>
                <a:lnTo>
                  <a:pt x="8128" y="18367"/>
                </a:lnTo>
                <a:lnTo>
                  <a:pt x="8128" y="18270"/>
                </a:lnTo>
                <a:lnTo>
                  <a:pt x="8020" y="18171"/>
                </a:lnTo>
                <a:lnTo>
                  <a:pt x="7700" y="18171"/>
                </a:lnTo>
                <a:lnTo>
                  <a:pt x="7058" y="18318"/>
                </a:lnTo>
                <a:lnTo>
                  <a:pt x="6522" y="18514"/>
                </a:lnTo>
                <a:lnTo>
                  <a:pt x="5667" y="19004"/>
                </a:lnTo>
                <a:lnTo>
                  <a:pt x="4598" y="19592"/>
                </a:lnTo>
                <a:lnTo>
                  <a:pt x="4385" y="19788"/>
                </a:lnTo>
                <a:lnTo>
                  <a:pt x="4169" y="20032"/>
                </a:lnTo>
                <a:lnTo>
                  <a:pt x="3315" y="19542"/>
                </a:lnTo>
                <a:lnTo>
                  <a:pt x="4277" y="19102"/>
                </a:lnTo>
                <a:lnTo>
                  <a:pt x="5131" y="18612"/>
                </a:lnTo>
                <a:lnTo>
                  <a:pt x="6737" y="17633"/>
                </a:lnTo>
                <a:lnTo>
                  <a:pt x="6737" y="17436"/>
                </a:lnTo>
                <a:lnTo>
                  <a:pt x="6522" y="17290"/>
                </a:lnTo>
                <a:lnTo>
                  <a:pt x="6417" y="17240"/>
                </a:lnTo>
                <a:lnTo>
                  <a:pt x="5988" y="17240"/>
                </a:lnTo>
                <a:lnTo>
                  <a:pt x="5775" y="17290"/>
                </a:lnTo>
                <a:lnTo>
                  <a:pt x="4169" y="18220"/>
                </a:lnTo>
                <a:lnTo>
                  <a:pt x="3528" y="18710"/>
                </a:lnTo>
                <a:lnTo>
                  <a:pt x="2886" y="19200"/>
                </a:lnTo>
                <a:lnTo>
                  <a:pt x="2458" y="18760"/>
                </a:lnTo>
                <a:lnTo>
                  <a:pt x="2032" y="18318"/>
                </a:lnTo>
                <a:lnTo>
                  <a:pt x="2994" y="17927"/>
                </a:lnTo>
                <a:lnTo>
                  <a:pt x="3956" y="17486"/>
                </a:lnTo>
                <a:lnTo>
                  <a:pt x="5455" y="16605"/>
                </a:lnTo>
                <a:lnTo>
                  <a:pt x="5560" y="16506"/>
                </a:lnTo>
                <a:lnTo>
                  <a:pt x="5560" y="16408"/>
                </a:lnTo>
                <a:lnTo>
                  <a:pt x="5455" y="16309"/>
                </a:lnTo>
                <a:lnTo>
                  <a:pt x="5347" y="16261"/>
                </a:lnTo>
                <a:lnTo>
                  <a:pt x="5131" y="16212"/>
                </a:lnTo>
                <a:lnTo>
                  <a:pt x="4918" y="16163"/>
                </a:lnTo>
                <a:lnTo>
                  <a:pt x="4705" y="16163"/>
                </a:lnTo>
                <a:lnTo>
                  <a:pt x="4490" y="16261"/>
                </a:lnTo>
                <a:lnTo>
                  <a:pt x="3102" y="16996"/>
                </a:lnTo>
                <a:lnTo>
                  <a:pt x="2353" y="17387"/>
                </a:lnTo>
                <a:lnTo>
                  <a:pt x="1816" y="17829"/>
                </a:lnTo>
                <a:lnTo>
                  <a:pt x="1711" y="17633"/>
                </a:lnTo>
                <a:lnTo>
                  <a:pt x="1603" y="17192"/>
                </a:lnTo>
                <a:lnTo>
                  <a:pt x="2245" y="16898"/>
                </a:lnTo>
                <a:lnTo>
                  <a:pt x="2994" y="16555"/>
                </a:lnTo>
                <a:lnTo>
                  <a:pt x="3848" y="16115"/>
                </a:lnTo>
                <a:lnTo>
                  <a:pt x="4277" y="15869"/>
                </a:lnTo>
                <a:lnTo>
                  <a:pt x="4385" y="15722"/>
                </a:lnTo>
                <a:lnTo>
                  <a:pt x="4385" y="15478"/>
                </a:lnTo>
                <a:lnTo>
                  <a:pt x="4277" y="15428"/>
                </a:lnTo>
                <a:lnTo>
                  <a:pt x="4064" y="15379"/>
                </a:lnTo>
                <a:lnTo>
                  <a:pt x="3956" y="15428"/>
                </a:lnTo>
                <a:lnTo>
                  <a:pt x="3423" y="15527"/>
                </a:lnTo>
                <a:lnTo>
                  <a:pt x="2994" y="15722"/>
                </a:lnTo>
                <a:lnTo>
                  <a:pt x="2245" y="16163"/>
                </a:lnTo>
                <a:lnTo>
                  <a:pt x="1496" y="16605"/>
                </a:lnTo>
                <a:lnTo>
                  <a:pt x="1496" y="15918"/>
                </a:lnTo>
                <a:lnTo>
                  <a:pt x="1816" y="15771"/>
                </a:lnTo>
                <a:lnTo>
                  <a:pt x="2137" y="15624"/>
                </a:lnTo>
                <a:lnTo>
                  <a:pt x="2353" y="15331"/>
                </a:lnTo>
                <a:lnTo>
                  <a:pt x="2886" y="15281"/>
                </a:lnTo>
                <a:lnTo>
                  <a:pt x="3315" y="15232"/>
                </a:lnTo>
                <a:lnTo>
                  <a:pt x="3635" y="15085"/>
                </a:lnTo>
                <a:lnTo>
                  <a:pt x="3956" y="14938"/>
                </a:lnTo>
                <a:lnTo>
                  <a:pt x="4277" y="14791"/>
                </a:lnTo>
                <a:lnTo>
                  <a:pt x="4385" y="14596"/>
                </a:lnTo>
                <a:lnTo>
                  <a:pt x="4385" y="14400"/>
                </a:lnTo>
                <a:lnTo>
                  <a:pt x="4277" y="14301"/>
                </a:lnTo>
                <a:lnTo>
                  <a:pt x="4064" y="14253"/>
                </a:lnTo>
                <a:lnTo>
                  <a:pt x="3423" y="14253"/>
                </a:lnTo>
                <a:lnTo>
                  <a:pt x="3207" y="14351"/>
                </a:lnTo>
                <a:lnTo>
                  <a:pt x="3102" y="14449"/>
                </a:lnTo>
                <a:lnTo>
                  <a:pt x="2994" y="14596"/>
                </a:lnTo>
                <a:lnTo>
                  <a:pt x="2778" y="14694"/>
                </a:lnTo>
                <a:lnTo>
                  <a:pt x="2458" y="14743"/>
                </a:lnTo>
                <a:lnTo>
                  <a:pt x="2032" y="14791"/>
                </a:lnTo>
                <a:lnTo>
                  <a:pt x="2566" y="14400"/>
                </a:lnTo>
                <a:lnTo>
                  <a:pt x="2778" y="14253"/>
                </a:lnTo>
                <a:lnTo>
                  <a:pt x="3207" y="14106"/>
                </a:lnTo>
                <a:lnTo>
                  <a:pt x="3528" y="13959"/>
                </a:lnTo>
                <a:lnTo>
                  <a:pt x="4064" y="13910"/>
                </a:lnTo>
                <a:lnTo>
                  <a:pt x="4490" y="13812"/>
                </a:lnTo>
                <a:lnTo>
                  <a:pt x="5026" y="13812"/>
                </a:lnTo>
                <a:lnTo>
                  <a:pt x="6096" y="13763"/>
                </a:lnTo>
                <a:lnTo>
                  <a:pt x="7058" y="13714"/>
                </a:lnTo>
                <a:lnTo>
                  <a:pt x="7912" y="13567"/>
                </a:lnTo>
                <a:lnTo>
                  <a:pt x="8769" y="13322"/>
                </a:lnTo>
                <a:lnTo>
                  <a:pt x="9411" y="12979"/>
                </a:lnTo>
                <a:lnTo>
                  <a:pt x="9944" y="12636"/>
                </a:lnTo>
                <a:lnTo>
                  <a:pt x="10373" y="12245"/>
                </a:lnTo>
                <a:lnTo>
                  <a:pt x="10801" y="11804"/>
                </a:lnTo>
                <a:lnTo>
                  <a:pt x="10801" y="11705"/>
                </a:lnTo>
                <a:lnTo>
                  <a:pt x="11443" y="11657"/>
                </a:lnTo>
                <a:lnTo>
                  <a:pt x="12084" y="11558"/>
                </a:lnTo>
                <a:lnTo>
                  <a:pt x="12726" y="11461"/>
                </a:lnTo>
                <a:lnTo>
                  <a:pt x="13367" y="11412"/>
                </a:lnTo>
                <a:close/>
                <a:moveTo>
                  <a:pt x="9516" y="9992"/>
                </a:moveTo>
                <a:lnTo>
                  <a:pt x="8769" y="10090"/>
                </a:lnTo>
                <a:lnTo>
                  <a:pt x="8128" y="10286"/>
                </a:lnTo>
                <a:lnTo>
                  <a:pt x="7484" y="10481"/>
                </a:lnTo>
                <a:lnTo>
                  <a:pt x="7058" y="10677"/>
                </a:lnTo>
                <a:lnTo>
                  <a:pt x="6630" y="10922"/>
                </a:lnTo>
                <a:lnTo>
                  <a:pt x="6309" y="11167"/>
                </a:lnTo>
                <a:lnTo>
                  <a:pt x="6096" y="11461"/>
                </a:lnTo>
                <a:lnTo>
                  <a:pt x="5880" y="11020"/>
                </a:lnTo>
                <a:lnTo>
                  <a:pt x="5667" y="10580"/>
                </a:lnTo>
                <a:lnTo>
                  <a:pt x="5455" y="10481"/>
                </a:lnTo>
                <a:lnTo>
                  <a:pt x="5347" y="10481"/>
                </a:lnTo>
                <a:lnTo>
                  <a:pt x="5131" y="10530"/>
                </a:lnTo>
                <a:lnTo>
                  <a:pt x="4918" y="10677"/>
                </a:lnTo>
                <a:lnTo>
                  <a:pt x="4810" y="10824"/>
                </a:lnTo>
                <a:lnTo>
                  <a:pt x="4705" y="11167"/>
                </a:lnTo>
                <a:lnTo>
                  <a:pt x="4810" y="11558"/>
                </a:lnTo>
                <a:lnTo>
                  <a:pt x="5026" y="11902"/>
                </a:lnTo>
                <a:lnTo>
                  <a:pt x="5455" y="12294"/>
                </a:lnTo>
                <a:lnTo>
                  <a:pt x="5988" y="12588"/>
                </a:lnTo>
                <a:lnTo>
                  <a:pt x="6630" y="12832"/>
                </a:lnTo>
                <a:lnTo>
                  <a:pt x="7271" y="13029"/>
                </a:lnTo>
                <a:lnTo>
                  <a:pt x="6737" y="13126"/>
                </a:lnTo>
                <a:lnTo>
                  <a:pt x="6201" y="13176"/>
                </a:lnTo>
                <a:lnTo>
                  <a:pt x="4918" y="13176"/>
                </a:lnTo>
                <a:lnTo>
                  <a:pt x="4277" y="13225"/>
                </a:lnTo>
                <a:lnTo>
                  <a:pt x="3635" y="13273"/>
                </a:lnTo>
                <a:lnTo>
                  <a:pt x="3102" y="13372"/>
                </a:lnTo>
                <a:lnTo>
                  <a:pt x="2566" y="13519"/>
                </a:lnTo>
                <a:lnTo>
                  <a:pt x="1711" y="13861"/>
                </a:lnTo>
                <a:lnTo>
                  <a:pt x="1283" y="14057"/>
                </a:lnTo>
                <a:lnTo>
                  <a:pt x="962" y="14301"/>
                </a:lnTo>
                <a:lnTo>
                  <a:pt x="641" y="14596"/>
                </a:lnTo>
                <a:lnTo>
                  <a:pt x="426" y="14841"/>
                </a:lnTo>
                <a:lnTo>
                  <a:pt x="105" y="15478"/>
                </a:lnTo>
                <a:lnTo>
                  <a:pt x="0" y="16115"/>
                </a:lnTo>
                <a:lnTo>
                  <a:pt x="0" y="16751"/>
                </a:lnTo>
                <a:lnTo>
                  <a:pt x="213" y="17387"/>
                </a:lnTo>
                <a:lnTo>
                  <a:pt x="426" y="17976"/>
                </a:lnTo>
                <a:lnTo>
                  <a:pt x="749" y="18564"/>
                </a:lnTo>
                <a:lnTo>
                  <a:pt x="1175" y="19054"/>
                </a:lnTo>
                <a:lnTo>
                  <a:pt x="1711" y="19592"/>
                </a:lnTo>
                <a:lnTo>
                  <a:pt x="2458" y="20082"/>
                </a:lnTo>
                <a:lnTo>
                  <a:pt x="3207" y="20473"/>
                </a:lnTo>
                <a:lnTo>
                  <a:pt x="4169" y="20866"/>
                </a:lnTo>
                <a:lnTo>
                  <a:pt x="5131" y="21159"/>
                </a:lnTo>
                <a:lnTo>
                  <a:pt x="6309" y="21404"/>
                </a:lnTo>
                <a:lnTo>
                  <a:pt x="7484" y="21551"/>
                </a:lnTo>
                <a:lnTo>
                  <a:pt x="8128" y="21600"/>
                </a:lnTo>
                <a:lnTo>
                  <a:pt x="8769" y="21600"/>
                </a:lnTo>
                <a:lnTo>
                  <a:pt x="10160" y="21551"/>
                </a:lnTo>
                <a:lnTo>
                  <a:pt x="11443" y="21404"/>
                </a:lnTo>
                <a:lnTo>
                  <a:pt x="12618" y="21209"/>
                </a:lnTo>
                <a:lnTo>
                  <a:pt x="13688" y="20963"/>
                </a:lnTo>
                <a:lnTo>
                  <a:pt x="14865" y="20719"/>
                </a:lnTo>
                <a:lnTo>
                  <a:pt x="15828" y="20425"/>
                </a:lnTo>
                <a:lnTo>
                  <a:pt x="16361" y="20229"/>
                </a:lnTo>
                <a:lnTo>
                  <a:pt x="16682" y="20032"/>
                </a:lnTo>
                <a:lnTo>
                  <a:pt x="18393" y="19347"/>
                </a:lnTo>
                <a:lnTo>
                  <a:pt x="19142" y="19054"/>
                </a:lnTo>
                <a:lnTo>
                  <a:pt x="19571" y="18907"/>
                </a:lnTo>
                <a:lnTo>
                  <a:pt x="19784" y="18710"/>
                </a:lnTo>
                <a:lnTo>
                  <a:pt x="20317" y="18270"/>
                </a:lnTo>
                <a:lnTo>
                  <a:pt x="20746" y="17780"/>
                </a:lnTo>
                <a:lnTo>
                  <a:pt x="21066" y="17290"/>
                </a:lnTo>
                <a:lnTo>
                  <a:pt x="21279" y="16849"/>
                </a:lnTo>
                <a:lnTo>
                  <a:pt x="21495" y="16359"/>
                </a:lnTo>
                <a:lnTo>
                  <a:pt x="21600" y="15869"/>
                </a:lnTo>
                <a:lnTo>
                  <a:pt x="21600" y="15379"/>
                </a:lnTo>
                <a:lnTo>
                  <a:pt x="21495" y="14890"/>
                </a:lnTo>
                <a:lnTo>
                  <a:pt x="21387" y="14400"/>
                </a:lnTo>
                <a:lnTo>
                  <a:pt x="21174" y="13910"/>
                </a:lnTo>
                <a:lnTo>
                  <a:pt x="20854" y="13519"/>
                </a:lnTo>
                <a:lnTo>
                  <a:pt x="20425" y="13077"/>
                </a:lnTo>
                <a:lnTo>
                  <a:pt x="19997" y="12735"/>
                </a:lnTo>
                <a:lnTo>
                  <a:pt x="19463" y="12342"/>
                </a:lnTo>
                <a:lnTo>
                  <a:pt x="18822" y="11999"/>
                </a:lnTo>
                <a:lnTo>
                  <a:pt x="18180" y="11705"/>
                </a:lnTo>
                <a:lnTo>
                  <a:pt x="17431" y="11461"/>
                </a:lnTo>
                <a:lnTo>
                  <a:pt x="16574" y="11217"/>
                </a:lnTo>
                <a:lnTo>
                  <a:pt x="15720" y="11070"/>
                </a:lnTo>
                <a:lnTo>
                  <a:pt x="14865" y="10922"/>
                </a:lnTo>
                <a:lnTo>
                  <a:pt x="13900" y="10873"/>
                </a:lnTo>
                <a:lnTo>
                  <a:pt x="13046" y="10873"/>
                </a:lnTo>
                <a:lnTo>
                  <a:pt x="12297" y="10922"/>
                </a:lnTo>
                <a:lnTo>
                  <a:pt x="11443" y="11070"/>
                </a:lnTo>
                <a:lnTo>
                  <a:pt x="11122" y="11167"/>
                </a:lnTo>
                <a:lnTo>
                  <a:pt x="10801" y="11265"/>
                </a:lnTo>
                <a:lnTo>
                  <a:pt x="10586" y="11412"/>
                </a:lnTo>
                <a:lnTo>
                  <a:pt x="10373" y="11558"/>
                </a:lnTo>
                <a:lnTo>
                  <a:pt x="10373" y="11608"/>
                </a:lnTo>
                <a:lnTo>
                  <a:pt x="10265" y="11657"/>
                </a:lnTo>
                <a:lnTo>
                  <a:pt x="10160" y="11705"/>
                </a:lnTo>
                <a:lnTo>
                  <a:pt x="9303" y="12245"/>
                </a:lnTo>
                <a:lnTo>
                  <a:pt x="8769" y="12489"/>
                </a:lnTo>
                <a:lnTo>
                  <a:pt x="8233" y="12735"/>
                </a:lnTo>
                <a:lnTo>
                  <a:pt x="8128" y="12636"/>
                </a:lnTo>
                <a:lnTo>
                  <a:pt x="7163" y="12245"/>
                </a:lnTo>
                <a:lnTo>
                  <a:pt x="6842" y="12049"/>
                </a:lnTo>
                <a:lnTo>
                  <a:pt x="6417" y="11852"/>
                </a:lnTo>
                <a:lnTo>
                  <a:pt x="6630" y="11852"/>
                </a:lnTo>
                <a:lnTo>
                  <a:pt x="6737" y="11804"/>
                </a:lnTo>
                <a:lnTo>
                  <a:pt x="7379" y="11804"/>
                </a:lnTo>
                <a:lnTo>
                  <a:pt x="7912" y="11755"/>
                </a:lnTo>
                <a:lnTo>
                  <a:pt x="8449" y="11657"/>
                </a:lnTo>
                <a:lnTo>
                  <a:pt x="8874" y="11510"/>
                </a:lnTo>
                <a:lnTo>
                  <a:pt x="9516" y="11314"/>
                </a:lnTo>
                <a:lnTo>
                  <a:pt x="10160" y="11020"/>
                </a:lnTo>
                <a:lnTo>
                  <a:pt x="10694" y="10727"/>
                </a:lnTo>
                <a:lnTo>
                  <a:pt x="11122" y="10433"/>
                </a:lnTo>
                <a:lnTo>
                  <a:pt x="11227" y="10334"/>
                </a:lnTo>
                <a:lnTo>
                  <a:pt x="11227" y="10236"/>
                </a:lnTo>
                <a:lnTo>
                  <a:pt x="11014" y="10090"/>
                </a:lnTo>
                <a:lnTo>
                  <a:pt x="10694" y="9992"/>
                </a:lnTo>
                <a:lnTo>
                  <a:pt x="10481" y="9992"/>
                </a:lnTo>
                <a:lnTo>
                  <a:pt x="10265" y="10040"/>
                </a:lnTo>
                <a:lnTo>
                  <a:pt x="9944" y="9992"/>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575" name="Google Shape;223;p3"/>
          <p:cNvSpPr/>
          <p:nvPr/>
        </p:nvSpPr>
        <p:spPr>
          <a:xfrm>
            <a:off x="945988" y="4042836"/>
            <a:ext cx="414101" cy="5077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522" y="5224"/>
                </a:moveTo>
                <a:lnTo>
                  <a:pt x="16065" y="5754"/>
                </a:lnTo>
                <a:lnTo>
                  <a:pt x="15847" y="5754"/>
                </a:lnTo>
                <a:lnTo>
                  <a:pt x="15847" y="5666"/>
                </a:lnTo>
                <a:lnTo>
                  <a:pt x="15793" y="5577"/>
                </a:lnTo>
                <a:lnTo>
                  <a:pt x="15739" y="5577"/>
                </a:lnTo>
                <a:lnTo>
                  <a:pt x="15685" y="5489"/>
                </a:lnTo>
                <a:lnTo>
                  <a:pt x="15630" y="5444"/>
                </a:lnTo>
                <a:lnTo>
                  <a:pt x="15467" y="5400"/>
                </a:lnTo>
                <a:lnTo>
                  <a:pt x="15305" y="5444"/>
                </a:lnTo>
                <a:lnTo>
                  <a:pt x="15250" y="5489"/>
                </a:lnTo>
                <a:lnTo>
                  <a:pt x="15196" y="5577"/>
                </a:lnTo>
                <a:lnTo>
                  <a:pt x="15196" y="5666"/>
                </a:lnTo>
                <a:lnTo>
                  <a:pt x="14871" y="5577"/>
                </a:lnTo>
                <a:lnTo>
                  <a:pt x="15522" y="5224"/>
                </a:lnTo>
                <a:close/>
                <a:moveTo>
                  <a:pt x="10203" y="4160"/>
                </a:moveTo>
                <a:lnTo>
                  <a:pt x="10420" y="4205"/>
                </a:lnTo>
                <a:lnTo>
                  <a:pt x="10691" y="4250"/>
                </a:lnTo>
                <a:lnTo>
                  <a:pt x="10909" y="4338"/>
                </a:lnTo>
                <a:lnTo>
                  <a:pt x="11071" y="4471"/>
                </a:lnTo>
                <a:lnTo>
                  <a:pt x="11126" y="4603"/>
                </a:lnTo>
                <a:lnTo>
                  <a:pt x="11126" y="4693"/>
                </a:lnTo>
                <a:lnTo>
                  <a:pt x="11071" y="4825"/>
                </a:lnTo>
                <a:lnTo>
                  <a:pt x="11017" y="4958"/>
                </a:lnTo>
                <a:lnTo>
                  <a:pt x="10746" y="5179"/>
                </a:lnTo>
                <a:lnTo>
                  <a:pt x="10583" y="5356"/>
                </a:lnTo>
                <a:lnTo>
                  <a:pt x="10258" y="5710"/>
                </a:lnTo>
                <a:lnTo>
                  <a:pt x="9932" y="5975"/>
                </a:lnTo>
                <a:lnTo>
                  <a:pt x="9607" y="6153"/>
                </a:lnTo>
                <a:lnTo>
                  <a:pt x="9444" y="6197"/>
                </a:lnTo>
                <a:lnTo>
                  <a:pt x="9335" y="6197"/>
                </a:lnTo>
                <a:lnTo>
                  <a:pt x="9226" y="6108"/>
                </a:lnTo>
                <a:lnTo>
                  <a:pt x="9172" y="6020"/>
                </a:lnTo>
                <a:lnTo>
                  <a:pt x="9117" y="5799"/>
                </a:lnTo>
                <a:lnTo>
                  <a:pt x="9117" y="5002"/>
                </a:lnTo>
                <a:lnTo>
                  <a:pt x="9064" y="4338"/>
                </a:lnTo>
                <a:lnTo>
                  <a:pt x="9280" y="4250"/>
                </a:lnTo>
                <a:lnTo>
                  <a:pt x="9497" y="4205"/>
                </a:lnTo>
                <a:lnTo>
                  <a:pt x="9715" y="4160"/>
                </a:lnTo>
                <a:close/>
                <a:moveTo>
                  <a:pt x="9552" y="3762"/>
                </a:moveTo>
                <a:lnTo>
                  <a:pt x="9226" y="3852"/>
                </a:lnTo>
                <a:lnTo>
                  <a:pt x="8901" y="3940"/>
                </a:lnTo>
                <a:lnTo>
                  <a:pt x="8629" y="4072"/>
                </a:lnTo>
                <a:lnTo>
                  <a:pt x="8466" y="4293"/>
                </a:lnTo>
                <a:lnTo>
                  <a:pt x="8466" y="4383"/>
                </a:lnTo>
                <a:lnTo>
                  <a:pt x="8521" y="4426"/>
                </a:lnTo>
                <a:lnTo>
                  <a:pt x="8575" y="4471"/>
                </a:lnTo>
                <a:lnTo>
                  <a:pt x="8683" y="4471"/>
                </a:lnTo>
                <a:lnTo>
                  <a:pt x="8846" y="4426"/>
                </a:lnTo>
                <a:lnTo>
                  <a:pt x="8792" y="5091"/>
                </a:lnTo>
                <a:lnTo>
                  <a:pt x="8792" y="5975"/>
                </a:lnTo>
                <a:lnTo>
                  <a:pt x="8846" y="6153"/>
                </a:lnTo>
                <a:lnTo>
                  <a:pt x="8954" y="6285"/>
                </a:lnTo>
                <a:lnTo>
                  <a:pt x="9117" y="6418"/>
                </a:lnTo>
                <a:lnTo>
                  <a:pt x="9226" y="6507"/>
                </a:lnTo>
                <a:lnTo>
                  <a:pt x="9660" y="6507"/>
                </a:lnTo>
                <a:lnTo>
                  <a:pt x="9932" y="6373"/>
                </a:lnTo>
                <a:lnTo>
                  <a:pt x="10203" y="6197"/>
                </a:lnTo>
                <a:lnTo>
                  <a:pt x="10691" y="5799"/>
                </a:lnTo>
                <a:lnTo>
                  <a:pt x="11017" y="5444"/>
                </a:lnTo>
                <a:lnTo>
                  <a:pt x="11234" y="5224"/>
                </a:lnTo>
                <a:lnTo>
                  <a:pt x="11452" y="5046"/>
                </a:lnTo>
                <a:lnTo>
                  <a:pt x="11560" y="4781"/>
                </a:lnTo>
                <a:lnTo>
                  <a:pt x="11614" y="4648"/>
                </a:lnTo>
                <a:lnTo>
                  <a:pt x="11614" y="4515"/>
                </a:lnTo>
                <a:lnTo>
                  <a:pt x="11505" y="4338"/>
                </a:lnTo>
                <a:lnTo>
                  <a:pt x="11342" y="4160"/>
                </a:lnTo>
                <a:lnTo>
                  <a:pt x="11126" y="3984"/>
                </a:lnTo>
                <a:lnTo>
                  <a:pt x="10909" y="3895"/>
                </a:lnTo>
                <a:lnTo>
                  <a:pt x="10637" y="3807"/>
                </a:lnTo>
                <a:lnTo>
                  <a:pt x="10311" y="3762"/>
                </a:lnTo>
                <a:close/>
                <a:moveTo>
                  <a:pt x="4125" y="4250"/>
                </a:moveTo>
                <a:lnTo>
                  <a:pt x="4341" y="4426"/>
                </a:lnTo>
                <a:lnTo>
                  <a:pt x="4559" y="4560"/>
                </a:lnTo>
                <a:lnTo>
                  <a:pt x="5102" y="4736"/>
                </a:lnTo>
                <a:lnTo>
                  <a:pt x="5372" y="4825"/>
                </a:lnTo>
                <a:lnTo>
                  <a:pt x="5427" y="4913"/>
                </a:lnTo>
                <a:lnTo>
                  <a:pt x="5482" y="5002"/>
                </a:lnTo>
                <a:lnTo>
                  <a:pt x="5482" y="5091"/>
                </a:lnTo>
                <a:lnTo>
                  <a:pt x="5535" y="5134"/>
                </a:lnTo>
                <a:lnTo>
                  <a:pt x="5590" y="5179"/>
                </a:lnTo>
                <a:lnTo>
                  <a:pt x="5698" y="5224"/>
                </a:lnTo>
                <a:lnTo>
                  <a:pt x="5970" y="5312"/>
                </a:lnTo>
                <a:lnTo>
                  <a:pt x="6241" y="5400"/>
                </a:lnTo>
                <a:lnTo>
                  <a:pt x="6513" y="5534"/>
                </a:lnTo>
                <a:lnTo>
                  <a:pt x="6729" y="5666"/>
                </a:lnTo>
                <a:lnTo>
                  <a:pt x="7164" y="6065"/>
                </a:lnTo>
                <a:lnTo>
                  <a:pt x="7544" y="6418"/>
                </a:lnTo>
                <a:lnTo>
                  <a:pt x="7056" y="6463"/>
                </a:lnTo>
                <a:lnTo>
                  <a:pt x="6621" y="6463"/>
                </a:lnTo>
                <a:lnTo>
                  <a:pt x="5644" y="6418"/>
                </a:lnTo>
                <a:lnTo>
                  <a:pt x="5156" y="6418"/>
                </a:lnTo>
                <a:lnTo>
                  <a:pt x="4668" y="6507"/>
                </a:lnTo>
                <a:lnTo>
                  <a:pt x="4396" y="6595"/>
                </a:lnTo>
                <a:lnTo>
                  <a:pt x="4125" y="6728"/>
                </a:lnTo>
                <a:lnTo>
                  <a:pt x="3853" y="6816"/>
                </a:lnTo>
                <a:lnTo>
                  <a:pt x="3690" y="6861"/>
                </a:lnTo>
                <a:lnTo>
                  <a:pt x="3474" y="6861"/>
                </a:lnTo>
                <a:lnTo>
                  <a:pt x="3419" y="6906"/>
                </a:lnTo>
                <a:lnTo>
                  <a:pt x="3365" y="6994"/>
                </a:lnTo>
                <a:lnTo>
                  <a:pt x="3365" y="7038"/>
                </a:lnTo>
                <a:lnTo>
                  <a:pt x="3474" y="8056"/>
                </a:lnTo>
                <a:lnTo>
                  <a:pt x="3147" y="7835"/>
                </a:lnTo>
                <a:lnTo>
                  <a:pt x="2822" y="7702"/>
                </a:lnTo>
                <a:lnTo>
                  <a:pt x="2822" y="7392"/>
                </a:lnTo>
                <a:lnTo>
                  <a:pt x="2714" y="7126"/>
                </a:lnTo>
                <a:lnTo>
                  <a:pt x="2551" y="6994"/>
                </a:lnTo>
                <a:lnTo>
                  <a:pt x="2333" y="6906"/>
                </a:lnTo>
                <a:lnTo>
                  <a:pt x="1900" y="6816"/>
                </a:lnTo>
                <a:lnTo>
                  <a:pt x="1628" y="6816"/>
                </a:lnTo>
                <a:lnTo>
                  <a:pt x="1357" y="6861"/>
                </a:lnTo>
                <a:lnTo>
                  <a:pt x="1628" y="6463"/>
                </a:lnTo>
                <a:lnTo>
                  <a:pt x="1900" y="6065"/>
                </a:lnTo>
                <a:lnTo>
                  <a:pt x="2171" y="5710"/>
                </a:lnTo>
                <a:lnTo>
                  <a:pt x="2496" y="5356"/>
                </a:lnTo>
                <a:lnTo>
                  <a:pt x="2876" y="5046"/>
                </a:lnTo>
                <a:lnTo>
                  <a:pt x="3256" y="4781"/>
                </a:lnTo>
                <a:lnTo>
                  <a:pt x="3690" y="4515"/>
                </a:lnTo>
                <a:lnTo>
                  <a:pt x="4125" y="4250"/>
                </a:lnTo>
                <a:close/>
                <a:moveTo>
                  <a:pt x="15739" y="9074"/>
                </a:moveTo>
                <a:lnTo>
                  <a:pt x="16336" y="9295"/>
                </a:lnTo>
                <a:lnTo>
                  <a:pt x="16771" y="9472"/>
                </a:lnTo>
                <a:lnTo>
                  <a:pt x="16987" y="9561"/>
                </a:lnTo>
                <a:lnTo>
                  <a:pt x="17204" y="9605"/>
                </a:lnTo>
                <a:lnTo>
                  <a:pt x="17096" y="9960"/>
                </a:lnTo>
                <a:lnTo>
                  <a:pt x="16607" y="9782"/>
                </a:lnTo>
                <a:lnTo>
                  <a:pt x="16118" y="9605"/>
                </a:lnTo>
                <a:lnTo>
                  <a:pt x="15956" y="9517"/>
                </a:lnTo>
                <a:lnTo>
                  <a:pt x="15739" y="9074"/>
                </a:lnTo>
                <a:close/>
                <a:moveTo>
                  <a:pt x="15196" y="9738"/>
                </a:moveTo>
                <a:lnTo>
                  <a:pt x="15359" y="9827"/>
                </a:lnTo>
                <a:lnTo>
                  <a:pt x="15577" y="9915"/>
                </a:lnTo>
                <a:lnTo>
                  <a:pt x="15630" y="10048"/>
                </a:lnTo>
                <a:lnTo>
                  <a:pt x="15685" y="10136"/>
                </a:lnTo>
                <a:lnTo>
                  <a:pt x="15847" y="10180"/>
                </a:lnTo>
                <a:lnTo>
                  <a:pt x="16173" y="10268"/>
                </a:lnTo>
                <a:lnTo>
                  <a:pt x="16336" y="10313"/>
                </a:lnTo>
                <a:lnTo>
                  <a:pt x="16336" y="10446"/>
                </a:lnTo>
                <a:lnTo>
                  <a:pt x="16390" y="10535"/>
                </a:lnTo>
                <a:lnTo>
                  <a:pt x="16499" y="10623"/>
                </a:lnTo>
                <a:lnTo>
                  <a:pt x="16771" y="10668"/>
                </a:lnTo>
                <a:lnTo>
                  <a:pt x="16499" y="11154"/>
                </a:lnTo>
                <a:lnTo>
                  <a:pt x="16390" y="11066"/>
                </a:lnTo>
                <a:lnTo>
                  <a:pt x="15685" y="10579"/>
                </a:lnTo>
                <a:lnTo>
                  <a:pt x="15685" y="10313"/>
                </a:lnTo>
                <a:lnTo>
                  <a:pt x="15630" y="10092"/>
                </a:lnTo>
                <a:lnTo>
                  <a:pt x="15522" y="9960"/>
                </a:lnTo>
                <a:lnTo>
                  <a:pt x="15305" y="9870"/>
                </a:lnTo>
                <a:lnTo>
                  <a:pt x="15196" y="9738"/>
                </a:lnTo>
                <a:close/>
                <a:moveTo>
                  <a:pt x="13514" y="5799"/>
                </a:moveTo>
                <a:lnTo>
                  <a:pt x="14056" y="5843"/>
                </a:lnTo>
                <a:lnTo>
                  <a:pt x="14165" y="5887"/>
                </a:lnTo>
                <a:lnTo>
                  <a:pt x="14219" y="5843"/>
                </a:lnTo>
                <a:lnTo>
                  <a:pt x="14653" y="5932"/>
                </a:lnTo>
                <a:lnTo>
                  <a:pt x="15087" y="6065"/>
                </a:lnTo>
                <a:lnTo>
                  <a:pt x="14816" y="6330"/>
                </a:lnTo>
                <a:lnTo>
                  <a:pt x="14816" y="6418"/>
                </a:lnTo>
                <a:lnTo>
                  <a:pt x="14871" y="6507"/>
                </a:lnTo>
                <a:lnTo>
                  <a:pt x="14979" y="6551"/>
                </a:lnTo>
                <a:lnTo>
                  <a:pt x="15087" y="6551"/>
                </a:lnTo>
                <a:lnTo>
                  <a:pt x="15413" y="6418"/>
                </a:lnTo>
                <a:lnTo>
                  <a:pt x="15739" y="6330"/>
                </a:lnTo>
                <a:lnTo>
                  <a:pt x="16065" y="6285"/>
                </a:lnTo>
                <a:lnTo>
                  <a:pt x="16444" y="6241"/>
                </a:lnTo>
                <a:lnTo>
                  <a:pt x="16771" y="6773"/>
                </a:lnTo>
                <a:lnTo>
                  <a:pt x="16065" y="6906"/>
                </a:lnTo>
                <a:lnTo>
                  <a:pt x="15685" y="6994"/>
                </a:lnTo>
                <a:lnTo>
                  <a:pt x="15359" y="7126"/>
                </a:lnTo>
                <a:lnTo>
                  <a:pt x="15305" y="7171"/>
                </a:lnTo>
                <a:lnTo>
                  <a:pt x="15305" y="7259"/>
                </a:lnTo>
                <a:lnTo>
                  <a:pt x="15359" y="7304"/>
                </a:lnTo>
                <a:lnTo>
                  <a:pt x="15739" y="7392"/>
                </a:lnTo>
                <a:lnTo>
                  <a:pt x="16173" y="7392"/>
                </a:lnTo>
                <a:lnTo>
                  <a:pt x="16607" y="7347"/>
                </a:lnTo>
                <a:lnTo>
                  <a:pt x="16987" y="7259"/>
                </a:lnTo>
                <a:lnTo>
                  <a:pt x="17204" y="7923"/>
                </a:lnTo>
                <a:lnTo>
                  <a:pt x="17259" y="8012"/>
                </a:lnTo>
                <a:lnTo>
                  <a:pt x="16661" y="7879"/>
                </a:lnTo>
                <a:lnTo>
                  <a:pt x="16173" y="7790"/>
                </a:lnTo>
                <a:lnTo>
                  <a:pt x="15902" y="7747"/>
                </a:lnTo>
                <a:lnTo>
                  <a:pt x="15630" y="7790"/>
                </a:lnTo>
                <a:lnTo>
                  <a:pt x="15577" y="7790"/>
                </a:lnTo>
                <a:lnTo>
                  <a:pt x="15630" y="7879"/>
                </a:lnTo>
                <a:lnTo>
                  <a:pt x="15847" y="8012"/>
                </a:lnTo>
                <a:lnTo>
                  <a:pt x="16118" y="8145"/>
                </a:lnTo>
                <a:lnTo>
                  <a:pt x="16771" y="8366"/>
                </a:lnTo>
                <a:lnTo>
                  <a:pt x="17312" y="8498"/>
                </a:lnTo>
                <a:lnTo>
                  <a:pt x="17259" y="9162"/>
                </a:lnTo>
                <a:lnTo>
                  <a:pt x="16987" y="9074"/>
                </a:lnTo>
                <a:lnTo>
                  <a:pt x="16716" y="8986"/>
                </a:lnTo>
                <a:lnTo>
                  <a:pt x="15956" y="8720"/>
                </a:lnTo>
                <a:lnTo>
                  <a:pt x="15577" y="8631"/>
                </a:lnTo>
                <a:lnTo>
                  <a:pt x="15142" y="8588"/>
                </a:lnTo>
                <a:lnTo>
                  <a:pt x="15087" y="8588"/>
                </a:lnTo>
                <a:lnTo>
                  <a:pt x="15087" y="8720"/>
                </a:lnTo>
                <a:lnTo>
                  <a:pt x="15522" y="8941"/>
                </a:lnTo>
                <a:lnTo>
                  <a:pt x="15413" y="8986"/>
                </a:lnTo>
                <a:lnTo>
                  <a:pt x="14816" y="9162"/>
                </a:lnTo>
                <a:lnTo>
                  <a:pt x="14653" y="9029"/>
                </a:lnTo>
                <a:lnTo>
                  <a:pt x="14545" y="8986"/>
                </a:lnTo>
                <a:lnTo>
                  <a:pt x="14491" y="9029"/>
                </a:lnTo>
                <a:lnTo>
                  <a:pt x="14436" y="9074"/>
                </a:lnTo>
                <a:lnTo>
                  <a:pt x="14383" y="9119"/>
                </a:lnTo>
                <a:lnTo>
                  <a:pt x="14383" y="9295"/>
                </a:lnTo>
                <a:lnTo>
                  <a:pt x="14328" y="9339"/>
                </a:lnTo>
                <a:lnTo>
                  <a:pt x="14328" y="9427"/>
                </a:lnTo>
                <a:lnTo>
                  <a:pt x="14383" y="9561"/>
                </a:lnTo>
                <a:lnTo>
                  <a:pt x="14708" y="9870"/>
                </a:lnTo>
                <a:lnTo>
                  <a:pt x="14219" y="9605"/>
                </a:lnTo>
                <a:lnTo>
                  <a:pt x="13730" y="9384"/>
                </a:lnTo>
                <a:lnTo>
                  <a:pt x="13677" y="9384"/>
                </a:lnTo>
                <a:lnTo>
                  <a:pt x="13622" y="9427"/>
                </a:lnTo>
                <a:lnTo>
                  <a:pt x="13568" y="9472"/>
                </a:lnTo>
                <a:lnTo>
                  <a:pt x="13568" y="9561"/>
                </a:lnTo>
                <a:lnTo>
                  <a:pt x="13893" y="9870"/>
                </a:lnTo>
                <a:lnTo>
                  <a:pt x="14273" y="10180"/>
                </a:lnTo>
                <a:lnTo>
                  <a:pt x="15034" y="10711"/>
                </a:lnTo>
                <a:lnTo>
                  <a:pt x="15142" y="10801"/>
                </a:lnTo>
                <a:lnTo>
                  <a:pt x="15034" y="11021"/>
                </a:lnTo>
                <a:lnTo>
                  <a:pt x="14871" y="11242"/>
                </a:lnTo>
                <a:lnTo>
                  <a:pt x="14653" y="11332"/>
                </a:lnTo>
                <a:lnTo>
                  <a:pt x="14545" y="11287"/>
                </a:lnTo>
                <a:lnTo>
                  <a:pt x="13948" y="10977"/>
                </a:lnTo>
                <a:lnTo>
                  <a:pt x="13785" y="10756"/>
                </a:lnTo>
                <a:lnTo>
                  <a:pt x="13568" y="10490"/>
                </a:lnTo>
                <a:lnTo>
                  <a:pt x="13242" y="10313"/>
                </a:lnTo>
                <a:lnTo>
                  <a:pt x="12971" y="10136"/>
                </a:lnTo>
                <a:lnTo>
                  <a:pt x="12808" y="10003"/>
                </a:lnTo>
                <a:lnTo>
                  <a:pt x="12646" y="9782"/>
                </a:lnTo>
                <a:lnTo>
                  <a:pt x="12591" y="9517"/>
                </a:lnTo>
                <a:lnTo>
                  <a:pt x="12536" y="9517"/>
                </a:lnTo>
                <a:lnTo>
                  <a:pt x="12536" y="9384"/>
                </a:lnTo>
                <a:lnTo>
                  <a:pt x="12483" y="9339"/>
                </a:lnTo>
                <a:lnTo>
                  <a:pt x="12374" y="9339"/>
                </a:lnTo>
                <a:lnTo>
                  <a:pt x="11668" y="9251"/>
                </a:lnTo>
                <a:lnTo>
                  <a:pt x="10909" y="9207"/>
                </a:lnTo>
                <a:lnTo>
                  <a:pt x="10529" y="9207"/>
                </a:lnTo>
                <a:lnTo>
                  <a:pt x="10148" y="9251"/>
                </a:lnTo>
                <a:lnTo>
                  <a:pt x="9823" y="9339"/>
                </a:lnTo>
                <a:lnTo>
                  <a:pt x="9552" y="9517"/>
                </a:lnTo>
                <a:lnTo>
                  <a:pt x="9444" y="9384"/>
                </a:lnTo>
                <a:lnTo>
                  <a:pt x="9389" y="9295"/>
                </a:lnTo>
                <a:lnTo>
                  <a:pt x="9444" y="9207"/>
                </a:lnTo>
                <a:lnTo>
                  <a:pt x="9497" y="9119"/>
                </a:lnTo>
                <a:lnTo>
                  <a:pt x="9769" y="8941"/>
                </a:lnTo>
                <a:lnTo>
                  <a:pt x="10040" y="8853"/>
                </a:lnTo>
                <a:lnTo>
                  <a:pt x="10474" y="8808"/>
                </a:lnTo>
                <a:lnTo>
                  <a:pt x="10909" y="8720"/>
                </a:lnTo>
                <a:lnTo>
                  <a:pt x="11126" y="8631"/>
                </a:lnTo>
                <a:lnTo>
                  <a:pt x="11397" y="8454"/>
                </a:lnTo>
                <a:lnTo>
                  <a:pt x="11452" y="8321"/>
                </a:lnTo>
                <a:lnTo>
                  <a:pt x="11505" y="8233"/>
                </a:lnTo>
                <a:lnTo>
                  <a:pt x="11452" y="8145"/>
                </a:lnTo>
                <a:lnTo>
                  <a:pt x="11342" y="8056"/>
                </a:lnTo>
                <a:lnTo>
                  <a:pt x="11234" y="7967"/>
                </a:lnTo>
                <a:lnTo>
                  <a:pt x="11071" y="7967"/>
                </a:lnTo>
                <a:lnTo>
                  <a:pt x="10691" y="8012"/>
                </a:lnTo>
                <a:lnTo>
                  <a:pt x="10366" y="8100"/>
                </a:lnTo>
                <a:lnTo>
                  <a:pt x="10040" y="8188"/>
                </a:lnTo>
                <a:lnTo>
                  <a:pt x="9932" y="8188"/>
                </a:lnTo>
                <a:lnTo>
                  <a:pt x="9823" y="8145"/>
                </a:lnTo>
                <a:lnTo>
                  <a:pt x="9823" y="8056"/>
                </a:lnTo>
                <a:lnTo>
                  <a:pt x="9877" y="7967"/>
                </a:lnTo>
                <a:lnTo>
                  <a:pt x="9986" y="7790"/>
                </a:lnTo>
                <a:lnTo>
                  <a:pt x="10095" y="7657"/>
                </a:lnTo>
                <a:lnTo>
                  <a:pt x="10474" y="7480"/>
                </a:lnTo>
                <a:lnTo>
                  <a:pt x="10854" y="7259"/>
                </a:lnTo>
                <a:lnTo>
                  <a:pt x="11397" y="6949"/>
                </a:lnTo>
                <a:lnTo>
                  <a:pt x="11995" y="6595"/>
                </a:lnTo>
                <a:lnTo>
                  <a:pt x="12103" y="6684"/>
                </a:lnTo>
                <a:lnTo>
                  <a:pt x="12157" y="6684"/>
                </a:lnTo>
                <a:lnTo>
                  <a:pt x="12211" y="6640"/>
                </a:lnTo>
                <a:lnTo>
                  <a:pt x="12591" y="6241"/>
                </a:lnTo>
                <a:lnTo>
                  <a:pt x="12917" y="5799"/>
                </a:lnTo>
                <a:close/>
                <a:moveTo>
                  <a:pt x="15522" y="11066"/>
                </a:moveTo>
                <a:lnTo>
                  <a:pt x="15902" y="11332"/>
                </a:lnTo>
                <a:lnTo>
                  <a:pt x="16228" y="11597"/>
                </a:lnTo>
                <a:lnTo>
                  <a:pt x="15793" y="12216"/>
                </a:lnTo>
                <a:lnTo>
                  <a:pt x="15685" y="12305"/>
                </a:lnTo>
                <a:lnTo>
                  <a:pt x="15630" y="12261"/>
                </a:lnTo>
                <a:lnTo>
                  <a:pt x="15577" y="12173"/>
                </a:lnTo>
                <a:lnTo>
                  <a:pt x="15413" y="11995"/>
                </a:lnTo>
                <a:lnTo>
                  <a:pt x="15250" y="11774"/>
                </a:lnTo>
                <a:lnTo>
                  <a:pt x="15034" y="11597"/>
                </a:lnTo>
                <a:lnTo>
                  <a:pt x="15196" y="11464"/>
                </a:lnTo>
                <a:lnTo>
                  <a:pt x="15305" y="11375"/>
                </a:lnTo>
                <a:lnTo>
                  <a:pt x="15522" y="11066"/>
                </a:lnTo>
                <a:close/>
                <a:moveTo>
                  <a:pt x="814" y="8808"/>
                </a:moveTo>
                <a:lnTo>
                  <a:pt x="1194" y="9029"/>
                </a:lnTo>
                <a:lnTo>
                  <a:pt x="1465" y="9295"/>
                </a:lnTo>
                <a:lnTo>
                  <a:pt x="1790" y="9561"/>
                </a:lnTo>
                <a:lnTo>
                  <a:pt x="2116" y="9827"/>
                </a:lnTo>
                <a:lnTo>
                  <a:pt x="2931" y="10358"/>
                </a:lnTo>
                <a:lnTo>
                  <a:pt x="3310" y="10668"/>
                </a:lnTo>
                <a:lnTo>
                  <a:pt x="3474" y="10844"/>
                </a:lnTo>
                <a:lnTo>
                  <a:pt x="3582" y="11021"/>
                </a:lnTo>
                <a:lnTo>
                  <a:pt x="3256" y="11199"/>
                </a:lnTo>
                <a:lnTo>
                  <a:pt x="2984" y="11420"/>
                </a:lnTo>
                <a:lnTo>
                  <a:pt x="2768" y="11685"/>
                </a:lnTo>
                <a:lnTo>
                  <a:pt x="2605" y="12040"/>
                </a:lnTo>
                <a:lnTo>
                  <a:pt x="2551" y="12481"/>
                </a:lnTo>
                <a:lnTo>
                  <a:pt x="2605" y="12881"/>
                </a:lnTo>
                <a:lnTo>
                  <a:pt x="2822" y="13765"/>
                </a:lnTo>
                <a:lnTo>
                  <a:pt x="2280" y="13234"/>
                </a:lnTo>
                <a:lnTo>
                  <a:pt x="1845" y="12703"/>
                </a:lnTo>
                <a:lnTo>
                  <a:pt x="1465" y="12083"/>
                </a:lnTo>
                <a:lnTo>
                  <a:pt x="1194" y="11464"/>
                </a:lnTo>
                <a:lnTo>
                  <a:pt x="977" y="10801"/>
                </a:lnTo>
                <a:lnTo>
                  <a:pt x="814" y="10136"/>
                </a:lnTo>
                <a:lnTo>
                  <a:pt x="759" y="9472"/>
                </a:lnTo>
                <a:lnTo>
                  <a:pt x="814" y="8808"/>
                </a:lnTo>
                <a:close/>
                <a:moveTo>
                  <a:pt x="10203" y="10401"/>
                </a:moveTo>
                <a:lnTo>
                  <a:pt x="10258" y="10490"/>
                </a:lnTo>
                <a:lnTo>
                  <a:pt x="10366" y="10535"/>
                </a:lnTo>
                <a:lnTo>
                  <a:pt x="10746" y="10711"/>
                </a:lnTo>
                <a:lnTo>
                  <a:pt x="11071" y="10889"/>
                </a:lnTo>
                <a:lnTo>
                  <a:pt x="11397" y="11110"/>
                </a:lnTo>
                <a:lnTo>
                  <a:pt x="11668" y="11375"/>
                </a:lnTo>
                <a:lnTo>
                  <a:pt x="11885" y="11642"/>
                </a:lnTo>
                <a:lnTo>
                  <a:pt x="12103" y="11951"/>
                </a:lnTo>
                <a:lnTo>
                  <a:pt x="12211" y="12261"/>
                </a:lnTo>
                <a:lnTo>
                  <a:pt x="12211" y="12571"/>
                </a:lnTo>
                <a:lnTo>
                  <a:pt x="12157" y="12836"/>
                </a:lnTo>
                <a:lnTo>
                  <a:pt x="11397" y="12173"/>
                </a:lnTo>
                <a:lnTo>
                  <a:pt x="10583" y="11597"/>
                </a:lnTo>
                <a:lnTo>
                  <a:pt x="10474" y="11597"/>
                </a:lnTo>
                <a:lnTo>
                  <a:pt x="10420" y="11642"/>
                </a:lnTo>
                <a:lnTo>
                  <a:pt x="10474" y="11685"/>
                </a:lnTo>
                <a:lnTo>
                  <a:pt x="11180" y="12481"/>
                </a:lnTo>
                <a:lnTo>
                  <a:pt x="11940" y="13234"/>
                </a:lnTo>
                <a:lnTo>
                  <a:pt x="11668" y="13500"/>
                </a:lnTo>
                <a:lnTo>
                  <a:pt x="11452" y="13765"/>
                </a:lnTo>
                <a:lnTo>
                  <a:pt x="11126" y="14031"/>
                </a:lnTo>
                <a:lnTo>
                  <a:pt x="10691" y="13722"/>
                </a:lnTo>
                <a:lnTo>
                  <a:pt x="10148" y="13279"/>
                </a:lnTo>
                <a:lnTo>
                  <a:pt x="10040" y="12969"/>
                </a:lnTo>
                <a:lnTo>
                  <a:pt x="9986" y="12659"/>
                </a:lnTo>
                <a:lnTo>
                  <a:pt x="9823" y="12349"/>
                </a:lnTo>
                <a:lnTo>
                  <a:pt x="9660" y="12040"/>
                </a:lnTo>
                <a:lnTo>
                  <a:pt x="9552" y="11907"/>
                </a:lnTo>
                <a:lnTo>
                  <a:pt x="9335" y="11907"/>
                </a:lnTo>
                <a:lnTo>
                  <a:pt x="8683" y="12083"/>
                </a:lnTo>
                <a:lnTo>
                  <a:pt x="8358" y="12173"/>
                </a:lnTo>
                <a:lnTo>
                  <a:pt x="8250" y="12173"/>
                </a:lnTo>
                <a:lnTo>
                  <a:pt x="8086" y="12083"/>
                </a:lnTo>
                <a:lnTo>
                  <a:pt x="7707" y="11951"/>
                </a:lnTo>
                <a:lnTo>
                  <a:pt x="7435" y="11774"/>
                </a:lnTo>
                <a:lnTo>
                  <a:pt x="7327" y="11642"/>
                </a:lnTo>
                <a:lnTo>
                  <a:pt x="7219" y="11509"/>
                </a:lnTo>
                <a:lnTo>
                  <a:pt x="7164" y="11375"/>
                </a:lnTo>
                <a:lnTo>
                  <a:pt x="7164" y="11199"/>
                </a:lnTo>
                <a:lnTo>
                  <a:pt x="7219" y="11021"/>
                </a:lnTo>
                <a:lnTo>
                  <a:pt x="7327" y="10844"/>
                </a:lnTo>
                <a:lnTo>
                  <a:pt x="7489" y="10711"/>
                </a:lnTo>
                <a:lnTo>
                  <a:pt x="7707" y="10623"/>
                </a:lnTo>
                <a:lnTo>
                  <a:pt x="8250" y="10490"/>
                </a:lnTo>
                <a:lnTo>
                  <a:pt x="8683" y="10446"/>
                </a:lnTo>
                <a:lnTo>
                  <a:pt x="9444" y="10446"/>
                </a:lnTo>
                <a:lnTo>
                  <a:pt x="10203" y="10401"/>
                </a:lnTo>
                <a:close/>
                <a:moveTo>
                  <a:pt x="12754" y="12173"/>
                </a:moveTo>
                <a:lnTo>
                  <a:pt x="13840" y="12748"/>
                </a:lnTo>
                <a:lnTo>
                  <a:pt x="14056" y="12924"/>
                </a:lnTo>
                <a:lnTo>
                  <a:pt x="14273" y="13102"/>
                </a:lnTo>
                <a:lnTo>
                  <a:pt x="14436" y="13279"/>
                </a:lnTo>
                <a:lnTo>
                  <a:pt x="14599" y="13455"/>
                </a:lnTo>
                <a:lnTo>
                  <a:pt x="13840" y="14031"/>
                </a:lnTo>
                <a:lnTo>
                  <a:pt x="13785" y="13987"/>
                </a:lnTo>
                <a:lnTo>
                  <a:pt x="13622" y="13855"/>
                </a:lnTo>
                <a:lnTo>
                  <a:pt x="13405" y="13765"/>
                </a:lnTo>
                <a:lnTo>
                  <a:pt x="13134" y="13633"/>
                </a:lnTo>
                <a:lnTo>
                  <a:pt x="12971" y="13500"/>
                </a:lnTo>
                <a:lnTo>
                  <a:pt x="12591" y="13190"/>
                </a:lnTo>
                <a:lnTo>
                  <a:pt x="12646" y="13057"/>
                </a:lnTo>
                <a:lnTo>
                  <a:pt x="12754" y="12836"/>
                </a:lnTo>
                <a:lnTo>
                  <a:pt x="12808" y="12615"/>
                </a:lnTo>
                <a:lnTo>
                  <a:pt x="12808" y="12393"/>
                </a:lnTo>
                <a:lnTo>
                  <a:pt x="12754" y="12173"/>
                </a:lnTo>
                <a:close/>
                <a:moveTo>
                  <a:pt x="10148" y="13943"/>
                </a:moveTo>
                <a:lnTo>
                  <a:pt x="10637" y="14341"/>
                </a:lnTo>
                <a:lnTo>
                  <a:pt x="10366" y="14429"/>
                </a:lnTo>
                <a:lnTo>
                  <a:pt x="10203" y="14429"/>
                </a:lnTo>
                <a:lnTo>
                  <a:pt x="10040" y="14386"/>
                </a:lnTo>
                <a:lnTo>
                  <a:pt x="10148" y="13943"/>
                </a:lnTo>
                <a:close/>
                <a:moveTo>
                  <a:pt x="12320" y="13589"/>
                </a:moveTo>
                <a:lnTo>
                  <a:pt x="12536" y="13810"/>
                </a:lnTo>
                <a:lnTo>
                  <a:pt x="12808" y="14031"/>
                </a:lnTo>
                <a:lnTo>
                  <a:pt x="13134" y="14208"/>
                </a:lnTo>
                <a:lnTo>
                  <a:pt x="13297" y="14253"/>
                </a:lnTo>
                <a:lnTo>
                  <a:pt x="13459" y="14296"/>
                </a:lnTo>
                <a:lnTo>
                  <a:pt x="12917" y="14606"/>
                </a:lnTo>
                <a:lnTo>
                  <a:pt x="12320" y="14872"/>
                </a:lnTo>
                <a:lnTo>
                  <a:pt x="12265" y="14828"/>
                </a:lnTo>
                <a:lnTo>
                  <a:pt x="11560" y="14341"/>
                </a:lnTo>
                <a:lnTo>
                  <a:pt x="11940" y="13987"/>
                </a:lnTo>
                <a:lnTo>
                  <a:pt x="12320" y="13589"/>
                </a:lnTo>
                <a:close/>
                <a:moveTo>
                  <a:pt x="10311" y="3231"/>
                </a:moveTo>
                <a:lnTo>
                  <a:pt x="10909" y="3276"/>
                </a:lnTo>
                <a:lnTo>
                  <a:pt x="11505" y="3364"/>
                </a:lnTo>
                <a:lnTo>
                  <a:pt x="12103" y="3497"/>
                </a:lnTo>
                <a:lnTo>
                  <a:pt x="12646" y="3630"/>
                </a:lnTo>
                <a:lnTo>
                  <a:pt x="13189" y="3852"/>
                </a:lnTo>
                <a:lnTo>
                  <a:pt x="13730" y="4072"/>
                </a:lnTo>
                <a:lnTo>
                  <a:pt x="14219" y="4338"/>
                </a:lnTo>
                <a:lnTo>
                  <a:pt x="14056" y="4383"/>
                </a:lnTo>
                <a:lnTo>
                  <a:pt x="13730" y="4603"/>
                </a:lnTo>
                <a:lnTo>
                  <a:pt x="13568" y="4736"/>
                </a:lnTo>
                <a:lnTo>
                  <a:pt x="13405" y="4869"/>
                </a:lnTo>
                <a:lnTo>
                  <a:pt x="13405" y="4958"/>
                </a:lnTo>
                <a:lnTo>
                  <a:pt x="13514" y="4958"/>
                </a:lnTo>
                <a:lnTo>
                  <a:pt x="13677" y="4913"/>
                </a:lnTo>
                <a:lnTo>
                  <a:pt x="13840" y="4913"/>
                </a:lnTo>
                <a:lnTo>
                  <a:pt x="14328" y="4736"/>
                </a:lnTo>
                <a:lnTo>
                  <a:pt x="14653" y="4603"/>
                </a:lnTo>
                <a:lnTo>
                  <a:pt x="15087" y="4869"/>
                </a:lnTo>
                <a:lnTo>
                  <a:pt x="14653" y="5134"/>
                </a:lnTo>
                <a:lnTo>
                  <a:pt x="14219" y="5444"/>
                </a:lnTo>
                <a:lnTo>
                  <a:pt x="13730" y="5400"/>
                </a:lnTo>
                <a:lnTo>
                  <a:pt x="12917" y="5400"/>
                </a:lnTo>
                <a:lnTo>
                  <a:pt x="12699" y="5444"/>
                </a:lnTo>
                <a:lnTo>
                  <a:pt x="12646" y="5489"/>
                </a:lnTo>
                <a:lnTo>
                  <a:pt x="12591" y="5577"/>
                </a:lnTo>
                <a:lnTo>
                  <a:pt x="12320" y="6020"/>
                </a:lnTo>
                <a:lnTo>
                  <a:pt x="11995" y="6463"/>
                </a:lnTo>
                <a:lnTo>
                  <a:pt x="11614" y="6595"/>
                </a:lnTo>
                <a:lnTo>
                  <a:pt x="11234" y="6773"/>
                </a:lnTo>
                <a:lnTo>
                  <a:pt x="10529" y="7126"/>
                </a:lnTo>
                <a:lnTo>
                  <a:pt x="9932" y="7437"/>
                </a:lnTo>
                <a:lnTo>
                  <a:pt x="9660" y="7614"/>
                </a:lnTo>
                <a:lnTo>
                  <a:pt x="9552" y="7702"/>
                </a:lnTo>
                <a:lnTo>
                  <a:pt x="9497" y="7835"/>
                </a:lnTo>
                <a:lnTo>
                  <a:pt x="9444" y="8056"/>
                </a:lnTo>
                <a:lnTo>
                  <a:pt x="9497" y="8188"/>
                </a:lnTo>
                <a:lnTo>
                  <a:pt x="9552" y="8321"/>
                </a:lnTo>
                <a:lnTo>
                  <a:pt x="9715" y="8410"/>
                </a:lnTo>
                <a:lnTo>
                  <a:pt x="9877" y="8410"/>
                </a:lnTo>
                <a:lnTo>
                  <a:pt x="10095" y="8454"/>
                </a:lnTo>
                <a:lnTo>
                  <a:pt x="10529" y="8366"/>
                </a:lnTo>
                <a:lnTo>
                  <a:pt x="10801" y="8278"/>
                </a:lnTo>
                <a:lnTo>
                  <a:pt x="11017" y="8233"/>
                </a:lnTo>
                <a:lnTo>
                  <a:pt x="11071" y="8278"/>
                </a:lnTo>
                <a:lnTo>
                  <a:pt x="10963" y="8321"/>
                </a:lnTo>
                <a:lnTo>
                  <a:pt x="10691" y="8454"/>
                </a:lnTo>
                <a:lnTo>
                  <a:pt x="10148" y="8543"/>
                </a:lnTo>
                <a:lnTo>
                  <a:pt x="9660" y="8631"/>
                </a:lnTo>
                <a:lnTo>
                  <a:pt x="9389" y="8720"/>
                </a:lnTo>
                <a:lnTo>
                  <a:pt x="9226" y="8853"/>
                </a:lnTo>
                <a:lnTo>
                  <a:pt x="9117" y="9029"/>
                </a:lnTo>
                <a:lnTo>
                  <a:pt x="9064" y="9207"/>
                </a:lnTo>
                <a:lnTo>
                  <a:pt x="9064" y="9384"/>
                </a:lnTo>
                <a:lnTo>
                  <a:pt x="9117" y="9561"/>
                </a:lnTo>
                <a:lnTo>
                  <a:pt x="9226" y="9738"/>
                </a:lnTo>
                <a:lnTo>
                  <a:pt x="9444" y="9870"/>
                </a:lnTo>
                <a:lnTo>
                  <a:pt x="9607" y="9870"/>
                </a:lnTo>
                <a:lnTo>
                  <a:pt x="9715" y="9827"/>
                </a:lnTo>
                <a:lnTo>
                  <a:pt x="9823" y="9738"/>
                </a:lnTo>
                <a:lnTo>
                  <a:pt x="9932" y="9649"/>
                </a:lnTo>
                <a:lnTo>
                  <a:pt x="10203" y="9561"/>
                </a:lnTo>
                <a:lnTo>
                  <a:pt x="10854" y="9561"/>
                </a:lnTo>
                <a:lnTo>
                  <a:pt x="12320" y="9649"/>
                </a:lnTo>
                <a:lnTo>
                  <a:pt x="12320" y="9827"/>
                </a:lnTo>
                <a:lnTo>
                  <a:pt x="12374" y="10048"/>
                </a:lnTo>
                <a:lnTo>
                  <a:pt x="12483" y="10225"/>
                </a:lnTo>
                <a:lnTo>
                  <a:pt x="12646" y="10358"/>
                </a:lnTo>
                <a:lnTo>
                  <a:pt x="12971" y="10579"/>
                </a:lnTo>
                <a:lnTo>
                  <a:pt x="12646" y="10490"/>
                </a:lnTo>
                <a:lnTo>
                  <a:pt x="12320" y="10446"/>
                </a:lnTo>
                <a:lnTo>
                  <a:pt x="12265" y="10446"/>
                </a:lnTo>
                <a:lnTo>
                  <a:pt x="12265" y="10535"/>
                </a:lnTo>
                <a:lnTo>
                  <a:pt x="12591" y="10801"/>
                </a:lnTo>
                <a:lnTo>
                  <a:pt x="12971" y="11066"/>
                </a:lnTo>
                <a:lnTo>
                  <a:pt x="13840" y="11464"/>
                </a:lnTo>
                <a:lnTo>
                  <a:pt x="13948" y="11552"/>
                </a:lnTo>
                <a:lnTo>
                  <a:pt x="14111" y="11642"/>
                </a:lnTo>
                <a:lnTo>
                  <a:pt x="14273" y="11685"/>
                </a:lnTo>
                <a:lnTo>
                  <a:pt x="14491" y="11818"/>
                </a:lnTo>
                <a:lnTo>
                  <a:pt x="14708" y="11995"/>
                </a:lnTo>
                <a:lnTo>
                  <a:pt x="14979" y="12305"/>
                </a:lnTo>
                <a:lnTo>
                  <a:pt x="15196" y="12481"/>
                </a:lnTo>
                <a:lnTo>
                  <a:pt x="15413" y="12659"/>
                </a:lnTo>
                <a:lnTo>
                  <a:pt x="14979" y="13102"/>
                </a:lnTo>
                <a:lnTo>
                  <a:pt x="14762" y="12836"/>
                </a:lnTo>
                <a:lnTo>
                  <a:pt x="14491" y="12615"/>
                </a:lnTo>
                <a:lnTo>
                  <a:pt x="13948" y="12261"/>
                </a:lnTo>
                <a:lnTo>
                  <a:pt x="13297" y="11951"/>
                </a:lnTo>
                <a:lnTo>
                  <a:pt x="12428" y="11464"/>
                </a:lnTo>
                <a:lnTo>
                  <a:pt x="12048" y="11066"/>
                </a:lnTo>
                <a:lnTo>
                  <a:pt x="11614" y="10711"/>
                </a:lnTo>
                <a:lnTo>
                  <a:pt x="11180" y="10446"/>
                </a:lnTo>
                <a:lnTo>
                  <a:pt x="10691" y="10180"/>
                </a:lnTo>
                <a:lnTo>
                  <a:pt x="10637" y="10180"/>
                </a:lnTo>
                <a:lnTo>
                  <a:pt x="10637" y="10136"/>
                </a:lnTo>
                <a:lnTo>
                  <a:pt x="10583" y="10136"/>
                </a:lnTo>
                <a:lnTo>
                  <a:pt x="10420" y="10092"/>
                </a:lnTo>
                <a:lnTo>
                  <a:pt x="9877" y="10048"/>
                </a:lnTo>
                <a:lnTo>
                  <a:pt x="9280" y="10003"/>
                </a:lnTo>
                <a:lnTo>
                  <a:pt x="8683" y="10048"/>
                </a:lnTo>
                <a:lnTo>
                  <a:pt x="8086" y="10092"/>
                </a:lnTo>
                <a:lnTo>
                  <a:pt x="7652" y="10180"/>
                </a:lnTo>
                <a:lnTo>
                  <a:pt x="7381" y="10268"/>
                </a:lnTo>
                <a:lnTo>
                  <a:pt x="7164" y="10401"/>
                </a:lnTo>
                <a:lnTo>
                  <a:pt x="7001" y="10535"/>
                </a:lnTo>
                <a:lnTo>
                  <a:pt x="6838" y="10668"/>
                </a:lnTo>
                <a:lnTo>
                  <a:pt x="6729" y="10844"/>
                </a:lnTo>
                <a:lnTo>
                  <a:pt x="6621" y="11066"/>
                </a:lnTo>
                <a:lnTo>
                  <a:pt x="6621" y="11420"/>
                </a:lnTo>
                <a:lnTo>
                  <a:pt x="6676" y="11597"/>
                </a:lnTo>
                <a:lnTo>
                  <a:pt x="6729" y="11730"/>
                </a:lnTo>
                <a:lnTo>
                  <a:pt x="7001" y="12040"/>
                </a:lnTo>
                <a:lnTo>
                  <a:pt x="7327" y="12261"/>
                </a:lnTo>
                <a:lnTo>
                  <a:pt x="7760" y="12481"/>
                </a:lnTo>
                <a:lnTo>
                  <a:pt x="8250" y="12659"/>
                </a:lnTo>
                <a:lnTo>
                  <a:pt x="8413" y="12659"/>
                </a:lnTo>
                <a:lnTo>
                  <a:pt x="8575" y="12571"/>
                </a:lnTo>
                <a:lnTo>
                  <a:pt x="9009" y="12438"/>
                </a:lnTo>
                <a:lnTo>
                  <a:pt x="9009" y="12703"/>
                </a:lnTo>
                <a:lnTo>
                  <a:pt x="9117" y="13014"/>
                </a:lnTo>
                <a:lnTo>
                  <a:pt x="9335" y="13234"/>
                </a:lnTo>
                <a:lnTo>
                  <a:pt x="9607" y="13500"/>
                </a:lnTo>
                <a:lnTo>
                  <a:pt x="9607" y="13987"/>
                </a:lnTo>
                <a:lnTo>
                  <a:pt x="9497" y="14429"/>
                </a:lnTo>
                <a:lnTo>
                  <a:pt x="9444" y="14606"/>
                </a:lnTo>
                <a:lnTo>
                  <a:pt x="9497" y="14651"/>
                </a:lnTo>
                <a:lnTo>
                  <a:pt x="9552" y="14696"/>
                </a:lnTo>
                <a:lnTo>
                  <a:pt x="9932" y="14828"/>
                </a:lnTo>
                <a:lnTo>
                  <a:pt x="10311" y="14872"/>
                </a:lnTo>
                <a:lnTo>
                  <a:pt x="10691" y="14784"/>
                </a:lnTo>
                <a:lnTo>
                  <a:pt x="11017" y="14651"/>
                </a:lnTo>
                <a:lnTo>
                  <a:pt x="11723" y="15094"/>
                </a:lnTo>
                <a:lnTo>
                  <a:pt x="11071" y="15270"/>
                </a:lnTo>
                <a:lnTo>
                  <a:pt x="10420" y="15447"/>
                </a:lnTo>
                <a:lnTo>
                  <a:pt x="9932" y="15537"/>
                </a:lnTo>
                <a:lnTo>
                  <a:pt x="9769" y="15403"/>
                </a:lnTo>
                <a:lnTo>
                  <a:pt x="9607" y="15182"/>
                </a:lnTo>
                <a:lnTo>
                  <a:pt x="9335" y="14828"/>
                </a:lnTo>
                <a:lnTo>
                  <a:pt x="9009" y="14518"/>
                </a:lnTo>
                <a:lnTo>
                  <a:pt x="8683" y="14253"/>
                </a:lnTo>
                <a:lnTo>
                  <a:pt x="8086" y="13722"/>
                </a:lnTo>
                <a:lnTo>
                  <a:pt x="7544" y="13146"/>
                </a:lnTo>
                <a:lnTo>
                  <a:pt x="7489" y="13102"/>
                </a:lnTo>
                <a:lnTo>
                  <a:pt x="7381" y="13102"/>
                </a:lnTo>
                <a:lnTo>
                  <a:pt x="7327" y="13146"/>
                </a:lnTo>
                <a:lnTo>
                  <a:pt x="7327" y="13455"/>
                </a:lnTo>
                <a:lnTo>
                  <a:pt x="7435" y="13677"/>
                </a:lnTo>
                <a:lnTo>
                  <a:pt x="7544" y="13898"/>
                </a:lnTo>
                <a:lnTo>
                  <a:pt x="7760" y="14120"/>
                </a:lnTo>
                <a:lnTo>
                  <a:pt x="8195" y="14518"/>
                </a:lnTo>
                <a:lnTo>
                  <a:pt x="8629" y="14872"/>
                </a:lnTo>
                <a:lnTo>
                  <a:pt x="8901" y="15182"/>
                </a:lnTo>
                <a:lnTo>
                  <a:pt x="9172" y="15580"/>
                </a:lnTo>
                <a:lnTo>
                  <a:pt x="8358" y="15625"/>
                </a:lnTo>
                <a:lnTo>
                  <a:pt x="7435" y="14916"/>
                </a:lnTo>
                <a:lnTo>
                  <a:pt x="6892" y="14474"/>
                </a:lnTo>
                <a:lnTo>
                  <a:pt x="6676" y="14253"/>
                </a:lnTo>
                <a:lnTo>
                  <a:pt x="6566" y="13943"/>
                </a:lnTo>
                <a:lnTo>
                  <a:pt x="6513" y="13898"/>
                </a:lnTo>
                <a:lnTo>
                  <a:pt x="6404" y="13855"/>
                </a:lnTo>
                <a:lnTo>
                  <a:pt x="6295" y="13855"/>
                </a:lnTo>
                <a:lnTo>
                  <a:pt x="6241" y="13943"/>
                </a:lnTo>
                <a:lnTo>
                  <a:pt x="6241" y="14253"/>
                </a:lnTo>
                <a:lnTo>
                  <a:pt x="6350" y="14518"/>
                </a:lnTo>
                <a:lnTo>
                  <a:pt x="6513" y="14784"/>
                </a:lnTo>
                <a:lnTo>
                  <a:pt x="6784" y="15005"/>
                </a:lnTo>
                <a:lnTo>
                  <a:pt x="7327" y="15537"/>
                </a:lnTo>
                <a:lnTo>
                  <a:pt x="7219" y="15537"/>
                </a:lnTo>
                <a:lnTo>
                  <a:pt x="7219" y="15447"/>
                </a:lnTo>
                <a:lnTo>
                  <a:pt x="7164" y="15403"/>
                </a:lnTo>
                <a:lnTo>
                  <a:pt x="6729" y="15315"/>
                </a:lnTo>
                <a:lnTo>
                  <a:pt x="6566" y="15270"/>
                </a:lnTo>
                <a:lnTo>
                  <a:pt x="6458" y="15137"/>
                </a:lnTo>
                <a:lnTo>
                  <a:pt x="6350" y="14916"/>
                </a:lnTo>
                <a:lnTo>
                  <a:pt x="6025" y="14474"/>
                </a:lnTo>
                <a:lnTo>
                  <a:pt x="5807" y="14296"/>
                </a:lnTo>
                <a:lnTo>
                  <a:pt x="5644" y="14163"/>
                </a:lnTo>
                <a:lnTo>
                  <a:pt x="5644" y="13987"/>
                </a:lnTo>
                <a:lnTo>
                  <a:pt x="5590" y="13943"/>
                </a:lnTo>
                <a:lnTo>
                  <a:pt x="5535" y="13898"/>
                </a:lnTo>
                <a:lnTo>
                  <a:pt x="5427" y="13943"/>
                </a:lnTo>
                <a:lnTo>
                  <a:pt x="5264" y="14031"/>
                </a:lnTo>
                <a:lnTo>
                  <a:pt x="5210" y="14120"/>
                </a:lnTo>
                <a:lnTo>
                  <a:pt x="5210" y="14296"/>
                </a:lnTo>
                <a:lnTo>
                  <a:pt x="5264" y="14429"/>
                </a:lnTo>
                <a:lnTo>
                  <a:pt x="5427" y="14606"/>
                </a:lnTo>
                <a:lnTo>
                  <a:pt x="5590" y="14784"/>
                </a:lnTo>
                <a:lnTo>
                  <a:pt x="5753" y="15005"/>
                </a:lnTo>
                <a:lnTo>
                  <a:pt x="5862" y="15270"/>
                </a:lnTo>
                <a:lnTo>
                  <a:pt x="4993" y="15005"/>
                </a:lnTo>
                <a:lnTo>
                  <a:pt x="4178" y="14606"/>
                </a:lnTo>
                <a:lnTo>
                  <a:pt x="4125" y="14563"/>
                </a:lnTo>
                <a:lnTo>
                  <a:pt x="4016" y="14429"/>
                </a:lnTo>
                <a:lnTo>
                  <a:pt x="3853" y="14341"/>
                </a:lnTo>
                <a:lnTo>
                  <a:pt x="3474" y="14253"/>
                </a:lnTo>
                <a:lnTo>
                  <a:pt x="3419" y="14163"/>
                </a:lnTo>
                <a:lnTo>
                  <a:pt x="3202" y="13412"/>
                </a:lnTo>
                <a:lnTo>
                  <a:pt x="3094" y="12969"/>
                </a:lnTo>
                <a:lnTo>
                  <a:pt x="3039" y="12526"/>
                </a:lnTo>
                <a:lnTo>
                  <a:pt x="3039" y="12128"/>
                </a:lnTo>
                <a:lnTo>
                  <a:pt x="3094" y="11907"/>
                </a:lnTo>
                <a:lnTo>
                  <a:pt x="3202" y="11774"/>
                </a:lnTo>
                <a:lnTo>
                  <a:pt x="3310" y="11597"/>
                </a:lnTo>
                <a:lnTo>
                  <a:pt x="3474" y="11509"/>
                </a:lnTo>
                <a:lnTo>
                  <a:pt x="3690" y="11420"/>
                </a:lnTo>
                <a:lnTo>
                  <a:pt x="3962" y="11332"/>
                </a:lnTo>
                <a:lnTo>
                  <a:pt x="4016" y="11332"/>
                </a:lnTo>
                <a:lnTo>
                  <a:pt x="4070" y="11287"/>
                </a:lnTo>
                <a:lnTo>
                  <a:pt x="4125" y="11199"/>
                </a:lnTo>
                <a:lnTo>
                  <a:pt x="4125" y="11110"/>
                </a:lnTo>
                <a:lnTo>
                  <a:pt x="4016" y="10889"/>
                </a:lnTo>
                <a:lnTo>
                  <a:pt x="3853" y="10668"/>
                </a:lnTo>
                <a:lnTo>
                  <a:pt x="3690" y="10490"/>
                </a:lnTo>
                <a:lnTo>
                  <a:pt x="3474" y="10268"/>
                </a:lnTo>
                <a:lnTo>
                  <a:pt x="3039" y="9960"/>
                </a:lnTo>
                <a:lnTo>
                  <a:pt x="2551" y="9605"/>
                </a:lnTo>
                <a:lnTo>
                  <a:pt x="2225" y="9427"/>
                </a:lnTo>
                <a:lnTo>
                  <a:pt x="1900" y="9207"/>
                </a:lnTo>
                <a:lnTo>
                  <a:pt x="1737" y="8986"/>
                </a:lnTo>
                <a:lnTo>
                  <a:pt x="1465" y="8808"/>
                </a:lnTo>
                <a:lnTo>
                  <a:pt x="1139" y="8631"/>
                </a:lnTo>
                <a:lnTo>
                  <a:pt x="814" y="8588"/>
                </a:lnTo>
                <a:lnTo>
                  <a:pt x="977" y="7923"/>
                </a:lnTo>
                <a:lnTo>
                  <a:pt x="1139" y="7347"/>
                </a:lnTo>
                <a:lnTo>
                  <a:pt x="1194" y="7259"/>
                </a:lnTo>
                <a:lnTo>
                  <a:pt x="1411" y="7171"/>
                </a:lnTo>
                <a:lnTo>
                  <a:pt x="1628" y="7126"/>
                </a:lnTo>
                <a:lnTo>
                  <a:pt x="1845" y="7126"/>
                </a:lnTo>
                <a:lnTo>
                  <a:pt x="2062" y="7171"/>
                </a:lnTo>
                <a:lnTo>
                  <a:pt x="2225" y="7259"/>
                </a:lnTo>
                <a:lnTo>
                  <a:pt x="2388" y="7392"/>
                </a:lnTo>
                <a:lnTo>
                  <a:pt x="2443" y="7525"/>
                </a:lnTo>
                <a:lnTo>
                  <a:pt x="2443" y="7879"/>
                </a:lnTo>
                <a:lnTo>
                  <a:pt x="2496" y="7923"/>
                </a:lnTo>
                <a:lnTo>
                  <a:pt x="2551" y="7923"/>
                </a:lnTo>
                <a:lnTo>
                  <a:pt x="2876" y="8056"/>
                </a:lnTo>
                <a:lnTo>
                  <a:pt x="3147" y="8188"/>
                </a:lnTo>
                <a:lnTo>
                  <a:pt x="3365" y="8410"/>
                </a:lnTo>
                <a:lnTo>
                  <a:pt x="3527" y="8631"/>
                </a:lnTo>
                <a:lnTo>
                  <a:pt x="3637" y="8720"/>
                </a:lnTo>
                <a:lnTo>
                  <a:pt x="3745" y="8720"/>
                </a:lnTo>
                <a:lnTo>
                  <a:pt x="3853" y="8676"/>
                </a:lnTo>
                <a:lnTo>
                  <a:pt x="3908" y="8543"/>
                </a:lnTo>
                <a:lnTo>
                  <a:pt x="3745" y="7171"/>
                </a:lnTo>
                <a:lnTo>
                  <a:pt x="4070" y="7126"/>
                </a:lnTo>
                <a:lnTo>
                  <a:pt x="4450" y="6994"/>
                </a:lnTo>
                <a:lnTo>
                  <a:pt x="4776" y="6906"/>
                </a:lnTo>
                <a:lnTo>
                  <a:pt x="5102" y="6861"/>
                </a:lnTo>
                <a:lnTo>
                  <a:pt x="5427" y="6816"/>
                </a:lnTo>
                <a:lnTo>
                  <a:pt x="5753" y="6861"/>
                </a:lnTo>
                <a:lnTo>
                  <a:pt x="6350" y="6906"/>
                </a:lnTo>
                <a:lnTo>
                  <a:pt x="7544" y="6906"/>
                </a:lnTo>
                <a:lnTo>
                  <a:pt x="7815" y="6816"/>
                </a:lnTo>
                <a:lnTo>
                  <a:pt x="8141" y="6728"/>
                </a:lnTo>
                <a:lnTo>
                  <a:pt x="8250" y="6684"/>
                </a:lnTo>
                <a:lnTo>
                  <a:pt x="8303" y="6595"/>
                </a:lnTo>
                <a:lnTo>
                  <a:pt x="8303" y="6463"/>
                </a:lnTo>
                <a:lnTo>
                  <a:pt x="8250" y="6373"/>
                </a:lnTo>
                <a:lnTo>
                  <a:pt x="7760" y="5932"/>
                </a:lnTo>
                <a:lnTo>
                  <a:pt x="7219" y="5489"/>
                </a:lnTo>
                <a:lnTo>
                  <a:pt x="6947" y="5267"/>
                </a:lnTo>
                <a:lnTo>
                  <a:pt x="6676" y="5091"/>
                </a:lnTo>
                <a:lnTo>
                  <a:pt x="6350" y="4958"/>
                </a:lnTo>
                <a:lnTo>
                  <a:pt x="5970" y="4825"/>
                </a:lnTo>
                <a:lnTo>
                  <a:pt x="5915" y="4693"/>
                </a:lnTo>
                <a:lnTo>
                  <a:pt x="5862" y="4603"/>
                </a:lnTo>
                <a:lnTo>
                  <a:pt x="5698" y="4515"/>
                </a:lnTo>
                <a:lnTo>
                  <a:pt x="5535" y="4426"/>
                </a:lnTo>
                <a:lnTo>
                  <a:pt x="4993" y="4250"/>
                </a:lnTo>
                <a:lnTo>
                  <a:pt x="4721" y="4160"/>
                </a:lnTo>
                <a:lnTo>
                  <a:pt x="4396" y="4117"/>
                </a:lnTo>
                <a:lnTo>
                  <a:pt x="5047" y="3895"/>
                </a:lnTo>
                <a:lnTo>
                  <a:pt x="5644" y="3674"/>
                </a:lnTo>
                <a:lnTo>
                  <a:pt x="6295" y="3541"/>
                </a:lnTo>
                <a:lnTo>
                  <a:pt x="6947" y="3452"/>
                </a:lnTo>
                <a:lnTo>
                  <a:pt x="7598" y="3364"/>
                </a:lnTo>
                <a:lnTo>
                  <a:pt x="9607" y="3364"/>
                </a:lnTo>
                <a:lnTo>
                  <a:pt x="9715" y="3319"/>
                </a:lnTo>
                <a:lnTo>
                  <a:pt x="9715" y="3231"/>
                </a:lnTo>
                <a:close/>
                <a:moveTo>
                  <a:pt x="7544" y="18811"/>
                </a:moveTo>
                <a:lnTo>
                  <a:pt x="7760" y="18856"/>
                </a:lnTo>
                <a:lnTo>
                  <a:pt x="8141" y="18944"/>
                </a:lnTo>
                <a:lnTo>
                  <a:pt x="7978" y="18989"/>
                </a:lnTo>
                <a:lnTo>
                  <a:pt x="7870" y="19077"/>
                </a:lnTo>
                <a:lnTo>
                  <a:pt x="7760" y="19210"/>
                </a:lnTo>
                <a:lnTo>
                  <a:pt x="7760" y="19342"/>
                </a:lnTo>
                <a:lnTo>
                  <a:pt x="7707" y="19520"/>
                </a:lnTo>
                <a:lnTo>
                  <a:pt x="7760" y="19741"/>
                </a:lnTo>
                <a:lnTo>
                  <a:pt x="7760" y="19830"/>
                </a:lnTo>
                <a:lnTo>
                  <a:pt x="7815" y="19918"/>
                </a:lnTo>
                <a:lnTo>
                  <a:pt x="7923" y="20006"/>
                </a:lnTo>
                <a:lnTo>
                  <a:pt x="8032" y="20051"/>
                </a:lnTo>
                <a:lnTo>
                  <a:pt x="8195" y="20051"/>
                </a:lnTo>
                <a:lnTo>
                  <a:pt x="8683" y="20449"/>
                </a:lnTo>
                <a:lnTo>
                  <a:pt x="9226" y="20714"/>
                </a:lnTo>
                <a:lnTo>
                  <a:pt x="9715" y="20936"/>
                </a:lnTo>
                <a:lnTo>
                  <a:pt x="9986" y="21024"/>
                </a:lnTo>
                <a:lnTo>
                  <a:pt x="5102" y="20980"/>
                </a:lnTo>
                <a:lnTo>
                  <a:pt x="5319" y="20892"/>
                </a:lnTo>
                <a:lnTo>
                  <a:pt x="5807" y="20714"/>
                </a:lnTo>
                <a:lnTo>
                  <a:pt x="6295" y="20494"/>
                </a:lnTo>
                <a:lnTo>
                  <a:pt x="6621" y="20316"/>
                </a:lnTo>
                <a:lnTo>
                  <a:pt x="6947" y="20095"/>
                </a:lnTo>
                <a:lnTo>
                  <a:pt x="7056" y="20139"/>
                </a:lnTo>
                <a:lnTo>
                  <a:pt x="7219" y="20139"/>
                </a:lnTo>
                <a:lnTo>
                  <a:pt x="7327" y="20095"/>
                </a:lnTo>
                <a:lnTo>
                  <a:pt x="7435" y="20006"/>
                </a:lnTo>
                <a:lnTo>
                  <a:pt x="7598" y="19785"/>
                </a:lnTo>
                <a:lnTo>
                  <a:pt x="7707" y="19564"/>
                </a:lnTo>
                <a:lnTo>
                  <a:pt x="7652" y="19430"/>
                </a:lnTo>
                <a:lnTo>
                  <a:pt x="7544" y="19342"/>
                </a:lnTo>
                <a:lnTo>
                  <a:pt x="7489" y="19298"/>
                </a:lnTo>
                <a:lnTo>
                  <a:pt x="7544" y="19032"/>
                </a:lnTo>
                <a:lnTo>
                  <a:pt x="7544" y="18811"/>
                </a:lnTo>
                <a:close/>
                <a:moveTo>
                  <a:pt x="14491" y="0"/>
                </a:moveTo>
                <a:lnTo>
                  <a:pt x="14273" y="89"/>
                </a:lnTo>
                <a:lnTo>
                  <a:pt x="13893" y="133"/>
                </a:lnTo>
                <a:lnTo>
                  <a:pt x="13568" y="265"/>
                </a:lnTo>
                <a:lnTo>
                  <a:pt x="13405" y="355"/>
                </a:lnTo>
                <a:lnTo>
                  <a:pt x="13297" y="487"/>
                </a:lnTo>
                <a:lnTo>
                  <a:pt x="13242" y="620"/>
                </a:lnTo>
                <a:lnTo>
                  <a:pt x="13189" y="798"/>
                </a:lnTo>
                <a:lnTo>
                  <a:pt x="13189" y="1063"/>
                </a:lnTo>
                <a:lnTo>
                  <a:pt x="13297" y="1239"/>
                </a:lnTo>
                <a:lnTo>
                  <a:pt x="13351" y="1372"/>
                </a:lnTo>
                <a:lnTo>
                  <a:pt x="12211" y="2833"/>
                </a:lnTo>
                <a:lnTo>
                  <a:pt x="11289" y="2656"/>
                </a:lnTo>
                <a:lnTo>
                  <a:pt x="10366" y="2612"/>
                </a:lnTo>
                <a:lnTo>
                  <a:pt x="9444" y="2612"/>
                </a:lnTo>
                <a:lnTo>
                  <a:pt x="8575" y="2700"/>
                </a:lnTo>
                <a:lnTo>
                  <a:pt x="8358" y="2745"/>
                </a:lnTo>
                <a:lnTo>
                  <a:pt x="8250" y="2878"/>
                </a:lnTo>
                <a:lnTo>
                  <a:pt x="7544" y="2833"/>
                </a:lnTo>
                <a:lnTo>
                  <a:pt x="6838" y="2921"/>
                </a:lnTo>
                <a:lnTo>
                  <a:pt x="6078" y="3011"/>
                </a:lnTo>
                <a:lnTo>
                  <a:pt x="5372" y="3187"/>
                </a:lnTo>
                <a:lnTo>
                  <a:pt x="4721" y="3409"/>
                </a:lnTo>
                <a:lnTo>
                  <a:pt x="4016" y="3674"/>
                </a:lnTo>
                <a:lnTo>
                  <a:pt x="3419" y="3984"/>
                </a:lnTo>
                <a:lnTo>
                  <a:pt x="2876" y="4293"/>
                </a:lnTo>
                <a:lnTo>
                  <a:pt x="2225" y="4736"/>
                </a:lnTo>
                <a:lnTo>
                  <a:pt x="1682" y="5267"/>
                </a:lnTo>
                <a:lnTo>
                  <a:pt x="1194" y="5799"/>
                </a:lnTo>
                <a:lnTo>
                  <a:pt x="814" y="6373"/>
                </a:lnTo>
                <a:lnTo>
                  <a:pt x="488" y="6994"/>
                </a:lnTo>
                <a:lnTo>
                  <a:pt x="271" y="7657"/>
                </a:lnTo>
                <a:lnTo>
                  <a:pt x="108" y="8321"/>
                </a:lnTo>
                <a:lnTo>
                  <a:pt x="0" y="8986"/>
                </a:lnTo>
                <a:lnTo>
                  <a:pt x="0" y="9649"/>
                </a:lnTo>
                <a:lnTo>
                  <a:pt x="55" y="10313"/>
                </a:lnTo>
                <a:lnTo>
                  <a:pt x="217" y="10977"/>
                </a:lnTo>
                <a:lnTo>
                  <a:pt x="434" y="11642"/>
                </a:lnTo>
                <a:lnTo>
                  <a:pt x="706" y="12261"/>
                </a:lnTo>
                <a:lnTo>
                  <a:pt x="1031" y="12836"/>
                </a:lnTo>
                <a:lnTo>
                  <a:pt x="1465" y="13412"/>
                </a:lnTo>
                <a:lnTo>
                  <a:pt x="2008" y="13943"/>
                </a:lnTo>
                <a:lnTo>
                  <a:pt x="2551" y="14429"/>
                </a:lnTo>
                <a:lnTo>
                  <a:pt x="3202" y="14872"/>
                </a:lnTo>
                <a:lnTo>
                  <a:pt x="3962" y="15270"/>
                </a:lnTo>
                <a:lnTo>
                  <a:pt x="4668" y="15580"/>
                </a:lnTo>
                <a:lnTo>
                  <a:pt x="5482" y="15846"/>
                </a:lnTo>
                <a:lnTo>
                  <a:pt x="6295" y="16023"/>
                </a:lnTo>
                <a:lnTo>
                  <a:pt x="7109" y="16156"/>
                </a:lnTo>
                <a:lnTo>
                  <a:pt x="7978" y="16244"/>
                </a:lnTo>
                <a:lnTo>
                  <a:pt x="8792" y="16244"/>
                </a:lnTo>
                <a:lnTo>
                  <a:pt x="9607" y="16200"/>
                </a:lnTo>
                <a:lnTo>
                  <a:pt x="10420" y="16111"/>
                </a:lnTo>
                <a:lnTo>
                  <a:pt x="11234" y="15935"/>
                </a:lnTo>
                <a:lnTo>
                  <a:pt x="11995" y="15713"/>
                </a:lnTo>
                <a:lnTo>
                  <a:pt x="12754" y="15447"/>
                </a:lnTo>
                <a:lnTo>
                  <a:pt x="13459" y="15094"/>
                </a:lnTo>
                <a:lnTo>
                  <a:pt x="14111" y="14739"/>
                </a:lnTo>
                <a:lnTo>
                  <a:pt x="14871" y="14208"/>
                </a:lnTo>
                <a:lnTo>
                  <a:pt x="15522" y="13589"/>
                </a:lnTo>
                <a:lnTo>
                  <a:pt x="16173" y="12924"/>
                </a:lnTo>
                <a:lnTo>
                  <a:pt x="16716" y="12261"/>
                </a:lnTo>
                <a:lnTo>
                  <a:pt x="17204" y="11509"/>
                </a:lnTo>
                <a:lnTo>
                  <a:pt x="17584" y="10756"/>
                </a:lnTo>
                <a:lnTo>
                  <a:pt x="17910" y="10003"/>
                </a:lnTo>
                <a:lnTo>
                  <a:pt x="18018" y="9561"/>
                </a:lnTo>
                <a:lnTo>
                  <a:pt x="18073" y="9162"/>
                </a:lnTo>
                <a:lnTo>
                  <a:pt x="18127" y="8543"/>
                </a:lnTo>
                <a:lnTo>
                  <a:pt x="18073" y="7967"/>
                </a:lnTo>
                <a:lnTo>
                  <a:pt x="17910" y="7392"/>
                </a:lnTo>
                <a:lnTo>
                  <a:pt x="17638" y="6816"/>
                </a:lnTo>
                <a:lnTo>
                  <a:pt x="17367" y="6241"/>
                </a:lnTo>
                <a:lnTo>
                  <a:pt x="16987" y="5710"/>
                </a:lnTo>
                <a:lnTo>
                  <a:pt x="16553" y="5224"/>
                </a:lnTo>
                <a:lnTo>
                  <a:pt x="16065" y="4781"/>
                </a:lnTo>
                <a:lnTo>
                  <a:pt x="16010" y="4648"/>
                </a:lnTo>
                <a:lnTo>
                  <a:pt x="15847" y="4603"/>
                </a:lnTo>
                <a:lnTo>
                  <a:pt x="15196" y="4072"/>
                </a:lnTo>
                <a:lnTo>
                  <a:pt x="15034" y="3984"/>
                </a:lnTo>
                <a:lnTo>
                  <a:pt x="14545" y="3719"/>
                </a:lnTo>
                <a:lnTo>
                  <a:pt x="14056" y="3452"/>
                </a:lnTo>
                <a:lnTo>
                  <a:pt x="13514" y="3231"/>
                </a:lnTo>
                <a:lnTo>
                  <a:pt x="12971" y="3054"/>
                </a:lnTo>
                <a:lnTo>
                  <a:pt x="13025" y="2966"/>
                </a:lnTo>
                <a:lnTo>
                  <a:pt x="13079" y="2921"/>
                </a:lnTo>
                <a:lnTo>
                  <a:pt x="13025" y="2833"/>
                </a:lnTo>
                <a:lnTo>
                  <a:pt x="13568" y="2258"/>
                </a:lnTo>
                <a:lnTo>
                  <a:pt x="14056" y="1682"/>
                </a:lnTo>
                <a:lnTo>
                  <a:pt x="14436" y="1682"/>
                </a:lnTo>
                <a:lnTo>
                  <a:pt x="14599" y="1639"/>
                </a:lnTo>
                <a:lnTo>
                  <a:pt x="14762" y="1549"/>
                </a:lnTo>
                <a:lnTo>
                  <a:pt x="14871" y="1461"/>
                </a:lnTo>
                <a:lnTo>
                  <a:pt x="15685" y="1771"/>
                </a:lnTo>
                <a:lnTo>
                  <a:pt x="16390" y="2170"/>
                </a:lnTo>
                <a:lnTo>
                  <a:pt x="17096" y="2568"/>
                </a:lnTo>
                <a:lnTo>
                  <a:pt x="17747" y="3054"/>
                </a:lnTo>
                <a:lnTo>
                  <a:pt x="18344" y="3586"/>
                </a:lnTo>
                <a:lnTo>
                  <a:pt x="18887" y="4117"/>
                </a:lnTo>
                <a:lnTo>
                  <a:pt x="19321" y="4736"/>
                </a:lnTo>
                <a:lnTo>
                  <a:pt x="19755" y="5356"/>
                </a:lnTo>
                <a:lnTo>
                  <a:pt x="20081" y="6020"/>
                </a:lnTo>
                <a:lnTo>
                  <a:pt x="20353" y="6684"/>
                </a:lnTo>
                <a:lnTo>
                  <a:pt x="20569" y="7392"/>
                </a:lnTo>
                <a:lnTo>
                  <a:pt x="20732" y="8100"/>
                </a:lnTo>
                <a:lnTo>
                  <a:pt x="20841" y="8808"/>
                </a:lnTo>
                <a:lnTo>
                  <a:pt x="20841" y="10268"/>
                </a:lnTo>
                <a:lnTo>
                  <a:pt x="20732" y="10977"/>
                </a:lnTo>
                <a:lnTo>
                  <a:pt x="20515" y="11774"/>
                </a:lnTo>
                <a:lnTo>
                  <a:pt x="20298" y="12526"/>
                </a:lnTo>
                <a:lnTo>
                  <a:pt x="19918" y="13279"/>
                </a:lnTo>
                <a:lnTo>
                  <a:pt x="19538" y="13987"/>
                </a:lnTo>
                <a:lnTo>
                  <a:pt x="19049" y="14696"/>
                </a:lnTo>
                <a:lnTo>
                  <a:pt x="18453" y="15315"/>
                </a:lnTo>
                <a:lnTo>
                  <a:pt x="17855" y="15935"/>
                </a:lnTo>
                <a:lnTo>
                  <a:pt x="17150" y="16510"/>
                </a:lnTo>
                <a:lnTo>
                  <a:pt x="16390" y="16952"/>
                </a:lnTo>
                <a:lnTo>
                  <a:pt x="15630" y="17395"/>
                </a:lnTo>
                <a:lnTo>
                  <a:pt x="14762" y="17750"/>
                </a:lnTo>
                <a:lnTo>
                  <a:pt x="13893" y="18059"/>
                </a:lnTo>
                <a:lnTo>
                  <a:pt x="13025" y="18281"/>
                </a:lnTo>
                <a:lnTo>
                  <a:pt x="12103" y="18413"/>
                </a:lnTo>
                <a:lnTo>
                  <a:pt x="11180" y="18501"/>
                </a:lnTo>
                <a:lnTo>
                  <a:pt x="10203" y="18546"/>
                </a:lnTo>
                <a:lnTo>
                  <a:pt x="9497" y="18501"/>
                </a:lnTo>
                <a:lnTo>
                  <a:pt x="8792" y="18457"/>
                </a:lnTo>
                <a:lnTo>
                  <a:pt x="8086" y="18324"/>
                </a:lnTo>
                <a:lnTo>
                  <a:pt x="7435" y="18191"/>
                </a:lnTo>
                <a:lnTo>
                  <a:pt x="6729" y="17970"/>
                </a:lnTo>
                <a:lnTo>
                  <a:pt x="6078" y="17705"/>
                </a:lnTo>
                <a:lnTo>
                  <a:pt x="5372" y="17440"/>
                </a:lnTo>
                <a:lnTo>
                  <a:pt x="5427" y="17395"/>
                </a:lnTo>
                <a:lnTo>
                  <a:pt x="5482" y="17307"/>
                </a:lnTo>
                <a:lnTo>
                  <a:pt x="5482" y="17129"/>
                </a:lnTo>
                <a:lnTo>
                  <a:pt x="5427" y="17041"/>
                </a:lnTo>
                <a:lnTo>
                  <a:pt x="5210" y="16909"/>
                </a:lnTo>
                <a:lnTo>
                  <a:pt x="4993" y="16819"/>
                </a:lnTo>
                <a:lnTo>
                  <a:pt x="4776" y="16776"/>
                </a:lnTo>
                <a:lnTo>
                  <a:pt x="4450" y="16776"/>
                </a:lnTo>
                <a:lnTo>
                  <a:pt x="4288" y="16819"/>
                </a:lnTo>
                <a:lnTo>
                  <a:pt x="4070" y="16909"/>
                </a:lnTo>
                <a:lnTo>
                  <a:pt x="3908" y="17041"/>
                </a:lnTo>
                <a:lnTo>
                  <a:pt x="3853" y="17217"/>
                </a:lnTo>
                <a:lnTo>
                  <a:pt x="3853" y="17395"/>
                </a:lnTo>
                <a:lnTo>
                  <a:pt x="3908" y="17572"/>
                </a:lnTo>
                <a:lnTo>
                  <a:pt x="4016" y="17750"/>
                </a:lnTo>
                <a:lnTo>
                  <a:pt x="4178" y="17882"/>
                </a:lnTo>
                <a:lnTo>
                  <a:pt x="4396" y="17926"/>
                </a:lnTo>
                <a:lnTo>
                  <a:pt x="4613" y="17970"/>
                </a:lnTo>
                <a:lnTo>
                  <a:pt x="4831" y="17926"/>
                </a:lnTo>
                <a:lnTo>
                  <a:pt x="4993" y="17793"/>
                </a:lnTo>
                <a:lnTo>
                  <a:pt x="5210" y="17926"/>
                </a:lnTo>
                <a:lnTo>
                  <a:pt x="5970" y="18281"/>
                </a:lnTo>
                <a:lnTo>
                  <a:pt x="6566" y="18501"/>
                </a:lnTo>
                <a:lnTo>
                  <a:pt x="7109" y="18679"/>
                </a:lnTo>
                <a:lnTo>
                  <a:pt x="7056" y="18767"/>
                </a:lnTo>
                <a:lnTo>
                  <a:pt x="7001" y="18811"/>
                </a:lnTo>
                <a:lnTo>
                  <a:pt x="6892" y="19077"/>
                </a:lnTo>
                <a:lnTo>
                  <a:pt x="6838" y="19342"/>
                </a:lnTo>
                <a:lnTo>
                  <a:pt x="6784" y="19873"/>
                </a:lnTo>
                <a:lnTo>
                  <a:pt x="5862" y="20095"/>
                </a:lnTo>
                <a:lnTo>
                  <a:pt x="4993" y="20404"/>
                </a:lnTo>
                <a:lnTo>
                  <a:pt x="4070" y="20714"/>
                </a:lnTo>
                <a:lnTo>
                  <a:pt x="3147" y="20980"/>
                </a:lnTo>
                <a:lnTo>
                  <a:pt x="3039" y="21024"/>
                </a:lnTo>
                <a:lnTo>
                  <a:pt x="2984" y="21113"/>
                </a:lnTo>
                <a:lnTo>
                  <a:pt x="2931" y="21202"/>
                </a:lnTo>
                <a:lnTo>
                  <a:pt x="2931" y="21290"/>
                </a:lnTo>
                <a:lnTo>
                  <a:pt x="2984" y="21378"/>
                </a:lnTo>
                <a:lnTo>
                  <a:pt x="3039" y="21467"/>
                </a:lnTo>
                <a:lnTo>
                  <a:pt x="3147" y="21512"/>
                </a:lnTo>
                <a:lnTo>
                  <a:pt x="3256" y="21555"/>
                </a:lnTo>
                <a:lnTo>
                  <a:pt x="12428" y="21600"/>
                </a:lnTo>
                <a:lnTo>
                  <a:pt x="12536" y="21600"/>
                </a:lnTo>
                <a:lnTo>
                  <a:pt x="12646" y="21555"/>
                </a:lnTo>
                <a:lnTo>
                  <a:pt x="12754" y="21467"/>
                </a:lnTo>
                <a:lnTo>
                  <a:pt x="12754" y="21202"/>
                </a:lnTo>
                <a:lnTo>
                  <a:pt x="12699" y="21113"/>
                </a:lnTo>
                <a:lnTo>
                  <a:pt x="12536" y="21024"/>
                </a:lnTo>
                <a:lnTo>
                  <a:pt x="11995" y="20847"/>
                </a:lnTo>
                <a:lnTo>
                  <a:pt x="11342" y="20714"/>
                </a:lnTo>
                <a:lnTo>
                  <a:pt x="10746" y="20582"/>
                </a:lnTo>
                <a:lnTo>
                  <a:pt x="10148" y="20449"/>
                </a:lnTo>
                <a:lnTo>
                  <a:pt x="9607" y="20228"/>
                </a:lnTo>
                <a:lnTo>
                  <a:pt x="9117" y="19963"/>
                </a:lnTo>
                <a:lnTo>
                  <a:pt x="8738" y="19697"/>
                </a:lnTo>
                <a:lnTo>
                  <a:pt x="8575" y="19564"/>
                </a:lnTo>
                <a:lnTo>
                  <a:pt x="8358" y="19475"/>
                </a:lnTo>
                <a:lnTo>
                  <a:pt x="8358" y="19430"/>
                </a:lnTo>
                <a:lnTo>
                  <a:pt x="8413" y="19210"/>
                </a:lnTo>
                <a:lnTo>
                  <a:pt x="8358" y="18989"/>
                </a:lnTo>
                <a:lnTo>
                  <a:pt x="9064" y="19077"/>
                </a:lnTo>
                <a:lnTo>
                  <a:pt x="9823" y="19122"/>
                </a:lnTo>
                <a:lnTo>
                  <a:pt x="11289" y="19122"/>
                </a:lnTo>
                <a:lnTo>
                  <a:pt x="12157" y="19032"/>
                </a:lnTo>
                <a:lnTo>
                  <a:pt x="13079" y="18856"/>
                </a:lnTo>
                <a:lnTo>
                  <a:pt x="13948" y="18679"/>
                </a:lnTo>
                <a:lnTo>
                  <a:pt x="14816" y="18413"/>
                </a:lnTo>
                <a:lnTo>
                  <a:pt x="15630" y="18059"/>
                </a:lnTo>
                <a:lnTo>
                  <a:pt x="16390" y="17705"/>
                </a:lnTo>
                <a:lnTo>
                  <a:pt x="17150" y="17262"/>
                </a:lnTo>
                <a:lnTo>
                  <a:pt x="17855" y="16776"/>
                </a:lnTo>
                <a:lnTo>
                  <a:pt x="18506" y="16244"/>
                </a:lnTo>
                <a:lnTo>
                  <a:pt x="19104" y="15669"/>
                </a:lnTo>
                <a:lnTo>
                  <a:pt x="19647" y="15049"/>
                </a:lnTo>
                <a:lnTo>
                  <a:pt x="20081" y="14386"/>
                </a:lnTo>
                <a:lnTo>
                  <a:pt x="20515" y="13722"/>
                </a:lnTo>
                <a:lnTo>
                  <a:pt x="20841" y="13014"/>
                </a:lnTo>
                <a:lnTo>
                  <a:pt x="21166" y="12305"/>
                </a:lnTo>
                <a:lnTo>
                  <a:pt x="21329" y="11552"/>
                </a:lnTo>
                <a:lnTo>
                  <a:pt x="21492" y="10801"/>
                </a:lnTo>
                <a:lnTo>
                  <a:pt x="21600" y="10048"/>
                </a:lnTo>
                <a:lnTo>
                  <a:pt x="21600" y="9295"/>
                </a:lnTo>
                <a:lnTo>
                  <a:pt x="21547" y="8543"/>
                </a:lnTo>
                <a:lnTo>
                  <a:pt x="21437" y="7790"/>
                </a:lnTo>
                <a:lnTo>
                  <a:pt x="21275" y="7038"/>
                </a:lnTo>
                <a:lnTo>
                  <a:pt x="21004" y="6285"/>
                </a:lnTo>
                <a:lnTo>
                  <a:pt x="20678" y="5577"/>
                </a:lnTo>
                <a:lnTo>
                  <a:pt x="20298" y="4825"/>
                </a:lnTo>
                <a:lnTo>
                  <a:pt x="19755" y="4117"/>
                </a:lnTo>
                <a:lnTo>
                  <a:pt x="19212" y="3452"/>
                </a:lnTo>
                <a:lnTo>
                  <a:pt x="18506" y="2789"/>
                </a:lnTo>
                <a:lnTo>
                  <a:pt x="17801" y="2213"/>
                </a:lnTo>
                <a:lnTo>
                  <a:pt x="16987" y="1682"/>
                </a:lnTo>
                <a:lnTo>
                  <a:pt x="16118" y="1239"/>
                </a:lnTo>
                <a:lnTo>
                  <a:pt x="15685" y="1063"/>
                </a:lnTo>
                <a:lnTo>
                  <a:pt x="15196" y="886"/>
                </a:lnTo>
                <a:lnTo>
                  <a:pt x="15250" y="708"/>
                </a:lnTo>
                <a:lnTo>
                  <a:pt x="15250" y="532"/>
                </a:lnTo>
                <a:lnTo>
                  <a:pt x="15196" y="355"/>
                </a:lnTo>
                <a:lnTo>
                  <a:pt x="15087" y="177"/>
                </a:lnTo>
                <a:lnTo>
                  <a:pt x="14924" y="89"/>
                </a:lnTo>
                <a:lnTo>
                  <a:pt x="14708" y="0"/>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576" name="Google Shape;224;p3"/>
          <p:cNvSpPr/>
          <p:nvPr/>
        </p:nvSpPr>
        <p:spPr>
          <a:xfrm>
            <a:off x="2263038" y="4132028"/>
            <a:ext cx="456762" cy="4255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664" y="845"/>
                </a:moveTo>
                <a:lnTo>
                  <a:pt x="17713" y="898"/>
                </a:lnTo>
                <a:lnTo>
                  <a:pt x="17812" y="952"/>
                </a:lnTo>
                <a:lnTo>
                  <a:pt x="17910" y="1003"/>
                </a:lnTo>
                <a:lnTo>
                  <a:pt x="18255" y="1110"/>
                </a:lnTo>
                <a:lnTo>
                  <a:pt x="18550" y="1215"/>
                </a:lnTo>
                <a:lnTo>
                  <a:pt x="18795" y="1373"/>
                </a:lnTo>
                <a:lnTo>
                  <a:pt x="18992" y="1690"/>
                </a:lnTo>
                <a:lnTo>
                  <a:pt x="19190" y="2007"/>
                </a:lnTo>
                <a:lnTo>
                  <a:pt x="19238" y="2377"/>
                </a:lnTo>
                <a:lnTo>
                  <a:pt x="19190" y="2747"/>
                </a:lnTo>
                <a:lnTo>
                  <a:pt x="19090" y="3064"/>
                </a:lnTo>
                <a:lnTo>
                  <a:pt x="18894" y="3380"/>
                </a:lnTo>
                <a:lnTo>
                  <a:pt x="18648" y="3644"/>
                </a:lnTo>
                <a:lnTo>
                  <a:pt x="18353" y="3856"/>
                </a:lnTo>
                <a:lnTo>
                  <a:pt x="18057" y="4014"/>
                </a:lnTo>
                <a:lnTo>
                  <a:pt x="17664" y="4067"/>
                </a:lnTo>
                <a:lnTo>
                  <a:pt x="17222" y="4014"/>
                </a:lnTo>
                <a:lnTo>
                  <a:pt x="16975" y="3961"/>
                </a:lnTo>
                <a:lnTo>
                  <a:pt x="16827" y="3909"/>
                </a:lnTo>
                <a:lnTo>
                  <a:pt x="16680" y="3802"/>
                </a:lnTo>
                <a:lnTo>
                  <a:pt x="16582" y="3592"/>
                </a:lnTo>
                <a:lnTo>
                  <a:pt x="16483" y="3592"/>
                </a:lnTo>
                <a:lnTo>
                  <a:pt x="16434" y="3275"/>
                </a:lnTo>
                <a:lnTo>
                  <a:pt x="16434" y="2694"/>
                </a:lnTo>
                <a:lnTo>
                  <a:pt x="16483" y="2482"/>
                </a:lnTo>
                <a:lnTo>
                  <a:pt x="16630" y="2007"/>
                </a:lnTo>
                <a:lnTo>
                  <a:pt x="16877" y="1532"/>
                </a:lnTo>
                <a:lnTo>
                  <a:pt x="17222" y="1162"/>
                </a:lnTo>
                <a:lnTo>
                  <a:pt x="17418" y="1003"/>
                </a:lnTo>
                <a:lnTo>
                  <a:pt x="17664" y="845"/>
                </a:lnTo>
                <a:close/>
                <a:moveTo>
                  <a:pt x="12153" y="4806"/>
                </a:moveTo>
                <a:lnTo>
                  <a:pt x="12400" y="4912"/>
                </a:lnTo>
                <a:lnTo>
                  <a:pt x="12400" y="4964"/>
                </a:lnTo>
                <a:lnTo>
                  <a:pt x="12300" y="5229"/>
                </a:lnTo>
                <a:lnTo>
                  <a:pt x="12300" y="5281"/>
                </a:lnTo>
                <a:lnTo>
                  <a:pt x="12252" y="5229"/>
                </a:lnTo>
                <a:lnTo>
                  <a:pt x="12153" y="5071"/>
                </a:lnTo>
                <a:lnTo>
                  <a:pt x="12055" y="4964"/>
                </a:lnTo>
                <a:lnTo>
                  <a:pt x="12055" y="4859"/>
                </a:lnTo>
                <a:lnTo>
                  <a:pt x="12153" y="4806"/>
                </a:lnTo>
                <a:close/>
                <a:moveTo>
                  <a:pt x="18943" y="633"/>
                </a:moveTo>
                <a:lnTo>
                  <a:pt x="19090" y="687"/>
                </a:lnTo>
                <a:lnTo>
                  <a:pt x="19190" y="845"/>
                </a:lnTo>
                <a:lnTo>
                  <a:pt x="19337" y="952"/>
                </a:lnTo>
                <a:lnTo>
                  <a:pt x="19387" y="1162"/>
                </a:lnTo>
                <a:lnTo>
                  <a:pt x="19485" y="1162"/>
                </a:lnTo>
                <a:lnTo>
                  <a:pt x="19435" y="898"/>
                </a:lnTo>
                <a:lnTo>
                  <a:pt x="19387" y="687"/>
                </a:lnTo>
                <a:lnTo>
                  <a:pt x="19583" y="793"/>
                </a:lnTo>
                <a:lnTo>
                  <a:pt x="19829" y="898"/>
                </a:lnTo>
                <a:lnTo>
                  <a:pt x="20075" y="1110"/>
                </a:lnTo>
                <a:lnTo>
                  <a:pt x="20272" y="1268"/>
                </a:lnTo>
                <a:lnTo>
                  <a:pt x="20420" y="1532"/>
                </a:lnTo>
                <a:lnTo>
                  <a:pt x="20567" y="1743"/>
                </a:lnTo>
                <a:lnTo>
                  <a:pt x="20715" y="2272"/>
                </a:lnTo>
                <a:lnTo>
                  <a:pt x="20862" y="2799"/>
                </a:lnTo>
                <a:lnTo>
                  <a:pt x="20960" y="3434"/>
                </a:lnTo>
                <a:lnTo>
                  <a:pt x="21010" y="3697"/>
                </a:lnTo>
                <a:lnTo>
                  <a:pt x="20960" y="4014"/>
                </a:lnTo>
                <a:lnTo>
                  <a:pt x="20912" y="4279"/>
                </a:lnTo>
                <a:lnTo>
                  <a:pt x="20764" y="4489"/>
                </a:lnTo>
                <a:lnTo>
                  <a:pt x="20370" y="4912"/>
                </a:lnTo>
                <a:lnTo>
                  <a:pt x="20025" y="5176"/>
                </a:lnTo>
                <a:lnTo>
                  <a:pt x="19583" y="5334"/>
                </a:lnTo>
                <a:lnTo>
                  <a:pt x="19140" y="5441"/>
                </a:lnTo>
                <a:lnTo>
                  <a:pt x="18697" y="5493"/>
                </a:lnTo>
                <a:lnTo>
                  <a:pt x="18402" y="5441"/>
                </a:lnTo>
                <a:lnTo>
                  <a:pt x="18107" y="5387"/>
                </a:lnTo>
                <a:lnTo>
                  <a:pt x="17860" y="5281"/>
                </a:lnTo>
                <a:lnTo>
                  <a:pt x="17615" y="5176"/>
                </a:lnTo>
                <a:lnTo>
                  <a:pt x="17369" y="5017"/>
                </a:lnTo>
                <a:lnTo>
                  <a:pt x="17172" y="4806"/>
                </a:lnTo>
                <a:lnTo>
                  <a:pt x="16975" y="4596"/>
                </a:lnTo>
                <a:lnTo>
                  <a:pt x="16827" y="4384"/>
                </a:lnTo>
                <a:lnTo>
                  <a:pt x="17222" y="4489"/>
                </a:lnTo>
                <a:lnTo>
                  <a:pt x="17615" y="4542"/>
                </a:lnTo>
                <a:lnTo>
                  <a:pt x="18008" y="4489"/>
                </a:lnTo>
                <a:lnTo>
                  <a:pt x="18402" y="4384"/>
                </a:lnTo>
                <a:lnTo>
                  <a:pt x="18747" y="4226"/>
                </a:lnTo>
                <a:lnTo>
                  <a:pt x="19090" y="3961"/>
                </a:lnTo>
                <a:lnTo>
                  <a:pt x="19337" y="3592"/>
                </a:lnTo>
                <a:lnTo>
                  <a:pt x="19583" y="3222"/>
                </a:lnTo>
                <a:lnTo>
                  <a:pt x="19682" y="2852"/>
                </a:lnTo>
                <a:lnTo>
                  <a:pt x="19730" y="2482"/>
                </a:lnTo>
                <a:lnTo>
                  <a:pt x="19682" y="2113"/>
                </a:lnTo>
                <a:lnTo>
                  <a:pt x="19583" y="1743"/>
                </a:lnTo>
                <a:lnTo>
                  <a:pt x="19435" y="1427"/>
                </a:lnTo>
                <a:lnTo>
                  <a:pt x="19238" y="1110"/>
                </a:lnTo>
                <a:lnTo>
                  <a:pt x="18992" y="845"/>
                </a:lnTo>
                <a:lnTo>
                  <a:pt x="18697" y="633"/>
                </a:lnTo>
                <a:close/>
                <a:moveTo>
                  <a:pt x="18452" y="0"/>
                </a:moveTo>
                <a:lnTo>
                  <a:pt x="18255" y="107"/>
                </a:lnTo>
                <a:lnTo>
                  <a:pt x="17910" y="158"/>
                </a:lnTo>
                <a:lnTo>
                  <a:pt x="17615" y="212"/>
                </a:lnTo>
                <a:lnTo>
                  <a:pt x="17320" y="370"/>
                </a:lnTo>
                <a:lnTo>
                  <a:pt x="17073" y="582"/>
                </a:lnTo>
                <a:lnTo>
                  <a:pt x="16778" y="793"/>
                </a:lnTo>
                <a:lnTo>
                  <a:pt x="16582" y="1057"/>
                </a:lnTo>
                <a:lnTo>
                  <a:pt x="16385" y="1320"/>
                </a:lnTo>
                <a:lnTo>
                  <a:pt x="16188" y="1637"/>
                </a:lnTo>
                <a:lnTo>
                  <a:pt x="16090" y="1902"/>
                </a:lnTo>
                <a:lnTo>
                  <a:pt x="15990" y="2272"/>
                </a:lnTo>
                <a:lnTo>
                  <a:pt x="15892" y="2589"/>
                </a:lnTo>
                <a:lnTo>
                  <a:pt x="15892" y="3275"/>
                </a:lnTo>
                <a:lnTo>
                  <a:pt x="15942" y="3644"/>
                </a:lnTo>
                <a:lnTo>
                  <a:pt x="16040" y="3961"/>
                </a:lnTo>
                <a:lnTo>
                  <a:pt x="16139" y="4279"/>
                </a:lnTo>
                <a:lnTo>
                  <a:pt x="16287" y="4596"/>
                </a:lnTo>
                <a:lnTo>
                  <a:pt x="16434" y="4859"/>
                </a:lnTo>
                <a:lnTo>
                  <a:pt x="16630" y="5122"/>
                </a:lnTo>
                <a:lnTo>
                  <a:pt x="16877" y="5334"/>
                </a:lnTo>
                <a:lnTo>
                  <a:pt x="17123" y="5546"/>
                </a:lnTo>
                <a:lnTo>
                  <a:pt x="17418" y="5757"/>
                </a:lnTo>
                <a:lnTo>
                  <a:pt x="17713" y="5863"/>
                </a:lnTo>
                <a:lnTo>
                  <a:pt x="18008" y="5968"/>
                </a:lnTo>
                <a:lnTo>
                  <a:pt x="18353" y="6074"/>
                </a:lnTo>
                <a:lnTo>
                  <a:pt x="18943" y="6074"/>
                </a:lnTo>
                <a:lnTo>
                  <a:pt x="19534" y="5968"/>
                </a:lnTo>
                <a:lnTo>
                  <a:pt x="20124" y="5757"/>
                </a:lnTo>
                <a:lnTo>
                  <a:pt x="20617" y="5441"/>
                </a:lnTo>
                <a:lnTo>
                  <a:pt x="20912" y="5229"/>
                </a:lnTo>
                <a:lnTo>
                  <a:pt x="21108" y="4964"/>
                </a:lnTo>
                <a:lnTo>
                  <a:pt x="21305" y="4701"/>
                </a:lnTo>
                <a:lnTo>
                  <a:pt x="21452" y="4384"/>
                </a:lnTo>
                <a:lnTo>
                  <a:pt x="21550" y="4014"/>
                </a:lnTo>
                <a:lnTo>
                  <a:pt x="21600" y="3592"/>
                </a:lnTo>
                <a:lnTo>
                  <a:pt x="21550" y="3222"/>
                </a:lnTo>
                <a:lnTo>
                  <a:pt x="21452" y="2852"/>
                </a:lnTo>
                <a:lnTo>
                  <a:pt x="21305" y="2060"/>
                </a:lnTo>
                <a:lnTo>
                  <a:pt x="21157" y="1690"/>
                </a:lnTo>
                <a:lnTo>
                  <a:pt x="21010" y="1373"/>
                </a:lnTo>
                <a:lnTo>
                  <a:pt x="20813" y="1057"/>
                </a:lnTo>
                <a:lnTo>
                  <a:pt x="20617" y="793"/>
                </a:lnTo>
                <a:lnTo>
                  <a:pt x="20320" y="528"/>
                </a:lnTo>
                <a:lnTo>
                  <a:pt x="20025" y="317"/>
                </a:lnTo>
                <a:lnTo>
                  <a:pt x="19632" y="107"/>
                </a:lnTo>
                <a:lnTo>
                  <a:pt x="19140" y="0"/>
                </a:lnTo>
                <a:close/>
                <a:moveTo>
                  <a:pt x="14908" y="6549"/>
                </a:moveTo>
                <a:lnTo>
                  <a:pt x="15352" y="6971"/>
                </a:lnTo>
                <a:lnTo>
                  <a:pt x="15155" y="7129"/>
                </a:lnTo>
                <a:lnTo>
                  <a:pt x="14908" y="7078"/>
                </a:lnTo>
                <a:lnTo>
                  <a:pt x="14662" y="7078"/>
                </a:lnTo>
                <a:lnTo>
                  <a:pt x="14269" y="7129"/>
                </a:lnTo>
                <a:lnTo>
                  <a:pt x="14565" y="6813"/>
                </a:lnTo>
                <a:lnTo>
                  <a:pt x="14908" y="6549"/>
                </a:lnTo>
                <a:close/>
                <a:moveTo>
                  <a:pt x="9200" y="5229"/>
                </a:moveTo>
                <a:lnTo>
                  <a:pt x="9398" y="5281"/>
                </a:lnTo>
                <a:lnTo>
                  <a:pt x="9447" y="5334"/>
                </a:lnTo>
                <a:lnTo>
                  <a:pt x="9447" y="5441"/>
                </a:lnTo>
                <a:lnTo>
                  <a:pt x="9496" y="5546"/>
                </a:lnTo>
                <a:lnTo>
                  <a:pt x="9644" y="5599"/>
                </a:lnTo>
                <a:lnTo>
                  <a:pt x="9890" y="5599"/>
                </a:lnTo>
                <a:lnTo>
                  <a:pt x="9940" y="5651"/>
                </a:lnTo>
                <a:lnTo>
                  <a:pt x="9988" y="5809"/>
                </a:lnTo>
                <a:lnTo>
                  <a:pt x="10037" y="5968"/>
                </a:lnTo>
                <a:lnTo>
                  <a:pt x="10037" y="6126"/>
                </a:lnTo>
                <a:lnTo>
                  <a:pt x="9988" y="6496"/>
                </a:lnTo>
                <a:lnTo>
                  <a:pt x="9890" y="6866"/>
                </a:lnTo>
                <a:lnTo>
                  <a:pt x="9693" y="7236"/>
                </a:lnTo>
                <a:lnTo>
                  <a:pt x="9595" y="7394"/>
                </a:lnTo>
                <a:lnTo>
                  <a:pt x="9447" y="7499"/>
                </a:lnTo>
                <a:lnTo>
                  <a:pt x="9300" y="7553"/>
                </a:lnTo>
                <a:lnTo>
                  <a:pt x="9103" y="7553"/>
                </a:lnTo>
                <a:lnTo>
                  <a:pt x="9103" y="7183"/>
                </a:lnTo>
                <a:lnTo>
                  <a:pt x="9053" y="6866"/>
                </a:lnTo>
                <a:lnTo>
                  <a:pt x="8905" y="6549"/>
                </a:lnTo>
                <a:lnTo>
                  <a:pt x="8709" y="6233"/>
                </a:lnTo>
                <a:lnTo>
                  <a:pt x="8463" y="5968"/>
                </a:lnTo>
                <a:lnTo>
                  <a:pt x="8168" y="5809"/>
                </a:lnTo>
                <a:lnTo>
                  <a:pt x="8168" y="5651"/>
                </a:lnTo>
                <a:lnTo>
                  <a:pt x="8265" y="5546"/>
                </a:lnTo>
                <a:lnTo>
                  <a:pt x="8365" y="5441"/>
                </a:lnTo>
                <a:lnTo>
                  <a:pt x="8512" y="5387"/>
                </a:lnTo>
                <a:lnTo>
                  <a:pt x="8807" y="5334"/>
                </a:lnTo>
                <a:lnTo>
                  <a:pt x="9200" y="5229"/>
                </a:lnTo>
                <a:close/>
                <a:moveTo>
                  <a:pt x="8758" y="4596"/>
                </a:moveTo>
                <a:lnTo>
                  <a:pt x="8709" y="4647"/>
                </a:lnTo>
                <a:lnTo>
                  <a:pt x="8660" y="4754"/>
                </a:lnTo>
                <a:lnTo>
                  <a:pt x="8660" y="4912"/>
                </a:lnTo>
                <a:lnTo>
                  <a:pt x="8315" y="5017"/>
                </a:lnTo>
                <a:lnTo>
                  <a:pt x="8020" y="5122"/>
                </a:lnTo>
                <a:lnTo>
                  <a:pt x="7775" y="5387"/>
                </a:lnTo>
                <a:lnTo>
                  <a:pt x="7725" y="5493"/>
                </a:lnTo>
                <a:lnTo>
                  <a:pt x="7627" y="5651"/>
                </a:lnTo>
                <a:lnTo>
                  <a:pt x="7627" y="5863"/>
                </a:lnTo>
                <a:lnTo>
                  <a:pt x="7775" y="6074"/>
                </a:lnTo>
                <a:lnTo>
                  <a:pt x="7922" y="6179"/>
                </a:lnTo>
                <a:lnTo>
                  <a:pt x="8118" y="6284"/>
                </a:lnTo>
                <a:lnTo>
                  <a:pt x="8265" y="6391"/>
                </a:lnTo>
                <a:lnTo>
                  <a:pt x="8414" y="6496"/>
                </a:lnTo>
                <a:lnTo>
                  <a:pt x="8512" y="6654"/>
                </a:lnTo>
                <a:lnTo>
                  <a:pt x="8610" y="6866"/>
                </a:lnTo>
                <a:lnTo>
                  <a:pt x="8709" y="7236"/>
                </a:lnTo>
                <a:lnTo>
                  <a:pt x="8660" y="7605"/>
                </a:lnTo>
                <a:lnTo>
                  <a:pt x="8709" y="7763"/>
                </a:lnTo>
                <a:lnTo>
                  <a:pt x="8758" y="7869"/>
                </a:lnTo>
                <a:lnTo>
                  <a:pt x="9053" y="7975"/>
                </a:lnTo>
                <a:lnTo>
                  <a:pt x="9300" y="7975"/>
                </a:lnTo>
                <a:lnTo>
                  <a:pt x="9545" y="7923"/>
                </a:lnTo>
                <a:lnTo>
                  <a:pt x="9742" y="7816"/>
                </a:lnTo>
                <a:lnTo>
                  <a:pt x="9940" y="7605"/>
                </a:lnTo>
                <a:lnTo>
                  <a:pt x="10087" y="7394"/>
                </a:lnTo>
                <a:lnTo>
                  <a:pt x="10235" y="7129"/>
                </a:lnTo>
                <a:lnTo>
                  <a:pt x="10333" y="6866"/>
                </a:lnTo>
                <a:lnTo>
                  <a:pt x="10382" y="6601"/>
                </a:lnTo>
                <a:lnTo>
                  <a:pt x="10430" y="6284"/>
                </a:lnTo>
                <a:lnTo>
                  <a:pt x="10430" y="5651"/>
                </a:lnTo>
                <a:lnTo>
                  <a:pt x="10333" y="5441"/>
                </a:lnTo>
                <a:lnTo>
                  <a:pt x="10235" y="5281"/>
                </a:lnTo>
                <a:lnTo>
                  <a:pt x="10037" y="5176"/>
                </a:lnTo>
                <a:lnTo>
                  <a:pt x="9840" y="5176"/>
                </a:lnTo>
                <a:lnTo>
                  <a:pt x="9792" y="5017"/>
                </a:lnTo>
                <a:lnTo>
                  <a:pt x="9693" y="4964"/>
                </a:lnTo>
                <a:lnTo>
                  <a:pt x="9447" y="4859"/>
                </a:lnTo>
                <a:lnTo>
                  <a:pt x="9152" y="4754"/>
                </a:lnTo>
                <a:lnTo>
                  <a:pt x="8955" y="4647"/>
                </a:lnTo>
                <a:lnTo>
                  <a:pt x="8807" y="4596"/>
                </a:lnTo>
                <a:close/>
                <a:moveTo>
                  <a:pt x="15745" y="7394"/>
                </a:moveTo>
                <a:lnTo>
                  <a:pt x="16335" y="8186"/>
                </a:lnTo>
                <a:lnTo>
                  <a:pt x="15795" y="8345"/>
                </a:lnTo>
                <a:lnTo>
                  <a:pt x="15302" y="8661"/>
                </a:lnTo>
                <a:lnTo>
                  <a:pt x="14810" y="8978"/>
                </a:lnTo>
                <a:lnTo>
                  <a:pt x="14613" y="9190"/>
                </a:lnTo>
                <a:lnTo>
                  <a:pt x="14465" y="9453"/>
                </a:lnTo>
                <a:lnTo>
                  <a:pt x="14417" y="9560"/>
                </a:lnTo>
                <a:lnTo>
                  <a:pt x="14465" y="9612"/>
                </a:lnTo>
                <a:lnTo>
                  <a:pt x="14565" y="9665"/>
                </a:lnTo>
                <a:lnTo>
                  <a:pt x="14662" y="9665"/>
                </a:lnTo>
                <a:lnTo>
                  <a:pt x="15105" y="9348"/>
                </a:lnTo>
                <a:lnTo>
                  <a:pt x="15499" y="9085"/>
                </a:lnTo>
                <a:lnTo>
                  <a:pt x="15892" y="8925"/>
                </a:lnTo>
                <a:lnTo>
                  <a:pt x="16287" y="8766"/>
                </a:lnTo>
                <a:lnTo>
                  <a:pt x="16434" y="8715"/>
                </a:lnTo>
                <a:lnTo>
                  <a:pt x="16582" y="8661"/>
                </a:lnTo>
                <a:lnTo>
                  <a:pt x="16630" y="8608"/>
                </a:lnTo>
                <a:lnTo>
                  <a:pt x="16925" y="9295"/>
                </a:lnTo>
                <a:lnTo>
                  <a:pt x="17222" y="9928"/>
                </a:lnTo>
                <a:lnTo>
                  <a:pt x="17172" y="9982"/>
                </a:lnTo>
                <a:lnTo>
                  <a:pt x="16532" y="10140"/>
                </a:lnTo>
                <a:lnTo>
                  <a:pt x="15843" y="10246"/>
                </a:lnTo>
                <a:lnTo>
                  <a:pt x="15155" y="10246"/>
                </a:lnTo>
                <a:lnTo>
                  <a:pt x="14417" y="10193"/>
                </a:lnTo>
                <a:lnTo>
                  <a:pt x="14318" y="10246"/>
                </a:lnTo>
                <a:lnTo>
                  <a:pt x="14269" y="10298"/>
                </a:lnTo>
                <a:lnTo>
                  <a:pt x="14269" y="10405"/>
                </a:lnTo>
                <a:lnTo>
                  <a:pt x="14367" y="10510"/>
                </a:lnTo>
                <a:lnTo>
                  <a:pt x="14662" y="10615"/>
                </a:lnTo>
                <a:lnTo>
                  <a:pt x="15007" y="10722"/>
                </a:lnTo>
                <a:lnTo>
                  <a:pt x="15695" y="10773"/>
                </a:lnTo>
                <a:lnTo>
                  <a:pt x="16040" y="10773"/>
                </a:lnTo>
                <a:lnTo>
                  <a:pt x="16385" y="10722"/>
                </a:lnTo>
                <a:lnTo>
                  <a:pt x="16877" y="10615"/>
                </a:lnTo>
                <a:lnTo>
                  <a:pt x="17025" y="10615"/>
                </a:lnTo>
                <a:lnTo>
                  <a:pt x="17123" y="10563"/>
                </a:lnTo>
                <a:lnTo>
                  <a:pt x="17172" y="10668"/>
                </a:lnTo>
                <a:lnTo>
                  <a:pt x="17222" y="10722"/>
                </a:lnTo>
                <a:lnTo>
                  <a:pt x="17270" y="10773"/>
                </a:lnTo>
                <a:lnTo>
                  <a:pt x="17418" y="10827"/>
                </a:lnTo>
                <a:lnTo>
                  <a:pt x="17467" y="11197"/>
                </a:lnTo>
                <a:lnTo>
                  <a:pt x="17517" y="11618"/>
                </a:lnTo>
                <a:lnTo>
                  <a:pt x="17418" y="11672"/>
                </a:lnTo>
                <a:lnTo>
                  <a:pt x="17025" y="11513"/>
                </a:lnTo>
                <a:lnTo>
                  <a:pt x="16730" y="11355"/>
                </a:lnTo>
                <a:lnTo>
                  <a:pt x="16434" y="11197"/>
                </a:lnTo>
                <a:lnTo>
                  <a:pt x="15942" y="11197"/>
                </a:lnTo>
                <a:lnTo>
                  <a:pt x="15795" y="11248"/>
                </a:lnTo>
                <a:lnTo>
                  <a:pt x="15057" y="11197"/>
                </a:lnTo>
                <a:lnTo>
                  <a:pt x="14613" y="11143"/>
                </a:lnTo>
                <a:lnTo>
                  <a:pt x="14417" y="11143"/>
                </a:lnTo>
                <a:lnTo>
                  <a:pt x="14318" y="11090"/>
                </a:lnTo>
                <a:lnTo>
                  <a:pt x="14170" y="10773"/>
                </a:lnTo>
                <a:lnTo>
                  <a:pt x="14122" y="10773"/>
                </a:lnTo>
                <a:lnTo>
                  <a:pt x="14122" y="11460"/>
                </a:lnTo>
                <a:lnTo>
                  <a:pt x="14220" y="11513"/>
                </a:lnTo>
                <a:lnTo>
                  <a:pt x="14810" y="11672"/>
                </a:lnTo>
                <a:lnTo>
                  <a:pt x="15400" y="11725"/>
                </a:lnTo>
                <a:lnTo>
                  <a:pt x="15400" y="11988"/>
                </a:lnTo>
                <a:lnTo>
                  <a:pt x="15450" y="12200"/>
                </a:lnTo>
                <a:lnTo>
                  <a:pt x="15548" y="12305"/>
                </a:lnTo>
                <a:lnTo>
                  <a:pt x="15597" y="12358"/>
                </a:lnTo>
                <a:lnTo>
                  <a:pt x="15795" y="12464"/>
                </a:lnTo>
                <a:lnTo>
                  <a:pt x="16040" y="12622"/>
                </a:lnTo>
                <a:lnTo>
                  <a:pt x="15302" y="12464"/>
                </a:lnTo>
                <a:lnTo>
                  <a:pt x="14712" y="12200"/>
                </a:lnTo>
                <a:lnTo>
                  <a:pt x="14367" y="12147"/>
                </a:lnTo>
                <a:lnTo>
                  <a:pt x="14023" y="12094"/>
                </a:lnTo>
                <a:lnTo>
                  <a:pt x="13678" y="11830"/>
                </a:lnTo>
                <a:lnTo>
                  <a:pt x="13482" y="11777"/>
                </a:lnTo>
                <a:lnTo>
                  <a:pt x="13335" y="11725"/>
                </a:lnTo>
                <a:lnTo>
                  <a:pt x="13039" y="11777"/>
                </a:lnTo>
                <a:lnTo>
                  <a:pt x="12842" y="11883"/>
                </a:lnTo>
                <a:lnTo>
                  <a:pt x="12695" y="12042"/>
                </a:lnTo>
                <a:lnTo>
                  <a:pt x="12547" y="12252"/>
                </a:lnTo>
                <a:lnTo>
                  <a:pt x="12400" y="12358"/>
                </a:lnTo>
                <a:lnTo>
                  <a:pt x="12202" y="12410"/>
                </a:lnTo>
                <a:lnTo>
                  <a:pt x="11858" y="12358"/>
                </a:lnTo>
                <a:lnTo>
                  <a:pt x="11563" y="12410"/>
                </a:lnTo>
                <a:lnTo>
                  <a:pt x="11267" y="12517"/>
                </a:lnTo>
                <a:lnTo>
                  <a:pt x="10972" y="12675"/>
                </a:lnTo>
                <a:lnTo>
                  <a:pt x="10628" y="12675"/>
                </a:lnTo>
                <a:lnTo>
                  <a:pt x="10530" y="12622"/>
                </a:lnTo>
                <a:lnTo>
                  <a:pt x="10480" y="12569"/>
                </a:lnTo>
                <a:lnTo>
                  <a:pt x="10480" y="12517"/>
                </a:lnTo>
                <a:lnTo>
                  <a:pt x="10578" y="12410"/>
                </a:lnTo>
                <a:lnTo>
                  <a:pt x="10727" y="12252"/>
                </a:lnTo>
                <a:lnTo>
                  <a:pt x="10923" y="12147"/>
                </a:lnTo>
                <a:lnTo>
                  <a:pt x="11267" y="11988"/>
                </a:lnTo>
                <a:lnTo>
                  <a:pt x="11710" y="11777"/>
                </a:lnTo>
                <a:lnTo>
                  <a:pt x="11957" y="11618"/>
                </a:lnTo>
                <a:lnTo>
                  <a:pt x="12104" y="11408"/>
                </a:lnTo>
                <a:lnTo>
                  <a:pt x="12252" y="11197"/>
                </a:lnTo>
                <a:lnTo>
                  <a:pt x="12350" y="10985"/>
                </a:lnTo>
                <a:lnTo>
                  <a:pt x="12350" y="10722"/>
                </a:lnTo>
                <a:lnTo>
                  <a:pt x="12300" y="10405"/>
                </a:lnTo>
                <a:lnTo>
                  <a:pt x="12202" y="10246"/>
                </a:lnTo>
                <a:lnTo>
                  <a:pt x="12055" y="10087"/>
                </a:lnTo>
                <a:lnTo>
                  <a:pt x="11858" y="9928"/>
                </a:lnTo>
                <a:lnTo>
                  <a:pt x="11660" y="9876"/>
                </a:lnTo>
                <a:lnTo>
                  <a:pt x="11465" y="9823"/>
                </a:lnTo>
                <a:lnTo>
                  <a:pt x="11267" y="9823"/>
                </a:lnTo>
                <a:lnTo>
                  <a:pt x="11070" y="9876"/>
                </a:lnTo>
                <a:lnTo>
                  <a:pt x="10874" y="9982"/>
                </a:lnTo>
                <a:lnTo>
                  <a:pt x="10628" y="10246"/>
                </a:lnTo>
                <a:lnTo>
                  <a:pt x="10727" y="10035"/>
                </a:lnTo>
                <a:lnTo>
                  <a:pt x="10874" y="9876"/>
                </a:lnTo>
                <a:lnTo>
                  <a:pt x="11120" y="9506"/>
                </a:lnTo>
                <a:lnTo>
                  <a:pt x="11415" y="9190"/>
                </a:lnTo>
                <a:lnTo>
                  <a:pt x="11760" y="8820"/>
                </a:lnTo>
                <a:lnTo>
                  <a:pt x="12005" y="8556"/>
                </a:lnTo>
                <a:lnTo>
                  <a:pt x="12252" y="8345"/>
                </a:lnTo>
                <a:lnTo>
                  <a:pt x="12300" y="8345"/>
                </a:lnTo>
                <a:lnTo>
                  <a:pt x="12595" y="8291"/>
                </a:lnTo>
                <a:lnTo>
                  <a:pt x="12892" y="8186"/>
                </a:lnTo>
                <a:lnTo>
                  <a:pt x="13482" y="7975"/>
                </a:lnTo>
                <a:lnTo>
                  <a:pt x="14023" y="7711"/>
                </a:lnTo>
                <a:lnTo>
                  <a:pt x="14269" y="7605"/>
                </a:lnTo>
                <a:lnTo>
                  <a:pt x="14613" y="7553"/>
                </a:lnTo>
                <a:lnTo>
                  <a:pt x="14220" y="7923"/>
                </a:lnTo>
                <a:lnTo>
                  <a:pt x="14072" y="8133"/>
                </a:lnTo>
                <a:lnTo>
                  <a:pt x="13974" y="8398"/>
                </a:lnTo>
                <a:lnTo>
                  <a:pt x="14023" y="8450"/>
                </a:lnTo>
                <a:lnTo>
                  <a:pt x="14269" y="8345"/>
                </a:lnTo>
                <a:lnTo>
                  <a:pt x="14515" y="8239"/>
                </a:lnTo>
                <a:lnTo>
                  <a:pt x="14958" y="7923"/>
                </a:lnTo>
                <a:lnTo>
                  <a:pt x="15745" y="7394"/>
                </a:lnTo>
                <a:close/>
                <a:moveTo>
                  <a:pt x="16090" y="11883"/>
                </a:moveTo>
                <a:lnTo>
                  <a:pt x="16827" y="12094"/>
                </a:lnTo>
                <a:lnTo>
                  <a:pt x="17073" y="12358"/>
                </a:lnTo>
                <a:lnTo>
                  <a:pt x="17172" y="12410"/>
                </a:lnTo>
                <a:lnTo>
                  <a:pt x="17270" y="12464"/>
                </a:lnTo>
                <a:lnTo>
                  <a:pt x="17369" y="12410"/>
                </a:lnTo>
                <a:lnTo>
                  <a:pt x="17467" y="12358"/>
                </a:lnTo>
                <a:lnTo>
                  <a:pt x="17369" y="12992"/>
                </a:lnTo>
                <a:lnTo>
                  <a:pt x="16778" y="12834"/>
                </a:lnTo>
                <a:lnTo>
                  <a:pt x="16630" y="12464"/>
                </a:lnTo>
                <a:lnTo>
                  <a:pt x="16385" y="12200"/>
                </a:lnTo>
                <a:lnTo>
                  <a:pt x="16139" y="11988"/>
                </a:lnTo>
                <a:lnTo>
                  <a:pt x="16040" y="11935"/>
                </a:lnTo>
                <a:lnTo>
                  <a:pt x="16090" y="11883"/>
                </a:lnTo>
                <a:close/>
                <a:moveTo>
                  <a:pt x="14662" y="12728"/>
                </a:moveTo>
                <a:lnTo>
                  <a:pt x="15450" y="13097"/>
                </a:lnTo>
                <a:lnTo>
                  <a:pt x="16237" y="13309"/>
                </a:lnTo>
                <a:lnTo>
                  <a:pt x="16139" y="13520"/>
                </a:lnTo>
                <a:lnTo>
                  <a:pt x="15990" y="13731"/>
                </a:lnTo>
                <a:lnTo>
                  <a:pt x="15795" y="13837"/>
                </a:lnTo>
                <a:lnTo>
                  <a:pt x="15695" y="13837"/>
                </a:lnTo>
                <a:lnTo>
                  <a:pt x="15597" y="13784"/>
                </a:lnTo>
                <a:lnTo>
                  <a:pt x="15450" y="13731"/>
                </a:lnTo>
                <a:lnTo>
                  <a:pt x="15302" y="13572"/>
                </a:lnTo>
                <a:lnTo>
                  <a:pt x="15057" y="13309"/>
                </a:lnTo>
                <a:lnTo>
                  <a:pt x="14662" y="12728"/>
                </a:lnTo>
                <a:close/>
                <a:moveTo>
                  <a:pt x="16778" y="13467"/>
                </a:moveTo>
                <a:lnTo>
                  <a:pt x="17270" y="13520"/>
                </a:lnTo>
                <a:lnTo>
                  <a:pt x="16975" y="14629"/>
                </a:lnTo>
                <a:lnTo>
                  <a:pt x="16877" y="14524"/>
                </a:lnTo>
                <a:lnTo>
                  <a:pt x="16582" y="14524"/>
                </a:lnTo>
                <a:lnTo>
                  <a:pt x="16385" y="14471"/>
                </a:lnTo>
                <a:lnTo>
                  <a:pt x="15942" y="14365"/>
                </a:lnTo>
                <a:lnTo>
                  <a:pt x="16237" y="14207"/>
                </a:lnTo>
                <a:lnTo>
                  <a:pt x="16483" y="14049"/>
                </a:lnTo>
                <a:lnTo>
                  <a:pt x="16630" y="13784"/>
                </a:lnTo>
                <a:lnTo>
                  <a:pt x="16778" y="13467"/>
                </a:lnTo>
                <a:close/>
                <a:moveTo>
                  <a:pt x="13925" y="13995"/>
                </a:moveTo>
                <a:lnTo>
                  <a:pt x="15302" y="14629"/>
                </a:lnTo>
                <a:lnTo>
                  <a:pt x="15990" y="14946"/>
                </a:lnTo>
                <a:lnTo>
                  <a:pt x="16434" y="15104"/>
                </a:lnTo>
                <a:lnTo>
                  <a:pt x="16630" y="15104"/>
                </a:lnTo>
                <a:lnTo>
                  <a:pt x="16778" y="15052"/>
                </a:lnTo>
                <a:lnTo>
                  <a:pt x="16532" y="15791"/>
                </a:lnTo>
                <a:lnTo>
                  <a:pt x="16139" y="15632"/>
                </a:lnTo>
                <a:lnTo>
                  <a:pt x="15942" y="15527"/>
                </a:lnTo>
                <a:lnTo>
                  <a:pt x="15795" y="15421"/>
                </a:lnTo>
                <a:lnTo>
                  <a:pt x="15450" y="15157"/>
                </a:lnTo>
                <a:lnTo>
                  <a:pt x="15302" y="14999"/>
                </a:lnTo>
                <a:lnTo>
                  <a:pt x="15105" y="14892"/>
                </a:lnTo>
                <a:lnTo>
                  <a:pt x="14860" y="14841"/>
                </a:lnTo>
                <a:lnTo>
                  <a:pt x="14613" y="14787"/>
                </a:lnTo>
                <a:lnTo>
                  <a:pt x="14072" y="14734"/>
                </a:lnTo>
                <a:lnTo>
                  <a:pt x="14023" y="14365"/>
                </a:lnTo>
                <a:lnTo>
                  <a:pt x="13925" y="13995"/>
                </a:lnTo>
                <a:close/>
                <a:moveTo>
                  <a:pt x="14023" y="15157"/>
                </a:moveTo>
                <a:lnTo>
                  <a:pt x="14465" y="15262"/>
                </a:lnTo>
                <a:lnTo>
                  <a:pt x="14712" y="15316"/>
                </a:lnTo>
                <a:lnTo>
                  <a:pt x="14908" y="15421"/>
                </a:lnTo>
                <a:lnTo>
                  <a:pt x="15204" y="15579"/>
                </a:lnTo>
                <a:lnTo>
                  <a:pt x="15450" y="15791"/>
                </a:lnTo>
                <a:lnTo>
                  <a:pt x="15695" y="16002"/>
                </a:lnTo>
                <a:lnTo>
                  <a:pt x="15942" y="16214"/>
                </a:lnTo>
                <a:lnTo>
                  <a:pt x="16237" y="16319"/>
                </a:lnTo>
                <a:lnTo>
                  <a:pt x="15745" y="17164"/>
                </a:lnTo>
                <a:lnTo>
                  <a:pt x="15597" y="17164"/>
                </a:lnTo>
                <a:lnTo>
                  <a:pt x="15400" y="17111"/>
                </a:lnTo>
                <a:lnTo>
                  <a:pt x="15057" y="16899"/>
                </a:lnTo>
                <a:lnTo>
                  <a:pt x="14170" y="16531"/>
                </a:lnTo>
                <a:lnTo>
                  <a:pt x="13777" y="16319"/>
                </a:lnTo>
                <a:lnTo>
                  <a:pt x="13925" y="15791"/>
                </a:lnTo>
                <a:lnTo>
                  <a:pt x="14023" y="15262"/>
                </a:lnTo>
                <a:lnTo>
                  <a:pt x="14023" y="15157"/>
                </a:lnTo>
                <a:close/>
                <a:moveTo>
                  <a:pt x="13580" y="16794"/>
                </a:moveTo>
                <a:lnTo>
                  <a:pt x="14465" y="17216"/>
                </a:lnTo>
                <a:lnTo>
                  <a:pt x="14908" y="17481"/>
                </a:lnTo>
                <a:lnTo>
                  <a:pt x="15155" y="17586"/>
                </a:lnTo>
                <a:lnTo>
                  <a:pt x="15400" y="17693"/>
                </a:lnTo>
                <a:lnTo>
                  <a:pt x="15057" y="18220"/>
                </a:lnTo>
                <a:lnTo>
                  <a:pt x="14613" y="18061"/>
                </a:lnTo>
                <a:lnTo>
                  <a:pt x="14023" y="17851"/>
                </a:lnTo>
                <a:lnTo>
                  <a:pt x="13482" y="17639"/>
                </a:lnTo>
                <a:lnTo>
                  <a:pt x="13235" y="17481"/>
                </a:lnTo>
                <a:lnTo>
                  <a:pt x="13580" y="16794"/>
                </a:lnTo>
                <a:close/>
                <a:moveTo>
                  <a:pt x="12547" y="13784"/>
                </a:moveTo>
                <a:lnTo>
                  <a:pt x="12842" y="13837"/>
                </a:lnTo>
                <a:lnTo>
                  <a:pt x="13137" y="13890"/>
                </a:lnTo>
                <a:lnTo>
                  <a:pt x="13383" y="14049"/>
                </a:lnTo>
                <a:lnTo>
                  <a:pt x="13482" y="14207"/>
                </a:lnTo>
                <a:lnTo>
                  <a:pt x="13530" y="14312"/>
                </a:lnTo>
                <a:lnTo>
                  <a:pt x="13580" y="14524"/>
                </a:lnTo>
                <a:lnTo>
                  <a:pt x="13580" y="14682"/>
                </a:lnTo>
                <a:lnTo>
                  <a:pt x="13187" y="14629"/>
                </a:lnTo>
                <a:lnTo>
                  <a:pt x="13137" y="14682"/>
                </a:lnTo>
                <a:lnTo>
                  <a:pt x="13137" y="14734"/>
                </a:lnTo>
                <a:lnTo>
                  <a:pt x="13335" y="14892"/>
                </a:lnTo>
                <a:lnTo>
                  <a:pt x="13530" y="15052"/>
                </a:lnTo>
                <a:lnTo>
                  <a:pt x="13432" y="15527"/>
                </a:lnTo>
                <a:lnTo>
                  <a:pt x="13335" y="15949"/>
                </a:lnTo>
                <a:lnTo>
                  <a:pt x="13285" y="16107"/>
                </a:lnTo>
                <a:lnTo>
                  <a:pt x="12940" y="16002"/>
                </a:lnTo>
                <a:lnTo>
                  <a:pt x="12595" y="15949"/>
                </a:lnTo>
                <a:lnTo>
                  <a:pt x="12547" y="15949"/>
                </a:lnTo>
                <a:lnTo>
                  <a:pt x="12497" y="16002"/>
                </a:lnTo>
                <a:lnTo>
                  <a:pt x="12497" y="16054"/>
                </a:lnTo>
                <a:lnTo>
                  <a:pt x="12547" y="16107"/>
                </a:lnTo>
                <a:lnTo>
                  <a:pt x="12793" y="16372"/>
                </a:lnTo>
                <a:lnTo>
                  <a:pt x="13137" y="16583"/>
                </a:lnTo>
                <a:lnTo>
                  <a:pt x="12743" y="17269"/>
                </a:lnTo>
                <a:lnTo>
                  <a:pt x="12153" y="17006"/>
                </a:lnTo>
                <a:lnTo>
                  <a:pt x="11513" y="16741"/>
                </a:lnTo>
                <a:lnTo>
                  <a:pt x="11465" y="16741"/>
                </a:lnTo>
                <a:lnTo>
                  <a:pt x="11465" y="16848"/>
                </a:lnTo>
                <a:lnTo>
                  <a:pt x="11710" y="17058"/>
                </a:lnTo>
                <a:lnTo>
                  <a:pt x="11957" y="17323"/>
                </a:lnTo>
                <a:lnTo>
                  <a:pt x="12497" y="17693"/>
                </a:lnTo>
                <a:lnTo>
                  <a:pt x="12153" y="18114"/>
                </a:lnTo>
                <a:lnTo>
                  <a:pt x="11809" y="18431"/>
                </a:lnTo>
                <a:lnTo>
                  <a:pt x="11465" y="18273"/>
                </a:lnTo>
                <a:lnTo>
                  <a:pt x="11267" y="17376"/>
                </a:lnTo>
                <a:lnTo>
                  <a:pt x="11120" y="16478"/>
                </a:lnTo>
                <a:lnTo>
                  <a:pt x="11022" y="16266"/>
                </a:lnTo>
                <a:lnTo>
                  <a:pt x="10923" y="16107"/>
                </a:lnTo>
                <a:lnTo>
                  <a:pt x="10775" y="16002"/>
                </a:lnTo>
                <a:lnTo>
                  <a:pt x="9890" y="16002"/>
                </a:lnTo>
                <a:lnTo>
                  <a:pt x="9742" y="15949"/>
                </a:lnTo>
                <a:lnTo>
                  <a:pt x="9595" y="15896"/>
                </a:lnTo>
                <a:lnTo>
                  <a:pt x="9398" y="15686"/>
                </a:lnTo>
                <a:lnTo>
                  <a:pt x="9250" y="15369"/>
                </a:lnTo>
                <a:lnTo>
                  <a:pt x="9200" y="15052"/>
                </a:lnTo>
                <a:lnTo>
                  <a:pt x="9200" y="14892"/>
                </a:lnTo>
                <a:lnTo>
                  <a:pt x="9250" y="14734"/>
                </a:lnTo>
                <a:lnTo>
                  <a:pt x="9300" y="14576"/>
                </a:lnTo>
                <a:lnTo>
                  <a:pt x="9398" y="14471"/>
                </a:lnTo>
                <a:lnTo>
                  <a:pt x="9693" y="14365"/>
                </a:lnTo>
                <a:lnTo>
                  <a:pt x="9988" y="14259"/>
                </a:lnTo>
                <a:lnTo>
                  <a:pt x="11170" y="13995"/>
                </a:lnTo>
                <a:lnTo>
                  <a:pt x="11267" y="14049"/>
                </a:lnTo>
                <a:lnTo>
                  <a:pt x="11465" y="14049"/>
                </a:lnTo>
                <a:lnTo>
                  <a:pt x="11858" y="13890"/>
                </a:lnTo>
                <a:lnTo>
                  <a:pt x="12252" y="13784"/>
                </a:lnTo>
                <a:close/>
                <a:moveTo>
                  <a:pt x="1378" y="10615"/>
                </a:moveTo>
                <a:lnTo>
                  <a:pt x="1378" y="11355"/>
                </a:lnTo>
                <a:lnTo>
                  <a:pt x="1476" y="12147"/>
                </a:lnTo>
                <a:lnTo>
                  <a:pt x="1525" y="12200"/>
                </a:lnTo>
                <a:lnTo>
                  <a:pt x="1623" y="12252"/>
                </a:lnTo>
                <a:lnTo>
                  <a:pt x="1722" y="12252"/>
                </a:lnTo>
                <a:lnTo>
                  <a:pt x="1820" y="12200"/>
                </a:lnTo>
                <a:lnTo>
                  <a:pt x="2510" y="11618"/>
                </a:lnTo>
                <a:lnTo>
                  <a:pt x="2608" y="12887"/>
                </a:lnTo>
                <a:lnTo>
                  <a:pt x="2657" y="13837"/>
                </a:lnTo>
                <a:lnTo>
                  <a:pt x="2657" y="14259"/>
                </a:lnTo>
                <a:lnTo>
                  <a:pt x="2510" y="14417"/>
                </a:lnTo>
                <a:lnTo>
                  <a:pt x="2362" y="14524"/>
                </a:lnTo>
                <a:lnTo>
                  <a:pt x="2165" y="14787"/>
                </a:lnTo>
                <a:lnTo>
                  <a:pt x="2017" y="15052"/>
                </a:lnTo>
                <a:lnTo>
                  <a:pt x="1968" y="15316"/>
                </a:lnTo>
                <a:lnTo>
                  <a:pt x="1968" y="15632"/>
                </a:lnTo>
                <a:lnTo>
                  <a:pt x="2017" y="15949"/>
                </a:lnTo>
                <a:lnTo>
                  <a:pt x="2115" y="16266"/>
                </a:lnTo>
                <a:lnTo>
                  <a:pt x="2263" y="16848"/>
                </a:lnTo>
                <a:lnTo>
                  <a:pt x="2903" y="18538"/>
                </a:lnTo>
                <a:lnTo>
                  <a:pt x="2460" y="18009"/>
                </a:lnTo>
                <a:lnTo>
                  <a:pt x="2017" y="17481"/>
                </a:lnTo>
                <a:lnTo>
                  <a:pt x="1623" y="16794"/>
                </a:lnTo>
                <a:lnTo>
                  <a:pt x="1230" y="16107"/>
                </a:lnTo>
                <a:lnTo>
                  <a:pt x="985" y="15369"/>
                </a:lnTo>
                <a:lnTo>
                  <a:pt x="787" y="14629"/>
                </a:lnTo>
                <a:lnTo>
                  <a:pt x="738" y="14154"/>
                </a:lnTo>
                <a:lnTo>
                  <a:pt x="688" y="13679"/>
                </a:lnTo>
                <a:lnTo>
                  <a:pt x="738" y="13204"/>
                </a:lnTo>
                <a:lnTo>
                  <a:pt x="787" y="12728"/>
                </a:lnTo>
                <a:lnTo>
                  <a:pt x="1033" y="11777"/>
                </a:lnTo>
                <a:lnTo>
                  <a:pt x="1280" y="10880"/>
                </a:lnTo>
                <a:lnTo>
                  <a:pt x="1378" y="10615"/>
                </a:lnTo>
                <a:close/>
                <a:moveTo>
                  <a:pt x="12892" y="17956"/>
                </a:moveTo>
                <a:lnTo>
                  <a:pt x="13335" y="18168"/>
                </a:lnTo>
                <a:lnTo>
                  <a:pt x="14318" y="18590"/>
                </a:lnTo>
                <a:lnTo>
                  <a:pt x="14613" y="18696"/>
                </a:lnTo>
                <a:lnTo>
                  <a:pt x="14122" y="19171"/>
                </a:lnTo>
                <a:lnTo>
                  <a:pt x="13630" y="19593"/>
                </a:lnTo>
                <a:lnTo>
                  <a:pt x="12990" y="19118"/>
                </a:lnTo>
                <a:lnTo>
                  <a:pt x="12300" y="18696"/>
                </a:lnTo>
                <a:lnTo>
                  <a:pt x="12595" y="18326"/>
                </a:lnTo>
                <a:lnTo>
                  <a:pt x="12892" y="17956"/>
                </a:lnTo>
                <a:close/>
                <a:moveTo>
                  <a:pt x="3445" y="7499"/>
                </a:moveTo>
                <a:lnTo>
                  <a:pt x="3887" y="7658"/>
                </a:lnTo>
                <a:lnTo>
                  <a:pt x="4380" y="7711"/>
                </a:lnTo>
                <a:lnTo>
                  <a:pt x="5363" y="7711"/>
                </a:lnTo>
                <a:lnTo>
                  <a:pt x="6347" y="7816"/>
                </a:lnTo>
                <a:lnTo>
                  <a:pt x="7332" y="7975"/>
                </a:lnTo>
                <a:lnTo>
                  <a:pt x="7135" y="8133"/>
                </a:lnTo>
                <a:lnTo>
                  <a:pt x="6938" y="8239"/>
                </a:lnTo>
                <a:lnTo>
                  <a:pt x="6545" y="8398"/>
                </a:lnTo>
                <a:lnTo>
                  <a:pt x="6298" y="8556"/>
                </a:lnTo>
                <a:lnTo>
                  <a:pt x="6052" y="8715"/>
                </a:lnTo>
                <a:lnTo>
                  <a:pt x="5855" y="8978"/>
                </a:lnTo>
                <a:lnTo>
                  <a:pt x="5757" y="9243"/>
                </a:lnTo>
                <a:lnTo>
                  <a:pt x="5708" y="9348"/>
                </a:lnTo>
                <a:lnTo>
                  <a:pt x="5757" y="9506"/>
                </a:lnTo>
                <a:lnTo>
                  <a:pt x="5805" y="9612"/>
                </a:lnTo>
                <a:lnTo>
                  <a:pt x="5855" y="9718"/>
                </a:lnTo>
                <a:lnTo>
                  <a:pt x="5953" y="9823"/>
                </a:lnTo>
                <a:lnTo>
                  <a:pt x="6101" y="9823"/>
                </a:lnTo>
                <a:lnTo>
                  <a:pt x="6249" y="9876"/>
                </a:lnTo>
                <a:lnTo>
                  <a:pt x="6298" y="9982"/>
                </a:lnTo>
                <a:lnTo>
                  <a:pt x="6347" y="10246"/>
                </a:lnTo>
                <a:lnTo>
                  <a:pt x="6397" y="10510"/>
                </a:lnTo>
                <a:lnTo>
                  <a:pt x="6397" y="11038"/>
                </a:lnTo>
                <a:lnTo>
                  <a:pt x="6445" y="11248"/>
                </a:lnTo>
                <a:lnTo>
                  <a:pt x="6150" y="10827"/>
                </a:lnTo>
                <a:lnTo>
                  <a:pt x="5855" y="10457"/>
                </a:lnTo>
                <a:lnTo>
                  <a:pt x="5708" y="10352"/>
                </a:lnTo>
                <a:lnTo>
                  <a:pt x="5560" y="10298"/>
                </a:lnTo>
                <a:lnTo>
                  <a:pt x="5363" y="10246"/>
                </a:lnTo>
                <a:lnTo>
                  <a:pt x="5215" y="10298"/>
                </a:lnTo>
                <a:lnTo>
                  <a:pt x="4870" y="10405"/>
                </a:lnTo>
                <a:lnTo>
                  <a:pt x="4575" y="10615"/>
                </a:lnTo>
                <a:lnTo>
                  <a:pt x="4280" y="10932"/>
                </a:lnTo>
                <a:lnTo>
                  <a:pt x="3985" y="11248"/>
                </a:lnTo>
                <a:lnTo>
                  <a:pt x="3788" y="11618"/>
                </a:lnTo>
                <a:lnTo>
                  <a:pt x="3640" y="12042"/>
                </a:lnTo>
                <a:lnTo>
                  <a:pt x="3543" y="12464"/>
                </a:lnTo>
                <a:lnTo>
                  <a:pt x="3493" y="12887"/>
                </a:lnTo>
                <a:lnTo>
                  <a:pt x="3493" y="13309"/>
                </a:lnTo>
                <a:lnTo>
                  <a:pt x="3592" y="13731"/>
                </a:lnTo>
                <a:lnTo>
                  <a:pt x="3592" y="13837"/>
                </a:lnTo>
                <a:lnTo>
                  <a:pt x="3690" y="13890"/>
                </a:lnTo>
                <a:lnTo>
                  <a:pt x="3740" y="13942"/>
                </a:lnTo>
                <a:lnTo>
                  <a:pt x="4232" y="13942"/>
                </a:lnTo>
                <a:lnTo>
                  <a:pt x="4625" y="14049"/>
                </a:lnTo>
                <a:lnTo>
                  <a:pt x="4970" y="14207"/>
                </a:lnTo>
                <a:lnTo>
                  <a:pt x="5314" y="14417"/>
                </a:lnTo>
                <a:lnTo>
                  <a:pt x="5610" y="14682"/>
                </a:lnTo>
                <a:lnTo>
                  <a:pt x="5905" y="14999"/>
                </a:lnTo>
                <a:lnTo>
                  <a:pt x="6397" y="15632"/>
                </a:lnTo>
                <a:lnTo>
                  <a:pt x="5905" y="16054"/>
                </a:lnTo>
                <a:lnTo>
                  <a:pt x="5510" y="16478"/>
                </a:lnTo>
                <a:lnTo>
                  <a:pt x="5117" y="16953"/>
                </a:lnTo>
                <a:lnTo>
                  <a:pt x="4822" y="17481"/>
                </a:lnTo>
                <a:lnTo>
                  <a:pt x="4575" y="18061"/>
                </a:lnTo>
                <a:lnTo>
                  <a:pt x="4380" y="18696"/>
                </a:lnTo>
                <a:lnTo>
                  <a:pt x="4280" y="19330"/>
                </a:lnTo>
                <a:lnTo>
                  <a:pt x="4232" y="19963"/>
                </a:lnTo>
                <a:lnTo>
                  <a:pt x="4133" y="19910"/>
                </a:lnTo>
                <a:lnTo>
                  <a:pt x="3985" y="19751"/>
                </a:lnTo>
                <a:lnTo>
                  <a:pt x="3887" y="19540"/>
                </a:lnTo>
                <a:lnTo>
                  <a:pt x="3297" y="18114"/>
                </a:lnTo>
                <a:lnTo>
                  <a:pt x="2805" y="16848"/>
                </a:lnTo>
                <a:lnTo>
                  <a:pt x="2608" y="16214"/>
                </a:lnTo>
                <a:lnTo>
                  <a:pt x="2510" y="15579"/>
                </a:lnTo>
                <a:lnTo>
                  <a:pt x="2510" y="15316"/>
                </a:lnTo>
                <a:lnTo>
                  <a:pt x="2608" y="15104"/>
                </a:lnTo>
                <a:lnTo>
                  <a:pt x="2755" y="14946"/>
                </a:lnTo>
                <a:lnTo>
                  <a:pt x="2952" y="14787"/>
                </a:lnTo>
                <a:lnTo>
                  <a:pt x="3100" y="14629"/>
                </a:lnTo>
                <a:lnTo>
                  <a:pt x="3198" y="14471"/>
                </a:lnTo>
                <a:lnTo>
                  <a:pt x="3198" y="13995"/>
                </a:lnTo>
                <a:lnTo>
                  <a:pt x="3100" y="12569"/>
                </a:lnTo>
                <a:lnTo>
                  <a:pt x="2903" y="11143"/>
                </a:lnTo>
                <a:lnTo>
                  <a:pt x="2903" y="11038"/>
                </a:lnTo>
                <a:lnTo>
                  <a:pt x="2805" y="10932"/>
                </a:lnTo>
                <a:lnTo>
                  <a:pt x="2608" y="10932"/>
                </a:lnTo>
                <a:lnTo>
                  <a:pt x="1820" y="11618"/>
                </a:lnTo>
                <a:lnTo>
                  <a:pt x="1771" y="11038"/>
                </a:lnTo>
                <a:lnTo>
                  <a:pt x="1820" y="10457"/>
                </a:lnTo>
                <a:lnTo>
                  <a:pt x="1870" y="9876"/>
                </a:lnTo>
                <a:lnTo>
                  <a:pt x="2017" y="9295"/>
                </a:lnTo>
                <a:lnTo>
                  <a:pt x="2017" y="9190"/>
                </a:lnTo>
                <a:lnTo>
                  <a:pt x="1968" y="9085"/>
                </a:lnTo>
                <a:lnTo>
                  <a:pt x="2313" y="8345"/>
                </a:lnTo>
                <a:lnTo>
                  <a:pt x="2657" y="7658"/>
                </a:lnTo>
                <a:lnTo>
                  <a:pt x="3002" y="7711"/>
                </a:lnTo>
                <a:lnTo>
                  <a:pt x="3345" y="7763"/>
                </a:lnTo>
                <a:lnTo>
                  <a:pt x="3445" y="7711"/>
                </a:lnTo>
                <a:lnTo>
                  <a:pt x="3493" y="7658"/>
                </a:lnTo>
                <a:lnTo>
                  <a:pt x="3493" y="7605"/>
                </a:lnTo>
                <a:lnTo>
                  <a:pt x="3445" y="7499"/>
                </a:lnTo>
                <a:close/>
                <a:moveTo>
                  <a:pt x="11809" y="20068"/>
                </a:moveTo>
                <a:lnTo>
                  <a:pt x="12202" y="20121"/>
                </a:lnTo>
                <a:lnTo>
                  <a:pt x="12595" y="20227"/>
                </a:lnTo>
                <a:lnTo>
                  <a:pt x="12350" y="20280"/>
                </a:lnTo>
                <a:lnTo>
                  <a:pt x="12300" y="20227"/>
                </a:lnTo>
                <a:lnTo>
                  <a:pt x="12153" y="20227"/>
                </a:lnTo>
                <a:lnTo>
                  <a:pt x="12055" y="20121"/>
                </a:lnTo>
                <a:lnTo>
                  <a:pt x="11809" y="20068"/>
                </a:lnTo>
                <a:close/>
                <a:moveTo>
                  <a:pt x="7799" y="20412"/>
                </a:moveTo>
                <a:lnTo>
                  <a:pt x="7775" y="20438"/>
                </a:lnTo>
                <a:lnTo>
                  <a:pt x="7725" y="20438"/>
                </a:lnTo>
                <a:lnTo>
                  <a:pt x="7799" y="20412"/>
                </a:lnTo>
                <a:close/>
                <a:moveTo>
                  <a:pt x="9595" y="4226"/>
                </a:moveTo>
                <a:lnTo>
                  <a:pt x="10185" y="4331"/>
                </a:lnTo>
                <a:lnTo>
                  <a:pt x="10775" y="4437"/>
                </a:lnTo>
                <a:lnTo>
                  <a:pt x="11317" y="4542"/>
                </a:lnTo>
                <a:lnTo>
                  <a:pt x="11267" y="4596"/>
                </a:lnTo>
                <a:lnTo>
                  <a:pt x="11267" y="4701"/>
                </a:lnTo>
                <a:lnTo>
                  <a:pt x="11317" y="4701"/>
                </a:lnTo>
                <a:lnTo>
                  <a:pt x="11563" y="4647"/>
                </a:lnTo>
                <a:lnTo>
                  <a:pt x="11760" y="4701"/>
                </a:lnTo>
                <a:lnTo>
                  <a:pt x="11809" y="4701"/>
                </a:lnTo>
                <a:lnTo>
                  <a:pt x="11760" y="4806"/>
                </a:lnTo>
                <a:lnTo>
                  <a:pt x="11760" y="4964"/>
                </a:lnTo>
                <a:lnTo>
                  <a:pt x="11809" y="5017"/>
                </a:lnTo>
                <a:lnTo>
                  <a:pt x="11858" y="5017"/>
                </a:lnTo>
                <a:lnTo>
                  <a:pt x="11957" y="5071"/>
                </a:lnTo>
                <a:lnTo>
                  <a:pt x="12055" y="5122"/>
                </a:lnTo>
                <a:lnTo>
                  <a:pt x="12202" y="5281"/>
                </a:lnTo>
                <a:lnTo>
                  <a:pt x="12350" y="5493"/>
                </a:lnTo>
                <a:lnTo>
                  <a:pt x="12400" y="5546"/>
                </a:lnTo>
                <a:lnTo>
                  <a:pt x="12448" y="5599"/>
                </a:lnTo>
                <a:lnTo>
                  <a:pt x="12497" y="5546"/>
                </a:lnTo>
                <a:lnTo>
                  <a:pt x="12595" y="5387"/>
                </a:lnTo>
                <a:lnTo>
                  <a:pt x="12695" y="5229"/>
                </a:lnTo>
                <a:lnTo>
                  <a:pt x="12793" y="5122"/>
                </a:lnTo>
                <a:lnTo>
                  <a:pt x="13088" y="5229"/>
                </a:lnTo>
                <a:lnTo>
                  <a:pt x="12892" y="5493"/>
                </a:lnTo>
                <a:lnTo>
                  <a:pt x="12743" y="5757"/>
                </a:lnTo>
                <a:lnTo>
                  <a:pt x="12695" y="5863"/>
                </a:lnTo>
                <a:lnTo>
                  <a:pt x="12695" y="6021"/>
                </a:lnTo>
                <a:lnTo>
                  <a:pt x="12842" y="6021"/>
                </a:lnTo>
                <a:lnTo>
                  <a:pt x="12940" y="5968"/>
                </a:lnTo>
                <a:lnTo>
                  <a:pt x="13137" y="5809"/>
                </a:lnTo>
                <a:lnTo>
                  <a:pt x="13482" y="5493"/>
                </a:lnTo>
                <a:lnTo>
                  <a:pt x="13825" y="5704"/>
                </a:lnTo>
                <a:lnTo>
                  <a:pt x="13728" y="5809"/>
                </a:lnTo>
                <a:lnTo>
                  <a:pt x="13383" y="6284"/>
                </a:lnTo>
                <a:lnTo>
                  <a:pt x="13235" y="6496"/>
                </a:lnTo>
                <a:lnTo>
                  <a:pt x="13137" y="6761"/>
                </a:lnTo>
                <a:lnTo>
                  <a:pt x="13137" y="6813"/>
                </a:lnTo>
                <a:lnTo>
                  <a:pt x="13187" y="6813"/>
                </a:lnTo>
                <a:lnTo>
                  <a:pt x="13432" y="6708"/>
                </a:lnTo>
                <a:lnTo>
                  <a:pt x="13678" y="6549"/>
                </a:lnTo>
                <a:lnTo>
                  <a:pt x="14072" y="6233"/>
                </a:lnTo>
                <a:lnTo>
                  <a:pt x="14269" y="6021"/>
                </a:lnTo>
                <a:lnTo>
                  <a:pt x="14515" y="6179"/>
                </a:lnTo>
                <a:lnTo>
                  <a:pt x="14170" y="6549"/>
                </a:lnTo>
                <a:lnTo>
                  <a:pt x="13777" y="7024"/>
                </a:lnTo>
                <a:lnTo>
                  <a:pt x="13482" y="7499"/>
                </a:lnTo>
                <a:lnTo>
                  <a:pt x="13335" y="7553"/>
                </a:lnTo>
                <a:lnTo>
                  <a:pt x="12940" y="7763"/>
                </a:lnTo>
                <a:lnTo>
                  <a:pt x="12595" y="7975"/>
                </a:lnTo>
                <a:lnTo>
                  <a:pt x="12448" y="7975"/>
                </a:lnTo>
                <a:lnTo>
                  <a:pt x="12252" y="8028"/>
                </a:lnTo>
                <a:lnTo>
                  <a:pt x="11809" y="8291"/>
                </a:lnTo>
                <a:lnTo>
                  <a:pt x="11465" y="8608"/>
                </a:lnTo>
                <a:lnTo>
                  <a:pt x="11218" y="8766"/>
                </a:lnTo>
                <a:lnTo>
                  <a:pt x="10825" y="9136"/>
                </a:lnTo>
                <a:lnTo>
                  <a:pt x="10628" y="9453"/>
                </a:lnTo>
                <a:lnTo>
                  <a:pt x="10382" y="9718"/>
                </a:lnTo>
                <a:lnTo>
                  <a:pt x="10235" y="10035"/>
                </a:lnTo>
                <a:lnTo>
                  <a:pt x="10185" y="10298"/>
                </a:lnTo>
                <a:lnTo>
                  <a:pt x="10235" y="10405"/>
                </a:lnTo>
                <a:lnTo>
                  <a:pt x="10283" y="10510"/>
                </a:lnTo>
                <a:lnTo>
                  <a:pt x="10382" y="10615"/>
                </a:lnTo>
                <a:lnTo>
                  <a:pt x="10530" y="10668"/>
                </a:lnTo>
                <a:lnTo>
                  <a:pt x="10727" y="10668"/>
                </a:lnTo>
                <a:lnTo>
                  <a:pt x="10923" y="10563"/>
                </a:lnTo>
                <a:lnTo>
                  <a:pt x="11267" y="10352"/>
                </a:lnTo>
                <a:lnTo>
                  <a:pt x="11465" y="10298"/>
                </a:lnTo>
                <a:lnTo>
                  <a:pt x="11710" y="10405"/>
                </a:lnTo>
                <a:lnTo>
                  <a:pt x="11809" y="10457"/>
                </a:lnTo>
                <a:lnTo>
                  <a:pt x="11907" y="10563"/>
                </a:lnTo>
                <a:lnTo>
                  <a:pt x="11957" y="10668"/>
                </a:lnTo>
                <a:lnTo>
                  <a:pt x="11957" y="10773"/>
                </a:lnTo>
                <a:lnTo>
                  <a:pt x="11858" y="10932"/>
                </a:lnTo>
                <a:lnTo>
                  <a:pt x="11710" y="11143"/>
                </a:lnTo>
                <a:lnTo>
                  <a:pt x="11513" y="11302"/>
                </a:lnTo>
                <a:lnTo>
                  <a:pt x="11267" y="11460"/>
                </a:lnTo>
                <a:lnTo>
                  <a:pt x="10923" y="11618"/>
                </a:lnTo>
                <a:lnTo>
                  <a:pt x="10677" y="11725"/>
                </a:lnTo>
                <a:lnTo>
                  <a:pt x="10382" y="11883"/>
                </a:lnTo>
                <a:lnTo>
                  <a:pt x="10135" y="12094"/>
                </a:lnTo>
                <a:lnTo>
                  <a:pt x="10087" y="12200"/>
                </a:lnTo>
                <a:lnTo>
                  <a:pt x="10037" y="12358"/>
                </a:lnTo>
                <a:lnTo>
                  <a:pt x="9988" y="12622"/>
                </a:lnTo>
                <a:lnTo>
                  <a:pt x="10087" y="12834"/>
                </a:lnTo>
                <a:lnTo>
                  <a:pt x="10235" y="13045"/>
                </a:lnTo>
                <a:lnTo>
                  <a:pt x="10430" y="13150"/>
                </a:lnTo>
                <a:lnTo>
                  <a:pt x="10578" y="13204"/>
                </a:lnTo>
                <a:lnTo>
                  <a:pt x="10775" y="13255"/>
                </a:lnTo>
                <a:lnTo>
                  <a:pt x="11070" y="13150"/>
                </a:lnTo>
                <a:lnTo>
                  <a:pt x="11660" y="12887"/>
                </a:lnTo>
                <a:lnTo>
                  <a:pt x="12350" y="12887"/>
                </a:lnTo>
                <a:lnTo>
                  <a:pt x="12595" y="12780"/>
                </a:lnTo>
                <a:lnTo>
                  <a:pt x="12842" y="12622"/>
                </a:lnTo>
                <a:lnTo>
                  <a:pt x="12990" y="12464"/>
                </a:lnTo>
                <a:lnTo>
                  <a:pt x="13137" y="12305"/>
                </a:lnTo>
                <a:lnTo>
                  <a:pt x="13285" y="12305"/>
                </a:lnTo>
                <a:lnTo>
                  <a:pt x="13482" y="12358"/>
                </a:lnTo>
                <a:lnTo>
                  <a:pt x="13530" y="12410"/>
                </a:lnTo>
                <a:lnTo>
                  <a:pt x="13580" y="12410"/>
                </a:lnTo>
                <a:lnTo>
                  <a:pt x="13678" y="12464"/>
                </a:lnTo>
                <a:lnTo>
                  <a:pt x="13925" y="12675"/>
                </a:lnTo>
                <a:lnTo>
                  <a:pt x="14170" y="12939"/>
                </a:lnTo>
                <a:lnTo>
                  <a:pt x="14908" y="13890"/>
                </a:lnTo>
                <a:lnTo>
                  <a:pt x="13925" y="13520"/>
                </a:lnTo>
                <a:lnTo>
                  <a:pt x="13432" y="13362"/>
                </a:lnTo>
                <a:lnTo>
                  <a:pt x="12940" y="13204"/>
                </a:lnTo>
                <a:lnTo>
                  <a:pt x="12892" y="13255"/>
                </a:lnTo>
                <a:lnTo>
                  <a:pt x="12448" y="13204"/>
                </a:lnTo>
                <a:lnTo>
                  <a:pt x="12005" y="13255"/>
                </a:lnTo>
                <a:lnTo>
                  <a:pt x="11563" y="13362"/>
                </a:lnTo>
                <a:lnTo>
                  <a:pt x="11170" y="13520"/>
                </a:lnTo>
                <a:lnTo>
                  <a:pt x="11120" y="13572"/>
                </a:lnTo>
                <a:lnTo>
                  <a:pt x="10923" y="13572"/>
                </a:lnTo>
                <a:lnTo>
                  <a:pt x="10235" y="13731"/>
                </a:lnTo>
                <a:lnTo>
                  <a:pt x="9545" y="13890"/>
                </a:lnTo>
                <a:lnTo>
                  <a:pt x="9300" y="13942"/>
                </a:lnTo>
                <a:lnTo>
                  <a:pt x="9103" y="14101"/>
                </a:lnTo>
                <a:lnTo>
                  <a:pt x="8955" y="14259"/>
                </a:lnTo>
                <a:lnTo>
                  <a:pt x="8807" y="14524"/>
                </a:lnTo>
                <a:lnTo>
                  <a:pt x="8709" y="14787"/>
                </a:lnTo>
                <a:lnTo>
                  <a:pt x="8709" y="15262"/>
                </a:lnTo>
                <a:lnTo>
                  <a:pt x="8758" y="15527"/>
                </a:lnTo>
                <a:lnTo>
                  <a:pt x="8857" y="15791"/>
                </a:lnTo>
                <a:lnTo>
                  <a:pt x="9005" y="16002"/>
                </a:lnTo>
                <a:lnTo>
                  <a:pt x="9152" y="16161"/>
                </a:lnTo>
                <a:lnTo>
                  <a:pt x="9348" y="16319"/>
                </a:lnTo>
                <a:lnTo>
                  <a:pt x="9545" y="16424"/>
                </a:lnTo>
                <a:lnTo>
                  <a:pt x="9792" y="16478"/>
                </a:lnTo>
                <a:lnTo>
                  <a:pt x="10037" y="16531"/>
                </a:lnTo>
                <a:lnTo>
                  <a:pt x="10430" y="16531"/>
                </a:lnTo>
                <a:lnTo>
                  <a:pt x="10530" y="16636"/>
                </a:lnTo>
                <a:lnTo>
                  <a:pt x="10628" y="16794"/>
                </a:lnTo>
                <a:lnTo>
                  <a:pt x="10677" y="17006"/>
                </a:lnTo>
                <a:lnTo>
                  <a:pt x="10775" y="17428"/>
                </a:lnTo>
                <a:lnTo>
                  <a:pt x="10825" y="17798"/>
                </a:lnTo>
                <a:lnTo>
                  <a:pt x="10874" y="18009"/>
                </a:lnTo>
                <a:lnTo>
                  <a:pt x="10530" y="17903"/>
                </a:lnTo>
                <a:lnTo>
                  <a:pt x="10235" y="17851"/>
                </a:lnTo>
                <a:lnTo>
                  <a:pt x="10135" y="17798"/>
                </a:lnTo>
                <a:lnTo>
                  <a:pt x="10087" y="17586"/>
                </a:lnTo>
                <a:lnTo>
                  <a:pt x="10087" y="17534"/>
                </a:lnTo>
                <a:lnTo>
                  <a:pt x="9988" y="17534"/>
                </a:lnTo>
                <a:lnTo>
                  <a:pt x="9988" y="17586"/>
                </a:lnTo>
                <a:lnTo>
                  <a:pt x="9940" y="17956"/>
                </a:lnTo>
                <a:lnTo>
                  <a:pt x="9940" y="18009"/>
                </a:lnTo>
                <a:lnTo>
                  <a:pt x="9988" y="18061"/>
                </a:lnTo>
                <a:lnTo>
                  <a:pt x="10530" y="18326"/>
                </a:lnTo>
                <a:lnTo>
                  <a:pt x="11070" y="18643"/>
                </a:lnTo>
                <a:lnTo>
                  <a:pt x="11317" y="19171"/>
                </a:lnTo>
                <a:lnTo>
                  <a:pt x="11365" y="19276"/>
                </a:lnTo>
                <a:lnTo>
                  <a:pt x="11465" y="19330"/>
                </a:lnTo>
                <a:lnTo>
                  <a:pt x="11563" y="19330"/>
                </a:lnTo>
                <a:lnTo>
                  <a:pt x="11660" y="19276"/>
                </a:lnTo>
                <a:lnTo>
                  <a:pt x="11858" y="19118"/>
                </a:lnTo>
                <a:lnTo>
                  <a:pt x="12645" y="19593"/>
                </a:lnTo>
                <a:lnTo>
                  <a:pt x="12448" y="19593"/>
                </a:lnTo>
                <a:lnTo>
                  <a:pt x="11465" y="19488"/>
                </a:lnTo>
                <a:lnTo>
                  <a:pt x="10530" y="19488"/>
                </a:lnTo>
                <a:lnTo>
                  <a:pt x="9890" y="19013"/>
                </a:lnTo>
                <a:lnTo>
                  <a:pt x="9200" y="18590"/>
                </a:lnTo>
                <a:lnTo>
                  <a:pt x="9152" y="18538"/>
                </a:lnTo>
                <a:lnTo>
                  <a:pt x="9053" y="18590"/>
                </a:lnTo>
                <a:lnTo>
                  <a:pt x="9053" y="18748"/>
                </a:lnTo>
                <a:lnTo>
                  <a:pt x="9348" y="19171"/>
                </a:lnTo>
                <a:lnTo>
                  <a:pt x="9693" y="19540"/>
                </a:lnTo>
                <a:lnTo>
                  <a:pt x="9250" y="19593"/>
                </a:lnTo>
                <a:lnTo>
                  <a:pt x="8807" y="19646"/>
                </a:lnTo>
                <a:lnTo>
                  <a:pt x="8463" y="19330"/>
                </a:lnTo>
                <a:lnTo>
                  <a:pt x="8168" y="18960"/>
                </a:lnTo>
                <a:lnTo>
                  <a:pt x="8070" y="18960"/>
                </a:lnTo>
                <a:lnTo>
                  <a:pt x="7970" y="19065"/>
                </a:lnTo>
                <a:lnTo>
                  <a:pt x="7922" y="19276"/>
                </a:lnTo>
                <a:lnTo>
                  <a:pt x="7970" y="19435"/>
                </a:lnTo>
                <a:lnTo>
                  <a:pt x="8020" y="19646"/>
                </a:lnTo>
                <a:lnTo>
                  <a:pt x="8168" y="19805"/>
                </a:lnTo>
                <a:lnTo>
                  <a:pt x="7725" y="19910"/>
                </a:lnTo>
                <a:lnTo>
                  <a:pt x="7282" y="20068"/>
                </a:lnTo>
                <a:lnTo>
                  <a:pt x="7233" y="20016"/>
                </a:lnTo>
                <a:lnTo>
                  <a:pt x="6938" y="19698"/>
                </a:lnTo>
                <a:lnTo>
                  <a:pt x="6740" y="19593"/>
                </a:lnTo>
                <a:lnTo>
                  <a:pt x="6593" y="19540"/>
                </a:lnTo>
                <a:lnTo>
                  <a:pt x="6545" y="19540"/>
                </a:lnTo>
                <a:lnTo>
                  <a:pt x="6545" y="19698"/>
                </a:lnTo>
                <a:lnTo>
                  <a:pt x="6593" y="19858"/>
                </a:lnTo>
                <a:lnTo>
                  <a:pt x="6692" y="20068"/>
                </a:lnTo>
                <a:lnTo>
                  <a:pt x="6840" y="20280"/>
                </a:lnTo>
                <a:lnTo>
                  <a:pt x="6888" y="20280"/>
                </a:lnTo>
                <a:lnTo>
                  <a:pt x="6495" y="20597"/>
                </a:lnTo>
                <a:lnTo>
                  <a:pt x="6200" y="20543"/>
                </a:lnTo>
                <a:lnTo>
                  <a:pt x="5510" y="20438"/>
                </a:lnTo>
                <a:lnTo>
                  <a:pt x="5167" y="20385"/>
                </a:lnTo>
                <a:lnTo>
                  <a:pt x="4822" y="20280"/>
                </a:lnTo>
                <a:lnTo>
                  <a:pt x="4920" y="20175"/>
                </a:lnTo>
                <a:lnTo>
                  <a:pt x="4970" y="20016"/>
                </a:lnTo>
                <a:lnTo>
                  <a:pt x="4970" y="19910"/>
                </a:lnTo>
                <a:lnTo>
                  <a:pt x="4920" y="19751"/>
                </a:lnTo>
                <a:lnTo>
                  <a:pt x="4870" y="19646"/>
                </a:lnTo>
                <a:lnTo>
                  <a:pt x="4773" y="19593"/>
                </a:lnTo>
                <a:lnTo>
                  <a:pt x="4870" y="19065"/>
                </a:lnTo>
                <a:lnTo>
                  <a:pt x="5018" y="18538"/>
                </a:lnTo>
                <a:lnTo>
                  <a:pt x="5215" y="18009"/>
                </a:lnTo>
                <a:lnTo>
                  <a:pt x="5462" y="17534"/>
                </a:lnTo>
                <a:lnTo>
                  <a:pt x="5757" y="17058"/>
                </a:lnTo>
                <a:lnTo>
                  <a:pt x="6101" y="16636"/>
                </a:lnTo>
                <a:lnTo>
                  <a:pt x="6495" y="16266"/>
                </a:lnTo>
                <a:lnTo>
                  <a:pt x="6938" y="16002"/>
                </a:lnTo>
                <a:lnTo>
                  <a:pt x="7035" y="15896"/>
                </a:lnTo>
                <a:lnTo>
                  <a:pt x="7085" y="15737"/>
                </a:lnTo>
                <a:lnTo>
                  <a:pt x="7085" y="15632"/>
                </a:lnTo>
                <a:lnTo>
                  <a:pt x="6987" y="15527"/>
                </a:lnTo>
                <a:lnTo>
                  <a:pt x="6397" y="14734"/>
                </a:lnTo>
                <a:lnTo>
                  <a:pt x="6101" y="14365"/>
                </a:lnTo>
                <a:lnTo>
                  <a:pt x="5757" y="14049"/>
                </a:lnTo>
                <a:lnTo>
                  <a:pt x="5363" y="13784"/>
                </a:lnTo>
                <a:lnTo>
                  <a:pt x="4970" y="13572"/>
                </a:lnTo>
                <a:lnTo>
                  <a:pt x="4527" y="13414"/>
                </a:lnTo>
                <a:lnTo>
                  <a:pt x="4084" y="13362"/>
                </a:lnTo>
                <a:lnTo>
                  <a:pt x="4084" y="12780"/>
                </a:lnTo>
                <a:lnTo>
                  <a:pt x="4182" y="12252"/>
                </a:lnTo>
                <a:lnTo>
                  <a:pt x="4380" y="11777"/>
                </a:lnTo>
                <a:lnTo>
                  <a:pt x="4675" y="11355"/>
                </a:lnTo>
                <a:lnTo>
                  <a:pt x="4870" y="11143"/>
                </a:lnTo>
                <a:lnTo>
                  <a:pt x="5117" y="10932"/>
                </a:lnTo>
                <a:lnTo>
                  <a:pt x="5215" y="10880"/>
                </a:lnTo>
                <a:lnTo>
                  <a:pt x="5314" y="10880"/>
                </a:lnTo>
                <a:lnTo>
                  <a:pt x="5412" y="10932"/>
                </a:lnTo>
                <a:lnTo>
                  <a:pt x="5510" y="10985"/>
                </a:lnTo>
                <a:lnTo>
                  <a:pt x="5658" y="11143"/>
                </a:lnTo>
                <a:lnTo>
                  <a:pt x="5805" y="11355"/>
                </a:lnTo>
                <a:lnTo>
                  <a:pt x="6593" y="12464"/>
                </a:lnTo>
                <a:lnTo>
                  <a:pt x="6740" y="12569"/>
                </a:lnTo>
                <a:lnTo>
                  <a:pt x="6888" y="12622"/>
                </a:lnTo>
                <a:lnTo>
                  <a:pt x="6987" y="12569"/>
                </a:lnTo>
                <a:lnTo>
                  <a:pt x="7035" y="12517"/>
                </a:lnTo>
                <a:lnTo>
                  <a:pt x="7085" y="12410"/>
                </a:lnTo>
                <a:lnTo>
                  <a:pt x="7085" y="12305"/>
                </a:lnTo>
                <a:lnTo>
                  <a:pt x="6888" y="10087"/>
                </a:lnTo>
                <a:lnTo>
                  <a:pt x="6840" y="9823"/>
                </a:lnTo>
                <a:lnTo>
                  <a:pt x="6692" y="9560"/>
                </a:lnTo>
                <a:lnTo>
                  <a:pt x="6545" y="9348"/>
                </a:lnTo>
                <a:lnTo>
                  <a:pt x="6249" y="9295"/>
                </a:lnTo>
                <a:lnTo>
                  <a:pt x="6347" y="9243"/>
                </a:lnTo>
                <a:lnTo>
                  <a:pt x="6495" y="9136"/>
                </a:lnTo>
                <a:lnTo>
                  <a:pt x="6740" y="8925"/>
                </a:lnTo>
                <a:lnTo>
                  <a:pt x="7282" y="8661"/>
                </a:lnTo>
                <a:lnTo>
                  <a:pt x="7528" y="8556"/>
                </a:lnTo>
                <a:lnTo>
                  <a:pt x="7725" y="8345"/>
                </a:lnTo>
                <a:lnTo>
                  <a:pt x="7872" y="8133"/>
                </a:lnTo>
                <a:lnTo>
                  <a:pt x="8020" y="7869"/>
                </a:lnTo>
                <a:lnTo>
                  <a:pt x="8020" y="7763"/>
                </a:lnTo>
                <a:lnTo>
                  <a:pt x="7970" y="7658"/>
                </a:lnTo>
                <a:lnTo>
                  <a:pt x="7922" y="7553"/>
                </a:lnTo>
                <a:lnTo>
                  <a:pt x="7823" y="7499"/>
                </a:lnTo>
                <a:lnTo>
                  <a:pt x="6692" y="7341"/>
                </a:lnTo>
                <a:lnTo>
                  <a:pt x="5510" y="7183"/>
                </a:lnTo>
                <a:lnTo>
                  <a:pt x="5018" y="7183"/>
                </a:lnTo>
                <a:lnTo>
                  <a:pt x="4428" y="7129"/>
                </a:lnTo>
                <a:lnTo>
                  <a:pt x="3887" y="7183"/>
                </a:lnTo>
                <a:lnTo>
                  <a:pt x="3640" y="7236"/>
                </a:lnTo>
                <a:lnTo>
                  <a:pt x="3395" y="7341"/>
                </a:lnTo>
                <a:lnTo>
                  <a:pt x="3345" y="7394"/>
                </a:lnTo>
                <a:lnTo>
                  <a:pt x="3395" y="7499"/>
                </a:lnTo>
                <a:lnTo>
                  <a:pt x="2903" y="7288"/>
                </a:lnTo>
                <a:lnTo>
                  <a:pt x="3297" y="6813"/>
                </a:lnTo>
                <a:lnTo>
                  <a:pt x="3690" y="6338"/>
                </a:lnTo>
                <a:lnTo>
                  <a:pt x="4133" y="5968"/>
                </a:lnTo>
                <a:lnTo>
                  <a:pt x="4625" y="5599"/>
                </a:lnTo>
                <a:lnTo>
                  <a:pt x="5117" y="5281"/>
                </a:lnTo>
                <a:lnTo>
                  <a:pt x="5658" y="4964"/>
                </a:lnTo>
                <a:lnTo>
                  <a:pt x="6200" y="4754"/>
                </a:lnTo>
                <a:lnTo>
                  <a:pt x="6740" y="4542"/>
                </a:lnTo>
                <a:lnTo>
                  <a:pt x="7332" y="4384"/>
                </a:lnTo>
                <a:lnTo>
                  <a:pt x="7922" y="4279"/>
                </a:lnTo>
                <a:lnTo>
                  <a:pt x="8463" y="4226"/>
                </a:lnTo>
                <a:close/>
                <a:moveTo>
                  <a:pt x="7233" y="20650"/>
                </a:moveTo>
                <a:lnTo>
                  <a:pt x="7282" y="20702"/>
                </a:lnTo>
                <a:lnTo>
                  <a:pt x="7183" y="20702"/>
                </a:lnTo>
                <a:lnTo>
                  <a:pt x="7233" y="20650"/>
                </a:lnTo>
                <a:close/>
                <a:moveTo>
                  <a:pt x="10333" y="20016"/>
                </a:moveTo>
                <a:lnTo>
                  <a:pt x="10677" y="20227"/>
                </a:lnTo>
                <a:lnTo>
                  <a:pt x="11120" y="20438"/>
                </a:lnTo>
                <a:lnTo>
                  <a:pt x="11513" y="20597"/>
                </a:lnTo>
                <a:lnTo>
                  <a:pt x="10972" y="20702"/>
                </a:lnTo>
                <a:lnTo>
                  <a:pt x="10382" y="20755"/>
                </a:lnTo>
                <a:lnTo>
                  <a:pt x="10333" y="20597"/>
                </a:lnTo>
                <a:lnTo>
                  <a:pt x="10235" y="20491"/>
                </a:lnTo>
                <a:lnTo>
                  <a:pt x="9742" y="20333"/>
                </a:lnTo>
                <a:lnTo>
                  <a:pt x="9348" y="20068"/>
                </a:lnTo>
                <a:lnTo>
                  <a:pt x="10087" y="20016"/>
                </a:lnTo>
                <a:close/>
                <a:moveTo>
                  <a:pt x="8610" y="20175"/>
                </a:moveTo>
                <a:lnTo>
                  <a:pt x="8807" y="20333"/>
                </a:lnTo>
                <a:lnTo>
                  <a:pt x="9103" y="20597"/>
                </a:lnTo>
                <a:lnTo>
                  <a:pt x="9398" y="20808"/>
                </a:lnTo>
                <a:lnTo>
                  <a:pt x="8118" y="20755"/>
                </a:lnTo>
                <a:lnTo>
                  <a:pt x="8118" y="20543"/>
                </a:lnTo>
                <a:lnTo>
                  <a:pt x="8020" y="20438"/>
                </a:lnTo>
                <a:lnTo>
                  <a:pt x="7922" y="20385"/>
                </a:lnTo>
                <a:lnTo>
                  <a:pt x="7872" y="20385"/>
                </a:lnTo>
                <a:lnTo>
                  <a:pt x="8020" y="20333"/>
                </a:lnTo>
                <a:lnTo>
                  <a:pt x="8610" y="20175"/>
                </a:lnTo>
                <a:close/>
                <a:moveTo>
                  <a:pt x="9152" y="3434"/>
                </a:moveTo>
                <a:lnTo>
                  <a:pt x="9053" y="3486"/>
                </a:lnTo>
                <a:lnTo>
                  <a:pt x="8955" y="3592"/>
                </a:lnTo>
                <a:lnTo>
                  <a:pt x="8217" y="3644"/>
                </a:lnTo>
                <a:lnTo>
                  <a:pt x="7430" y="3750"/>
                </a:lnTo>
                <a:lnTo>
                  <a:pt x="6740" y="3909"/>
                </a:lnTo>
                <a:lnTo>
                  <a:pt x="6003" y="4119"/>
                </a:lnTo>
                <a:lnTo>
                  <a:pt x="5265" y="4437"/>
                </a:lnTo>
                <a:lnTo>
                  <a:pt x="4527" y="4859"/>
                </a:lnTo>
                <a:lnTo>
                  <a:pt x="3887" y="5334"/>
                </a:lnTo>
                <a:lnTo>
                  <a:pt x="3297" y="5916"/>
                </a:lnTo>
                <a:lnTo>
                  <a:pt x="2706" y="6496"/>
                </a:lnTo>
                <a:lnTo>
                  <a:pt x="2215" y="7183"/>
                </a:lnTo>
                <a:lnTo>
                  <a:pt x="1771" y="7869"/>
                </a:lnTo>
                <a:lnTo>
                  <a:pt x="1427" y="8661"/>
                </a:lnTo>
                <a:lnTo>
                  <a:pt x="985" y="9665"/>
                </a:lnTo>
                <a:lnTo>
                  <a:pt x="640" y="10722"/>
                </a:lnTo>
                <a:lnTo>
                  <a:pt x="295" y="11777"/>
                </a:lnTo>
                <a:lnTo>
                  <a:pt x="98" y="12834"/>
                </a:lnTo>
                <a:lnTo>
                  <a:pt x="50" y="13309"/>
                </a:lnTo>
                <a:lnTo>
                  <a:pt x="0" y="13837"/>
                </a:lnTo>
                <a:lnTo>
                  <a:pt x="50" y="14312"/>
                </a:lnTo>
                <a:lnTo>
                  <a:pt x="98" y="14787"/>
                </a:lnTo>
                <a:lnTo>
                  <a:pt x="197" y="15262"/>
                </a:lnTo>
                <a:lnTo>
                  <a:pt x="345" y="15737"/>
                </a:lnTo>
                <a:lnTo>
                  <a:pt x="492" y="16214"/>
                </a:lnTo>
                <a:lnTo>
                  <a:pt x="688" y="16636"/>
                </a:lnTo>
                <a:lnTo>
                  <a:pt x="1180" y="17481"/>
                </a:lnTo>
                <a:lnTo>
                  <a:pt x="1722" y="18273"/>
                </a:lnTo>
                <a:lnTo>
                  <a:pt x="2313" y="19013"/>
                </a:lnTo>
                <a:lnTo>
                  <a:pt x="2952" y="19751"/>
                </a:lnTo>
                <a:lnTo>
                  <a:pt x="3297" y="20121"/>
                </a:lnTo>
                <a:lnTo>
                  <a:pt x="3690" y="20491"/>
                </a:lnTo>
                <a:lnTo>
                  <a:pt x="3788" y="20650"/>
                </a:lnTo>
                <a:lnTo>
                  <a:pt x="3887" y="20755"/>
                </a:lnTo>
                <a:lnTo>
                  <a:pt x="4035" y="20808"/>
                </a:lnTo>
                <a:lnTo>
                  <a:pt x="4182" y="20808"/>
                </a:lnTo>
                <a:lnTo>
                  <a:pt x="4280" y="20913"/>
                </a:lnTo>
                <a:lnTo>
                  <a:pt x="4773" y="21072"/>
                </a:lnTo>
                <a:lnTo>
                  <a:pt x="5215" y="21230"/>
                </a:lnTo>
                <a:lnTo>
                  <a:pt x="6200" y="21337"/>
                </a:lnTo>
                <a:lnTo>
                  <a:pt x="8070" y="21547"/>
                </a:lnTo>
                <a:lnTo>
                  <a:pt x="9005" y="21600"/>
                </a:lnTo>
                <a:lnTo>
                  <a:pt x="9940" y="21600"/>
                </a:lnTo>
                <a:lnTo>
                  <a:pt x="10874" y="21495"/>
                </a:lnTo>
                <a:lnTo>
                  <a:pt x="11760" y="21283"/>
                </a:lnTo>
                <a:lnTo>
                  <a:pt x="12695" y="21020"/>
                </a:lnTo>
                <a:lnTo>
                  <a:pt x="13088" y="20808"/>
                </a:lnTo>
                <a:lnTo>
                  <a:pt x="13530" y="20597"/>
                </a:lnTo>
                <a:lnTo>
                  <a:pt x="13925" y="20385"/>
                </a:lnTo>
                <a:lnTo>
                  <a:pt x="14318" y="20121"/>
                </a:lnTo>
                <a:lnTo>
                  <a:pt x="14958" y="19488"/>
                </a:lnTo>
                <a:lnTo>
                  <a:pt x="15597" y="18801"/>
                </a:lnTo>
                <a:lnTo>
                  <a:pt x="16139" y="18009"/>
                </a:lnTo>
                <a:lnTo>
                  <a:pt x="16630" y="17216"/>
                </a:lnTo>
                <a:lnTo>
                  <a:pt x="17073" y="16372"/>
                </a:lnTo>
                <a:lnTo>
                  <a:pt x="17418" y="15474"/>
                </a:lnTo>
                <a:lnTo>
                  <a:pt x="17762" y="14629"/>
                </a:lnTo>
                <a:lnTo>
                  <a:pt x="18008" y="13625"/>
                </a:lnTo>
                <a:lnTo>
                  <a:pt x="18107" y="13097"/>
                </a:lnTo>
                <a:lnTo>
                  <a:pt x="18205" y="12569"/>
                </a:lnTo>
                <a:lnTo>
                  <a:pt x="18205" y="11038"/>
                </a:lnTo>
                <a:lnTo>
                  <a:pt x="18107" y="10510"/>
                </a:lnTo>
                <a:lnTo>
                  <a:pt x="18008" y="10035"/>
                </a:lnTo>
                <a:lnTo>
                  <a:pt x="17910" y="9560"/>
                </a:lnTo>
                <a:lnTo>
                  <a:pt x="17713" y="9136"/>
                </a:lnTo>
                <a:lnTo>
                  <a:pt x="17517" y="8715"/>
                </a:lnTo>
                <a:lnTo>
                  <a:pt x="17025" y="7869"/>
                </a:lnTo>
                <a:lnTo>
                  <a:pt x="16483" y="7078"/>
                </a:lnTo>
                <a:lnTo>
                  <a:pt x="15892" y="6443"/>
                </a:lnTo>
                <a:lnTo>
                  <a:pt x="15253" y="5809"/>
                </a:lnTo>
                <a:lnTo>
                  <a:pt x="14613" y="5281"/>
                </a:lnTo>
                <a:lnTo>
                  <a:pt x="13875" y="4806"/>
                </a:lnTo>
                <a:lnTo>
                  <a:pt x="13137" y="4384"/>
                </a:lnTo>
                <a:lnTo>
                  <a:pt x="12350" y="4014"/>
                </a:lnTo>
                <a:lnTo>
                  <a:pt x="11513" y="3750"/>
                </a:lnTo>
                <a:lnTo>
                  <a:pt x="10727" y="3539"/>
                </a:lnTo>
                <a:lnTo>
                  <a:pt x="9988" y="3434"/>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577" name="Google Shape;225;p3"/>
          <p:cNvSpPr/>
          <p:nvPr/>
        </p:nvSpPr>
        <p:spPr>
          <a:xfrm>
            <a:off x="1780917" y="4041240"/>
            <a:ext cx="372490" cy="3849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464" y="2862"/>
                </a:moveTo>
                <a:lnTo>
                  <a:pt x="4887" y="3037"/>
                </a:lnTo>
                <a:lnTo>
                  <a:pt x="5370" y="3387"/>
                </a:lnTo>
                <a:lnTo>
                  <a:pt x="5611" y="3678"/>
                </a:lnTo>
                <a:lnTo>
                  <a:pt x="5732" y="3912"/>
                </a:lnTo>
                <a:lnTo>
                  <a:pt x="5551" y="3912"/>
                </a:lnTo>
                <a:lnTo>
                  <a:pt x="5430" y="3971"/>
                </a:lnTo>
                <a:lnTo>
                  <a:pt x="5370" y="4087"/>
                </a:lnTo>
                <a:lnTo>
                  <a:pt x="5310" y="4146"/>
                </a:lnTo>
                <a:lnTo>
                  <a:pt x="5189" y="4087"/>
                </a:lnTo>
                <a:lnTo>
                  <a:pt x="4948" y="3737"/>
                </a:lnTo>
                <a:lnTo>
                  <a:pt x="4647" y="3153"/>
                </a:lnTo>
                <a:lnTo>
                  <a:pt x="4464" y="2862"/>
                </a:lnTo>
                <a:close/>
                <a:moveTo>
                  <a:pt x="3138" y="4496"/>
                </a:moveTo>
                <a:lnTo>
                  <a:pt x="2956" y="4553"/>
                </a:lnTo>
                <a:lnTo>
                  <a:pt x="2897" y="4612"/>
                </a:lnTo>
                <a:lnTo>
                  <a:pt x="2775" y="4728"/>
                </a:lnTo>
                <a:lnTo>
                  <a:pt x="2775" y="4962"/>
                </a:lnTo>
                <a:lnTo>
                  <a:pt x="2836" y="5079"/>
                </a:lnTo>
                <a:lnTo>
                  <a:pt x="2956" y="5137"/>
                </a:lnTo>
                <a:lnTo>
                  <a:pt x="3198" y="5254"/>
                </a:lnTo>
                <a:lnTo>
                  <a:pt x="3378" y="5430"/>
                </a:lnTo>
                <a:lnTo>
                  <a:pt x="3559" y="5605"/>
                </a:lnTo>
                <a:lnTo>
                  <a:pt x="3620" y="5721"/>
                </a:lnTo>
                <a:lnTo>
                  <a:pt x="3740" y="5780"/>
                </a:lnTo>
                <a:lnTo>
                  <a:pt x="3921" y="5780"/>
                </a:lnTo>
                <a:lnTo>
                  <a:pt x="4043" y="5663"/>
                </a:lnTo>
                <a:lnTo>
                  <a:pt x="4102" y="5488"/>
                </a:lnTo>
                <a:lnTo>
                  <a:pt x="4102" y="5312"/>
                </a:lnTo>
                <a:lnTo>
                  <a:pt x="3982" y="5137"/>
                </a:lnTo>
                <a:lnTo>
                  <a:pt x="3559" y="4728"/>
                </a:lnTo>
                <a:lnTo>
                  <a:pt x="3258" y="4553"/>
                </a:lnTo>
                <a:lnTo>
                  <a:pt x="3138" y="4496"/>
                </a:lnTo>
                <a:close/>
                <a:moveTo>
                  <a:pt x="1870" y="3678"/>
                </a:moveTo>
                <a:lnTo>
                  <a:pt x="2655" y="3912"/>
                </a:lnTo>
                <a:lnTo>
                  <a:pt x="3378" y="4262"/>
                </a:lnTo>
                <a:lnTo>
                  <a:pt x="3620" y="4378"/>
                </a:lnTo>
                <a:lnTo>
                  <a:pt x="4043" y="4787"/>
                </a:lnTo>
                <a:lnTo>
                  <a:pt x="4163" y="5079"/>
                </a:lnTo>
                <a:lnTo>
                  <a:pt x="4224" y="5196"/>
                </a:lnTo>
                <a:lnTo>
                  <a:pt x="4224" y="5312"/>
                </a:lnTo>
                <a:lnTo>
                  <a:pt x="4163" y="5546"/>
                </a:lnTo>
                <a:lnTo>
                  <a:pt x="3921" y="5955"/>
                </a:lnTo>
                <a:lnTo>
                  <a:pt x="3559" y="6306"/>
                </a:lnTo>
                <a:lnTo>
                  <a:pt x="3017" y="5780"/>
                </a:lnTo>
                <a:lnTo>
                  <a:pt x="2535" y="5137"/>
                </a:lnTo>
                <a:lnTo>
                  <a:pt x="2173" y="4437"/>
                </a:lnTo>
                <a:lnTo>
                  <a:pt x="1870" y="3678"/>
                </a:lnTo>
                <a:close/>
                <a:moveTo>
                  <a:pt x="14481" y="818"/>
                </a:moveTo>
                <a:lnTo>
                  <a:pt x="14300" y="4028"/>
                </a:lnTo>
                <a:lnTo>
                  <a:pt x="14239" y="5780"/>
                </a:lnTo>
                <a:lnTo>
                  <a:pt x="14239" y="7240"/>
                </a:lnTo>
                <a:lnTo>
                  <a:pt x="12428" y="6013"/>
                </a:lnTo>
                <a:lnTo>
                  <a:pt x="11585" y="5371"/>
                </a:lnTo>
                <a:lnTo>
                  <a:pt x="10739" y="4728"/>
                </a:lnTo>
                <a:lnTo>
                  <a:pt x="10920" y="4437"/>
                </a:lnTo>
                <a:lnTo>
                  <a:pt x="11042" y="4262"/>
                </a:lnTo>
                <a:lnTo>
                  <a:pt x="12428" y="2862"/>
                </a:lnTo>
                <a:lnTo>
                  <a:pt x="13636" y="1577"/>
                </a:lnTo>
                <a:lnTo>
                  <a:pt x="13998" y="1168"/>
                </a:lnTo>
                <a:lnTo>
                  <a:pt x="14481" y="818"/>
                </a:lnTo>
                <a:close/>
                <a:moveTo>
                  <a:pt x="1086" y="6597"/>
                </a:moveTo>
                <a:lnTo>
                  <a:pt x="1447" y="6715"/>
                </a:lnTo>
                <a:lnTo>
                  <a:pt x="1750" y="6772"/>
                </a:lnTo>
                <a:lnTo>
                  <a:pt x="2051" y="6890"/>
                </a:lnTo>
                <a:lnTo>
                  <a:pt x="2232" y="7065"/>
                </a:lnTo>
                <a:lnTo>
                  <a:pt x="2354" y="7297"/>
                </a:lnTo>
                <a:lnTo>
                  <a:pt x="2413" y="7415"/>
                </a:lnTo>
                <a:lnTo>
                  <a:pt x="2413" y="7647"/>
                </a:lnTo>
                <a:lnTo>
                  <a:pt x="2293" y="7706"/>
                </a:lnTo>
                <a:lnTo>
                  <a:pt x="2112" y="7647"/>
                </a:lnTo>
                <a:lnTo>
                  <a:pt x="1992" y="7590"/>
                </a:lnTo>
                <a:lnTo>
                  <a:pt x="1628" y="7297"/>
                </a:lnTo>
                <a:lnTo>
                  <a:pt x="1388" y="7006"/>
                </a:lnTo>
                <a:lnTo>
                  <a:pt x="1086" y="6597"/>
                </a:lnTo>
                <a:close/>
                <a:moveTo>
                  <a:pt x="6517" y="4671"/>
                </a:moveTo>
                <a:lnTo>
                  <a:pt x="6938" y="5021"/>
                </a:lnTo>
                <a:lnTo>
                  <a:pt x="6637" y="5312"/>
                </a:lnTo>
                <a:lnTo>
                  <a:pt x="4344" y="7415"/>
                </a:lnTo>
                <a:lnTo>
                  <a:pt x="3801" y="7999"/>
                </a:lnTo>
                <a:lnTo>
                  <a:pt x="3378" y="8581"/>
                </a:lnTo>
                <a:lnTo>
                  <a:pt x="2956" y="8231"/>
                </a:lnTo>
                <a:lnTo>
                  <a:pt x="4887" y="6481"/>
                </a:lnTo>
                <a:lnTo>
                  <a:pt x="5732" y="5605"/>
                </a:lnTo>
                <a:lnTo>
                  <a:pt x="6155" y="5196"/>
                </a:lnTo>
                <a:lnTo>
                  <a:pt x="6517" y="4671"/>
                </a:lnTo>
                <a:close/>
                <a:moveTo>
                  <a:pt x="8206" y="8290"/>
                </a:moveTo>
                <a:lnTo>
                  <a:pt x="8810" y="9049"/>
                </a:lnTo>
                <a:lnTo>
                  <a:pt x="9353" y="9866"/>
                </a:lnTo>
                <a:lnTo>
                  <a:pt x="10196" y="11268"/>
                </a:lnTo>
                <a:lnTo>
                  <a:pt x="8688" y="10568"/>
                </a:lnTo>
                <a:lnTo>
                  <a:pt x="7180" y="9866"/>
                </a:lnTo>
                <a:lnTo>
                  <a:pt x="7422" y="9458"/>
                </a:lnTo>
                <a:lnTo>
                  <a:pt x="8206" y="8290"/>
                </a:lnTo>
                <a:close/>
                <a:moveTo>
                  <a:pt x="8025" y="7472"/>
                </a:moveTo>
                <a:lnTo>
                  <a:pt x="7903" y="7647"/>
                </a:lnTo>
                <a:lnTo>
                  <a:pt x="6938" y="8990"/>
                </a:lnTo>
                <a:lnTo>
                  <a:pt x="6517" y="9633"/>
                </a:lnTo>
                <a:lnTo>
                  <a:pt x="6336" y="9633"/>
                </a:lnTo>
                <a:lnTo>
                  <a:pt x="6214" y="9750"/>
                </a:lnTo>
                <a:lnTo>
                  <a:pt x="6155" y="9866"/>
                </a:lnTo>
                <a:lnTo>
                  <a:pt x="6094" y="9984"/>
                </a:lnTo>
                <a:lnTo>
                  <a:pt x="6155" y="10100"/>
                </a:lnTo>
                <a:lnTo>
                  <a:pt x="6214" y="10334"/>
                </a:lnTo>
                <a:lnTo>
                  <a:pt x="6336" y="10391"/>
                </a:lnTo>
                <a:lnTo>
                  <a:pt x="6456" y="10450"/>
                </a:lnTo>
                <a:lnTo>
                  <a:pt x="6576" y="10450"/>
                </a:lnTo>
                <a:lnTo>
                  <a:pt x="8507" y="11268"/>
                </a:lnTo>
                <a:lnTo>
                  <a:pt x="9412" y="11675"/>
                </a:lnTo>
                <a:lnTo>
                  <a:pt x="9956" y="11852"/>
                </a:lnTo>
                <a:lnTo>
                  <a:pt x="10438" y="11909"/>
                </a:lnTo>
                <a:lnTo>
                  <a:pt x="10558" y="11909"/>
                </a:lnTo>
                <a:lnTo>
                  <a:pt x="10680" y="11852"/>
                </a:lnTo>
                <a:lnTo>
                  <a:pt x="10739" y="11909"/>
                </a:lnTo>
                <a:lnTo>
                  <a:pt x="10861" y="11909"/>
                </a:lnTo>
                <a:lnTo>
                  <a:pt x="10920" y="11852"/>
                </a:lnTo>
                <a:lnTo>
                  <a:pt x="10920" y="11793"/>
                </a:lnTo>
                <a:lnTo>
                  <a:pt x="10800" y="11268"/>
                </a:lnTo>
                <a:lnTo>
                  <a:pt x="10619" y="10743"/>
                </a:lnTo>
                <a:lnTo>
                  <a:pt x="10318" y="10216"/>
                </a:lnTo>
                <a:lnTo>
                  <a:pt x="10015" y="9691"/>
                </a:lnTo>
                <a:lnTo>
                  <a:pt x="9292" y="8640"/>
                </a:lnTo>
                <a:lnTo>
                  <a:pt x="8446" y="7590"/>
                </a:lnTo>
                <a:lnTo>
                  <a:pt x="8326" y="7472"/>
                </a:lnTo>
                <a:close/>
                <a:moveTo>
                  <a:pt x="16049" y="15178"/>
                </a:moveTo>
                <a:lnTo>
                  <a:pt x="16170" y="15528"/>
                </a:lnTo>
                <a:lnTo>
                  <a:pt x="16230" y="15703"/>
                </a:lnTo>
                <a:lnTo>
                  <a:pt x="16230" y="15880"/>
                </a:lnTo>
                <a:lnTo>
                  <a:pt x="16170" y="16055"/>
                </a:lnTo>
                <a:lnTo>
                  <a:pt x="16110" y="15528"/>
                </a:lnTo>
                <a:lnTo>
                  <a:pt x="16049" y="15178"/>
                </a:lnTo>
                <a:close/>
                <a:moveTo>
                  <a:pt x="14721" y="14128"/>
                </a:moveTo>
                <a:lnTo>
                  <a:pt x="15144" y="14362"/>
                </a:lnTo>
                <a:lnTo>
                  <a:pt x="15144" y="14653"/>
                </a:lnTo>
                <a:lnTo>
                  <a:pt x="15266" y="14946"/>
                </a:lnTo>
                <a:lnTo>
                  <a:pt x="15447" y="15528"/>
                </a:lnTo>
                <a:lnTo>
                  <a:pt x="15748" y="16580"/>
                </a:lnTo>
                <a:lnTo>
                  <a:pt x="15567" y="16697"/>
                </a:lnTo>
                <a:lnTo>
                  <a:pt x="15447" y="16346"/>
                </a:lnTo>
                <a:lnTo>
                  <a:pt x="15266" y="16055"/>
                </a:lnTo>
                <a:lnTo>
                  <a:pt x="14662" y="14771"/>
                </a:lnTo>
                <a:lnTo>
                  <a:pt x="14540" y="14537"/>
                </a:lnTo>
                <a:lnTo>
                  <a:pt x="14420" y="14362"/>
                </a:lnTo>
                <a:lnTo>
                  <a:pt x="14721" y="14128"/>
                </a:lnTo>
                <a:close/>
                <a:moveTo>
                  <a:pt x="14058" y="14712"/>
                </a:moveTo>
                <a:lnTo>
                  <a:pt x="14058" y="14771"/>
                </a:lnTo>
                <a:lnTo>
                  <a:pt x="14239" y="14771"/>
                </a:lnTo>
                <a:lnTo>
                  <a:pt x="14300" y="14712"/>
                </a:lnTo>
                <a:lnTo>
                  <a:pt x="14239" y="14887"/>
                </a:lnTo>
                <a:lnTo>
                  <a:pt x="14239" y="15062"/>
                </a:lnTo>
                <a:lnTo>
                  <a:pt x="14420" y="15471"/>
                </a:lnTo>
                <a:lnTo>
                  <a:pt x="14843" y="16230"/>
                </a:lnTo>
                <a:lnTo>
                  <a:pt x="15083" y="16755"/>
                </a:lnTo>
                <a:lnTo>
                  <a:pt x="14481" y="16288"/>
                </a:lnTo>
                <a:lnTo>
                  <a:pt x="14481" y="16230"/>
                </a:lnTo>
                <a:lnTo>
                  <a:pt x="14420" y="15762"/>
                </a:lnTo>
                <a:lnTo>
                  <a:pt x="14239" y="15296"/>
                </a:lnTo>
                <a:lnTo>
                  <a:pt x="14119" y="15062"/>
                </a:lnTo>
                <a:lnTo>
                  <a:pt x="13938" y="14828"/>
                </a:lnTo>
                <a:lnTo>
                  <a:pt x="14058" y="14712"/>
                </a:lnTo>
                <a:close/>
                <a:moveTo>
                  <a:pt x="15567" y="16872"/>
                </a:moveTo>
                <a:lnTo>
                  <a:pt x="15748" y="16931"/>
                </a:lnTo>
                <a:lnTo>
                  <a:pt x="15567" y="16931"/>
                </a:lnTo>
                <a:lnTo>
                  <a:pt x="15567" y="16872"/>
                </a:lnTo>
                <a:close/>
                <a:moveTo>
                  <a:pt x="14601" y="13544"/>
                </a:moveTo>
                <a:lnTo>
                  <a:pt x="14119" y="13894"/>
                </a:lnTo>
                <a:lnTo>
                  <a:pt x="13697" y="14187"/>
                </a:lnTo>
                <a:lnTo>
                  <a:pt x="13394" y="14596"/>
                </a:lnTo>
                <a:lnTo>
                  <a:pt x="13274" y="14887"/>
                </a:lnTo>
                <a:lnTo>
                  <a:pt x="13154" y="15121"/>
                </a:lnTo>
                <a:lnTo>
                  <a:pt x="13154" y="15353"/>
                </a:lnTo>
                <a:lnTo>
                  <a:pt x="13213" y="15646"/>
                </a:lnTo>
                <a:lnTo>
                  <a:pt x="13274" y="15880"/>
                </a:lnTo>
                <a:lnTo>
                  <a:pt x="13394" y="16055"/>
                </a:lnTo>
                <a:lnTo>
                  <a:pt x="13756" y="16463"/>
                </a:lnTo>
                <a:lnTo>
                  <a:pt x="14119" y="16813"/>
                </a:lnTo>
                <a:lnTo>
                  <a:pt x="14662" y="17164"/>
                </a:lnTo>
                <a:lnTo>
                  <a:pt x="15205" y="17456"/>
                </a:lnTo>
                <a:lnTo>
                  <a:pt x="15447" y="17572"/>
                </a:lnTo>
                <a:lnTo>
                  <a:pt x="15687" y="17631"/>
                </a:lnTo>
                <a:lnTo>
                  <a:pt x="15929" y="17572"/>
                </a:lnTo>
                <a:lnTo>
                  <a:pt x="16230" y="17456"/>
                </a:lnTo>
                <a:lnTo>
                  <a:pt x="16532" y="17222"/>
                </a:lnTo>
                <a:lnTo>
                  <a:pt x="16833" y="16872"/>
                </a:lnTo>
                <a:lnTo>
                  <a:pt x="16894" y="16697"/>
                </a:lnTo>
                <a:lnTo>
                  <a:pt x="16894" y="16346"/>
                </a:lnTo>
                <a:lnTo>
                  <a:pt x="16774" y="16171"/>
                </a:lnTo>
                <a:lnTo>
                  <a:pt x="16774" y="15762"/>
                </a:lnTo>
                <a:lnTo>
                  <a:pt x="16713" y="15412"/>
                </a:lnTo>
                <a:lnTo>
                  <a:pt x="16593" y="15062"/>
                </a:lnTo>
                <a:lnTo>
                  <a:pt x="16411" y="14712"/>
                </a:lnTo>
                <a:lnTo>
                  <a:pt x="16170" y="14419"/>
                </a:lnTo>
                <a:lnTo>
                  <a:pt x="15868" y="14187"/>
                </a:lnTo>
                <a:lnTo>
                  <a:pt x="15567" y="13953"/>
                </a:lnTo>
                <a:lnTo>
                  <a:pt x="14902" y="13544"/>
                </a:lnTo>
                <a:close/>
                <a:moveTo>
                  <a:pt x="4283" y="13544"/>
                </a:moveTo>
                <a:lnTo>
                  <a:pt x="6275" y="15528"/>
                </a:lnTo>
                <a:lnTo>
                  <a:pt x="7060" y="16346"/>
                </a:lnTo>
                <a:lnTo>
                  <a:pt x="6336" y="16463"/>
                </a:lnTo>
                <a:lnTo>
                  <a:pt x="4405" y="16988"/>
                </a:lnTo>
                <a:lnTo>
                  <a:pt x="2594" y="17456"/>
                </a:lnTo>
                <a:lnTo>
                  <a:pt x="1750" y="17690"/>
                </a:lnTo>
                <a:lnTo>
                  <a:pt x="1146" y="17806"/>
                </a:lnTo>
                <a:lnTo>
                  <a:pt x="966" y="17806"/>
                </a:lnTo>
                <a:lnTo>
                  <a:pt x="785" y="17747"/>
                </a:lnTo>
                <a:lnTo>
                  <a:pt x="2594" y="15471"/>
                </a:lnTo>
                <a:lnTo>
                  <a:pt x="3138" y="14828"/>
                </a:lnTo>
                <a:lnTo>
                  <a:pt x="3620" y="14187"/>
                </a:lnTo>
                <a:lnTo>
                  <a:pt x="3982" y="13894"/>
                </a:lnTo>
                <a:lnTo>
                  <a:pt x="4283" y="13544"/>
                </a:lnTo>
                <a:close/>
                <a:moveTo>
                  <a:pt x="14662" y="13019"/>
                </a:moveTo>
                <a:lnTo>
                  <a:pt x="14963" y="13077"/>
                </a:lnTo>
                <a:lnTo>
                  <a:pt x="15205" y="13135"/>
                </a:lnTo>
                <a:lnTo>
                  <a:pt x="15748" y="13369"/>
                </a:lnTo>
                <a:lnTo>
                  <a:pt x="16230" y="13662"/>
                </a:lnTo>
                <a:lnTo>
                  <a:pt x="16652" y="14069"/>
                </a:lnTo>
                <a:lnTo>
                  <a:pt x="16955" y="14596"/>
                </a:lnTo>
                <a:lnTo>
                  <a:pt x="17195" y="15062"/>
                </a:lnTo>
                <a:lnTo>
                  <a:pt x="17376" y="15587"/>
                </a:lnTo>
                <a:lnTo>
                  <a:pt x="17437" y="16171"/>
                </a:lnTo>
                <a:lnTo>
                  <a:pt x="17437" y="16755"/>
                </a:lnTo>
                <a:lnTo>
                  <a:pt x="17256" y="17281"/>
                </a:lnTo>
                <a:lnTo>
                  <a:pt x="17256" y="17340"/>
                </a:lnTo>
                <a:lnTo>
                  <a:pt x="17195" y="17281"/>
                </a:lnTo>
                <a:lnTo>
                  <a:pt x="17014" y="17164"/>
                </a:lnTo>
                <a:lnTo>
                  <a:pt x="16894" y="17164"/>
                </a:lnTo>
                <a:lnTo>
                  <a:pt x="16713" y="17222"/>
                </a:lnTo>
                <a:lnTo>
                  <a:pt x="16652" y="17397"/>
                </a:lnTo>
                <a:lnTo>
                  <a:pt x="16593" y="17631"/>
                </a:lnTo>
                <a:lnTo>
                  <a:pt x="16532" y="17806"/>
                </a:lnTo>
                <a:lnTo>
                  <a:pt x="16230" y="17981"/>
                </a:lnTo>
                <a:lnTo>
                  <a:pt x="16110" y="18097"/>
                </a:lnTo>
                <a:lnTo>
                  <a:pt x="16049" y="18215"/>
                </a:lnTo>
                <a:lnTo>
                  <a:pt x="15809" y="18272"/>
                </a:lnTo>
                <a:lnTo>
                  <a:pt x="15567" y="18272"/>
                </a:lnTo>
                <a:lnTo>
                  <a:pt x="15386" y="18215"/>
                </a:lnTo>
                <a:lnTo>
                  <a:pt x="15144" y="18156"/>
                </a:lnTo>
                <a:lnTo>
                  <a:pt x="14178" y="17631"/>
                </a:lnTo>
                <a:lnTo>
                  <a:pt x="13697" y="17340"/>
                </a:lnTo>
                <a:lnTo>
                  <a:pt x="13274" y="16988"/>
                </a:lnTo>
                <a:lnTo>
                  <a:pt x="12912" y="16580"/>
                </a:lnTo>
                <a:lnTo>
                  <a:pt x="12670" y="16112"/>
                </a:lnTo>
                <a:lnTo>
                  <a:pt x="12489" y="15587"/>
                </a:lnTo>
                <a:lnTo>
                  <a:pt x="12489" y="15121"/>
                </a:lnTo>
                <a:lnTo>
                  <a:pt x="12550" y="14596"/>
                </a:lnTo>
                <a:lnTo>
                  <a:pt x="12792" y="14128"/>
                </a:lnTo>
                <a:lnTo>
                  <a:pt x="13093" y="13719"/>
                </a:lnTo>
                <a:lnTo>
                  <a:pt x="13516" y="13369"/>
                </a:lnTo>
                <a:lnTo>
                  <a:pt x="13817" y="13194"/>
                </a:lnTo>
                <a:lnTo>
                  <a:pt x="14119" y="13077"/>
                </a:lnTo>
                <a:lnTo>
                  <a:pt x="14359" y="13019"/>
                </a:lnTo>
                <a:close/>
                <a:moveTo>
                  <a:pt x="14420" y="12377"/>
                </a:moveTo>
                <a:lnTo>
                  <a:pt x="14058" y="12434"/>
                </a:lnTo>
                <a:lnTo>
                  <a:pt x="13756" y="12493"/>
                </a:lnTo>
                <a:lnTo>
                  <a:pt x="13394" y="12668"/>
                </a:lnTo>
                <a:lnTo>
                  <a:pt x="13093" y="12785"/>
                </a:lnTo>
                <a:lnTo>
                  <a:pt x="12792" y="13019"/>
                </a:lnTo>
                <a:lnTo>
                  <a:pt x="12489" y="13311"/>
                </a:lnTo>
                <a:lnTo>
                  <a:pt x="12247" y="13544"/>
                </a:lnTo>
                <a:lnTo>
                  <a:pt x="12067" y="13778"/>
                </a:lnTo>
                <a:lnTo>
                  <a:pt x="11826" y="14362"/>
                </a:lnTo>
                <a:lnTo>
                  <a:pt x="11705" y="15003"/>
                </a:lnTo>
                <a:lnTo>
                  <a:pt x="11705" y="15646"/>
                </a:lnTo>
                <a:lnTo>
                  <a:pt x="11766" y="15996"/>
                </a:lnTo>
                <a:lnTo>
                  <a:pt x="11886" y="16346"/>
                </a:lnTo>
                <a:lnTo>
                  <a:pt x="12067" y="16638"/>
                </a:lnTo>
                <a:lnTo>
                  <a:pt x="12247" y="16931"/>
                </a:lnTo>
                <a:lnTo>
                  <a:pt x="12731" y="17515"/>
                </a:lnTo>
                <a:lnTo>
                  <a:pt x="13335" y="17981"/>
                </a:lnTo>
                <a:lnTo>
                  <a:pt x="13998" y="18390"/>
                </a:lnTo>
                <a:lnTo>
                  <a:pt x="14662" y="18740"/>
                </a:lnTo>
                <a:lnTo>
                  <a:pt x="15024" y="18915"/>
                </a:lnTo>
                <a:lnTo>
                  <a:pt x="15386" y="19031"/>
                </a:lnTo>
                <a:lnTo>
                  <a:pt x="15748" y="19031"/>
                </a:lnTo>
                <a:lnTo>
                  <a:pt x="16049" y="18974"/>
                </a:lnTo>
                <a:lnTo>
                  <a:pt x="16411" y="18856"/>
                </a:lnTo>
                <a:lnTo>
                  <a:pt x="16774" y="18624"/>
                </a:lnTo>
                <a:lnTo>
                  <a:pt x="17075" y="18390"/>
                </a:lnTo>
                <a:lnTo>
                  <a:pt x="17256" y="18097"/>
                </a:lnTo>
                <a:lnTo>
                  <a:pt x="17557" y="17981"/>
                </a:lnTo>
                <a:lnTo>
                  <a:pt x="17738" y="17747"/>
                </a:lnTo>
                <a:lnTo>
                  <a:pt x="17920" y="17456"/>
                </a:lnTo>
                <a:lnTo>
                  <a:pt x="18041" y="17164"/>
                </a:lnTo>
                <a:lnTo>
                  <a:pt x="18101" y="16872"/>
                </a:lnTo>
                <a:lnTo>
                  <a:pt x="18101" y="16112"/>
                </a:lnTo>
                <a:lnTo>
                  <a:pt x="18041" y="15412"/>
                </a:lnTo>
                <a:lnTo>
                  <a:pt x="17799" y="14653"/>
                </a:lnTo>
                <a:lnTo>
                  <a:pt x="17498" y="14012"/>
                </a:lnTo>
                <a:lnTo>
                  <a:pt x="17256" y="13719"/>
                </a:lnTo>
                <a:lnTo>
                  <a:pt x="17014" y="13428"/>
                </a:lnTo>
                <a:lnTo>
                  <a:pt x="16774" y="13194"/>
                </a:lnTo>
                <a:lnTo>
                  <a:pt x="16471" y="12960"/>
                </a:lnTo>
                <a:lnTo>
                  <a:pt x="16170" y="12785"/>
                </a:lnTo>
                <a:lnTo>
                  <a:pt x="15809" y="12610"/>
                </a:lnTo>
                <a:lnTo>
                  <a:pt x="15506" y="12493"/>
                </a:lnTo>
                <a:lnTo>
                  <a:pt x="15144" y="12434"/>
                </a:lnTo>
                <a:lnTo>
                  <a:pt x="14782" y="12377"/>
                </a:lnTo>
                <a:close/>
                <a:moveTo>
                  <a:pt x="14843" y="0"/>
                </a:moveTo>
                <a:lnTo>
                  <a:pt x="14420" y="59"/>
                </a:lnTo>
                <a:lnTo>
                  <a:pt x="14058" y="175"/>
                </a:lnTo>
                <a:lnTo>
                  <a:pt x="13756" y="409"/>
                </a:lnTo>
                <a:lnTo>
                  <a:pt x="13455" y="700"/>
                </a:lnTo>
                <a:lnTo>
                  <a:pt x="12489" y="1634"/>
                </a:lnTo>
                <a:lnTo>
                  <a:pt x="11524" y="2628"/>
                </a:lnTo>
                <a:lnTo>
                  <a:pt x="10920" y="3269"/>
                </a:lnTo>
                <a:lnTo>
                  <a:pt x="10499" y="3678"/>
                </a:lnTo>
                <a:lnTo>
                  <a:pt x="10196" y="4146"/>
                </a:lnTo>
                <a:lnTo>
                  <a:pt x="9533" y="3503"/>
                </a:lnTo>
                <a:lnTo>
                  <a:pt x="9412" y="3387"/>
                </a:lnTo>
                <a:lnTo>
                  <a:pt x="9050" y="3387"/>
                </a:lnTo>
                <a:lnTo>
                  <a:pt x="8869" y="3503"/>
                </a:lnTo>
                <a:lnTo>
                  <a:pt x="8810" y="3562"/>
                </a:lnTo>
                <a:lnTo>
                  <a:pt x="8084" y="4028"/>
                </a:lnTo>
                <a:lnTo>
                  <a:pt x="7422" y="4612"/>
                </a:lnTo>
                <a:lnTo>
                  <a:pt x="7060" y="4321"/>
                </a:lnTo>
                <a:lnTo>
                  <a:pt x="6698" y="3971"/>
                </a:lnTo>
                <a:lnTo>
                  <a:pt x="6576" y="3912"/>
                </a:lnTo>
                <a:lnTo>
                  <a:pt x="6395" y="3912"/>
                </a:lnTo>
                <a:lnTo>
                  <a:pt x="6275" y="3971"/>
                </a:lnTo>
                <a:lnTo>
                  <a:pt x="6214" y="4087"/>
                </a:lnTo>
                <a:lnTo>
                  <a:pt x="6214" y="3678"/>
                </a:lnTo>
                <a:lnTo>
                  <a:pt x="6033" y="3387"/>
                </a:lnTo>
                <a:lnTo>
                  <a:pt x="5791" y="3037"/>
                </a:lnTo>
                <a:lnTo>
                  <a:pt x="5490" y="2803"/>
                </a:lnTo>
                <a:lnTo>
                  <a:pt x="5129" y="2569"/>
                </a:lnTo>
                <a:lnTo>
                  <a:pt x="4706" y="2394"/>
                </a:lnTo>
                <a:lnTo>
                  <a:pt x="4043" y="2102"/>
                </a:lnTo>
                <a:lnTo>
                  <a:pt x="3862" y="2102"/>
                </a:lnTo>
                <a:lnTo>
                  <a:pt x="3681" y="2160"/>
                </a:lnTo>
                <a:lnTo>
                  <a:pt x="3620" y="2277"/>
                </a:lnTo>
                <a:lnTo>
                  <a:pt x="3620" y="2394"/>
                </a:lnTo>
                <a:lnTo>
                  <a:pt x="4163" y="3562"/>
                </a:lnTo>
                <a:lnTo>
                  <a:pt x="4405" y="4028"/>
                </a:lnTo>
                <a:lnTo>
                  <a:pt x="4525" y="4262"/>
                </a:lnTo>
                <a:lnTo>
                  <a:pt x="4706" y="4496"/>
                </a:lnTo>
                <a:lnTo>
                  <a:pt x="4948" y="4612"/>
                </a:lnTo>
                <a:lnTo>
                  <a:pt x="5249" y="4671"/>
                </a:lnTo>
                <a:lnTo>
                  <a:pt x="5490" y="4671"/>
                </a:lnTo>
                <a:lnTo>
                  <a:pt x="5732" y="4553"/>
                </a:lnTo>
                <a:lnTo>
                  <a:pt x="5974" y="4437"/>
                </a:lnTo>
                <a:lnTo>
                  <a:pt x="5430" y="5021"/>
                </a:lnTo>
                <a:lnTo>
                  <a:pt x="4887" y="5546"/>
                </a:lnTo>
                <a:lnTo>
                  <a:pt x="4828" y="5430"/>
                </a:lnTo>
                <a:lnTo>
                  <a:pt x="4828" y="5196"/>
                </a:lnTo>
                <a:lnTo>
                  <a:pt x="4767" y="4903"/>
                </a:lnTo>
                <a:lnTo>
                  <a:pt x="4647" y="4496"/>
                </a:lnTo>
                <a:lnTo>
                  <a:pt x="4405" y="4146"/>
                </a:lnTo>
                <a:lnTo>
                  <a:pt x="4043" y="3794"/>
                </a:lnTo>
                <a:lnTo>
                  <a:pt x="3681" y="3562"/>
                </a:lnTo>
                <a:lnTo>
                  <a:pt x="3258" y="3328"/>
                </a:lnTo>
                <a:lnTo>
                  <a:pt x="2775" y="3153"/>
                </a:lnTo>
                <a:lnTo>
                  <a:pt x="2354" y="3037"/>
                </a:lnTo>
                <a:lnTo>
                  <a:pt x="1447" y="2919"/>
                </a:lnTo>
                <a:lnTo>
                  <a:pt x="1267" y="2919"/>
                </a:lnTo>
                <a:lnTo>
                  <a:pt x="1146" y="2978"/>
                </a:lnTo>
                <a:lnTo>
                  <a:pt x="1026" y="3094"/>
                </a:lnTo>
                <a:lnTo>
                  <a:pt x="1026" y="3269"/>
                </a:lnTo>
                <a:lnTo>
                  <a:pt x="1146" y="3794"/>
                </a:lnTo>
                <a:lnTo>
                  <a:pt x="1327" y="4378"/>
                </a:lnTo>
                <a:lnTo>
                  <a:pt x="1508" y="4846"/>
                </a:lnTo>
                <a:lnTo>
                  <a:pt x="1811" y="5371"/>
                </a:lnTo>
                <a:lnTo>
                  <a:pt x="2112" y="5838"/>
                </a:lnTo>
                <a:lnTo>
                  <a:pt x="2836" y="6656"/>
                </a:lnTo>
                <a:lnTo>
                  <a:pt x="3258" y="7065"/>
                </a:lnTo>
                <a:lnTo>
                  <a:pt x="3319" y="7065"/>
                </a:lnTo>
                <a:lnTo>
                  <a:pt x="2897" y="7472"/>
                </a:lnTo>
                <a:lnTo>
                  <a:pt x="2897" y="7240"/>
                </a:lnTo>
                <a:lnTo>
                  <a:pt x="2836" y="7006"/>
                </a:lnTo>
                <a:lnTo>
                  <a:pt x="2655" y="6772"/>
                </a:lnTo>
                <a:lnTo>
                  <a:pt x="2413" y="6538"/>
                </a:lnTo>
                <a:lnTo>
                  <a:pt x="2173" y="6363"/>
                </a:lnTo>
                <a:lnTo>
                  <a:pt x="1811" y="6247"/>
                </a:lnTo>
                <a:lnTo>
                  <a:pt x="1146" y="6072"/>
                </a:lnTo>
                <a:lnTo>
                  <a:pt x="543" y="5955"/>
                </a:lnTo>
                <a:lnTo>
                  <a:pt x="362" y="5955"/>
                </a:lnTo>
                <a:lnTo>
                  <a:pt x="242" y="6072"/>
                </a:lnTo>
                <a:lnTo>
                  <a:pt x="181" y="6247"/>
                </a:lnTo>
                <a:lnTo>
                  <a:pt x="242" y="6363"/>
                </a:lnTo>
                <a:lnTo>
                  <a:pt x="604" y="6890"/>
                </a:lnTo>
                <a:lnTo>
                  <a:pt x="1026" y="7531"/>
                </a:lnTo>
                <a:lnTo>
                  <a:pt x="1569" y="8056"/>
                </a:lnTo>
                <a:lnTo>
                  <a:pt x="1870" y="8231"/>
                </a:lnTo>
                <a:lnTo>
                  <a:pt x="2173" y="8349"/>
                </a:lnTo>
                <a:lnTo>
                  <a:pt x="2173" y="8406"/>
                </a:lnTo>
                <a:lnTo>
                  <a:pt x="2293" y="8524"/>
                </a:lnTo>
                <a:lnTo>
                  <a:pt x="3017" y="9166"/>
                </a:lnTo>
                <a:lnTo>
                  <a:pt x="2716" y="9750"/>
                </a:lnTo>
                <a:lnTo>
                  <a:pt x="2474" y="10334"/>
                </a:lnTo>
                <a:lnTo>
                  <a:pt x="2293" y="10975"/>
                </a:lnTo>
                <a:lnTo>
                  <a:pt x="2173" y="11034"/>
                </a:lnTo>
                <a:lnTo>
                  <a:pt x="2173" y="11384"/>
                </a:lnTo>
                <a:lnTo>
                  <a:pt x="2232" y="11559"/>
                </a:lnTo>
                <a:lnTo>
                  <a:pt x="2354" y="11734"/>
                </a:lnTo>
                <a:lnTo>
                  <a:pt x="2413" y="11793"/>
                </a:lnTo>
                <a:lnTo>
                  <a:pt x="2535" y="11852"/>
                </a:lnTo>
                <a:lnTo>
                  <a:pt x="2716" y="12084"/>
                </a:lnTo>
                <a:lnTo>
                  <a:pt x="3801" y="13077"/>
                </a:lnTo>
                <a:lnTo>
                  <a:pt x="3559" y="13253"/>
                </a:lnTo>
                <a:lnTo>
                  <a:pt x="3319" y="13428"/>
                </a:lnTo>
                <a:lnTo>
                  <a:pt x="2897" y="13837"/>
                </a:lnTo>
                <a:lnTo>
                  <a:pt x="2293" y="14653"/>
                </a:lnTo>
                <a:lnTo>
                  <a:pt x="1628" y="15471"/>
                </a:lnTo>
                <a:lnTo>
                  <a:pt x="362" y="17106"/>
                </a:lnTo>
                <a:lnTo>
                  <a:pt x="120" y="17456"/>
                </a:lnTo>
                <a:lnTo>
                  <a:pt x="0" y="17747"/>
                </a:lnTo>
                <a:lnTo>
                  <a:pt x="0" y="17865"/>
                </a:lnTo>
                <a:lnTo>
                  <a:pt x="61" y="18040"/>
                </a:lnTo>
                <a:lnTo>
                  <a:pt x="301" y="18331"/>
                </a:lnTo>
                <a:lnTo>
                  <a:pt x="423" y="18449"/>
                </a:lnTo>
                <a:lnTo>
                  <a:pt x="604" y="18506"/>
                </a:lnTo>
                <a:lnTo>
                  <a:pt x="905" y="18565"/>
                </a:lnTo>
                <a:lnTo>
                  <a:pt x="1267" y="18506"/>
                </a:lnTo>
                <a:lnTo>
                  <a:pt x="1628" y="18449"/>
                </a:lnTo>
                <a:lnTo>
                  <a:pt x="3862" y="17806"/>
                </a:lnTo>
                <a:lnTo>
                  <a:pt x="5913" y="17222"/>
                </a:lnTo>
                <a:lnTo>
                  <a:pt x="6698" y="17047"/>
                </a:lnTo>
                <a:lnTo>
                  <a:pt x="7060" y="16931"/>
                </a:lnTo>
                <a:lnTo>
                  <a:pt x="7422" y="16697"/>
                </a:lnTo>
                <a:lnTo>
                  <a:pt x="8265" y="17515"/>
                </a:lnTo>
                <a:lnTo>
                  <a:pt x="9111" y="18331"/>
                </a:lnTo>
                <a:lnTo>
                  <a:pt x="10015" y="19090"/>
                </a:lnTo>
                <a:lnTo>
                  <a:pt x="10981" y="19732"/>
                </a:lnTo>
                <a:lnTo>
                  <a:pt x="11524" y="20083"/>
                </a:lnTo>
                <a:lnTo>
                  <a:pt x="12127" y="20375"/>
                </a:lnTo>
                <a:lnTo>
                  <a:pt x="12731" y="20666"/>
                </a:lnTo>
                <a:lnTo>
                  <a:pt x="13274" y="20900"/>
                </a:lnTo>
                <a:lnTo>
                  <a:pt x="13938" y="21075"/>
                </a:lnTo>
                <a:lnTo>
                  <a:pt x="14540" y="21250"/>
                </a:lnTo>
                <a:lnTo>
                  <a:pt x="15144" y="21368"/>
                </a:lnTo>
                <a:lnTo>
                  <a:pt x="15809" y="21484"/>
                </a:lnTo>
                <a:lnTo>
                  <a:pt x="16411" y="21543"/>
                </a:lnTo>
                <a:lnTo>
                  <a:pt x="17075" y="21600"/>
                </a:lnTo>
                <a:lnTo>
                  <a:pt x="18282" y="21543"/>
                </a:lnTo>
                <a:lnTo>
                  <a:pt x="19429" y="21368"/>
                </a:lnTo>
                <a:lnTo>
                  <a:pt x="20092" y="21193"/>
                </a:lnTo>
                <a:lnTo>
                  <a:pt x="20333" y="21134"/>
                </a:lnTo>
                <a:lnTo>
                  <a:pt x="20454" y="21134"/>
                </a:lnTo>
                <a:lnTo>
                  <a:pt x="20454" y="21193"/>
                </a:lnTo>
                <a:lnTo>
                  <a:pt x="20575" y="21250"/>
                </a:lnTo>
                <a:lnTo>
                  <a:pt x="20634" y="21250"/>
                </a:lnTo>
                <a:lnTo>
                  <a:pt x="20695" y="21193"/>
                </a:lnTo>
                <a:lnTo>
                  <a:pt x="20756" y="21134"/>
                </a:lnTo>
                <a:lnTo>
                  <a:pt x="20815" y="20959"/>
                </a:lnTo>
                <a:lnTo>
                  <a:pt x="20815" y="20725"/>
                </a:lnTo>
                <a:lnTo>
                  <a:pt x="20634" y="20608"/>
                </a:lnTo>
                <a:lnTo>
                  <a:pt x="20454" y="20550"/>
                </a:lnTo>
                <a:lnTo>
                  <a:pt x="20031" y="20550"/>
                </a:lnTo>
                <a:lnTo>
                  <a:pt x="19248" y="20725"/>
                </a:lnTo>
                <a:lnTo>
                  <a:pt x="18402" y="20841"/>
                </a:lnTo>
                <a:lnTo>
                  <a:pt x="17679" y="20900"/>
                </a:lnTo>
                <a:lnTo>
                  <a:pt x="16955" y="20841"/>
                </a:lnTo>
                <a:lnTo>
                  <a:pt x="16230" y="20841"/>
                </a:lnTo>
                <a:lnTo>
                  <a:pt x="15567" y="20725"/>
                </a:lnTo>
                <a:lnTo>
                  <a:pt x="14843" y="20608"/>
                </a:lnTo>
                <a:lnTo>
                  <a:pt x="14119" y="20375"/>
                </a:lnTo>
                <a:lnTo>
                  <a:pt x="13455" y="20141"/>
                </a:lnTo>
                <a:lnTo>
                  <a:pt x="12792" y="19908"/>
                </a:lnTo>
                <a:lnTo>
                  <a:pt x="12007" y="19499"/>
                </a:lnTo>
                <a:lnTo>
                  <a:pt x="11284" y="19031"/>
                </a:lnTo>
                <a:lnTo>
                  <a:pt x="10558" y="18506"/>
                </a:lnTo>
                <a:lnTo>
                  <a:pt x="9895" y="17981"/>
                </a:lnTo>
                <a:lnTo>
                  <a:pt x="8629" y="16813"/>
                </a:lnTo>
                <a:lnTo>
                  <a:pt x="7422" y="15587"/>
                </a:lnTo>
                <a:lnTo>
                  <a:pt x="4948" y="13194"/>
                </a:lnTo>
                <a:lnTo>
                  <a:pt x="3740" y="11968"/>
                </a:lnTo>
                <a:lnTo>
                  <a:pt x="3439" y="11618"/>
                </a:lnTo>
                <a:lnTo>
                  <a:pt x="3077" y="11268"/>
                </a:lnTo>
                <a:lnTo>
                  <a:pt x="3198" y="10684"/>
                </a:lnTo>
                <a:lnTo>
                  <a:pt x="3378" y="10159"/>
                </a:lnTo>
                <a:lnTo>
                  <a:pt x="3681" y="9633"/>
                </a:lnTo>
                <a:lnTo>
                  <a:pt x="3982" y="9107"/>
                </a:lnTo>
                <a:lnTo>
                  <a:pt x="4344" y="8640"/>
                </a:lnTo>
                <a:lnTo>
                  <a:pt x="4767" y="8231"/>
                </a:lnTo>
                <a:lnTo>
                  <a:pt x="5611" y="7356"/>
                </a:lnTo>
                <a:lnTo>
                  <a:pt x="7361" y="5663"/>
                </a:lnTo>
                <a:lnTo>
                  <a:pt x="8265" y="4846"/>
                </a:lnTo>
                <a:lnTo>
                  <a:pt x="8629" y="4496"/>
                </a:lnTo>
                <a:lnTo>
                  <a:pt x="8869" y="4262"/>
                </a:lnTo>
                <a:lnTo>
                  <a:pt x="9050" y="4146"/>
                </a:lnTo>
                <a:lnTo>
                  <a:pt x="9231" y="4321"/>
                </a:lnTo>
                <a:lnTo>
                  <a:pt x="8869" y="4496"/>
                </a:lnTo>
                <a:lnTo>
                  <a:pt x="8629" y="4728"/>
                </a:lnTo>
                <a:lnTo>
                  <a:pt x="8145" y="5254"/>
                </a:lnTo>
                <a:lnTo>
                  <a:pt x="7903" y="5546"/>
                </a:lnTo>
                <a:lnTo>
                  <a:pt x="7723" y="5838"/>
                </a:lnTo>
                <a:lnTo>
                  <a:pt x="7542" y="6188"/>
                </a:lnTo>
                <a:lnTo>
                  <a:pt x="7542" y="6306"/>
                </a:lnTo>
                <a:lnTo>
                  <a:pt x="7602" y="6481"/>
                </a:lnTo>
                <a:lnTo>
                  <a:pt x="7663" y="6597"/>
                </a:lnTo>
                <a:lnTo>
                  <a:pt x="7783" y="6597"/>
                </a:lnTo>
                <a:lnTo>
                  <a:pt x="8084" y="6422"/>
                </a:lnTo>
                <a:lnTo>
                  <a:pt x="8265" y="6188"/>
                </a:lnTo>
                <a:lnTo>
                  <a:pt x="8568" y="5663"/>
                </a:lnTo>
                <a:lnTo>
                  <a:pt x="9050" y="5137"/>
                </a:lnTo>
                <a:lnTo>
                  <a:pt x="9473" y="4612"/>
                </a:lnTo>
                <a:lnTo>
                  <a:pt x="9895" y="4962"/>
                </a:lnTo>
                <a:lnTo>
                  <a:pt x="9593" y="5254"/>
                </a:lnTo>
                <a:lnTo>
                  <a:pt x="9231" y="5605"/>
                </a:lnTo>
                <a:lnTo>
                  <a:pt x="8991" y="5955"/>
                </a:lnTo>
                <a:lnTo>
                  <a:pt x="8810" y="6306"/>
                </a:lnTo>
                <a:lnTo>
                  <a:pt x="8749" y="6481"/>
                </a:lnTo>
                <a:lnTo>
                  <a:pt x="8869" y="6656"/>
                </a:lnTo>
                <a:lnTo>
                  <a:pt x="9050" y="6715"/>
                </a:lnTo>
                <a:lnTo>
                  <a:pt x="9111" y="6715"/>
                </a:lnTo>
                <a:lnTo>
                  <a:pt x="9231" y="6656"/>
                </a:lnTo>
                <a:lnTo>
                  <a:pt x="9533" y="6363"/>
                </a:lnTo>
                <a:lnTo>
                  <a:pt x="9774" y="6013"/>
                </a:lnTo>
                <a:lnTo>
                  <a:pt x="10015" y="5663"/>
                </a:lnTo>
                <a:lnTo>
                  <a:pt x="10196" y="5254"/>
                </a:lnTo>
                <a:lnTo>
                  <a:pt x="10377" y="5371"/>
                </a:lnTo>
                <a:lnTo>
                  <a:pt x="10619" y="5546"/>
                </a:lnTo>
                <a:lnTo>
                  <a:pt x="10257" y="5897"/>
                </a:lnTo>
                <a:lnTo>
                  <a:pt x="10015" y="6306"/>
                </a:lnTo>
                <a:lnTo>
                  <a:pt x="9654" y="6772"/>
                </a:lnTo>
                <a:lnTo>
                  <a:pt x="9533" y="7006"/>
                </a:lnTo>
                <a:lnTo>
                  <a:pt x="9412" y="7297"/>
                </a:lnTo>
                <a:lnTo>
                  <a:pt x="9412" y="7472"/>
                </a:lnTo>
                <a:lnTo>
                  <a:pt x="9533" y="7531"/>
                </a:lnTo>
                <a:lnTo>
                  <a:pt x="9714" y="7590"/>
                </a:lnTo>
                <a:lnTo>
                  <a:pt x="9895" y="7472"/>
                </a:lnTo>
                <a:lnTo>
                  <a:pt x="10076" y="7297"/>
                </a:lnTo>
                <a:lnTo>
                  <a:pt x="10196" y="7065"/>
                </a:lnTo>
                <a:lnTo>
                  <a:pt x="10499" y="6597"/>
                </a:lnTo>
                <a:lnTo>
                  <a:pt x="10619" y="6306"/>
                </a:lnTo>
                <a:lnTo>
                  <a:pt x="10861" y="5780"/>
                </a:lnTo>
                <a:lnTo>
                  <a:pt x="12007" y="6597"/>
                </a:lnTo>
                <a:lnTo>
                  <a:pt x="11705" y="6831"/>
                </a:lnTo>
                <a:lnTo>
                  <a:pt x="11404" y="7065"/>
                </a:lnTo>
                <a:lnTo>
                  <a:pt x="11042" y="7472"/>
                </a:lnTo>
                <a:lnTo>
                  <a:pt x="10739" y="7999"/>
                </a:lnTo>
                <a:lnTo>
                  <a:pt x="10739" y="8231"/>
                </a:lnTo>
                <a:lnTo>
                  <a:pt x="10800" y="8290"/>
                </a:lnTo>
                <a:lnTo>
                  <a:pt x="10920" y="8349"/>
                </a:lnTo>
                <a:lnTo>
                  <a:pt x="10981" y="8406"/>
                </a:lnTo>
                <a:lnTo>
                  <a:pt x="11101" y="8406"/>
                </a:lnTo>
                <a:lnTo>
                  <a:pt x="11223" y="8349"/>
                </a:lnTo>
                <a:lnTo>
                  <a:pt x="11284" y="8231"/>
                </a:lnTo>
                <a:lnTo>
                  <a:pt x="11766" y="7472"/>
                </a:lnTo>
                <a:lnTo>
                  <a:pt x="12188" y="6772"/>
                </a:lnTo>
                <a:lnTo>
                  <a:pt x="12731" y="7122"/>
                </a:lnTo>
                <a:lnTo>
                  <a:pt x="12308" y="7531"/>
                </a:lnTo>
                <a:lnTo>
                  <a:pt x="11705" y="8174"/>
                </a:lnTo>
                <a:lnTo>
                  <a:pt x="11645" y="8290"/>
                </a:lnTo>
                <a:lnTo>
                  <a:pt x="11585" y="8349"/>
                </a:lnTo>
                <a:lnTo>
                  <a:pt x="11645" y="8465"/>
                </a:lnTo>
                <a:lnTo>
                  <a:pt x="11705" y="8524"/>
                </a:lnTo>
                <a:lnTo>
                  <a:pt x="11826" y="8581"/>
                </a:lnTo>
                <a:lnTo>
                  <a:pt x="11946" y="8640"/>
                </a:lnTo>
                <a:lnTo>
                  <a:pt x="12067" y="8640"/>
                </a:lnTo>
                <a:lnTo>
                  <a:pt x="12127" y="8524"/>
                </a:lnTo>
                <a:lnTo>
                  <a:pt x="12428" y="8231"/>
                </a:lnTo>
                <a:lnTo>
                  <a:pt x="12731" y="7940"/>
                </a:lnTo>
                <a:lnTo>
                  <a:pt x="12851" y="7647"/>
                </a:lnTo>
                <a:lnTo>
                  <a:pt x="12973" y="7297"/>
                </a:lnTo>
                <a:lnTo>
                  <a:pt x="13938" y="7940"/>
                </a:lnTo>
                <a:lnTo>
                  <a:pt x="13335" y="8465"/>
                </a:lnTo>
                <a:lnTo>
                  <a:pt x="12851" y="9107"/>
                </a:lnTo>
                <a:lnTo>
                  <a:pt x="12792" y="9224"/>
                </a:lnTo>
                <a:lnTo>
                  <a:pt x="12792" y="9283"/>
                </a:lnTo>
                <a:lnTo>
                  <a:pt x="12851" y="9458"/>
                </a:lnTo>
                <a:lnTo>
                  <a:pt x="12973" y="9516"/>
                </a:lnTo>
                <a:lnTo>
                  <a:pt x="13154" y="9516"/>
                </a:lnTo>
                <a:lnTo>
                  <a:pt x="13213" y="9458"/>
                </a:lnTo>
                <a:lnTo>
                  <a:pt x="13697" y="8756"/>
                </a:lnTo>
                <a:lnTo>
                  <a:pt x="14119" y="8056"/>
                </a:lnTo>
                <a:lnTo>
                  <a:pt x="14843" y="8524"/>
                </a:lnTo>
                <a:lnTo>
                  <a:pt x="14420" y="8932"/>
                </a:lnTo>
                <a:lnTo>
                  <a:pt x="14119" y="9224"/>
                </a:lnTo>
                <a:lnTo>
                  <a:pt x="13998" y="9399"/>
                </a:lnTo>
                <a:lnTo>
                  <a:pt x="13938" y="9633"/>
                </a:lnTo>
                <a:lnTo>
                  <a:pt x="13575" y="10159"/>
                </a:lnTo>
                <a:lnTo>
                  <a:pt x="13516" y="10275"/>
                </a:lnTo>
                <a:lnTo>
                  <a:pt x="13575" y="10450"/>
                </a:lnTo>
                <a:lnTo>
                  <a:pt x="13636" y="10509"/>
                </a:lnTo>
                <a:lnTo>
                  <a:pt x="13756" y="10568"/>
                </a:lnTo>
                <a:lnTo>
                  <a:pt x="13938" y="10568"/>
                </a:lnTo>
                <a:lnTo>
                  <a:pt x="14058" y="10450"/>
                </a:lnTo>
                <a:lnTo>
                  <a:pt x="14481" y="9866"/>
                </a:lnTo>
                <a:lnTo>
                  <a:pt x="14601" y="9750"/>
                </a:lnTo>
                <a:lnTo>
                  <a:pt x="14721" y="9575"/>
                </a:lnTo>
                <a:lnTo>
                  <a:pt x="14963" y="9224"/>
                </a:lnTo>
                <a:lnTo>
                  <a:pt x="15205" y="8815"/>
                </a:lnTo>
                <a:lnTo>
                  <a:pt x="15687" y="9107"/>
                </a:lnTo>
                <a:lnTo>
                  <a:pt x="15386" y="9399"/>
                </a:lnTo>
                <a:lnTo>
                  <a:pt x="15144" y="9750"/>
                </a:lnTo>
                <a:lnTo>
                  <a:pt x="14721" y="10216"/>
                </a:lnTo>
                <a:lnTo>
                  <a:pt x="14601" y="10450"/>
                </a:lnTo>
                <a:lnTo>
                  <a:pt x="14540" y="10743"/>
                </a:lnTo>
                <a:lnTo>
                  <a:pt x="14662" y="10859"/>
                </a:lnTo>
                <a:lnTo>
                  <a:pt x="14721" y="10918"/>
                </a:lnTo>
                <a:lnTo>
                  <a:pt x="14782" y="10918"/>
                </a:lnTo>
                <a:lnTo>
                  <a:pt x="15024" y="10800"/>
                </a:lnTo>
                <a:lnTo>
                  <a:pt x="15205" y="10568"/>
                </a:lnTo>
                <a:lnTo>
                  <a:pt x="15447" y="10159"/>
                </a:lnTo>
                <a:lnTo>
                  <a:pt x="15687" y="9750"/>
                </a:lnTo>
                <a:lnTo>
                  <a:pt x="15989" y="9341"/>
                </a:lnTo>
                <a:lnTo>
                  <a:pt x="16774" y="9925"/>
                </a:lnTo>
                <a:lnTo>
                  <a:pt x="16532" y="10216"/>
                </a:lnTo>
                <a:lnTo>
                  <a:pt x="16230" y="10568"/>
                </a:lnTo>
                <a:lnTo>
                  <a:pt x="15929" y="10918"/>
                </a:lnTo>
                <a:lnTo>
                  <a:pt x="15809" y="11150"/>
                </a:lnTo>
                <a:lnTo>
                  <a:pt x="15748" y="11325"/>
                </a:lnTo>
                <a:lnTo>
                  <a:pt x="15748" y="11443"/>
                </a:lnTo>
                <a:lnTo>
                  <a:pt x="15809" y="11559"/>
                </a:lnTo>
                <a:lnTo>
                  <a:pt x="16049" y="11559"/>
                </a:lnTo>
                <a:lnTo>
                  <a:pt x="16230" y="11443"/>
                </a:lnTo>
                <a:lnTo>
                  <a:pt x="16351" y="11268"/>
                </a:lnTo>
                <a:lnTo>
                  <a:pt x="16652" y="10859"/>
                </a:lnTo>
                <a:lnTo>
                  <a:pt x="16894" y="10509"/>
                </a:lnTo>
                <a:lnTo>
                  <a:pt x="17075" y="10159"/>
                </a:lnTo>
                <a:lnTo>
                  <a:pt x="17920" y="10859"/>
                </a:lnTo>
                <a:lnTo>
                  <a:pt x="17980" y="10918"/>
                </a:lnTo>
                <a:lnTo>
                  <a:pt x="17498" y="11500"/>
                </a:lnTo>
                <a:lnTo>
                  <a:pt x="17075" y="12084"/>
                </a:lnTo>
                <a:lnTo>
                  <a:pt x="16894" y="12259"/>
                </a:lnTo>
                <a:lnTo>
                  <a:pt x="16894" y="12434"/>
                </a:lnTo>
                <a:lnTo>
                  <a:pt x="17014" y="12610"/>
                </a:lnTo>
                <a:lnTo>
                  <a:pt x="17136" y="12668"/>
                </a:lnTo>
                <a:lnTo>
                  <a:pt x="17256" y="12610"/>
                </a:lnTo>
                <a:lnTo>
                  <a:pt x="17317" y="12552"/>
                </a:lnTo>
                <a:lnTo>
                  <a:pt x="17799" y="11909"/>
                </a:lnTo>
                <a:lnTo>
                  <a:pt x="18282" y="11209"/>
                </a:lnTo>
                <a:lnTo>
                  <a:pt x="18825" y="11852"/>
                </a:lnTo>
                <a:lnTo>
                  <a:pt x="18583" y="12259"/>
                </a:lnTo>
                <a:lnTo>
                  <a:pt x="18342" y="12668"/>
                </a:lnTo>
                <a:lnTo>
                  <a:pt x="18041" y="13135"/>
                </a:lnTo>
                <a:lnTo>
                  <a:pt x="17980" y="13428"/>
                </a:lnTo>
                <a:lnTo>
                  <a:pt x="17980" y="13662"/>
                </a:lnTo>
                <a:lnTo>
                  <a:pt x="18041" y="13778"/>
                </a:lnTo>
                <a:lnTo>
                  <a:pt x="18161" y="13778"/>
                </a:lnTo>
                <a:lnTo>
                  <a:pt x="18402" y="13662"/>
                </a:lnTo>
                <a:lnTo>
                  <a:pt x="18523" y="13486"/>
                </a:lnTo>
                <a:lnTo>
                  <a:pt x="18764" y="13019"/>
                </a:lnTo>
                <a:lnTo>
                  <a:pt x="19126" y="12259"/>
                </a:lnTo>
                <a:lnTo>
                  <a:pt x="19429" y="12727"/>
                </a:lnTo>
                <a:lnTo>
                  <a:pt x="19730" y="13194"/>
                </a:lnTo>
                <a:lnTo>
                  <a:pt x="19429" y="13837"/>
                </a:lnTo>
                <a:lnTo>
                  <a:pt x="19126" y="14478"/>
                </a:lnTo>
                <a:lnTo>
                  <a:pt x="18945" y="14478"/>
                </a:lnTo>
                <a:lnTo>
                  <a:pt x="18764" y="14828"/>
                </a:lnTo>
                <a:lnTo>
                  <a:pt x="18644" y="15121"/>
                </a:lnTo>
                <a:lnTo>
                  <a:pt x="18644" y="15353"/>
                </a:lnTo>
                <a:lnTo>
                  <a:pt x="18764" y="15471"/>
                </a:lnTo>
                <a:lnTo>
                  <a:pt x="19065" y="15471"/>
                </a:lnTo>
                <a:lnTo>
                  <a:pt x="19126" y="15412"/>
                </a:lnTo>
                <a:lnTo>
                  <a:pt x="19429" y="15003"/>
                </a:lnTo>
                <a:lnTo>
                  <a:pt x="19669" y="14596"/>
                </a:lnTo>
                <a:lnTo>
                  <a:pt x="19911" y="14187"/>
                </a:lnTo>
                <a:lnTo>
                  <a:pt x="20031" y="13778"/>
                </a:lnTo>
                <a:lnTo>
                  <a:pt x="20273" y="14362"/>
                </a:lnTo>
                <a:lnTo>
                  <a:pt x="20514" y="15003"/>
                </a:lnTo>
                <a:lnTo>
                  <a:pt x="19850" y="16055"/>
                </a:lnTo>
                <a:lnTo>
                  <a:pt x="19730" y="16055"/>
                </a:lnTo>
                <a:lnTo>
                  <a:pt x="19610" y="16346"/>
                </a:lnTo>
                <a:lnTo>
                  <a:pt x="19488" y="16580"/>
                </a:lnTo>
                <a:lnTo>
                  <a:pt x="19488" y="16755"/>
                </a:lnTo>
                <a:lnTo>
                  <a:pt x="19610" y="16872"/>
                </a:lnTo>
                <a:lnTo>
                  <a:pt x="19850" y="16872"/>
                </a:lnTo>
                <a:lnTo>
                  <a:pt x="19972" y="16813"/>
                </a:lnTo>
                <a:lnTo>
                  <a:pt x="20333" y="16230"/>
                </a:lnTo>
                <a:lnTo>
                  <a:pt x="20695" y="15646"/>
                </a:lnTo>
                <a:lnTo>
                  <a:pt x="20876" y="16638"/>
                </a:lnTo>
                <a:lnTo>
                  <a:pt x="20575" y="16931"/>
                </a:lnTo>
                <a:lnTo>
                  <a:pt x="20092" y="17631"/>
                </a:lnTo>
                <a:lnTo>
                  <a:pt x="20031" y="17865"/>
                </a:lnTo>
                <a:lnTo>
                  <a:pt x="20031" y="18097"/>
                </a:lnTo>
                <a:lnTo>
                  <a:pt x="20092" y="18156"/>
                </a:lnTo>
                <a:lnTo>
                  <a:pt x="20153" y="18156"/>
                </a:lnTo>
                <a:lnTo>
                  <a:pt x="20333" y="18097"/>
                </a:lnTo>
                <a:lnTo>
                  <a:pt x="20514" y="17981"/>
                </a:lnTo>
                <a:lnTo>
                  <a:pt x="20876" y="17281"/>
                </a:lnTo>
                <a:lnTo>
                  <a:pt x="20937" y="17806"/>
                </a:lnTo>
                <a:lnTo>
                  <a:pt x="20815" y="18740"/>
                </a:lnTo>
                <a:lnTo>
                  <a:pt x="20575" y="18974"/>
                </a:lnTo>
                <a:lnTo>
                  <a:pt x="20333" y="19206"/>
                </a:lnTo>
                <a:lnTo>
                  <a:pt x="20273" y="19440"/>
                </a:lnTo>
                <a:lnTo>
                  <a:pt x="20273" y="19556"/>
                </a:lnTo>
                <a:lnTo>
                  <a:pt x="20333" y="19674"/>
                </a:lnTo>
                <a:lnTo>
                  <a:pt x="20454" y="19732"/>
                </a:lnTo>
                <a:lnTo>
                  <a:pt x="20514" y="19732"/>
                </a:lnTo>
                <a:lnTo>
                  <a:pt x="20756" y="19556"/>
                </a:lnTo>
                <a:lnTo>
                  <a:pt x="20815" y="20141"/>
                </a:lnTo>
                <a:lnTo>
                  <a:pt x="20876" y="20199"/>
                </a:lnTo>
                <a:lnTo>
                  <a:pt x="20937" y="20141"/>
                </a:lnTo>
                <a:lnTo>
                  <a:pt x="21057" y="19966"/>
                </a:lnTo>
                <a:lnTo>
                  <a:pt x="21238" y="19732"/>
                </a:lnTo>
                <a:lnTo>
                  <a:pt x="21419" y="19206"/>
                </a:lnTo>
                <a:lnTo>
                  <a:pt x="21539" y="18681"/>
                </a:lnTo>
                <a:lnTo>
                  <a:pt x="21600" y="18156"/>
                </a:lnTo>
                <a:lnTo>
                  <a:pt x="21600" y="16931"/>
                </a:lnTo>
                <a:lnTo>
                  <a:pt x="21539" y="16288"/>
                </a:lnTo>
                <a:lnTo>
                  <a:pt x="21419" y="15703"/>
                </a:lnTo>
                <a:lnTo>
                  <a:pt x="21299" y="15062"/>
                </a:lnTo>
                <a:lnTo>
                  <a:pt x="21118" y="14419"/>
                </a:lnTo>
                <a:lnTo>
                  <a:pt x="20876" y="13837"/>
                </a:lnTo>
                <a:lnTo>
                  <a:pt x="20634" y="13253"/>
                </a:lnTo>
                <a:lnTo>
                  <a:pt x="20273" y="12668"/>
                </a:lnTo>
                <a:lnTo>
                  <a:pt x="19972" y="12143"/>
                </a:lnTo>
                <a:lnTo>
                  <a:pt x="19549" y="11618"/>
                </a:lnTo>
                <a:lnTo>
                  <a:pt x="19126" y="11093"/>
                </a:lnTo>
                <a:lnTo>
                  <a:pt x="18644" y="10568"/>
                </a:lnTo>
                <a:lnTo>
                  <a:pt x="18161" y="10100"/>
                </a:lnTo>
                <a:lnTo>
                  <a:pt x="17014" y="9166"/>
                </a:lnTo>
                <a:lnTo>
                  <a:pt x="15868" y="8349"/>
                </a:lnTo>
                <a:lnTo>
                  <a:pt x="14662" y="7531"/>
                </a:lnTo>
                <a:lnTo>
                  <a:pt x="14782" y="7065"/>
                </a:lnTo>
                <a:lnTo>
                  <a:pt x="14843" y="6656"/>
                </a:lnTo>
                <a:lnTo>
                  <a:pt x="14902" y="5663"/>
                </a:lnTo>
                <a:lnTo>
                  <a:pt x="14963" y="4612"/>
                </a:lnTo>
                <a:lnTo>
                  <a:pt x="15266" y="350"/>
                </a:lnTo>
                <a:lnTo>
                  <a:pt x="15205" y="175"/>
                </a:lnTo>
                <a:lnTo>
                  <a:pt x="15144" y="59"/>
                </a:lnTo>
                <a:lnTo>
                  <a:pt x="14963" y="0"/>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578" name="Google Shape;226;p3"/>
          <p:cNvSpPr/>
          <p:nvPr/>
        </p:nvSpPr>
        <p:spPr>
          <a:xfrm>
            <a:off x="1706532" y="4533962"/>
            <a:ext cx="521293" cy="53896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211" y="6172"/>
                </a:moveTo>
                <a:lnTo>
                  <a:pt x="16081" y="6214"/>
                </a:lnTo>
                <a:lnTo>
                  <a:pt x="15951" y="6255"/>
                </a:lnTo>
                <a:lnTo>
                  <a:pt x="15866" y="6339"/>
                </a:lnTo>
                <a:lnTo>
                  <a:pt x="15693" y="6547"/>
                </a:lnTo>
                <a:lnTo>
                  <a:pt x="15693" y="6797"/>
                </a:lnTo>
                <a:lnTo>
                  <a:pt x="15736" y="6839"/>
                </a:lnTo>
                <a:lnTo>
                  <a:pt x="15780" y="6881"/>
                </a:lnTo>
                <a:lnTo>
                  <a:pt x="15866" y="6881"/>
                </a:lnTo>
                <a:lnTo>
                  <a:pt x="15951" y="6797"/>
                </a:lnTo>
                <a:lnTo>
                  <a:pt x="16038" y="6756"/>
                </a:lnTo>
                <a:lnTo>
                  <a:pt x="16124" y="6589"/>
                </a:lnTo>
                <a:lnTo>
                  <a:pt x="16253" y="6422"/>
                </a:lnTo>
                <a:lnTo>
                  <a:pt x="16340" y="6255"/>
                </a:lnTo>
                <a:lnTo>
                  <a:pt x="16340" y="6172"/>
                </a:lnTo>
                <a:close/>
                <a:moveTo>
                  <a:pt x="15564" y="6922"/>
                </a:moveTo>
                <a:lnTo>
                  <a:pt x="15478" y="6964"/>
                </a:lnTo>
                <a:lnTo>
                  <a:pt x="15305" y="7172"/>
                </a:lnTo>
                <a:lnTo>
                  <a:pt x="15176" y="7381"/>
                </a:lnTo>
                <a:lnTo>
                  <a:pt x="15132" y="7422"/>
                </a:lnTo>
                <a:lnTo>
                  <a:pt x="15132" y="7506"/>
                </a:lnTo>
                <a:lnTo>
                  <a:pt x="15219" y="7589"/>
                </a:lnTo>
                <a:lnTo>
                  <a:pt x="15305" y="7631"/>
                </a:lnTo>
                <a:lnTo>
                  <a:pt x="15392" y="7589"/>
                </a:lnTo>
                <a:lnTo>
                  <a:pt x="15434" y="7547"/>
                </a:lnTo>
                <a:lnTo>
                  <a:pt x="15564" y="7339"/>
                </a:lnTo>
                <a:lnTo>
                  <a:pt x="15693" y="7131"/>
                </a:lnTo>
                <a:lnTo>
                  <a:pt x="15736" y="7047"/>
                </a:lnTo>
                <a:lnTo>
                  <a:pt x="15651" y="6964"/>
                </a:lnTo>
                <a:lnTo>
                  <a:pt x="15564" y="6922"/>
                </a:lnTo>
                <a:close/>
                <a:moveTo>
                  <a:pt x="20264" y="7297"/>
                </a:moveTo>
                <a:lnTo>
                  <a:pt x="20608" y="7631"/>
                </a:lnTo>
                <a:lnTo>
                  <a:pt x="20565" y="7631"/>
                </a:lnTo>
                <a:lnTo>
                  <a:pt x="20435" y="7756"/>
                </a:lnTo>
                <a:lnTo>
                  <a:pt x="20393" y="7589"/>
                </a:lnTo>
                <a:lnTo>
                  <a:pt x="20264" y="7297"/>
                </a:lnTo>
                <a:close/>
                <a:moveTo>
                  <a:pt x="14917" y="7714"/>
                </a:moveTo>
                <a:lnTo>
                  <a:pt x="14788" y="7798"/>
                </a:lnTo>
                <a:lnTo>
                  <a:pt x="14615" y="7923"/>
                </a:lnTo>
                <a:lnTo>
                  <a:pt x="14573" y="8089"/>
                </a:lnTo>
                <a:lnTo>
                  <a:pt x="14529" y="8173"/>
                </a:lnTo>
                <a:lnTo>
                  <a:pt x="14573" y="8214"/>
                </a:lnTo>
                <a:lnTo>
                  <a:pt x="14659" y="8299"/>
                </a:lnTo>
                <a:lnTo>
                  <a:pt x="14788" y="8299"/>
                </a:lnTo>
                <a:lnTo>
                  <a:pt x="14831" y="8256"/>
                </a:lnTo>
                <a:lnTo>
                  <a:pt x="14874" y="8173"/>
                </a:lnTo>
                <a:lnTo>
                  <a:pt x="14961" y="8006"/>
                </a:lnTo>
                <a:lnTo>
                  <a:pt x="15046" y="7964"/>
                </a:lnTo>
                <a:lnTo>
                  <a:pt x="15090" y="7881"/>
                </a:lnTo>
                <a:lnTo>
                  <a:pt x="15132" y="7798"/>
                </a:lnTo>
                <a:lnTo>
                  <a:pt x="15132" y="7756"/>
                </a:lnTo>
                <a:lnTo>
                  <a:pt x="15090" y="7756"/>
                </a:lnTo>
                <a:lnTo>
                  <a:pt x="15003" y="7714"/>
                </a:lnTo>
                <a:close/>
                <a:moveTo>
                  <a:pt x="20652" y="7673"/>
                </a:moveTo>
                <a:lnTo>
                  <a:pt x="20954" y="8006"/>
                </a:lnTo>
                <a:lnTo>
                  <a:pt x="21212" y="8381"/>
                </a:lnTo>
                <a:lnTo>
                  <a:pt x="20954" y="8632"/>
                </a:lnTo>
                <a:lnTo>
                  <a:pt x="20954" y="8549"/>
                </a:lnTo>
                <a:lnTo>
                  <a:pt x="20996" y="8339"/>
                </a:lnTo>
                <a:lnTo>
                  <a:pt x="20954" y="8089"/>
                </a:lnTo>
                <a:lnTo>
                  <a:pt x="20954" y="8048"/>
                </a:lnTo>
                <a:lnTo>
                  <a:pt x="20867" y="7964"/>
                </a:lnTo>
                <a:lnTo>
                  <a:pt x="20781" y="7964"/>
                </a:lnTo>
                <a:lnTo>
                  <a:pt x="20737" y="8006"/>
                </a:lnTo>
                <a:lnTo>
                  <a:pt x="20781" y="8048"/>
                </a:lnTo>
                <a:lnTo>
                  <a:pt x="20737" y="8214"/>
                </a:lnTo>
                <a:lnTo>
                  <a:pt x="20694" y="8464"/>
                </a:lnTo>
                <a:lnTo>
                  <a:pt x="20608" y="8716"/>
                </a:lnTo>
                <a:lnTo>
                  <a:pt x="20608" y="9049"/>
                </a:lnTo>
                <a:lnTo>
                  <a:pt x="20134" y="9758"/>
                </a:lnTo>
                <a:lnTo>
                  <a:pt x="20177" y="9341"/>
                </a:lnTo>
                <a:lnTo>
                  <a:pt x="20264" y="8924"/>
                </a:lnTo>
                <a:lnTo>
                  <a:pt x="20435" y="8674"/>
                </a:lnTo>
                <a:lnTo>
                  <a:pt x="20435" y="8549"/>
                </a:lnTo>
                <a:lnTo>
                  <a:pt x="20522" y="8507"/>
                </a:lnTo>
                <a:lnTo>
                  <a:pt x="20565" y="8464"/>
                </a:lnTo>
                <a:lnTo>
                  <a:pt x="20608" y="8381"/>
                </a:lnTo>
                <a:lnTo>
                  <a:pt x="20608" y="8256"/>
                </a:lnTo>
                <a:lnTo>
                  <a:pt x="20565" y="8048"/>
                </a:lnTo>
                <a:lnTo>
                  <a:pt x="20652" y="7673"/>
                </a:lnTo>
                <a:close/>
                <a:moveTo>
                  <a:pt x="19832" y="10049"/>
                </a:moveTo>
                <a:lnTo>
                  <a:pt x="19918" y="10091"/>
                </a:lnTo>
                <a:lnTo>
                  <a:pt x="19832" y="10174"/>
                </a:lnTo>
                <a:lnTo>
                  <a:pt x="19832" y="10049"/>
                </a:lnTo>
                <a:close/>
                <a:moveTo>
                  <a:pt x="13452" y="9758"/>
                </a:moveTo>
                <a:lnTo>
                  <a:pt x="13408" y="9799"/>
                </a:lnTo>
                <a:lnTo>
                  <a:pt x="13279" y="9841"/>
                </a:lnTo>
                <a:lnTo>
                  <a:pt x="13149" y="10008"/>
                </a:lnTo>
                <a:lnTo>
                  <a:pt x="13149" y="10216"/>
                </a:lnTo>
                <a:lnTo>
                  <a:pt x="13193" y="10258"/>
                </a:lnTo>
                <a:lnTo>
                  <a:pt x="13408" y="10258"/>
                </a:lnTo>
                <a:lnTo>
                  <a:pt x="13452" y="10216"/>
                </a:lnTo>
                <a:lnTo>
                  <a:pt x="13581" y="10008"/>
                </a:lnTo>
                <a:lnTo>
                  <a:pt x="13581" y="9841"/>
                </a:lnTo>
                <a:lnTo>
                  <a:pt x="13537" y="9799"/>
                </a:lnTo>
                <a:lnTo>
                  <a:pt x="13452" y="9758"/>
                </a:lnTo>
                <a:close/>
                <a:moveTo>
                  <a:pt x="19487" y="10008"/>
                </a:moveTo>
                <a:lnTo>
                  <a:pt x="19487" y="10299"/>
                </a:lnTo>
                <a:lnTo>
                  <a:pt x="19530" y="10424"/>
                </a:lnTo>
                <a:lnTo>
                  <a:pt x="19574" y="10508"/>
                </a:lnTo>
                <a:lnTo>
                  <a:pt x="19272" y="10926"/>
                </a:lnTo>
                <a:lnTo>
                  <a:pt x="19228" y="10676"/>
                </a:lnTo>
                <a:lnTo>
                  <a:pt x="19186" y="10424"/>
                </a:lnTo>
                <a:lnTo>
                  <a:pt x="19186" y="10341"/>
                </a:lnTo>
                <a:lnTo>
                  <a:pt x="19487" y="10008"/>
                </a:lnTo>
                <a:close/>
                <a:moveTo>
                  <a:pt x="18884" y="10676"/>
                </a:moveTo>
                <a:lnTo>
                  <a:pt x="18884" y="11009"/>
                </a:lnTo>
                <a:lnTo>
                  <a:pt x="18926" y="11134"/>
                </a:lnTo>
                <a:lnTo>
                  <a:pt x="19013" y="11301"/>
                </a:lnTo>
                <a:lnTo>
                  <a:pt x="18797" y="11551"/>
                </a:lnTo>
                <a:lnTo>
                  <a:pt x="18711" y="11718"/>
                </a:lnTo>
                <a:lnTo>
                  <a:pt x="18755" y="11217"/>
                </a:lnTo>
                <a:lnTo>
                  <a:pt x="18711" y="11134"/>
                </a:lnTo>
                <a:lnTo>
                  <a:pt x="18625" y="11092"/>
                </a:lnTo>
                <a:lnTo>
                  <a:pt x="18582" y="11051"/>
                </a:lnTo>
                <a:lnTo>
                  <a:pt x="18884" y="10676"/>
                </a:lnTo>
                <a:close/>
                <a:moveTo>
                  <a:pt x="11296" y="2669"/>
                </a:moveTo>
                <a:lnTo>
                  <a:pt x="11252" y="2752"/>
                </a:lnTo>
                <a:lnTo>
                  <a:pt x="10735" y="3252"/>
                </a:lnTo>
                <a:lnTo>
                  <a:pt x="10304" y="3837"/>
                </a:lnTo>
                <a:lnTo>
                  <a:pt x="9399" y="4962"/>
                </a:lnTo>
                <a:lnTo>
                  <a:pt x="8968" y="5546"/>
                </a:lnTo>
                <a:lnTo>
                  <a:pt x="8494" y="6089"/>
                </a:lnTo>
                <a:lnTo>
                  <a:pt x="8019" y="6630"/>
                </a:lnTo>
                <a:lnTo>
                  <a:pt x="7459" y="7131"/>
                </a:lnTo>
                <a:lnTo>
                  <a:pt x="7373" y="7214"/>
                </a:lnTo>
                <a:lnTo>
                  <a:pt x="7373" y="7339"/>
                </a:lnTo>
                <a:lnTo>
                  <a:pt x="7329" y="7339"/>
                </a:lnTo>
                <a:lnTo>
                  <a:pt x="7243" y="7381"/>
                </a:lnTo>
                <a:lnTo>
                  <a:pt x="7243" y="7464"/>
                </a:lnTo>
                <a:lnTo>
                  <a:pt x="7286" y="7506"/>
                </a:lnTo>
                <a:lnTo>
                  <a:pt x="7415" y="7714"/>
                </a:lnTo>
                <a:lnTo>
                  <a:pt x="7631" y="7923"/>
                </a:lnTo>
                <a:lnTo>
                  <a:pt x="8019" y="8256"/>
                </a:lnTo>
                <a:lnTo>
                  <a:pt x="8924" y="8882"/>
                </a:lnTo>
                <a:lnTo>
                  <a:pt x="9916" y="9507"/>
                </a:lnTo>
                <a:lnTo>
                  <a:pt x="10131" y="9674"/>
                </a:lnTo>
                <a:lnTo>
                  <a:pt x="10304" y="9883"/>
                </a:lnTo>
                <a:lnTo>
                  <a:pt x="10650" y="10299"/>
                </a:lnTo>
                <a:lnTo>
                  <a:pt x="10821" y="10466"/>
                </a:lnTo>
                <a:lnTo>
                  <a:pt x="11037" y="10633"/>
                </a:lnTo>
                <a:lnTo>
                  <a:pt x="11469" y="10884"/>
                </a:lnTo>
                <a:lnTo>
                  <a:pt x="12503" y="11551"/>
                </a:lnTo>
                <a:lnTo>
                  <a:pt x="13495" y="12259"/>
                </a:lnTo>
                <a:lnTo>
                  <a:pt x="14443" y="12968"/>
                </a:lnTo>
                <a:lnTo>
                  <a:pt x="14529" y="13010"/>
                </a:lnTo>
                <a:lnTo>
                  <a:pt x="14659" y="13010"/>
                </a:lnTo>
                <a:lnTo>
                  <a:pt x="14744" y="12968"/>
                </a:lnTo>
                <a:lnTo>
                  <a:pt x="14788" y="12926"/>
                </a:lnTo>
                <a:lnTo>
                  <a:pt x="14831" y="12843"/>
                </a:lnTo>
                <a:lnTo>
                  <a:pt x="14874" y="12718"/>
                </a:lnTo>
                <a:lnTo>
                  <a:pt x="14831" y="12635"/>
                </a:lnTo>
                <a:lnTo>
                  <a:pt x="14744" y="12551"/>
                </a:lnTo>
                <a:lnTo>
                  <a:pt x="13839" y="11843"/>
                </a:lnTo>
                <a:lnTo>
                  <a:pt x="13883" y="11801"/>
                </a:lnTo>
                <a:lnTo>
                  <a:pt x="14012" y="11593"/>
                </a:lnTo>
                <a:lnTo>
                  <a:pt x="14098" y="11384"/>
                </a:lnTo>
                <a:lnTo>
                  <a:pt x="14098" y="11301"/>
                </a:lnTo>
                <a:lnTo>
                  <a:pt x="14054" y="11259"/>
                </a:lnTo>
                <a:lnTo>
                  <a:pt x="13969" y="11259"/>
                </a:lnTo>
                <a:lnTo>
                  <a:pt x="13796" y="11426"/>
                </a:lnTo>
                <a:lnTo>
                  <a:pt x="13624" y="11634"/>
                </a:lnTo>
                <a:lnTo>
                  <a:pt x="13581" y="11676"/>
                </a:lnTo>
                <a:lnTo>
                  <a:pt x="12934" y="11217"/>
                </a:lnTo>
                <a:lnTo>
                  <a:pt x="12718" y="11092"/>
                </a:lnTo>
                <a:lnTo>
                  <a:pt x="12762" y="11009"/>
                </a:lnTo>
                <a:lnTo>
                  <a:pt x="12805" y="10926"/>
                </a:lnTo>
                <a:lnTo>
                  <a:pt x="12977" y="10759"/>
                </a:lnTo>
                <a:lnTo>
                  <a:pt x="13020" y="10716"/>
                </a:lnTo>
                <a:lnTo>
                  <a:pt x="13020" y="10591"/>
                </a:lnTo>
                <a:lnTo>
                  <a:pt x="12934" y="10550"/>
                </a:lnTo>
                <a:lnTo>
                  <a:pt x="12891" y="10591"/>
                </a:lnTo>
                <a:lnTo>
                  <a:pt x="12805" y="10550"/>
                </a:lnTo>
                <a:lnTo>
                  <a:pt x="12718" y="10591"/>
                </a:lnTo>
                <a:lnTo>
                  <a:pt x="12589" y="10716"/>
                </a:lnTo>
                <a:lnTo>
                  <a:pt x="12460" y="10884"/>
                </a:lnTo>
                <a:lnTo>
                  <a:pt x="11899" y="10550"/>
                </a:lnTo>
                <a:lnTo>
                  <a:pt x="11813" y="10466"/>
                </a:lnTo>
                <a:lnTo>
                  <a:pt x="12028" y="10133"/>
                </a:lnTo>
                <a:lnTo>
                  <a:pt x="12028" y="10008"/>
                </a:lnTo>
                <a:lnTo>
                  <a:pt x="11986" y="9924"/>
                </a:lnTo>
                <a:lnTo>
                  <a:pt x="11857" y="9883"/>
                </a:lnTo>
                <a:lnTo>
                  <a:pt x="11813" y="9924"/>
                </a:lnTo>
                <a:lnTo>
                  <a:pt x="11770" y="9966"/>
                </a:lnTo>
                <a:lnTo>
                  <a:pt x="11469" y="10299"/>
                </a:lnTo>
                <a:lnTo>
                  <a:pt x="11209" y="10091"/>
                </a:lnTo>
                <a:lnTo>
                  <a:pt x="10994" y="9883"/>
                </a:lnTo>
                <a:lnTo>
                  <a:pt x="10735" y="9591"/>
                </a:lnTo>
                <a:lnTo>
                  <a:pt x="10821" y="9466"/>
                </a:lnTo>
                <a:lnTo>
                  <a:pt x="10908" y="9341"/>
                </a:lnTo>
                <a:lnTo>
                  <a:pt x="10994" y="9049"/>
                </a:lnTo>
                <a:lnTo>
                  <a:pt x="10994" y="8966"/>
                </a:lnTo>
                <a:lnTo>
                  <a:pt x="10950" y="8924"/>
                </a:lnTo>
                <a:lnTo>
                  <a:pt x="10865" y="8924"/>
                </a:lnTo>
                <a:lnTo>
                  <a:pt x="10779" y="8966"/>
                </a:lnTo>
                <a:lnTo>
                  <a:pt x="10563" y="9216"/>
                </a:lnTo>
                <a:lnTo>
                  <a:pt x="10520" y="9299"/>
                </a:lnTo>
                <a:lnTo>
                  <a:pt x="10304" y="9132"/>
                </a:lnTo>
                <a:lnTo>
                  <a:pt x="9787" y="8799"/>
                </a:lnTo>
                <a:lnTo>
                  <a:pt x="9830" y="8464"/>
                </a:lnTo>
                <a:lnTo>
                  <a:pt x="9830" y="8424"/>
                </a:lnTo>
                <a:lnTo>
                  <a:pt x="9787" y="8339"/>
                </a:lnTo>
                <a:lnTo>
                  <a:pt x="9743" y="8299"/>
                </a:lnTo>
                <a:lnTo>
                  <a:pt x="9614" y="8299"/>
                </a:lnTo>
                <a:lnTo>
                  <a:pt x="9528" y="8339"/>
                </a:lnTo>
                <a:lnTo>
                  <a:pt x="9485" y="8464"/>
                </a:lnTo>
                <a:lnTo>
                  <a:pt x="9443" y="8590"/>
                </a:lnTo>
                <a:lnTo>
                  <a:pt x="9356" y="8549"/>
                </a:lnTo>
                <a:lnTo>
                  <a:pt x="8709" y="8089"/>
                </a:lnTo>
                <a:lnTo>
                  <a:pt x="8753" y="8048"/>
                </a:lnTo>
                <a:lnTo>
                  <a:pt x="8838" y="7923"/>
                </a:lnTo>
                <a:lnTo>
                  <a:pt x="8838" y="7798"/>
                </a:lnTo>
                <a:lnTo>
                  <a:pt x="8882" y="7673"/>
                </a:lnTo>
                <a:lnTo>
                  <a:pt x="8838" y="7631"/>
                </a:lnTo>
                <a:lnTo>
                  <a:pt x="8795" y="7631"/>
                </a:lnTo>
                <a:lnTo>
                  <a:pt x="8709" y="7673"/>
                </a:lnTo>
                <a:lnTo>
                  <a:pt x="8623" y="7673"/>
                </a:lnTo>
                <a:lnTo>
                  <a:pt x="8494" y="7756"/>
                </a:lnTo>
                <a:lnTo>
                  <a:pt x="8364" y="7839"/>
                </a:lnTo>
                <a:lnTo>
                  <a:pt x="7804" y="7547"/>
                </a:lnTo>
                <a:lnTo>
                  <a:pt x="7804" y="7506"/>
                </a:lnTo>
                <a:lnTo>
                  <a:pt x="8364" y="7006"/>
                </a:lnTo>
                <a:lnTo>
                  <a:pt x="8882" y="6422"/>
                </a:lnTo>
                <a:lnTo>
                  <a:pt x="8924" y="6505"/>
                </a:lnTo>
                <a:lnTo>
                  <a:pt x="8968" y="6547"/>
                </a:lnTo>
                <a:lnTo>
                  <a:pt x="9097" y="6547"/>
                </a:lnTo>
                <a:lnTo>
                  <a:pt x="9443" y="6339"/>
                </a:lnTo>
                <a:lnTo>
                  <a:pt x="9787" y="6130"/>
                </a:lnTo>
                <a:lnTo>
                  <a:pt x="10131" y="5921"/>
                </a:lnTo>
                <a:lnTo>
                  <a:pt x="10477" y="5712"/>
                </a:lnTo>
                <a:lnTo>
                  <a:pt x="10865" y="5546"/>
                </a:lnTo>
                <a:lnTo>
                  <a:pt x="11252" y="5379"/>
                </a:lnTo>
                <a:lnTo>
                  <a:pt x="11684" y="5296"/>
                </a:lnTo>
                <a:lnTo>
                  <a:pt x="12115" y="5254"/>
                </a:lnTo>
                <a:lnTo>
                  <a:pt x="12330" y="5254"/>
                </a:lnTo>
                <a:lnTo>
                  <a:pt x="12547" y="5296"/>
                </a:lnTo>
                <a:lnTo>
                  <a:pt x="12718" y="5379"/>
                </a:lnTo>
                <a:lnTo>
                  <a:pt x="12847" y="5504"/>
                </a:lnTo>
                <a:lnTo>
                  <a:pt x="12977" y="5671"/>
                </a:lnTo>
                <a:lnTo>
                  <a:pt x="13020" y="5839"/>
                </a:lnTo>
                <a:lnTo>
                  <a:pt x="13106" y="6255"/>
                </a:lnTo>
                <a:lnTo>
                  <a:pt x="13106" y="7589"/>
                </a:lnTo>
                <a:lnTo>
                  <a:pt x="13149" y="7964"/>
                </a:lnTo>
                <a:lnTo>
                  <a:pt x="13235" y="8381"/>
                </a:lnTo>
                <a:lnTo>
                  <a:pt x="13452" y="8757"/>
                </a:lnTo>
                <a:lnTo>
                  <a:pt x="13408" y="8882"/>
                </a:lnTo>
                <a:lnTo>
                  <a:pt x="13366" y="9007"/>
                </a:lnTo>
                <a:lnTo>
                  <a:pt x="13366" y="9257"/>
                </a:lnTo>
                <a:lnTo>
                  <a:pt x="13452" y="9382"/>
                </a:lnTo>
                <a:lnTo>
                  <a:pt x="13495" y="9466"/>
                </a:lnTo>
                <a:lnTo>
                  <a:pt x="13624" y="9549"/>
                </a:lnTo>
                <a:lnTo>
                  <a:pt x="13710" y="9633"/>
                </a:lnTo>
                <a:lnTo>
                  <a:pt x="13839" y="9674"/>
                </a:lnTo>
                <a:lnTo>
                  <a:pt x="14227" y="9674"/>
                </a:lnTo>
                <a:lnTo>
                  <a:pt x="14615" y="9883"/>
                </a:lnTo>
                <a:lnTo>
                  <a:pt x="15003" y="10049"/>
                </a:lnTo>
                <a:lnTo>
                  <a:pt x="15305" y="10091"/>
                </a:lnTo>
                <a:lnTo>
                  <a:pt x="15651" y="10091"/>
                </a:lnTo>
                <a:lnTo>
                  <a:pt x="16038" y="10008"/>
                </a:lnTo>
                <a:lnTo>
                  <a:pt x="16383" y="9883"/>
                </a:lnTo>
                <a:lnTo>
                  <a:pt x="16728" y="9758"/>
                </a:lnTo>
                <a:lnTo>
                  <a:pt x="17029" y="9549"/>
                </a:lnTo>
                <a:lnTo>
                  <a:pt x="17331" y="9341"/>
                </a:lnTo>
                <a:lnTo>
                  <a:pt x="17548" y="9132"/>
                </a:lnTo>
                <a:lnTo>
                  <a:pt x="17590" y="9091"/>
                </a:lnTo>
                <a:lnTo>
                  <a:pt x="17590" y="9007"/>
                </a:lnTo>
                <a:lnTo>
                  <a:pt x="17548" y="8882"/>
                </a:lnTo>
                <a:lnTo>
                  <a:pt x="17418" y="8841"/>
                </a:lnTo>
                <a:lnTo>
                  <a:pt x="17289" y="8841"/>
                </a:lnTo>
                <a:lnTo>
                  <a:pt x="16599" y="9257"/>
                </a:lnTo>
                <a:lnTo>
                  <a:pt x="16253" y="9424"/>
                </a:lnTo>
                <a:lnTo>
                  <a:pt x="15822" y="9549"/>
                </a:lnTo>
                <a:lnTo>
                  <a:pt x="15521" y="9633"/>
                </a:lnTo>
                <a:lnTo>
                  <a:pt x="15176" y="9591"/>
                </a:lnTo>
                <a:lnTo>
                  <a:pt x="14917" y="9507"/>
                </a:lnTo>
                <a:lnTo>
                  <a:pt x="14659" y="9341"/>
                </a:lnTo>
                <a:lnTo>
                  <a:pt x="14744" y="9216"/>
                </a:lnTo>
                <a:lnTo>
                  <a:pt x="14788" y="9049"/>
                </a:lnTo>
                <a:lnTo>
                  <a:pt x="14788" y="8924"/>
                </a:lnTo>
                <a:lnTo>
                  <a:pt x="14744" y="8841"/>
                </a:lnTo>
                <a:lnTo>
                  <a:pt x="14702" y="8799"/>
                </a:lnTo>
                <a:lnTo>
                  <a:pt x="14486" y="8674"/>
                </a:lnTo>
                <a:lnTo>
                  <a:pt x="14271" y="8549"/>
                </a:lnTo>
                <a:lnTo>
                  <a:pt x="13883" y="8549"/>
                </a:lnTo>
                <a:lnTo>
                  <a:pt x="13667" y="8089"/>
                </a:lnTo>
                <a:lnTo>
                  <a:pt x="13537" y="7631"/>
                </a:lnTo>
                <a:lnTo>
                  <a:pt x="13537" y="6839"/>
                </a:lnTo>
                <a:lnTo>
                  <a:pt x="13581" y="6422"/>
                </a:lnTo>
                <a:lnTo>
                  <a:pt x="13537" y="6004"/>
                </a:lnTo>
                <a:lnTo>
                  <a:pt x="13452" y="5671"/>
                </a:lnTo>
                <a:lnTo>
                  <a:pt x="13322" y="5379"/>
                </a:lnTo>
                <a:lnTo>
                  <a:pt x="13149" y="5171"/>
                </a:lnTo>
                <a:lnTo>
                  <a:pt x="12934" y="5004"/>
                </a:lnTo>
                <a:lnTo>
                  <a:pt x="12676" y="4921"/>
                </a:lnTo>
                <a:lnTo>
                  <a:pt x="12417" y="4837"/>
                </a:lnTo>
                <a:lnTo>
                  <a:pt x="11813" y="4837"/>
                </a:lnTo>
                <a:lnTo>
                  <a:pt x="11469" y="4879"/>
                </a:lnTo>
                <a:lnTo>
                  <a:pt x="11123" y="4962"/>
                </a:lnTo>
                <a:lnTo>
                  <a:pt x="10477" y="5212"/>
                </a:lnTo>
                <a:lnTo>
                  <a:pt x="9873" y="5546"/>
                </a:lnTo>
                <a:lnTo>
                  <a:pt x="9356" y="5921"/>
                </a:lnTo>
                <a:lnTo>
                  <a:pt x="9743" y="5421"/>
                </a:lnTo>
                <a:lnTo>
                  <a:pt x="10650" y="4254"/>
                </a:lnTo>
                <a:lnTo>
                  <a:pt x="11123" y="3627"/>
                </a:lnTo>
                <a:lnTo>
                  <a:pt x="11555" y="3002"/>
                </a:lnTo>
                <a:lnTo>
                  <a:pt x="11598" y="2919"/>
                </a:lnTo>
                <a:lnTo>
                  <a:pt x="11598" y="2877"/>
                </a:lnTo>
                <a:lnTo>
                  <a:pt x="11511" y="2752"/>
                </a:lnTo>
                <a:lnTo>
                  <a:pt x="11425" y="2710"/>
                </a:lnTo>
                <a:lnTo>
                  <a:pt x="11382" y="2669"/>
                </a:lnTo>
                <a:close/>
                <a:moveTo>
                  <a:pt x="18409" y="11217"/>
                </a:moveTo>
                <a:lnTo>
                  <a:pt x="18452" y="11259"/>
                </a:lnTo>
                <a:lnTo>
                  <a:pt x="18367" y="11801"/>
                </a:lnTo>
                <a:lnTo>
                  <a:pt x="18409" y="11843"/>
                </a:lnTo>
                <a:lnTo>
                  <a:pt x="18409" y="11884"/>
                </a:lnTo>
                <a:lnTo>
                  <a:pt x="18538" y="11926"/>
                </a:lnTo>
                <a:lnTo>
                  <a:pt x="18150" y="12385"/>
                </a:lnTo>
                <a:lnTo>
                  <a:pt x="18150" y="12301"/>
                </a:lnTo>
                <a:lnTo>
                  <a:pt x="18021" y="11926"/>
                </a:lnTo>
                <a:lnTo>
                  <a:pt x="17978" y="11884"/>
                </a:lnTo>
                <a:lnTo>
                  <a:pt x="17935" y="11884"/>
                </a:lnTo>
                <a:lnTo>
                  <a:pt x="17892" y="11926"/>
                </a:lnTo>
                <a:lnTo>
                  <a:pt x="17892" y="11968"/>
                </a:lnTo>
                <a:lnTo>
                  <a:pt x="17848" y="12301"/>
                </a:lnTo>
                <a:lnTo>
                  <a:pt x="17848" y="12718"/>
                </a:lnTo>
                <a:lnTo>
                  <a:pt x="17892" y="12760"/>
                </a:lnTo>
                <a:lnTo>
                  <a:pt x="17331" y="13469"/>
                </a:lnTo>
                <a:lnTo>
                  <a:pt x="17331" y="12635"/>
                </a:lnTo>
                <a:lnTo>
                  <a:pt x="17289" y="12593"/>
                </a:lnTo>
                <a:lnTo>
                  <a:pt x="18021" y="11718"/>
                </a:lnTo>
                <a:lnTo>
                  <a:pt x="18409" y="11217"/>
                </a:lnTo>
                <a:close/>
                <a:moveTo>
                  <a:pt x="17073" y="12843"/>
                </a:moveTo>
                <a:lnTo>
                  <a:pt x="16987" y="13136"/>
                </a:lnTo>
                <a:lnTo>
                  <a:pt x="16943" y="13386"/>
                </a:lnTo>
                <a:lnTo>
                  <a:pt x="16987" y="13511"/>
                </a:lnTo>
                <a:lnTo>
                  <a:pt x="17029" y="13594"/>
                </a:lnTo>
                <a:lnTo>
                  <a:pt x="17116" y="13636"/>
                </a:lnTo>
                <a:lnTo>
                  <a:pt x="17160" y="13636"/>
                </a:lnTo>
                <a:lnTo>
                  <a:pt x="16599" y="14345"/>
                </a:lnTo>
                <a:lnTo>
                  <a:pt x="16512" y="14386"/>
                </a:lnTo>
                <a:lnTo>
                  <a:pt x="16512" y="13678"/>
                </a:lnTo>
                <a:lnTo>
                  <a:pt x="16470" y="13553"/>
                </a:lnTo>
                <a:lnTo>
                  <a:pt x="17073" y="12843"/>
                </a:lnTo>
                <a:close/>
                <a:moveTo>
                  <a:pt x="5649" y="9091"/>
                </a:moveTo>
                <a:lnTo>
                  <a:pt x="5605" y="9132"/>
                </a:lnTo>
                <a:lnTo>
                  <a:pt x="5605" y="9174"/>
                </a:lnTo>
                <a:lnTo>
                  <a:pt x="5820" y="9341"/>
                </a:lnTo>
                <a:lnTo>
                  <a:pt x="5993" y="9466"/>
                </a:lnTo>
                <a:lnTo>
                  <a:pt x="6554" y="9758"/>
                </a:lnTo>
                <a:lnTo>
                  <a:pt x="7200" y="10049"/>
                </a:lnTo>
                <a:lnTo>
                  <a:pt x="7804" y="10383"/>
                </a:lnTo>
                <a:lnTo>
                  <a:pt x="8364" y="10801"/>
                </a:lnTo>
                <a:lnTo>
                  <a:pt x="8882" y="11176"/>
                </a:lnTo>
                <a:lnTo>
                  <a:pt x="9916" y="12093"/>
                </a:lnTo>
                <a:lnTo>
                  <a:pt x="10865" y="12926"/>
                </a:lnTo>
                <a:lnTo>
                  <a:pt x="11857" y="13761"/>
                </a:lnTo>
                <a:lnTo>
                  <a:pt x="12157" y="14011"/>
                </a:lnTo>
                <a:lnTo>
                  <a:pt x="12632" y="14386"/>
                </a:lnTo>
                <a:lnTo>
                  <a:pt x="12847" y="14511"/>
                </a:lnTo>
                <a:lnTo>
                  <a:pt x="13064" y="14595"/>
                </a:lnTo>
                <a:lnTo>
                  <a:pt x="13193" y="14595"/>
                </a:lnTo>
                <a:lnTo>
                  <a:pt x="13279" y="14553"/>
                </a:lnTo>
                <a:lnTo>
                  <a:pt x="13322" y="14511"/>
                </a:lnTo>
                <a:lnTo>
                  <a:pt x="13366" y="14428"/>
                </a:lnTo>
                <a:lnTo>
                  <a:pt x="13366" y="14303"/>
                </a:lnTo>
                <a:lnTo>
                  <a:pt x="13322" y="14178"/>
                </a:lnTo>
                <a:lnTo>
                  <a:pt x="13106" y="14011"/>
                </a:lnTo>
                <a:lnTo>
                  <a:pt x="12589" y="13636"/>
                </a:lnTo>
                <a:lnTo>
                  <a:pt x="12072" y="13219"/>
                </a:lnTo>
                <a:lnTo>
                  <a:pt x="11037" y="12343"/>
                </a:lnTo>
                <a:lnTo>
                  <a:pt x="10045" y="11426"/>
                </a:lnTo>
                <a:lnTo>
                  <a:pt x="9528" y="11009"/>
                </a:lnTo>
                <a:lnTo>
                  <a:pt x="9053" y="10633"/>
                </a:lnTo>
                <a:lnTo>
                  <a:pt x="8494" y="10258"/>
                </a:lnTo>
                <a:lnTo>
                  <a:pt x="7976" y="9883"/>
                </a:lnTo>
                <a:lnTo>
                  <a:pt x="7415" y="9591"/>
                </a:lnTo>
                <a:lnTo>
                  <a:pt x="6856" y="9341"/>
                </a:lnTo>
                <a:lnTo>
                  <a:pt x="6295" y="9132"/>
                </a:lnTo>
                <a:lnTo>
                  <a:pt x="6122" y="9091"/>
                </a:lnTo>
                <a:close/>
                <a:moveTo>
                  <a:pt x="1121" y="14303"/>
                </a:moveTo>
                <a:lnTo>
                  <a:pt x="1294" y="14428"/>
                </a:lnTo>
                <a:lnTo>
                  <a:pt x="1251" y="14511"/>
                </a:lnTo>
                <a:lnTo>
                  <a:pt x="1251" y="14636"/>
                </a:lnTo>
                <a:lnTo>
                  <a:pt x="1294" y="14595"/>
                </a:lnTo>
                <a:lnTo>
                  <a:pt x="1423" y="14678"/>
                </a:lnTo>
                <a:lnTo>
                  <a:pt x="1466" y="14761"/>
                </a:lnTo>
                <a:lnTo>
                  <a:pt x="1466" y="14845"/>
                </a:lnTo>
                <a:lnTo>
                  <a:pt x="1509" y="15053"/>
                </a:lnTo>
                <a:lnTo>
                  <a:pt x="1165" y="14886"/>
                </a:lnTo>
                <a:lnTo>
                  <a:pt x="992" y="14845"/>
                </a:lnTo>
                <a:lnTo>
                  <a:pt x="819" y="14803"/>
                </a:lnTo>
                <a:lnTo>
                  <a:pt x="992" y="14511"/>
                </a:lnTo>
                <a:lnTo>
                  <a:pt x="1121" y="14303"/>
                </a:lnTo>
                <a:close/>
                <a:moveTo>
                  <a:pt x="3191" y="12343"/>
                </a:moveTo>
                <a:lnTo>
                  <a:pt x="3104" y="12426"/>
                </a:lnTo>
                <a:lnTo>
                  <a:pt x="3104" y="12468"/>
                </a:lnTo>
                <a:lnTo>
                  <a:pt x="3277" y="12676"/>
                </a:lnTo>
                <a:lnTo>
                  <a:pt x="3450" y="12801"/>
                </a:lnTo>
                <a:lnTo>
                  <a:pt x="3881" y="13010"/>
                </a:lnTo>
                <a:lnTo>
                  <a:pt x="4440" y="13386"/>
                </a:lnTo>
                <a:lnTo>
                  <a:pt x="5001" y="13761"/>
                </a:lnTo>
                <a:lnTo>
                  <a:pt x="5993" y="14511"/>
                </a:lnTo>
                <a:lnTo>
                  <a:pt x="6510" y="14886"/>
                </a:lnTo>
                <a:lnTo>
                  <a:pt x="6769" y="15053"/>
                </a:lnTo>
                <a:lnTo>
                  <a:pt x="6898" y="15095"/>
                </a:lnTo>
                <a:lnTo>
                  <a:pt x="7114" y="15095"/>
                </a:lnTo>
                <a:lnTo>
                  <a:pt x="7200" y="15053"/>
                </a:lnTo>
                <a:lnTo>
                  <a:pt x="7243" y="14970"/>
                </a:lnTo>
                <a:lnTo>
                  <a:pt x="7200" y="14845"/>
                </a:lnTo>
                <a:lnTo>
                  <a:pt x="7157" y="14761"/>
                </a:lnTo>
                <a:lnTo>
                  <a:pt x="7071" y="14636"/>
                </a:lnTo>
                <a:lnTo>
                  <a:pt x="6898" y="14470"/>
                </a:lnTo>
                <a:lnTo>
                  <a:pt x="6467" y="14178"/>
                </a:lnTo>
                <a:lnTo>
                  <a:pt x="5303" y="13344"/>
                </a:lnTo>
                <a:lnTo>
                  <a:pt x="4742" y="12968"/>
                </a:lnTo>
                <a:lnTo>
                  <a:pt x="4139" y="12593"/>
                </a:lnTo>
                <a:lnTo>
                  <a:pt x="3923" y="12510"/>
                </a:lnTo>
                <a:lnTo>
                  <a:pt x="3665" y="12385"/>
                </a:lnTo>
                <a:lnTo>
                  <a:pt x="3450" y="12343"/>
                </a:lnTo>
                <a:close/>
                <a:moveTo>
                  <a:pt x="16168" y="13928"/>
                </a:moveTo>
                <a:lnTo>
                  <a:pt x="16124" y="14053"/>
                </a:lnTo>
                <a:lnTo>
                  <a:pt x="16124" y="14678"/>
                </a:lnTo>
                <a:lnTo>
                  <a:pt x="16168" y="14761"/>
                </a:lnTo>
                <a:lnTo>
                  <a:pt x="16211" y="14803"/>
                </a:lnTo>
                <a:lnTo>
                  <a:pt x="16124" y="14886"/>
                </a:lnTo>
                <a:lnTo>
                  <a:pt x="15736" y="15387"/>
                </a:lnTo>
                <a:lnTo>
                  <a:pt x="15780" y="14928"/>
                </a:lnTo>
                <a:lnTo>
                  <a:pt x="15822" y="14678"/>
                </a:lnTo>
                <a:lnTo>
                  <a:pt x="15822" y="14511"/>
                </a:lnTo>
                <a:lnTo>
                  <a:pt x="15780" y="14386"/>
                </a:lnTo>
                <a:lnTo>
                  <a:pt x="16168" y="13928"/>
                </a:lnTo>
                <a:close/>
                <a:moveTo>
                  <a:pt x="5174" y="9883"/>
                </a:moveTo>
                <a:lnTo>
                  <a:pt x="5088" y="9924"/>
                </a:lnTo>
                <a:lnTo>
                  <a:pt x="5001" y="10008"/>
                </a:lnTo>
                <a:lnTo>
                  <a:pt x="5001" y="10216"/>
                </a:lnTo>
                <a:lnTo>
                  <a:pt x="5044" y="10299"/>
                </a:lnTo>
                <a:lnTo>
                  <a:pt x="5130" y="10383"/>
                </a:lnTo>
                <a:lnTo>
                  <a:pt x="5303" y="10466"/>
                </a:lnTo>
                <a:lnTo>
                  <a:pt x="5691" y="10633"/>
                </a:lnTo>
                <a:lnTo>
                  <a:pt x="6036" y="10801"/>
                </a:lnTo>
                <a:lnTo>
                  <a:pt x="6337" y="10967"/>
                </a:lnTo>
                <a:lnTo>
                  <a:pt x="6898" y="11384"/>
                </a:lnTo>
                <a:lnTo>
                  <a:pt x="7459" y="11843"/>
                </a:lnTo>
                <a:lnTo>
                  <a:pt x="7976" y="12343"/>
                </a:lnTo>
                <a:lnTo>
                  <a:pt x="10089" y="14094"/>
                </a:lnTo>
                <a:lnTo>
                  <a:pt x="11167" y="14970"/>
                </a:lnTo>
                <a:lnTo>
                  <a:pt x="11425" y="15136"/>
                </a:lnTo>
                <a:lnTo>
                  <a:pt x="11684" y="15303"/>
                </a:lnTo>
                <a:lnTo>
                  <a:pt x="11942" y="15428"/>
                </a:lnTo>
                <a:lnTo>
                  <a:pt x="12072" y="15470"/>
                </a:lnTo>
                <a:lnTo>
                  <a:pt x="12201" y="15470"/>
                </a:lnTo>
                <a:lnTo>
                  <a:pt x="12287" y="15428"/>
                </a:lnTo>
                <a:lnTo>
                  <a:pt x="12330" y="15387"/>
                </a:lnTo>
                <a:lnTo>
                  <a:pt x="12374" y="15303"/>
                </a:lnTo>
                <a:lnTo>
                  <a:pt x="12330" y="15220"/>
                </a:lnTo>
                <a:lnTo>
                  <a:pt x="12244" y="15053"/>
                </a:lnTo>
                <a:lnTo>
                  <a:pt x="12072" y="14928"/>
                </a:lnTo>
                <a:lnTo>
                  <a:pt x="11727" y="14720"/>
                </a:lnTo>
                <a:lnTo>
                  <a:pt x="11209" y="14345"/>
                </a:lnTo>
                <a:lnTo>
                  <a:pt x="10735" y="13969"/>
                </a:lnTo>
                <a:lnTo>
                  <a:pt x="8882" y="12426"/>
                </a:lnTo>
                <a:lnTo>
                  <a:pt x="8019" y="11676"/>
                </a:lnTo>
                <a:lnTo>
                  <a:pt x="7157" y="10967"/>
                </a:lnTo>
                <a:lnTo>
                  <a:pt x="6683" y="10633"/>
                </a:lnTo>
                <a:lnTo>
                  <a:pt x="6166" y="10341"/>
                </a:lnTo>
                <a:lnTo>
                  <a:pt x="5605" y="10174"/>
                </a:lnTo>
                <a:lnTo>
                  <a:pt x="5347" y="10049"/>
                </a:lnTo>
                <a:lnTo>
                  <a:pt x="5260" y="9966"/>
                </a:lnTo>
                <a:lnTo>
                  <a:pt x="5217" y="9883"/>
                </a:lnTo>
                <a:close/>
                <a:moveTo>
                  <a:pt x="1811" y="14803"/>
                </a:moveTo>
                <a:lnTo>
                  <a:pt x="2458" y="15220"/>
                </a:lnTo>
                <a:lnTo>
                  <a:pt x="2458" y="15428"/>
                </a:lnTo>
                <a:lnTo>
                  <a:pt x="2499" y="15630"/>
                </a:lnTo>
                <a:lnTo>
                  <a:pt x="1768" y="15220"/>
                </a:lnTo>
                <a:lnTo>
                  <a:pt x="1855" y="15178"/>
                </a:lnTo>
                <a:lnTo>
                  <a:pt x="1897" y="15136"/>
                </a:lnTo>
                <a:lnTo>
                  <a:pt x="1897" y="15011"/>
                </a:lnTo>
                <a:lnTo>
                  <a:pt x="1811" y="14886"/>
                </a:lnTo>
                <a:lnTo>
                  <a:pt x="1811" y="14803"/>
                </a:lnTo>
                <a:close/>
                <a:moveTo>
                  <a:pt x="15521" y="14720"/>
                </a:moveTo>
                <a:lnTo>
                  <a:pt x="15478" y="14803"/>
                </a:lnTo>
                <a:lnTo>
                  <a:pt x="15348" y="15638"/>
                </a:lnTo>
                <a:lnTo>
                  <a:pt x="15348" y="15721"/>
                </a:lnTo>
                <a:lnTo>
                  <a:pt x="15392" y="15763"/>
                </a:lnTo>
                <a:lnTo>
                  <a:pt x="15176" y="16013"/>
                </a:lnTo>
                <a:lnTo>
                  <a:pt x="15176" y="15596"/>
                </a:lnTo>
                <a:lnTo>
                  <a:pt x="15132" y="15178"/>
                </a:lnTo>
                <a:lnTo>
                  <a:pt x="15521" y="14720"/>
                </a:lnTo>
                <a:close/>
                <a:moveTo>
                  <a:pt x="2889" y="15513"/>
                </a:moveTo>
                <a:lnTo>
                  <a:pt x="3104" y="15679"/>
                </a:lnTo>
                <a:lnTo>
                  <a:pt x="3277" y="15804"/>
                </a:lnTo>
                <a:lnTo>
                  <a:pt x="3277" y="16013"/>
                </a:lnTo>
                <a:lnTo>
                  <a:pt x="3320" y="16180"/>
                </a:lnTo>
                <a:lnTo>
                  <a:pt x="3062" y="16013"/>
                </a:lnTo>
                <a:lnTo>
                  <a:pt x="2803" y="15846"/>
                </a:lnTo>
                <a:lnTo>
                  <a:pt x="2932" y="15846"/>
                </a:lnTo>
                <a:lnTo>
                  <a:pt x="3018" y="15763"/>
                </a:lnTo>
                <a:lnTo>
                  <a:pt x="3018" y="15638"/>
                </a:lnTo>
                <a:lnTo>
                  <a:pt x="2889" y="15513"/>
                </a:lnTo>
                <a:close/>
                <a:moveTo>
                  <a:pt x="4225" y="11134"/>
                </a:moveTo>
                <a:lnTo>
                  <a:pt x="4182" y="11176"/>
                </a:lnTo>
                <a:lnTo>
                  <a:pt x="4139" y="11217"/>
                </a:lnTo>
                <a:lnTo>
                  <a:pt x="4182" y="11342"/>
                </a:lnTo>
                <a:lnTo>
                  <a:pt x="4225" y="11468"/>
                </a:lnTo>
                <a:lnTo>
                  <a:pt x="4484" y="11634"/>
                </a:lnTo>
                <a:lnTo>
                  <a:pt x="5476" y="12301"/>
                </a:lnTo>
                <a:lnTo>
                  <a:pt x="6424" y="13093"/>
                </a:lnTo>
                <a:lnTo>
                  <a:pt x="7329" y="13844"/>
                </a:lnTo>
                <a:lnTo>
                  <a:pt x="8321" y="14595"/>
                </a:lnTo>
                <a:lnTo>
                  <a:pt x="9312" y="15303"/>
                </a:lnTo>
                <a:lnTo>
                  <a:pt x="10261" y="15971"/>
                </a:lnTo>
                <a:lnTo>
                  <a:pt x="10735" y="16305"/>
                </a:lnTo>
                <a:lnTo>
                  <a:pt x="11252" y="16555"/>
                </a:lnTo>
                <a:lnTo>
                  <a:pt x="11382" y="16555"/>
                </a:lnTo>
                <a:lnTo>
                  <a:pt x="11511" y="16513"/>
                </a:lnTo>
                <a:lnTo>
                  <a:pt x="11598" y="16430"/>
                </a:lnTo>
                <a:lnTo>
                  <a:pt x="11640" y="16388"/>
                </a:lnTo>
                <a:lnTo>
                  <a:pt x="11640" y="16263"/>
                </a:lnTo>
                <a:lnTo>
                  <a:pt x="11598" y="16221"/>
                </a:lnTo>
                <a:lnTo>
                  <a:pt x="11511" y="16138"/>
                </a:lnTo>
                <a:lnTo>
                  <a:pt x="11425" y="16096"/>
                </a:lnTo>
                <a:lnTo>
                  <a:pt x="11167" y="15929"/>
                </a:lnTo>
                <a:lnTo>
                  <a:pt x="10908" y="15763"/>
                </a:lnTo>
                <a:lnTo>
                  <a:pt x="9743" y="15011"/>
                </a:lnTo>
                <a:lnTo>
                  <a:pt x="8666" y="14219"/>
                </a:lnTo>
                <a:lnTo>
                  <a:pt x="7631" y="13428"/>
                </a:lnTo>
                <a:lnTo>
                  <a:pt x="6639" y="12635"/>
                </a:lnTo>
                <a:lnTo>
                  <a:pt x="5605" y="11843"/>
                </a:lnTo>
                <a:lnTo>
                  <a:pt x="5347" y="11634"/>
                </a:lnTo>
                <a:lnTo>
                  <a:pt x="4872" y="11342"/>
                </a:lnTo>
                <a:lnTo>
                  <a:pt x="4613" y="11217"/>
                </a:lnTo>
                <a:lnTo>
                  <a:pt x="4398" y="11134"/>
                </a:lnTo>
                <a:close/>
                <a:moveTo>
                  <a:pt x="3708" y="16054"/>
                </a:moveTo>
                <a:lnTo>
                  <a:pt x="4440" y="16555"/>
                </a:lnTo>
                <a:lnTo>
                  <a:pt x="4398" y="16763"/>
                </a:lnTo>
                <a:lnTo>
                  <a:pt x="4398" y="16888"/>
                </a:lnTo>
                <a:lnTo>
                  <a:pt x="3923" y="16555"/>
                </a:lnTo>
                <a:lnTo>
                  <a:pt x="3923" y="16471"/>
                </a:lnTo>
                <a:lnTo>
                  <a:pt x="3881" y="16388"/>
                </a:lnTo>
                <a:lnTo>
                  <a:pt x="3752" y="16221"/>
                </a:lnTo>
                <a:lnTo>
                  <a:pt x="3708" y="16054"/>
                </a:lnTo>
                <a:close/>
                <a:moveTo>
                  <a:pt x="14917" y="15387"/>
                </a:moveTo>
                <a:lnTo>
                  <a:pt x="14831" y="15888"/>
                </a:lnTo>
                <a:lnTo>
                  <a:pt x="14788" y="16388"/>
                </a:lnTo>
                <a:lnTo>
                  <a:pt x="14788" y="16471"/>
                </a:lnTo>
                <a:lnTo>
                  <a:pt x="14271" y="17097"/>
                </a:lnTo>
                <a:lnTo>
                  <a:pt x="14271" y="16555"/>
                </a:lnTo>
                <a:lnTo>
                  <a:pt x="14227" y="16221"/>
                </a:lnTo>
                <a:lnTo>
                  <a:pt x="14917" y="15387"/>
                </a:lnTo>
                <a:close/>
                <a:moveTo>
                  <a:pt x="4742" y="16763"/>
                </a:moveTo>
                <a:lnTo>
                  <a:pt x="5174" y="17055"/>
                </a:lnTo>
                <a:lnTo>
                  <a:pt x="5174" y="17222"/>
                </a:lnTo>
                <a:lnTo>
                  <a:pt x="5217" y="17305"/>
                </a:lnTo>
                <a:lnTo>
                  <a:pt x="5347" y="17472"/>
                </a:lnTo>
                <a:lnTo>
                  <a:pt x="5476" y="17680"/>
                </a:lnTo>
                <a:lnTo>
                  <a:pt x="5001" y="17305"/>
                </a:lnTo>
                <a:lnTo>
                  <a:pt x="5001" y="17222"/>
                </a:lnTo>
                <a:lnTo>
                  <a:pt x="4959" y="17138"/>
                </a:lnTo>
                <a:lnTo>
                  <a:pt x="4829" y="17013"/>
                </a:lnTo>
                <a:lnTo>
                  <a:pt x="4742" y="16888"/>
                </a:lnTo>
                <a:lnTo>
                  <a:pt x="4742" y="16763"/>
                </a:lnTo>
                <a:close/>
                <a:moveTo>
                  <a:pt x="14012" y="16471"/>
                </a:moveTo>
                <a:lnTo>
                  <a:pt x="13969" y="16888"/>
                </a:lnTo>
                <a:lnTo>
                  <a:pt x="13925" y="17180"/>
                </a:lnTo>
                <a:lnTo>
                  <a:pt x="13925" y="17472"/>
                </a:lnTo>
                <a:lnTo>
                  <a:pt x="13581" y="17847"/>
                </a:lnTo>
                <a:lnTo>
                  <a:pt x="13624" y="17597"/>
                </a:lnTo>
                <a:lnTo>
                  <a:pt x="13581" y="17305"/>
                </a:lnTo>
                <a:lnTo>
                  <a:pt x="13581" y="17222"/>
                </a:lnTo>
                <a:lnTo>
                  <a:pt x="13495" y="17180"/>
                </a:lnTo>
                <a:lnTo>
                  <a:pt x="13452" y="17180"/>
                </a:lnTo>
                <a:lnTo>
                  <a:pt x="14012" y="16471"/>
                </a:lnTo>
                <a:close/>
                <a:moveTo>
                  <a:pt x="5605" y="17305"/>
                </a:moveTo>
                <a:lnTo>
                  <a:pt x="5907" y="17513"/>
                </a:lnTo>
                <a:lnTo>
                  <a:pt x="6554" y="17973"/>
                </a:lnTo>
                <a:lnTo>
                  <a:pt x="6554" y="18515"/>
                </a:lnTo>
                <a:lnTo>
                  <a:pt x="5778" y="17930"/>
                </a:lnTo>
                <a:lnTo>
                  <a:pt x="5820" y="17805"/>
                </a:lnTo>
                <a:lnTo>
                  <a:pt x="5820" y="17680"/>
                </a:lnTo>
                <a:lnTo>
                  <a:pt x="5778" y="17597"/>
                </a:lnTo>
                <a:lnTo>
                  <a:pt x="5734" y="17472"/>
                </a:lnTo>
                <a:lnTo>
                  <a:pt x="5605" y="17305"/>
                </a:lnTo>
                <a:close/>
                <a:moveTo>
                  <a:pt x="6856" y="18181"/>
                </a:moveTo>
                <a:lnTo>
                  <a:pt x="7588" y="18765"/>
                </a:lnTo>
                <a:lnTo>
                  <a:pt x="7546" y="18848"/>
                </a:lnTo>
                <a:lnTo>
                  <a:pt x="7502" y="18973"/>
                </a:lnTo>
                <a:lnTo>
                  <a:pt x="7459" y="19182"/>
                </a:lnTo>
                <a:lnTo>
                  <a:pt x="6898" y="18765"/>
                </a:lnTo>
                <a:lnTo>
                  <a:pt x="6898" y="18348"/>
                </a:lnTo>
                <a:lnTo>
                  <a:pt x="6856" y="18181"/>
                </a:lnTo>
                <a:close/>
                <a:moveTo>
                  <a:pt x="13279" y="17347"/>
                </a:moveTo>
                <a:lnTo>
                  <a:pt x="13279" y="17555"/>
                </a:lnTo>
                <a:lnTo>
                  <a:pt x="13193" y="18140"/>
                </a:lnTo>
                <a:lnTo>
                  <a:pt x="13193" y="18223"/>
                </a:lnTo>
                <a:lnTo>
                  <a:pt x="13235" y="18265"/>
                </a:lnTo>
                <a:lnTo>
                  <a:pt x="11857" y="19765"/>
                </a:lnTo>
                <a:lnTo>
                  <a:pt x="11857" y="19307"/>
                </a:lnTo>
                <a:lnTo>
                  <a:pt x="12115" y="18931"/>
                </a:lnTo>
                <a:lnTo>
                  <a:pt x="12718" y="18098"/>
                </a:lnTo>
                <a:lnTo>
                  <a:pt x="12676" y="18265"/>
                </a:lnTo>
                <a:lnTo>
                  <a:pt x="12589" y="18515"/>
                </a:lnTo>
                <a:lnTo>
                  <a:pt x="12589" y="18765"/>
                </a:lnTo>
                <a:lnTo>
                  <a:pt x="12632" y="18806"/>
                </a:lnTo>
                <a:lnTo>
                  <a:pt x="12676" y="18806"/>
                </a:lnTo>
                <a:lnTo>
                  <a:pt x="12805" y="18723"/>
                </a:lnTo>
                <a:lnTo>
                  <a:pt x="12891" y="18598"/>
                </a:lnTo>
                <a:lnTo>
                  <a:pt x="12934" y="18306"/>
                </a:lnTo>
                <a:lnTo>
                  <a:pt x="12934" y="17805"/>
                </a:lnTo>
                <a:lnTo>
                  <a:pt x="13193" y="17472"/>
                </a:lnTo>
                <a:lnTo>
                  <a:pt x="13279" y="17347"/>
                </a:lnTo>
                <a:close/>
                <a:moveTo>
                  <a:pt x="7717" y="18848"/>
                </a:moveTo>
                <a:lnTo>
                  <a:pt x="8234" y="19348"/>
                </a:lnTo>
                <a:lnTo>
                  <a:pt x="8234" y="19848"/>
                </a:lnTo>
                <a:lnTo>
                  <a:pt x="8105" y="19723"/>
                </a:lnTo>
                <a:lnTo>
                  <a:pt x="7804" y="19473"/>
                </a:lnTo>
                <a:lnTo>
                  <a:pt x="7804" y="19348"/>
                </a:lnTo>
                <a:lnTo>
                  <a:pt x="7761" y="19098"/>
                </a:lnTo>
                <a:lnTo>
                  <a:pt x="7717" y="18848"/>
                </a:lnTo>
                <a:close/>
                <a:moveTo>
                  <a:pt x="11123" y="459"/>
                </a:moveTo>
                <a:lnTo>
                  <a:pt x="11382" y="500"/>
                </a:lnTo>
                <a:lnTo>
                  <a:pt x="11598" y="542"/>
                </a:lnTo>
                <a:lnTo>
                  <a:pt x="11813" y="667"/>
                </a:lnTo>
                <a:lnTo>
                  <a:pt x="12244" y="959"/>
                </a:lnTo>
                <a:lnTo>
                  <a:pt x="12589" y="1210"/>
                </a:lnTo>
                <a:lnTo>
                  <a:pt x="14788" y="2752"/>
                </a:lnTo>
                <a:lnTo>
                  <a:pt x="17029" y="4337"/>
                </a:lnTo>
                <a:lnTo>
                  <a:pt x="18150" y="5129"/>
                </a:lnTo>
                <a:lnTo>
                  <a:pt x="18452" y="5379"/>
                </a:lnTo>
                <a:lnTo>
                  <a:pt x="18625" y="5462"/>
                </a:lnTo>
                <a:lnTo>
                  <a:pt x="18797" y="5546"/>
                </a:lnTo>
                <a:lnTo>
                  <a:pt x="18323" y="6089"/>
                </a:lnTo>
                <a:lnTo>
                  <a:pt x="17892" y="6672"/>
                </a:lnTo>
                <a:lnTo>
                  <a:pt x="17677" y="6922"/>
                </a:lnTo>
                <a:lnTo>
                  <a:pt x="17461" y="7256"/>
                </a:lnTo>
                <a:lnTo>
                  <a:pt x="17375" y="7422"/>
                </a:lnTo>
                <a:lnTo>
                  <a:pt x="17331" y="7547"/>
                </a:lnTo>
                <a:lnTo>
                  <a:pt x="17331" y="7714"/>
                </a:lnTo>
                <a:lnTo>
                  <a:pt x="17461" y="7839"/>
                </a:lnTo>
                <a:lnTo>
                  <a:pt x="17590" y="7964"/>
                </a:lnTo>
                <a:lnTo>
                  <a:pt x="17719" y="8048"/>
                </a:lnTo>
                <a:lnTo>
                  <a:pt x="18065" y="8173"/>
                </a:lnTo>
                <a:lnTo>
                  <a:pt x="18755" y="8299"/>
                </a:lnTo>
                <a:lnTo>
                  <a:pt x="19660" y="8464"/>
                </a:lnTo>
                <a:lnTo>
                  <a:pt x="20005" y="8549"/>
                </a:lnTo>
                <a:lnTo>
                  <a:pt x="19962" y="8632"/>
                </a:lnTo>
                <a:lnTo>
                  <a:pt x="19357" y="9257"/>
                </a:lnTo>
                <a:lnTo>
                  <a:pt x="18797" y="9924"/>
                </a:lnTo>
                <a:lnTo>
                  <a:pt x="17677" y="11259"/>
                </a:lnTo>
                <a:lnTo>
                  <a:pt x="15176" y="14219"/>
                </a:lnTo>
                <a:lnTo>
                  <a:pt x="13925" y="15679"/>
                </a:lnTo>
                <a:lnTo>
                  <a:pt x="12718" y="17180"/>
                </a:lnTo>
                <a:lnTo>
                  <a:pt x="12157" y="17888"/>
                </a:lnTo>
                <a:lnTo>
                  <a:pt x="11640" y="18640"/>
                </a:lnTo>
                <a:lnTo>
                  <a:pt x="11123" y="19390"/>
                </a:lnTo>
                <a:lnTo>
                  <a:pt x="10950" y="19640"/>
                </a:lnTo>
                <a:lnTo>
                  <a:pt x="10821" y="19890"/>
                </a:lnTo>
                <a:lnTo>
                  <a:pt x="10563" y="19765"/>
                </a:lnTo>
                <a:lnTo>
                  <a:pt x="10304" y="19723"/>
                </a:lnTo>
                <a:lnTo>
                  <a:pt x="9743" y="19557"/>
                </a:lnTo>
                <a:lnTo>
                  <a:pt x="9399" y="19432"/>
                </a:lnTo>
                <a:lnTo>
                  <a:pt x="9097" y="19223"/>
                </a:lnTo>
                <a:lnTo>
                  <a:pt x="8795" y="19015"/>
                </a:lnTo>
                <a:lnTo>
                  <a:pt x="8494" y="18765"/>
                </a:lnTo>
                <a:lnTo>
                  <a:pt x="7933" y="18265"/>
                </a:lnTo>
                <a:lnTo>
                  <a:pt x="7373" y="17805"/>
                </a:lnTo>
                <a:lnTo>
                  <a:pt x="6726" y="17388"/>
                </a:lnTo>
                <a:lnTo>
                  <a:pt x="6122" y="16971"/>
                </a:lnTo>
                <a:lnTo>
                  <a:pt x="3579" y="15303"/>
                </a:lnTo>
                <a:lnTo>
                  <a:pt x="2243" y="14345"/>
                </a:lnTo>
                <a:lnTo>
                  <a:pt x="1553" y="13886"/>
                </a:lnTo>
                <a:lnTo>
                  <a:pt x="819" y="13469"/>
                </a:lnTo>
                <a:lnTo>
                  <a:pt x="733" y="13428"/>
                </a:lnTo>
                <a:lnTo>
                  <a:pt x="1897" y="11801"/>
                </a:lnTo>
                <a:lnTo>
                  <a:pt x="3104" y="10174"/>
                </a:lnTo>
                <a:lnTo>
                  <a:pt x="4311" y="8590"/>
                </a:lnTo>
                <a:lnTo>
                  <a:pt x="5562" y="7006"/>
                </a:lnTo>
                <a:lnTo>
                  <a:pt x="8192" y="3795"/>
                </a:lnTo>
                <a:lnTo>
                  <a:pt x="9572" y="2210"/>
                </a:lnTo>
                <a:lnTo>
                  <a:pt x="10261" y="1460"/>
                </a:lnTo>
                <a:lnTo>
                  <a:pt x="10865" y="625"/>
                </a:lnTo>
                <a:lnTo>
                  <a:pt x="10908" y="542"/>
                </a:lnTo>
                <a:lnTo>
                  <a:pt x="10908" y="459"/>
                </a:lnTo>
                <a:close/>
                <a:moveTo>
                  <a:pt x="8494" y="19557"/>
                </a:moveTo>
                <a:lnTo>
                  <a:pt x="9011" y="19848"/>
                </a:lnTo>
                <a:lnTo>
                  <a:pt x="9528" y="20099"/>
                </a:lnTo>
                <a:lnTo>
                  <a:pt x="9485" y="20390"/>
                </a:lnTo>
                <a:lnTo>
                  <a:pt x="9528" y="20683"/>
                </a:lnTo>
                <a:lnTo>
                  <a:pt x="9226" y="20558"/>
                </a:lnTo>
                <a:lnTo>
                  <a:pt x="8753" y="20224"/>
                </a:lnTo>
                <a:lnTo>
                  <a:pt x="8709" y="20057"/>
                </a:lnTo>
                <a:lnTo>
                  <a:pt x="8623" y="19890"/>
                </a:lnTo>
                <a:lnTo>
                  <a:pt x="8494" y="19557"/>
                </a:lnTo>
                <a:close/>
                <a:moveTo>
                  <a:pt x="11555" y="19848"/>
                </a:moveTo>
                <a:lnTo>
                  <a:pt x="11598" y="19932"/>
                </a:lnTo>
                <a:lnTo>
                  <a:pt x="11640" y="19974"/>
                </a:lnTo>
                <a:lnTo>
                  <a:pt x="11123" y="20558"/>
                </a:lnTo>
                <a:lnTo>
                  <a:pt x="10821" y="20850"/>
                </a:lnTo>
                <a:lnTo>
                  <a:pt x="10779" y="20725"/>
                </a:lnTo>
                <a:lnTo>
                  <a:pt x="10735" y="20600"/>
                </a:lnTo>
                <a:lnTo>
                  <a:pt x="10735" y="20433"/>
                </a:lnTo>
                <a:lnTo>
                  <a:pt x="10950" y="20433"/>
                </a:lnTo>
                <a:lnTo>
                  <a:pt x="10950" y="20390"/>
                </a:lnTo>
                <a:lnTo>
                  <a:pt x="11037" y="20390"/>
                </a:lnTo>
                <a:lnTo>
                  <a:pt x="11123" y="20350"/>
                </a:lnTo>
                <a:lnTo>
                  <a:pt x="11252" y="20265"/>
                </a:lnTo>
                <a:lnTo>
                  <a:pt x="11338" y="20099"/>
                </a:lnTo>
                <a:lnTo>
                  <a:pt x="11511" y="19848"/>
                </a:lnTo>
                <a:close/>
                <a:moveTo>
                  <a:pt x="11123" y="0"/>
                </a:moveTo>
                <a:lnTo>
                  <a:pt x="10908" y="42"/>
                </a:lnTo>
                <a:lnTo>
                  <a:pt x="10735" y="125"/>
                </a:lnTo>
                <a:lnTo>
                  <a:pt x="10606" y="167"/>
                </a:lnTo>
                <a:lnTo>
                  <a:pt x="10520" y="292"/>
                </a:lnTo>
                <a:lnTo>
                  <a:pt x="10477" y="334"/>
                </a:lnTo>
                <a:lnTo>
                  <a:pt x="10477" y="375"/>
                </a:lnTo>
                <a:lnTo>
                  <a:pt x="9787" y="1084"/>
                </a:lnTo>
                <a:lnTo>
                  <a:pt x="9097" y="1835"/>
                </a:lnTo>
                <a:lnTo>
                  <a:pt x="7804" y="3377"/>
                </a:lnTo>
                <a:lnTo>
                  <a:pt x="6467" y="4962"/>
                </a:lnTo>
                <a:lnTo>
                  <a:pt x="5174" y="6547"/>
                </a:lnTo>
                <a:lnTo>
                  <a:pt x="2845" y="9549"/>
                </a:lnTo>
                <a:lnTo>
                  <a:pt x="561" y="12551"/>
                </a:lnTo>
                <a:lnTo>
                  <a:pt x="388" y="12801"/>
                </a:lnTo>
                <a:lnTo>
                  <a:pt x="43" y="13301"/>
                </a:lnTo>
                <a:lnTo>
                  <a:pt x="0" y="13386"/>
                </a:lnTo>
                <a:lnTo>
                  <a:pt x="0" y="13511"/>
                </a:lnTo>
                <a:lnTo>
                  <a:pt x="43" y="13594"/>
                </a:lnTo>
                <a:lnTo>
                  <a:pt x="87" y="13678"/>
                </a:lnTo>
                <a:lnTo>
                  <a:pt x="173" y="13719"/>
                </a:lnTo>
                <a:lnTo>
                  <a:pt x="259" y="13761"/>
                </a:lnTo>
                <a:lnTo>
                  <a:pt x="346" y="13761"/>
                </a:lnTo>
                <a:lnTo>
                  <a:pt x="475" y="13719"/>
                </a:lnTo>
                <a:lnTo>
                  <a:pt x="517" y="13803"/>
                </a:lnTo>
                <a:lnTo>
                  <a:pt x="819" y="14094"/>
                </a:lnTo>
                <a:lnTo>
                  <a:pt x="690" y="14219"/>
                </a:lnTo>
                <a:lnTo>
                  <a:pt x="604" y="14386"/>
                </a:lnTo>
                <a:lnTo>
                  <a:pt x="517" y="14553"/>
                </a:lnTo>
                <a:lnTo>
                  <a:pt x="475" y="14720"/>
                </a:lnTo>
                <a:lnTo>
                  <a:pt x="475" y="14803"/>
                </a:lnTo>
                <a:lnTo>
                  <a:pt x="517" y="14845"/>
                </a:lnTo>
                <a:lnTo>
                  <a:pt x="604" y="14886"/>
                </a:lnTo>
                <a:lnTo>
                  <a:pt x="646" y="14886"/>
                </a:lnTo>
                <a:lnTo>
                  <a:pt x="733" y="15011"/>
                </a:lnTo>
                <a:lnTo>
                  <a:pt x="819" y="15136"/>
                </a:lnTo>
                <a:lnTo>
                  <a:pt x="1035" y="15303"/>
                </a:lnTo>
                <a:lnTo>
                  <a:pt x="1509" y="15596"/>
                </a:lnTo>
                <a:lnTo>
                  <a:pt x="2803" y="16388"/>
                </a:lnTo>
                <a:lnTo>
                  <a:pt x="4182" y="17305"/>
                </a:lnTo>
                <a:lnTo>
                  <a:pt x="5476" y="18306"/>
                </a:lnTo>
                <a:lnTo>
                  <a:pt x="7546" y="19932"/>
                </a:lnTo>
                <a:lnTo>
                  <a:pt x="7546" y="19974"/>
                </a:lnTo>
                <a:lnTo>
                  <a:pt x="7631" y="20057"/>
                </a:lnTo>
                <a:lnTo>
                  <a:pt x="7717" y="20057"/>
                </a:lnTo>
                <a:lnTo>
                  <a:pt x="8019" y="20307"/>
                </a:lnTo>
                <a:lnTo>
                  <a:pt x="8580" y="20725"/>
                </a:lnTo>
                <a:lnTo>
                  <a:pt x="9140" y="21100"/>
                </a:lnTo>
                <a:lnTo>
                  <a:pt x="9443" y="21225"/>
                </a:lnTo>
                <a:lnTo>
                  <a:pt x="9701" y="21350"/>
                </a:lnTo>
                <a:lnTo>
                  <a:pt x="10002" y="21433"/>
                </a:lnTo>
                <a:lnTo>
                  <a:pt x="10131" y="21433"/>
                </a:lnTo>
                <a:lnTo>
                  <a:pt x="10304" y="21392"/>
                </a:lnTo>
                <a:lnTo>
                  <a:pt x="10348" y="21308"/>
                </a:lnTo>
                <a:lnTo>
                  <a:pt x="10390" y="21267"/>
                </a:lnTo>
                <a:lnTo>
                  <a:pt x="10390" y="21183"/>
                </a:lnTo>
                <a:lnTo>
                  <a:pt x="10348" y="21100"/>
                </a:lnTo>
                <a:lnTo>
                  <a:pt x="10261" y="21017"/>
                </a:lnTo>
                <a:lnTo>
                  <a:pt x="10131" y="20933"/>
                </a:lnTo>
                <a:lnTo>
                  <a:pt x="9916" y="20850"/>
                </a:lnTo>
                <a:lnTo>
                  <a:pt x="9873" y="20850"/>
                </a:lnTo>
                <a:lnTo>
                  <a:pt x="9873" y="20433"/>
                </a:lnTo>
                <a:lnTo>
                  <a:pt x="9830" y="20224"/>
                </a:lnTo>
                <a:lnTo>
                  <a:pt x="10131" y="20307"/>
                </a:lnTo>
                <a:lnTo>
                  <a:pt x="10520" y="20390"/>
                </a:lnTo>
                <a:lnTo>
                  <a:pt x="10433" y="20600"/>
                </a:lnTo>
                <a:lnTo>
                  <a:pt x="10433" y="20766"/>
                </a:lnTo>
                <a:lnTo>
                  <a:pt x="10477" y="20975"/>
                </a:lnTo>
                <a:lnTo>
                  <a:pt x="10563" y="21142"/>
                </a:lnTo>
                <a:lnTo>
                  <a:pt x="10433" y="21350"/>
                </a:lnTo>
                <a:lnTo>
                  <a:pt x="10433" y="21433"/>
                </a:lnTo>
                <a:lnTo>
                  <a:pt x="10477" y="21558"/>
                </a:lnTo>
                <a:lnTo>
                  <a:pt x="10606" y="21600"/>
                </a:lnTo>
                <a:lnTo>
                  <a:pt x="10692" y="21558"/>
                </a:lnTo>
                <a:lnTo>
                  <a:pt x="10908" y="21433"/>
                </a:lnTo>
                <a:lnTo>
                  <a:pt x="11080" y="21267"/>
                </a:lnTo>
                <a:lnTo>
                  <a:pt x="11425" y="20933"/>
                </a:lnTo>
                <a:lnTo>
                  <a:pt x="12157" y="20140"/>
                </a:lnTo>
                <a:lnTo>
                  <a:pt x="13581" y="18640"/>
                </a:lnTo>
                <a:lnTo>
                  <a:pt x="15046" y="16971"/>
                </a:lnTo>
                <a:lnTo>
                  <a:pt x="16470" y="15303"/>
                </a:lnTo>
                <a:lnTo>
                  <a:pt x="17806" y="13594"/>
                </a:lnTo>
                <a:lnTo>
                  <a:pt x="19057" y="11884"/>
                </a:lnTo>
                <a:lnTo>
                  <a:pt x="20349" y="10174"/>
                </a:lnTo>
                <a:lnTo>
                  <a:pt x="20910" y="9382"/>
                </a:lnTo>
                <a:lnTo>
                  <a:pt x="21169" y="8966"/>
                </a:lnTo>
                <a:lnTo>
                  <a:pt x="21427" y="8507"/>
                </a:lnTo>
                <a:lnTo>
                  <a:pt x="21513" y="8507"/>
                </a:lnTo>
                <a:lnTo>
                  <a:pt x="21557" y="8464"/>
                </a:lnTo>
                <a:lnTo>
                  <a:pt x="21600" y="8381"/>
                </a:lnTo>
                <a:lnTo>
                  <a:pt x="21600" y="8299"/>
                </a:lnTo>
                <a:lnTo>
                  <a:pt x="21471" y="8048"/>
                </a:lnTo>
                <a:lnTo>
                  <a:pt x="21341" y="7798"/>
                </a:lnTo>
                <a:lnTo>
                  <a:pt x="20954" y="7381"/>
                </a:lnTo>
                <a:lnTo>
                  <a:pt x="20737" y="7214"/>
                </a:lnTo>
                <a:lnTo>
                  <a:pt x="20479" y="7047"/>
                </a:lnTo>
                <a:lnTo>
                  <a:pt x="20306" y="6964"/>
                </a:lnTo>
                <a:lnTo>
                  <a:pt x="20134" y="6922"/>
                </a:lnTo>
                <a:lnTo>
                  <a:pt x="19875" y="6339"/>
                </a:lnTo>
                <a:lnTo>
                  <a:pt x="19789" y="6047"/>
                </a:lnTo>
                <a:lnTo>
                  <a:pt x="19745" y="5754"/>
                </a:lnTo>
                <a:lnTo>
                  <a:pt x="19745" y="5587"/>
                </a:lnTo>
                <a:lnTo>
                  <a:pt x="19660" y="5421"/>
                </a:lnTo>
                <a:lnTo>
                  <a:pt x="19574" y="5337"/>
                </a:lnTo>
                <a:lnTo>
                  <a:pt x="19357" y="5337"/>
                </a:lnTo>
                <a:lnTo>
                  <a:pt x="19272" y="5379"/>
                </a:lnTo>
                <a:lnTo>
                  <a:pt x="19228" y="5421"/>
                </a:lnTo>
                <a:lnTo>
                  <a:pt x="19272" y="5504"/>
                </a:lnTo>
                <a:lnTo>
                  <a:pt x="19315" y="5546"/>
                </a:lnTo>
                <a:lnTo>
                  <a:pt x="19315" y="6089"/>
                </a:lnTo>
                <a:lnTo>
                  <a:pt x="19357" y="6297"/>
                </a:lnTo>
                <a:lnTo>
                  <a:pt x="19444" y="6547"/>
                </a:lnTo>
                <a:lnTo>
                  <a:pt x="19616" y="6964"/>
                </a:lnTo>
                <a:lnTo>
                  <a:pt x="19962" y="7964"/>
                </a:lnTo>
                <a:lnTo>
                  <a:pt x="20005" y="8048"/>
                </a:lnTo>
                <a:lnTo>
                  <a:pt x="19444" y="7923"/>
                </a:lnTo>
                <a:lnTo>
                  <a:pt x="18711" y="7798"/>
                </a:lnTo>
                <a:lnTo>
                  <a:pt x="17978" y="7631"/>
                </a:lnTo>
                <a:lnTo>
                  <a:pt x="17848" y="7547"/>
                </a:lnTo>
                <a:lnTo>
                  <a:pt x="17892" y="7506"/>
                </a:lnTo>
                <a:lnTo>
                  <a:pt x="18021" y="7297"/>
                </a:lnTo>
                <a:lnTo>
                  <a:pt x="18452" y="6714"/>
                </a:lnTo>
                <a:lnTo>
                  <a:pt x="18840" y="6130"/>
                </a:lnTo>
                <a:lnTo>
                  <a:pt x="19142" y="5587"/>
                </a:lnTo>
                <a:lnTo>
                  <a:pt x="19228" y="5504"/>
                </a:lnTo>
                <a:lnTo>
                  <a:pt x="19228" y="5379"/>
                </a:lnTo>
                <a:lnTo>
                  <a:pt x="19186" y="5254"/>
                </a:lnTo>
                <a:lnTo>
                  <a:pt x="19099" y="5129"/>
                </a:lnTo>
                <a:lnTo>
                  <a:pt x="18884" y="4921"/>
                </a:lnTo>
                <a:lnTo>
                  <a:pt x="18323" y="4587"/>
                </a:lnTo>
                <a:lnTo>
                  <a:pt x="17073" y="3712"/>
                </a:lnTo>
                <a:lnTo>
                  <a:pt x="14615" y="1960"/>
                </a:lnTo>
                <a:lnTo>
                  <a:pt x="13452" y="1167"/>
                </a:lnTo>
                <a:lnTo>
                  <a:pt x="12287" y="375"/>
                </a:lnTo>
                <a:lnTo>
                  <a:pt x="11899" y="167"/>
                </a:lnTo>
                <a:lnTo>
                  <a:pt x="11511" y="42"/>
                </a:lnTo>
                <a:lnTo>
                  <a:pt x="11296" y="0"/>
                </a:lnTo>
                <a:close/>
              </a:path>
            </a:pathLst>
          </a:custGeom>
          <a:solidFill>
            <a:schemeClr val="accent1"/>
          </a:solidFill>
          <a:ln w="12700">
            <a:miter lim="400000"/>
          </a:ln>
        </p:spPr>
        <p:txBody>
          <a:bodyPr lIns="0" tIns="0" rIns="0" bIns="0" anchor="ctr"/>
          <a:lstStyle/>
          <a:p>
            <a:pPr>
              <a:defRPr>
                <a:solidFill>
                  <a:srgbClr val="A4C2F4"/>
                </a:solidFill>
              </a:defRPr>
            </a:pPr>
          </a:p>
        </p:txBody>
      </p:sp>
      <p:sp>
        <p:nvSpPr>
          <p:cNvPr id="579" name="Google Shape;227;p3"/>
          <p:cNvSpPr/>
          <p:nvPr/>
        </p:nvSpPr>
        <p:spPr>
          <a:xfrm>
            <a:off x="700482" y="4557628"/>
            <a:ext cx="504614" cy="4005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826" y="3478"/>
                </a:moveTo>
                <a:lnTo>
                  <a:pt x="13094" y="3535"/>
                </a:lnTo>
                <a:lnTo>
                  <a:pt x="13584" y="3703"/>
                </a:lnTo>
                <a:lnTo>
                  <a:pt x="14028" y="3983"/>
                </a:lnTo>
                <a:lnTo>
                  <a:pt x="13895" y="3983"/>
                </a:lnTo>
                <a:lnTo>
                  <a:pt x="12915" y="4433"/>
                </a:lnTo>
                <a:lnTo>
                  <a:pt x="11980" y="4881"/>
                </a:lnTo>
                <a:lnTo>
                  <a:pt x="11224" y="5274"/>
                </a:lnTo>
                <a:lnTo>
                  <a:pt x="10421" y="5667"/>
                </a:lnTo>
                <a:lnTo>
                  <a:pt x="9665" y="6172"/>
                </a:lnTo>
                <a:lnTo>
                  <a:pt x="9308" y="6452"/>
                </a:lnTo>
                <a:lnTo>
                  <a:pt x="8996" y="6788"/>
                </a:lnTo>
                <a:lnTo>
                  <a:pt x="9264" y="6228"/>
                </a:lnTo>
                <a:lnTo>
                  <a:pt x="9575" y="5723"/>
                </a:lnTo>
                <a:lnTo>
                  <a:pt x="9887" y="5217"/>
                </a:lnTo>
                <a:lnTo>
                  <a:pt x="10244" y="4826"/>
                </a:lnTo>
                <a:lnTo>
                  <a:pt x="10645" y="4433"/>
                </a:lnTo>
                <a:lnTo>
                  <a:pt x="11045" y="4096"/>
                </a:lnTo>
                <a:lnTo>
                  <a:pt x="11535" y="3815"/>
                </a:lnTo>
                <a:lnTo>
                  <a:pt x="12025" y="3591"/>
                </a:lnTo>
                <a:lnTo>
                  <a:pt x="12292" y="3535"/>
                </a:lnTo>
                <a:lnTo>
                  <a:pt x="12559" y="3478"/>
                </a:lnTo>
                <a:close/>
                <a:moveTo>
                  <a:pt x="1559" y="3255"/>
                </a:moveTo>
                <a:lnTo>
                  <a:pt x="1514" y="3310"/>
                </a:lnTo>
                <a:lnTo>
                  <a:pt x="1336" y="3478"/>
                </a:lnTo>
                <a:lnTo>
                  <a:pt x="1202" y="3703"/>
                </a:lnTo>
                <a:lnTo>
                  <a:pt x="980" y="4151"/>
                </a:lnTo>
                <a:lnTo>
                  <a:pt x="713" y="3983"/>
                </a:lnTo>
                <a:lnTo>
                  <a:pt x="534" y="3703"/>
                </a:lnTo>
                <a:lnTo>
                  <a:pt x="312" y="3423"/>
                </a:lnTo>
                <a:lnTo>
                  <a:pt x="222" y="3366"/>
                </a:lnTo>
                <a:lnTo>
                  <a:pt x="134" y="3366"/>
                </a:lnTo>
                <a:lnTo>
                  <a:pt x="44" y="3423"/>
                </a:lnTo>
                <a:lnTo>
                  <a:pt x="0" y="3535"/>
                </a:lnTo>
                <a:lnTo>
                  <a:pt x="0" y="3815"/>
                </a:lnTo>
                <a:lnTo>
                  <a:pt x="89" y="4039"/>
                </a:lnTo>
                <a:lnTo>
                  <a:pt x="177" y="4264"/>
                </a:lnTo>
                <a:lnTo>
                  <a:pt x="312" y="4489"/>
                </a:lnTo>
                <a:lnTo>
                  <a:pt x="489" y="4657"/>
                </a:lnTo>
                <a:lnTo>
                  <a:pt x="713" y="4769"/>
                </a:lnTo>
                <a:lnTo>
                  <a:pt x="356" y="5667"/>
                </a:lnTo>
                <a:lnTo>
                  <a:pt x="89" y="6565"/>
                </a:lnTo>
                <a:lnTo>
                  <a:pt x="89" y="6845"/>
                </a:lnTo>
                <a:lnTo>
                  <a:pt x="177" y="6956"/>
                </a:lnTo>
                <a:lnTo>
                  <a:pt x="267" y="7013"/>
                </a:lnTo>
                <a:lnTo>
                  <a:pt x="356" y="7069"/>
                </a:lnTo>
                <a:lnTo>
                  <a:pt x="446" y="7013"/>
                </a:lnTo>
                <a:lnTo>
                  <a:pt x="534" y="6956"/>
                </a:lnTo>
                <a:lnTo>
                  <a:pt x="623" y="6845"/>
                </a:lnTo>
                <a:lnTo>
                  <a:pt x="1202" y="5106"/>
                </a:lnTo>
                <a:lnTo>
                  <a:pt x="1514" y="4264"/>
                </a:lnTo>
                <a:lnTo>
                  <a:pt x="1603" y="3815"/>
                </a:lnTo>
                <a:lnTo>
                  <a:pt x="1693" y="3366"/>
                </a:lnTo>
                <a:lnTo>
                  <a:pt x="1648" y="3310"/>
                </a:lnTo>
                <a:lnTo>
                  <a:pt x="1603" y="3255"/>
                </a:lnTo>
                <a:close/>
                <a:moveTo>
                  <a:pt x="14207" y="4151"/>
                </a:moveTo>
                <a:lnTo>
                  <a:pt x="14519" y="4489"/>
                </a:lnTo>
                <a:lnTo>
                  <a:pt x="14741" y="4826"/>
                </a:lnTo>
                <a:lnTo>
                  <a:pt x="14831" y="4994"/>
                </a:lnTo>
                <a:lnTo>
                  <a:pt x="14341" y="5217"/>
                </a:lnTo>
                <a:lnTo>
                  <a:pt x="13895" y="5442"/>
                </a:lnTo>
                <a:lnTo>
                  <a:pt x="11847" y="6396"/>
                </a:lnTo>
                <a:lnTo>
                  <a:pt x="10021" y="7294"/>
                </a:lnTo>
                <a:lnTo>
                  <a:pt x="9086" y="7799"/>
                </a:lnTo>
                <a:lnTo>
                  <a:pt x="8640" y="8079"/>
                </a:lnTo>
                <a:lnTo>
                  <a:pt x="8239" y="8415"/>
                </a:lnTo>
                <a:lnTo>
                  <a:pt x="8907" y="6956"/>
                </a:lnTo>
                <a:lnTo>
                  <a:pt x="8952" y="6956"/>
                </a:lnTo>
                <a:lnTo>
                  <a:pt x="10154" y="6228"/>
                </a:lnTo>
                <a:lnTo>
                  <a:pt x="11357" y="5554"/>
                </a:lnTo>
                <a:lnTo>
                  <a:pt x="13851" y="4376"/>
                </a:lnTo>
                <a:lnTo>
                  <a:pt x="13895" y="4489"/>
                </a:lnTo>
                <a:lnTo>
                  <a:pt x="13985" y="4544"/>
                </a:lnTo>
                <a:lnTo>
                  <a:pt x="14073" y="4601"/>
                </a:lnTo>
                <a:lnTo>
                  <a:pt x="14163" y="4544"/>
                </a:lnTo>
                <a:lnTo>
                  <a:pt x="14252" y="4433"/>
                </a:lnTo>
                <a:lnTo>
                  <a:pt x="14252" y="4264"/>
                </a:lnTo>
                <a:lnTo>
                  <a:pt x="14207" y="4151"/>
                </a:lnTo>
                <a:close/>
                <a:moveTo>
                  <a:pt x="14965" y="5385"/>
                </a:moveTo>
                <a:lnTo>
                  <a:pt x="15053" y="5499"/>
                </a:lnTo>
                <a:lnTo>
                  <a:pt x="15098" y="5499"/>
                </a:lnTo>
                <a:lnTo>
                  <a:pt x="15277" y="6003"/>
                </a:lnTo>
                <a:lnTo>
                  <a:pt x="15232" y="6003"/>
                </a:lnTo>
                <a:lnTo>
                  <a:pt x="15143" y="6060"/>
                </a:lnTo>
                <a:lnTo>
                  <a:pt x="14920" y="6283"/>
                </a:lnTo>
                <a:lnTo>
                  <a:pt x="14697" y="6452"/>
                </a:lnTo>
                <a:lnTo>
                  <a:pt x="14207" y="6733"/>
                </a:lnTo>
                <a:lnTo>
                  <a:pt x="13673" y="7013"/>
                </a:lnTo>
                <a:lnTo>
                  <a:pt x="13138" y="7238"/>
                </a:lnTo>
                <a:lnTo>
                  <a:pt x="12069" y="7686"/>
                </a:lnTo>
                <a:lnTo>
                  <a:pt x="11000" y="8247"/>
                </a:lnTo>
                <a:lnTo>
                  <a:pt x="9976" y="8752"/>
                </a:lnTo>
                <a:lnTo>
                  <a:pt x="8952" y="9370"/>
                </a:lnTo>
                <a:lnTo>
                  <a:pt x="8194" y="9763"/>
                </a:lnTo>
                <a:lnTo>
                  <a:pt x="7794" y="10043"/>
                </a:lnTo>
                <a:lnTo>
                  <a:pt x="7393" y="10323"/>
                </a:lnTo>
                <a:lnTo>
                  <a:pt x="7660" y="9763"/>
                </a:lnTo>
                <a:lnTo>
                  <a:pt x="8106" y="8640"/>
                </a:lnTo>
                <a:lnTo>
                  <a:pt x="8996" y="8360"/>
                </a:lnTo>
                <a:lnTo>
                  <a:pt x="9842" y="7911"/>
                </a:lnTo>
                <a:lnTo>
                  <a:pt x="11491" y="7069"/>
                </a:lnTo>
                <a:lnTo>
                  <a:pt x="13272" y="6228"/>
                </a:lnTo>
                <a:lnTo>
                  <a:pt x="14118" y="5835"/>
                </a:lnTo>
                <a:lnTo>
                  <a:pt x="14965" y="5385"/>
                </a:lnTo>
                <a:close/>
                <a:moveTo>
                  <a:pt x="6191" y="12848"/>
                </a:moveTo>
                <a:lnTo>
                  <a:pt x="6056" y="12905"/>
                </a:lnTo>
                <a:lnTo>
                  <a:pt x="6013" y="12960"/>
                </a:lnTo>
                <a:lnTo>
                  <a:pt x="6013" y="13016"/>
                </a:lnTo>
                <a:lnTo>
                  <a:pt x="5968" y="13409"/>
                </a:lnTo>
                <a:lnTo>
                  <a:pt x="5923" y="13746"/>
                </a:lnTo>
                <a:lnTo>
                  <a:pt x="5923" y="14139"/>
                </a:lnTo>
                <a:lnTo>
                  <a:pt x="5968" y="14307"/>
                </a:lnTo>
                <a:lnTo>
                  <a:pt x="6056" y="14475"/>
                </a:lnTo>
                <a:lnTo>
                  <a:pt x="6101" y="14531"/>
                </a:lnTo>
                <a:lnTo>
                  <a:pt x="6280" y="14531"/>
                </a:lnTo>
                <a:lnTo>
                  <a:pt x="6325" y="14475"/>
                </a:lnTo>
                <a:lnTo>
                  <a:pt x="6413" y="14362"/>
                </a:lnTo>
                <a:lnTo>
                  <a:pt x="6458" y="14194"/>
                </a:lnTo>
                <a:lnTo>
                  <a:pt x="6458" y="13409"/>
                </a:lnTo>
                <a:lnTo>
                  <a:pt x="6413" y="13016"/>
                </a:lnTo>
                <a:lnTo>
                  <a:pt x="6368" y="12960"/>
                </a:lnTo>
                <a:lnTo>
                  <a:pt x="6325" y="12905"/>
                </a:lnTo>
                <a:lnTo>
                  <a:pt x="6191" y="12848"/>
                </a:lnTo>
                <a:close/>
                <a:moveTo>
                  <a:pt x="6325" y="14812"/>
                </a:moveTo>
                <a:lnTo>
                  <a:pt x="6235" y="14869"/>
                </a:lnTo>
                <a:lnTo>
                  <a:pt x="6146" y="14924"/>
                </a:lnTo>
                <a:lnTo>
                  <a:pt x="6101" y="14980"/>
                </a:lnTo>
                <a:lnTo>
                  <a:pt x="6056" y="15148"/>
                </a:lnTo>
                <a:lnTo>
                  <a:pt x="6056" y="15260"/>
                </a:lnTo>
                <a:lnTo>
                  <a:pt x="5968" y="15765"/>
                </a:lnTo>
                <a:lnTo>
                  <a:pt x="5968" y="16271"/>
                </a:lnTo>
                <a:lnTo>
                  <a:pt x="6013" y="16439"/>
                </a:lnTo>
                <a:lnTo>
                  <a:pt x="6056" y="16494"/>
                </a:lnTo>
                <a:lnTo>
                  <a:pt x="6146" y="16551"/>
                </a:lnTo>
                <a:lnTo>
                  <a:pt x="6280" y="16551"/>
                </a:lnTo>
                <a:lnTo>
                  <a:pt x="6368" y="16494"/>
                </a:lnTo>
                <a:lnTo>
                  <a:pt x="6413" y="16439"/>
                </a:lnTo>
                <a:lnTo>
                  <a:pt x="6413" y="15710"/>
                </a:lnTo>
                <a:lnTo>
                  <a:pt x="6502" y="15148"/>
                </a:lnTo>
                <a:lnTo>
                  <a:pt x="6502" y="15037"/>
                </a:lnTo>
                <a:lnTo>
                  <a:pt x="6458" y="14924"/>
                </a:lnTo>
                <a:lnTo>
                  <a:pt x="6413" y="14869"/>
                </a:lnTo>
                <a:lnTo>
                  <a:pt x="6325" y="14812"/>
                </a:lnTo>
                <a:close/>
                <a:moveTo>
                  <a:pt x="17726" y="14531"/>
                </a:moveTo>
                <a:lnTo>
                  <a:pt x="17681" y="14644"/>
                </a:lnTo>
                <a:lnTo>
                  <a:pt x="17592" y="15092"/>
                </a:lnTo>
                <a:lnTo>
                  <a:pt x="17503" y="15485"/>
                </a:lnTo>
                <a:lnTo>
                  <a:pt x="17458" y="16383"/>
                </a:lnTo>
                <a:lnTo>
                  <a:pt x="17503" y="16494"/>
                </a:lnTo>
                <a:lnTo>
                  <a:pt x="17547" y="16608"/>
                </a:lnTo>
                <a:lnTo>
                  <a:pt x="17637" y="16663"/>
                </a:lnTo>
                <a:lnTo>
                  <a:pt x="17726" y="16719"/>
                </a:lnTo>
                <a:lnTo>
                  <a:pt x="17814" y="16719"/>
                </a:lnTo>
                <a:lnTo>
                  <a:pt x="17904" y="16663"/>
                </a:lnTo>
                <a:lnTo>
                  <a:pt x="17948" y="16608"/>
                </a:lnTo>
                <a:lnTo>
                  <a:pt x="17993" y="16494"/>
                </a:lnTo>
                <a:lnTo>
                  <a:pt x="17993" y="15037"/>
                </a:lnTo>
                <a:lnTo>
                  <a:pt x="17904" y="14644"/>
                </a:lnTo>
                <a:lnTo>
                  <a:pt x="17859" y="14531"/>
                </a:lnTo>
                <a:close/>
                <a:moveTo>
                  <a:pt x="15454" y="6396"/>
                </a:moveTo>
                <a:lnTo>
                  <a:pt x="15766" y="7463"/>
                </a:lnTo>
                <a:lnTo>
                  <a:pt x="15499" y="7631"/>
                </a:lnTo>
                <a:lnTo>
                  <a:pt x="15187" y="7799"/>
                </a:lnTo>
                <a:lnTo>
                  <a:pt x="14608" y="8136"/>
                </a:lnTo>
                <a:lnTo>
                  <a:pt x="13317" y="8920"/>
                </a:lnTo>
                <a:lnTo>
                  <a:pt x="12114" y="9650"/>
                </a:lnTo>
                <a:lnTo>
                  <a:pt x="10912" y="10268"/>
                </a:lnTo>
                <a:lnTo>
                  <a:pt x="9798" y="10716"/>
                </a:lnTo>
                <a:lnTo>
                  <a:pt x="8640" y="11166"/>
                </a:lnTo>
                <a:lnTo>
                  <a:pt x="8106" y="11445"/>
                </a:lnTo>
                <a:lnTo>
                  <a:pt x="7572" y="11782"/>
                </a:lnTo>
                <a:lnTo>
                  <a:pt x="7036" y="12118"/>
                </a:lnTo>
                <a:lnTo>
                  <a:pt x="6592" y="12568"/>
                </a:lnTo>
                <a:lnTo>
                  <a:pt x="6547" y="12623"/>
                </a:lnTo>
                <a:lnTo>
                  <a:pt x="6547" y="12680"/>
                </a:lnTo>
                <a:lnTo>
                  <a:pt x="6592" y="12736"/>
                </a:lnTo>
                <a:lnTo>
                  <a:pt x="6635" y="12736"/>
                </a:lnTo>
                <a:lnTo>
                  <a:pt x="7794" y="12175"/>
                </a:lnTo>
                <a:lnTo>
                  <a:pt x="8907" y="11614"/>
                </a:lnTo>
                <a:lnTo>
                  <a:pt x="10154" y="11109"/>
                </a:lnTo>
                <a:lnTo>
                  <a:pt x="11401" y="10548"/>
                </a:lnTo>
                <a:lnTo>
                  <a:pt x="12559" y="9986"/>
                </a:lnTo>
                <a:lnTo>
                  <a:pt x="13673" y="9313"/>
                </a:lnTo>
                <a:lnTo>
                  <a:pt x="14965" y="8529"/>
                </a:lnTo>
                <a:lnTo>
                  <a:pt x="15454" y="8247"/>
                </a:lnTo>
                <a:lnTo>
                  <a:pt x="15677" y="8079"/>
                </a:lnTo>
                <a:lnTo>
                  <a:pt x="15944" y="7967"/>
                </a:lnTo>
                <a:lnTo>
                  <a:pt x="15988" y="8191"/>
                </a:lnTo>
                <a:lnTo>
                  <a:pt x="16300" y="8977"/>
                </a:lnTo>
                <a:lnTo>
                  <a:pt x="16256" y="8977"/>
                </a:lnTo>
                <a:lnTo>
                  <a:pt x="16212" y="8865"/>
                </a:lnTo>
                <a:lnTo>
                  <a:pt x="16123" y="8809"/>
                </a:lnTo>
                <a:lnTo>
                  <a:pt x="16033" y="8752"/>
                </a:lnTo>
                <a:lnTo>
                  <a:pt x="15944" y="8809"/>
                </a:lnTo>
                <a:lnTo>
                  <a:pt x="14831" y="9538"/>
                </a:lnTo>
                <a:lnTo>
                  <a:pt x="13718" y="10211"/>
                </a:lnTo>
                <a:lnTo>
                  <a:pt x="12559" y="10829"/>
                </a:lnTo>
                <a:lnTo>
                  <a:pt x="11446" y="11445"/>
                </a:lnTo>
                <a:lnTo>
                  <a:pt x="10288" y="12007"/>
                </a:lnTo>
                <a:lnTo>
                  <a:pt x="9129" y="12512"/>
                </a:lnTo>
                <a:lnTo>
                  <a:pt x="8061" y="12960"/>
                </a:lnTo>
                <a:lnTo>
                  <a:pt x="7482" y="13241"/>
                </a:lnTo>
                <a:lnTo>
                  <a:pt x="7259" y="13409"/>
                </a:lnTo>
                <a:lnTo>
                  <a:pt x="6992" y="13578"/>
                </a:lnTo>
                <a:lnTo>
                  <a:pt x="6992" y="13689"/>
                </a:lnTo>
                <a:lnTo>
                  <a:pt x="7615" y="13689"/>
                </a:lnTo>
                <a:lnTo>
                  <a:pt x="8149" y="13466"/>
                </a:lnTo>
                <a:lnTo>
                  <a:pt x="9264" y="13016"/>
                </a:lnTo>
                <a:lnTo>
                  <a:pt x="10466" y="12455"/>
                </a:lnTo>
                <a:lnTo>
                  <a:pt x="11668" y="11894"/>
                </a:lnTo>
                <a:lnTo>
                  <a:pt x="12782" y="11334"/>
                </a:lnTo>
                <a:lnTo>
                  <a:pt x="13851" y="10716"/>
                </a:lnTo>
                <a:lnTo>
                  <a:pt x="14920" y="10099"/>
                </a:lnTo>
                <a:lnTo>
                  <a:pt x="15944" y="9425"/>
                </a:lnTo>
                <a:lnTo>
                  <a:pt x="16033" y="9482"/>
                </a:lnTo>
                <a:lnTo>
                  <a:pt x="16167" y="9482"/>
                </a:lnTo>
                <a:lnTo>
                  <a:pt x="16256" y="9425"/>
                </a:lnTo>
                <a:lnTo>
                  <a:pt x="16345" y="9313"/>
                </a:lnTo>
                <a:lnTo>
                  <a:pt x="16390" y="9257"/>
                </a:lnTo>
                <a:lnTo>
                  <a:pt x="16834" y="10268"/>
                </a:lnTo>
                <a:lnTo>
                  <a:pt x="16567" y="10379"/>
                </a:lnTo>
                <a:lnTo>
                  <a:pt x="16345" y="10491"/>
                </a:lnTo>
                <a:lnTo>
                  <a:pt x="15677" y="10829"/>
                </a:lnTo>
                <a:lnTo>
                  <a:pt x="15053" y="11221"/>
                </a:lnTo>
                <a:lnTo>
                  <a:pt x="13628" y="12175"/>
                </a:lnTo>
                <a:lnTo>
                  <a:pt x="12960" y="12623"/>
                </a:lnTo>
                <a:lnTo>
                  <a:pt x="12204" y="13073"/>
                </a:lnTo>
                <a:lnTo>
                  <a:pt x="11446" y="13409"/>
                </a:lnTo>
                <a:lnTo>
                  <a:pt x="10688" y="13689"/>
                </a:lnTo>
                <a:lnTo>
                  <a:pt x="9129" y="14251"/>
                </a:lnTo>
                <a:lnTo>
                  <a:pt x="7527" y="14869"/>
                </a:lnTo>
                <a:lnTo>
                  <a:pt x="7036" y="15092"/>
                </a:lnTo>
                <a:lnTo>
                  <a:pt x="6859" y="15317"/>
                </a:lnTo>
                <a:lnTo>
                  <a:pt x="6769" y="15373"/>
                </a:lnTo>
                <a:lnTo>
                  <a:pt x="6769" y="15317"/>
                </a:lnTo>
                <a:lnTo>
                  <a:pt x="6725" y="15260"/>
                </a:lnTo>
                <a:lnTo>
                  <a:pt x="6725" y="15317"/>
                </a:lnTo>
                <a:lnTo>
                  <a:pt x="6680" y="15428"/>
                </a:lnTo>
                <a:lnTo>
                  <a:pt x="6680" y="15597"/>
                </a:lnTo>
                <a:lnTo>
                  <a:pt x="6725" y="15653"/>
                </a:lnTo>
                <a:lnTo>
                  <a:pt x="6769" y="15653"/>
                </a:lnTo>
                <a:lnTo>
                  <a:pt x="7036" y="15485"/>
                </a:lnTo>
                <a:lnTo>
                  <a:pt x="7304" y="15373"/>
                </a:lnTo>
                <a:lnTo>
                  <a:pt x="7927" y="15205"/>
                </a:lnTo>
                <a:lnTo>
                  <a:pt x="9353" y="14644"/>
                </a:lnTo>
                <a:lnTo>
                  <a:pt x="10778" y="14194"/>
                </a:lnTo>
                <a:lnTo>
                  <a:pt x="11491" y="13914"/>
                </a:lnTo>
                <a:lnTo>
                  <a:pt x="12159" y="13578"/>
                </a:lnTo>
                <a:lnTo>
                  <a:pt x="12782" y="13298"/>
                </a:lnTo>
                <a:lnTo>
                  <a:pt x="13361" y="12905"/>
                </a:lnTo>
                <a:lnTo>
                  <a:pt x="14519" y="12118"/>
                </a:lnTo>
                <a:lnTo>
                  <a:pt x="15143" y="11725"/>
                </a:lnTo>
                <a:lnTo>
                  <a:pt x="15766" y="11334"/>
                </a:lnTo>
                <a:lnTo>
                  <a:pt x="16479" y="10997"/>
                </a:lnTo>
                <a:lnTo>
                  <a:pt x="16701" y="10884"/>
                </a:lnTo>
                <a:lnTo>
                  <a:pt x="17013" y="10772"/>
                </a:lnTo>
                <a:lnTo>
                  <a:pt x="17058" y="10829"/>
                </a:lnTo>
                <a:lnTo>
                  <a:pt x="17191" y="10829"/>
                </a:lnTo>
                <a:lnTo>
                  <a:pt x="17236" y="10997"/>
                </a:lnTo>
                <a:lnTo>
                  <a:pt x="16791" y="11277"/>
                </a:lnTo>
                <a:lnTo>
                  <a:pt x="16390" y="11614"/>
                </a:lnTo>
                <a:lnTo>
                  <a:pt x="15098" y="12568"/>
                </a:lnTo>
                <a:lnTo>
                  <a:pt x="13761" y="13409"/>
                </a:lnTo>
                <a:lnTo>
                  <a:pt x="12381" y="14139"/>
                </a:lnTo>
                <a:lnTo>
                  <a:pt x="11000" y="14812"/>
                </a:lnTo>
                <a:lnTo>
                  <a:pt x="9575" y="15428"/>
                </a:lnTo>
                <a:lnTo>
                  <a:pt x="8194" y="15990"/>
                </a:lnTo>
                <a:lnTo>
                  <a:pt x="7527" y="16271"/>
                </a:lnTo>
                <a:lnTo>
                  <a:pt x="7170" y="16439"/>
                </a:lnTo>
                <a:lnTo>
                  <a:pt x="6859" y="16663"/>
                </a:lnTo>
                <a:lnTo>
                  <a:pt x="6814" y="16719"/>
                </a:lnTo>
                <a:lnTo>
                  <a:pt x="6814" y="16831"/>
                </a:lnTo>
                <a:lnTo>
                  <a:pt x="6903" y="16888"/>
                </a:lnTo>
                <a:lnTo>
                  <a:pt x="7215" y="16831"/>
                </a:lnTo>
                <a:lnTo>
                  <a:pt x="7527" y="16776"/>
                </a:lnTo>
                <a:lnTo>
                  <a:pt x="8149" y="16551"/>
                </a:lnTo>
                <a:lnTo>
                  <a:pt x="8907" y="16215"/>
                </a:lnTo>
                <a:lnTo>
                  <a:pt x="9665" y="15935"/>
                </a:lnTo>
                <a:lnTo>
                  <a:pt x="11179" y="15317"/>
                </a:lnTo>
                <a:lnTo>
                  <a:pt x="12648" y="14587"/>
                </a:lnTo>
                <a:lnTo>
                  <a:pt x="13895" y="13858"/>
                </a:lnTo>
                <a:lnTo>
                  <a:pt x="15143" y="13128"/>
                </a:lnTo>
                <a:lnTo>
                  <a:pt x="16479" y="12175"/>
                </a:lnTo>
                <a:lnTo>
                  <a:pt x="17013" y="11839"/>
                </a:lnTo>
                <a:lnTo>
                  <a:pt x="17280" y="11614"/>
                </a:lnTo>
                <a:lnTo>
                  <a:pt x="17503" y="11389"/>
                </a:lnTo>
                <a:lnTo>
                  <a:pt x="17637" y="11614"/>
                </a:lnTo>
                <a:lnTo>
                  <a:pt x="17637" y="11670"/>
                </a:lnTo>
                <a:lnTo>
                  <a:pt x="17503" y="12175"/>
                </a:lnTo>
                <a:lnTo>
                  <a:pt x="17503" y="12736"/>
                </a:lnTo>
                <a:lnTo>
                  <a:pt x="17414" y="12623"/>
                </a:lnTo>
                <a:lnTo>
                  <a:pt x="17280" y="12623"/>
                </a:lnTo>
                <a:lnTo>
                  <a:pt x="16791" y="12905"/>
                </a:lnTo>
                <a:lnTo>
                  <a:pt x="16300" y="13241"/>
                </a:lnTo>
                <a:lnTo>
                  <a:pt x="15410" y="13971"/>
                </a:lnTo>
                <a:lnTo>
                  <a:pt x="14875" y="14419"/>
                </a:lnTo>
                <a:lnTo>
                  <a:pt x="14297" y="14812"/>
                </a:lnTo>
                <a:lnTo>
                  <a:pt x="13718" y="15205"/>
                </a:lnTo>
                <a:lnTo>
                  <a:pt x="13138" y="15485"/>
                </a:lnTo>
                <a:lnTo>
                  <a:pt x="10511" y="16551"/>
                </a:lnTo>
                <a:lnTo>
                  <a:pt x="9398" y="16999"/>
                </a:lnTo>
                <a:lnTo>
                  <a:pt x="8862" y="17224"/>
                </a:lnTo>
                <a:lnTo>
                  <a:pt x="8328" y="17505"/>
                </a:lnTo>
                <a:lnTo>
                  <a:pt x="6413" y="17449"/>
                </a:lnTo>
                <a:lnTo>
                  <a:pt x="6368" y="17112"/>
                </a:lnTo>
                <a:lnTo>
                  <a:pt x="6280" y="16999"/>
                </a:lnTo>
                <a:lnTo>
                  <a:pt x="6101" y="16999"/>
                </a:lnTo>
                <a:lnTo>
                  <a:pt x="6056" y="17112"/>
                </a:lnTo>
                <a:lnTo>
                  <a:pt x="6013" y="17449"/>
                </a:lnTo>
                <a:lnTo>
                  <a:pt x="5076" y="17337"/>
                </a:lnTo>
                <a:lnTo>
                  <a:pt x="4632" y="17337"/>
                </a:lnTo>
                <a:lnTo>
                  <a:pt x="4142" y="17392"/>
                </a:lnTo>
                <a:lnTo>
                  <a:pt x="3786" y="17449"/>
                </a:lnTo>
                <a:lnTo>
                  <a:pt x="3474" y="17674"/>
                </a:lnTo>
                <a:lnTo>
                  <a:pt x="3429" y="16831"/>
                </a:lnTo>
                <a:lnTo>
                  <a:pt x="3295" y="14419"/>
                </a:lnTo>
                <a:lnTo>
                  <a:pt x="3295" y="14026"/>
                </a:lnTo>
                <a:lnTo>
                  <a:pt x="3607" y="14026"/>
                </a:lnTo>
                <a:lnTo>
                  <a:pt x="3963" y="13971"/>
                </a:lnTo>
                <a:lnTo>
                  <a:pt x="4275" y="13858"/>
                </a:lnTo>
                <a:lnTo>
                  <a:pt x="4587" y="13746"/>
                </a:lnTo>
                <a:lnTo>
                  <a:pt x="4899" y="13521"/>
                </a:lnTo>
                <a:lnTo>
                  <a:pt x="5211" y="13298"/>
                </a:lnTo>
                <a:lnTo>
                  <a:pt x="5745" y="12848"/>
                </a:lnTo>
                <a:lnTo>
                  <a:pt x="6146" y="12400"/>
                </a:lnTo>
                <a:lnTo>
                  <a:pt x="6502" y="11894"/>
                </a:lnTo>
                <a:lnTo>
                  <a:pt x="6814" y="11389"/>
                </a:lnTo>
                <a:lnTo>
                  <a:pt x="7126" y="10884"/>
                </a:lnTo>
                <a:lnTo>
                  <a:pt x="7615" y="10716"/>
                </a:lnTo>
                <a:lnTo>
                  <a:pt x="8061" y="10436"/>
                </a:lnTo>
                <a:lnTo>
                  <a:pt x="8996" y="9818"/>
                </a:lnTo>
                <a:lnTo>
                  <a:pt x="10199" y="9145"/>
                </a:lnTo>
                <a:lnTo>
                  <a:pt x="11357" y="8529"/>
                </a:lnTo>
                <a:lnTo>
                  <a:pt x="12514" y="8022"/>
                </a:lnTo>
                <a:lnTo>
                  <a:pt x="13673" y="7463"/>
                </a:lnTo>
                <a:lnTo>
                  <a:pt x="14608" y="7069"/>
                </a:lnTo>
                <a:lnTo>
                  <a:pt x="15098" y="6733"/>
                </a:lnTo>
                <a:lnTo>
                  <a:pt x="15320" y="6452"/>
                </a:lnTo>
                <a:lnTo>
                  <a:pt x="15454" y="6396"/>
                </a:lnTo>
                <a:close/>
                <a:moveTo>
                  <a:pt x="2895" y="0"/>
                </a:moveTo>
                <a:lnTo>
                  <a:pt x="2716" y="57"/>
                </a:lnTo>
                <a:lnTo>
                  <a:pt x="2672" y="112"/>
                </a:lnTo>
                <a:lnTo>
                  <a:pt x="2627" y="168"/>
                </a:lnTo>
                <a:lnTo>
                  <a:pt x="2494" y="561"/>
                </a:lnTo>
                <a:lnTo>
                  <a:pt x="2405" y="786"/>
                </a:lnTo>
                <a:lnTo>
                  <a:pt x="1915" y="2189"/>
                </a:lnTo>
                <a:lnTo>
                  <a:pt x="1870" y="2357"/>
                </a:lnTo>
                <a:lnTo>
                  <a:pt x="1915" y="2469"/>
                </a:lnTo>
                <a:lnTo>
                  <a:pt x="1960" y="2580"/>
                </a:lnTo>
                <a:lnTo>
                  <a:pt x="2048" y="2693"/>
                </a:lnTo>
                <a:lnTo>
                  <a:pt x="2137" y="2749"/>
                </a:lnTo>
                <a:lnTo>
                  <a:pt x="2227" y="2749"/>
                </a:lnTo>
                <a:lnTo>
                  <a:pt x="2315" y="2693"/>
                </a:lnTo>
                <a:lnTo>
                  <a:pt x="2405" y="2525"/>
                </a:lnTo>
                <a:lnTo>
                  <a:pt x="2583" y="2076"/>
                </a:lnTo>
                <a:lnTo>
                  <a:pt x="2539" y="3310"/>
                </a:lnTo>
                <a:lnTo>
                  <a:pt x="2539" y="4544"/>
                </a:lnTo>
                <a:lnTo>
                  <a:pt x="2494" y="6228"/>
                </a:lnTo>
                <a:lnTo>
                  <a:pt x="2405" y="6283"/>
                </a:lnTo>
                <a:lnTo>
                  <a:pt x="2227" y="6228"/>
                </a:lnTo>
                <a:lnTo>
                  <a:pt x="2093" y="6115"/>
                </a:lnTo>
                <a:lnTo>
                  <a:pt x="1960" y="6115"/>
                </a:lnTo>
                <a:lnTo>
                  <a:pt x="1870" y="6172"/>
                </a:lnTo>
                <a:lnTo>
                  <a:pt x="1826" y="6283"/>
                </a:lnTo>
                <a:lnTo>
                  <a:pt x="1870" y="6452"/>
                </a:lnTo>
                <a:lnTo>
                  <a:pt x="2003" y="6565"/>
                </a:lnTo>
                <a:lnTo>
                  <a:pt x="2137" y="6676"/>
                </a:lnTo>
                <a:lnTo>
                  <a:pt x="2315" y="6733"/>
                </a:lnTo>
                <a:lnTo>
                  <a:pt x="2494" y="6788"/>
                </a:lnTo>
                <a:lnTo>
                  <a:pt x="2494" y="8472"/>
                </a:lnTo>
                <a:lnTo>
                  <a:pt x="2315" y="8529"/>
                </a:lnTo>
                <a:lnTo>
                  <a:pt x="2003" y="8584"/>
                </a:lnTo>
                <a:lnTo>
                  <a:pt x="1960" y="8697"/>
                </a:lnTo>
                <a:lnTo>
                  <a:pt x="1870" y="8752"/>
                </a:lnTo>
                <a:lnTo>
                  <a:pt x="1870" y="8809"/>
                </a:lnTo>
                <a:lnTo>
                  <a:pt x="1826" y="8865"/>
                </a:lnTo>
                <a:lnTo>
                  <a:pt x="1870" y="8920"/>
                </a:lnTo>
                <a:lnTo>
                  <a:pt x="1915" y="8920"/>
                </a:lnTo>
                <a:lnTo>
                  <a:pt x="2003" y="9033"/>
                </a:lnTo>
                <a:lnTo>
                  <a:pt x="2494" y="9033"/>
                </a:lnTo>
                <a:lnTo>
                  <a:pt x="2539" y="9482"/>
                </a:lnTo>
                <a:lnTo>
                  <a:pt x="2539" y="10941"/>
                </a:lnTo>
                <a:lnTo>
                  <a:pt x="2227" y="11052"/>
                </a:lnTo>
                <a:lnTo>
                  <a:pt x="1870" y="11277"/>
                </a:lnTo>
                <a:lnTo>
                  <a:pt x="1826" y="11334"/>
                </a:lnTo>
                <a:lnTo>
                  <a:pt x="1826" y="11389"/>
                </a:lnTo>
                <a:lnTo>
                  <a:pt x="1870" y="11445"/>
                </a:lnTo>
                <a:lnTo>
                  <a:pt x="1915" y="11502"/>
                </a:lnTo>
                <a:lnTo>
                  <a:pt x="2539" y="11502"/>
                </a:lnTo>
                <a:lnTo>
                  <a:pt x="2627" y="13689"/>
                </a:lnTo>
                <a:lnTo>
                  <a:pt x="2627" y="13746"/>
                </a:lnTo>
                <a:lnTo>
                  <a:pt x="2405" y="13689"/>
                </a:lnTo>
                <a:lnTo>
                  <a:pt x="1915" y="13689"/>
                </a:lnTo>
                <a:lnTo>
                  <a:pt x="1826" y="13746"/>
                </a:lnTo>
                <a:lnTo>
                  <a:pt x="1781" y="13858"/>
                </a:lnTo>
                <a:lnTo>
                  <a:pt x="1781" y="13971"/>
                </a:lnTo>
                <a:lnTo>
                  <a:pt x="1870" y="14082"/>
                </a:lnTo>
                <a:lnTo>
                  <a:pt x="2048" y="14139"/>
                </a:lnTo>
                <a:lnTo>
                  <a:pt x="2227" y="14251"/>
                </a:lnTo>
                <a:lnTo>
                  <a:pt x="2672" y="14362"/>
                </a:lnTo>
                <a:lnTo>
                  <a:pt x="2716" y="15935"/>
                </a:lnTo>
                <a:lnTo>
                  <a:pt x="2449" y="15935"/>
                </a:lnTo>
                <a:lnTo>
                  <a:pt x="2182" y="15990"/>
                </a:lnTo>
                <a:lnTo>
                  <a:pt x="2093" y="16103"/>
                </a:lnTo>
                <a:lnTo>
                  <a:pt x="2003" y="16215"/>
                </a:lnTo>
                <a:lnTo>
                  <a:pt x="1915" y="16326"/>
                </a:lnTo>
                <a:lnTo>
                  <a:pt x="1960" y="16439"/>
                </a:lnTo>
                <a:lnTo>
                  <a:pt x="2048" y="16551"/>
                </a:lnTo>
                <a:lnTo>
                  <a:pt x="2583" y="16551"/>
                </a:lnTo>
                <a:lnTo>
                  <a:pt x="2761" y="16608"/>
                </a:lnTo>
                <a:lnTo>
                  <a:pt x="2761" y="16663"/>
                </a:lnTo>
                <a:lnTo>
                  <a:pt x="2806" y="17897"/>
                </a:lnTo>
                <a:lnTo>
                  <a:pt x="2850" y="18290"/>
                </a:lnTo>
                <a:lnTo>
                  <a:pt x="2895" y="18515"/>
                </a:lnTo>
                <a:lnTo>
                  <a:pt x="3028" y="18683"/>
                </a:lnTo>
                <a:lnTo>
                  <a:pt x="3117" y="18740"/>
                </a:lnTo>
                <a:lnTo>
                  <a:pt x="3252" y="18740"/>
                </a:lnTo>
                <a:lnTo>
                  <a:pt x="3340" y="18683"/>
                </a:lnTo>
                <a:lnTo>
                  <a:pt x="3385" y="18572"/>
                </a:lnTo>
                <a:lnTo>
                  <a:pt x="3429" y="18515"/>
                </a:lnTo>
                <a:lnTo>
                  <a:pt x="3652" y="18290"/>
                </a:lnTo>
                <a:lnTo>
                  <a:pt x="3963" y="18178"/>
                </a:lnTo>
                <a:lnTo>
                  <a:pt x="4231" y="18122"/>
                </a:lnTo>
                <a:lnTo>
                  <a:pt x="4542" y="18122"/>
                </a:lnTo>
                <a:lnTo>
                  <a:pt x="4542" y="18683"/>
                </a:lnTo>
                <a:lnTo>
                  <a:pt x="4632" y="18908"/>
                </a:lnTo>
                <a:lnTo>
                  <a:pt x="4721" y="19131"/>
                </a:lnTo>
                <a:lnTo>
                  <a:pt x="4809" y="19245"/>
                </a:lnTo>
                <a:lnTo>
                  <a:pt x="4899" y="19188"/>
                </a:lnTo>
                <a:lnTo>
                  <a:pt x="4988" y="19131"/>
                </a:lnTo>
                <a:lnTo>
                  <a:pt x="5033" y="19020"/>
                </a:lnTo>
                <a:lnTo>
                  <a:pt x="4943" y="18683"/>
                </a:lnTo>
                <a:lnTo>
                  <a:pt x="4899" y="18458"/>
                </a:lnTo>
                <a:lnTo>
                  <a:pt x="4899" y="18178"/>
                </a:lnTo>
                <a:lnTo>
                  <a:pt x="6146" y="18234"/>
                </a:lnTo>
                <a:lnTo>
                  <a:pt x="6146" y="18572"/>
                </a:lnTo>
                <a:lnTo>
                  <a:pt x="6191" y="19300"/>
                </a:lnTo>
                <a:lnTo>
                  <a:pt x="6235" y="19413"/>
                </a:lnTo>
                <a:lnTo>
                  <a:pt x="6280" y="19524"/>
                </a:lnTo>
                <a:lnTo>
                  <a:pt x="6458" y="19524"/>
                </a:lnTo>
                <a:lnTo>
                  <a:pt x="6635" y="19468"/>
                </a:lnTo>
                <a:lnTo>
                  <a:pt x="6680" y="19300"/>
                </a:lnTo>
                <a:lnTo>
                  <a:pt x="6725" y="19076"/>
                </a:lnTo>
                <a:lnTo>
                  <a:pt x="6635" y="18908"/>
                </a:lnTo>
                <a:lnTo>
                  <a:pt x="6547" y="18851"/>
                </a:lnTo>
                <a:lnTo>
                  <a:pt x="6502" y="18515"/>
                </a:lnTo>
                <a:lnTo>
                  <a:pt x="6413" y="18234"/>
                </a:lnTo>
                <a:lnTo>
                  <a:pt x="7170" y="18290"/>
                </a:lnTo>
                <a:lnTo>
                  <a:pt x="7882" y="18290"/>
                </a:lnTo>
                <a:lnTo>
                  <a:pt x="7882" y="18347"/>
                </a:lnTo>
                <a:lnTo>
                  <a:pt x="7839" y="18627"/>
                </a:lnTo>
                <a:lnTo>
                  <a:pt x="7794" y="18963"/>
                </a:lnTo>
                <a:lnTo>
                  <a:pt x="7839" y="19245"/>
                </a:lnTo>
                <a:lnTo>
                  <a:pt x="7972" y="19524"/>
                </a:lnTo>
                <a:lnTo>
                  <a:pt x="8016" y="19638"/>
                </a:lnTo>
                <a:lnTo>
                  <a:pt x="8106" y="19693"/>
                </a:lnTo>
                <a:lnTo>
                  <a:pt x="8194" y="19693"/>
                </a:lnTo>
                <a:lnTo>
                  <a:pt x="8284" y="19638"/>
                </a:lnTo>
                <a:lnTo>
                  <a:pt x="8373" y="19524"/>
                </a:lnTo>
                <a:lnTo>
                  <a:pt x="8373" y="19356"/>
                </a:lnTo>
                <a:lnTo>
                  <a:pt x="8284" y="19300"/>
                </a:lnTo>
                <a:lnTo>
                  <a:pt x="8239" y="19245"/>
                </a:lnTo>
                <a:lnTo>
                  <a:pt x="8149" y="18963"/>
                </a:lnTo>
                <a:lnTo>
                  <a:pt x="8106" y="18683"/>
                </a:lnTo>
                <a:lnTo>
                  <a:pt x="8061" y="18347"/>
                </a:lnTo>
                <a:lnTo>
                  <a:pt x="8061" y="18290"/>
                </a:lnTo>
                <a:lnTo>
                  <a:pt x="9620" y="18347"/>
                </a:lnTo>
                <a:lnTo>
                  <a:pt x="9531" y="18403"/>
                </a:lnTo>
                <a:lnTo>
                  <a:pt x="9486" y="18515"/>
                </a:lnTo>
                <a:lnTo>
                  <a:pt x="9441" y="18740"/>
                </a:lnTo>
                <a:lnTo>
                  <a:pt x="9441" y="19131"/>
                </a:lnTo>
                <a:lnTo>
                  <a:pt x="9486" y="19300"/>
                </a:lnTo>
                <a:lnTo>
                  <a:pt x="9575" y="19468"/>
                </a:lnTo>
                <a:lnTo>
                  <a:pt x="9665" y="19524"/>
                </a:lnTo>
                <a:lnTo>
                  <a:pt x="9753" y="19468"/>
                </a:lnTo>
                <a:lnTo>
                  <a:pt x="9842" y="19413"/>
                </a:lnTo>
                <a:lnTo>
                  <a:pt x="9887" y="19300"/>
                </a:lnTo>
                <a:lnTo>
                  <a:pt x="9842" y="19076"/>
                </a:lnTo>
                <a:lnTo>
                  <a:pt x="9798" y="18795"/>
                </a:lnTo>
                <a:lnTo>
                  <a:pt x="9798" y="18627"/>
                </a:lnTo>
                <a:lnTo>
                  <a:pt x="9753" y="18515"/>
                </a:lnTo>
                <a:lnTo>
                  <a:pt x="9753" y="18347"/>
                </a:lnTo>
                <a:lnTo>
                  <a:pt x="11401" y="18347"/>
                </a:lnTo>
                <a:lnTo>
                  <a:pt x="11312" y="18683"/>
                </a:lnTo>
                <a:lnTo>
                  <a:pt x="11312" y="19076"/>
                </a:lnTo>
                <a:lnTo>
                  <a:pt x="11357" y="19188"/>
                </a:lnTo>
                <a:lnTo>
                  <a:pt x="11446" y="19245"/>
                </a:lnTo>
                <a:lnTo>
                  <a:pt x="11668" y="19245"/>
                </a:lnTo>
                <a:lnTo>
                  <a:pt x="11758" y="19188"/>
                </a:lnTo>
                <a:lnTo>
                  <a:pt x="11802" y="19076"/>
                </a:lnTo>
                <a:lnTo>
                  <a:pt x="11802" y="18908"/>
                </a:lnTo>
                <a:lnTo>
                  <a:pt x="11668" y="18851"/>
                </a:lnTo>
                <a:lnTo>
                  <a:pt x="11668" y="18347"/>
                </a:lnTo>
                <a:lnTo>
                  <a:pt x="12915" y="18347"/>
                </a:lnTo>
                <a:lnTo>
                  <a:pt x="12960" y="18740"/>
                </a:lnTo>
                <a:lnTo>
                  <a:pt x="13049" y="19131"/>
                </a:lnTo>
                <a:lnTo>
                  <a:pt x="13138" y="19245"/>
                </a:lnTo>
                <a:lnTo>
                  <a:pt x="13317" y="19245"/>
                </a:lnTo>
                <a:lnTo>
                  <a:pt x="13361" y="19131"/>
                </a:lnTo>
                <a:lnTo>
                  <a:pt x="13406" y="18963"/>
                </a:lnTo>
                <a:lnTo>
                  <a:pt x="13317" y="18627"/>
                </a:lnTo>
                <a:lnTo>
                  <a:pt x="13227" y="18347"/>
                </a:lnTo>
                <a:lnTo>
                  <a:pt x="14697" y="18347"/>
                </a:lnTo>
                <a:lnTo>
                  <a:pt x="14653" y="18458"/>
                </a:lnTo>
                <a:lnTo>
                  <a:pt x="14608" y="18572"/>
                </a:lnTo>
                <a:lnTo>
                  <a:pt x="14564" y="18908"/>
                </a:lnTo>
                <a:lnTo>
                  <a:pt x="14608" y="19076"/>
                </a:lnTo>
                <a:lnTo>
                  <a:pt x="14653" y="19300"/>
                </a:lnTo>
                <a:lnTo>
                  <a:pt x="14741" y="19468"/>
                </a:lnTo>
                <a:lnTo>
                  <a:pt x="14831" y="19581"/>
                </a:lnTo>
                <a:lnTo>
                  <a:pt x="14920" y="19638"/>
                </a:lnTo>
                <a:lnTo>
                  <a:pt x="15008" y="19581"/>
                </a:lnTo>
                <a:lnTo>
                  <a:pt x="15053" y="19524"/>
                </a:lnTo>
                <a:lnTo>
                  <a:pt x="15053" y="19413"/>
                </a:lnTo>
                <a:lnTo>
                  <a:pt x="15008" y="19188"/>
                </a:lnTo>
                <a:lnTo>
                  <a:pt x="14920" y="18908"/>
                </a:lnTo>
                <a:lnTo>
                  <a:pt x="14875" y="18627"/>
                </a:lnTo>
                <a:lnTo>
                  <a:pt x="14875" y="18290"/>
                </a:lnTo>
                <a:lnTo>
                  <a:pt x="16212" y="18290"/>
                </a:lnTo>
                <a:lnTo>
                  <a:pt x="16123" y="18515"/>
                </a:lnTo>
                <a:lnTo>
                  <a:pt x="16078" y="18740"/>
                </a:lnTo>
                <a:lnTo>
                  <a:pt x="16078" y="19020"/>
                </a:lnTo>
                <a:lnTo>
                  <a:pt x="16167" y="19245"/>
                </a:lnTo>
                <a:lnTo>
                  <a:pt x="16212" y="19300"/>
                </a:lnTo>
                <a:lnTo>
                  <a:pt x="16300" y="19356"/>
                </a:lnTo>
                <a:lnTo>
                  <a:pt x="16390" y="19356"/>
                </a:lnTo>
                <a:lnTo>
                  <a:pt x="16479" y="19245"/>
                </a:lnTo>
                <a:lnTo>
                  <a:pt x="16524" y="19020"/>
                </a:lnTo>
                <a:lnTo>
                  <a:pt x="16434" y="18683"/>
                </a:lnTo>
                <a:lnTo>
                  <a:pt x="16434" y="18458"/>
                </a:lnTo>
                <a:lnTo>
                  <a:pt x="16479" y="18234"/>
                </a:lnTo>
                <a:lnTo>
                  <a:pt x="17681" y="18178"/>
                </a:lnTo>
                <a:lnTo>
                  <a:pt x="17637" y="18908"/>
                </a:lnTo>
                <a:lnTo>
                  <a:pt x="17681" y="19020"/>
                </a:lnTo>
                <a:lnTo>
                  <a:pt x="17771" y="19131"/>
                </a:lnTo>
                <a:lnTo>
                  <a:pt x="17904" y="19131"/>
                </a:lnTo>
                <a:lnTo>
                  <a:pt x="17993" y="19076"/>
                </a:lnTo>
                <a:lnTo>
                  <a:pt x="18081" y="18963"/>
                </a:lnTo>
                <a:lnTo>
                  <a:pt x="18171" y="18795"/>
                </a:lnTo>
                <a:lnTo>
                  <a:pt x="18171" y="18458"/>
                </a:lnTo>
                <a:lnTo>
                  <a:pt x="18126" y="18347"/>
                </a:lnTo>
                <a:lnTo>
                  <a:pt x="18038" y="18290"/>
                </a:lnTo>
                <a:lnTo>
                  <a:pt x="18038" y="18178"/>
                </a:lnTo>
                <a:lnTo>
                  <a:pt x="20176" y="18010"/>
                </a:lnTo>
                <a:lnTo>
                  <a:pt x="20219" y="18065"/>
                </a:lnTo>
                <a:lnTo>
                  <a:pt x="20086" y="18347"/>
                </a:lnTo>
                <a:lnTo>
                  <a:pt x="19864" y="18627"/>
                </a:lnTo>
                <a:lnTo>
                  <a:pt x="19774" y="18795"/>
                </a:lnTo>
                <a:lnTo>
                  <a:pt x="19730" y="18908"/>
                </a:lnTo>
                <a:lnTo>
                  <a:pt x="19774" y="19020"/>
                </a:lnTo>
                <a:lnTo>
                  <a:pt x="19819" y="19131"/>
                </a:lnTo>
                <a:lnTo>
                  <a:pt x="19907" y="19188"/>
                </a:lnTo>
                <a:lnTo>
                  <a:pt x="19997" y="19245"/>
                </a:lnTo>
                <a:lnTo>
                  <a:pt x="20086" y="19245"/>
                </a:lnTo>
                <a:lnTo>
                  <a:pt x="20131" y="19188"/>
                </a:lnTo>
                <a:lnTo>
                  <a:pt x="20309" y="19076"/>
                </a:lnTo>
                <a:lnTo>
                  <a:pt x="20398" y="18908"/>
                </a:lnTo>
                <a:lnTo>
                  <a:pt x="20620" y="18515"/>
                </a:lnTo>
                <a:lnTo>
                  <a:pt x="21199" y="17561"/>
                </a:lnTo>
                <a:lnTo>
                  <a:pt x="21199" y="17224"/>
                </a:lnTo>
                <a:lnTo>
                  <a:pt x="21156" y="17112"/>
                </a:lnTo>
                <a:lnTo>
                  <a:pt x="20710" y="16663"/>
                </a:lnTo>
                <a:lnTo>
                  <a:pt x="20309" y="16271"/>
                </a:lnTo>
                <a:lnTo>
                  <a:pt x="20219" y="16215"/>
                </a:lnTo>
                <a:lnTo>
                  <a:pt x="20131" y="16215"/>
                </a:lnTo>
                <a:lnTo>
                  <a:pt x="20086" y="16271"/>
                </a:lnTo>
                <a:lnTo>
                  <a:pt x="19997" y="16326"/>
                </a:lnTo>
                <a:lnTo>
                  <a:pt x="19952" y="16494"/>
                </a:lnTo>
                <a:lnTo>
                  <a:pt x="19952" y="16608"/>
                </a:lnTo>
                <a:lnTo>
                  <a:pt x="19997" y="16719"/>
                </a:lnTo>
                <a:lnTo>
                  <a:pt x="20398" y="17169"/>
                </a:lnTo>
                <a:lnTo>
                  <a:pt x="16924" y="17392"/>
                </a:lnTo>
                <a:lnTo>
                  <a:pt x="17058" y="17337"/>
                </a:lnTo>
                <a:lnTo>
                  <a:pt x="17325" y="17112"/>
                </a:lnTo>
                <a:lnTo>
                  <a:pt x="17414" y="16999"/>
                </a:lnTo>
                <a:lnTo>
                  <a:pt x="17503" y="16831"/>
                </a:lnTo>
                <a:lnTo>
                  <a:pt x="17503" y="16719"/>
                </a:lnTo>
                <a:lnTo>
                  <a:pt x="17458" y="16663"/>
                </a:lnTo>
                <a:lnTo>
                  <a:pt x="17280" y="16663"/>
                </a:lnTo>
                <a:lnTo>
                  <a:pt x="17146" y="16719"/>
                </a:lnTo>
                <a:lnTo>
                  <a:pt x="16879" y="16944"/>
                </a:lnTo>
                <a:lnTo>
                  <a:pt x="16657" y="17169"/>
                </a:lnTo>
                <a:lnTo>
                  <a:pt x="16479" y="17449"/>
                </a:lnTo>
                <a:lnTo>
                  <a:pt x="14920" y="17505"/>
                </a:lnTo>
                <a:lnTo>
                  <a:pt x="15232" y="17337"/>
                </a:lnTo>
                <a:lnTo>
                  <a:pt x="15587" y="17169"/>
                </a:lnTo>
                <a:lnTo>
                  <a:pt x="15988" y="16944"/>
                </a:lnTo>
                <a:lnTo>
                  <a:pt x="16390" y="16663"/>
                </a:lnTo>
                <a:lnTo>
                  <a:pt x="16746" y="16326"/>
                </a:lnTo>
                <a:lnTo>
                  <a:pt x="17058" y="15935"/>
                </a:lnTo>
                <a:lnTo>
                  <a:pt x="17103" y="15765"/>
                </a:lnTo>
                <a:lnTo>
                  <a:pt x="17058" y="15653"/>
                </a:lnTo>
                <a:lnTo>
                  <a:pt x="16968" y="15597"/>
                </a:lnTo>
                <a:lnTo>
                  <a:pt x="16879" y="15653"/>
                </a:lnTo>
                <a:lnTo>
                  <a:pt x="16567" y="15878"/>
                </a:lnTo>
                <a:lnTo>
                  <a:pt x="16256" y="16158"/>
                </a:lnTo>
                <a:lnTo>
                  <a:pt x="15944" y="16439"/>
                </a:lnTo>
                <a:lnTo>
                  <a:pt x="15632" y="16663"/>
                </a:lnTo>
                <a:lnTo>
                  <a:pt x="15277" y="16888"/>
                </a:lnTo>
                <a:lnTo>
                  <a:pt x="14920" y="17056"/>
                </a:lnTo>
                <a:lnTo>
                  <a:pt x="14564" y="17281"/>
                </a:lnTo>
                <a:lnTo>
                  <a:pt x="14207" y="17505"/>
                </a:lnTo>
                <a:lnTo>
                  <a:pt x="12337" y="17561"/>
                </a:lnTo>
                <a:lnTo>
                  <a:pt x="12871" y="17281"/>
                </a:lnTo>
                <a:lnTo>
                  <a:pt x="14831" y="16271"/>
                </a:lnTo>
                <a:lnTo>
                  <a:pt x="15499" y="15990"/>
                </a:lnTo>
                <a:lnTo>
                  <a:pt x="16167" y="15542"/>
                </a:lnTo>
                <a:lnTo>
                  <a:pt x="16479" y="15317"/>
                </a:lnTo>
                <a:lnTo>
                  <a:pt x="16746" y="15037"/>
                </a:lnTo>
                <a:lnTo>
                  <a:pt x="16968" y="14700"/>
                </a:lnTo>
                <a:lnTo>
                  <a:pt x="17103" y="14307"/>
                </a:lnTo>
                <a:lnTo>
                  <a:pt x="17103" y="14139"/>
                </a:lnTo>
                <a:lnTo>
                  <a:pt x="17058" y="14082"/>
                </a:lnTo>
                <a:lnTo>
                  <a:pt x="16924" y="14026"/>
                </a:lnTo>
                <a:lnTo>
                  <a:pt x="16834" y="14082"/>
                </a:lnTo>
                <a:lnTo>
                  <a:pt x="16345" y="14700"/>
                </a:lnTo>
                <a:lnTo>
                  <a:pt x="16078" y="14980"/>
                </a:lnTo>
                <a:lnTo>
                  <a:pt x="15766" y="15260"/>
                </a:lnTo>
                <a:lnTo>
                  <a:pt x="15410" y="15485"/>
                </a:lnTo>
                <a:lnTo>
                  <a:pt x="15053" y="15653"/>
                </a:lnTo>
                <a:lnTo>
                  <a:pt x="14297" y="16046"/>
                </a:lnTo>
                <a:lnTo>
                  <a:pt x="12648" y="16888"/>
                </a:lnTo>
                <a:lnTo>
                  <a:pt x="12025" y="17224"/>
                </a:lnTo>
                <a:lnTo>
                  <a:pt x="11446" y="17561"/>
                </a:lnTo>
                <a:lnTo>
                  <a:pt x="9308" y="17561"/>
                </a:lnTo>
                <a:lnTo>
                  <a:pt x="10466" y="17056"/>
                </a:lnTo>
                <a:lnTo>
                  <a:pt x="13227" y="15935"/>
                </a:lnTo>
                <a:lnTo>
                  <a:pt x="13761" y="15653"/>
                </a:lnTo>
                <a:lnTo>
                  <a:pt x="14297" y="15373"/>
                </a:lnTo>
                <a:lnTo>
                  <a:pt x="14786" y="15037"/>
                </a:lnTo>
                <a:lnTo>
                  <a:pt x="15277" y="14644"/>
                </a:lnTo>
                <a:lnTo>
                  <a:pt x="16300" y="13802"/>
                </a:lnTo>
                <a:lnTo>
                  <a:pt x="16834" y="13409"/>
                </a:lnTo>
                <a:lnTo>
                  <a:pt x="17370" y="13073"/>
                </a:lnTo>
                <a:lnTo>
                  <a:pt x="17458" y="13016"/>
                </a:lnTo>
                <a:lnTo>
                  <a:pt x="17503" y="12960"/>
                </a:lnTo>
                <a:lnTo>
                  <a:pt x="17503" y="13521"/>
                </a:lnTo>
                <a:lnTo>
                  <a:pt x="17547" y="13634"/>
                </a:lnTo>
                <a:lnTo>
                  <a:pt x="17592" y="13689"/>
                </a:lnTo>
                <a:lnTo>
                  <a:pt x="17637" y="13746"/>
                </a:lnTo>
                <a:lnTo>
                  <a:pt x="17726" y="13802"/>
                </a:lnTo>
                <a:lnTo>
                  <a:pt x="17814" y="13746"/>
                </a:lnTo>
                <a:lnTo>
                  <a:pt x="17904" y="13689"/>
                </a:lnTo>
                <a:lnTo>
                  <a:pt x="17948" y="13634"/>
                </a:lnTo>
                <a:lnTo>
                  <a:pt x="17948" y="12680"/>
                </a:lnTo>
                <a:lnTo>
                  <a:pt x="17904" y="12287"/>
                </a:lnTo>
                <a:lnTo>
                  <a:pt x="17814" y="11894"/>
                </a:lnTo>
                <a:lnTo>
                  <a:pt x="18305" y="12512"/>
                </a:lnTo>
                <a:lnTo>
                  <a:pt x="18839" y="13128"/>
                </a:lnTo>
                <a:lnTo>
                  <a:pt x="19106" y="13409"/>
                </a:lnTo>
                <a:lnTo>
                  <a:pt x="19240" y="13521"/>
                </a:lnTo>
                <a:lnTo>
                  <a:pt x="19418" y="13578"/>
                </a:lnTo>
                <a:lnTo>
                  <a:pt x="19864" y="13634"/>
                </a:lnTo>
                <a:lnTo>
                  <a:pt x="20353" y="13634"/>
                </a:lnTo>
                <a:lnTo>
                  <a:pt x="20887" y="13578"/>
                </a:lnTo>
                <a:lnTo>
                  <a:pt x="21378" y="13353"/>
                </a:lnTo>
                <a:lnTo>
                  <a:pt x="21466" y="13298"/>
                </a:lnTo>
                <a:lnTo>
                  <a:pt x="21556" y="13128"/>
                </a:lnTo>
                <a:lnTo>
                  <a:pt x="21600" y="13016"/>
                </a:lnTo>
                <a:lnTo>
                  <a:pt x="21556" y="12905"/>
                </a:lnTo>
                <a:lnTo>
                  <a:pt x="21511" y="12736"/>
                </a:lnTo>
                <a:lnTo>
                  <a:pt x="21466" y="12680"/>
                </a:lnTo>
                <a:lnTo>
                  <a:pt x="21333" y="12623"/>
                </a:lnTo>
                <a:lnTo>
                  <a:pt x="21199" y="12623"/>
                </a:lnTo>
                <a:lnTo>
                  <a:pt x="20799" y="12791"/>
                </a:lnTo>
                <a:lnTo>
                  <a:pt x="20353" y="12848"/>
                </a:lnTo>
                <a:lnTo>
                  <a:pt x="19907" y="12905"/>
                </a:lnTo>
                <a:lnTo>
                  <a:pt x="19640" y="12848"/>
                </a:lnTo>
                <a:lnTo>
                  <a:pt x="19463" y="12791"/>
                </a:lnTo>
                <a:lnTo>
                  <a:pt x="18794" y="12063"/>
                </a:lnTo>
                <a:lnTo>
                  <a:pt x="18216" y="11277"/>
                </a:lnTo>
                <a:lnTo>
                  <a:pt x="17681" y="10436"/>
                </a:lnTo>
                <a:lnTo>
                  <a:pt x="17191" y="9538"/>
                </a:lnTo>
                <a:lnTo>
                  <a:pt x="16791" y="8584"/>
                </a:lnTo>
                <a:lnTo>
                  <a:pt x="16434" y="7631"/>
                </a:lnTo>
                <a:lnTo>
                  <a:pt x="15899" y="6003"/>
                </a:lnTo>
                <a:lnTo>
                  <a:pt x="15544" y="5217"/>
                </a:lnTo>
                <a:lnTo>
                  <a:pt x="15187" y="4489"/>
                </a:lnTo>
                <a:lnTo>
                  <a:pt x="14965" y="4208"/>
                </a:lnTo>
                <a:lnTo>
                  <a:pt x="14741" y="3871"/>
                </a:lnTo>
                <a:lnTo>
                  <a:pt x="14519" y="3591"/>
                </a:lnTo>
                <a:lnTo>
                  <a:pt x="14252" y="3366"/>
                </a:lnTo>
                <a:lnTo>
                  <a:pt x="13940" y="3198"/>
                </a:lnTo>
                <a:lnTo>
                  <a:pt x="13628" y="3030"/>
                </a:lnTo>
                <a:lnTo>
                  <a:pt x="13272" y="2917"/>
                </a:lnTo>
                <a:lnTo>
                  <a:pt x="12871" y="2862"/>
                </a:lnTo>
                <a:lnTo>
                  <a:pt x="12514" y="2862"/>
                </a:lnTo>
                <a:lnTo>
                  <a:pt x="12114" y="2917"/>
                </a:lnTo>
                <a:lnTo>
                  <a:pt x="11758" y="3030"/>
                </a:lnTo>
                <a:lnTo>
                  <a:pt x="11401" y="3142"/>
                </a:lnTo>
                <a:lnTo>
                  <a:pt x="11045" y="3366"/>
                </a:lnTo>
                <a:lnTo>
                  <a:pt x="10733" y="3591"/>
                </a:lnTo>
                <a:lnTo>
                  <a:pt x="10421" y="3815"/>
                </a:lnTo>
                <a:lnTo>
                  <a:pt x="10109" y="4151"/>
                </a:lnTo>
                <a:lnTo>
                  <a:pt x="9575" y="4769"/>
                </a:lnTo>
                <a:lnTo>
                  <a:pt x="9086" y="5554"/>
                </a:lnTo>
                <a:lnTo>
                  <a:pt x="8640" y="6340"/>
                </a:lnTo>
                <a:lnTo>
                  <a:pt x="8239" y="7126"/>
                </a:lnTo>
                <a:lnTo>
                  <a:pt x="7438" y="8920"/>
                </a:lnTo>
                <a:lnTo>
                  <a:pt x="7036" y="9875"/>
                </a:lnTo>
                <a:lnTo>
                  <a:pt x="6592" y="10772"/>
                </a:lnTo>
                <a:lnTo>
                  <a:pt x="6056" y="11614"/>
                </a:lnTo>
                <a:lnTo>
                  <a:pt x="5789" y="12007"/>
                </a:lnTo>
                <a:lnTo>
                  <a:pt x="5478" y="12343"/>
                </a:lnTo>
                <a:lnTo>
                  <a:pt x="5166" y="12680"/>
                </a:lnTo>
                <a:lnTo>
                  <a:pt x="4809" y="12960"/>
                </a:lnTo>
                <a:lnTo>
                  <a:pt x="4454" y="13185"/>
                </a:lnTo>
                <a:lnTo>
                  <a:pt x="4053" y="13353"/>
                </a:lnTo>
                <a:lnTo>
                  <a:pt x="3652" y="13521"/>
                </a:lnTo>
                <a:lnTo>
                  <a:pt x="3295" y="13634"/>
                </a:lnTo>
                <a:lnTo>
                  <a:pt x="3162" y="9482"/>
                </a:lnTo>
                <a:lnTo>
                  <a:pt x="3117" y="4769"/>
                </a:lnTo>
                <a:lnTo>
                  <a:pt x="3162" y="2300"/>
                </a:lnTo>
                <a:lnTo>
                  <a:pt x="3117" y="1739"/>
                </a:lnTo>
                <a:lnTo>
                  <a:pt x="3295" y="2132"/>
                </a:lnTo>
                <a:lnTo>
                  <a:pt x="3474" y="2525"/>
                </a:lnTo>
                <a:lnTo>
                  <a:pt x="3519" y="2637"/>
                </a:lnTo>
                <a:lnTo>
                  <a:pt x="3607" y="2693"/>
                </a:lnTo>
                <a:lnTo>
                  <a:pt x="3786" y="2693"/>
                </a:lnTo>
                <a:lnTo>
                  <a:pt x="3874" y="2580"/>
                </a:lnTo>
                <a:lnTo>
                  <a:pt x="3919" y="2525"/>
                </a:lnTo>
                <a:lnTo>
                  <a:pt x="3963" y="2412"/>
                </a:lnTo>
                <a:lnTo>
                  <a:pt x="3963" y="2300"/>
                </a:lnTo>
                <a:lnTo>
                  <a:pt x="3829" y="1739"/>
                </a:lnTo>
                <a:lnTo>
                  <a:pt x="3607" y="1178"/>
                </a:lnTo>
                <a:lnTo>
                  <a:pt x="3117" y="168"/>
                </a:lnTo>
                <a:lnTo>
                  <a:pt x="3028" y="57"/>
                </a:lnTo>
                <a:lnTo>
                  <a:pt x="2895" y="0"/>
                </a:lnTo>
                <a:close/>
                <a:moveTo>
                  <a:pt x="18884" y="19188"/>
                </a:moveTo>
                <a:lnTo>
                  <a:pt x="18794" y="19245"/>
                </a:lnTo>
                <a:lnTo>
                  <a:pt x="18661" y="19300"/>
                </a:lnTo>
                <a:lnTo>
                  <a:pt x="18483" y="19524"/>
                </a:lnTo>
                <a:lnTo>
                  <a:pt x="18305" y="19749"/>
                </a:lnTo>
                <a:lnTo>
                  <a:pt x="18305" y="19806"/>
                </a:lnTo>
                <a:lnTo>
                  <a:pt x="17993" y="19581"/>
                </a:lnTo>
                <a:lnTo>
                  <a:pt x="17637" y="19413"/>
                </a:lnTo>
                <a:lnTo>
                  <a:pt x="17547" y="19413"/>
                </a:lnTo>
                <a:lnTo>
                  <a:pt x="17503" y="19468"/>
                </a:lnTo>
                <a:lnTo>
                  <a:pt x="17458" y="19581"/>
                </a:lnTo>
                <a:lnTo>
                  <a:pt x="17458" y="19693"/>
                </a:lnTo>
                <a:lnTo>
                  <a:pt x="17681" y="20029"/>
                </a:lnTo>
                <a:lnTo>
                  <a:pt x="17948" y="20366"/>
                </a:lnTo>
                <a:lnTo>
                  <a:pt x="17814" y="20591"/>
                </a:lnTo>
                <a:lnTo>
                  <a:pt x="17592" y="20984"/>
                </a:lnTo>
                <a:lnTo>
                  <a:pt x="17503" y="21208"/>
                </a:lnTo>
                <a:lnTo>
                  <a:pt x="17503" y="21432"/>
                </a:lnTo>
                <a:lnTo>
                  <a:pt x="17547" y="21545"/>
                </a:lnTo>
                <a:lnTo>
                  <a:pt x="17592" y="21600"/>
                </a:lnTo>
                <a:lnTo>
                  <a:pt x="17726" y="21600"/>
                </a:lnTo>
                <a:lnTo>
                  <a:pt x="17814" y="21545"/>
                </a:lnTo>
                <a:lnTo>
                  <a:pt x="17948" y="21488"/>
                </a:lnTo>
                <a:lnTo>
                  <a:pt x="18081" y="21264"/>
                </a:lnTo>
                <a:lnTo>
                  <a:pt x="18393" y="20759"/>
                </a:lnTo>
                <a:lnTo>
                  <a:pt x="18928" y="21264"/>
                </a:lnTo>
                <a:lnTo>
                  <a:pt x="19061" y="21320"/>
                </a:lnTo>
                <a:lnTo>
                  <a:pt x="19151" y="21320"/>
                </a:lnTo>
                <a:lnTo>
                  <a:pt x="19240" y="21264"/>
                </a:lnTo>
                <a:lnTo>
                  <a:pt x="19285" y="21152"/>
                </a:lnTo>
                <a:lnTo>
                  <a:pt x="19330" y="21040"/>
                </a:lnTo>
                <a:lnTo>
                  <a:pt x="19330" y="20759"/>
                </a:lnTo>
                <a:lnTo>
                  <a:pt x="19240" y="20647"/>
                </a:lnTo>
                <a:lnTo>
                  <a:pt x="18705" y="20142"/>
                </a:lnTo>
                <a:lnTo>
                  <a:pt x="18794" y="20029"/>
                </a:lnTo>
                <a:lnTo>
                  <a:pt x="18928" y="19693"/>
                </a:lnTo>
                <a:lnTo>
                  <a:pt x="19017" y="19581"/>
                </a:lnTo>
                <a:lnTo>
                  <a:pt x="19106" y="19524"/>
                </a:lnTo>
                <a:lnTo>
                  <a:pt x="19151" y="19468"/>
                </a:lnTo>
                <a:lnTo>
                  <a:pt x="19196" y="19413"/>
                </a:lnTo>
                <a:lnTo>
                  <a:pt x="19196" y="19356"/>
                </a:lnTo>
                <a:lnTo>
                  <a:pt x="19151" y="19356"/>
                </a:lnTo>
                <a:lnTo>
                  <a:pt x="19017" y="19245"/>
                </a:lnTo>
                <a:lnTo>
                  <a:pt x="18884" y="19188"/>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580" name="Google Shape;228;p3"/>
          <p:cNvSpPr/>
          <p:nvPr/>
        </p:nvSpPr>
        <p:spPr>
          <a:xfrm>
            <a:off x="400995" y="4075598"/>
            <a:ext cx="470293" cy="44221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968" y="3558"/>
                </a:moveTo>
                <a:lnTo>
                  <a:pt x="18398" y="3659"/>
                </a:lnTo>
                <a:lnTo>
                  <a:pt x="18398" y="3710"/>
                </a:lnTo>
                <a:lnTo>
                  <a:pt x="18350" y="3914"/>
                </a:lnTo>
                <a:lnTo>
                  <a:pt x="18254" y="4066"/>
                </a:lnTo>
                <a:lnTo>
                  <a:pt x="18063" y="4219"/>
                </a:lnTo>
                <a:lnTo>
                  <a:pt x="17920" y="4269"/>
                </a:lnTo>
                <a:lnTo>
                  <a:pt x="17681" y="4116"/>
                </a:lnTo>
                <a:lnTo>
                  <a:pt x="17728" y="3863"/>
                </a:lnTo>
                <a:lnTo>
                  <a:pt x="17825" y="3710"/>
                </a:lnTo>
                <a:lnTo>
                  <a:pt x="17873" y="3609"/>
                </a:lnTo>
                <a:lnTo>
                  <a:pt x="17968" y="3558"/>
                </a:lnTo>
                <a:close/>
                <a:moveTo>
                  <a:pt x="12281" y="5133"/>
                </a:moveTo>
                <a:lnTo>
                  <a:pt x="12806" y="6200"/>
                </a:lnTo>
                <a:lnTo>
                  <a:pt x="13236" y="7268"/>
                </a:lnTo>
                <a:lnTo>
                  <a:pt x="10847" y="6099"/>
                </a:lnTo>
                <a:lnTo>
                  <a:pt x="11565" y="5591"/>
                </a:lnTo>
                <a:lnTo>
                  <a:pt x="12281" y="5133"/>
                </a:lnTo>
                <a:close/>
                <a:moveTo>
                  <a:pt x="6881" y="5082"/>
                </a:moveTo>
                <a:lnTo>
                  <a:pt x="8314" y="5642"/>
                </a:lnTo>
                <a:lnTo>
                  <a:pt x="9652" y="6251"/>
                </a:lnTo>
                <a:lnTo>
                  <a:pt x="8314" y="7369"/>
                </a:lnTo>
                <a:lnTo>
                  <a:pt x="7025" y="8539"/>
                </a:lnTo>
                <a:lnTo>
                  <a:pt x="6928" y="7318"/>
                </a:lnTo>
                <a:lnTo>
                  <a:pt x="6881" y="6048"/>
                </a:lnTo>
                <a:lnTo>
                  <a:pt x="6881" y="5082"/>
                </a:lnTo>
                <a:close/>
                <a:moveTo>
                  <a:pt x="17060" y="3455"/>
                </a:moveTo>
                <a:lnTo>
                  <a:pt x="16965" y="3659"/>
                </a:lnTo>
                <a:lnTo>
                  <a:pt x="16917" y="3914"/>
                </a:lnTo>
                <a:lnTo>
                  <a:pt x="16868" y="4168"/>
                </a:lnTo>
                <a:lnTo>
                  <a:pt x="16917" y="4421"/>
                </a:lnTo>
                <a:lnTo>
                  <a:pt x="17060" y="4727"/>
                </a:lnTo>
                <a:lnTo>
                  <a:pt x="17251" y="4981"/>
                </a:lnTo>
                <a:lnTo>
                  <a:pt x="17490" y="5133"/>
                </a:lnTo>
                <a:lnTo>
                  <a:pt x="17776" y="5234"/>
                </a:lnTo>
                <a:lnTo>
                  <a:pt x="17968" y="5286"/>
                </a:lnTo>
                <a:lnTo>
                  <a:pt x="17633" y="6251"/>
                </a:lnTo>
                <a:lnTo>
                  <a:pt x="17251" y="7217"/>
                </a:lnTo>
                <a:lnTo>
                  <a:pt x="16821" y="8132"/>
                </a:lnTo>
                <a:lnTo>
                  <a:pt x="16343" y="9046"/>
                </a:lnTo>
                <a:lnTo>
                  <a:pt x="15196" y="8335"/>
                </a:lnTo>
                <a:lnTo>
                  <a:pt x="14049" y="7726"/>
                </a:lnTo>
                <a:lnTo>
                  <a:pt x="13811" y="6964"/>
                </a:lnTo>
                <a:lnTo>
                  <a:pt x="13476" y="6200"/>
                </a:lnTo>
                <a:lnTo>
                  <a:pt x="13189" y="5489"/>
                </a:lnTo>
                <a:lnTo>
                  <a:pt x="12806" y="4777"/>
                </a:lnTo>
                <a:lnTo>
                  <a:pt x="13811" y="4219"/>
                </a:lnTo>
                <a:lnTo>
                  <a:pt x="14336" y="4015"/>
                </a:lnTo>
                <a:lnTo>
                  <a:pt x="14862" y="3812"/>
                </a:lnTo>
                <a:lnTo>
                  <a:pt x="15435" y="3659"/>
                </a:lnTo>
                <a:lnTo>
                  <a:pt x="15960" y="3558"/>
                </a:lnTo>
                <a:lnTo>
                  <a:pt x="16534" y="3455"/>
                </a:lnTo>
                <a:close/>
                <a:moveTo>
                  <a:pt x="3392" y="9301"/>
                </a:moveTo>
                <a:lnTo>
                  <a:pt x="3488" y="9352"/>
                </a:lnTo>
                <a:lnTo>
                  <a:pt x="3584" y="9453"/>
                </a:lnTo>
                <a:lnTo>
                  <a:pt x="3631" y="9657"/>
                </a:lnTo>
                <a:lnTo>
                  <a:pt x="3584" y="9859"/>
                </a:lnTo>
                <a:lnTo>
                  <a:pt x="3536" y="9911"/>
                </a:lnTo>
                <a:lnTo>
                  <a:pt x="3392" y="10012"/>
                </a:lnTo>
                <a:lnTo>
                  <a:pt x="3201" y="10164"/>
                </a:lnTo>
                <a:lnTo>
                  <a:pt x="2819" y="9859"/>
                </a:lnTo>
                <a:lnTo>
                  <a:pt x="2963" y="9657"/>
                </a:lnTo>
                <a:lnTo>
                  <a:pt x="2963" y="9554"/>
                </a:lnTo>
                <a:lnTo>
                  <a:pt x="3201" y="9505"/>
                </a:lnTo>
                <a:lnTo>
                  <a:pt x="3536" y="9505"/>
                </a:lnTo>
                <a:lnTo>
                  <a:pt x="3536" y="9453"/>
                </a:lnTo>
                <a:lnTo>
                  <a:pt x="3488" y="9402"/>
                </a:lnTo>
                <a:lnTo>
                  <a:pt x="3392" y="9301"/>
                </a:lnTo>
                <a:close/>
                <a:moveTo>
                  <a:pt x="10895" y="9046"/>
                </a:moveTo>
                <a:lnTo>
                  <a:pt x="11134" y="9097"/>
                </a:lnTo>
                <a:lnTo>
                  <a:pt x="11277" y="9148"/>
                </a:lnTo>
                <a:lnTo>
                  <a:pt x="11277" y="9301"/>
                </a:lnTo>
                <a:lnTo>
                  <a:pt x="11325" y="9505"/>
                </a:lnTo>
                <a:lnTo>
                  <a:pt x="11325" y="9859"/>
                </a:lnTo>
                <a:lnTo>
                  <a:pt x="11277" y="10012"/>
                </a:lnTo>
                <a:lnTo>
                  <a:pt x="11230" y="10164"/>
                </a:lnTo>
                <a:lnTo>
                  <a:pt x="11134" y="10316"/>
                </a:lnTo>
                <a:lnTo>
                  <a:pt x="10895" y="10316"/>
                </a:lnTo>
                <a:lnTo>
                  <a:pt x="10560" y="10419"/>
                </a:lnTo>
                <a:lnTo>
                  <a:pt x="10225" y="10520"/>
                </a:lnTo>
                <a:lnTo>
                  <a:pt x="10035" y="10368"/>
                </a:lnTo>
                <a:lnTo>
                  <a:pt x="9939" y="10164"/>
                </a:lnTo>
                <a:lnTo>
                  <a:pt x="9844" y="9962"/>
                </a:lnTo>
                <a:lnTo>
                  <a:pt x="9892" y="9707"/>
                </a:lnTo>
                <a:lnTo>
                  <a:pt x="9987" y="9352"/>
                </a:lnTo>
                <a:lnTo>
                  <a:pt x="10130" y="9352"/>
                </a:lnTo>
                <a:lnTo>
                  <a:pt x="10225" y="9402"/>
                </a:lnTo>
                <a:lnTo>
                  <a:pt x="10322" y="9352"/>
                </a:lnTo>
                <a:lnTo>
                  <a:pt x="10369" y="9301"/>
                </a:lnTo>
                <a:lnTo>
                  <a:pt x="10513" y="9097"/>
                </a:lnTo>
                <a:lnTo>
                  <a:pt x="10895" y="9046"/>
                </a:lnTo>
                <a:close/>
                <a:moveTo>
                  <a:pt x="4109" y="4421"/>
                </a:moveTo>
                <a:lnTo>
                  <a:pt x="4682" y="4472"/>
                </a:lnTo>
                <a:lnTo>
                  <a:pt x="5257" y="4574"/>
                </a:lnTo>
                <a:lnTo>
                  <a:pt x="5782" y="4727"/>
                </a:lnTo>
                <a:lnTo>
                  <a:pt x="6355" y="4880"/>
                </a:lnTo>
                <a:lnTo>
                  <a:pt x="6308" y="5642"/>
                </a:lnTo>
                <a:lnTo>
                  <a:pt x="6308" y="6455"/>
                </a:lnTo>
                <a:lnTo>
                  <a:pt x="6355" y="7318"/>
                </a:lnTo>
                <a:lnTo>
                  <a:pt x="6498" y="9046"/>
                </a:lnTo>
                <a:lnTo>
                  <a:pt x="5447" y="10063"/>
                </a:lnTo>
                <a:lnTo>
                  <a:pt x="4922" y="10571"/>
                </a:lnTo>
                <a:lnTo>
                  <a:pt x="4396" y="11130"/>
                </a:lnTo>
                <a:lnTo>
                  <a:pt x="4252" y="11029"/>
                </a:lnTo>
                <a:lnTo>
                  <a:pt x="3774" y="10623"/>
                </a:lnTo>
                <a:lnTo>
                  <a:pt x="3917" y="10419"/>
                </a:lnTo>
                <a:lnTo>
                  <a:pt x="4062" y="10267"/>
                </a:lnTo>
                <a:lnTo>
                  <a:pt x="4109" y="10164"/>
                </a:lnTo>
                <a:lnTo>
                  <a:pt x="4157" y="10114"/>
                </a:lnTo>
                <a:lnTo>
                  <a:pt x="4157" y="9911"/>
                </a:lnTo>
                <a:lnTo>
                  <a:pt x="4205" y="9606"/>
                </a:lnTo>
                <a:lnTo>
                  <a:pt x="4157" y="9453"/>
                </a:lnTo>
                <a:lnTo>
                  <a:pt x="4109" y="9250"/>
                </a:lnTo>
                <a:lnTo>
                  <a:pt x="4062" y="9097"/>
                </a:lnTo>
                <a:lnTo>
                  <a:pt x="3966" y="8945"/>
                </a:lnTo>
                <a:lnTo>
                  <a:pt x="3871" y="8844"/>
                </a:lnTo>
                <a:lnTo>
                  <a:pt x="3727" y="8741"/>
                </a:lnTo>
                <a:lnTo>
                  <a:pt x="3584" y="8691"/>
                </a:lnTo>
                <a:lnTo>
                  <a:pt x="3392" y="8640"/>
                </a:lnTo>
                <a:lnTo>
                  <a:pt x="3249" y="8640"/>
                </a:lnTo>
                <a:lnTo>
                  <a:pt x="3058" y="8691"/>
                </a:lnTo>
                <a:lnTo>
                  <a:pt x="2771" y="8844"/>
                </a:lnTo>
                <a:lnTo>
                  <a:pt x="2484" y="9046"/>
                </a:lnTo>
                <a:lnTo>
                  <a:pt x="2293" y="9301"/>
                </a:lnTo>
                <a:lnTo>
                  <a:pt x="1720" y="8741"/>
                </a:lnTo>
                <a:lnTo>
                  <a:pt x="1242" y="8082"/>
                </a:lnTo>
                <a:lnTo>
                  <a:pt x="955" y="7623"/>
                </a:lnTo>
                <a:lnTo>
                  <a:pt x="812" y="7166"/>
                </a:lnTo>
                <a:lnTo>
                  <a:pt x="717" y="6657"/>
                </a:lnTo>
                <a:lnTo>
                  <a:pt x="668" y="6150"/>
                </a:lnTo>
                <a:lnTo>
                  <a:pt x="717" y="5895"/>
                </a:lnTo>
                <a:lnTo>
                  <a:pt x="812" y="5642"/>
                </a:lnTo>
                <a:lnTo>
                  <a:pt x="955" y="5438"/>
                </a:lnTo>
                <a:lnTo>
                  <a:pt x="1098" y="5234"/>
                </a:lnTo>
                <a:lnTo>
                  <a:pt x="1290" y="5082"/>
                </a:lnTo>
                <a:lnTo>
                  <a:pt x="1528" y="4930"/>
                </a:lnTo>
                <a:lnTo>
                  <a:pt x="2006" y="4727"/>
                </a:lnTo>
                <a:lnTo>
                  <a:pt x="2484" y="4524"/>
                </a:lnTo>
                <a:lnTo>
                  <a:pt x="3011" y="4421"/>
                </a:lnTo>
                <a:close/>
                <a:moveTo>
                  <a:pt x="14336" y="8589"/>
                </a:moveTo>
                <a:lnTo>
                  <a:pt x="16008" y="9554"/>
                </a:lnTo>
                <a:lnTo>
                  <a:pt x="15482" y="10368"/>
                </a:lnTo>
                <a:lnTo>
                  <a:pt x="14957" y="11130"/>
                </a:lnTo>
                <a:lnTo>
                  <a:pt x="14766" y="10267"/>
                </a:lnTo>
                <a:lnTo>
                  <a:pt x="14574" y="9352"/>
                </a:lnTo>
                <a:lnTo>
                  <a:pt x="14336" y="8589"/>
                </a:lnTo>
                <a:close/>
                <a:moveTo>
                  <a:pt x="9462" y="11333"/>
                </a:moveTo>
                <a:lnTo>
                  <a:pt x="9652" y="11435"/>
                </a:lnTo>
                <a:lnTo>
                  <a:pt x="9892" y="11486"/>
                </a:lnTo>
                <a:lnTo>
                  <a:pt x="10369" y="11486"/>
                </a:lnTo>
                <a:lnTo>
                  <a:pt x="10035" y="11537"/>
                </a:lnTo>
                <a:lnTo>
                  <a:pt x="9844" y="11537"/>
                </a:lnTo>
                <a:lnTo>
                  <a:pt x="9700" y="11486"/>
                </a:lnTo>
                <a:lnTo>
                  <a:pt x="9557" y="11435"/>
                </a:lnTo>
                <a:lnTo>
                  <a:pt x="9462" y="11333"/>
                </a:lnTo>
                <a:close/>
                <a:moveTo>
                  <a:pt x="10657" y="8284"/>
                </a:moveTo>
                <a:lnTo>
                  <a:pt x="10417" y="8335"/>
                </a:lnTo>
                <a:lnTo>
                  <a:pt x="10179" y="8436"/>
                </a:lnTo>
                <a:lnTo>
                  <a:pt x="9987" y="8640"/>
                </a:lnTo>
                <a:lnTo>
                  <a:pt x="9652" y="8792"/>
                </a:lnTo>
                <a:lnTo>
                  <a:pt x="9366" y="9046"/>
                </a:lnTo>
                <a:lnTo>
                  <a:pt x="9079" y="9301"/>
                </a:lnTo>
                <a:lnTo>
                  <a:pt x="8841" y="9606"/>
                </a:lnTo>
                <a:lnTo>
                  <a:pt x="8697" y="9809"/>
                </a:lnTo>
                <a:lnTo>
                  <a:pt x="8649" y="10063"/>
                </a:lnTo>
                <a:lnTo>
                  <a:pt x="8554" y="10267"/>
                </a:lnTo>
                <a:lnTo>
                  <a:pt x="8554" y="10977"/>
                </a:lnTo>
                <a:lnTo>
                  <a:pt x="8697" y="11435"/>
                </a:lnTo>
                <a:lnTo>
                  <a:pt x="8841" y="11689"/>
                </a:lnTo>
                <a:lnTo>
                  <a:pt x="8984" y="11893"/>
                </a:lnTo>
                <a:lnTo>
                  <a:pt x="9174" y="12046"/>
                </a:lnTo>
                <a:lnTo>
                  <a:pt x="9366" y="12147"/>
                </a:lnTo>
                <a:lnTo>
                  <a:pt x="9605" y="12198"/>
                </a:lnTo>
                <a:lnTo>
                  <a:pt x="9844" y="12248"/>
                </a:lnTo>
                <a:lnTo>
                  <a:pt x="10322" y="12248"/>
                </a:lnTo>
                <a:lnTo>
                  <a:pt x="10752" y="12147"/>
                </a:lnTo>
                <a:lnTo>
                  <a:pt x="11182" y="11943"/>
                </a:lnTo>
                <a:lnTo>
                  <a:pt x="11612" y="11588"/>
                </a:lnTo>
                <a:lnTo>
                  <a:pt x="11995" y="11181"/>
                </a:lnTo>
                <a:lnTo>
                  <a:pt x="12328" y="10724"/>
                </a:lnTo>
                <a:lnTo>
                  <a:pt x="12425" y="10520"/>
                </a:lnTo>
                <a:lnTo>
                  <a:pt x="12520" y="10267"/>
                </a:lnTo>
                <a:lnTo>
                  <a:pt x="12568" y="10012"/>
                </a:lnTo>
                <a:lnTo>
                  <a:pt x="12568" y="9505"/>
                </a:lnTo>
                <a:lnTo>
                  <a:pt x="12471" y="9301"/>
                </a:lnTo>
                <a:lnTo>
                  <a:pt x="12328" y="9046"/>
                </a:lnTo>
                <a:lnTo>
                  <a:pt x="11995" y="8691"/>
                </a:lnTo>
                <a:lnTo>
                  <a:pt x="11803" y="8589"/>
                </a:lnTo>
                <a:lnTo>
                  <a:pt x="11373" y="8386"/>
                </a:lnTo>
                <a:lnTo>
                  <a:pt x="10895" y="8284"/>
                </a:lnTo>
                <a:close/>
                <a:moveTo>
                  <a:pt x="6595" y="9809"/>
                </a:moveTo>
                <a:lnTo>
                  <a:pt x="6833" y="11333"/>
                </a:lnTo>
                <a:lnTo>
                  <a:pt x="7120" y="12859"/>
                </a:lnTo>
                <a:lnTo>
                  <a:pt x="6020" y="12198"/>
                </a:lnTo>
                <a:lnTo>
                  <a:pt x="4922" y="11486"/>
                </a:lnTo>
                <a:lnTo>
                  <a:pt x="5782" y="10623"/>
                </a:lnTo>
                <a:lnTo>
                  <a:pt x="6595" y="9809"/>
                </a:lnTo>
                <a:close/>
                <a:moveTo>
                  <a:pt x="10274" y="6556"/>
                </a:moveTo>
                <a:lnTo>
                  <a:pt x="11946" y="7318"/>
                </a:lnTo>
                <a:lnTo>
                  <a:pt x="13523" y="8132"/>
                </a:lnTo>
                <a:lnTo>
                  <a:pt x="13811" y="9046"/>
                </a:lnTo>
                <a:lnTo>
                  <a:pt x="14049" y="9962"/>
                </a:lnTo>
                <a:lnTo>
                  <a:pt x="14241" y="10876"/>
                </a:lnTo>
                <a:lnTo>
                  <a:pt x="14431" y="11842"/>
                </a:lnTo>
                <a:lnTo>
                  <a:pt x="13763" y="12604"/>
                </a:lnTo>
                <a:lnTo>
                  <a:pt x="13046" y="13366"/>
                </a:lnTo>
                <a:lnTo>
                  <a:pt x="12281" y="14078"/>
                </a:lnTo>
                <a:lnTo>
                  <a:pt x="11517" y="14789"/>
                </a:lnTo>
                <a:lnTo>
                  <a:pt x="10560" y="14434"/>
                </a:lnTo>
                <a:lnTo>
                  <a:pt x="9605" y="14078"/>
                </a:lnTo>
                <a:lnTo>
                  <a:pt x="8697" y="13671"/>
                </a:lnTo>
                <a:lnTo>
                  <a:pt x="7789" y="13214"/>
                </a:lnTo>
                <a:lnTo>
                  <a:pt x="7454" y="11282"/>
                </a:lnTo>
                <a:lnTo>
                  <a:pt x="7120" y="9301"/>
                </a:lnTo>
                <a:lnTo>
                  <a:pt x="8697" y="7928"/>
                </a:lnTo>
                <a:lnTo>
                  <a:pt x="10274" y="6556"/>
                </a:lnTo>
                <a:close/>
                <a:moveTo>
                  <a:pt x="14527" y="12706"/>
                </a:moveTo>
                <a:lnTo>
                  <a:pt x="14622" y="14078"/>
                </a:lnTo>
                <a:lnTo>
                  <a:pt x="14622" y="15552"/>
                </a:lnTo>
                <a:lnTo>
                  <a:pt x="13428" y="15297"/>
                </a:lnTo>
                <a:lnTo>
                  <a:pt x="12233" y="14993"/>
                </a:lnTo>
                <a:lnTo>
                  <a:pt x="13046" y="14282"/>
                </a:lnTo>
                <a:lnTo>
                  <a:pt x="13763" y="13570"/>
                </a:lnTo>
                <a:lnTo>
                  <a:pt x="14527" y="12706"/>
                </a:lnTo>
                <a:close/>
                <a:moveTo>
                  <a:pt x="16582" y="9911"/>
                </a:moveTo>
                <a:lnTo>
                  <a:pt x="17251" y="10368"/>
                </a:lnTo>
                <a:lnTo>
                  <a:pt x="17920" y="10825"/>
                </a:lnTo>
                <a:lnTo>
                  <a:pt x="18541" y="11333"/>
                </a:lnTo>
                <a:lnTo>
                  <a:pt x="19114" y="11893"/>
                </a:lnTo>
                <a:lnTo>
                  <a:pt x="19688" y="12503"/>
                </a:lnTo>
                <a:lnTo>
                  <a:pt x="20166" y="13112"/>
                </a:lnTo>
                <a:lnTo>
                  <a:pt x="20596" y="13773"/>
                </a:lnTo>
                <a:lnTo>
                  <a:pt x="20930" y="14484"/>
                </a:lnTo>
                <a:lnTo>
                  <a:pt x="21170" y="15247"/>
                </a:lnTo>
                <a:lnTo>
                  <a:pt x="21074" y="15297"/>
                </a:lnTo>
                <a:lnTo>
                  <a:pt x="20787" y="15501"/>
                </a:lnTo>
                <a:lnTo>
                  <a:pt x="20452" y="15653"/>
                </a:lnTo>
                <a:lnTo>
                  <a:pt x="20119" y="15755"/>
                </a:lnTo>
                <a:lnTo>
                  <a:pt x="19784" y="15857"/>
                </a:lnTo>
                <a:lnTo>
                  <a:pt x="19688" y="15755"/>
                </a:lnTo>
                <a:lnTo>
                  <a:pt x="19641" y="15806"/>
                </a:lnTo>
                <a:lnTo>
                  <a:pt x="18541" y="15857"/>
                </a:lnTo>
                <a:lnTo>
                  <a:pt x="17442" y="15806"/>
                </a:lnTo>
                <a:lnTo>
                  <a:pt x="16390" y="15755"/>
                </a:lnTo>
                <a:lnTo>
                  <a:pt x="15292" y="15653"/>
                </a:lnTo>
                <a:lnTo>
                  <a:pt x="15244" y="14129"/>
                </a:lnTo>
                <a:lnTo>
                  <a:pt x="15196" y="13112"/>
                </a:lnTo>
                <a:lnTo>
                  <a:pt x="15100" y="12046"/>
                </a:lnTo>
                <a:lnTo>
                  <a:pt x="15865" y="10977"/>
                </a:lnTo>
                <a:lnTo>
                  <a:pt x="16582" y="9911"/>
                </a:lnTo>
                <a:close/>
                <a:moveTo>
                  <a:pt x="7979" y="14078"/>
                </a:moveTo>
                <a:lnTo>
                  <a:pt x="8841" y="14484"/>
                </a:lnTo>
                <a:lnTo>
                  <a:pt x="9700" y="14840"/>
                </a:lnTo>
                <a:lnTo>
                  <a:pt x="10847" y="15247"/>
                </a:lnTo>
                <a:lnTo>
                  <a:pt x="9844" y="16009"/>
                </a:lnTo>
                <a:lnTo>
                  <a:pt x="8744" y="16619"/>
                </a:lnTo>
                <a:lnTo>
                  <a:pt x="8601" y="16720"/>
                </a:lnTo>
                <a:lnTo>
                  <a:pt x="8266" y="15349"/>
                </a:lnTo>
                <a:lnTo>
                  <a:pt x="7979" y="14078"/>
                </a:lnTo>
                <a:close/>
                <a:moveTo>
                  <a:pt x="4492" y="11994"/>
                </a:moveTo>
                <a:lnTo>
                  <a:pt x="5065" y="12400"/>
                </a:lnTo>
                <a:lnTo>
                  <a:pt x="6165" y="13061"/>
                </a:lnTo>
                <a:lnTo>
                  <a:pt x="7311" y="13722"/>
                </a:lnTo>
                <a:lnTo>
                  <a:pt x="7646" y="15349"/>
                </a:lnTo>
                <a:lnTo>
                  <a:pt x="7836" y="16162"/>
                </a:lnTo>
                <a:lnTo>
                  <a:pt x="8076" y="17025"/>
                </a:lnTo>
                <a:lnTo>
                  <a:pt x="7406" y="17331"/>
                </a:lnTo>
                <a:lnTo>
                  <a:pt x="6690" y="17636"/>
                </a:lnTo>
                <a:lnTo>
                  <a:pt x="6020" y="17838"/>
                </a:lnTo>
                <a:lnTo>
                  <a:pt x="5304" y="17991"/>
                </a:lnTo>
                <a:lnTo>
                  <a:pt x="4825" y="17991"/>
                </a:lnTo>
                <a:lnTo>
                  <a:pt x="4396" y="17941"/>
                </a:lnTo>
                <a:lnTo>
                  <a:pt x="3966" y="17838"/>
                </a:lnTo>
                <a:lnTo>
                  <a:pt x="3536" y="17585"/>
                </a:lnTo>
                <a:lnTo>
                  <a:pt x="3344" y="17432"/>
                </a:lnTo>
                <a:lnTo>
                  <a:pt x="3201" y="17229"/>
                </a:lnTo>
                <a:lnTo>
                  <a:pt x="3058" y="17025"/>
                </a:lnTo>
                <a:lnTo>
                  <a:pt x="2963" y="16772"/>
                </a:lnTo>
                <a:lnTo>
                  <a:pt x="2819" y="16314"/>
                </a:lnTo>
                <a:lnTo>
                  <a:pt x="2819" y="15755"/>
                </a:lnTo>
                <a:lnTo>
                  <a:pt x="2866" y="15247"/>
                </a:lnTo>
                <a:lnTo>
                  <a:pt x="2963" y="14739"/>
                </a:lnTo>
                <a:lnTo>
                  <a:pt x="3106" y="14231"/>
                </a:lnTo>
                <a:lnTo>
                  <a:pt x="3297" y="13773"/>
                </a:lnTo>
                <a:lnTo>
                  <a:pt x="3536" y="13265"/>
                </a:lnTo>
                <a:lnTo>
                  <a:pt x="3822" y="12859"/>
                </a:lnTo>
                <a:lnTo>
                  <a:pt x="4157" y="12400"/>
                </a:lnTo>
                <a:lnTo>
                  <a:pt x="4492" y="11994"/>
                </a:lnTo>
                <a:close/>
                <a:moveTo>
                  <a:pt x="10800" y="19465"/>
                </a:moveTo>
                <a:lnTo>
                  <a:pt x="10943" y="19516"/>
                </a:lnTo>
                <a:lnTo>
                  <a:pt x="10943" y="19872"/>
                </a:lnTo>
                <a:lnTo>
                  <a:pt x="10895" y="20075"/>
                </a:lnTo>
                <a:lnTo>
                  <a:pt x="10800" y="20227"/>
                </a:lnTo>
                <a:lnTo>
                  <a:pt x="10657" y="20329"/>
                </a:lnTo>
                <a:lnTo>
                  <a:pt x="10369" y="20075"/>
                </a:lnTo>
                <a:lnTo>
                  <a:pt x="10130" y="19821"/>
                </a:lnTo>
                <a:lnTo>
                  <a:pt x="10225" y="19617"/>
                </a:lnTo>
                <a:lnTo>
                  <a:pt x="10417" y="19516"/>
                </a:lnTo>
                <a:lnTo>
                  <a:pt x="10608" y="19465"/>
                </a:lnTo>
                <a:close/>
                <a:moveTo>
                  <a:pt x="11612" y="15501"/>
                </a:moveTo>
                <a:lnTo>
                  <a:pt x="13093" y="15907"/>
                </a:lnTo>
                <a:lnTo>
                  <a:pt x="14622" y="16213"/>
                </a:lnTo>
                <a:lnTo>
                  <a:pt x="14574" y="17025"/>
                </a:lnTo>
                <a:lnTo>
                  <a:pt x="14479" y="17788"/>
                </a:lnTo>
                <a:lnTo>
                  <a:pt x="14288" y="18602"/>
                </a:lnTo>
                <a:lnTo>
                  <a:pt x="14097" y="19364"/>
                </a:lnTo>
                <a:lnTo>
                  <a:pt x="13858" y="19770"/>
                </a:lnTo>
                <a:lnTo>
                  <a:pt x="13619" y="20177"/>
                </a:lnTo>
                <a:lnTo>
                  <a:pt x="13284" y="20532"/>
                </a:lnTo>
                <a:lnTo>
                  <a:pt x="12903" y="20787"/>
                </a:lnTo>
                <a:lnTo>
                  <a:pt x="12568" y="20939"/>
                </a:lnTo>
                <a:lnTo>
                  <a:pt x="12233" y="20990"/>
                </a:lnTo>
                <a:lnTo>
                  <a:pt x="11851" y="20939"/>
                </a:lnTo>
                <a:lnTo>
                  <a:pt x="11517" y="20838"/>
                </a:lnTo>
                <a:lnTo>
                  <a:pt x="11660" y="20583"/>
                </a:lnTo>
                <a:lnTo>
                  <a:pt x="11708" y="20329"/>
                </a:lnTo>
                <a:lnTo>
                  <a:pt x="11803" y="20025"/>
                </a:lnTo>
                <a:lnTo>
                  <a:pt x="11803" y="19770"/>
                </a:lnTo>
                <a:lnTo>
                  <a:pt x="11755" y="19516"/>
                </a:lnTo>
                <a:lnTo>
                  <a:pt x="11660" y="19364"/>
                </a:lnTo>
                <a:lnTo>
                  <a:pt x="11517" y="19160"/>
                </a:lnTo>
                <a:lnTo>
                  <a:pt x="11373" y="19059"/>
                </a:lnTo>
                <a:lnTo>
                  <a:pt x="11134" y="18907"/>
                </a:lnTo>
                <a:lnTo>
                  <a:pt x="10943" y="18855"/>
                </a:lnTo>
                <a:lnTo>
                  <a:pt x="10752" y="18804"/>
                </a:lnTo>
                <a:lnTo>
                  <a:pt x="10513" y="18804"/>
                </a:lnTo>
                <a:lnTo>
                  <a:pt x="10274" y="18855"/>
                </a:lnTo>
                <a:lnTo>
                  <a:pt x="10082" y="18956"/>
                </a:lnTo>
                <a:lnTo>
                  <a:pt x="9892" y="19109"/>
                </a:lnTo>
                <a:lnTo>
                  <a:pt x="9700" y="19261"/>
                </a:lnTo>
                <a:lnTo>
                  <a:pt x="9462" y="18855"/>
                </a:lnTo>
                <a:lnTo>
                  <a:pt x="9222" y="18347"/>
                </a:lnTo>
                <a:lnTo>
                  <a:pt x="8984" y="17890"/>
                </a:lnTo>
                <a:lnTo>
                  <a:pt x="8792" y="17381"/>
                </a:lnTo>
                <a:lnTo>
                  <a:pt x="10179" y="16568"/>
                </a:lnTo>
                <a:lnTo>
                  <a:pt x="10895" y="16059"/>
                </a:lnTo>
                <a:lnTo>
                  <a:pt x="11612" y="15501"/>
                </a:lnTo>
                <a:close/>
                <a:moveTo>
                  <a:pt x="8458" y="0"/>
                </a:moveTo>
                <a:lnTo>
                  <a:pt x="8028" y="407"/>
                </a:lnTo>
                <a:lnTo>
                  <a:pt x="7646" y="865"/>
                </a:lnTo>
                <a:lnTo>
                  <a:pt x="7311" y="1373"/>
                </a:lnTo>
                <a:lnTo>
                  <a:pt x="7071" y="1931"/>
                </a:lnTo>
                <a:lnTo>
                  <a:pt x="6833" y="2491"/>
                </a:lnTo>
                <a:lnTo>
                  <a:pt x="6642" y="3049"/>
                </a:lnTo>
                <a:lnTo>
                  <a:pt x="6546" y="3659"/>
                </a:lnTo>
                <a:lnTo>
                  <a:pt x="6451" y="4269"/>
                </a:lnTo>
                <a:lnTo>
                  <a:pt x="5495" y="4015"/>
                </a:lnTo>
                <a:lnTo>
                  <a:pt x="4539" y="3863"/>
                </a:lnTo>
                <a:lnTo>
                  <a:pt x="3584" y="3762"/>
                </a:lnTo>
                <a:lnTo>
                  <a:pt x="3106" y="3812"/>
                </a:lnTo>
                <a:lnTo>
                  <a:pt x="2676" y="3863"/>
                </a:lnTo>
                <a:lnTo>
                  <a:pt x="2246" y="3914"/>
                </a:lnTo>
                <a:lnTo>
                  <a:pt x="1815" y="4015"/>
                </a:lnTo>
                <a:lnTo>
                  <a:pt x="1433" y="4219"/>
                </a:lnTo>
                <a:lnTo>
                  <a:pt x="1051" y="4421"/>
                </a:lnTo>
                <a:lnTo>
                  <a:pt x="717" y="4625"/>
                </a:lnTo>
                <a:lnTo>
                  <a:pt x="477" y="4930"/>
                </a:lnTo>
                <a:lnTo>
                  <a:pt x="238" y="5286"/>
                </a:lnTo>
                <a:lnTo>
                  <a:pt x="95" y="5692"/>
                </a:lnTo>
                <a:lnTo>
                  <a:pt x="0" y="6099"/>
                </a:lnTo>
                <a:lnTo>
                  <a:pt x="0" y="6556"/>
                </a:lnTo>
                <a:lnTo>
                  <a:pt x="47" y="6964"/>
                </a:lnTo>
                <a:lnTo>
                  <a:pt x="190" y="7421"/>
                </a:lnTo>
                <a:lnTo>
                  <a:pt x="334" y="7827"/>
                </a:lnTo>
                <a:lnTo>
                  <a:pt x="573" y="8234"/>
                </a:lnTo>
                <a:lnTo>
                  <a:pt x="812" y="8640"/>
                </a:lnTo>
                <a:lnTo>
                  <a:pt x="1098" y="8996"/>
                </a:lnTo>
                <a:lnTo>
                  <a:pt x="1576" y="9505"/>
                </a:lnTo>
                <a:lnTo>
                  <a:pt x="2103" y="10063"/>
                </a:lnTo>
                <a:lnTo>
                  <a:pt x="2103" y="10419"/>
                </a:lnTo>
                <a:lnTo>
                  <a:pt x="2198" y="10775"/>
                </a:lnTo>
                <a:lnTo>
                  <a:pt x="2246" y="10927"/>
                </a:lnTo>
                <a:lnTo>
                  <a:pt x="2389" y="11029"/>
                </a:lnTo>
                <a:lnTo>
                  <a:pt x="2484" y="11130"/>
                </a:lnTo>
                <a:lnTo>
                  <a:pt x="2676" y="11181"/>
                </a:lnTo>
                <a:lnTo>
                  <a:pt x="2819" y="11232"/>
                </a:lnTo>
                <a:lnTo>
                  <a:pt x="2963" y="11181"/>
                </a:lnTo>
                <a:lnTo>
                  <a:pt x="3297" y="11080"/>
                </a:lnTo>
                <a:lnTo>
                  <a:pt x="3966" y="11638"/>
                </a:lnTo>
                <a:lnTo>
                  <a:pt x="3441" y="12350"/>
                </a:lnTo>
                <a:lnTo>
                  <a:pt x="3011" y="13112"/>
                </a:lnTo>
                <a:lnTo>
                  <a:pt x="2628" y="13926"/>
                </a:lnTo>
                <a:lnTo>
                  <a:pt x="2436" y="14332"/>
                </a:lnTo>
                <a:lnTo>
                  <a:pt x="2341" y="14789"/>
                </a:lnTo>
                <a:lnTo>
                  <a:pt x="2246" y="15196"/>
                </a:lnTo>
                <a:lnTo>
                  <a:pt x="2198" y="15602"/>
                </a:lnTo>
                <a:lnTo>
                  <a:pt x="2198" y="16009"/>
                </a:lnTo>
                <a:lnTo>
                  <a:pt x="2246" y="16467"/>
                </a:lnTo>
                <a:lnTo>
                  <a:pt x="2341" y="16823"/>
                </a:lnTo>
                <a:lnTo>
                  <a:pt x="2484" y="17229"/>
                </a:lnTo>
                <a:lnTo>
                  <a:pt x="2676" y="17585"/>
                </a:lnTo>
                <a:lnTo>
                  <a:pt x="2914" y="17890"/>
                </a:lnTo>
                <a:lnTo>
                  <a:pt x="3249" y="18194"/>
                </a:lnTo>
                <a:lnTo>
                  <a:pt x="3631" y="18398"/>
                </a:lnTo>
                <a:lnTo>
                  <a:pt x="3966" y="18551"/>
                </a:lnTo>
                <a:lnTo>
                  <a:pt x="4396" y="18602"/>
                </a:lnTo>
                <a:lnTo>
                  <a:pt x="4779" y="18652"/>
                </a:lnTo>
                <a:lnTo>
                  <a:pt x="5208" y="18652"/>
                </a:lnTo>
                <a:lnTo>
                  <a:pt x="5590" y="18602"/>
                </a:lnTo>
                <a:lnTo>
                  <a:pt x="5973" y="18551"/>
                </a:lnTo>
                <a:lnTo>
                  <a:pt x="6546" y="18347"/>
                </a:lnTo>
                <a:lnTo>
                  <a:pt x="7168" y="18143"/>
                </a:lnTo>
                <a:lnTo>
                  <a:pt x="7693" y="17941"/>
                </a:lnTo>
                <a:lnTo>
                  <a:pt x="8266" y="17636"/>
                </a:lnTo>
                <a:lnTo>
                  <a:pt x="8506" y="18246"/>
                </a:lnTo>
                <a:lnTo>
                  <a:pt x="8744" y="18804"/>
                </a:lnTo>
                <a:lnTo>
                  <a:pt x="9079" y="19364"/>
                </a:lnTo>
                <a:lnTo>
                  <a:pt x="9414" y="19872"/>
                </a:lnTo>
                <a:lnTo>
                  <a:pt x="9317" y="20126"/>
                </a:lnTo>
                <a:lnTo>
                  <a:pt x="9271" y="20379"/>
                </a:lnTo>
                <a:lnTo>
                  <a:pt x="9317" y="20634"/>
                </a:lnTo>
                <a:lnTo>
                  <a:pt x="9414" y="20888"/>
                </a:lnTo>
                <a:lnTo>
                  <a:pt x="9557" y="21092"/>
                </a:lnTo>
                <a:lnTo>
                  <a:pt x="9749" y="21244"/>
                </a:lnTo>
                <a:lnTo>
                  <a:pt x="9939" y="21345"/>
                </a:lnTo>
                <a:lnTo>
                  <a:pt x="10130" y="21448"/>
                </a:lnTo>
                <a:lnTo>
                  <a:pt x="10322" y="21497"/>
                </a:lnTo>
                <a:lnTo>
                  <a:pt x="10560" y="21497"/>
                </a:lnTo>
                <a:lnTo>
                  <a:pt x="10752" y="21448"/>
                </a:lnTo>
                <a:lnTo>
                  <a:pt x="10990" y="21345"/>
                </a:lnTo>
                <a:lnTo>
                  <a:pt x="11038" y="21345"/>
                </a:lnTo>
                <a:lnTo>
                  <a:pt x="11468" y="21497"/>
                </a:lnTo>
                <a:lnTo>
                  <a:pt x="11946" y="21600"/>
                </a:lnTo>
                <a:lnTo>
                  <a:pt x="12376" y="21600"/>
                </a:lnTo>
                <a:lnTo>
                  <a:pt x="12854" y="21497"/>
                </a:lnTo>
                <a:lnTo>
                  <a:pt x="13236" y="21345"/>
                </a:lnTo>
                <a:lnTo>
                  <a:pt x="13571" y="21143"/>
                </a:lnTo>
                <a:lnTo>
                  <a:pt x="13906" y="20838"/>
                </a:lnTo>
                <a:lnTo>
                  <a:pt x="14144" y="20532"/>
                </a:lnTo>
                <a:lnTo>
                  <a:pt x="14384" y="20177"/>
                </a:lnTo>
                <a:lnTo>
                  <a:pt x="14574" y="19770"/>
                </a:lnTo>
                <a:lnTo>
                  <a:pt x="14719" y="19364"/>
                </a:lnTo>
                <a:lnTo>
                  <a:pt x="14862" y="18956"/>
                </a:lnTo>
                <a:lnTo>
                  <a:pt x="15005" y="18347"/>
                </a:lnTo>
                <a:lnTo>
                  <a:pt x="15149" y="17686"/>
                </a:lnTo>
                <a:lnTo>
                  <a:pt x="15196" y="16975"/>
                </a:lnTo>
                <a:lnTo>
                  <a:pt x="15244" y="16314"/>
                </a:lnTo>
                <a:lnTo>
                  <a:pt x="16438" y="16415"/>
                </a:lnTo>
                <a:lnTo>
                  <a:pt x="17585" y="16518"/>
                </a:lnTo>
                <a:lnTo>
                  <a:pt x="18779" y="16518"/>
                </a:lnTo>
                <a:lnTo>
                  <a:pt x="19927" y="16467"/>
                </a:lnTo>
                <a:lnTo>
                  <a:pt x="19974" y="16415"/>
                </a:lnTo>
                <a:lnTo>
                  <a:pt x="19974" y="16314"/>
                </a:lnTo>
                <a:lnTo>
                  <a:pt x="20309" y="16213"/>
                </a:lnTo>
                <a:lnTo>
                  <a:pt x="20692" y="16111"/>
                </a:lnTo>
                <a:lnTo>
                  <a:pt x="21025" y="15907"/>
                </a:lnTo>
                <a:lnTo>
                  <a:pt x="21360" y="15705"/>
                </a:lnTo>
                <a:lnTo>
                  <a:pt x="21504" y="15705"/>
                </a:lnTo>
                <a:lnTo>
                  <a:pt x="21552" y="15653"/>
                </a:lnTo>
                <a:lnTo>
                  <a:pt x="21600" y="15552"/>
                </a:lnTo>
                <a:lnTo>
                  <a:pt x="21552" y="15145"/>
                </a:lnTo>
                <a:lnTo>
                  <a:pt x="21457" y="14739"/>
                </a:lnTo>
                <a:lnTo>
                  <a:pt x="21360" y="14332"/>
                </a:lnTo>
                <a:lnTo>
                  <a:pt x="21217" y="13977"/>
                </a:lnTo>
                <a:lnTo>
                  <a:pt x="20835" y="13214"/>
                </a:lnTo>
                <a:lnTo>
                  <a:pt x="20357" y="12553"/>
                </a:lnTo>
                <a:lnTo>
                  <a:pt x="19831" y="11893"/>
                </a:lnTo>
                <a:lnTo>
                  <a:pt x="19258" y="11282"/>
                </a:lnTo>
                <a:lnTo>
                  <a:pt x="18636" y="10724"/>
                </a:lnTo>
                <a:lnTo>
                  <a:pt x="17968" y="10164"/>
                </a:lnTo>
                <a:lnTo>
                  <a:pt x="16868" y="9402"/>
                </a:lnTo>
                <a:lnTo>
                  <a:pt x="17395" y="8386"/>
                </a:lnTo>
                <a:lnTo>
                  <a:pt x="17873" y="7369"/>
                </a:lnTo>
                <a:lnTo>
                  <a:pt x="18303" y="6303"/>
                </a:lnTo>
                <a:lnTo>
                  <a:pt x="18636" y="5234"/>
                </a:lnTo>
                <a:lnTo>
                  <a:pt x="18636" y="5032"/>
                </a:lnTo>
                <a:lnTo>
                  <a:pt x="18828" y="4880"/>
                </a:lnTo>
                <a:lnTo>
                  <a:pt x="19019" y="4676"/>
                </a:lnTo>
                <a:lnTo>
                  <a:pt x="19211" y="4371"/>
                </a:lnTo>
                <a:lnTo>
                  <a:pt x="19306" y="4066"/>
                </a:lnTo>
                <a:lnTo>
                  <a:pt x="19306" y="3710"/>
                </a:lnTo>
                <a:lnTo>
                  <a:pt x="19211" y="3354"/>
                </a:lnTo>
                <a:lnTo>
                  <a:pt x="19067" y="3101"/>
                </a:lnTo>
                <a:lnTo>
                  <a:pt x="18876" y="2846"/>
                </a:lnTo>
                <a:lnTo>
                  <a:pt x="18589" y="2693"/>
                </a:lnTo>
                <a:lnTo>
                  <a:pt x="18446" y="2644"/>
                </a:lnTo>
                <a:lnTo>
                  <a:pt x="18254" y="2644"/>
                </a:lnTo>
                <a:lnTo>
                  <a:pt x="18016" y="2693"/>
                </a:lnTo>
                <a:lnTo>
                  <a:pt x="17825" y="2796"/>
                </a:lnTo>
                <a:lnTo>
                  <a:pt x="17633" y="2897"/>
                </a:lnTo>
                <a:lnTo>
                  <a:pt x="17442" y="3049"/>
                </a:lnTo>
                <a:lnTo>
                  <a:pt x="16868" y="2948"/>
                </a:lnTo>
                <a:lnTo>
                  <a:pt x="16247" y="2998"/>
                </a:lnTo>
                <a:lnTo>
                  <a:pt x="15674" y="3049"/>
                </a:lnTo>
                <a:lnTo>
                  <a:pt x="15100" y="3151"/>
                </a:lnTo>
                <a:lnTo>
                  <a:pt x="14479" y="3354"/>
                </a:lnTo>
                <a:lnTo>
                  <a:pt x="13906" y="3558"/>
                </a:lnTo>
                <a:lnTo>
                  <a:pt x="13379" y="3812"/>
                </a:lnTo>
                <a:lnTo>
                  <a:pt x="12806" y="4116"/>
                </a:lnTo>
                <a:lnTo>
                  <a:pt x="12520" y="4269"/>
                </a:lnTo>
                <a:lnTo>
                  <a:pt x="11995" y="3354"/>
                </a:lnTo>
                <a:lnTo>
                  <a:pt x="11420" y="2440"/>
                </a:lnTo>
                <a:lnTo>
                  <a:pt x="10752" y="1575"/>
                </a:lnTo>
                <a:lnTo>
                  <a:pt x="10082" y="762"/>
                </a:lnTo>
                <a:lnTo>
                  <a:pt x="9939" y="661"/>
                </a:lnTo>
                <a:lnTo>
                  <a:pt x="9796" y="661"/>
                </a:lnTo>
                <a:lnTo>
                  <a:pt x="9271" y="865"/>
                </a:lnTo>
                <a:lnTo>
                  <a:pt x="8744" y="1118"/>
                </a:lnTo>
                <a:lnTo>
                  <a:pt x="8649" y="1169"/>
                </a:lnTo>
                <a:lnTo>
                  <a:pt x="8601" y="1221"/>
                </a:lnTo>
                <a:lnTo>
                  <a:pt x="8649" y="1373"/>
                </a:lnTo>
                <a:lnTo>
                  <a:pt x="8697" y="1474"/>
                </a:lnTo>
                <a:lnTo>
                  <a:pt x="8841" y="1474"/>
                </a:lnTo>
                <a:lnTo>
                  <a:pt x="9317" y="1423"/>
                </a:lnTo>
                <a:lnTo>
                  <a:pt x="9749" y="1373"/>
                </a:lnTo>
                <a:lnTo>
                  <a:pt x="10369" y="2135"/>
                </a:lnTo>
                <a:lnTo>
                  <a:pt x="10943" y="2897"/>
                </a:lnTo>
                <a:lnTo>
                  <a:pt x="11517" y="3762"/>
                </a:lnTo>
                <a:lnTo>
                  <a:pt x="11995" y="4574"/>
                </a:lnTo>
                <a:lnTo>
                  <a:pt x="11087" y="5185"/>
                </a:lnTo>
                <a:lnTo>
                  <a:pt x="10225" y="5845"/>
                </a:lnTo>
                <a:lnTo>
                  <a:pt x="8601" y="5082"/>
                </a:lnTo>
                <a:lnTo>
                  <a:pt x="7789" y="4727"/>
                </a:lnTo>
                <a:lnTo>
                  <a:pt x="6928" y="4421"/>
                </a:lnTo>
                <a:lnTo>
                  <a:pt x="7025" y="3863"/>
                </a:lnTo>
                <a:lnTo>
                  <a:pt x="7120" y="3303"/>
                </a:lnTo>
                <a:lnTo>
                  <a:pt x="7263" y="2745"/>
                </a:lnTo>
                <a:lnTo>
                  <a:pt x="7454" y="2185"/>
                </a:lnTo>
                <a:lnTo>
                  <a:pt x="7693" y="1678"/>
                </a:lnTo>
                <a:lnTo>
                  <a:pt x="7979" y="1169"/>
                </a:lnTo>
                <a:lnTo>
                  <a:pt x="8314" y="712"/>
                </a:lnTo>
                <a:lnTo>
                  <a:pt x="8649" y="255"/>
                </a:lnTo>
                <a:lnTo>
                  <a:pt x="8697" y="152"/>
                </a:lnTo>
                <a:lnTo>
                  <a:pt x="8697" y="51"/>
                </a:lnTo>
                <a:lnTo>
                  <a:pt x="8601" y="0"/>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581" name="Google Shape;229;p3"/>
          <p:cNvSpPr/>
          <p:nvPr/>
        </p:nvSpPr>
        <p:spPr>
          <a:xfrm>
            <a:off x="-35017" y="4075593"/>
            <a:ext cx="339603" cy="4005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307" y="860"/>
                </a:moveTo>
                <a:lnTo>
                  <a:pt x="11560" y="930"/>
                </a:lnTo>
                <a:lnTo>
                  <a:pt x="11728" y="1074"/>
                </a:lnTo>
                <a:lnTo>
                  <a:pt x="11728" y="1503"/>
                </a:lnTo>
                <a:lnTo>
                  <a:pt x="11560" y="1860"/>
                </a:lnTo>
                <a:lnTo>
                  <a:pt x="11392" y="2075"/>
                </a:lnTo>
                <a:lnTo>
                  <a:pt x="11137" y="2219"/>
                </a:lnTo>
                <a:lnTo>
                  <a:pt x="10884" y="2289"/>
                </a:lnTo>
                <a:lnTo>
                  <a:pt x="10631" y="2219"/>
                </a:lnTo>
                <a:lnTo>
                  <a:pt x="10042" y="2004"/>
                </a:lnTo>
                <a:lnTo>
                  <a:pt x="10210" y="1788"/>
                </a:lnTo>
                <a:lnTo>
                  <a:pt x="10210" y="1503"/>
                </a:lnTo>
                <a:lnTo>
                  <a:pt x="10125" y="1359"/>
                </a:lnTo>
                <a:lnTo>
                  <a:pt x="10042" y="1289"/>
                </a:lnTo>
                <a:lnTo>
                  <a:pt x="10295" y="1074"/>
                </a:lnTo>
                <a:lnTo>
                  <a:pt x="10631" y="930"/>
                </a:lnTo>
                <a:lnTo>
                  <a:pt x="10969" y="860"/>
                </a:lnTo>
                <a:close/>
                <a:moveTo>
                  <a:pt x="7763" y="12660"/>
                </a:moveTo>
                <a:lnTo>
                  <a:pt x="7763" y="12732"/>
                </a:lnTo>
                <a:lnTo>
                  <a:pt x="7680" y="12732"/>
                </a:lnTo>
                <a:lnTo>
                  <a:pt x="7763" y="12660"/>
                </a:lnTo>
                <a:close/>
                <a:moveTo>
                  <a:pt x="9872" y="13518"/>
                </a:moveTo>
                <a:lnTo>
                  <a:pt x="9789" y="13662"/>
                </a:lnTo>
                <a:lnTo>
                  <a:pt x="9704" y="13590"/>
                </a:lnTo>
                <a:lnTo>
                  <a:pt x="9872" y="13518"/>
                </a:lnTo>
                <a:close/>
                <a:moveTo>
                  <a:pt x="11981" y="8226"/>
                </a:moveTo>
                <a:lnTo>
                  <a:pt x="12487" y="8441"/>
                </a:lnTo>
                <a:lnTo>
                  <a:pt x="12993" y="8655"/>
                </a:lnTo>
                <a:lnTo>
                  <a:pt x="13078" y="8870"/>
                </a:lnTo>
                <a:lnTo>
                  <a:pt x="13163" y="8942"/>
                </a:lnTo>
                <a:lnTo>
                  <a:pt x="13331" y="8942"/>
                </a:lnTo>
                <a:lnTo>
                  <a:pt x="13837" y="9513"/>
                </a:lnTo>
                <a:lnTo>
                  <a:pt x="14175" y="10086"/>
                </a:lnTo>
                <a:lnTo>
                  <a:pt x="14260" y="10730"/>
                </a:lnTo>
                <a:lnTo>
                  <a:pt x="14260" y="11373"/>
                </a:lnTo>
                <a:lnTo>
                  <a:pt x="14007" y="11945"/>
                </a:lnTo>
                <a:lnTo>
                  <a:pt x="13669" y="12518"/>
                </a:lnTo>
                <a:lnTo>
                  <a:pt x="13331" y="12875"/>
                </a:lnTo>
                <a:lnTo>
                  <a:pt x="12993" y="13161"/>
                </a:lnTo>
                <a:lnTo>
                  <a:pt x="12993" y="12446"/>
                </a:lnTo>
                <a:lnTo>
                  <a:pt x="12910" y="12373"/>
                </a:lnTo>
                <a:lnTo>
                  <a:pt x="12825" y="12303"/>
                </a:lnTo>
                <a:lnTo>
                  <a:pt x="12740" y="12303"/>
                </a:lnTo>
                <a:lnTo>
                  <a:pt x="12657" y="12373"/>
                </a:lnTo>
                <a:lnTo>
                  <a:pt x="12404" y="12660"/>
                </a:lnTo>
                <a:lnTo>
                  <a:pt x="12319" y="13017"/>
                </a:lnTo>
                <a:lnTo>
                  <a:pt x="12234" y="13518"/>
                </a:lnTo>
                <a:lnTo>
                  <a:pt x="11728" y="13662"/>
                </a:lnTo>
                <a:lnTo>
                  <a:pt x="11728" y="13089"/>
                </a:lnTo>
                <a:lnTo>
                  <a:pt x="11813" y="12802"/>
                </a:lnTo>
                <a:lnTo>
                  <a:pt x="11981" y="12588"/>
                </a:lnTo>
                <a:lnTo>
                  <a:pt x="12066" y="12518"/>
                </a:lnTo>
                <a:lnTo>
                  <a:pt x="11981" y="12446"/>
                </a:lnTo>
                <a:lnTo>
                  <a:pt x="11898" y="12373"/>
                </a:lnTo>
                <a:lnTo>
                  <a:pt x="11813" y="12373"/>
                </a:lnTo>
                <a:lnTo>
                  <a:pt x="11392" y="12588"/>
                </a:lnTo>
                <a:lnTo>
                  <a:pt x="11137" y="12947"/>
                </a:lnTo>
                <a:lnTo>
                  <a:pt x="10969" y="13304"/>
                </a:lnTo>
                <a:lnTo>
                  <a:pt x="10969" y="13733"/>
                </a:lnTo>
                <a:lnTo>
                  <a:pt x="10801" y="13733"/>
                </a:lnTo>
                <a:lnTo>
                  <a:pt x="10716" y="13662"/>
                </a:lnTo>
                <a:lnTo>
                  <a:pt x="10631" y="13590"/>
                </a:lnTo>
                <a:lnTo>
                  <a:pt x="10548" y="13590"/>
                </a:lnTo>
                <a:lnTo>
                  <a:pt x="11560" y="11730"/>
                </a:lnTo>
                <a:lnTo>
                  <a:pt x="11560" y="11588"/>
                </a:lnTo>
                <a:lnTo>
                  <a:pt x="11475" y="11516"/>
                </a:lnTo>
                <a:lnTo>
                  <a:pt x="11392" y="11516"/>
                </a:lnTo>
                <a:lnTo>
                  <a:pt x="11307" y="11588"/>
                </a:lnTo>
                <a:lnTo>
                  <a:pt x="10125" y="13161"/>
                </a:lnTo>
                <a:lnTo>
                  <a:pt x="10042" y="13017"/>
                </a:lnTo>
                <a:lnTo>
                  <a:pt x="9957" y="12947"/>
                </a:lnTo>
                <a:lnTo>
                  <a:pt x="9789" y="12947"/>
                </a:lnTo>
                <a:lnTo>
                  <a:pt x="10210" y="12159"/>
                </a:lnTo>
                <a:lnTo>
                  <a:pt x="10716" y="11301"/>
                </a:lnTo>
                <a:lnTo>
                  <a:pt x="10801" y="11229"/>
                </a:lnTo>
                <a:lnTo>
                  <a:pt x="10716" y="11159"/>
                </a:lnTo>
                <a:lnTo>
                  <a:pt x="10548" y="11159"/>
                </a:lnTo>
                <a:lnTo>
                  <a:pt x="9619" y="12231"/>
                </a:lnTo>
                <a:lnTo>
                  <a:pt x="9198" y="12802"/>
                </a:lnTo>
                <a:lnTo>
                  <a:pt x="8860" y="13376"/>
                </a:lnTo>
                <a:lnTo>
                  <a:pt x="8439" y="13231"/>
                </a:lnTo>
                <a:lnTo>
                  <a:pt x="8692" y="13161"/>
                </a:lnTo>
                <a:lnTo>
                  <a:pt x="8860" y="12947"/>
                </a:lnTo>
                <a:lnTo>
                  <a:pt x="8945" y="12802"/>
                </a:lnTo>
                <a:lnTo>
                  <a:pt x="8945" y="12446"/>
                </a:lnTo>
                <a:lnTo>
                  <a:pt x="8775" y="12446"/>
                </a:lnTo>
                <a:lnTo>
                  <a:pt x="9198" y="12017"/>
                </a:lnTo>
                <a:lnTo>
                  <a:pt x="10378" y="10800"/>
                </a:lnTo>
                <a:lnTo>
                  <a:pt x="10378" y="10658"/>
                </a:lnTo>
                <a:lnTo>
                  <a:pt x="10295" y="10586"/>
                </a:lnTo>
                <a:lnTo>
                  <a:pt x="10125" y="10586"/>
                </a:lnTo>
                <a:lnTo>
                  <a:pt x="8692" y="11730"/>
                </a:lnTo>
                <a:lnTo>
                  <a:pt x="8354" y="11945"/>
                </a:lnTo>
                <a:lnTo>
                  <a:pt x="8269" y="11874"/>
                </a:lnTo>
                <a:lnTo>
                  <a:pt x="8186" y="11874"/>
                </a:lnTo>
                <a:lnTo>
                  <a:pt x="8016" y="11945"/>
                </a:lnTo>
                <a:lnTo>
                  <a:pt x="8439" y="11443"/>
                </a:lnTo>
                <a:lnTo>
                  <a:pt x="8945" y="11014"/>
                </a:lnTo>
                <a:lnTo>
                  <a:pt x="9536" y="10658"/>
                </a:lnTo>
                <a:lnTo>
                  <a:pt x="10125" y="10301"/>
                </a:lnTo>
                <a:lnTo>
                  <a:pt x="10210" y="10229"/>
                </a:lnTo>
                <a:lnTo>
                  <a:pt x="10125" y="10157"/>
                </a:lnTo>
                <a:lnTo>
                  <a:pt x="10125" y="10086"/>
                </a:lnTo>
                <a:lnTo>
                  <a:pt x="9957" y="10014"/>
                </a:lnTo>
                <a:lnTo>
                  <a:pt x="9113" y="10371"/>
                </a:lnTo>
                <a:lnTo>
                  <a:pt x="8354" y="10800"/>
                </a:lnTo>
                <a:lnTo>
                  <a:pt x="7680" y="11301"/>
                </a:lnTo>
                <a:lnTo>
                  <a:pt x="7089" y="11945"/>
                </a:lnTo>
                <a:lnTo>
                  <a:pt x="7004" y="11730"/>
                </a:lnTo>
                <a:lnTo>
                  <a:pt x="7089" y="11660"/>
                </a:lnTo>
                <a:lnTo>
                  <a:pt x="7680" y="10944"/>
                </a:lnTo>
                <a:lnTo>
                  <a:pt x="8354" y="10301"/>
                </a:lnTo>
                <a:lnTo>
                  <a:pt x="9113" y="9655"/>
                </a:lnTo>
                <a:lnTo>
                  <a:pt x="9872" y="9084"/>
                </a:lnTo>
                <a:lnTo>
                  <a:pt x="9872" y="9012"/>
                </a:lnTo>
                <a:lnTo>
                  <a:pt x="9789" y="8942"/>
                </a:lnTo>
                <a:lnTo>
                  <a:pt x="9704" y="8942"/>
                </a:lnTo>
                <a:lnTo>
                  <a:pt x="9028" y="9227"/>
                </a:lnTo>
                <a:lnTo>
                  <a:pt x="8354" y="9513"/>
                </a:lnTo>
                <a:lnTo>
                  <a:pt x="7763" y="9942"/>
                </a:lnTo>
                <a:lnTo>
                  <a:pt x="7257" y="10443"/>
                </a:lnTo>
                <a:lnTo>
                  <a:pt x="7425" y="10157"/>
                </a:lnTo>
                <a:lnTo>
                  <a:pt x="7680" y="9870"/>
                </a:lnTo>
                <a:lnTo>
                  <a:pt x="8186" y="9441"/>
                </a:lnTo>
                <a:lnTo>
                  <a:pt x="8860" y="9012"/>
                </a:lnTo>
                <a:lnTo>
                  <a:pt x="9536" y="8727"/>
                </a:lnTo>
                <a:lnTo>
                  <a:pt x="10125" y="8513"/>
                </a:lnTo>
                <a:lnTo>
                  <a:pt x="10716" y="8369"/>
                </a:lnTo>
                <a:lnTo>
                  <a:pt x="11392" y="8226"/>
                </a:lnTo>
                <a:close/>
                <a:moveTo>
                  <a:pt x="1856" y="17094"/>
                </a:moveTo>
                <a:lnTo>
                  <a:pt x="1856" y="17238"/>
                </a:lnTo>
                <a:lnTo>
                  <a:pt x="1941" y="17381"/>
                </a:lnTo>
                <a:lnTo>
                  <a:pt x="2111" y="17453"/>
                </a:lnTo>
                <a:lnTo>
                  <a:pt x="2617" y="17453"/>
                </a:lnTo>
                <a:lnTo>
                  <a:pt x="2785" y="17523"/>
                </a:lnTo>
                <a:lnTo>
                  <a:pt x="3038" y="17523"/>
                </a:lnTo>
                <a:lnTo>
                  <a:pt x="3038" y="17737"/>
                </a:lnTo>
                <a:lnTo>
                  <a:pt x="2870" y="17882"/>
                </a:lnTo>
                <a:lnTo>
                  <a:pt x="2700" y="17952"/>
                </a:lnTo>
                <a:lnTo>
                  <a:pt x="2194" y="18024"/>
                </a:lnTo>
                <a:lnTo>
                  <a:pt x="1941" y="17952"/>
                </a:lnTo>
                <a:lnTo>
                  <a:pt x="1603" y="17810"/>
                </a:lnTo>
                <a:lnTo>
                  <a:pt x="1350" y="17667"/>
                </a:lnTo>
                <a:lnTo>
                  <a:pt x="1267" y="17453"/>
                </a:lnTo>
                <a:lnTo>
                  <a:pt x="1520" y="17238"/>
                </a:lnTo>
                <a:lnTo>
                  <a:pt x="1856" y="17094"/>
                </a:lnTo>
                <a:close/>
                <a:moveTo>
                  <a:pt x="19576" y="16880"/>
                </a:moveTo>
                <a:lnTo>
                  <a:pt x="19829" y="16952"/>
                </a:lnTo>
                <a:lnTo>
                  <a:pt x="20082" y="17024"/>
                </a:lnTo>
                <a:lnTo>
                  <a:pt x="20335" y="17166"/>
                </a:lnTo>
                <a:lnTo>
                  <a:pt x="20588" y="17308"/>
                </a:lnTo>
                <a:lnTo>
                  <a:pt x="20671" y="17523"/>
                </a:lnTo>
                <a:lnTo>
                  <a:pt x="20756" y="17737"/>
                </a:lnTo>
                <a:lnTo>
                  <a:pt x="20756" y="17810"/>
                </a:lnTo>
                <a:lnTo>
                  <a:pt x="20671" y="17810"/>
                </a:lnTo>
                <a:lnTo>
                  <a:pt x="20418" y="17737"/>
                </a:lnTo>
                <a:lnTo>
                  <a:pt x="20250" y="17810"/>
                </a:lnTo>
                <a:lnTo>
                  <a:pt x="20082" y="17882"/>
                </a:lnTo>
                <a:lnTo>
                  <a:pt x="19829" y="18096"/>
                </a:lnTo>
                <a:lnTo>
                  <a:pt x="19491" y="18239"/>
                </a:lnTo>
                <a:lnTo>
                  <a:pt x="19153" y="18168"/>
                </a:lnTo>
                <a:lnTo>
                  <a:pt x="18985" y="18024"/>
                </a:lnTo>
                <a:lnTo>
                  <a:pt x="18900" y="17882"/>
                </a:lnTo>
                <a:lnTo>
                  <a:pt x="18900" y="17595"/>
                </a:lnTo>
                <a:lnTo>
                  <a:pt x="18985" y="17238"/>
                </a:lnTo>
                <a:lnTo>
                  <a:pt x="18985" y="16952"/>
                </a:lnTo>
                <a:lnTo>
                  <a:pt x="19576" y="16880"/>
                </a:lnTo>
                <a:close/>
                <a:moveTo>
                  <a:pt x="11560" y="18525"/>
                </a:moveTo>
                <a:lnTo>
                  <a:pt x="11645" y="18667"/>
                </a:lnTo>
                <a:lnTo>
                  <a:pt x="11475" y="18597"/>
                </a:lnTo>
                <a:lnTo>
                  <a:pt x="11560" y="18525"/>
                </a:lnTo>
                <a:close/>
                <a:moveTo>
                  <a:pt x="10801" y="19241"/>
                </a:moveTo>
                <a:lnTo>
                  <a:pt x="11392" y="19383"/>
                </a:lnTo>
                <a:lnTo>
                  <a:pt x="11307" y="19525"/>
                </a:lnTo>
                <a:lnTo>
                  <a:pt x="11222" y="20027"/>
                </a:lnTo>
                <a:lnTo>
                  <a:pt x="11137" y="20099"/>
                </a:lnTo>
                <a:lnTo>
                  <a:pt x="10463" y="20099"/>
                </a:lnTo>
                <a:lnTo>
                  <a:pt x="10210" y="19956"/>
                </a:lnTo>
                <a:lnTo>
                  <a:pt x="9957" y="19742"/>
                </a:lnTo>
                <a:lnTo>
                  <a:pt x="9872" y="19598"/>
                </a:lnTo>
                <a:lnTo>
                  <a:pt x="9789" y="19383"/>
                </a:lnTo>
                <a:lnTo>
                  <a:pt x="9957" y="19311"/>
                </a:lnTo>
                <a:lnTo>
                  <a:pt x="10210" y="19241"/>
                </a:lnTo>
                <a:close/>
                <a:moveTo>
                  <a:pt x="11054" y="0"/>
                </a:moveTo>
                <a:lnTo>
                  <a:pt x="10631" y="72"/>
                </a:lnTo>
                <a:lnTo>
                  <a:pt x="10295" y="214"/>
                </a:lnTo>
                <a:lnTo>
                  <a:pt x="9872" y="287"/>
                </a:lnTo>
                <a:lnTo>
                  <a:pt x="9536" y="501"/>
                </a:lnTo>
                <a:lnTo>
                  <a:pt x="9198" y="716"/>
                </a:lnTo>
                <a:lnTo>
                  <a:pt x="8945" y="930"/>
                </a:lnTo>
                <a:lnTo>
                  <a:pt x="8692" y="1217"/>
                </a:lnTo>
                <a:lnTo>
                  <a:pt x="8522" y="1573"/>
                </a:lnTo>
                <a:lnTo>
                  <a:pt x="8439" y="1860"/>
                </a:lnTo>
                <a:lnTo>
                  <a:pt x="8439" y="2219"/>
                </a:lnTo>
                <a:lnTo>
                  <a:pt x="8522" y="2576"/>
                </a:lnTo>
                <a:lnTo>
                  <a:pt x="8775" y="3077"/>
                </a:lnTo>
                <a:lnTo>
                  <a:pt x="9198" y="3434"/>
                </a:lnTo>
                <a:lnTo>
                  <a:pt x="9619" y="3648"/>
                </a:lnTo>
                <a:lnTo>
                  <a:pt x="10125" y="3792"/>
                </a:lnTo>
                <a:lnTo>
                  <a:pt x="10042" y="4007"/>
                </a:lnTo>
                <a:lnTo>
                  <a:pt x="9957" y="4221"/>
                </a:lnTo>
                <a:lnTo>
                  <a:pt x="9957" y="7154"/>
                </a:lnTo>
                <a:lnTo>
                  <a:pt x="10042" y="7368"/>
                </a:lnTo>
                <a:lnTo>
                  <a:pt x="9366" y="7653"/>
                </a:lnTo>
                <a:lnTo>
                  <a:pt x="8775" y="8012"/>
                </a:lnTo>
                <a:lnTo>
                  <a:pt x="8607" y="8154"/>
                </a:lnTo>
                <a:lnTo>
                  <a:pt x="8607" y="8296"/>
                </a:lnTo>
                <a:lnTo>
                  <a:pt x="8101" y="8583"/>
                </a:lnTo>
                <a:lnTo>
                  <a:pt x="7680" y="8870"/>
                </a:lnTo>
                <a:lnTo>
                  <a:pt x="7257" y="9156"/>
                </a:lnTo>
                <a:lnTo>
                  <a:pt x="6919" y="9513"/>
                </a:lnTo>
                <a:lnTo>
                  <a:pt x="6583" y="9870"/>
                </a:lnTo>
                <a:lnTo>
                  <a:pt x="6330" y="10301"/>
                </a:lnTo>
                <a:lnTo>
                  <a:pt x="6160" y="10730"/>
                </a:lnTo>
                <a:lnTo>
                  <a:pt x="6077" y="11087"/>
                </a:lnTo>
                <a:lnTo>
                  <a:pt x="6077" y="11516"/>
                </a:lnTo>
                <a:lnTo>
                  <a:pt x="6160" y="11945"/>
                </a:lnTo>
                <a:lnTo>
                  <a:pt x="6330" y="12373"/>
                </a:lnTo>
                <a:lnTo>
                  <a:pt x="6498" y="12802"/>
                </a:lnTo>
                <a:lnTo>
                  <a:pt x="6666" y="13017"/>
                </a:lnTo>
                <a:lnTo>
                  <a:pt x="5568" y="13805"/>
                </a:lnTo>
                <a:lnTo>
                  <a:pt x="4389" y="14520"/>
                </a:lnTo>
                <a:lnTo>
                  <a:pt x="3291" y="15306"/>
                </a:lnTo>
                <a:lnTo>
                  <a:pt x="2785" y="15735"/>
                </a:lnTo>
                <a:lnTo>
                  <a:pt x="2279" y="16236"/>
                </a:lnTo>
                <a:lnTo>
                  <a:pt x="1773" y="16308"/>
                </a:lnTo>
                <a:lnTo>
                  <a:pt x="1435" y="16236"/>
                </a:lnTo>
                <a:lnTo>
                  <a:pt x="1097" y="16236"/>
                </a:lnTo>
                <a:lnTo>
                  <a:pt x="844" y="16308"/>
                </a:lnTo>
                <a:lnTo>
                  <a:pt x="591" y="16451"/>
                </a:lnTo>
                <a:lnTo>
                  <a:pt x="423" y="16595"/>
                </a:lnTo>
                <a:lnTo>
                  <a:pt x="255" y="16737"/>
                </a:lnTo>
                <a:lnTo>
                  <a:pt x="85" y="17166"/>
                </a:lnTo>
                <a:lnTo>
                  <a:pt x="0" y="17667"/>
                </a:lnTo>
                <a:lnTo>
                  <a:pt x="0" y="18168"/>
                </a:lnTo>
                <a:lnTo>
                  <a:pt x="170" y="18597"/>
                </a:lnTo>
                <a:lnTo>
                  <a:pt x="591" y="18882"/>
                </a:lnTo>
                <a:lnTo>
                  <a:pt x="1097" y="19169"/>
                </a:lnTo>
                <a:lnTo>
                  <a:pt x="1603" y="19311"/>
                </a:lnTo>
                <a:lnTo>
                  <a:pt x="2194" y="19383"/>
                </a:lnTo>
                <a:lnTo>
                  <a:pt x="2700" y="19311"/>
                </a:lnTo>
                <a:lnTo>
                  <a:pt x="3291" y="19241"/>
                </a:lnTo>
                <a:lnTo>
                  <a:pt x="3797" y="19096"/>
                </a:lnTo>
                <a:lnTo>
                  <a:pt x="4136" y="18812"/>
                </a:lnTo>
                <a:lnTo>
                  <a:pt x="4389" y="18667"/>
                </a:lnTo>
                <a:lnTo>
                  <a:pt x="4474" y="18453"/>
                </a:lnTo>
                <a:lnTo>
                  <a:pt x="4556" y="18239"/>
                </a:lnTo>
                <a:lnTo>
                  <a:pt x="4556" y="17952"/>
                </a:lnTo>
                <a:lnTo>
                  <a:pt x="4389" y="17523"/>
                </a:lnTo>
                <a:lnTo>
                  <a:pt x="4136" y="17094"/>
                </a:lnTo>
                <a:lnTo>
                  <a:pt x="3797" y="16737"/>
                </a:lnTo>
                <a:lnTo>
                  <a:pt x="3291" y="16451"/>
                </a:lnTo>
                <a:lnTo>
                  <a:pt x="3206" y="16451"/>
                </a:lnTo>
                <a:lnTo>
                  <a:pt x="3630" y="16094"/>
                </a:lnTo>
                <a:lnTo>
                  <a:pt x="4050" y="15735"/>
                </a:lnTo>
                <a:lnTo>
                  <a:pt x="4980" y="15164"/>
                </a:lnTo>
                <a:lnTo>
                  <a:pt x="5568" y="14735"/>
                </a:lnTo>
                <a:lnTo>
                  <a:pt x="6077" y="14306"/>
                </a:lnTo>
                <a:lnTo>
                  <a:pt x="6583" y="13805"/>
                </a:lnTo>
                <a:lnTo>
                  <a:pt x="6919" y="13231"/>
                </a:lnTo>
                <a:lnTo>
                  <a:pt x="7172" y="13448"/>
                </a:lnTo>
                <a:lnTo>
                  <a:pt x="7595" y="13733"/>
                </a:lnTo>
                <a:lnTo>
                  <a:pt x="8354" y="14091"/>
                </a:lnTo>
                <a:lnTo>
                  <a:pt x="9198" y="14306"/>
                </a:lnTo>
                <a:lnTo>
                  <a:pt x="10042" y="14448"/>
                </a:lnTo>
                <a:lnTo>
                  <a:pt x="10210" y="14448"/>
                </a:lnTo>
                <a:lnTo>
                  <a:pt x="10125" y="15378"/>
                </a:lnTo>
                <a:lnTo>
                  <a:pt x="10125" y="16308"/>
                </a:lnTo>
                <a:lnTo>
                  <a:pt x="10210" y="18168"/>
                </a:lnTo>
                <a:lnTo>
                  <a:pt x="9789" y="18311"/>
                </a:lnTo>
                <a:lnTo>
                  <a:pt x="9451" y="18453"/>
                </a:lnTo>
                <a:lnTo>
                  <a:pt x="9198" y="18667"/>
                </a:lnTo>
                <a:lnTo>
                  <a:pt x="9028" y="18882"/>
                </a:lnTo>
                <a:lnTo>
                  <a:pt x="8945" y="19096"/>
                </a:lnTo>
                <a:lnTo>
                  <a:pt x="8860" y="19383"/>
                </a:lnTo>
                <a:lnTo>
                  <a:pt x="8775" y="19742"/>
                </a:lnTo>
                <a:lnTo>
                  <a:pt x="8860" y="20027"/>
                </a:lnTo>
                <a:lnTo>
                  <a:pt x="9028" y="20600"/>
                </a:lnTo>
                <a:lnTo>
                  <a:pt x="9366" y="21099"/>
                </a:lnTo>
                <a:lnTo>
                  <a:pt x="9619" y="21243"/>
                </a:lnTo>
                <a:lnTo>
                  <a:pt x="9957" y="21386"/>
                </a:lnTo>
                <a:lnTo>
                  <a:pt x="10210" y="21530"/>
                </a:lnTo>
                <a:lnTo>
                  <a:pt x="10548" y="21600"/>
                </a:lnTo>
                <a:lnTo>
                  <a:pt x="11222" y="21600"/>
                </a:lnTo>
                <a:lnTo>
                  <a:pt x="11898" y="21458"/>
                </a:lnTo>
                <a:lnTo>
                  <a:pt x="12151" y="21315"/>
                </a:lnTo>
                <a:lnTo>
                  <a:pt x="12404" y="21099"/>
                </a:lnTo>
                <a:lnTo>
                  <a:pt x="12572" y="20884"/>
                </a:lnTo>
                <a:lnTo>
                  <a:pt x="12657" y="20670"/>
                </a:lnTo>
                <a:lnTo>
                  <a:pt x="12825" y="20099"/>
                </a:lnTo>
                <a:lnTo>
                  <a:pt x="12740" y="19598"/>
                </a:lnTo>
                <a:lnTo>
                  <a:pt x="12657" y="19311"/>
                </a:lnTo>
                <a:lnTo>
                  <a:pt x="12404" y="19096"/>
                </a:lnTo>
                <a:lnTo>
                  <a:pt x="12234" y="18882"/>
                </a:lnTo>
                <a:lnTo>
                  <a:pt x="11898" y="18740"/>
                </a:lnTo>
                <a:lnTo>
                  <a:pt x="11813" y="18383"/>
                </a:lnTo>
                <a:lnTo>
                  <a:pt x="11728" y="18239"/>
                </a:lnTo>
                <a:lnTo>
                  <a:pt x="11137" y="18239"/>
                </a:lnTo>
                <a:lnTo>
                  <a:pt x="11054" y="16523"/>
                </a:lnTo>
                <a:lnTo>
                  <a:pt x="11054" y="15520"/>
                </a:lnTo>
                <a:lnTo>
                  <a:pt x="10969" y="14520"/>
                </a:lnTo>
                <a:lnTo>
                  <a:pt x="11813" y="14448"/>
                </a:lnTo>
                <a:lnTo>
                  <a:pt x="12657" y="14234"/>
                </a:lnTo>
                <a:lnTo>
                  <a:pt x="13416" y="13877"/>
                </a:lnTo>
                <a:lnTo>
                  <a:pt x="14090" y="13376"/>
                </a:lnTo>
                <a:lnTo>
                  <a:pt x="14260" y="13231"/>
                </a:lnTo>
                <a:lnTo>
                  <a:pt x="14513" y="13518"/>
                </a:lnTo>
                <a:lnTo>
                  <a:pt x="14934" y="13805"/>
                </a:lnTo>
                <a:lnTo>
                  <a:pt x="15358" y="14019"/>
                </a:lnTo>
                <a:lnTo>
                  <a:pt x="15779" y="14234"/>
                </a:lnTo>
                <a:lnTo>
                  <a:pt x="16199" y="14877"/>
                </a:lnTo>
                <a:lnTo>
                  <a:pt x="16705" y="15593"/>
                </a:lnTo>
                <a:lnTo>
                  <a:pt x="17382" y="16451"/>
                </a:lnTo>
                <a:lnTo>
                  <a:pt x="17635" y="16737"/>
                </a:lnTo>
                <a:lnTo>
                  <a:pt x="17382" y="17094"/>
                </a:lnTo>
                <a:lnTo>
                  <a:pt x="17214" y="17453"/>
                </a:lnTo>
                <a:lnTo>
                  <a:pt x="17129" y="17737"/>
                </a:lnTo>
                <a:lnTo>
                  <a:pt x="17129" y="18096"/>
                </a:lnTo>
                <a:lnTo>
                  <a:pt x="17214" y="18383"/>
                </a:lnTo>
                <a:lnTo>
                  <a:pt x="17297" y="18740"/>
                </a:lnTo>
                <a:lnTo>
                  <a:pt x="17467" y="19026"/>
                </a:lnTo>
                <a:lnTo>
                  <a:pt x="17720" y="19311"/>
                </a:lnTo>
                <a:lnTo>
                  <a:pt x="18056" y="19525"/>
                </a:lnTo>
                <a:lnTo>
                  <a:pt x="18309" y="19742"/>
                </a:lnTo>
                <a:lnTo>
                  <a:pt x="18647" y="19812"/>
                </a:lnTo>
                <a:lnTo>
                  <a:pt x="18985" y="19884"/>
                </a:lnTo>
                <a:lnTo>
                  <a:pt x="19659" y="19884"/>
                </a:lnTo>
                <a:lnTo>
                  <a:pt x="19997" y="19742"/>
                </a:lnTo>
                <a:lnTo>
                  <a:pt x="20418" y="19598"/>
                </a:lnTo>
                <a:lnTo>
                  <a:pt x="20926" y="19169"/>
                </a:lnTo>
                <a:lnTo>
                  <a:pt x="21347" y="18597"/>
                </a:lnTo>
                <a:lnTo>
                  <a:pt x="21515" y="18311"/>
                </a:lnTo>
                <a:lnTo>
                  <a:pt x="21600" y="18024"/>
                </a:lnTo>
                <a:lnTo>
                  <a:pt x="21600" y="17381"/>
                </a:lnTo>
                <a:lnTo>
                  <a:pt x="21432" y="17094"/>
                </a:lnTo>
                <a:lnTo>
                  <a:pt x="21262" y="16809"/>
                </a:lnTo>
                <a:lnTo>
                  <a:pt x="21009" y="16595"/>
                </a:lnTo>
                <a:lnTo>
                  <a:pt x="20671" y="16451"/>
                </a:lnTo>
                <a:lnTo>
                  <a:pt x="20335" y="16308"/>
                </a:lnTo>
                <a:lnTo>
                  <a:pt x="19997" y="16236"/>
                </a:lnTo>
                <a:lnTo>
                  <a:pt x="19238" y="16164"/>
                </a:lnTo>
                <a:lnTo>
                  <a:pt x="18815" y="16164"/>
                </a:lnTo>
                <a:lnTo>
                  <a:pt x="18394" y="16308"/>
                </a:lnTo>
                <a:lnTo>
                  <a:pt x="18226" y="16022"/>
                </a:lnTo>
                <a:lnTo>
                  <a:pt x="17973" y="15735"/>
                </a:lnTo>
                <a:lnTo>
                  <a:pt x="17382" y="14949"/>
                </a:lnTo>
                <a:lnTo>
                  <a:pt x="16791" y="14234"/>
                </a:lnTo>
                <a:lnTo>
                  <a:pt x="16623" y="13947"/>
                </a:lnTo>
                <a:lnTo>
                  <a:pt x="16452" y="13662"/>
                </a:lnTo>
                <a:lnTo>
                  <a:pt x="16199" y="13518"/>
                </a:lnTo>
                <a:lnTo>
                  <a:pt x="15864" y="13448"/>
                </a:lnTo>
                <a:lnTo>
                  <a:pt x="15272" y="13161"/>
                </a:lnTo>
                <a:lnTo>
                  <a:pt x="14596" y="12732"/>
                </a:lnTo>
                <a:lnTo>
                  <a:pt x="15019" y="12159"/>
                </a:lnTo>
                <a:lnTo>
                  <a:pt x="15187" y="11443"/>
                </a:lnTo>
                <a:lnTo>
                  <a:pt x="15187" y="10730"/>
                </a:lnTo>
                <a:lnTo>
                  <a:pt x="15105" y="10086"/>
                </a:lnTo>
                <a:lnTo>
                  <a:pt x="14849" y="9441"/>
                </a:lnTo>
                <a:lnTo>
                  <a:pt x="14513" y="8942"/>
                </a:lnTo>
                <a:lnTo>
                  <a:pt x="14090" y="8441"/>
                </a:lnTo>
                <a:lnTo>
                  <a:pt x="13501" y="8012"/>
                </a:lnTo>
                <a:lnTo>
                  <a:pt x="12910" y="7725"/>
                </a:lnTo>
                <a:lnTo>
                  <a:pt x="12319" y="7439"/>
                </a:lnTo>
                <a:lnTo>
                  <a:pt x="11560" y="7296"/>
                </a:lnTo>
                <a:lnTo>
                  <a:pt x="10884" y="7296"/>
                </a:lnTo>
                <a:lnTo>
                  <a:pt x="10884" y="6867"/>
                </a:lnTo>
                <a:lnTo>
                  <a:pt x="10801" y="5222"/>
                </a:lnTo>
                <a:lnTo>
                  <a:pt x="10884" y="4650"/>
                </a:lnTo>
                <a:lnTo>
                  <a:pt x="10801" y="4221"/>
                </a:lnTo>
                <a:lnTo>
                  <a:pt x="10716" y="3863"/>
                </a:lnTo>
                <a:lnTo>
                  <a:pt x="11137" y="3792"/>
                </a:lnTo>
                <a:lnTo>
                  <a:pt x="11645" y="3648"/>
                </a:lnTo>
                <a:lnTo>
                  <a:pt x="12066" y="3434"/>
                </a:lnTo>
                <a:lnTo>
                  <a:pt x="12404" y="3219"/>
                </a:lnTo>
                <a:lnTo>
                  <a:pt x="12740" y="2862"/>
                </a:lnTo>
                <a:lnTo>
                  <a:pt x="12910" y="2504"/>
                </a:lnTo>
                <a:lnTo>
                  <a:pt x="13078" y="2147"/>
                </a:lnTo>
                <a:lnTo>
                  <a:pt x="13078" y="1646"/>
                </a:lnTo>
                <a:lnTo>
                  <a:pt x="12910" y="1217"/>
                </a:lnTo>
                <a:lnTo>
                  <a:pt x="12657" y="788"/>
                </a:lnTo>
                <a:lnTo>
                  <a:pt x="12572" y="501"/>
                </a:lnTo>
                <a:lnTo>
                  <a:pt x="12487" y="359"/>
                </a:lnTo>
                <a:lnTo>
                  <a:pt x="12319" y="287"/>
                </a:lnTo>
                <a:lnTo>
                  <a:pt x="11981" y="287"/>
                </a:lnTo>
                <a:lnTo>
                  <a:pt x="11645" y="214"/>
                </a:lnTo>
                <a:lnTo>
                  <a:pt x="11475" y="72"/>
                </a:lnTo>
                <a:lnTo>
                  <a:pt x="11054" y="0"/>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582" name="Google Shape;230;p3"/>
          <p:cNvSpPr/>
          <p:nvPr/>
        </p:nvSpPr>
        <p:spPr>
          <a:xfrm>
            <a:off x="721286" y="4998047"/>
            <a:ext cx="463003" cy="1779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464" y="0"/>
                </a:moveTo>
                <a:lnTo>
                  <a:pt x="19222" y="251"/>
                </a:lnTo>
                <a:lnTo>
                  <a:pt x="19028" y="503"/>
                </a:lnTo>
                <a:lnTo>
                  <a:pt x="18882" y="758"/>
                </a:lnTo>
                <a:lnTo>
                  <a:pt x="18882" y="882"/>
                </a:lnTo>
                <a:lnTo>
                  <a:pt x="18785" y="758"/>
                </a:lnTo>
                <a:lnTo>
                  <a:pt x="18640" y="758"/>
                </a:lnTo>
                <a:lnTo>
                  <a:pt x="18542" y="1009"/>
                </a:lnTo>
                <a:lnTo>
                  <a:pt x="18494" y="1136"/>
                </a:lnTo>
                <a:lnTo>
                  <a:pt x="18494" y="1515"/>
                </a:lnTo>
                <a:lnTo>
                  <a:pt x="18542" y="1894"/>
                </a:lnTo>
                <a:lnTo>
                  <a:pt x="18591" y="2018"/>
                </a:lnTo>
                <a:lnTo>
                  <a:pt x="18687" y="2146"/>
                </a:lnTo>
                <a:lnTo>
                  <a:pt x="18979" y="2146"/>
                </a:lnTo>
                <a:lnTo>
                  <a:pt x="19222" y="1894"/>
                </a:lnTo>
                <a:lnTo>
                  <a:pt x="19464" y="1639"/>
                </a:lnTo>
                <a:lnTo>
                  <a:pt x="19708" y="1515"/>
                </a:lnTo>
                <a:lnTo>
                  <a:pt x="19804" y="1639"/>
                </a:lnTo>
                <a:lnTo>
                  <a:pt x="19853" y="1767"/>
                </a:lnTo>
                <a:lnTo>
                  <a:pt x="19804" y="2018"/>
                </a:lnTo>
                <a:lnTo>
                  <a:pt x="19755" y="2273"/>
                </a:lnTo>
                <a:lnTo>
                  <a:pt x="19513" y="3031"/>
                </a:lnTo>
                <a:lnTo>
                  <a:pt x="18687" y="5937"/>
                </a:lnTo>
                <a:lnTo>
                  <a:pt x="18687" y="6189"/>
                </a:lnTo>
                <a:lnTo>
                  <a:pt x="18640" y="6440"/>
                </a:lnTo>
                <a:lnTo>
                  <a:pt x="18687" y="6819"/>
                </a:lnTo>
                <a:lnTo>
                  <a:pt x="18833" y="7074"/>
                </a:lnTo>
                <a:lnTo>
                  <a:pt x="18979" y="7198"/>
                </a:lnTo>
                <a:lnTo>
                  <a:pt x="19610" y="7198"/>
                </a:lnTo>
                <a:lnTo>
                  <a:pt x="20192" y="7074"/>
                </a:lnTo>
                <a:lnTo>
                  <a:pt x="20872" y="6695"/>
                </a:lnTo>
                <a:lnTo>
                  <a:pt x="21212" y="6440"/>
                </a:lnTo>
                <a:lnTo>
                  <a:pt x="21503" y="6061"/>
                </a:lnTo>
                <a:lnTo>
                  <a:pt x="21600" y="5682"/>
                </a:lnTo>
                <a:lnTo>
                  <a:pt x="21600" y="5304"/>
                </a:lnTo>
                <a:lnTo>
                  <a:pt x="21552" y="5052"/>
                </a:lnTo>
                <a:lnTo>
                  <a:pt x="21454" y="4925"/>
                </a:lnTo>
                <a:lnTo>
                  <a:pt x="21358" y="4797"/>
                </a:lnTo>
                <a:lnTo>
                  <a:pt x="21114" y="4925"/>
                </a:lnTo>
                <a:lnTo>
                  <a:pt x="20872" y="5052"/>
                </a:lnTo>
                <a:lnTo>
                  <a:pt x="20338" y="5304"/>
                </a:lnTo>
                <a:lnTo>
                  <a:pt x="19610" y="5558"/>
                </a:lnTo>
                <a:lnTo>
                  <a:pt x="20192" y="3537"/>
                </a:lnTo>
                <a:lnTo>
                  <a:pt x="20338" y="2903"/>
                </a:lnTo>
                <a:lnTo>
                  <a:pt x="20484" y="2400"/>
                </a:lnTo>
                <a:lnTo>
                  <a:pt x="20532" y="1639"/>
                </a:lnTo>
                <a:lnTo>
                  <a:pt x="20532" y="1388"/>
                </a:lnTo>
                <a:lnTo>
                  <a:pt x="20484" y="1009"/>
                </a:lnTo>
                <a:lnTo>
                  <a:pt x="20338" y="630"/>
                </a:lnTo>
                <a:lnTo>
                  <a:pt x="20144" y="251"/>
                </a:lnTo>
                <a:lnTo>
                  <a:pt x="19950" y="124"/>
                </a:lnTo>
                <a:lnTo>
                  <a:pt x="19708" y="0"/>
                </a:lnTo>
                <a:close/>
                <a:moveTo>
                  <a:pt x="8738" y="9598"/>
                </a:moveTo>
                <a:lnTo>
                  <a:pt x="8154" y="9977"/>
                </a:lnTo>
                <a:lnTo>
                  <a:pt x="7377" y="10232"/>
                </a:lnTo>
                <a:lnTo>
                  <a:pt x="6990" y="10483"/>
                </a:lnTo>
                <a:lnTo>
                  <a:pt x="6602" y="10735"/>
                </a:lnTo>
                <a:lnTo>
                  <a:pt x="6553" y="10862"/>
                </a:lnTo>
                <a:lnTo>
                  <a:pt x="6456" y="11117"/>
                </a:lnTo>
                <a:lnTo>
                  <a:pt x="6456" y="11747"/>
                </a:lnTo>
                <a:lnTo>
                  <a:pt x="6504" y="11998"/>
                </a:lnTo>
                <a:lnTo>
                  <a:pt x="6602" y="12126"/>
                </a:lnTo>
                <a:lnTo>
                  <a:pt x="6698" y="12126"/>
                </a:lnTo>
                <a:lnTo>
                  <a:pt x="7426" y="11998"/>
                </a:lnTo>
                <a:lnTo>
                  <a:pt x="8154" y="11747"/>
                </a:lnTo>
                <a:lnTo>
                  <a:pt x="8785" y="11496"/>
                </a:lnTo>
                <a:lnTo>
                  <a:pt x="9076" y="11241"/>
                </a:lnTo>
                <a:lnTo>
                  <a:pt x="9222" y="10989"/>
                </a:lnTo>
                <a:lnTo>
                  <a:pt x="9320" y="10735"/>
                </a:lnTo>
                <a:lnTo>
                  <a:pt x="9320" y="10232"/>
                </a:lnTo>
                <a:lnTo>
                  <a:pt x="9271" y="9977"/>
                </a:lnTo>
                <a:lnTo>
                  <a:pt x="9125" y="9853"/>
                </a:lnTo>
                <a:lnTo>
                  <a:pt x="9029" y="9726"/>
                </a:lnTo>
                <a:lnTo>
                  <a:pt x="8738" y="9598"/>
                </a:lnTo>
                <a:close/>
                <a:moveTo>
                  <a:pt x="17863" y="6695"/>
                </a:moveTo>
                <a:lnTo>
                  <a:pt x="17572" y="6819"/>
                </a:lnTo>
                <a:lnTo>
                  <a:pt x="17281" y="6946"/>
                </a:lnTo>
                <a:lnTo>
                  <a:pt x="17037" y="7074"/>
                </a:lnTo>
                <a:lnTo>
                  <a:pt x="16795" y="7577"/>
                </a:lnTo>
                <a:lnTo>
                  <a:pt x="16601" y="7831"/>
                </a:lnTo>
                <a:lnTo>
                  <a:pt x="16455" y="8338"/>
                </a:lnTo>
                <a:lnTo>
                  <a:pt x="16261" y="9219"/>
                </a:lnTo>
                <a:lnTo>
                  <a:pt x="16115" y="10356"/>
                </a:lnTo>
                <a:lnTo>
                  <a:pt x="16115" y="12126"/>
                </a:lnTo>
                <a:lnTo>
                  <a:pt x="16164" y="12632"/>
                </a:lnTo>
                <a:lnTo>
                  <a:pt x="16261" y="13135"/>
                </a:lnTo>
                <a:lnTo>
                  <a:pt x="16358" y="13641"/>
                </a:lnTo>
                <a:lnTo>
                  <a:pt x="16504" y="14147"/>
                </a:lnTo>
                <a:lnTo>
                  <a:pt x="16650" y="14526"/>
                </a:lnTo>
                <a:lnTo>
                  <a:pt x="16843" y="14778"/>
                </a:lnTo>
                <a:lnTo>
                  <a:pt x="17037" y="15033"/>
                </a:lnTo>
                <a:lnTo>
                  <a:pt x="17183" y="15157"/>
                </a:lnTo>
                <a:lnTo>
                  <a:pt x="17328" y="15157"/>
                </a:lnTo>
                <a:lnTo>
                  <a:pt x="17669" y="14905"/>
                </a:lnTo>
                <a:lnTo>
                  <a:pt x="18203" y="14275"/>
                </a:lnTo>
                <a:lnTo>
                  <a:pt x="18785" y="13769"/>
                </a:lnTo>
                <a:lnTo>
                  <a:pt x="19076" y="13262"/>
                </a:lnTo>
                <a:lnTo>
                  <a:pt x="19271" y="12756"/>
                </a:lnTo>
                <a:lnTo>
                  <a:pt x="19319" y="12505"/>
                </a:lnTo>
                <a:lnTo>
                  <a:pt x="19271" y="12253"/>
                </a:lnTo>
                <a:lnTo>
                  <a:pt x="19222" y="11998"/>
                </a:lnTo>
                <a:lnTo>
                  <a:pt x="19124" y="11874"/>
                </a:lnTo>
                <a:lnTo>
                  <a:pt x="18979" y="11747"/>
                </a:lnTo>
                <a:lnTo>
                  <a:pt x="18785" y="11874"/>
                </a:lnTo>
                <a:lnTo>
                  <a:pt x="18445" y="12126"/>
                </a:lnTo>
                <a:lnTo>
                  <a:pt x="17765" y="12884"/>
                </a:lnTo>
                <a:lnTo>
                  <a:pt x="17572" y="13135"/>
                </a:lnTo>
                <a:lnTo>
                  <a:pt x="17377" y="13262"/>
                </a:lnTo>
                <a:lnTo>
                  <a:pt x="17183" y="13262"/>
                </a:lnTo>
                <a:lnTo>
                  <a:pt x="16988" y="13011"/>
                </a:lnTo>
                <a:lnTo>
                  <a:pt x="16892" y="12632"/>
                </a:lnTo>
                <a:lnTo>
                  <a:pt x="16843" y="12253"/>
                </a:lnTo>
                <a:lnTo>
                  <a:pt x="16746" y="11496"/>
                </a:lnTo>
                <a:lnTo>
                  <a:pt x="16746" y="10735"/>
                </a:lnTo>
                <a:lnTo>
                  <a:pt x="16843" y="9977"/>
                </a:lnTo>
                <a:lnTo>
                  <a:pt x="16988" y="9347"/>
                </a:lnTo>
                <a:lnTo>
                  <a:pt x="17183" y="8716"/>
                </a:lnTo>
                <a:lnTo>
                  <a:pt x="17377" y="8462"/>
                </a:lnTo>
                <a:lnTo>
                  <a:pt x="17572" y="8338"/>
                </a:lnTo>
                <a:lnTo>
                  <a:pt x="18009" y="8210"/>
                </a:lnTo>
                <a:lnTo>
                  <a:pt x="18445" y="8083"/>
                </a:lnTo>
                <a:lnTo>
                  <a:pt x="18931" y="8083"/>
                </a:lnTo>
                <a:lnTo>
                  <a:pt x="18931" y="7704"/>
                </a:lnTo>
                <a:lnTo>
                  <a:pt x="18687" y="7325"/>
                </a:lnTo>
                <a:lnTo>
                  <a:pt x="18396" y="7074"/>
                </a:lnTo>
                <a:lnTo>
                  <a:pt x="18154" y="6819"/>
                </a:lnTo>
                <a:lnTo>
                  <a:pt x="17863" y="6695"/>
                </a:lnTo>
                <a:close/>
                <a:moveTo>
                  <a:pt x="8980" y="14399"/>
                </a:moveTo>
                <a:lnTo>
                  <a:pt x="8398" y="14778"/>
                </a:lnTo>
                <a:lnTo>
                  <a:pt x="7815" y="15033"/>
                </a:lnTo>
                <a:lnTo>
                  <a:pt x="7232" y="15284"/>
                </a:lnTo>
                <a:lnTo>
                  <a:pt x="6698" y="15663"/>
                </a:lnTo>
                <a:lnTo>
                  <a:pt x="6602" y="15914"/>
                </a:lnTo>
                <a:lnTo>
                  <a:pt x="6553" y="16169"/>
                </a:lnTo>
                <a:lnTo>
                  <a:pt x="6553" y="16548"/>
                </a:lnTo>
                <a:lnTo>
                  <a:pt x="6698" y="16675"/>
                </a:lnTo>
                <a:lnTo>
                  <a:pt x="6990" y="16799"/>
                </a:lnTo>
                <a:lnTo>
                  <a:pt x="7912" y="16799"/>
                </a:lnTo>
                <a:lnTo>
                  <a:pt x="8543" y="16420"/>
                </a:lnTo>
                <a:lnTo>
                  <a:pt x="9125" y="16042"/>
                </a:lnTo>
                <a:lnTo>
                  <a:pt x="9222" y="15914"/>
                </a:lnTo>
                <a:lnTo>
                  <a:pt x="9320" y="15790"/>
                </a:lnTo>
                <a:lnTo>
                  <a:pt x="9368" y="15535"/>
                </a:lnTo>
                <a:lnTo>
                  <a:pt x="9417" y="15284"/>
                </a:lnTo>
                <a:lnTo>
                  <a:pt x="9368" y="14778"/>
                </a:lnTo>
                <a:lnTo>
                  <a:pt x="9271" y="14526"/>
                </a:lnTo>
                <a:lnTo>
                  <a:pt x="9174" y="14399"/>
                </a:lnTo>
                <a:close/>
                <a:moveTo>
                  <a:pt x="14659" y="7074"/>
                </a:moveTo>
                <a:lnTo>
                  <a:pt x="14270" y="7198"/>
                </a:lnTo>
                <a:lnTo>
                  <a:pt x="13979" y="7453"/>
                </a:lnTo>
                <a:lnTo>
                  <a:pt x="13737" y="7955"/>
                </a:lnTo>
                <a:lnTo>
                  <a:pt x="13543" y="8589"/>
                </a:lnTo>
                <a:lnTo>
                  <a:pt x="13494" y="8210"/>
                </a:lnTo>
                <a:lnTo>
                  <a:pt x="13348" y="8083"/>
                </a:lnTo>
                <a:lnTo>
                  <a:pt x="13155" y="7955"/>
                </a:lnTo>
                <a:lnTo>
                  <a:pt x="12717" y="7955"/>
                </a:lnTo>
                <a:lnTo>
                  <a:pt x="12571" y="8083"/>
                </a:lnTo>
                <a:lnTo>
                  <a:pt x="12183" y="8589"/>
                </a:lnTo>
                <a:lnTo>
                  <a:pt x="11892" y="9219"/>
                </a:lnTo>
                <a:lnTo>
                  <a:pt x="11843" y="8840"/>
                </a:lnTo>
                <a:lnTo>
                  <a:pt x="11796" y="8716"/>
                </a:lnTo>
                <a:lnTo>
                  <a:pt x="11747" y="8716"/>
                </a:lnTo>
                <a:lnTo>
                  <a:pt x="11649" y="8840"/>
                </a:lnTo>
                <a:lnTo>
                  <a:pt x="11552" y="9474"/>
                </a:lnTo>
                <a:lnTo>
                  <a:pt x="11456" y="10104"/>
                </a:lnTo>
                <a:lnTo>
                  <a:pt x="11407" y="11496"/>
                </a:lnTo>
                <a:lnTo>
                  <a:pt x="11358" y="12756"/>
                </a:lnTo>
                <a:lnTo>
                  <a:pt x="11407" y="14020"/>
                </a:lnTo>
                <a:lnTo>
                  <a:pt x="11503" y="15284"/>
                </a:lnTo>
                <a:lnTo>
                  <a:pt x="11601" y="16548"/>
                </a:lnTo>
                <a:lnTo>
                  <a:pt x="11649" y="16799"/>
                </a:lnTo>
                <a:lnTo>
                  <a:pt x="11747" y="17054"/>
                </a:lnTo>
                <a:lnTo>
                  <a:pt x="11843" y="17178"/>
                </a:lnTo>
                <a:lnTo>
                  <a:pt x="11989" y="17054"/>
                </a:lnTo>
                <a:lnTo>
                  <a:pt x="12087" y="16927"/>
                </a:lnTo>
                <a:lnTo>
                  <a:pt x="12183" y="16799"/>
                </a:lnTo>
                <a:lnTo>
                  <a:pt x="12232" y="16420"/>
                </a:lnTo>
                <a:lnTo>
                  <a:pt x="12183" y="16042"/>
                </a:lnTo>
                <a:lnTo>
                  <a:pt x="12087" y="14399"/>
                </a:lnTo>
                <a:lnTo>
                  <a:pt x="12038" y="12632"/>
                </a:lnTo>
                <a:lnTo>
                  <a:pt x="12087" y="11496"/>
                </a:lnTo>
                <a:lnTo>
                  <a:pt x="12183" y="10735"/>
                </a:lnTo>
                <a:lnTo>
                  <a:pt x="12426" y="10232"/>
                </a:lnTo>
                <a:lnTo>
                  <a:pt x="12669" y="9726"/>
                </a:lnTo>
                <a:lnTo>
                  <a:pt x="12960" y="9598"/>
                </a:lnTo>
                <a:lnTo>
                  <a:pt x="13057" y="14020"/>
                </a:lnTo>
                <a:lnTo>
                  <a:pt x="13106" y="14275"/>
                </a:lnTo>
                <a:lnTo>
                  <a:pt x="13155" y="14526"/>
                </a:lnTo>
                <a:lnTo>
                  <a:pt x="13251" y="14778"/>
                </a:lnTo>
                <a:lnTo>
                  <a:pt x="13397" y="14778"/>
                </a:lnTo>
                <a:lnTo>
                  <a:pt x="13494" y="14905"/>
                </a:lnTo>
                <a:lnTo>
                  <a:pt x="13591" y="14778"/>
                </a:lnTo>
                <a:lnTo>
                  <a:pt x="13639" y="14526"/>
                </a:lnTo>
                <a:lnTo>
                  <a:pt x="13688" y="14275"/>
                </a:lnTo>
                <a:lnTo>
                  <a:pt x="13834" y="12253"/>
                </a:lnTo>
                <a:lnTo>
                  <a:pt x="13979" y="10356"/>
                </a:lnTo>
                <a:lnTo>
                  <a:pt x="14028" y="9853"/>
                </a:lnTo>
                <a:lnTo>
                  <a:pt x="14125" y="9474"/>
                </a:lnTo>
                <a:lnTo>
                  <a:pt x="14270" y="9095"/>
                </a:lnTo>
                <a:lnTo>
                  <a:pt x="14416" y="8840"/>
                </a:lnTo>
                <a:lnTo>
                  <a:pt x="14659" y="8840"/>
                </a:lnTo>
                <a:lnTo>
                  <a:pt x="14707" y="9095"/>
                </a:lnTo>
                <a:lnTo>
                  <a:pt x="14707" y="9853"/>
                </a:lnTo>
                <a:lnTo>
                  <a:pt x="14805" y="11874"/>
                </a:lnTo>
                <a:lnTo>
                  <a:pt x="14950" y="13896"/>
                </a:lnTo>
                <a:lnTo>
                  <a:pt x="15047" y="14654"/>
                </a:lnTo>
                <a:lnTo>
                  <a:pt x="15145" y="15535"/>
                </a:lnTo>
                <a:lnTo>
                  <a:pt x="15291" y="16293"/>
                </a:lnTo>
                <a:lnTo>
                  <a:pt x="15387" y="16548"/>
                </a:lnTo>
                <a:lnTo>
                  <a:pt x="15533" y="16675"/>
                </a:lnTo>
                <a:lnTo>
                  <a:pt x="15678" y="16675"/>
                </a:lnTo>
                <a:lnTo>
                  <a:pt x="15775" y="16548"/>
                </a:lnTo>
                <a:lnTo>
                  <a:pt x="15873" y="16420"/>
                </a:lnTo>
                <a:lnTo>
                  <a:pt x="15920" y="16169"/>
                </a:lnTo>
                <a:lnTo>
                  <a:pt x="15969" y="15790"/>
                </a:lnTo>
                <a:lnTo>
                  <a:pt x="15873" y="15411"/>
                </a:lnTo>
                <a:lnTo>
                  <a:pt x="15775" y="15157"/>
                </a:lnTo>
                <a:lnTo>
                  <a:pt x="15727" y="14654"/>
                </a:lnTo>
                <a:lnTo>
                  <a:pt x="15629" y="14020"/>
                </a:lnTo>
                <a:lnTo>
                  <a:pt x="15582" y="13011"/>
                </a:lnTo>
                <a:lnTo>
                  <a:pt x="15436" y="11496"/>
                </a:lnTo>
                <a:lnTo>
                  <a:pt x="15387" y="9853"/>
                </a:lnTo>
                <a:lnTo>
                  <a:pt x="15387" y="8716"/>
                </a:lnTo>
                <a:lnTo>
                  <a:pt x="15338" y="8210"/>
                </a:lnTo>
                <a:lnTo>
                  <a:pt x="15193" y="7831"/>
                </a:lnTo>
                <a:lnTo>
                  <a:pt x="14950" y="7325"/>
                </a:lnTo>
                <a:lnTo>
                  <a:pt x="14805" y="7198"/>
                </a:lnTo>
                <a:lnTo>
                  <a:pt x="14659" y="7074"/>
                </a:lnTo>
                <a:close/>
                <a:moveTo>
                  <a:pt x="3591" y="3916"/>
                </a:moveTo>
                <a:lnTo>
                  <a:pt x="3398" y="4040"/>
                </a:lnTo>
                <a:lnTo>
                  <a:pt x="3204" y="4418"/>
                </a:lnTo>
                <a:lnTo>
                  <a:pt x="3155" y="4673"/>
                </a:lnTo>
                <a:lnTo>
                  <a:pt x="2864" y="4418"/>
                </a:lnTo>
                <a:lnTo>
                  <a:pt x="2330" y="4418"/>
                </a:lnTo>
                <a:lnTo>
                  <a:pt x="2039" y="4673"/>
                </a:lnTo>
                <a:lnTo>
                  <a:pt x="1019" y="5176"/>
                </a:lnTo>
                <a:lnTo>
                  <a:pt x="486" y="5682"/>
                </a:lnTo>
                <a:lnTo>
                  <a:pt x="242" y="5937"/>
                </a:lnTo>
                <a:lnTo>
                  <a:pt x="49" y="6316"/>
                </a:lnTo>
                <a:lnTo>
                  <a:pt x="0" y="6567"/>
                </a:lnTo>
                <a:lnTo>
                  <a:pt x="0" y="6819"/>
                </a:lnTo>
                <a:lnTo>
                  <a:pt x="49" y="6946"/>
                </a:lnTo>
                <a:lnTo>
                  <a:pt x="146" y="7074"/>
                </a:lnTo>
                <a:lnTo>
                  <a:pt x="97" y="8083"/>
                </a:lnTo>
                <a:lnTo>
                  <a:pt x="97" y="12756"/>
                </a:lnTo>
                <a:lnTo>
                  <a:pt x="146" y="16675"/>
                </a:lnTo>
                <a:lnTo>
                  <a:pt x="195" y="20591"/>
                </a:lnTo>
                <a:lnTo>
                  <a:pt x="242" y="20970"/>
                </a:lnTo>
                <a:lnTo>
                  <a:pt x="388" y="21349"/>
                </a:lnTo>
                <a:lnTo>
                  <a:pt x="533" y="21473"/>
                </a:lnTo>
                <a:lnTo>
                  <a:pt x="679" y="21349"/>
                </a:lnTo>
                <a:lnTo>
                  <a:pt x="824" y="21473"/>
                </a:lnTo>
                <a:lnTo>
                  <a:pt x="1117" y="21600"/>
                </a:lnTo>
                <a:lnTo>
                  <a:pt x="1359" y="21473"/>
                </a:lnTo>
                <a:lnTo>
                  <a:pt x="1845" y="21221"/>
                </a:lnTo>
                <a:lnTo>
                  <a:pt x="3155" y="20591"/>
                </a:lnTo>
                <a:lnTo>
                  <a:pt x="3446" y="20464"/>
                </a:lnTo>
                <a:lnTo>
                  <a:pt x="3640" y="20336"/>
                </a:lnTo>
                <a:lnTo>
                  <a:pt x="3835" y="20085"/>
                </a:lnTo>
                <a:lnTo>
                  <a:pt x="3931" y="19578"/>
                </a:lnTo>
                <a:lnTo>
                  <a:pt x="3931" y="19200"/>
                </a:lnTo>
                <a:lnTo>
                  <a:pt x="3883" y="18948"/>
                </a:lnTo>
                <a:lnTo>
                  <a:pt x="3737" y="18693"/>
                </a:lnTo>
                <a:lnTo>
                  <a:pt x="3544" y="18569"/>
                </a:lnTo>
                <a:lnTo>
                  <a:pt x="3349" y="18569"/>
                </a:lnTo>
                <a:lnTo>
                  <a:pt x="3155" y="18693"/>
                </a:lnTo>
                <a:lnTo>
                  <a:pt x="2718" y="18948"/>
                </a:lnTo>
                <a:lnTo>
                  <a:pt x="2330" y="19200"/>
                </a:lnTo>
                <a:lnTo>
                  <a:pt x="1359" y="19706"/>
                </a:lnTo>
                <a:lnTo>
                  <a:pt x="922" y="19957"/>
                </a:lnTo>
                <a:lnTo>
                  <a:pt x="873" y="17054"/>
                </a:lnTo>
                <a:lnTo>
                  <a:pt x="824" y="14147"/>
                </a:lnTo>
                <a:lnTo>
                  <a:pt x="1117" y="14147"/>
                </a:lnTo>
                <a:lnTo>
                  <a:pt x="1359" y="14020"/>
                </a:lnTo>
                <a:lnTo>
                  <a:pt x="1892" y="13641"/>
                </a:lnTo>
                <a:lnTo>
                  <a:pt x="3253" y="12884"/>
                </a:lnTo>
                <a:lnTo>
                  <a:pt x="3300" y="13011"/>
                </a:lnTo>
                <a:lnTo>
                  <a:pt x="3446" y="13011"/>
                </a:lnTo>
                <a:lnTo>
                  <a:pt x="3544" y="12884"/>
                </a:lnTo>
                <a:lnTo>
                  <a:pt x="3640" y="12756"/>
                </a:lnTo>
                <a:lnTo>
                  <a:pt x="3689" y="12632"/>
                </a:lnTo>
                <a:lnTo>
                  <a:pt x="3786" y="12253"/>
                </a:lnTo>
                <a:lnTo>
                  <a:pt x="3835" y="11998"/>
                </a:lnTo>
                <a:lnTo>
                  <a:pt x="3835" y="11747"/>
                </a:lnTo>
                <a:lnTo>
                  <a:pt x="3786" y="11496"/>
                </a:lnTo>
                <a:lnTo>
                  <a:pt x="3737" y="11241"/>
                </a:lnTo>
                <a:lnTo>
                  <a:pt x="3591" y="10862"/>
                </a:lnTo>
                <a:lnTo>
                  <a:pt x="3349" y="10862"/>
                </a:lnTo>
                <a:lnTo>
                  <a:pt x="1892" y="11874"/>
                </a:lnTo>
                <a:lnTo>
                  <a:pt x="1359" y="12126"/>
                </a:lnTo>
                <a:lnTo>
                  <a:pt x="1068" y="12377"/>
                </a:lnTo>
                <a:lnTo>
                  <a:pt x="824" y="12505"/>
                </a:lnTo>
                <a:lnTo>
                  <a:pt x="777" y="9598"/>
                </a:lnTo>
                <a:lnTo>
                  <a:pt x="777" y="8462"/>
                </a:lnTo>
                <a:lnTo>
                  <a:pt x="728" y="7198"/>
                </a:lnTo>
                <a:lnTo>
                  <a:pt x="1408" y="6819"/>
                </a:lnTo>
                <a:lnTo>
                  <a:pt x="2136" y="6316"/>
                </a:lnTo>
                <a:lnTo>
                  <a:pt x="2378" y="6189"/>
                </a:lnTo>
                <a:lnTo>
                  <a:pt x="2718" y="6189"/>
                </a:lnTo>
                <a:lnTo>
                  <a:pt x="2864" y="6440"/>
                </a:lnTo>
                <a:lnTo>
                  <a:pt x="2960" y="6567"/>
                </a:lnTo>
                <a:lnTo>
                  <a:pt x="3058" y="6695"/>
                </a:lnTo>
                <a:lnTo>
                  <a:pt x="3204" y="6695"/>
                </a:lnTo>
                <a:lnTo>
                  <a:pt x="3300" y="6567"/>
                </a:lnTo>
                <a:lnTo>
                  <a:pt x="3980" y="5682"/>
                </a:lnTo>
                <a:lnTo>
                  <a:pt x="4077" y="5558"/>
                </a:lnTo>
                <a:lnTo>
                  <a:pt x="4126" y="5431"/>
                </a:lnTo>
                <a:lnTo>
                  <a:pt x="4175" y="4925"/>
                </a:lnTo>
                <a:lnTo>
                  <a:pt x="4126" y="4418"/>
                </a:lnTo>
                <a:lnTo>
                  <a:pt x="4077" y="4295"/>
                </a:lnTo>
                <a:lnTo>
                  <a:pt x="3980" y="4040"/>
                </a:lnTo>
                <a:lnTo>
                  <a:pt x="3786" y="3916"/>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583" name="Google Shape;231;p3"/>
          <p:cNvSpPr/>
          <p:nvPr/>
        </p:nvSpPr>
        <p:spPr>
          <a:xfrm>
            <a:off x="3252000" y="4825288"/>
            <a:ext cx="589936" cy="4141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676" y="651"/>
                </a:moveTo>
                <a:lnTo>
                  <a:pt x="5867" y="706"/>
                </a:lnTo>
                <a:lnTo>
                  <a:pt x="5791" y="706"/>
                </a:lnTo>
                <a:lnTo>
                  <a:pt x="5676" y="651"/>
                </a:lnTo>
                <a:close/>
                <a:moveTo>
                  <a:pt x="5029" y="706"/>
                </a:moveTo>
                <a:lnTo>
                  <a:pt x="4990" y="759"/>
                </a:lnTo>
                <a:lnTo>
                  <a:pt x="4762" y="814"/>
                </a:lnTo>
                <a:lnTo>
                  <a:pt x="5029" y="706"/>
                </a:lnTo>
                <a:close/>
                <a:moveTo>
                  <a:pt x="5371" y="1194"/>
                </a:moveTo>
                <a:lnTo>
                  <a:pt x="5410" y="1247"/>
                </a:lnTo>
                <a:lnTo>
                  <a:pt x="5447" y="1357"/>
                </a:lnTo>
                <a:lnTo>
                  <a:pt x="5561" y="1465"/>
                </a:lnTo>
                <a:lnTo>
                  <a:pt x="5714" y="1520"/>
                </a:lnTo>
                <a:lnTo>
                  <a:pt x="5981" y="1520"/>
                </a:lnTo>
                <a:lnTo>
                  <a:pt x="6095" y="1465"/>
                </a:lnTo>
                <a:lnTo>
                  <a:pt x="6210" y="1465"/>
                </a:lnTo>
                <a:lnTo>
                  <a:pt x="6248" y="1520"/>
                </a:lnTo>
                <a:lnTo>
                  <a:pt x="6285" y="1628"/>
                </a:lnTo>
                <a:lnTo>
                  <a:pt x="6400" y="2116"/>
                </a:lnTo>
                <a:lnTo>
                  <a:pt x="6400" y="2551"/>
                </a:lnTo>
                <a:lnTo>
                  <a:pt x="6362" y="3039"/>
                </a:lnTo>
                <a:lnTo>
                  <a:pt x="6285" y="3473"/>
                </a:lnTo>
                <a:lnTo>
                  <a:pt x="6210" y="3745"/>
                </a:lnTo>
                <a:lnTo>
                  <a:pt x="6134" y="4016"/>
                </a:lnTo>
                <a:lnTo>
                  <a:pt x="5867" y="4450"/>
                </a:lnTo>
                <a:lnTo>
                  <a:pt x="5600" y="4776"/>
                </a:lnTo>
                <a:lnTo>
                  <a:pt x="5257" y="5047"/>
                </a:lnTo>
                <a:lnTo>
                  <a:pt x="5257" y="4884"/>
                </a:lnTo>
                <a:lnTo>
                  <a:pt x="5219" y="4829"/>
                </a:lnTo>
                <a:lnTo>
                  <a:pt x="5143" y="4776"/>
                </a:lnTo>
                <a:lnTo>
                  <a:pt x="5067" y="4776"/>
                </a:lnTo>
                <a:lnTo>
                  <a:pt x="5257" y="4125"/>
                </a:lnTo>
                <a:lnTo>
                  <a:pt x="5257" y="4016"/>
                </a:lnTo>
                <a:lnTo>
                  <a:pt x="5181" y="3962"/>
                </a:lnTo>
                <a:lnTo>
                  <a:pt x="5143" y="3962"/>
                </a:lnTo>
                <a:lnTo>
                  <a:pt x="5067" y="4016"/>
                </a:lnTo>
                <a:lnTo>
                  <a:pt x="4723" y="4776"/>
                </a:lnTo>
                <a:lnTo>
                  <a:pt x="4495" y="5264"/>
                </a:lnTo>
                <a:lnTo>
                  <a:pt x="4266" y="5210"/>
                </a:lnTo>
                <a:lnTo>
                  <a:pt x="4001" y="5156"/>
                </a:lnTo>
                <a:lnTo>
                  <a:pt x="3848" y="5101"/>
                </a:lnTo>
                <a:lnTo>
                  <a:pt x="4152" y="4721"/>
                </a:lnTo>
                <a:lnTo>
                  <a:pt x="4762" y="3908"/>
                </a:lnTo>
                <a:lnTo>
                  <a:pt x="4762" y="3690"/>
                </a:lnTo>
                <a:lnTo>
                  <a:pt x="4686" y="3635"/>
                </a:lnTo>
                <a:lnTo>
                  <a:pt x="4609" y="3635"/>
                </a:lnTo>
                <a:lnTo>
                  <a:pt x="3619" y="4613"/>
                </a:lnTo>
                <a:lnTo>
                  <a:pt x="3428" y="4829"/>
                </a:lnTo>
                <a:lnTo>
                  <a:pt x="3352" y="4721"/>
                </a:lnTo>
                <a:lnTo>
                  <a:pt x="3391" y="4559"/>
                </a:lnTo>
                <a:lnTo>
                  <a:pt x="3428" y="4450"/>
                </a:lnTo>
                <a:lnTo>
                  <a:pt x="3391" y="4341"/>
                </a:lnTo>
                <a:lnTo>
                  <a:pt x="3352" y="4288"/>
                </a:lnTo>
                <a:lnTo>
                  <a:pt x="3467" y="4341"/>
                </a:lnTo>
                <a:lnTo>
                  <a:pt x="3809" y="4070"/>
                </a:lnTo>
                <a:lnTo>
                  <a:pt x="4914" y="3039"/>
                </a:lnTo>
                <a:lnTo>
                  <a:pt x="4953" y="2931"/>
                </a:lnTo>
                <a:lnTo>
                  <a:pt x="4953" y="2876"/>
                </a:lnTo>
                <a:lnTo>
                  <a:pt x="4914" y="2768"/>
                </a:lnTo>
                <a:lnTo>
                  <a:pt x="4839" y="2768"/>
                </a:lnTo>
                <a:lnTo>
                  <a:pt x="4495" y="2931"/>
                </a:lnTo>
                <a:lnTo>
                  <a:pt x="3962" y="3256"/>
                </a:lnTo>
                <a:lnTo>
                  <a:pt x="3428" y="3635"/>
                </a:lnTo>
                <a:lnTo>
                  <a:pt x="3200" y="3908"/>
                </a:lnTo>
                <a:lnTo>
                  <a:pt x="3047" y="4125"/>
                </a:lnTo>
                <a:lnTo>
                  <a:pt x="3010" y="3853"/>
                </a:lnTo>
                <a:lnTo>
                  <a:pt x="3010" y="3635"/>
                </a:lnTo>
                <a:lnTo>
                  <a:pt x="3200" y="3527"/>
                </a:lnTo>
                <a:lnTo>
                  <a:pt x="3391" y="3310"/>
                </a:lnTo>
                <a:lnTo>
                  <a:pt x="3771" y="2984"/>
                </a:lnTo>
                <a:lnTo>
                  <a:pt x="4266" y="2551"/>
                </a:lnTo>
                <a:lnTo>
                  <a:pt x="4762" y="2225"/>
                </a:lnTo>
                <a:lnTo>
                  <a:pt x="4839" y="2116"/>
                </a:lnTo>
                <a:lnTo>
                  <a:pt x="4839" y="2008"/>
                </a:lnTo>
                <a:lnTo>
                  <a:pt x="4762" y="1953"/>
                </a:lnTo>
                <a:lnTo>
                  <a:pt x="4686" y="1900"/>
                </a:lnTo>
                <a:lnTo>
                  <a:pt x="4419" y="2008"/>
                </a:lnTo>
                <a:lnTo>
                  <a:pt x="4115" y="2116"/>
                </a:lnTo>
                <a:lnTo>
                  <a:pt x="3848" y="2225"/>
                </a:lnTo>
                <a:lnTo>
                  <a:pt x="3581" y="2441"/>
                </a:lnTo>
                <a:lnTo>
                  <a:pt x="3277" y="2659"/>
                </a:lnTo>
                <a:lnTo>
                  <a:pt x="3428" y="2333"/>
                </a:lnTo>
                <a:lnTo>
                  <a:pt x="3619" y="2008"/>
                </a:lnTo>
                <a:lnTo>
                  <a:pt x="3924" y="1790"/>
                </a:lnTo>
                <a:lnTo>
                  <a:pt x="4266" y="1574"/>
                </a:lnTo>
                <a:lnTo>
                  <a:pt x="4914" y="1247"/>
                </a:lnTo>
                <a:lnTo>
                  <a:pt x="4953" y="1357"/>
                </a:lnTo>
                <a:lnTo>
                  <a:pt x="5029" y="1465"/>
                </a:lnTo>
                <a:lnTo>
                  <a:pt x="5105" y="1465"/>
                </a:lnTo>
                <a:lnTo>
                  <a:pt x="5181" y="1520"/>
                </a:lnTo>
                <a:lnTo>
                  <a:pt x="5257" y="1465"/>
                </a:lnTo>
                <a:lnTo>
                  <a:pt x="5296" y="1411"/>
                </a:lnTo>
                <a:lnTo>
                  <a:pt x="5371" y="1302"/>
                </a:lnTo>
                <a:lnTo>
                  <a:pt x="5371" y="1194"/>
                </a:lnTo>
                <a:close/>
                <a:moveTo>
                  <a:pt x="10019" y="4884"/>
                </a:moveTo>
                <a:lnTo>
                  <a:pt x="10286" y="4992"/>
                </a:lnTo>
                <a:lnTo>
                  <a:pt x="10286" y="5047"/>
                </a:lnTo>
                <a:lnTo>
                  <a:pt x="10514" y="5372"/>
                </a:lnTo>
                <a:lnTo>
                  <a:pt x="10704" y="5753"/>
                </a:lnTo>
                <a:lnTo>
                  <a:pt x="10553" y="5970"/>
                </a:lnTo>
                <a:lnTo>
                  <a:pt x="10362" y="6186"/>
                </a:lnTo>
                <a:lnTo>
                  <a:pt x="10172" y="6350"/>
                </a:lnTo>
                <a:lnTo>
                  <a:pt x="9982" y="6404"/>
                </a:lnTo>
                <a:lnTo>
                  <a:pt x="9866" y="6350"/>
                </a:lnTo>
                <a:lnTo>
                  <a:pt x="9791" y="6295"/>
                </a:lnTo>
                <a:lnTo>
                  <a:pt x="9866" y="6133"/>
                </a:lnTo>
                <a:lnTo>
                  <a:pt x="9866" y="6023"/>
                </a:lnTo>
                <a:lnTo>
                  <a:pt x="9829" y="5915"/>
                </a:lnTo>
                <a:lnTo>
                  <a:pt x="9752" y="5807"/>
                </a:lnTo>
                <a:lnTo>
                  <a:pt x="9600" y="5807"/>
                </a:lnTo>
                <a:lnTo>
                  <a:pt x="9829" y="5644"/>
                </a:lnTo>
                <a:lnTo>
                  <a:pt x="9866" y="5590"/>
                </a:lnTo>
                <a:lnTo>
                  <a:pt x="9905" y="5535"/>
                </a:lnTo>
                <a:lnTo>
                  <a:pt x="9905" y="5372"/>
                </a:lnTo>
                <a:lnTo>
                  <a:pt x="9829" y="5264"/>
                </a:lnTo>
                <a:lnTo>
                  <a:pt x="9752" y="5210"/>
                </a:lnTo>
                <a:lnTo>
                  <a:pt x="9715" y="5210"/>
                </a:lnTo>
                <a:lnTo>
                  <a:pt x="9409" y="5372"/>
                </a:lnTo>
                <a:lnTo>
                  <a:pt x="9562" y="4992"/>
                </a:lnTo>
                <a:lnTo>
                  <a:pt x="9638" y="5047"/>
                </a:lnTo>
                <a:lnTo>
                  <a:pt x="9715" y="5047"/>
                </a:lnTo>
                <a:lnTo>
                  <a:pt x="9866" y="4992"/>
                </a:lnTo>
                <a:lnTo>
                  <a:pt x="10019" y="4884"/>
                </a:lnTo>
                <a:close/>
                <a:moveTo>
                  <a:pt x="1562" y="6404"/>
                </a:moveTo>
                <a:lnTo>
                  <a:pt x="1676" y="6458"/>
                </a:lnTo>
                <a:lnTo>
                  <a:pt x="1790" y="6566"/>
                </a:lnTo>
                <a:lnTo>
                  <a:pt x="1943" y="6784"/>
                </a:lnTo>
                <a:lnTo>
                  <a:pt x="1981" y="7055"/>
                </a:lnTo>
                <a:lnTo>
                  <a:pt x="2019" y="7272"/>
                </a:lnTo>
                <a:lnTo>
                  <a:pt x="1981" y="7544"/>
                </a:lnTo>
                <a:lnTo>
                  <a:pt x="1943" y="7760"/>
                </a:lnTo>
                <a:lnTo>
                  <a:pt x="1829" y="7978"/>
                </a:lnTo>
                <a:lnTo>
                  <a:pt x="1676" y="8141"/>
                </a:lnTo>
                <a:lnTo>
                  <a:pt x="1524" y="8249"/>
                </a:lnTo>
                <a:lnTo>
                  <a:pt x="1486" y="8032"/>
                </a:lnTo>
                <a:lnTo>
                  <a:pt x="1486" y="7707"/>
                </a:lnTo>
                <a:lnTo>
                  <a:pt x="1448" y="7598"/>
                </a:lnTo>
                <a:lnTo>
                  <a:pt x="1448" y="7489"/>
                </a:lnTo>
                <a:lnTo>
                  <a:pt x="1371" y="7380"/>
                </a:lnTo>
                <a:lnTo>
                  <a:pt x="1334" y="7327"/>
                </a:lnTo>
                <a:lnTo>
                  <a:pt x="1219" y="7380"/>
                </a:lnTo>
                <a:lnTo>
                  <a:pt x="1067" y="7489"/>
                </a:lnTo>
                <a:lnTo>
                  <a:pt x="1181" y="7380"/>
                </a:lnTo>
                <a:lnTo>
                  <a:pt x="1371" y="7217"/>
                </a:lnTo>
                <a:lnTo>
                  <a:pt x="1524" y="7055"/>
                </a:lnTo>
                <a:lnTo>
                  <a:pt x="1600" y="6947"/>
                </a:lnTo>
                <a:lnTo>
                  <a:pt x="1562" y="6838"/>
                </a:lnTo>
                <a:lnTo>
                  <a:pt x="1524" y="6729"/>
                </a:lnTo>
                <a:lnTo>
                  <a:pt x="1448" y="6676"/>
                </a:lnTo>
                <a:lnTo>
                  <a:pt x="1486" y="6621"/>
                </a:lnTo>
                <a:lnTo>
                  <a:pt x="1524" y="6566"/>
                </a:lnTo>
                <a:lnTo>
                  <a:pt x="1524" y="6513"/>
                </a:lnTo>
                <a:lnTo>
                  <a:pt x="1486" y="6404"/>
                </a:lnTo>
                <a:close/>
                <a:moveTo>
                  <a:pt x="1181" y="8249"/>
                </a:moveTo>
                <a:lnTo>
                  <a:pt x="1181" y="8358"/>
                </a:lnTo>
                <a:lnTo>
                  <a:pt x="1067" y="8303"/>
                </a:lnTo>
                <a:lnTo>
                  <a:pt x="1181" y="8249"/>
                </a:lnTo>
                <a:close/>
                <a:moveTo>
                  <a:pt x="8190" y="8738"/>
                </a:moveTo>
                <a:lnTo>
                  <a:pt x="8534" y="8846"/>
                </a:lnTo>
                <a:lnTo>
                  <a:pt x="8610" y="9009"/>
                </a:lnTo>
                <a:lnTo>
                  <a:pt x="8724" y="9117"/>
                </a:lnTo>
                <a:lnTo>
                  <a:pt x="8838" y="9280"/>
                </a:lnTo>
                <a:lnTo>
                  <a:pt x="8952" y="9443"/>
                </a:lnTo>
                <a:lnTo>
                  <a:pt x="9028" y="9660"/>
                </a:lnTo>
                <a:lnTo>
                  <a:pt x="9105" y="9877"/>
                </a:lnTo>
                <a:lnTo>
                  <a:pt x="9143" y="10258"/>
                </a:lnTo>
                <a:lnTo>
                  <a:pt x="9105" y="10583"/>
                </a:lnTo>
                <a:lnTo>
                  <a:pt x="8991" y="10909"/>
                </a:lnTo>
                <a:lnTo>
                  <a:pt x="8877" y="11180"/>
                </a:lnTo>
                <a:lnTo>
                  <a:pt x="8762" y="11397"/>
                </a:lnTo>
                <a:lnTo>
                  <a:pt x="8610" y="11560"/>
                </a:lnTo>
                <a:lnTo>
                  <a:pt x="8457" y="11668"/>
                </a:lnTo>
                <a:lnTo>
                  <a:pt x="8305" y="11777"/>
                </a:lnTo>
                <a:lnTo>
                  <a:pt x="8381" y="11234"/>
                </a:lnTo>
                <a:lnTo>
                  <a:pt x="8381" y="11125"/>
                </a:lnTo>
                <a:lnTo>
                  <a:pt x="8343" y="11071"/>
                </a:lnTo>
                <a:lnTo>
                  <a:pt x="8267" y="11071"/>
                </a:lnTo>
                <a:lnTo>
                  <a:pt x="8229" y="11125"/>
                </a:lnTo>
                <a:lnTo>
                  <a:pt x="8038" y="11452"/>
                </a:lnTo>
                <a:lnTo>
                  <a:pt x="7847" y="11831"/>
                </a:lnTo>
                <a:lnTo>
                  <a:pt x="7543" y="11723"/>
                </a:lnTo>
                <a:lnTo>
                  <a:pt x="7772" y="11234"/>
                </a:lnTo>
                <a:lnTo>
                  <a:pt x="8038" y="10854"/>
                </a:lnTo>
                <a:lnTo>
                  <a:pt x="8038" y="10691"/>
                </a:lnTo>
                <a:lnTo>
                  <a:pt x="7924" y="10691"/>
                </a:lnTo>
                <a:lnTo>
                  <a:pt x="7733" y="10854"/>
                </a:lnTo>
                <a:lnTo>
                  <a:pt x="7543" y="11017"/>
                </a:lnTo>
                <a:lnTo>
                  <a:pt x="7352" y="11234"/>
                </a:lnTo>
                <a:lnTo>
                  <a:pt x="7200" y="11505"/>
                </a:lnTo>
                <a:lnTo>
                  <a:pt x="7123" y="11397"/>
                </a:lnTo>
                <a:lnTo>
                  <a:pt x="6972" y="11180"/>
                </a:lnTo>
                <a:lnTo>
                  <a:pt x="7505" y="10746"/>
                </a:lnTo>
                <a:lnTo>
                  <a:pt x="8038" y="10258"/>
                </a:lnTo>
                <a:lnTo>
                  <a:pt x="8038" y="10203"/>
                </a:lnTo>
                <a:lnTo>
                  <a:pt x="8000" y="10148"/>
                </a:lnTo>
                <a:lnTo>
                  <a:pt x="7696" y="10148"/>
                </a:lnTo>
                <a:lnTo>
                  <a:pt x="7352" y="10258"/>
                </a:lnTo>
                <a:lnTo>
                  <a:pt x="7048" y="10420"/>
                </a:lnTo>
                <a:lnTo>
                  <a:pt x="6781" y="10691"/>
                </a:lnTo>
                <a:lnTo>
                  <a:pt x="6743" y="10366"/>
                </a:lnTo>
                <a:lnTo>
                  <a:pt x="6743" y="9986"/>
                </a:lnTo>
                <a:lnTo>
                  <a:pt x="6858" y="9931"/>
                </a:lnTo>
                <a:lnTo>
                  <a:pt x="7238" y="9768"/>
                </a:lnTo>
                <a:lnTo>
                  <a:pt x="7390" y="9660"/>
                </a:lnTo>
                <a:lnTo>
                  <a:pt x="7581" y="9497"/>
                </a:lnTo>
                <a:lnTo>
                  <a:pt x="7619" y="9389"/>
                </a:lnTo>
                <a:lnTo>
                  <a:pt x="7619" y="9335"/>
                </a:lnTo>
                <a:lnTo>
                  <a:pt x="7581" y="9335"/>
                </a:lnTo>
                <a:lnTo>
                  <a:pt x="7276" y="9280"/>
                </a:lnTo>
                <a:lnTo>
                  <a:pt x="7009" y="9335"/>
                </a:lnTo>
                <a:lnTo>
                  <a:pt x="7123" y="9172"/>
                </a:lnTo>
                <a:lnTo>
                  <a:pt x="7238" y="9009"/>
                </a:lnTo>
                <a:lnTo>
                  <a:pt x="7390" y="8901"/>
                </a:lnTo>
                <a:lnTo>
                  <a:pt x="7543" y="8792"/>
                </a:lnTo>
                <a:lnTo>
                  <a:pt x="7847" y="8738"/>
                </a:lnTo>
                <a:close/>
                <a:moveTo>
                  <a:pt x="5143" y="0"/>
                </a:moveTo>
                <a:lnTo>
                  <a:pt x="4914" y="53"/>
                </a:lnTo>
                <a:lnTo>
                  <a:pt x="4648" y="163"/>
                </a:lnTo>
                <a:lnTo>
                  <a:pt x="4419" y="271"/>
                </a:lnTo>
                <a:lnTo>
                  <a:pt x="4191" y="434"/>
                </a:lnTo>
                <a:lnTo>
                  <a:pt x="3771" y="814"/>
                </a:lnTo>
                <a:lnTo>
                  <a:pt x="3428" y="1302"/>
                </a:lnTo>
                <a:lnTo>
                  <a:pt x="3086" y="1845"/>
                </a:lnTo>
                <a:lnTo>
                  <a:pt x="2781" y="2441"/>
                </a:lnTo>
                <a:lnTo>
                  <a:pt x="2667" y="2768"/>
                </a:lnTo>
                <a:lnTo>
                  <a:pt x="2590" y="3094"/>
                </a:lnTo>
                <a:lnTo>
                  <a:pt x="2514" y="3473"/>
                </a:lnTo>
                <a:lnTo>
                  <a:pt x="2476" y="3798"/>
                </a:lnTo>
                <a:lnTo>
                  <a:pt x="2514" y="4125"/>
                </a:lnTo>
                <a:lnTo>
                  <a:pt x="2553" y="4341"/>
                </a:lnTo>
                <a:lnTo>
                  <a:pt x="2629" y="4613"/>
                </a:lnTo>
                <a:lnTo>
                  <a:pt x="2704" y="4829"/>
                </a:lnTo>
                <a:lnTo>
                  <a:pt x="2590" y="4939"/>
                </a:lnTo>
                <a:lnTo>
                  <a:pt x="2095" y="5264"/>
                </a:lnTo>
                <a:lnTo>
                  <a:pt x="1866" y="5482"/>
                </a:lnTo>
                <a:lnTo>
                  <a:pt x="1752" y="5590"/>
                </a:lnTo>
                <a:lnTo>
                  <a:pt x="1638" y="5698"/>
                </a:lnTo>
                <a:lnTo>
                  <a:pt x="1105" y="5698"/>
                </a:lnTo>
                <a:lnTo>
                  <a:pt x="914" y="5807"/>
                </a:lnTo>
                <a:lnTo>
                  <a:pt x="762" y="5915"/>
                </a:lnTo>
                <a:lnTo>
                  <a:pt x="610" y="6078"/>
                </a:lnTo>
                <a:lnTo>
                  <a:pt x="495" y="6295"/>
                </a:lnTo>
                <a:lnTo>
                  <a:pt x="381" y="6513"/>
                </a:lnTo>
                <a:lnTo>
                  <a:pt x="190" y="6838"/>
                </a:lnTo>
                <a:lnTo>
                  <a:pt x="76" y="7217"/>
                </a:lnTo>
                <a:lnTo>
                  <a:pt x="38" y="7380"/>
                </a:lnTo>
                <a:lnTo>
                  <a:pt x="0" y="7598"/>
                </a:lnTo>
                <a:lnTo>
                  <a:pt x="38" y="7815"/>
                </a:lnTo>
                <a:lnTo>
                  <a:pt x="76" y="8032"/>
                </a:lnTo>
                <a:lnTo>
                  <a:pt x="190" y="8249"/>
                </a:lnTo>
                <a:lnTo>
                  <a:pt x="267" y="8466"/>
                </a:lnTo>
                <a:lnTo>
                  <a:pt x="419" y="8629"/>
                </a:lnTo>
                <a:lnTo>
                  <a:pt x="533" y="8792"/>
                </a:lnTo>
                <a:lnTo>
                  <a:pt x="685" y="8901"/>
                </a:lnTo>
                <a:lnTo>
                  <a:pt x="877" y="8954"/>
                </a:lnTo>
                <a:lnTo>
                  <a:pt x="1219" y="9064"/>
                </a:lnTo>
                <a:lnTo>
                  <a:pt x="1409" y="9064"/>
                </a:lnTo>
                <a:lnTo>
                  <a:pt x="1562" y="9009"/>
                </a:lnTo>
                <a:lnTo>
                  <a:pt x="1752" y="8954"/>
                </a:lnTo>
                <a:lnTo>
                  <a:pt x="1905" y="8846"/>
                </a:lnTo>
                <a:lnTo>
                  <a:pt x="2133" y="8521"/>
                </a:lnTo>
                <a:lnTo>
                  <a:pt x="2362" y="8141"/>
                </a:lnTo>
                <a:lnTo>
                  <a:pt x="2476" y="7707"/>
                </a:lnTo>
                <a:lnTo>
                  <a:pt x="2514" y="7489"/>
                </a:lnTo>
                <a:lnTo>
                  <a:pt x="2514" y="7217"/>
                </a:lnTo>
                <a:lnTo>
                  <a:pt x="2476" y="7001"/>
                </a:lnTo>
                <a:lnTo>
                  <a:pt x="2439" y="6784"/>
                </a:lnTo>
                <a:lnTo>
                  <a:pt x="2362" y="6513"/>
                </a:lnTo>
                <a:lnTo>
                  <a:pt x="2286" y="6295"/>
                </a:lnTo>
                <a:lnTo>
                  <a:pt x="2172" y="6133"/>
                </a:lnTo>
                <a:lnTo>
                  <a:pt x="2133" y="6078"/>
                </a:lnTo>
                <a:lnTo>
                  <a:pt x="2247" y="5970"/>
                </a:lnTo>
                <a:lnTo>
                  <a:pt x="2590" y="5644"/>
                </a:lnTo>
                <a:lnTo>
                  <a:pt x="2781" y="5427"/>
                </a:lnTo>
                <a:lnTo>
                  <a:pt x="2971" y="5210"/>
                </a:lnTo>
                <a:lnTo>
                  <a:pt x="3238" y="5482"/>
                </a:lnTo>
                <a:lnTo>
                  <a:pt x="3277" y="5590"/>
                </a:lnTo>
                <a:lnTo>
                  <a:pt x="3352" y="5644"/>
                </a:lnTo>
                <a:lnTo>
                  <a:pt x="3467" y="5644"/>
                </a:lnTo>
                <a:lnTo>
                  <a:pt x="3848" y="5861"/>
                </a:lnTo>
                <a:lnTo>
                  <a:pt x="4266" y="5970"/>
                </a:lnTo>
                <a:lnTo>
                  <a:pt x="4686" y="6023"/>
                </a:lnTo>
                <a:lnTo>
                  <a:pt x="5067" y="5915"/>
                </a:lnTo>
                <a:lnTo>
                  <a:pt x="5447" y="5753"/>
                </a:lnTo>
                <a:lnTo>
                  <a:pt x="5486" y="5861"/>
                </a:lnTo>
                <a:lnTo>
                  <a:pt x="5524" y="5970"/>
                </a:lnTo>
                <a:lnTo>
                  <a:pt x="5753" y="6241"/>
                </a:lnTo>
                <a:lnTo>
                  <a:pt x="5943" y="6566"/>
                </a:lnTo>
                <a:lnTo>
                  <a:pt x="6210" y="7272"/>
                </a:lnTo>
                <a:lnTo>
                  <a:pt x="6438" y="8032"/>
                </a:lnTo>
                <a:lnTo>
                  <a:pt x="6591" y="8358"/>
                </a:lnTo>
                <a:lnTo>
                  <a:pt x="6781" y="8683"/>
                </a:lnTo>
                <a:lnTo>
                  <a:pt x="6591" y="8901"/>
                </a:lnTo>
                <a:lnTo>
                  <a:pt x="6476" y="9172"/>
                </a:lnTo>
                <a:lnTo>
                  <a:pt x="6362" y="9443"/>
                </a:lnTo>
                <a:lnTo>
                  <a:pt x="6285" y="9715"/>
                </a:lnTo>
                <a:lnTo>
                  <a:pt x="6020" y="9931"/>
                </a:lnTo>
                <a:lnTo>
                  <a:pt x="5943" y="10095"/>
                </a:lnTo>
                <a:lnTo>
                  <a:pt x="5943" y="10258"/>
                </a:lnTo>
                <a:lnTo>
                  <a:pt x="5981" y="10420"/>
                </a:lnTo>
                <a:lnTo>
                  <a:pt x="6057" y="10474"/>
                </a:lnTo>
                <a:lnTo>
                  <a:pt x="6248" y="10474"/>
                </a:lnTo>
                <a:lnTo>
                  <a:pt x="6285" y="10799"/>
                </a:lnTo>
                <a:lnTo>
                  <a:pt x="6362" y="11125"/>
                </a:lnTo>
                <a:lnTo>
                  <a:pt x="6362" y="11452"/>
                </a:lnTo>
                <a:lnTo>
                  <a:pt x="6438" y="11560"/>
                </a:lnTo>
                <a:lnTo>
                  <a:pt x="6552" y="11614"/>
                </a:lnTo>
                <a:lnTo>
                  <a:pt x="6591" y="11614"/>
                </a:lnTo>
                <a:lnTo>
                  <a:pt x="6743" y="11885"/>
                </a:lnTo>
                <a:lnTo>
                  <a:pt x="6895" y="12048"/>
                </a:lnTo>
                <a:lnTo>
                  <a:pt x="7048" y="12211"/>
                </a:lnTo>
                <a:lnTo>
                  <a:pt x="7123" y="12265"/>
                </a:lnTo>
                <a:lnTo>
                  <a:pt x="7200" y="12319"/>
                </a:lnTo>
                <a:lnTo>
                  <a:pt x="7467" y="12483"/>
                </a:lnTo>
                <a:lnTo>
                  <a:pt x="7733" y="12536"/>
                </a:lnTo>
                <a:lnTo>
                  <a:pt x="8038" y="12536"/>
                </a:lnTo>
                <a:lnTo>
                  <a:pt x="8305" y="12483"/>
                </a:lnTo>
                <a:lnTo>
                  <a:pt x="8571" y="12374"/>
                </a:lnTo>
                <a:lnTo>
                  <a:pt x="8838" y="12211"/>
                </a:lnTo>
                <a:lnTo>
                  <a:pt x="9067" y="11940"/>
                </a:lnTo>
                <a:lnTo>
                  <a:pt x="9258" y="11668"/>
                </a:lnTo>
                <a:lnTo>
                  <a:pt x="9448" y="11289"/>
                </a:lnTo>
                <a:lnTo>
                  <a:pt x="9600" y="10799"/>
                </a:lnTo>
                <a:lnTo>
                  <a:pt x="9638" y="10366"/>
                </a:lnTo>
                <a:lnTo>
                  <a:pt x="9676" y="10095"/>
                </a:lnTo>
                <a:lnTo>
                  <a:pt x="9638" y="9877"/>
                </a:lnTo>
                <a:lnTo>
                  <a:pt x="9562" y="9552"/>
                </a:lnTo>
                <a:lnTo>
                  <a:pt x="9486" y="9172"/>
                </a:lnTo>
                <a:lnTo>
                  <a:pt x="9295" y="8846"/>
                </a:lnTo>
                <a:lnTo>
                  <a:pt x="9219" y="8738"/>
                </a:lnTo>
                <a:lnTo>
                  <a:pt x="9105" y="8629"/>
                </a:lnTo>
                <a:lnTo>
                  <a:pt x="9143" y="8411"/>
                </a:lnTo>
                <a:lnTo>
                  <a:pt x="9372" y="7760"/>
                </a:lnTo>
                <a:lnTo>
                  <a:pt x="9562" y="7055"/>
                </a:lnTo>
                <a:lnTo>
                  <a:pt x="9791" y="7109"/>
                </a:lnTo>
                <a:lnTo>
                  <a:pt x="10019" y="7109"/>
                </a:lnTo>
                <a:lnTo>
                  <a:pt x="10210" y="7001"/>
                </a:lnTo>
                <a:lnTo>
                  <a:pt x="10439" y="6892"/>
                </a:lnTo>
                <a:lnTo>
                  <a:pt x="10629" y="6729"/>
                </a:lnTo>
                <a:lnTo>
                  <a:pt x="10820" y="6513"/>
                </a:lnTo>
                <a:lnTo>
                  <a:pt x="11124" y="6078"/>
                </a:lnTo>
                <a:lnTo>
                  <a:pt x="11200" y="5861"/>
                </a:lnTo>
                <a:lnTo>
                  <a:pt x="11200" y="5644"/>
                </a:lnTo>
                <a:lnTo>
                  <a:pt x="11048" y="5264"/>
                </a:lnTo>
                <a:lnTo>
                  <a:pt x="10896" y="4939"/>
                </a:lnTo>
                <a:lnTo>
                  <a:pt x="10743" y="4667"/>
                </a:lnTo>
                <a:lnTo>
                  <a:pt x="10514" y="4396"/>
                </a:lnTo>
                <a:lnTo>
                  <a:pt x="10286" y="4178"/>
                </a:lnTo>
                <a:lnTo>
                  <a:pt x="10172" y="4125"/>
                </a:lnTo>
                <a:lnTo>
                  <a:pt x="10057" y="4070"/>
                </a:lnTo>
                <a:lnTo>
                  <a:pt x="9866" y="4233"/>
                </a:lnTo>
                <a:lnTo>
                  <a:pt x="9752" y="4178"/>
                </a:lnTo>
                <a:lnTo>
                  <a:pt x="9676" y="4233"/>
                </a:lnTo>
                <a:lnTo>
                  <a:pt x="9372" y="4450"/>
                </a:lnTo>
                <a:lnTo>
                  <a:pt x="9105" y="4721"/>
                </a:lnTo>
                <a:lnTo>
                  <a:pt x="8991" y="4884"/>
                </a:lnTo>
                <a:lnTo>
                  <a:pt x="8877" y="5101"/>
                </a:lnTo>
                <a:lnTo>
                  <a:pt x="8800" y="5264"/>
                </a:lnTo>
                <a:lnTo>
                  <a:pt x="8762" y="5535"/>
                </a:lnTo>
                <a:lnTo>
                  <a:pt x="8762" y="5861"/>
                </a:lnTo>
                <a:lnTo>
                  <a:pt x="8800" y="6186"/>
                </a:lnTo>
                <a:lnTo>
                  <a:pt x="8952" y="6513"/>
                </a:lnTo>
                <a:lnTo>
                  <a:pt x="9105" y="6729"/>
                </a:lnTo>
                <a:lnTo>
                  <a:pt x="9219" y="6838"/>
                </a:lnTo>
                <a:lnTo>
                  <a:pt x="9028" y="7217"/>
                </a:lnTo>
                <a:lnTo>
                  <a:pt x="8877" y="7598"/>
                </a:lnTo>
                <a:lnTo>
                  <a:pt x="8610" y="8303"/>
                </a:lnTo>
                <a:lnTo>
                  <a:pt x="8457" y="8195"/>
                </a:lnTo>
                <a:lnTo>
                  <a:pt x="8267" y="8141"/>
                </a:lnTo>
                <a:lnTo>
                  <a:pt x="8076" y="8086"/>
                </a:lnTo>
                <a:lnTo>
                  <a:pt x="7696" y="8086"/>
                </a:lnTo>
                <a:lnTo>
                  <a:pt x="7505" y="8141"/>
                </a:lnTo>
                <a:lnTo>
                  <a:pt x="7315" y="8195"/>
                </a:lnTo>
                <a:lnTo>
                  <a:pt x="7123" y="8358"/>
                </a:lnTo>
                <a:lnTo>
                  <a:pt x="7009" y="7870"/>
                </a:lnTo>
                <a:lnTo>
                  <a:pt x="6858" y="7435"/>
                </a:lnTo>
                <a:lnTo>
                  <a:pt x="6514" y="6621"/>
                </a:lnTo>
                <a:lnTo>
                  <a:pt x="6400" y="6295"/>
                </a:lnTo>
                <a:lnTo>
                  <a:pt x="6285" y="6023"/>
                </a:lnTo>
                <a:lnTo>
                  <a:pt x="6095" y="5753"/>
                </a:lnTo>
                <a:lnTo>
                  <a:pt x="5905" y="5590"/>
                </a:lnTo>
                <a:lnTo>
                  <a:pt x="5943" y="5482"/>
                </a:lnTo>
                <a:lnTo>
                  <a:pt x="5943" y="5372"/>
                </a:lnTo>
                <a:lnTo>
                  <a:pt x="6134" y="5156"/>
                </a:lnTo>
                <a:lnTo>
                  <a:pt x="6285" y="4939"/>
                </a:lnTo>
                <a:lnTo>
                  <a:pt x="6438" y="4667"/>
                </a:lnTo>
                <a:lnTo>
                  <a:pt x="6591" y="4396"/>
                </a:lnTo>
                <a:lnTo>
                  <a:pt x="6705" y="4070"/>
                </a:lnTo>
                <a:lnTo>
                  <a:pt x="6781" y="3745"/>
                </a:lnTo>
                <a:lnTo>
                  <a:pt x="6858" y="3419"/>
                </a:lnTo>
                <a:lnTo>
                  <a:pt x="6933" y="3039"/>
                </a:lnTo>
                <a:lnTo>
                  <a:pt x="6933" y="2008"/>
                </a:lnTo>
                <a:lnTo>
                  <a:pt x="6895" y="1682"/>
                </a:lnTo>
                <a:lnTo>
                  <a:pt x="6819" y="1302"/>
                </a:lnTo>
                <a:lnTo>
                  <a:pt x="6705" y="1031"/>
                </a:lnTo>
                <a:lnTo>
                  <a:pt x="6514" y="814"/>
                </a:lnTo>
                <a:lnTo>
                  <a:pt x="6438" y="706"/>
                </a:lnTo>
                <a:lnTo>
                  <a:pt x="6324" y="706"/>
                </a:lnTo>
                <a:lnTo>
                  <a:pt x="6248" y="488"/>
                </a:lnTo>
                <a:lnTo>
                  <a:pt x="6134" y="326"/>
                </a:lnTo>
                <a:lnTo>
                  <a:pt x="5981" y="217"/>
                </a:lnTo>
                <a:lnTo>
                  <a:pt x="5828" y="108"/>
                </a:lnTo>
                <a:lnTo>
                  <a:pt x="5486" y="0"/>
                </a:lnTo>
                <a:close/>
                <a:moveTo>
                  <a:pt x="15696" y="9986"/>
                </a:moveTo>
                <a:lnTo>
                  <a:pt x="15772" y="10040"/>
                </a:lnTo>
                <a:lnTo>
                  <a:pt x="16077" y="10203"/>
                </a:lnTo>
                <a:lnTo>
                  <a:pt x="16191" y="10311"/>
                </a:lnTo>
                <a:lnTo>
                  <a:pt x="16343" y="10420"/>
                </a:lnTo>
                <a:lnTo>
                  <a:pt x="16457" y="10637"/>
                </a:lnTo>
                <a:lnTo>
                  <a:pt x="16534" y="10854"/>
                </a:lnTo>
                <a:lnTo>
                  <a:pt x="16687" y="11342"/>
                </a:lnTo>
                <a:lnTo>
                  <a:pt x="16762" y="11885"/>
                </a:lnTo>
                <a:lnTo>
                  <a:pt x="16801" y="12483"/>
                </a:lnTo>
                <a:lnTo>
                  <a:pt x="16801" y="12754"/>
                </a:lnTo>
                <a:lnTo>
                  <a:pt x="16762" y="13025"/>
                </a:lnTo>
                <a:lnTo>
                  <a:pt x="16687" y="13297"/>
                </a:lnTo>
                <a:lnTo>
                  <a:pt x="16571" y="13513"/>
                </a:lnTo>
                <a:lnTo>
                  <a:pt x="16305" y="13840"/>
                </a:lnTo>
                <a:lnTo>
                  <a:pt x="16000" y="14165"/>
                </a:lnTo>
                <a:lnTo>
                  <a:pt x="15657" y="14436"/>
                </a:lnTo>
                <a:lnTo>
                  <a:pt x="15276" y="14653"/>
                </a:lnTo>
                <a:lnTo>
                  <a:pt x="15772" y="13622"/>
                </a:lnTo>
                <a:lnTo>
                  <a:pt x="15772" y="13513"/>
                </a:lnTo>
                <a:lnTo>
                  <a:pt x="15733" y="13459"/>
                </a:lnTo>
                <a:lnTo>
                  <a:pt x="15696" y="13405"/>
                </a:lnTo>
                <a:lnTo>
                  <a:pt x="15619" y="13459"/>
                </a:lnTo>
                <a:lnTo>
                  <a:pt x="15125" y="14111"/>
                </a:lnTo>
                <a:lnTo>
                  <a:pt x="14667" y="14762"/>
                </a:lnTo>
                <a:lnTo>
                  <a:pt x="14477" y="14762"/>
                </a:lnTo>
                <a:lnTo>
                  <a:pt x="14286" y="14653"/>
                </a:lnTo>
                <a:lnTo>
                  <a:pt x="14477" y="14273"/>
                </a:lnTo>
                <a:lnTo>
                  <a:pt x="14705" y="13893"/>
                </a:lnTo>
                <a:lnTo>
                  <a:pt x="14933" y="13513"/>
                </a:lnTo>
                <a:lnTo>
                  <a:pt x="15200" y="13187"/>
                </a:lnTo>
                <a:lnTo>
                  <a:pt x="15239" y="13079"/>
                </a:lnTo>
                <a:lnTo>
                  <a:pt x="15239" y="13025"/>
                </a:lnTo>
                <a:lnTo>
                  <a:pt x="15200" y="12917"/>
                </a:lnTo>
                <a:lnTo>
                  <a:pt x="15125" y="12917"/>
                </a:lnTo>
                <a:lnTo>
                  <a:pt x="15353" y="12699"/>
                </a:lnTo>
                <a:lnTo>
                  <a:pt x="15390" y="12591"/>
                </a:lnTo>
                <a:lnTo>
                  <a:pt x="15353" y="12483"/>
                </a:lnTo>
                <a:lnTo>
                  <a:pt x="15276" y="12428"/>
                </a:lnTo>
                <a:lnTo>
                  <a:pt x="15200" y="12428"/>
                </a:lnTo>
                <a:lnTo>
                  <a:pt x="14781" y="12754"/>
                </a:lnTo>
                <a:lnTo>
                  <a:pt x="14401" y="13079"/>
                </a:lnTo>
                <a:lnTo>
                  <a:pt x="14020" y="13405"/>
                </a:lnTo>
                <a:lnTo>
                  <a:pt x="13677" y="13785"/>
                </a:lnTo>
                <a:lnTo>
                  <a:pt x="13563" y="13459"/>
                </a:lnTo>
                <a:lnTo>
                  <a:pt x="14248" y="12808"/>
                </a:lnTo>
                <a:lnTo>
                  <a:pt x="14972" y="12265"/>
                </a:lnTo>
                <a:lnTo>
                  <a:pt x="15010" y="12156"/>
                </a:lnTo>
                <a:lnTo>
                  <a:pt x="15010" y="12048"/>
                </a:lnTo>
                <a:lnTo>
                  <a:pt x="14972" y="11993"/>
                </a:lnTo>
                <a:lnTo>
                  <a:pt x="14895" y="11993"/>
                </a:lnTo>
                <a:lnTo>
                  <a:pt x="14172" y="12374"/>
                </a:lnTo>
                <a:lnTo>
                  <a:pt x="13486" y="12808"/>
                </a:lnTo>
                <a:lnTo>
                  <a:pt x="13486" y="12536"/>
                </a:lnTo>
                <a:lnTo>
                  <a:pt x="13638" y="12428"/>
                </a:lnTo>
                <a:lnTo>
                  <a:pt x="13753" y="12319"/>
                </a:lnTo>
                <a:lnTo>
                  <a:pt x="14020" y="12048"/>
                </a:lnTo>
                <a:lnTo>
                  <a:pt x="14552" y="11723"/>
                </a:lnTo>
                <a:lnTo>
                  <a:pt x="14858" y="11560"/>
                </a:lnTo>
                <a:lnTo>
                  <a:pt x="15125" y="11505"/>
                </a:lnTo>
                <a:lnTo>
                  <a:pt x="15162" y="11452"/>
                </a:lnTo>
                <a:lnTo>
                  <a:pt x="15162" y="11397"/>
                </a:lnTo>
                <a:lnTo>
                  <a:pt x="15125" y="11342"/>
                </a:lnTo>
                <a:lnTo>
                  <a:pt x="14781" y="11342"/>
                </a:lnTo>
                <a:lnTo>
                  <a:pt x="14438" y="11397"/>
                </a:lnTo>
                <a:lnTo>
                  <a:pt x="14095" y="11505"/>
                </a:lnTo>
                <a:lnTo>
                  <a:pt x="13791" y="11614"/>
                </a:lnTo>
                <a:lnTo>
                  <a:pt x="14020" y="11234"/>
                </a:lnTo>
                <a:lnTo>
                  <a:pt x="14629" y="11071"/>
                </a:lnTo>
                <a:lnTo>
                  <a:pt x="14933" y="10962"/>
                </a:lnTo>
                <a:lnTo>
                  <a:pt x="15239" y="10746"/>
                </a:lnTo>
                <a:lnTo>
                  <a:pt x="15276" y="10691"/>
                </a:lnTo>
                <a:lnTo>
                  <a:pt x="15276" y="10583"/>
                </a:lnTo>
                <a:lnTo>
                  <a:pt x="15200" y="10529"/>
                </a:lnTo>
                <a:lnTo>
                  <a:pt x="14895" y="10474"/>
                </a:lnTo>
                <a:lnTo>
                  <a:pt x="14552" y="10474"/>
                </a:lnTo>
                <a:lnTo>
                  <a:pt x="14819" y="10258"/>
                </a:lnTo>
                <a:lnTo>
                  <a:pt x="15086" y="10095"/>
                </a:lnTo>
                <a:lnTo>
                  <a:pt x="15390" y="9986"/>
                </a:lnTo>
                <a:close/>
                <a:moveTo>
                  <a:pt x="5447" y="13459"/>
                </a:moveTo>
                <a:lnTo>
                  <a:pt x="5524" y="13622"/>
                </a:lnTo>
                <a:lnTo>
                  <a:pt x="5600" y="13677"/>
                </a:lnTo>
                <a:lnTo>
                  <a:pt x="5791" y="13677"/>
                </a:lnTo>
                <a:lnTo>
                  <a:pt x="5867" y="13730"/>
                </a:lnTo>
                <a:lnTo>
                  <a:pt x="5981" y="13785"/>
                </a:lnTo>
                <a:lnTo>
                  <a:pt x="6057" y="13893"/>
                </a:lnTo>
                <a:lnTo>
                  <a:pt x="6095" y="14002"/>
                </a:lnTo>
                <a:lnTo>
                  <a:pt x="6134" y="14111"/>
                </a:lnTo>
                <a:lnTo>
                  <a:pt x="6134" y="14273"/>
                </a:lnTo>
                <a:lnTo>
                  <a:pt x="6095" y="14436"/>
                </a:lnTo>
                <a:lnTo>
                  <a:pt x="6020" y="14544"/>
                </a:lnTo>
                <a:lnTo>
                  <a:pt x="5943" y="14653"/>
                </a:lnTo>
                <a:lnTo>
                  <a:pt x="5867" y="14762"/>
                </a:lnTo>
                <a:lnTo>
                  <a:pt x="5753" y="14816"/>
                </a:lnTo>
                <a:lnTo>
                  <a:pt x="5676" y="14599"/>
                </a:lnTo>
                <a:lnTo>
                  <a:pt x="5561" y="14436"/>
                </a:lnTo>
                <a:lnTo>
                  <a:pt x="5410" y="14328"/>
                </a:lnTo>
                <a:lnTo>
                  <a:pt x="5219" y="14273"/>
                </a:lnTo>
                <a:lnTo>
                  <a:pt x="5257" y="14273"/>
                </a:lnTo>
                <a:lnTo>
                  <a:pt x="5410" y="14165"/>
                </a:lnTo>
                <a:lnTo>
                  <a:pt x="5486" y="14111"/>
                </a:lnTo>
                <a:lnTo>
                  <a:pt x="5486" y="13840"/>
                </a:lnTo>
                <a:lnTo>
                  <a:pt x="5410" y="13677"/>
                </a:lnTo>
                <a:lnTo>
                  <a:pt x="5296" y="13677"/>
                </a:lnTo>
                <a:lnTo>
                  <a:pt x="5143" y="13730"/>
                </a:lnTo>
                <a:lnTo>
                  <a:pt x="4990" y="13840"/>
                </a:lnTo>
                <a:lnTo>
                  <a:pt x="5029" y="13730"/>
                </a:lnTo>
                <a:lnTo>
                  <a:pt x="5067" y="13622"/>
                </a:lnTo>
                <a:lnTo>
                  <a:pt x="5029" y="13568"/>
                </a:lnTo>
                <a:lnTo>
                  <a:pt x="5219" y="13513"/>
                </a:lnTo>
                <a:lnTo>
                  <a:pt x="5447" y="13459"/>
                </a:lnTo>
                <a:close/>
                <a:moveTo>
                  <a:pt x="6591" y="11885"/>
                </a:moveTo>
                <a:lnTo>
                  <a:pt x="6591" y="11940"/>
                </a:lnTo>
                <a:lnTo>
                  <a:pt x="6552" y="12103"/>
                </a:lnTo>
                <a:lnTo>
                  <a:pt x="6362" y="12211"/>
                </a:lnTo>
                <a:lnTo>
                  <a:pt x="6210" y="12374"/>
                </a:lnTo>
                <a:lnTo>
                  <a:pt x="5905" y="12754"/>
                </a:lnTo>
                <a:lnTo>
                  <a:pt x="5791" y="12754"/>
                </a:lnTo>
                <a:lnTo>
                  <a:pt x="5676" y="12862"/>
                </a:lnTo>
                <a:lnTo>
                  <a:pt x="5600" y="12971"/>
                </a:lnTo>
                <a:lnTo>
                  <a:pt x="5447" y="12917"/>
                </a:lnTo>
                <a:lnTo>
                  <a:pt x="4990" y="12917"/>
                </a:lnTo>
                <a:lnTo>
                  <a:pt x="4723" y="13079"/>
                </a:lnTo>
                <a:lnTo>
                  <a:pt x="4458" y="13350"/>
                </a:lnTo>
                <a:lnTo>
                  <a:pt x="4343" y="13568"/>
                </a:lnTo>
                <a:lnTo>
                  <a:pt x="4229" y="13840"/>
                </a:lnTo>
                <a:lnTo>
                  <a:pt x="4229" y="14381"/>
                </a:lnTo>
                <a:lnTo>
                  <a:pt x="4305" y="14544"/>
                </a:lnTo>
                <a:lnTo>
                  <a:pt x="4419" y="14762"/>
                </a:lnTo>
                <a:lnTo>
                  <a:pt x="4609" y="15034"/>
                </a:lnTo>
                <a:lnTo>
                  <a:pt x="4800" y="15250"/>
                </a:lnTo>
                <a:lnTo>
                  <a:pt x="5029" y="15359"/>
                </a:lnTo>
                <a:lnTo>
                  <a:pt x="5219" y="15467"/>
                </a:lnTo>
                <a:lnTo>
                  <a:pt x="5447" y="15522"/>
                </a:lnTo>
                <a:lnTo>
                  <a:pt x="5676" y="15522"/>
                </a:lnTo>
                <a:lnTo>
                  <a:pt x="5943" y="15467"/>
                </a:lnTo>
                <a:lnTo>
                  <a:pt x="6134" y="15305"/>
                </a:lnTo>
                <a:lnTo>
                  <a:pt x="6324" y="15142"/>
                </a:lnTo>
                <a:lnTo>
                  <a:pt x="6476" y="14871"/>
                </a:lnTo>
                <a:lnTo>
                  <a:pt x="6591" y="14599"/>
                </a:lnTo>
                <a:lnTo>
                  <a:pt x="6629" y="14165"/>
                </a:lnTo>
                <a:lnTo>
                  <a:pt x="6552" y="13840"/>
                </a:lnTo>
                <a:lnTo>
                  <a:pt x="6438" y="13513"/>
                </a:lnTo>
                <a:lnTo>
                  <a:pt x="6248" y="13242"/>
                </a:lnTo>
                <a:lnTo>
                  <a:pt x="6552" y="12808"/>
                </a:lnTo>
                <a:lnTo>
                  <a:pt x="6667" y="12646"/>
                </a:lnTo>
                <a:lnTo>
                  <a:pt x="6819" y="12428"/>
                </a:lnTo>
                <a:lnTo>
                  <a:pt x="6819" y="12211"/>
                </a:lnTo>
                <a:lnTo>
                  <a:pt x="6781" y="12156"/>
                </a:lnTo>
                <a:lnTo>
                  <a:pt x="6743" y="12103"/>
                </a:lnTo>
                <a:lnTo>
                  <a:pt x="6629" y="11940"/>
                </a:lnTo>
                <a:lnTo>
                  <a:pt x="6591" y="11885"/>
                </a:lnTo>
                <a:close/>
                <a:moveTo>
                  <a:pt x="20762" y="15413"/>
                </a:moveTo>
                <a:lnTo>
                  <a:pt x="20915" y="15522"/>
                </a:lnTo>
                <a:lnTo>
                  <a:pt x="20915" y="15685"/>
                </a:lnTo>
                <a:lnTo>
                  <a:pt x="20953" y="15738"/>
                </a:lnTo>
                <a:lnTo>
                  <a:pt x="20991" y="15738"/>
                </a:lnTo>
                <a:lnTo>
                  <a:pt x="21029" y="15685"/>
                </a:lnTo>
                <a:lnTo>
                  <a:pt x="21067" y="15956"/>
                </a:lnTo>
                <a:lnTo>
                  <a:pt x="21067" y="16553"/>
                </a:lnTo>
                <a:lnTo>
                  <a:pt x="20991" y="16824"/>
                </a:lnTo>
                <a:lnTo>
                  <a:pt x="20915" y="17041"/>
                </a:lnTo>
                <a:lnTo>
                  <a:pt x="20839" y="17258"/>
                </a:lnTo>
                <a:lnTo>
                  <a:pt x="20724" y="17475"/>
                </a:lnTo>
                <a:lnTo>
                  <a:pt x="20572" y="17584"/>
                </a:lnTo>
                <a:lnTo>
                  <a:pt x="20419" y="17693"/>
                </a:lnTo>
                <a:lnTo>
                  <a:pt x="20229" y="17693"/>
                </a:lnTo>
                <a:lnTo>
                  <a:pt x="20191" y="17584"/>
                </a:lnTo>
                <a:lnTo>
                  <a:pt x="19962" y="17422"/>
                </a:lnTo>
                <a:lnTo>
                  <a:pt x="20382" y="17312"/>
                </a:lnTo>
                <a:lnTo>
                  <a:pt x="20419" y="17258"/>
                </a:lnTo>
                <a:lnTo>
                  <a:pt x="20496" y="17204"/>
                </a:lnTo>
                <a:lnTo>
                  <a:pt x="20496" y="16987"/>
                </a:lnTo>
                <a:lnTo>
                  <a:pt x="20458" y="16824"/>
                </a:lnTo>
                <a:lnTo>
                  <a:pt x="20382" y="16769"/>
                </a:lnTo>
                <a:lnTo>
                  <a:pt x="20153" y="16769"/>
                </a:lnTo>
                <a:lnTo>
                  <a:pt x="20419" y="16499"/>
                </a:lnTo>
                <a:lnTo>
                  <a:pt x="20496" y="16444"/>
                </a:lnTo>
                <a:lnTo>
                  <a:pt x="20496" y="16173"/>
                </a:lnTo>
                <a:lnTo>
                  <a:pt x="20458" y="16064"/>
                </a:lnTo>
                <a:lnTo>
                  <a:pt x="20382" y="16010"/>
                </a:lnTo>
                <a:lnTo>
                  <a:pt x="20305" y="16010"/>
                </a:lnTo>
                <a:lnTo>
                  <a:pt x="20229" y="16064"/>
                </a:lnTo>
                <a:lnTo>
                  <a:pt x="20076" y="16118"/>
                </a:lnTo>
                <a:lnTo>
                  <a:pt x="19924" y="16173"/>
                </a:lnTo>
                <a:lnTo>
                  <a:pt x="20382" y="15901"/>
                </a:lnTo>
                <a:lnTo>
                  <a:pt x="20419" y="15847"/>
                </a:lnTo>
                <a:lnTo>
                  <a:pt x="20419" y="15793"/>
                </a:lnTo>
                <a:lnTo>
                  <a:pt x="20382" y="15738"/>
                </a:lnTo>
                <a:lnTo>
                  <a:pt x="20229" y="15685"/>
                </a:lnTo>
                <a:lnTo>
                  <a:pt x="20038" y="15685"/>
                </a:lnTo>
                <a:lnTo>
                  <a:pt x="20115" y="15630"/>
                </a:lnTo>
                <a:lnTo>
                  <a:pt x="20343" y="15467"/>
                </a:lnTo>
                <a:lnTo>
                  <a:pt x="20533" y="15413"/>
                </a:lnTo>
                <a:close/>
                <a:moveTo>
                  <a:pt x="17334" y="19810"/>
                </a:moveTo>
                <a:lnTo>
                  <a:pt x="17448" y="19918"/>
                </a:lnTo>
                <a:lnTo>
                  <a:pt x="17524" y="20026"/>
                </a:lnTo>
                <a:lnTo>
                  <a:pt x="17372" y="20189"/>
                </a:lnTo>
                <a:lnTo>
                  <a:pt x="17219" y="20351"/>
                </a:lnTo>
                <a:lnTo>
                  <a:pt x="17067" y="20569"/>
                </a:lnTo>
                <a:lnTo>
                  <a:pt x="16991" y="20786"/>
                </a:lnTo>
                <a:lnTo>
                  <a:pt x="16724" y="20732"/>
                </a:lnTo>
                <a:lnTo>
                  <a:pt x="16687" y="20677"/>
                </a:lnTo>
                <a:lnTo>
                  <a:pt x="17334" y="19810"/>
                </a:lnTo>
                <a:close/>
                <a:moveTo>
                  <a:pt x="17295" y="17693"/>
                </a:moveTo>
                <a:lnTo>
                  <a:pt x="17715" y="18235"/>
                </a:lnTo>
                <a:lnTo>
                  <a:pt x="17943" y="18561"/>
                </a:lnTo>
                <a:lnTo>
                  <a:pt x="18172" y="18941"/>
                </a:lnTo>
                <a:lnTo>
                  <a:pt x="18362" y="19320"/>
                </a:lnTo>
                <a:lnTo>
                  <a:pt x="18439" y="19483"/>
                </a:lnTo>
                <a:lnTo>
                  <a:pt x="18477" y="19646"/>
                </a:lnTo>
                <a:lnTo>
                  <a:pt x="18477" y="19863"/>
                </a:lnTo>
                <a:lnTo>
                  <a:pt x="18439" y="20026"/>
                </a:lnTo>
                <a:lnTo>
                  <a:pt x="18400" y="20189"/>
                </a:lnTo>
                <a:lnTo>
                  <a:pt x="18286" y="20351"/>
                </a:lnTo>
                <a:lnTo>
                  <a:pt x="18172" y="20514"/>
                </a:lnTo>
                <a:lnTo>
                  <a:pt x="18019" y="20623"/>
                </a:lnTo>
                <a:lnTo>
                  <a:pt x="17943" y="20514"/>
                </a:lnTo>
                <a:lnTo>
                  <a:pt x="17829" y="20514"/>
                </a:lnTo>
                <a:lnTo>
                  <a:pt x="17753" y="20569"/>
                </a:lnTo>
                <a:lnTo>
                  <a:pt x="17715" y="20623"/>
                </a:lnTo>
                <a:lnTo>
                  <a:pt x="17676" y="20623"/>
                </a:lnTo>
                <a:lnTo>
                  <a:pt x="17601" y="20677"/>
                </a:lnTo>
                <a:lnTo>
                  <a:pt x="17562" y="20786"/>
                </a:lnTo>
                <a:lnTo>
                  <a:pt x="17524" y="20786"/>
                </a:lnTo>
                <a:lnTo>
                  <a:pt x="17601" y="20623"/>
                </a:lnTo>
                <a:lnTo>
                  <a:pt x="17753" y="20406"/>
                </a:lnTo>
                <a:lnTo>
                  <a:pt x="17829" y="20243"/>
                </a:lnTo>
                <a:lnTo>
                  <a:pt x="17867" y="20080"/>
                </a:lnTo>
                <a:lnTo>
                  <a:pt x="17829" y="19972"/>
                </a:lnTo>
                <a:lnTo>
                  <a:pt x="17791" y="19863"/>
                </a:lnTo>
                <a:lnTo>
                  <a:pt x="17676" y="19700"/>
                </a:lnTo>
                <a:lnTo>
                  <a:pt x="17524" y="19538"/>
                </a:lnTo>
                <a:lnTo>
                  <a:pt x="17334" y="19483"/>
                </a:lnTo>
                <a:lnTo>
                  <a:pt x="17258" y="19483"/>
                </a:lnTo>
                <a:lnTo>
                  <a:pt x="17219" y="19538"/>
                </a:lnTo>
                <a:lnTo>
                  <a:pt x="16229" y="20406"/>
                </a:lnTo>
                <a:lnTo>
                  <a:pt x="16114" y="20351"/>
                </a:lnTo>
                <a:lnTo>
                  <a:pt x="16000" y="20189"/>
                </a:lnTo>
                <a:lnTo>
                  <a:pt x="16495" y="19755"/>
                </a:lnTo>
                <a:lnTo>
                  <a:pt x="16991" y="19375"/>
                </a:lnTo>
                <a:lnTo>
                  <a:pt x="17029" y="19267"/>
                </a:lnTo>
                <a:lnTo>
                  <a:pt x="17029" y="19212"/>
                </a:lnTo>
                <a:lnTo>
                  <a:pt x="16991" y="19104"/>
                </a:lnTo>
                <a:lnTo>
                  <a:pt x="16915" y="19104"/>
                </a:lnTo>
                <a:lnTo>
                  <a:pt x="16610" y="19157"/>
                </a:lnTo>
                <a:lnTo>
                  <a:pt x="16305" y="19320"/>
                </a:lnTo>
                <a:lnTo>
                  <a:pt x="16000" y="19483"/>
                </a:lnTo>
                <a:lnTo>
                  <a:pt x="15733" y="19646"/>
                </a:lnTo>
                <a:lnTo>
                  <a:pt x="15619" y="19267"/>
                </a:lnTo>
                <a:lnTo>
                  <a:pt x="15657" y="19212"/>
                </a:lnTo>
                <a:lnTo>
                  <a:pt x="16687" y="18344"/>
                </a:lnTo>
                <a:lnTo>
                  <a:pt x="16724" y="18289"/>
                </a:lnTo>
                <a:lnTo>
                  <a:pt x="16724" y="18235"/>
                </a:lnTo>
                <a:lnTo>
                  <a:pt x="16687" y="18181"/>
                </a:lnTo>
                <a:lnTo>
                  <a:pt x="16610" y="18126"/>
                </a:lnTo>
                <a:lnTo>
                  <a:pt x="16153" y="18289"/>
                </a:lnTo>
                <a:lnTo>
                  <a:pt x="15733" y="18452"/>
                </a:lnTo>
                <a:lnTo>
                  <a:pt x="15886" y="18235"/>
                </a:lnTo>
                <a:lnTo>
                  <a:pt x="16114" y="18018"/>
                </a:lnTo>
                <a:lnTo>
                  <a:pt x="16343" y="17855"/>
                </a:lnTo>
                <a:lnTo>
                  <a:pt x="16610" y="17747"/>
                </a:lnTo>
                <a:lnTo>
                  <a:pt x="16952" y="17693"/>
                </a:lnTo>
                <a:close/>
                <a:moveTo>
                  <a:pt x="15429" y="9335"/>
                </a:moveTo>
                <a:lnTo>
                  <a:pt x="15162" y="9389"/>
                </a:lnTo>
                <a:lnTo>
                  <a:pt x="14933" y="9443"/>
                </a:lnTo>
                <a:lnTo>
                  <a:pt x="14743" y="9552"/>
                </a:lnTo>
                <a:lnTo>
                  <a:pt x="14324" y="9877"/>
                </a:lnTo>
                <a:lnTo>
                  <a:pt x="13943" y="10311"/>
                </a:lnTo>
                <a:lnTo>
                  <a:pt x="13753" y="10583"/>
                </a:lnTo>
                <a:lnTo>
                  <a:pt x="13448" y="10637"/>
                </a:lnTo>
                <a:lnTo>
                  <a:pt x="13334" y="10691"/>
                </a:lnTo>
                <a:lnTo>
                  <a:pt x="13296" y="10799"/>
                </a:lnTo>
                <a:lnTo>
                  <a:pt x="13257" y="10909"/>
                </a:lnTo>
                <a:lnTo>
                  <a:pt x="13257" y="11017"/>
                </a:lnTo>
                <a:lnTo>
                  <a:pt x="11467" y="11289"/>
                </a:lnTo>
                <a:lnTo>
                  <a:pt x="10439" y="11342"/>
                </a:lnTo>
                <a:lnTo>
                  <a:pt x="9943" y="11397"/>
                </a:lnTo>
                <a:lnTo>
                  <a:pt x="9448" y="11452"/>
                </a:lnTo>
                <a:lnTo>
                  <a:pt x="9372" y="11505"/>
                </a:lnTo>
                <a:lnTo>
                  <a:pt x="9334" y="11560"/>
                </a:lnTo>
                <a:lnTo>
                  <a:pt x="9295" y="11723"/>
                </a:lnTo>
                <a:lnTo>
                  <a:pt x="9372" y="11885"/>
                </a:lnTo>
                <a:lnTo>
                  <a:pt x="9409" y="11940"/>
                </a:lnTo>
                <a:lnTo>
                  <a:pt x="9486" y="11993"/>
                </a:lnTo>
                <a:lnTo>
                  <a:pt x="9982" y="12048"/>
                </a:lnTo>
                <a:lnTo>
                  <a:pt x="10514" y="12048"/>
                </a:lnTo>
                <a:lnTo>
                  <a:pt x="11581" y="11940"/>
                </a:lnTo>
                <a:lnTo>
                  <a:pt x="12381" y="11885"/>
                </a:lnTo>
                <a:lnTo>
                  <a:pt x="13181" y="11777"/>
                </a:lnTo>
                <a:lnTo>
                  <a:pt x="13029" y="12211"/>
                </a:lnTo>
                <a:lnTo>
                  <a:pt x="12953" y="12483"/>
                </a:lnTo>
                <a:lnTo>
                  <a:pt x="12953" y="12699"/>
                </a:lnTo>
                <a:lnTo>
                  <a:pt x="12990" y="13187"/>
                </a:lnTo>
                <a:lnTo>
                  <a:pt x="12839" y="13350"/>
                </a:lnTo>
                <a:lnTo>
                  <a:pt x="12724" y="13513"/>
                </a:lnTo>
                <a:lnTo>
                  <a:pt x="12724" y="13677"/>
                </a:lnTo>
                <a:lnTo>
                  <a:pt x="12762" y="13840"/>
                </a:lnTo>
                <a:lnTo>
                  <a:pt x="12876" y="13948"/>
                </a:lnTo>
                <a:lnTo>
                  <a:pt x="13029" y="14002"/>
                </a:lnTo>
                <a:lnTo>
                  <a:pt x="13181" y="14002"/>
                </a:lnTo>
                <a:lnTo>
                  <a:pt x="13296" y="14328"/>
                </a:lnTo>
                <a:lnTo>
                  <a:pt x="13448" y="14599"/>
                </a:lnTo>
                <a:lnTo>
                  <a:pt x="13600" y="14871"/>
                </a:lnTo>
                <a:lnTo>
                  <a:pt x="13753" y="15087"/>
                </a:lnTo>
                <a:lnTo>
                  <a:pt x="13943" y="15250"/>
                </a:lnTo>
                <a:lnTo>
                  <a:pt x="14172" y="15413"/>
                </a:lnTo>
                <a:lnTo>
                  <a:pt x="14401" y="15467"/>
                </a:lnTo>
                <a:lnTo>
                  <a:pt x="14629" y="15522"/>
                </a:lnTo>
                <a:lnTo>
                  <a:pt x="14781" y="15522"/>
                </a:lnTo>
                <a:lnTo>
                  <a:pt x="15162" y="15413"/>
                </a:lnTo>
                <a:lnTo>
                  <a:pt x="15543" y="15305"/>
                </a:lnTo>
                <a:lnTo>
                  <a:pt x="15505" y="15467"/>
                </a:lnTo>
                <a:lnTo>
                  <a:pt x="15505" y="15685"/>
                </a:lnTo>
                <a:lnTo>
                  <a:pt x="15582" y="16118"/>
                </a:lnTo>
                <a:lnTo>
                  <a:pt x="15657" y="16390"/>
                </a:lnTo>
                <a:lnTo>
                  <a:pt x="15733" y="16716"/>
                </a:lnTo>
                <a:lnTo>
                  <a:pt x="15886" y="16987"/>
                </a:lnTo>
                <a:lnTo>
                  <a:pt x="16077" y="17204"/>
                </a:lnTo>
                <a:lnTo>
                  <a:pt x="16077" y="17258"/>
                </a:lnTo>
                <a:lnTo>
                  <a:pt x="15848" y="17367"/>
                </a:lnTo>
                <a:lnTo>
                  <a:pt x="15657" y="17584"/>
                </a:lnTo>
                <a:lnTo>
                  <a:pt x="15467" y="17747"/>
                </a:lnTo>
                <a:lnTo>
                  <a:pt x="15353" y="17963"/>
                </a:lnTo>
                <a:lnTo>
                  <a:pt x="15239" y="18235"/>
                </a:lnTo>
                <a:lnTo>
                  <a:pt x="15162" y="18506"/>
                </a:lnTo>
                <a:lnTo>
                  <a:pt x="15125" y="18778"/>
                </a:lnTo>
                <a:lnTo>
                  <a:pt x="15086" y="19049"/>
                </a:lnTo>
                <a:lnTo>
                  <a:pt x="15086" y="19320"/>
                </a:lnTo>
                <a:lnTo>
                  <a:pt x="15162" y="19755"/>
                </a:lnTo>
                <a:lnTo>
                  <a:pt x="15315" y="20135"/>
                </a:lnTo>
                <a:lnTo>
                  <a:pt x="15315" y="20298"/>
                </a:lnTo>
                <a:lnTo>
                  <a:pt x="15353" y="20461"/>
                </a:lnTo>
                <a:lnTo>
                  <a:pt x="15505" y="20569"/>
                </a:lnTo>
                <a:lnTo>
                  <a:pt x="15582" y="20677"/>
                </a:lnTo>
                <a:lnTo>
                  <a:pt x="15886" y="21004"/>
                </a:lnTo>
                <a:lnTo>
                  <a:pt x="16229" y="21274"/>
                </a:lnTo>
                <a:lnTo>
                  <a:pt x="16610" y="21492"/>
                </a:lnTo>
                <a:lnTo>
                  <a:pt x="17029" y="21600"/>
                </a:lnTo>
                <a:lnTo>
                  <a:pt x="17448" y="21600"/>
                </a:lnTo>
                <a:lnTo>
                  <a:pt x="17867" y="21492"/>
                </a:lnTo>
                <a:lnTo>
                  <a:pt x="18248" y="21329"/>
                </a:lnTo>
                <a:lnTo>
                  <a:pt x="18591" y="21057"/>
                </a:lnTo>
                <a:lnTo>
                  <a:pt x="18820" y="20732"/>
                </a:lnTo>
                <a:lnTo>
                  <a:pt x="18971" y="20406"/>
                </a:lnTo>
                <a:lnTo>
                  <a:pt x="19010" y="20026"/>
                </a:lnTo>
                <a:lnTo>
                  <a:pt x="19010" y="19700"/>
                </a:lnTo>
                <a:lnTo>
                  <a:pt x="18934" y="19320"/>
                </a:lnTo>
                <a:lnTo>
                  <a:pt x="18820" y="18941"/>
                </a:lnTo>
                <a:lnTo>
                  <a:pt x="18667" y="18561"/>
                </a:lnTo>
                <a:lnTo>
                  <a:pt x="18477" y="18235"/>
                </a:lnTo>
                <a:lnTo>
                  <a:pt x="18591" y="18181"/>
                </a:lnTo>
                <a:lnTo>
                  <a:pt x="18934" y="17910"/>
                </a:lnTo>
                <a:lnTo>
                  <a:pt x="19315" y="17530"/>
                </a:lnTo>
                <a:lnTo>
                  <a:pt x="19429" y="17801"/>
                </a:lnTo>
                <a:lnTo>
                  <a:pt x="19581" y="18018"/>
                </a:lnTo>
                <a:lnTo>
                  <a:pt x="19734" y="18181"/>
                </a:lnTo>
                <a:lnTo>
                  <a:pt x="19886" y="18289"/>
                </a:lnTo>
                <a:lnTo>
                  <a:pt x="20153" y="18398"/>
                </a:lnTo>
                <a:lnTo>
                  <a:pt x="20419" y="18344"/>
                </a:lnTo>
                <a:lnTo>
                  <a:pt x="20686" y="18235"/>
                </a:lnTo>
                <a:lnTo>
                  <a:pt x="20915" y="18018"/>
                </a:lnTo>
                <a:lnTo>
                  <a:pt x="21143" y="17747"/>
                </a:lnTo>
                <a:lnTo>
                  <a:pt x="21334" y="17422"/>
                </a:lnTo>
                <a:lnTo>
                  <a:pt x="21448" y="17041"/>
                </a:lnTo>
                <a:lnTo>
                  <a:pt x="21524" y="16607"/>
                </a:lnTo>
                <a:lnTo>
                  <a:pt x="21600" y="16064"/>
                </a:lnTo>
                <a:lnTo>
                  <a:pt x="21563" y="15793"/>
                </a:lnTo>
                <a:lnTo>
                  <a:pt x="21524" y="15575"/>
                </a:lnTo>
                <a:lnTo>
                  <a:pt x="21486" y="15359"/>
                </a:lnTo>
                <a:lnTo>
                  <a:pt x="21372" y="15196"/>
                </a:lnTo>
                <a:lnTo>
                  <a:pt x="21143" y="14924"/>
                </a:lnTo>
                <a:lnTo>
                  <a:pt x="20839" y="14762"/>
                </a:lnTo>
                <a:lnTo>
                  <a:pt x="20686" y="14707"/>
                </a:lnTo>
                <a:lnTo>
                  <a:pt x="20382" y="14707"/>
                </a:lnTo>
                <a:lnTo>
                  <a:pt x="20268" y="14816"/>
                </a:lnTo>
                <a:lnTo>
                  <a:pt x="20229" y="14924"/>
                </a:lnTo>
                <a:lnTo>
                  <a:pt x="19924" y="15087"/>
                </a:lnTo>
                <a:lnTo>
                  <a:pt x="19658" y="15250"/>
                </a:lnTo>
                <a:lnTo>
                  <a:pt x="19544" y="15413"/>
                </a:lnTo>
                <a:lnTo>
                  <a:pt x="19391" y="15575"/>
                </a:lnTo>
                <a:lnTo>
                  <a:pt x="19315" y="15793"/>
                </a:lnTo>
                <a:lnTo>
                  <a:pt x="19238" y="16010"/>
                </a:lnTo>
                <a:lnTo>
                  <a:pt x="19162" y="16444"/>
                </a:lnTo>
                <a:lnTo>
                  <a:pt x="19162" y="16879"/>
                </a:lnTo>
                <a:lnTo>
                  <a:pt x="18743" y="17312"/>
                </a:lnTo>
                <a:lnTo>
                  <a:pt x="18324" y="17747"/>
                </a:lnTo>
                <a:lnTo>
                  <a:pt x="18286" y="17801"/>
                </a:lnTo>
                <a:lnTo>
                  <a:pt x="18286" y="17910"/>
                </a:lnTo>
                <a:lnTo>
                  <a:pt x="17905" y="17422"/>
                </a:lnTo>
                <a:lnTo>
                  <a:pt x="17562" y="17041"/>
                </a:lnTo>
                <a:lnTo>
                  <a:pt x="17486" y="16987"/>
                </a:lnTo>
                <a:lnTo>
                  <a:pt x="17334" y="16987"/>
                </a:lnTo>
                <a:lnTo>
                  <a:pt x="17295" y="17095"/>
                </a:lnTo>
                <a:lnTo>
                  <a:pt x="17067" y="17041"/>
                </a:lnTo>
                <a:lnTo>
                  <a:pt x="16838" y="17041"/>
                </a:lnTo>
                <a:lnTo>
                  <a:pt x="16381" y="17095"/>
                </a:lnTo>
                <a:lnTo>
                  <a:pt x="16420" y="16932"/>
                </a:lnTo>
                <a:lnTo>
                  <a:pt x="16381" y="16769"/>
                </a:lnTo>
                <a:lnTo>
                  <a:pt x="16267" y="16499"/>
                </a:lnTo>
                <a:lnTo>
                  <a:pt x="16153" y="16281"/>
                </a:lnTo>
                <a:lnTo>
                  <a:pt x="16039" y="16010"/>
                </a:lnTo>
                <a:lnTo>
                  <a:pt x="15963" y="15685"/>
                </a:lnTo>
                <a:lnTo>
                  <a:pt x="15924" y="15413"/>
                </a:lnTo>
                <a:lnTo>
                  <a:pt x="15886" y="15250"/>
                </a:lnTo>
                <a:lnTo>
                  <a:pt x="15810" y="15142"/>
                </a:lnTo>
                <a:lnTo>
                  <a:pt x="16229" y="14816"/>
                </a:lnTo>
                <a:lnTo>
                  <a:pt x="16648" y="14436"/>
                </a:lnTo>
                <a:lnTo>
                  <a:pt x="16991" y="13948"/>
                </a:lnTo>
                <a:lnTo>
                  <a:pt x="17105" y="13730"/>
                </a:lnTo>
                <a:lnTo>
                  <a:pt x="17219" y="13459"/>
                </a:lnTo>
                <a:lnTo>
                  <a:pt x="17295" y="13134"/>
                </a:lnTo>
                <a:lnTo>
                  <a:pt x="17334" y="12754"/>
                </a:lnTo>
                <a:lnTo>
                  <a:pt x="17334" y="11993"/>
                </a:lnTo>
                <a:lnTo>
                  <a:pt x="17219" y="11289"/>
                </a:lnTo>
                <a:lnTo>
                  <a:pt x="17029" y="10637"/>
                </a:lnTo>
                <a:lnTo>
                  <a:pt x="16877" y="10203"/>
                </a:lnTo>
                <a:lnTo>
                  <a:pt x="16648" y="9823"/>
                </a:lnTo>
                <a:lnTo>
                  <a:pt x="16495" y="9660"/>
                </a:lnTo>
                <a:lnTo>
                  <a:pt x="16343" y="9552"/>
                </a:lnTo>
                <a:lnTo>
                  <a:pt x="16191" y="9497"/>
                </a:lnTo>
                <a:lnTo>
                  <a:pt x="16000" y="9443"/>
                </a:lnTo>
                <a:lnTo>
                  <a:pt x="15657" y="9335"/>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584" name="Google Shape;232;p3"/>
          <p:cNvSpPr/>
          <p:nvPr/>
        </p:nvSpPr>
        <p:spPr>
          <a:xfrm>
            <a:off x="3251977" y="4029305"/>
            <a:ext cx="388091" cy="4088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52" y="3461"/>
                </a:moveTo>
                <a:lnTo>
                  <a:pt x="14477" y="3572"/>
                </a:lnTo>
                <a:lnTo>
                  <a:pt x="14420" y="3737"/>
                </a:lnTo>
                <a:lnTo>
                  <a:pt x="14362" y="3846"/>
                </a:lnTo>
                <a:lnTo>
                  <a:pt x="14362" y="4011"/>
                </a:lnTo>
                <a:lnTo>
                  <a:pt x="14420" y="4287"/>
                </a:lnTo>
                <a:lnTo>
                  <a:pt x="14535" y="4617"/>
                </a:lnTo>
                <a:lnTo>
                  <a:pt x="14941" y="5606"/>
                </a:lnTo>
                <a:lnTo>
                  <a:pt x="15347" y="6595"/>
                </a:lnTo>
                <a:lnTo>
                  <a:pt x="15230" y="6650"/>
                </a:lnTo>
                <a:lnTo>
                  <a:pt x="14303" y="7915"/>
                </a:lnTo>
                <a:lnTo>
                  <a:pt x="13899" y="8463"/>
                </a:lnTo>
                <a:lnTo>
                  <a:pt x="13725" y="8739"/>
                </a:lnTo>
                <a:lnTo>
                  <a:pt x="13667" y="8904"/>
                </a:lnTo>
                <a:lnTo>
                  <a:pt x="13725" y="9069"/>
                </a:lnTo>
                <a:lnTo>
                  <a:pt x="13899" y="9013"/>
                </a:lnTo>
                <a:lnTo>
                  <a:pt x="14014" y="8959"/>
                </a:lnTo>
                <a:lnTo>
                  <a:pt x="14246" y="8739"/>
                </a:lnTo>
                <a:lnTo>
                  <a:pt x="14652" y="8244"/>
                </a:lnTo>
                <a:lnTo>
                  <a:pt x="15694" y="6980"/>
                </a:lnTo>
                <a:lnTo>
                  <a:pt x="15809" y="6980"/>
                </a:lnTo>
                <a:lnTo>
                  <a:pt x="15983" y="6924"/>
                </a:lnTo>
                <a:lnTo>
                  <a:pt x="16041" y="6815"/>
                </a:lnTo>
                <a:lnTo>
                  <a:pt x="16041" y="6650"/>
                </a:lnTo>
                <a:lnTo>
                  <a:pt x="15288" y="4837"/>
                </a:lnTo>
                <a:lnTo>
                  <a:pt x="14883" y="4067"/>
                </a:lnTo>
                <a:lnTo>
                  <a:pt x="14767" y="3793"/>
                </a:lnTo>
                <a:lnTo>
                  <a:pt x="14709" y="3628"/>
                </a:lnTo>
                <a:lnTo>
                  <a:pt x="14709" y="3461"/>
                </a:lnTo>
                <a:close/>
                <a:moveTo>
                  <a:pt x="13725" y="2418"/>
                </a:moveTo>
                <a:lnTo>
                  <a:pt x="13841" y="2693"/>
                </a:lnTo>
                <a:lnTo>
                  <a:pt x="13899" y="2858"/>
                </a:lnTo>
                <a:lnTo>
                  <a:pt x="14073" y="2967"/>
                </a:lnTo>
                <a:lnTo>
                  <a:pt x="14246" y="3078"/>
                </a:lnTo>
                <a:lnTo>
                  <a:pt x="14477" y="3022"/>
                </a:lnTo>
                <a:lnTo>
                  <a:pt x="14826" y="2858"/>
                </a:lnTo>
                <a:lnTo>
                  <a:pt x="15173" y="2583"/>
                </a:lnTo>
                <a:lnTo>
                  <a:pt x="15577" y="3407"/>
                </a:lnTo>
                <a:lnTo>
                  <a:pt x="16041" y="4122"/>
                </a:lnTo>
                <a:lnTo>
                  <a:pt x="16504" y="4891"/>
                </a:lnTo>
                <a:lnTo>
                  <a:pt x="16851" y="5661"/>
                </a:lnTo>
                <a:lnTo>
                  <a:pt x="16621" y="5880"/>
                </a:lnTo>
                <a:lnTo>
                  <a:pt x="16389" y="6100"/>
                </a:lnTo>
                <a:lnTo>
                  <a:pt x="16215" y="6376"/>
                </a:lnTo>
                <a:lnTo>
                  <a:pt x="16157" y="6706"/>
                </a:lnTo>
                <a:lnTo>
                  <a:pt x="16215" y="6870"/>
                </a:lnTo>
                <a:lnTo>
                  <a:pt x="16330" y="6980"/>
                </a:lnTo>
                <a:lnTo>
                  <a:pt x="16330" y="7200"/>
                </a:lnTo>
                <a:lnTo>
                  <a:pt x="16389" y="7309"/>
                </a:lnTo>
                <a:lnTo>
                  <a:pt x="16562" y="7365"/>
                </a:lnTo>
                <a:lnTo>
                  <a:pt x="16562" y="7420"/>
                </a:lnTo>
                <a:lnTo>
                  <a:pt x="16330" y="7750"/>
                </a:lnTo>
                <a:lnTo>
                  <a:pt x="15751" y="8463"/>
                </a:lnTo>
                <a:lnTo>
                  <a:pt x="15230" y="9233"/>
                </a:lnTo>
                <a:lnTo>
                  <a:pt x="14999" y="9124"/>
                </a:lnTo>
                <a:lnTo>
                  <a:pt x="14709" y="9069"/>
                </a:lnTo>
                <a:lnTo>
                  <a:pt x="14420" y="9178"/>
                </a:lnTo>
                <a:lnTo>
                  <a:pt x="14130" y="9289"/>
                </a:lnTo>
                <a:lnTo>
                  <a:pt x="13956" y="9508"/>
                </a:lnTo>
                <a:lnTo>
                  <a:pt x="13782" y="9728"/>
                </a:lnTo>
                <a:lnTo>
                  <a:pt x="13146" y="9728"/>
                </a:lnTo>
                <a:lnTo>
                  <a:pt x="11929" y="9783"/>
                </a:lnTo>
                <a:lnTo>
                  <a:pt x="11872" y="9672"/>
                </a:lnTo>
                <a:lnTo>
                  <a:pt x="11698" y="9563"/>
                </a:lnTo>
                <a:lnTo>
                  <a:pt x="11177" y="9398"/>
                </a:lnTo>
                <a:lnTo>
                  <a:pt x="11119" y="9398"/>
                </a:lnTo>
                <a:lnTo>
                  <a:pt x="11004" y="9343"/>
                </a:lnTo>
                <a:lnTo>
                  <a:pt x="10713" y="9343"/>
                </a:lnTo>
                <a:lnTo>
                  <a:pt x="10481" y="9289"/>
                </a:lnTo>
                <a:lnTo>
                  <a:pt x="9207" y="8134"/>
                </a:lnTo>
                <a:lnTo>
                  <a:pt x="8282" y="7309"/>
                </a:lnTo>
                <a:lnTo>
                  <a:pt x="8397" y="7035"/>
                </a:lnTo>
                <a:lnTo>
                  <a:pt x="8397" y="6759"/>
                </a:lnTo>
                <a:lnTo>
                  <a:pt x="8339" y="6650"/>
                </a:lnTo>
                <a:lnTo>
                  <a:pt x="8282" y="6541"/>
                </a:lnTo>
                <a:lnTo>
                  <a:pt x="8050" y="6376"/>
                </a:lnTo>
                <a:lnTo>
                  <a:pt x="8339" y="5715"/>
                </a:lnTo>
                <a:lnTo>
                  <a:pt x="9150" y="4067"/>
                </a:lnTo>
                <a:lnTo>
                  <a:pt x="9671" y="3022"/>
                </a:lnTo>
                <a:lnTo>
                  <a:pt x="9903" y="3022"/>
                </a:lnTo>
                <a:lnTo>
                  <a:pt x="10134" y="2967"/>
                </a:lnTo>
                <a:lnTo>
                  <a:pt x="10366" y="2858"/>
                </a:lnTo>
                <a:lnTo>
                  <a:pt x="10598" y="2693"/>
                </a:lnTo>
                <a:lnTo>
                  <a:pt x="10772" y="2528"/>
                </a:lnTo>
                <a:lnTo>
                  <a:pt x="11814" y="2472"/>
                </a:lnTo>
                <a:lnTo>
                  <a:pt x="13725" y="2418"/>
                </a:lnTo>
                <a:close/>
                <a:moveTo>
                  <a:pt x="10772" y="10222"/>
                </a:moveTo>
                <a:lnTo>
                  <a:pt x="10945" y="10333"/>
                </a:lnTo>
                <a:lnTo>
                  <a:pt x="10655" y="10333"/>
                </a:lnTo>
                <a:lnTo>
                  <a:pt x="10598" y="10278"/>
                </a:lnTo>
                <a:lnTo>
                  <a:pt x="10772" y="10222"/>
                </a:lnTo>
                <a:close/>
                <a:moveTo>
                  <a:pt x="4285" y="8080"/>
                </a:moveTo>
                <a:lnTo>
                  <a:pt x="4169" y="8134"/>
                </a:lnTo>
                <a:lnTo>
                  <a:pt x="3996" y="8244"/>
                </a:lnTo>
                <a:lnTo>
                  <a:pt x="3880" y="8354"/>
                </a:lnTo>
                <a:lnTo>
                  <a:pt x="3590" y="8683"/>
                </a:lnTo>
                <a:lnTo>
                  <a:pt x="3127" y="9454"/>
                </a:lnTo>
                <a:lnTo>
                  <a:pt x="2606" y="10278"/>
                </a:lnTo>
                <a:lnTo>
                  <a:pt x="2374" y="10607"/>
                </a:lnTo>
                <a:lnTo>
                  <a:pt x="2259" y="10772"/>
                </a:lnTo>
                <a:lnTo>
                  <a:pt x="2201" y="10882"/>
                </a:lnTo>
                <a:lnTo>
                  <a:pt x="2201" y="10993"/>
                </a:lnTo>
                <a:lnTo>
                  <a:pt x="2085" y="11048"/>
                </a:lnTo>
                <a:lnTo>
                  <a:pt x="2085" y="11267"/>
                </a:lnTo>
                <a:lnTo>
                  <a:pt x="2201" y="11322"/>
                </a:lnTo>
                <a:lnTo>
                  <a:pt x="2374" y="11378"/>
                </a:lnTo>
                <a:lnTo>
                  <a:pt x="2548" y="11267"/>
                </a:lnTo>
                <a:lnTo>
                  <a:pt x="2722" y="11157"/>
                </a:lnTo>
                <a:lnTo>
                  <a:pt x="2895" y="10993"/>
                </a:lnTo>
                <a:lnTo>
                  <a:pt x="3186" y="10552"/>
                </a:lnTo>
                <a:lnTo>
                  <a:pt x="3360" y="10222"/>
                </a:lnTo>
                <a:lnTo>
                  <a:pt x="4054" y="9289"/>
                </a:lnTo>
                <a:lnTo>
                  <a:pt x="4343" y="8794"/>
                </a:lnTo>
                <a:lnTo>
                  <a:pt x="4517" y="8574"/>
                </a:lnTo>
                <a:lnTo>
                  <a:pt x="4517" y="8189"/>
                </a:lnTo>
                <a:lnTo>
                  <a:pt x="4401" y="8134"/>
                </a:lnTo>
                <a:lnTo>
                  <a:pt x="4285" y="8080"/>
                </a:lnTo>
                <a:close/>
                <a:moveTo>
                  <a:pt x="6429" y="7255"/>
                </a:moveTo>
                <a:lnTo>
                  <a:pt x="6602" y="7530"/>
                </a:lnTo>
                <a:lnTo>
                  <a:pt x="6833" y="7750"/>
                </a:lnTo>
                <a:lnTo>
                  <a:pt x="7065" y="7804"/>
                </a:lnTo>
                <a:lnTo>
                  <a:pt x="7297" y="7859"/>
                </a:lnTo>
                <a:lnTo>
                  <a:pt x="7529" y="7859"/>
                </a:lnTo>
                <a:lnTo>
                  <a:pt x="7759" y="7804"/>
                </a:lnTo>
                <a:lnTo>
                  <a:pt x="8397" y="8354"/>
                </a:lnTo>
                <a:lnTo>
                  <a:pt x="9730" y="9672"/>
                </a:lnTo>
                <a:lnTo>
                  <a:pt x="9671" y="9783"/>
                </a:lnTo>
                <a:lnTo>
                  <a:pt x="9613" y="9948"/>
                </a:lnTo>
                <a:lnTo>
                  <a:pt x="9671" y="10168"/>
                </a:lnTo>
                <a:lnTo>
                  <a:pt x="9730" y="10333"/>
                </a:lnTo>
                <a:lnTo>
                  <a:pt x="9845" y="10498"/>
                </a:lnTo>
                <a:lnTo>
                  <a:pt x="9845" y="10607"/>
                </a:lnTo>
                <a:lnTo>
                  <a:pt x="9381" y="11102"/>
                </a:lnTo>
                <a:lnTo>
                  <a:pt x="8977" y="11652"/>
                </a:lnTo>
                <a:lnTo>
                  <a:pt x="8165" y="12752"/>
                </a:lnTo>
                <a:lnTo>
                  <a:pt x="7412" y="13685"/>
                </a:lnTo>
                <a:lnTo>
                  <a:pt x="7238" y="13576"/>
                </a:lnTo>
                <a:lnTo>
                  <a:pt x="7008" y="13576"/>
                </a:lnTo>
                <a:lnTo>
                  <a:pt x="6717" y="13631"/>
                </a:lnTo>
                <a:lnTo>
                  <a:pt x="6485" y="13796"/>
                </a:lnTo>
                <a:lnTo>
                  <a:pt x="6312" y="14015"/>
                </a:lnTo>
                <a:lnTo>
                  <a:pt x="6196" y="14291"/>
                </a:lnTo>
                <a:lnTo>
                  <a:pt x="5675" y="14235"/>
                </a:lnTo>
                <a:lnTo>
                  <a:pt x="4460" y="14291"/>
                </a:lnTo>
                <a:lnTo>
                  <a:pt x="4401" y="14015"/>
                </a:lnTo>
                <a:lnTo>
                  <a:pt x="4228" y="13796"/>
                </a:lnTo>
                <a:lnTo>
                  <a:pt x="3996" y="13631"/>
                </a:lnTo>
                <a:lnTo>
                  <a:pt x="3764" y="13576"/>
                </a:lnTo>
                <a:lnTo>
                  <a:pt x="3533" y="13576"/>
                </a:lnTo>
                <a:lnTo>
                  <a:pt x="3243" y="13631"/>
                </a:lnTo>
                <a:lnTo>
                  <a:pt x="2490" y="12641"/>
                </a:lnTo>
                <a:lnTo>
                  <a:pt x="2201" y="12146"/>
                </a:lnTo>
                <a:lnTo>
                  <a:pt x="1795" y="11652"/>
                </a:lnTo>
                <a:lnTo>
                  <a:pt x="1912" y="11378"/>
                </a:lnTo>
                <a:lnTo>
                  <a:pt x="1969" y="11157"/>
                </a:lnTo>
                <a:lnTo>
                  <a:pt x="1912" y="10882"/>
                </a:lnTo>
                <a:lnTo>
                  <a:pt x="1853" y="10663"/>
                </a:lnTo>
                <a:lnTo>
                  <a:pt x="1680" y="10498"/>
                </a:lnTo>
                <a:lnTo>
                  <a:pt x="1738" y="10387"/>
                </a:lnTo>
                <a:lnTo>
                  <a:pt x="1853" y="10222"/>
                </a:lnTo>
                <a:lnTo>
                  <a:pt x="1969" y="9948"/>
                </a:lnTo>
                <a:lnTo>
                  <a:pt x="2548" y="8959"/>
                </a:lnTo>
                <a:lnTo>
                  <a:pt x="3069" y="8024"/>
                </a:lnTo>
                <a:lnTo>
                  <a:pt x="3416" y="8024"/>
                </a:lnTo>
                <a:lnTo>
                  <a:pt x="3764" y="7915"/>
                </a:lnTo>
                <a:lnTo>
                  <a:pt x="3996" y="7694"/>
                </a:lnTo>
                <a:lnTo>
                  <a:pt x="4111" y="7585"/>
                </a:lnTo>
                <a:lnTo>
                  <a:pt x="4169" y="7420"/>
                </a:lnTo>
                <a:lnTo>
                  <a:pt x="4228" y="7365"/>
                </a:lnTo>
                <a:lnTo>
                  <a:pt x="4922" y="7420"/>
                </a:lnTo>
                <a:lnTo>
                  <a:pt x="5849" y="7365"/>
                </a:lnTo>
                <a:lnTo>
                  <a:pt x="6429" y="7255"/>
                </a:lnTo>
                <a:close/>
                <a:moveTo>
                  <a:pt x="14014" y="11596"/>
                </a:moveTo>
                <a:lnTo>
                  <a:pt x="14014" y="11707"/>
                </a:lnTo>
                <a:lnTo>
                  <a:pt x="14073" y="11982"/>
                </a:lnTo>
                <a:lnTo>
                  <a:pt x="14073" y="12091"/>
                </a:lnTo>
                <a:lnTo>
                  <a:pt x="14130" y="12257"/>
                </a:lnTo>
                <a:lnTo>
                  <a:pt x="14826" y="13081"/>
                </a:lnTo>
                <a:lnTo>
                  <a:pt x="15462" y="13906"/>
                </a:lnTo>
                <a:lnTo>
                  <a:pt x="15694" y="14180"/>
                </a:lnTo>
                <a:lnTo>
                  <a:pt x="15809" y="14291"/>
                </a:lnTo>
                <a:lnTo>
                  <a:pt x="15983" y="14345"/>
                </a:lnTo>
                <a:lnTo>
                  <a:pt x="16157" y="14345"/>
                </a:lnTo>
                <a:lnTo>
                  <a:pt x="16273" y="14291"/>
                </a:lnTo>
                <a:lnTo>
                  <a:pt x="16389" y="14235"/>
                </a:lnTo>
                <a:lnTo>
                  <a:pt x="16447" y="14070"/>
                </a:lnTo>
                <a:lnTo>
                  <a:pt x="16447" y="13850"/>
                </a:lnTo>
                <a:lnTo>
                  <a:pt x="16389" y="13741"/>
                </a:lnTo>
                <a:lnTo>
                  <a:pt x="16273" y="13685"/>
                </a:lnTo>
                <a:lnTo>
                  <a:pt x="16100" y="13631"/>
                </a:lnTo>
                <a:lnTo>
                  <a:pt x="15926" y="13411"/>
                </a:lnTo>
                <a:lnTo>
                  <a:pt x="15809" y="13246"/>
                </a:lnTo>
                <a:lnTo>
                  <a:pt x="15230" y="12587"/>
                </a:lnTo>
                <a:lnTo>
                  <a:pt x="14652" y="11872"/>
                </a:lnTo>
                <a:lnTo>
                  <a:pt x="14535" y="11761"/>
                </a:lnTo>
                <a:lnTo>
                  <a:pt x="14420" y="11707"/>
                </a:lnTo>
                <a:lnTo>
                  <a:pt x="14130" y="11596"/>
                </a:lnTo>
                <a:close/>
                <a:moveTo>
                  <a:pt x="3360" y="14565"/>
                </a:moveTo>
                <a:lnTo>
                  <a:pt x="3243" y="14620"/>
                </a:lnTo>
                <a:lnTo>
                  <a:pt x="3243" y="14565"/>
                </a:lnTo>
                <a:close/>
                <a:moveTo>
                  <a:pt x="8860" y="13906"/>
                </a:moveTo>
                <a:lnTo>
                  <a:pt x="8803" y="13961"/>
                </a:lnTo>
                <a:lnTo>
                  <a:pt x="8803" y="14291"/>
                </a:lnTo>
                <a:lnTo>
                  <a:pt x="8918" y="14509"/>
                </a:lnTo>
                <a:lnTo>
                  <a:pt x="9150" y="14894"/>
                </a:lnTo>
                <a:lnTo>
                  <a:pt x="9730" y="15665"/>
                </a:lnTo>
                <a:lnTo>
                  <a:pt x="10192" y="16324"/>
                </a:lnTo>
                <a:lnTo>
                  <a:pt x="10424" y="16654"/>
                </a:lnTo>
                <a:lnTo>
                  <a:pt x="10772" y="16928"/>
                </a:lnTo>
                <a:lnTo>
                  <a:pt x="10830" y="17039"/>
                </a:lnTo>
                <a:lnTo>
                  <a:pt x="11004" y="17204"/>
                </a:lnTo>
                <a:lnTo>
                  <a:pt x="11119" y="17259"/>
                </a:lnTo>
                <a:lnTo>
                  <a:pt x="11234" y="17259"/>
                </a:lnTo>
                <a:lnTo>
                  <a:pt x="11351" y="17204"/>
                </a:lnTo>
                <a:lnTo>
                  <a:pt x="11408" y="17093"/>
                </a:lnTo>
                <a:lnTo>
                  <a:pt x="11466" y="16763"/>
                </a:lnTo>
                <a:lnTo>
                  <a:pt x="11408" y="16598"/>
                </a:lnTo>
                <a:lnTo>
                  <a:pt x="11293" y="16433"/>
                </a:lnTo>
                <a:lnTo>
                  <a:pt x="11177" y="16379"/>
                </a:lnTo>
                <a:lnTo>
                  <a:pt x="11060" y="16324"/>
                </a:lnTo>
                <a:lnTo>
                  <a:pt x="10945" y="16159"/>
                </a:lnTo>
                <a:lnTo>
                  <a:pt x="10830" y="15994"/>
                </a:lnTo>
                <a:lnTo>
                  <a:pt x="10598" y="15665"/>
                </a:lnTo>
                <a:lnTo>
                  <a:pt x="9903" y="14730"/>
                </a:lnTo>
                <a:lnTo>
                  <a:pt x="9498" y="14235"/>
                </a:lnTo>
                <a:lnTo>
                  <a:pt x="9265" y="14070"/>
                </a:lnTo>
                <a:lnTo>
                  <a:pt x="9033" y="13906"/>
                </a:lnTo>
                <a:close/>
                <a:moveTo>
                  <a:pt x="13782" y="10443"/>
                </a:moveTo>
                <a:lnTo>
                  <a:pt x="13899" y="10607"/>
                </a:lnTo>
                <a:lnTo>
                  <a:pt x="14073" y="10717"/>
                </a:lnTo>
                <a:lnTo>
                  <a:pt x="14188" y="10828"/>
                </a:lnTo>
                <a:lnTo>
                  <a:pt x="14362" y="10882"/>
                </a:lnTo>
                <a:lnTo>
                  <a:pt x="14826" y="10828"/>
                </a:lnTo>
                <a:lnTo>
                  <a:pt x="14999" y="10882"/>
                </a:lnTo>
                <a:lnTo>
                  <a:pt x="15115" y="10937"/>
                </a:lnTo>
                <a:lnTo>
                  <a:pt x="15347" y="11322"/>
                </a:lnTo>
                <a:lnTo>
                  <a:pt x="15577" y="11707"/>
                </a:lnTo>
                <a:lnTo>
                  <a:pt x="16157" y="12531"/>
                </a:lnTo>
                <a:lnTo>
                  <a:pt x="16910" y="13631"/>
                </a:lnTo>
                <a:lnTo>
                  <a:pt x="16794" y="13906"/>
                </a:lnTo>
                <a:lnTo>
                  <a:pt x="16736" y="14126"/>
                </a:lnTo>
                <a:lnTo>
                  <a:pt x="16678" y="14620"/>
                </a:lnTo>
                <a:lnTo>
                  <a:pt x="16621" y="14894"/>
                </a:lnTo>
                <a:lnTo>
                  <a:pt x="16621" y="15335"/>
                </a:lnTo>
                <a:lnTo>
                  <a:pt x="16678" y="15389"/>
                </a:lnTo>
                <a:lnTo>
                  <a:pt x="16330" y="15939"/>
                </a:lnTo>
                <a:lnTo>
                  <a:pt x="15462" y="17313"/>
                </a:lnTo>
                <a:lnTo>
                  <a:pt x="15288" y="17259"/>
                </a:lnTo>
                <a:lnTo>
                  <a:pt x="15056" y="17259"/>
                </a:lnTo>
                <a:lnTo>
                  <a:pt x="14826" y="17313"/>
                </a:lnTo>
                <a:lnTo>
                  <a:pt x="14652" y="17424"/>
                </a:lnTo>
                <a:lnTo>
                  <a:pt x="14477" y="17533"/>
                </a:lnTo>
                <a:lnTo>
                  <a:pt x="14362" y="17698"/>
                </a:lnTo>
                <a:lnTo>
                  <a:pt x="14246" y="17863"/>
                </a:lnTo>
                <a:lnTo>
                  <a:pt x="14188" y="18028"/>
                </a:lnTo>
                <a:lnTo>
                  <a:pt x="13261" y="18083"/>
                </a:lnTo>
                <a:lnTo>
                  <a:pt x="11814" y="18193"/>
                </a:lnTo>
                <a:lnTo>
                  <a:pt x="11060" y="18193"/>
                </a:lnTo>
                <a:lnTo>
                  <a:pt x="11004" y="17918"/>
                </a:lnTo>
                <a:lnTo>
                  <a:pt x="10772" y="17643"/>
                </a:lnTo>
                <a:lnTo>
                  <a:pt x="10655" y="17589"/>
                </a:lnTo>
                <a:lnTo>
                  <a:pt x="10540" y="17533"/>
                </a:lnTo>
                <a:lnTo>
                  <a:pt x="10251" y="17478"/>
                </a:lnTo>
                <a:lnTo>
                  <a:pt x="10134" y="17424"/>
                </a:lnTo>
                <a:lnTo>
                  <a:pt x="10019" y="17478"/>
                </a:lnTo>
                <a:lnTo>
                  <a:pt x="9903" y="17589"/>
                </a:lnTo>
                <a:lnTo>
                  <a:pt x="9786" y="17589"/>
                </a:lnTo>
                <a:lnTo>
                  <a:pt x="9439" y="16818"/>
                </a:lnTo>
                <a:lnTo>
                  <a:pt x="9033" y="16050"/>
                </a:lnTo>
                <a:lnTo>
                  <a:pt x="8629" y="15444"/>
                </a:lnTo>
                <a:lnTo>
                  <a:pt x="8165" y="14785"/>
                </a:lnTo>
                <a:lnTo>
                  <a:pt x="8224" y="14620"/>
                </a:lnTo>
                <a:lnTo>
                  <a:pt x="8282" y="14455"/>
                </a:lnTo>
                <a:lnTo>
                  <a:pt x="8282" y="14235"/>
                </a:lnTo>
                <a:lnTo>
                  <a:pt x="8224" y="14070"/>
                </a:lnTo>
                <a:lnTo>
                  <a:pt x="8107" y="13961"/>
                </a:lnTo>
                <a:lnTo>
                  <a:pt x="8050" y="13961"/>
                </a:lnTo>
                <a:lnTo>
                  <a:pt x="8224" y="13741"/>
                </a:lnTo>
                <a:lnTo>
                  <a:pt x="9092" y="12587"/>
                </a:lnTo>
                <a:lnTo>
                  <a:pt x="9730" y="11761"/>
                </a:lnTo>
                <a:lnTo>
                  <a:pt x="10077" y="11378"/>
                </a:lnTo>
                <a:lnTo>
                  <a:pt x="10307" y="10937"/>
                </a:lnTo>
                <a:lnTo>
                  <a:pt x="10540" y="10993"/>
                </a:lnTo>
                <a:lnTo>
                  <a:pt x="10945" y="10993"/>
                </a:lnTo>
                <a:lnTo>
                  <a:pt x="11177" y="10937"/>
                </a:lnTo>
                <a:lnTo>
                  <a:pt x="11351" y="10882"/>
                </a:lnTo>
                <a:lnTo>
                  <a:pt x="11525" y="10717"/>
                </a:lnTo>
                <a:lnTo>
                  <a:pt x="11698" y="10607"/>
                </a:lnTo>
                <a:lnTo>
                  <a:pt x="11814" y="10443"/>
                </a:lnTo>
                <a:close/>
                <a:moveTo>
                  <a:pt x="7529" y="0"/>
                </a:moveTo>
                <a:lnTo>
                  <a:pt x="7529" y="54"/>
                </a:lnTo>
                <a:lnTo>
                  <a:pt x="7586" y="274"/>
                </a:lnTo>
                <a:lnTo>
                  <a:pt x="7703" y="439"/>
                </a:lnTo>
                <a:lnTo>
                  <a:pt x="7876" y="548"/>
                </a:lnTo>
                <a:lnTo>
                  <a:pt x="8050" y="604"/>
                </a:lnTo>
                <a:lnTo>
                  <a:pt x="8165" y="824"/>
                </a:lnTo>
                <a:lnTo>
                  <a:pt x="8339" y="1043"/>
                </a:lnTo>
                <a:lnTo>
                  <a:pt x="8629" y="1483"/>
                </a:lnTo>
                <a:lnTo>
                  <a:pt x="8745" y="1648"/>
                </a:lnTo>
                <a:lnTo>
                  <a:pt x="8629" y="1922"/>
                </a:lnTo>
                <a:lnTo>
                  <a:pt x="8629" y="2198"/>
                </a:lnTo>
                <a:lnTo>
                  <a:pt x="8745" y="2528"/>
                </a:lnTo>
                <a:lnTo>
                  <a:pt x="8918" y="2748"/>
                </a:lnTo>
                <a:lnTo>
                  <a:pt x="9033" y="2858"/>
                </a:lnTo>
                <a:lnTo>
                  <a:pt x="8456" y="3902"/>
                </a:lnTo>
                <a:lnTo>
                  <a:pt x="7703" y="5385"/>
                </a:lnTo>
                <a:lnTo>
                  <a:pt x="7529" y="5770"/>
                </a:lnTo>
                <a:lnTo>
                  <a:pt x="7297" y="6100"/>
                </a:lnTo>
                <a:lnTo>
                  <a:pt x="6950" y="6100"/>
                </a:lnTo>
                <a:lnTo>
                  <a:pt x="6776" y="6156"/>
                </a:lnTo>
                <a:lnTo>
                  <a:pt x="6602" y="6265"/>
                </a:lnTo>
                <a:lnTo>
                  <a:pt x="6485" y="6430"/>
                </a:lnTo>
                <a:lnTo>
                  <a:pt x="6429" y="6595"/>
                </a:lnTo>
                <a:lnTo>
                  <a:pt x="5502" y="6706"/>
                </a:lnTo>
                <a:lnTo>
                  <a:pt x="4807" y="6759"/>
                </a:lnTo>
                <a:lnTo>
                  <a:pt x="4228" y="6815"/>
                </a:lnTo>
                <a:lnTo>
                  <a:pt x="4054" y="6541"/>
                </a:lnTo>
                <a:lnTo>
                  <a:pt x="3880" y="6320"/>
                </a:lnTo>
                <a:lnTo>
                  <a:pt x="3590" y="6211"/>
                </a:lnTo>
                <a:lnTo>
                  <a:pt x="3301" y="6156"/>
                </a:lnTo>
                <a:lnTo>
                  <a:pt x="3011" y="6156"/>
                </a:lnTo>
                <a:lnTo>
                  <a:pt x="2837" y="6265"/>
                </a:lnTo>
                <a:lnTo>
                  <a:pt x="2606" y="6430"/>
                </a:lnTo>
                <a:lnTo>
                  <a:pt x="2490" y="6595"/>
                </a:lnTo>
                <a:lnTo>
                  <a:pt x="2374" y="6759"/>
                </a:lnTo>
                <a:lnTo>
                  <a:pt x="2374" y="6924"/>
                </a:lnTo>
                <a:lnTo>
                  <a:pt x="2259" y="7145"/>
                </a:lnTo>
                <a:lnTo>
                  <a:pt x="2259" y="7420"/>
                </a:lnTo>
                <a:lnTo>
                  <a:pt x="2316" y="7639"/>
                </a:lnTo>
                <a:lnTo>
                  <a:pt x="2374" y="7750"/>
                </a:lnTo>
                <a:lnTo>
                  <a:pt x="2374" y="7804"/>
                </a:lnTo>
                <a:lnTo>
                  <a:pt x="1969" y="8630"/>
                </a:lnTo>
                <a:lnTo>
                  <a:pt x="1389" y="9618"/>
                </a:lnTo>
                <a:lnTo>
                  <a:pt x="1216" y="9948"/>
                </a:lnTo>
                <a:lnTo>
                  <a:pt x="1216" y="10058"/>
                </a:lnTo>
                <a:lnTo>
                  <a:pt x="1159" y="10222"/>
                </a:lnTo>
                <a:lnTo>
                  <a:pt x="1159" y="10168"/>
                </a:lnTo>
                <a:lnTo>
                  <a:pt x="985" y="10168"/>
                </a:lnTo>
                <a:lnTo>
                  <a:pt x="868" y="10222"/>
                </a:lnTo>
                <a:lnTo>
                  <a:pt x="638" y="10387"/>
                </a:lnTo>
                <a:lnTo>
                  <a:pt x="521" y="10443"/>
                </a:lnTo>
                <a:lnTo>
                  <a:pt x="406" y="10498"/>
                </a:lnTo>
                <a:lnTo>
                  <a:pt x="289" y="10663"/>
                </a:lnTo>
                <a:lnTo>
                  <a:pt x="174" y="10828"/>
                </a:lnTo>
                <a:lnTo>
                  <a:pt x="174" y="11157"/>
                </a:lnTo>
                <a:lnTo>
                  <a:pt x="0" y="11652"/>
                </a:lnTo>
                <a:lnTo>
                  <a:pt x="58" y="11761"/>
                </a:lnTo>
                <a:lnTo>
                  <a:pt x="115" y="11817"/>
                </a:lnTo>
                <a:lnTo>
                  <a:pt x="174" y="11926"/>
                </a:lnTo>
                <a:lnTo>
                  <a:pt x="289" y="11926"/>
                </a:lnTo>
                <a:lnTo>
                  <a:pt x="579" y="12037"/>
                </a:lnTo>
                <a:lnTo>
                  <a:pt x="1042" y="12037"/>
                </a:lnTo>
                <a:lnTo>
                  <a:pt x="1042" y="11982"/>
                </a:lnTo>
                <a:lnTo>
                  <a:pt x="1216" y="11982"/>
                </a:lnTo>
                <a:lnTo>
                  <a:pt x="1389" y="12257"/>
                </a:lnTo>
                <a:lnTo>
                  <a:pt x="1563" y="12531"/>
                </a:lnTo>
                <a:lnTo>
                  <a:pt x="1912" y="12970"/>
                </a:lnTo>
                <a:lnTo>
                  <a:pt x="2606" y="13906"/>
                </a:lnTo>
                <a:lnTo>
                  <a:pt x="2663" y="14015"/>
                </a:lnTo>
                <a:lnTo>
                  <a:pt x="2606" y="14235"/>
                </a:lnTo>
                <a:lnTo>
                  <a:pt x="2548" y="14455"/>
                </a:lnTo>
                <a:lnTo>
                  <a:pt x="2490" y="14730"/>
                </a:lnTo>
                <a:lnTo>
                  <a:pt x="2490" y="14894"/>
                </a:lnTo>
                <a:lnTo>
                  <a:pt x="2548" y="15059"/>
                </a:lnTo>
                <a:lnTo>
                  <a:pt x="2433" y="15335"/>
                </a:lnTo>
                <a:lnTo>
                  <a:pt x="2259" y="15609"/>
                </a:lnTo>
                <a:lnTo>
                  <a:pt x="2142" y="15883"/>
                </a:lnTo>
                <a:lnTo>
                  <a:pt x="1912" y="16159"/>
                </a:lnTo>
                <a:lnTo>
                  <a:pt x="1795" y="16269"/>
                </a:lnTo>
                <a:lnTo>
                  <a:pt x="1795" y="16433"/>
                </a:lnTo>
                <a:lnTo>
                  <a:pt x="1853" y="16598"/>
                </a:lnTo>
                <a:lnTo>
                  <a:pt x="1969" y="16709"/>
                </a:lnTo>
                <a:lnTo>
                  <a:pt x="2142" y="16763"/>
                </a:lnTo>
                <a:lnTo>
                  <a:pt x="2316" y="16709"/>
                </a:lnTo>
                <a:lnTo>
                  <a:pt x="2433" y="16598"/>
                </a:lnTo>
                <a:lnTo>
                  <a:pt x="2490" y="16433"/>
                </a:lnTo>
                <a:lnTo>
                  <a:pt x="2548" y="16379"/>
                </a:lnTo>
                <a:lnTo>
                  <a:pt x="2663" y="16215"/>
                </a:lnTo>
                <a:lnTo>
                  <a:pt x="2780" y="15939"/>
                </a:lnTo>
                <a:lnTo>
                  <a:pt x="2895" y="15719"/>
                </a:lnTo>
                <a:lnTo>
                  <a:pt x="3011" y="15280"/>
                </a:lnTo>
                <a:lnTo>
                  <a:pt x="3416" y="15280"/>
                </a:lnTo>
                <a:lnTo>
                  <a:pt x="3707" y="15224"/>
                </a:lnTo>
                <a:lnTo>
                  <a:pt x="3937" y="15115"/>
                </a:lnTo>
                <a:lnTo>
                  <a:pt x="4169" y="15005"/>
                </a:lnTo>
                <a:lnTo>
                  <a:pt x="4285" y="14841"/>
                </a:lnTo>
                <a:lnTo>
                  <a:pt x="5270" y="14841"/>
                </a:lnTo>
                <a:lnTo>
                  <a:pt x="6312" y="14894"/>
                </a:lnTo>
                <a:lnTo>
                  <a:pt x="6370" y="15059"/>
                </a:lnTo>
                <a:lnTo>
                  <a:pt x="6429" y="15115"/>
                </a:lnTo>
                <a:lnTo>
                  <a:pt x="6544" y="15224"/>
                </a:lnTo>
                <a:lnTo>
                  <a:pt x="6776" y="15335"/>
                </a:lnTo>
                <a:lnTo>
                  <a:pt x="7008" y="15444"/>
                </a:lnTo>
                <a:lnTo>
                  <a:pt x="7297" y="15444"/>
                </a:lnTo>
                <a:lnTo>
                  <a:pt x="7586" y="15389"/>
                </a:lnTo>
                <a:lnTo>
                  <a:pt x="7703" y="15335"/>
                </a:lnTo>
                <a:lnTo>
                  <a:pt x="8339" y="16215"/>
                </a:lnTo>
                <a:lnTo>
                  <a:pt x="8571" y="16654"/>
                </a:lnTo>
                <a:lnTo>
                  <a:pt x="8803" y="17093"/>
                </a:lnTo>
                <a:lnTo>
                  <a:pt x="9150" y="17972"/>
                </a:lnTo>
                <a:lnTo>
                  <a:pt x="9092" y="18137"/>
                </a:lnTo>
                <a:lnTo>
                  <a:pt x="9092" y="18742"/>
                </a:lnTo>
                <a:lnTo>
                  <a:pt x="9033" y="18907"/>
                </a:lnTo>
                <a:lnTo>
                  <a:pt x="9033" y="19017"/>
                </a:lnTo>
                <a:lnTo>
                  <a:pt x="9092" y="19128"/>
                </a:lnTo>
                <a:lnTo>
                  <a:pt x="9439" y="19292"/>
                </a:lnTo>
                <a:lnTo>
                  <a:pt x="9092" y="19731"/>
                </a:lnTo>
                <a:lnTo>
                  <a:pt x="8860" y="20172"/>
                </a:lnTo>
                <a:lnTo>
                  <a:pt x="8686" y="20666"/>
                </a:lnTo>
                <a:lnTo>
                  <a:pt x="8571" y="21161"/>
                </a:lnTo>
                <a:lnTo>
                  <a:pt x="8512" y="21270"/>
                </a:lnTo>
                <a:lnTo>
                  <a:pt x="8571" y="21381"/>
                </a:lnTo>
                <a:lnTo>
                  <a:pt x="8686" y="21491"/>
                </a:lnTo>
                <a:lnTo>
                  <a:pt x="8803" y="21546"/>
                </a:lnTo>
                <a:lnTo>
                  <a:pt x="8918" y="21600"/>
                </a:lnTo>
                <a:lnTo>
                  <a:pt x="9033" y="21600"/>
                </a:lnTo>
                <a:lnTo>
                  <a:pt x="9092" y="21546"/>
                </a:lnTo>
                <a:lnTo>
                  <a:pt x="9207" y="21435"/>
                </a:lnTo>
                <a:lnTo>
                  <a:pt x="9207" y="21326"/>
                </a:lnTo>
                <a:lnTo>
                  <a:pt x="9265" y="21106"/>
                </a:lnTo>
                <a:lnTo>
                  <a:pt x="9439" y="20666"/>
                </a:lnTo>
                <a:lnTo>
                  <a:pt x="9613" y="20172"/>
                </a:lnTo>
                <a:lnTo>
                  <a:pt x="9960" y="19511"/>
                </a:lnTo>
                <a:lnTo>
                  <a:pt x="10366" y="19511"/>
                </a:lnTo>
                <a:lnTo>
                  <a:pt x="10598" y="19457"/>
                </a:lnTo>
                <a:lnTo>
                  <a:pt x="10713" y="19292"/>
                </a:lnTo>
                <a:lnTo>
                  <a:pt x="10830" y="18852"/>
                </a:lnTo>
                <a:lnTo>
                  <a:pt x="11987" y="18852"/>
                </a:lnTo>
                <a:lnTo>
                  <a:pt x="13029" y="18798"/>
                </a:lnTo>
                <a:lnTo>
                  <a:pt x="14073" y="18742"/>
                </a:lnTo>
                <a:lnTo>
                  <a:pt x="14130" y="18742"/>
                </a:lnTo>
                <a:lnTo>
                  <a:pt x="14130" y="18907"/>
                </a:lnTo>
                <a:lnTo>
                  <a:pt x="14246" y="19017"/>
                </a:lnTo>
                <a:lnTo>
                  <a:pt x="14477" y="19182"/>
                </a:lnTo>
                <a:lnTo>
                  <a:pt x="14767" y="19292"/>
                </a:lnTo>
                <a:lnTo>
                  <a:pt x="15056" y="19346"/>
                </a:lnTo>
                <a:lnTo>
                  <a:pt x="15230" y="19896"/>
                </a:lnTo>
                <a:lnTo>
                  <a:pt x="15462" y="20720"/>
                </a:lnTo>
                <a:lnTo>
                  <a:pt x="15636" y="21052"/>
                </a:lnTo>
                <a:lnTo>
                  <a:pt x="15751" y="21216"/>
                </a:lnTo>
                <a:lnTo>
                  <a:pt x="15868" y="21381"/>
                </a:lnTo>
                <a:lnTo>
                  <a:pt x="16100" y="21381"/>
                </a:lnTo>
                <a:lnTo>
                  <a:pt x="16215" y="21326"/>
                </a:lnTo>
                <a:lnTo>
                  <a:pt x="16273" y="21216"/>
                </a:lnTo>
                <a:lnTo>
                  <a:pt x="16273" y="20831"/>
                </a:lnTo>
                <a:lnTo>
                  <a:pt x="16100" y="20391"/>
                </a:lnTo>
                <a:lnTo>
                  <a:pt x="15751" y="19402"/>
                </a:lnTo>
                <a:lnTo>
                  <a:pt x="15636" y="19072"/>
                </a:lnTo>
                <a:lnTo>
                  <a:pt x="15751" y="18907"/>
                </a:lnTo>
                <a:lnTo>
                  <a:pt x="15926" y="18578"/>
                </a:lnTo>
                <a:lnTo>
                  <a:pt x="15983" y="18302"/>
                </a:lnTo>
                <a:lnTo>
                  <a:pt x="16041" y="18028"/>
                </a:lnTo>
                <a:lnTo>
                  <a:pt x="16041" y="17807"/>
                </a:lnTo>
                <a:lnTo>
                  <a:pt x="15983" y="17754"/>
                </a:lnTo>
                <a:lnTo>
                  <a:pt x="16736" y="16544"/>
                </a:lnTo>
                <a:lnTo>
                  <a:pt x="17547" y="15335"/>
                </a:lnTo>
                <a:lnTo>
                  <a:pt x="17952" y="15115"/>
                </a:lnTo>
                <a:lnTo>
                  <a:pt x="18184" y="14950"/>
                </a:lnTo>
                <a:lnTo>
                  <a:pt x="18357" y="14785"/>
                </a:lnTo>
                <a:lnTo>
                  <a:pt x="18416" y="14730"/>
                </a:lnTo>
                <a:lnTo>
                  <a:pt x="18531" y="14620"/>
                </a:lnTo>
                <a:lnTo>
                  <a:pt x="18648" y="14400"/>
                </a:lnTo>
                <a:lnTo>
                  <a:pt x="18763" y="14180"/>
                </a:lnTo>
                <a:lnTo>
                  <a:pt x="19052" y="14235"/>
                </a:lnTo>
                <a:lnTo>
                  <a:pt x="19399" y="14235"/>
                </a:lnTo>
                <a:lnTo>
                  <a:pt x="20326" y="14291"/>
                </a:lnTo>
                <a:lnTo>
                  <a:pt x="21196" y="14235"/>
                </a:lnTo>
                <a:lnTo>
                  <a:pt x="21311" y="14235"/>
                </a:lnTo>
                <a:lnTo>
                  <a:pt x="21426" y="14180"/>
                </a:lnTo>
                <a:lnTo>
                  <a:pt x="21543" y="14070"/>
                </a:lnTo>
                <a:lnTo>
                  <a:pt x="21543" y="13961"/>
                </a:lnTo>
                <a:lnTo>
                  <a:pt x="21600" y="13850"/>
                </a:lnTo>
                <a:lnTo>
                  <a:pt x="21543" y="13741"/>
                </a:lnTo>
                <a:lnTo>
                  <a:pt x="21485" y="13631"/>
                </a:lnTo>
                <a:lnTo>
                  <a:pt x="21370" y="13520"/>
                </a:lnTo>
                <a:lnTo>
                  <a:pt x="21196" y="13520"/>
                </a:lnTo>
                <a:lnTo>
                  <a:pt x="20616" y="13466"/>
                </a:lnTo>
                <a:lnTo>
                  <a:pt x="19979" y="13466"/>
                </a:lnTo>
                <a:lnTo>
                  <a:pt x="18763" y="13520"/>
                </a:lnTo>
                <a:lnTo>
                  <a:pt x="18648" y="13411"/>
                </a:lnTo>
                <a:lnTo>
                  <a:pt x="18531" y="13300"/>
                </a:lnTo>
                <a:lnTo>
                  <a:pt x="18184" y="13135"/>
                </a:lnTo>
                <a:lnTo>
                  <a:pt x="18068" y="13135"/>
                </a:lnTo>
                <a:lnTo>
                  <a:pt x="17895" y="13191"/>
                </a:lnTo>
                <a:lnTo>
                  <a:pt x="17721" y="13135"/>
                </a:lnTo>
                <a:lnTo>
                  <a:pt x="17489" y="13191"/>
                </a:lnTo>
                <a:lnTo>
                  <a:pt x="16794" y="12146"/>
                </a:lnTo>
                <a:lnTo>
                  <a:pt x="16215" y="11378"/>
                </a:lnTo>
                <a:lnTo>
                  <a:pt x="15926" y="10937"/>
                </a:lnTo>
                <a:lnTo>
                  <a:pt x="15636" y="10607"/>
                </a:lnTo>
                <a:lnTo>
                  <a:pt x="15751" y="10443"/>
                </a:lnTo>
                <a:lnTo>
                  <a:pt x="15868" y="10222"/>
                </a:lnTo>
                <a:lnTo>
                  <a:pt x="15926" y="10058"/>
                </a:lnTo>
                <a:lnTo>
                  <a:pt x="15983" y="9839"/>
                </a:lnTo>
                <a:lnTo>
                  <a:pt x="15926" y="9728"/>
                </a:lnTo>
                <a:lnTo>
                  <a:pt x="15868" y="9672"/>
                </a:lnTo>
                <a:lnTo>
                  <a:pt x="15694" y="9672"/>
                </a:lnTo>
                <a:lnTo>
                  <a:pt x="15983" y="9343"/>
                </a:lnTo>
                <a:lnTo>
                  <a:pt x="16273" y="8959"/>
                </a:lnTo>
                <a:lnTo>
                  <a:pt x="16794" y="8244"/>
                </a:lnTo>
                <a:lnTo>
                  <a:pt x="17374" y="7420"/>
                </a:lnTo>
                <a:lnTo>
                  <a:pt x="17489" y="7420"/>
                </a:lnTo>
                <a:lnTo>
                  <a:pt x="17604" y="7365"/>
                </a:lnTo>
                <a:lnTo>
                  <a:pt x="17721" y="7255"/>
                </a:lnTo>
                <a:lnTo>
                  <a:pt x="17836" y="7145"/>
                </a:lnTo>
                <a:lnTo>
                  <a:pt x="18184" y="6870"/>
                </a:lnTo>
                <a:lnTo>
                  <a:pt x="18299" y="6706"/>
                </a:lnTo>
                <a:lnTo>
                  <a:pt x="18416" y="6541"/>
                </a:lnTo>
                <a:lnTo>
                  <a:pt x="18474" y="6376"/>
                </a:lnTo>
                <a:lnTo>
                  <a:pt x="18474" y="6211"/>
                </a:lnTo>
                <a:lnTo>
                  <a:pt x="18416" y="5991"/>
                </a:lnTo>
                <a:lnTo>
                  <a:pt x="18299" y="5826"/>
                </a:lnTo>
                <a:lnTo>
                  <a:pt x="18184" y="5661"/>
                </a:lnTo>
                <a:lnTo>
                  <a:pt x="18010" y="5606"/>
                </a:lnTo>
                <a:lnTo>
                  <a:pt x="17836" y="5550"/>
                </a:lnTo>
                <a:lnTo>
                  <a:pt x="17604" y="5496"/>
                </a:lnTo>
                <a:lnTo>
                  <a:pt x="17257" y="4782"/>
                </a:lnTo>
                <a:lnTo>
                  <a:pt x="16851" y="4122"/>
                </a:lnTo>
                <a:lnTo>
                  <a:pt x="16330" y="3132"/>
                </a:lnTo>
                <a:lnTo>
                  <a:pt x="15983" y="2583"/>
                </a:lnTo>
                <a:lnTo>
                  <a:pt x="15636" y="2143"/>
                </a:lnTo>
                <a:lnTo>
                  <a:pt x="15694" y="1922"/>
                </a:lnTo>
                <a:lnTo>
                  <a:pt x="15694" y="1813"/>
                </a:lnTo>
                <a:lnTo>
                  <a:pt x="15751" y="1593"/>
                </a:lnTo>
                <a:lnTo>
                  <a:pt x="15694" y="1428"/>
                </a:lnTo>
                <a:lnTo>
                  <a:pt x="15636" y="1263"/>
                </a:lnTo>
                <a:lnTo>
                  <a:pt x="15520" y="1043"/>
                </a:lnTo>
                <a:lnTo>
                  <a:pt x="15347" y="878"/>
                </a:lnTo>
                <a:lnTo>
                  <a:pt x="15115" y="769"/>
                </a:lnTo>
                <a:lnTo>
                  <a:pt x="14883" y="713"/>
                </a:lnTo>
                <a:lnTo>
                  <a:pt x="14594" y="769"/>
                </a:lnTo>
                <a:lnTo>
                  <a:pt x="14362" y="824"/>
                </a:lnTo>
                <a:lnTo>
                  <a:pt x="14188" y="989"/>
                </a:lnTo>
                <a:lnTo>
                  <a:pt x="14073" y="1209"/>
                </a:lnTo>
                <a:lnTo>
                  <a:pt x="14014" y="1428"/>
                </a:lnTo>
                <a:lnTo>
                  <a:pt x="13956" y="1539"/>
                </a:lnTo>
                <a:lnTo>
                  <a:pt x="12451" y="1648"/>
                </a:lnTo>
                <a:lnTo>
                  <a:pt x="11177" y="1758"/>
                </a:lnTo>
                <a:lnTo>
                  <a:pt x="10945" y="1758"/>
                </a:lnTo>
                <a:lnTo>
                  <a:pt x="10830" y="1593"/>
                </a:lnTo>
                <a:lnTo>
                  <a:pt x="10655" y="1374"/>
                </a:lnTo>
                <a:lnTo>
                  <a:pt x="10598" y="1319"/>
                </a:lnTo>
                <a:lnTo>
                  <a:pt x="10481" y="1209"/>
                </a:lnTo>
                <a:lnTo>
                  <a:pt x="10307" y="1154"/>
                </a:lnTo>
                <a:lnTo>
                  <a:pt x="10192" y="1154"/>
                </a:lnTo>
                <a:lnTo>
                  <a:pt x="10077" y="1209"/>
                </a:lnTo>
                <a:lnTo>
                  <a:pt x="9381" y="1209"/>
                </a:lnTo>
                <a:lnTo>
                  <a:pt x="8977" y="713"/>
                </a:lnTo>
                <a:lnTo>
                  <a:pt x="8803" y="439"/>
                </a:lnTo>
                <a:lnTo>
                  <a:pt x="8629" y="165"/>
                </a:lnTo>
                <a:lnTo>
                  <a:pt x="8571" y="54"/>
                </a:lnTo>
                <a:lnTo>
                  <a:pt x="8456" y="0"/>
                </a:lnTo>
                <a:lnTo>
                  <a:pt x="8224" y="0"/>
                </a:lnTo>
                <a:lnTo>
                  <a:pt x="7933" y="54"/>
                </a:lnTo>
                <a:lnTo>
                  <a:pt x="7759" y="0"/>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585" name="Google Shape;233;p3"/>
          <p:cNvSpPr/>
          <p:nvPr/>
        </p:nvSpPr>
        <p:spPr>
          <a:xfrm>
            <a:off x="2184002" y="4950383"/>
            <a:ext cx="297578" cy="2112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028" y="5108"/>
                </a:moveTo>
                <a:lnTo>
                  <a:pt x="14651" y="5213"/>
                </a:lnTo>
                <a:lnTo>
                  <a:pt x="14198" y="5320"/>
                </a:lnTo>
                <a:lnTo>
                  <a:pt x="13819" y="5532"/>
                </a:lnTo>
                <a:lnTo>
                  <a:pt x="13443" y="5851"/>
                </a:lnTo>
                <a:lnTo>
                  <a:pt x="13140" y="6173"/>
                </a:lnTo>
                <a:lnTo>
                  <a:pt x="12913" y="6597"/>
                </a:lnTo>
                <a:lnTo>
                  <a:pt x="12763" y="7130"/>
                </a:lnTo>
                <a:lnTo>
                  <a:pt x="12763" y="7342"/>
                </a:lnTo>
                <a:lnTo>
                  <a:pt x="12839" y="7554"/>
                </a:lnTo>
                <a:lnTo>
                  <a:pt x="12990" y="7661"/>
                </a:lnTo>
                <a:lnTo>
                  <a:pt x="13140" y="7661"/>
                </a:lnTo>
                <a:lnTo>
                  <a:pt x="13443" y="7554"/>
                </a:lnTo>
                <a:lnTo>
                  <a:pt x="13669" y="7342"/>
                </a:lnTo>
                <a:lnTo>
                  <a:pt x="14122" y="6916"/>
                </a:lnTo>
                <a:lnTo>
                  <a:pt x="14425" y="6811"/>
                </a:lnTo>
                <a:lnTo>
                  <a:pt x="14727" y="6597"/>
                </a:lnTo>
                <a:lnTo>
                  <a:pt x="15407" y="6597"/>
                </a:lnTo>
                <a:lnTo>
                  <a:pt x="15784" y="6704"/>
                </a:lnTo>
                <a:lnTo>
                  <a:pt x="16162" y="6916"/>
                </a:lnTo>
                <a:lnTo>
                  <a:pt x="16313" y="7130"/>
                </a:lnTo>
                <a:lnTo>
                  <a:pt x="16389" y="7342"/>
                </a:lnTo>
                <a:lnTo>
                  <a:pt x="16463" y="7661"/>
                </a:lnTo>
                <a:lnTo>
                  <a:pt x="16463" y="7980"/>
                </a:lnTo>
                <a:lnTo>
                  <a:pt x="16389" y="8407"/>
                </a:lnTo>
                <a:lnTo>
                  <a:pt x="16237" y="8833"/>
                </a:lnTo>
                <a:lnTo>
                  <a:pt x="15784" y="9683"/>
                </a:lnTo>
                <a:lnTo>
                  <a:pt x="14801" y="11598"/>
                </a:lnTo>
                <a:lnTo>
                  <a:pt x="13819" y="13408"/>
                </a:lnTo>
                <a:lnTo>
                  <a:pt x="11705" y="17025"/>
                </a:lnTo>
                <a:lnTo>
                  <a:pt x="11555" y="17452"/>
                </a:lnTo>
                <a:lnTo>
                  <a:pt x="11631" y="17875"/>
                </a:lnTo>
                <a:lnTo>
                  <a:pt x="11705" y="18090"/>
                </a:lnTo>
                <a:lnTo>
                  <a:pt x="11781" y="18197"/>
                </a:lnTo>
                <a:lnTo>
                  <a:pt x="11931" y="18302"/>
                </a:lnTo>
                <a:lnTo>
                  <a:pt x="12084" y="18302"/>
                </a:lnTo>
                <a:lnTo>
                  <a:pt x="13519" y="18197"/>
                </a:lnTo>
                <a:lnTo>
                  <a:pt x="14954" y="18302"/>
                </a:lnTo>
                <a:lnTo>
                  <a:pt x="16539" y="18409"/>
                </a:lnTo>
                <a:lnTo>
                  <a:pt x="17295" y="18621"/>
                </a:lnTo>
                <a:lnTo>
                  <a:pt x="17595" y="18621"/>
                </a:lnTo>
                <a:lnTo>
                  <a:pt x="17974" y="18516"/>
                </a:lnTo>
                <a:lnTo>
                  <a:pt x="18201" y="18302"/>
                </a:lnTo>
                <a:lnTo>
                  <a:pt x="18277" y="17983"/>
                </a:lnTo>
                <a:lnTo>
                  <a:pt x="18277" y="17663"/>
                </a:lnTo>
                <a:lnTo>
                  <a:pt x="18050" y="17452"/>
                </a:lnTo>
                <a:lnTo>
                  <a:pt x="17824" y="17237"/>
                </a:lnTo>
                <a:lnTo>
                  <a:pt x="17445" y="17025"/>
                </a:lnTo>
                <a:lnTo>
                  <a:pt x="16690" y="16814"/>
                </a:lnTo>
                <a:lnTo>
                  <a:pt x="15254" y="16706"/>
                </a:lnTo>
                <a:lnTo>
                  <a:pt x="13292" y="16706"/>
                </a:lnTo>
                <a:lnTo>
                  <a:pt x="15557" y="12662"/>
                </a:lnTo>
                <a:lnTo>
                  <a:pt x="16162" y="11598"/>
                </a:lnTo>
                <a:lnTo>
                  <a:pt x="16766" y="10429"/>
                </a:lnTo>
                <a:lnTo>
                  <a:pt x="17068" y="9790"/>
                </a:lnTo>
                <a:lnTo>
                  <a:pt x="17295" y="9257"/>
                </a:lnTo>
                <a:lnTo>
                  <a:pt x="17445" y="8514"/>
                </a:lnTo>
                <a:lnTo>
                  <a:pt x="17521" y="7873"/>
                </a:lnTo>
                <a:lnTo>
                  <a:pt x="17521" y="7235"/>
                </a:lnTo>
                <a:lnTo>
                  <a:pt x="17369" y="6704"/>
                </a:lnTo>
                <a:lnTo>
                  <a:pt x="17142" y="6278"/>
                </a:lnTo>
                <a:lnTo>
                  <a:pt x="16916" y="5851"/>
                </a:lnTo>
                <a:lnTo>
                  <a:pt x="16615" y="5532"/>
                </a:lnTo>
                <a:lnTo>
                  <a:pt x="16237" y="5320"/>
                </a:lnTo>
                <a:lnTo>
                  <a:pt x="15784" y="5213"/>
                </a:lnTo>
                <a:lnTo>
                  <a:pt x="15407" y="5108"/>
                </a:lnTo>
                <a:close/>
                <a:moveTo>
                  <a:pt x="1962" y="0"/>
                </a:moveTo>
                <a:lnTo>
                  <a:pt x="1585" y="107"/>
                </a:lnTo>
                <a:lnTo>
                  <a:pt x="1283" y="319"/>
                </a:lnTo>
                <a:lnTo>
                  <a:pt x="906" y="531"/>
                </a:lnTo>
                <a:lnTo>
                  <a:pt x="603" y="746"/>
                </a:lnTo>
                <a:lnTo>
                  <a:pt x="301" y="1172"/>
                </a:lnTo>
                <a:lnTo>
                  <a:pt x="74" y="1491"/>
                </a:lnTo>
                <a:lnTo>
                  <a:pt x="0" y="1703"/>
                </a:lnTo>
                <a:lnTo>
                  <a:pt x="0" y="1915"/>
                </a:lnTo>
                <a:lnTo>
                  <a:pt x="150" y="2234"/>
                </a:lnTo>
                <a:lnTo>
                  <a:pt x="377" y="2448"/>
                </a:lnTo>
                <a:lnTo>
                  <a:pt x="527" y="2448"/>
                </a:lnTo>
                <a:lnTo>
                  <a:pt x="679" y="2341"/>
                </a:lnTo>
                <a:lnTo>
                  <a:pt x="1359" y="1915"/>
                </a:lnTo>
                <a:lnTo>
                  <a:pt x="1736" y="1810"/>
                </a:lnTo>
                <a:lnTo>
                  <a:pt x="2114" y="1703"/>
                </a:lnTo>
                <a:lnTo>
                  <a:pt x="2038" y="1810"/>
                </a:lnTo>
                <a:lnTo>
                  <a:pt x="2038" y="3087"/>
                </a:lnTo>
                <a:lnTo>
                  <a:pt x="2265" y="4256"/>
                </a:lnTo>
                <a:lnTo>
                  <a:pt x="2794" y="7661"/>
                </a:lnTo>
                <a:lnTo>
                  <a:pt x="4758" y="21069"/>
                </a:lnTo>
                <a:lnTo>
                  <a:pt x="4832" y="21281"/>
                </a:lnTo>
                <a:lnTo>
                  <a:pt x="4985" y="21496"/>
                </a:lnTo>
                <a:lnTo>
                  <a:pt x="5135" y="21600"/>
                </a:lnTo>
                <a:lnTo>
                  <a:pt x="5512" y="21600"/>
                </a:lnTo>
                <a:lnTo>
                  <a:pt x="5664" y="21496"/>
                </a:lnTo>
                <a:lnTo>
                  <a:pt x="5814" y="21281"/>
                </a:lnTo>
                <a:lnTo>
                  <a:pt x="5891" y="21069"/>
                </a:lnTo>
                <a:lnTo>
                  <a:pt x="8382" y="11917"/>
                </a:lnTo>
                <a:lnTo>
                  <a:pt x="10799" y="2872"/>
                </a:lnTo>
                <a:lnTo>
                  <a:pt x="13292" y="2660"/>
                </a:lnTo>
                <a:lnTo>
                  <a:pt x="15784" y="2553"/>
                </a:lnTo>
                <a:lnTo>
                  <a:pt x="18503" y="2660"/>
                </a:lnTo>
                <a:lnTo>
                  <a:pt x="19862" y="2872"/>
                </a:lnTo>
                <a:lnTo>
                  <a:pt x="20542" y="2872"/>
                </a:lnTo>
                <a:lnTo>
                  <a:pt x="21221" y="2767"/>
                </a:lnTo>
                <a:lnTo>
                  <a:pt x="21374" y="2660"/>
                </a:lnTo>
                <a:lnTo>
                  <a:pt x="21524" y="2553"/>
                </a:lnTo>
                <a:lnTo>
                  <a:pt x="21600" y="2341"/>
                </a:lnTo>
                <a:lnTo>
                  <a:pt x="21600" y="2129"/>
                </a:lnTo>
                <a:lnTo>
                  <a:pt x="21448" y="1703"/>
                </a:lnTo>
                <a:lnTo>
                  <a:pt x="21374" y="1491"/>
                </a:lnTo>
                <a:lnTo>
                  <a:pt x="21221" y="1384"/>
                </a:lnTo>
                <a:lnTo>
                  <a:pt x="20618" y="1172"/>
                </a:lnTo>
                <a:lnTo>
                  <a:pt x="20013" y="1065"/>
                </a:lnTo>
                <a:lnTo>
                  <a:pt x="18804" y="957"/>
                </a:lnTo>
                <a:lnTo>
                  <a:pt x="16086" y="850"/>
                </a:lnTo>
                <a:lnTo>
                  <a:pt x="13216" y="957"/>
                </a:lnTo>
                <a:lnTo>
                  <a:pt x="10346" y="1172"/>
                </a:lnTo>
                <a:lnTo>
                  <a:pt x="10120" y="1276"/>
                </a:lnTo>
                <a:lnTo>
                  <a:pt x="9969" y="1384"/>
                </a:lnTo>
                <a:lnTo>
                  <a:pt x="9893" y="1595"/>
                </a:lnTo>
                <a:lnTo>
                  <a:pt x="9743" y="1810"/>
                </a:lnTo>
                <a:lnTo>
                  <a:pt x="5512" y="17875"/>
                </a:lnTo>
                <a:lnTo>
                  <a:pt x="4379" y="10748"/>
                </a:lnTo>
                <a:lnTo>
                  <a:pt x="3550" y="5747"/>
                </a:lnTo>
                <a:lnTo>
                  <a:pt x="3171" y="3510"/>
                </a:lnTo>
                <a:lnTo>
                  <a:pt x="3020" y="2448"/>
                </a:lnTo>
                <a:lnTo>
                  <a:pt x="2944" y="1915"/>
                </a:lnTo>
                <a:lnTo>
                  <a:pt x="2870" y="1595"/>
                </a:lnTo>
                <a:lnTo>
                  <a:pt x="2944" y="1595"/>
                </a:lnTo>
                <a:lnTo>
                  <a:pt x="3020" y="1491"/>
                </a:lnTo>
                <a:lnTo>
                  <a:pt x="3020" y="1384"/>
                </a:lnTo>
                <a:lnTo>
                  <a:pt x="3097" y="1065"/>
                </a:lnTo>
                <a:lnTo>
                  <a:pt x="3097" y="638"/>
                </a:lnTo>
                <a:lnTo>
                  <a:pt x="3020" y="319"/>
                </a:lnTo>
                <a:lnTo>
                  <a:pt x="2870" y="212"/>
                </a:lnTo>
                <a:lnTo>
                  <a:pt x="2718" y="107"/>
                </a:lnTo>
                <a:lnTo>
                  <a:pt x="2341" y="0"/>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586" name="Google Shape;234;p3"/>
          <p:cNvSpPr/>
          <p:nvPr/>
        </p:nvSpPr>
        <p:spPr>
          <a:xfrm>
            <a:off x="3949153" y="4950153"/>
            <a:ext cx="288189" cy="18414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624" y="1950"/>
                </a:moveTo>
                <a:lnTo>
                  <a:pt x="17624" y="2319"/>
                </a:lnTo>
                <a:lnTo>
                  <a:pt x="17701" y="2562"/>
                </a:lnTo>
                <a:lnTo>
                  <a:pt x="17858" y="2685"/>
                </a:lnTo>
                <a:lnTo>
                  <a:pt x="18013" y="2685"/>
                </a:lnTo>
                <a:lnTo>
                  <a:pt x="18639" y="2562"/>
                </a:lnTo>
                <a:lnTo>
                  <a:pt x="18949" y="2562"/>
                </a:lnTo>
                <a:lnTo>
                  <a:pt x="19106" y="2685"/>
                </a:lnTo>
                <a:lnTo>
                  <a:pt x="19183" y="2805"/>
                </a:lnTo>
                <a:lnTo>
                  <a:pt x="19574" y="3660"/>
                </a:lnTo>
                <a:lnTo>
                  <a:pt x="19808" y="4392"/>
                </a:lnTo>
                <a:lnTo>
                  <a:pt x="20120" y="5370"/>
                </a:lnTo>
                <a:lnTo>
                  <a:pt x="20276" y="6222"/>
                </a:lnTo>
                <a:lnTo>
                  <a:pt x="20431" y="7200"/>
                </a:lnTo>
                <a:lnTo>
                  <a:pt x="20509" y="8175"/>
                </a:lnTo>
                <a:lnTo>
                  <a:pt x="20509" y="9030"/>
                </a:lnTo>
                <a:lnTo>
                  <a:pt x="20354" y="9885"/>
                </a:lnTo>
                <a:lnTo>
                  <a:pt x="20197" y="10740"/>
                </a:lnTo>
                <a:lnTo>
                  <a:pt x="19884" y="11592"/>
                </a:lnTo>
                <a:lnTo>
                  <a:pt x="19495" y="12204"/>
                </a:lnTo>
                <a:lnTo>
                  <a:pt x="19106" y="12813"/>
                </a:lnTo>
                <a:lnTo>
                  <a:pt x="18560" y="13179"/>
                </a:lnTo>
                <a:lnTo>
                  <a:pt x="18013" y="13302"/>
                </a:lnTo>
                <a:lnTo>
                  <a:pt x="17701" y="13302"/>
                </a:lnTo>
                <a:lnTo>
                  <a:pt x="17467" y="13056"/>
                </a:lnTo>
                <a:lnTo>
                  <a:pt x="17233" y="12813"/>
                </a:lnTo>
                <a:lnTo>
                  <a:pt x="16999" y="12447"/>
                </a:lnTo>
                <a:lnTo>
                  <a:pt x="16689" y="11592"/>
                </a:lnTo>
                <a:lnTo>
                  <a:pt x="16453" y="10740"/>
                </a:lnTo>
                <a:lnTo>
                  <a:pt x="16219" y="9762"/>
                </a:lnTo>
                <a:lnTo>
                  <a:pt x="16143" y="8664"/>
                </a:lnTo>
                <a:lnTo>
                  <a:pt x="16064" y="7686"/>
                </a:lnTo>
                <a:lnTo>
                  <a:pt x="16143" y="6588"/>
                </a:lnTo>
                <a:lnTo>
                  <a:pt x="16219" y="5247"/>
                </a:lnTo>
                <a:lnTo>
                  <a:pt x="16532" y="4026"/>
                </a:lnTo>
                <a:lnTo>
                  <a:pt x="16766" y="3417"/>
                </a:lnTo>
                <a:lnTo>
                  <a:pt x="16999" y="2805"/>
                </a:lnTo>
                <a:lnTo>
                  <a:pt x="17233" y="2319"/>
                </a:lnTo>
                <a:lnTo>
                  <a:pt x="17624" y="1950"/>
                </a:lnTo>
                <a:close/>
                <a:moveTo>
                  <a:pt x="17858" y="486"/>
                </a:moveTo>
                <a:lnTo>
                  <a:pt x="17391" y="732"/>
                </a:lnTo>
                <a:lnTo>
                  <a:pt x="16923" y="975"/>
                </a:lnTo>
                <a:lnTo>
                  <a:pt x="16610" y="1341"/>
                </a:lnTo>
                <a:lnTo>
                  <a:pt x="16298" y="1830"/>
                </a:lnTo>
                <a:lnTo>
                  <a:pt x="15985" y="2319"/>
                </a:lnTo>
                <a:lnTo>
                  <a:pt x="15751" y="2928"/>
                </a:lnTo>
                <a:lnTo>
                  <a:pt x="15441" y="4269"/>
                </a:lnTo>
                <a:lnTo>
                  <a:pt x="15207" y="5613"/>
                </a:lnTo>
                <a:lnTo>
                  <a:pt x="15129" y="6834"/>
                </a:lnTo>
                <a:lnTo>
                  <a:pt x="15050" y="8175"/>
                </a:lnTo>
                <a:lnTo>
                  <a:pt x="15207" y="9762"/>
                </a:lnTo>
                <a:lnTo>
                  <a:pt x="15441" y="11226"/>
                </a:lnTo>
                <a:lnTo>
                  <a:pt x="15751" y="12570"/>
                </a:lnTo>
                <a:lnTo>
                  <a:pt x="15985" y="13179"/>
                </a:lnTo>
                <a:lnTo>
                  <a:pt x="16298" y="13791"/>
                </a:lnTo>
                <a:lnTo>
                  <a:pt x="16610" y="14277"/>
                </a:lnTo>
                <a:lnTo>
                  <a:pt x="16923" y="14643"/>
                </a:lnTo>
                <a:lnTo>
                  <a:pt x="17312" y="14889"/>
                </a:lnTo>
                <a:lnTo>
                  <a:pt x="17780" y="15009"/>
                </a:lnTo>
                <a:lnTo>
                  <a:pt x="18247" y="15009"/>
                </a:lnTo>
                <a:lnTo>
                  <a:pt x="18639" y="14889"/>
                </a:lnTo>
                <a:lnTo>
                  <a:pt x="19106" y="14766"/>
                </a:lnTo>
                <a:lnTo>
                  <a:pt x="19417" y="14523"/>
                </a:lnTo>
                <a:lnTo>
                  <a:pt x="19808" y="14157"/>
                </a:lnTo>
                <a:lnTo>
                  <a:pt x="20120" y="13791"/>
                </a:lnTo>
                <a:lnTo>
                  <a:pt x="20665" y="12813"/>
                </a:lnTo>
                <a:lnTo>
                  <a:pt x="21056" y="11715"/>
                </a:lnTo>
                <a:lnTo>
                  <a:pt x="21366" y="10371"/>
                </a:lnTo>
                <a:lnTo>
                  <a:pt x="21600" y="9153"/>
                </a:lnTo>
                <a:lnTo>
                  <a:pt x="21600" y="7809"/>
                </a:lnTo>
                <a:lnTo>
                  <a:pt x="21523" y="6954"/>
                </a:lnTo>
                <a:lnTo>
                  <a:pt x="21366" y="5856"/>
                </a:lnTo>
                <a:lnTo>
                  <a:pt x="21132" y="4635"/>
                </a:lnTo>
                <a:lnTo>
                  <a:pt x="20743" y="3537"/>
                </a:lnTo>
                <a:lnTo>
                  <a:pt x="20354" y="2439"/>
                </a:lnTo>
                <a:lnTo>
                  <a:pt x="19884" y="1464"/>
                </a:lnTo>
                <a:lnTo>
                  <a:pt x="19650" y="1098"/>
                </a:lnTo>
                <a:lnTo>
                  <a:pt x="19340" y="852"/>
                </a:lnTo>
                <a:lnTo>
                  <a:pt x="19106" y="732"/>
                </a:lnTo>
                <a:lnTo>
                  <a:pt x="18794" y="609"/>
                </a:lnTo>
                <a:lnTo>
                  <a:pt x="18326" y="486"/>
                </a:lnTo>
                <a:close/>
                <a:moveTo>
                  <a:pt x="8500" y="0"/>
                </a:moveTo>
                <a:lnTo>
                  <a:pt x="8344" y="120"/>
                </a:lnTo>
                <a:lnTo>
                  <a:pt x="8187" y="366"/>
                </a:lnTo>
                <a:lnTo>
                  <a:pt x="8111" y="1341"/>
                </a:lnTo>
                <a:lnTo>
                  <a:pt x="8032" y="2439"/>
                </a:lnTo>
                <a:lnTo>
                  <a:pt x="7875" y="4392"/>
                </a:lnTo>
                <a:lnTo>
                  <a:pt x="7719" y="8175"/>
                </a:lnTo>
                <a:lnTo>
                  <a:pt x="6159" y="7932"/>
                </a:lnTo>
                <a:lnTo>
                  <a:pt x="4522" y="7932"/>
                </a:lnTo>
                <a:lnTo>
                  <a:pt x="2964" y="8055"/>
                </a:lnTo>
                <a:lnTo>
                  <a:pt x="2183" y="8298"/>
                </a:lnTo>
                <a:lnTo>
                  <a:pt x="1403" y="8541"/>
                </a:lnTo>
                <a:lnTo>
                  <a:pt x="1403" y="8298"/>
                </a:lnTo>
                <a:lnTo>
                  <a:pt x="1248" y="8175"/>
                </a:lnTo>
                <a:lnTo>
                  <a:pt x="1169" y="8298"/>
                </a:lnTo>
                <a:lnTo>
                  <a:pt x="1014" y="5490"/>
                </a:lnTo>
                <a:lnTo>
                  <a:pt x="935" y="3051"/>
                </a:lnTo>
                <a:lnTo>
                  <a:pt x="857" y="1830"/>
                </a:lnTo>
                <a:lnTo>
                  <a:pt x="778" y="609"/>
                </a:lnTo>
                <a:lnTo>
                  <a:pt x="702" y="366"/>
                </a:lnTo>
                <a:lnTo>
                  <a:pt x="310" y="366"/>
                </a:lnTo>
                <a:lnTo>
                  <a:pt x="234" y="609"/>
                </a:lnTo>
                <a:lnTo>
                  <a:pt x="77" y="1707"/>
                </a:lnTo>
                <a:lnTo>
                  <a:pt x="0" y="2928"/>
                </a:lnTo>
                <a:lnTo>
                  <a:pt x="0" y="5247"/>
                </a:lnTo>
                <a:lnTo>
                  <a:pt x="77" y="7566"/>
                </a:lnTo>
                <a:lnTo>
                  <a:pt x="234" y="9885"/>
                </a:lnTo>
                <a:lnTo>
                  <a:pt x="389" y="12081"/>
                </a:lnTo>
                <a:lnTo>
                  <a:pt x="623" y="14400"/>
                </a:lnTo>
                <a:lnTo>
                  <a:pt x="857" y="16596"/>
                </a:lnTo>
                <a:lnTo>
                  <a:pt x="1014" y="17817"/>
                </a:lnTo>
                <a:lnTo>
                  <a:pt x="1169" y="18306"/>
                </a:lnTo>
                <a:lnTo>
                  <a:pt x="1248" y="18795"/>
                </a:lnTo>
                <a:lnTo>
                  <a:pt x="1169" y="19038"/>
                </a:lnTo>
                <a:lnTo>
                  <a:pt x="1248" y="19404"/>
                </a:lnTo>
                <a:lnTo>
                  <a:pt x="1403" y="19647"/>
                </a:lnTo>
                <a:lnTo>
                  <a:pt x="1558" y="19770"/>
                </a:lnTo>
                <a:lnTo>
                  <a:pt x="1871" y="19770"/>
                </a:lnTo>
                <a:lnTo>
                  <a:pt x="2026" y="19647"/>
                </a:lnTo>
                <a:lnTo>
                  <a:pt x="2183" y="19404"/>
                </a:lnTo>
                <a:lnTo>
                  <a:pt x="2260" y="19161"/>
                </a:lnTo>
                <a:lnTo>
                  <a:pt x="2260" y="18183"/>
                </a:lnTo>
                <a:lnTo>
                  <a:pt x="1871" y="15621"/>
                </a:lnTo>
                <a:lnTo>
                  <a:pt x="1558" y="12936"/>
                </a:lnTo>
                <a:lnTo>
                  <a:pt x="1324" y="10251"/>
                </a:lnTo>
                <a:lnTo>
                  <a:pt x="1248" y="9762"/>
                </a:lnTo>
                <a:lnTo>
                  <a:pt x="2105" y="9885"/>
                </a:lnTo>
                <a:lnTo>
                  <a:pt x="2885" y="9762"/>
                </a:lnTo>
                <a:lnTo>
                  <a:pt x="4522" y="9639"/>
                </a:lnTo>
                <a:lnTo>
                  <a:pt x="6082" y="9639"/>
                </a:lnTo>
                <a:lnTo>
                  <a:pt x="7719" y="9885"/>
                </a:lnTo>
                <a:lnTo>
                  <a:pt x="7564" y="14157"/>
                </a:lnTo>
                <a:lnTo>
                  <a:pt x="7407" y="16110"/>
                </a:lnTo>
                <a:lnTo>
                  <a:pt x="7407" y="16596"/>
                </a:lnTo>
                <a:lnTo>
                  <a:pt x="7486" y="17208"/>
                </a:lnTo>
                <a:lnTo>
                  <a:pt x="7564" y="17574"/>
                </a:lnTo>
                <a:lnTo>
                  <a:pt x="7719" y="17940"/>
                </a:lnTo>
                <a:lnTo>
                  <a:pt x="7798" y="18060"/>
                </a:lnTo>
                <a:lnTo>
                  <a:pt x="7953" y="18183"/>
                </a:lnTo>
                <a:lnTo>
                  <a:pt x="8187" y="17940"/>
                </a:lnTo>
                <a:lnTo>
                  <a:pt x="8344" y="17694"/>
                </a:lnTo>
                <a:lnTo>
                  <a:pt x="8500" y="17328"/>
                </a:lnTo>
                <a:lnTo>
                  <a:pt x="8578" y="16353"/>
                </a:lnTo>
                <a:lnTo>
                  <a:pt x="8578" y="14523"/>
                </a:lnTo>
                <a:lnTo>
                  <a:pt x="8734" y="9762"/>
                </a:lnTo>
                <a:lnTo>
                  <a:pt x="8812" y="4881"/>
                </a:lnTo>
                <a:lnTo>
                  <a:pt x="8889" y="2562"/>
                </a:lnTo>
                <a:lnTo>
                  <a:pt x="8889" y="1464"/>
                </a:lnTo>
                <a:lnTo>
                  <a:pt x="8812" y="366"/>
                </a:lnTo>
                <a:lnTo>
                  <a:pt x="8655" y="120"/>
                </a:lnTo>
                <a:lnTo>
                  <a:pt x="8500" y="0"/>
                </a:lnTo>
                <a:close/>
                <a:moveTo>
                  <a:pt x="11697" y="12570"/>
                </a:moveTo>
                <a:lnTo>
                  <a:pt x="11151" y="12690"/>
                </a:lnTo>
                <a:lnTo>
                  <a:pt x="10683" y="13056"/>
                </a:lnTo>
                <a:lnTo>
                  <a:pt x="10371" y="13302"/>
                </a:lnTo>
                <a:lnTo>
                  <a:pt x="10215" y="13668"/>
                </a:lnTo>
                <a:lnTo>
                  <a:pt x="10215" y="13791"/>
                </a:lnTo>
                <a:lnTo>
                  <a:pt x="10294" y="13911"/>
                </a:lnTo>
                <a:lnTo>
                  <a:pt x="10449" y="14157"/>
                </a:lnTo>
                <a:lnTo>
                  <a:pt x="11151" y="14157"/>
                </a:lnTo>
                <a:lnTo>
                  <a:pt x="12165" y="14034"/>
                </a:lnTo>
                <a:lnTo>
                  <a:pt x="12086" y="14400"/>
                </a:lnTo>
                <a:lnTo>
                  <a:pt x="11852" y="14766"/>
                </a:lnTo>
                <a:lnTo>
                  <a:pt x="11463" y="15375"/>
                </a:lnTo>
                <a:lnTo>
                  <a:pt x="10683" y="16962"/>
                </a:lnTo>
                <a:lnTo>
                  <a:pt x="9903" y="18672"/>
                </a:lnTo>
                <a:lnTo>
                  <a:pt x="9280" y="20379"/>
                </a:lnTo>
                <a:lnTo>
                  <a:pt x="9201" y="20868"/>
                </a:lnTo>
                <a:lnTo>
                  <a:pt x="9280" y="21357"/>
                </a:lnTo>
                <a:lnTo>
                  <a:pt x="9514" y="21600"/>
                </a:lnTo>
                <a:lnTo>
                  <a:pt x="9826" y="21600"/>
                </a:lnTo>
                <a:lnTo>
                  <a:pt x="13413" y="20379"/>
                </a:lnTo>
                <a:lnTo>
                  <a:pt x="13568" y="20259"/>
                </a:lnTo>
                <a:lnTo>
                  <a:pt x="13725" y="20013"/>
                </a:lnTo>
                <a:lnTo>
                  <a:pt x="13802" y="19770"/>
                </a:lnTo>
                <a:lnTo>
                  <a:pt x="13725" y="19404"/>
                </a:lnTo>
                <a:lnTo>
                  <a:pt x="13647" y="19161"/>
                </a:lnTo>
                <a:lnTo>
                  <a:pt x="13568" y="18915"/>
                </a:lnTo>
                <a:lnTo>
                  <a:pt x="13334" y="18795"/>
                </a:lnTo>
                <a:lnTo>
                  <a:pt x="13100" y="18795"/>
                </a:lnTo>
                <a:lnTo>
                  <a:pt x="10683" y="19647"/>
                </a:lnTo>
                <a:lnTo>
                  <a:pt x="11306" y="18183"/>
                </a:lnTo>
                <a:lnTo>
                  <a:pt x="12010" y="16842"/>
                </a:lnTo>
                <a:lnTo>
                  <a:pt x="12477" y="15987"/>
                </a:lnTo>
                <a:lnTo>
                  <a:pt x="12866" y="15132"/>
                </a:lnTo>
                <a:lnTo>
                  <a:pt x="13022" y="14643"/>
                </a:lnTo>
                <a:lnTo>
                  <a:pt x="13179" y="14157"/>
                </a:lnTo>
                <a:lnTo>
                  <a:pt x="13179" y="13056"/>
                </a:lnTo>
                <a:lnTo>
                  <a:pt x="13100" y="12936"/>
                </a:lnTo>
                <a:lnTo>
                  <a:pt x="13022" y="12690"/>
                </a:lnTo>
                <a:lnTo>
                  <a:pt x="12711" y="12570"/>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587" name="Google Shape;235;p3"/>
          <p:cNvSpPr/>
          <p:nvPr/>
        </p:nvSpPr>
        <p:spPr>
          <a:xfrm>
            <a:off x="1360143" y="4780262"/>
            <a:ext cx="323589" cy="3214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793" y="8039"/>
                </a:moveTo>
                <a:lnTo>
                  <a:pt x="9723" y="8109"/>
                </a:lnTo>
                <a:lnTo>
                  <a:pt x="9654" y="8178"/>
                </a:lnTo>
                <a:lnTo>
                  <a:pt x="9446" y="8319"/>
                </a:lnTo>
                <a:lnTo>
                  <a:pt x="9306" y="8528"/>
                </a:lnTo>
                <a:lnTo>
                  <a:pt x="9306" y="8597"/>
                </a:lnTo>
                <a:lnTo>
                  <a:pt x="9168" y="8877"/>
                </a:lnTo>
                <a:lnTo>
                  <a:pt x="9168" y="9087"/>
                </a:lnTo>
                <a:lnTo>
                  <a:pt x="9238" y="9228"/>
                </a:lnTo>
                <a:lnTo>
                  <a:pt x="9446" y="9367"/>
                </a:lnTo>
                <a:lnTo>
                  <a:pt x="9654" y="9506"/>
                </a:lnTo>
                <a:lnTo>
                  <a:pt x="10001" y="9506"/>
                </a:lnTo>
                <a:lnTo>
                  <a:pt x="10279" y="9367"/>
                </a:lnTo>
                <a:lnTo>
                  <a:pt x="10488" y="9087"/>
                </a:lnTo>
                <a:lnTo>
                  <a:pt x="10558" y="8948"/>
                </a:lnTo>
                <a:lnTo>
                  <a:pt x="10626" y="8808"/>
                </a:lnTo>
                <a:lnTo>
                  <a:pt x="10558" y="8667"/>
                </a:lnTo>
                <a:lnTo>
                  <a:pt x="10558" y="8528"/>
                </a:lnTo>
                <a:lnTo>
                  <a:pt x="10279" y="8387"/>
                </a:lnTo>
                <a:lnTo>
                  <a:pt x="10071" y="8319"/>
                </a:lnTo>
                <a:lnTo>
                  <a:pt x="10071" y="8178"/>
                </a:lnTo>
                <a:lnTo>
                  <a:pt x="9931" y="8109"/>
                </a:lnTo>
                <a:lnTo>
                  <a:pt x="9793" y="8039"/>
                </a:lnTo>
                <a:close/>
                <a:moveTo>
                  <a:pt x="11321" y="11463"/>
                </a:moveTo>
                <a:lnTo>
                  <a:pt x="11391" y="11534"/>
                </a:lnTo>
                <a:lnTo>
                  <a:pt x="11459" y="11673"/>
                </a:lnTo>
                <a:lnTo>
                  <a:pt x="11459" y="11814"/>
                </a:lnTo>
                <a:lnTo>
                  <a:pt x="11182" y="11884"/>
                </a:lnTo>
                <a:lnTo>
                  <a:pt x="11251" y="11604"/>
                </a:lnTo>
                <a:lnTo>
                  <a:pt x="11321" y="11463"/>
                </a:lnTo>
                <a:close/>
                <a:moveTo>
                  <a:pt x="11042" y="10695"/>
                </a:moveTo>
                <a:lnTo>
                  <a:pt x="10834" y="10766"/>
                </a:lnTo>
                <a:lnTo>
                  <a:pt x="10696" y="10905"/>
                </a:lnTo>
                <a:lnTo>
                  <a:pt x="10626" y="11044"/>
                </a:lnTo>
                <a:lnTo>
                  <a:pt x="10626" y="11185"/>
                </a:lnTo>
                <a:lnTo>
                  <a:pt x="10766" y="11324"/>
                </a:lnTo>
                <a:lnTo>
                  <a:pt x="10558" y="11743"/>
                </a:lnTo>
                <a:lnTo>
                  <a:pt x="10488" y="12233"/>
                </a:lnTo>
                <a:lnTo>
                  <a:pt x="10558" y="12443"/>
                </a:lnTo>
                <a:lnTo>
                  <a:pt x="10766" y="12513"/>
                </a:lnTo>
                <a:lnTo>
                  <a:pt x="11042" y="12582"/>
                </a:lnTo>
                <a:lnTo>
                  <a:pt x="11321" y="12582"/>
                </a:lnTo>
                <a:lnTo>
                  <a:pt x="11529" y="12513"/>
                </a:lnTo>
                <a:lnTo>
                  <a:pt x="11807" y="12443"/>
                </a:lnTo>
                <a:lnTo>
                  <a:pt x="12016" y="12304"/>
                </a:lnTo>
                <a:lnTo>
                  <a:pt x="12154" y="12094"/>
                </a:lnTo>
                <a:lnTo>
                  <a:pt x="12224" y="11814"/>
                </a:lnTo>
                <a:lnTo>
                  <a:pt x="12224" y="11534"/>
                </a:lnTo>
                <a:lnTo>
                  <a:pt x="12154" y="11324"/>
                </a:lnTo>
                <a:lnTo>
                  <a:pt x="12016" y="11114"/>
                </a:lnTo>
                <a:lnTo>
                  <a:pt x="11877" y="10975"/>
                </a:lnTo>
                <a:lnTo>
                  <a:pt x="11667" y="10834"/>
                </a:lnTo>
                <a:lnTo>
                  <a:pt x="11459" y="10766"/>
                </a:lnTo>
                <a:lnTo>
                  <a:pt x="11251" y="10695"/>
                </a:lnTo>
                <a:close/>
                <a:moveTo>
                  <a:pt x="7432" y="839"/>
                </a:moveTo>
                <a:lnTo>
                  <a:pt x="8751" y="909"/>
                </a:lnTo>
                <a:lnTo>
                  <a:pt x="10139" y="909"/>
                </a:lnTo>
                <a:lnTo>
                  <a:pt x="12919" y="1048"/>
                </a:lnTo>
                <a:lnTo>
                  <a:pt x="14447" y="1048"/>
                </a:lnTo>
                <a:lnTo>
                  <a:pt x="14585" y="1397"/>
                </a:lnTo>
                <a:lnTo>
                  <a:pt x="14723" y="2026"/>
                </a:lnTo>
                <a:lnTo>
                  <a:pt x="14238" y="2235"/>
                </a:lnTo>
                <a:lnTo>
                  <a:pt x="13614" y="2306"/>
                </a:lnTo>
                <a:lnTo>
                  <a:pt x="13335" y="2306"/>
                </a:lnTo>
                <a:lnTo>
                  <a:pt x="12987" y="2235"/>
                </a:lnTo>
                <a:lnTo>
                  <a:pt x="12710" y="2235"/>
                </a:lnTo>
                <a:lnTo>
                  <a:pt x="12362" y="2306"/>
                </a:lnTo>
                <a:lnTo>
                  <a:pt x="12294" y="2376"/>
                </a:lnTo>
                <a:lnTo>
                  <a:pt x="12224" y="2516"/>
                </a:lnTo>
                <a:lnTo>
                  <a:pt x="12154" y="2657"/>
                </a:lnTo>
                <a:lnTo>
                  <a:pt x="12224" y="2796"/>
                </a:lnTo>
                <a:lnTo>
                  <a:pt x="12224" y="2866"/>
                </a:lnTo>
                <a:lnTo>
                  <a:pt x="12294" y="3005"/>
                </a:lnTo>
                <a:lnTo>
                  <a:pt x="12432" y="3145"/>
                </a:lnTo>
                <a:lnTo>
                  <a:pt x="12432" y="3985"/>
                </a:lnTo>
                <a:lnTo>
                  <a:pt x="12570" y="5033"/>
                </a:lnTo>
                <a:lnTo>
                  <a:pt x="12640" y="6081"/>
                </a:lnTo>
                <a:lnTo>
                  <a:pt x="12710" y="6920"/>
                </a:lnTo>
                <a:lnTo>
                  <a:pt x="12710" y="7758"/>
                </a:lnTo>
                <a:lnTo>
                  <a:pt x="12640" y="8738"/>
                </a:lnTo>
                <a:lnTo>
                  <a:pt x="12570" y="9228"/>
                </a:lnTo>
                <a:lnTo>
                  <a:pt x="12570" y="9716"/>
                </a:lnTo>
                <a:lnTo>
                  <a:pt x="12640" y="9996"/>
                </a:lnTo>
                <a:lnTo>
                  <a:pt x="12570" y="10135"/>
                </a:lnTo>
                <a:lnTo>
                  <a:pt x="12570" y="10415"/>
                </a:lnTo>
                <a:lnTo>
                  <a:pt x="12710" y="10556"/>
                </a:lnTo>
                <a:lnTo>
                  <a:pt x="13473" y="11044"/>
                </a:lnTo>
                <a:lnTo>
                  <a:pt x="14168" y="11463"/>
                </a:lnTo>
                <a:lnTo>
                  <a:pt x="14863" y="12024"/>
                </a:lnTo>
                <a:lnTo>
                  <a:pt x="15558" y="12652"/>
                </a:lnTo>
                <a:lnTo>
                  <a:pt x="16878" y="13910"/>
                </a:lnTo>
                <a:lnTo>
                  <a:pt x="16321" y="13981"/>
                </a:lnTo>
                <a:lnTo>
                  <a:pt x="15766" y="13910"/>
                </a:lnTo>
                <a:lnTo>
                  <a:pt x="15350" y="13771"/>
                </a:lnTo>
                <a:lnTo>
                  <a:pt x="14931" y="13632"/>
                </a:lnTo>
                <a:lnTo>
                  <a:pt x="14168" y="13211"/>
                </a:lnTo>
                <a:lnTo>
                  <a:pt x="13473" y="13001"/>
                </a:lnTo>
                <a:lnTo>
                  <a:pt x="12779" y="12933"/>
                </a:lnTo>
                <a:lnTo>
                  <a:pt x="12086" y="13001"/>
                </a:lnTo>
                <a:lnTo>
                  <a:pt x="11321" y="13211"/>
                </a:lnTo>
                <a:lnTo>
                  <a:pt x="10558" y="13422"/>
                </a:lnTo>
                <a:lnTo>
                  <a:pt x="9863" y="13771"/>
                </a:lnTo>
                <a:lnTo>
                  <a:pt x="9168" y="14051"/>
                </a:lnTo>
                <a:lnTo>
                  <a:pt x="8403" y="14329"/>
                </a:lnTo>
                <a:lnTo>
                  <a:pt x="7778" y="14400"/>
                </a:lnTo>
                <a:lnTo>
                  <a:pt x="7223" y="14471"/>
                </a:lnTo>
                <a:lnTo>
                  <a:pt x="7362" y="14400"/>
                </a:lnTo>
                <a:lnTo>
                  <a:pt x="7432" y="14261"/>
                </a:lnTo>
                <a:lnTo>
                  <a:pt x="7432" y="13910"/>
                </a:lnTo>
                <a:lnTo>
                  <a:pt x="7362" y="13771"/>
                </a:lnTo>
                <a:lnTo>
                  <a:pt x="7223" y="13701"/>
                </a:lnTo>
                <a:lnTo>
                  <a:pt x="5279" y="13701"/>
                </a:lnTo>
                <a:lnTo>
                  <a:pt x="5555" y="13422"/>
                </a:lnTo>
                <a:lnTo>
                  <a:pt x="6182" y="12723"/>
                </a:lnTo>
                <a:lnTo>
                  <a:pt x="6737" y="12792"/>
                </a:lnTo>
                <a:lnTo>
                  <a:pt x="7293" y="12792"/>
                </a:lnTo>
                <a:lnTo>
                  <a:pt x="8335" y="12723"/>
                </a:lnTo>
                <a:lnTo>
                  <a:pt x="8611" y="12652"/>
                </a:lnTo>
                <a:lnTo>
                  <a:pt x="8751" y="12443"/>
                </a:lnTo>
                <a:lnTo>
                  <a:pt x="8751" y="12304"/>
                </a:lnTo>
                <a:lnTo>
                  <a:pt x="8681" y="12163"/>
                </a:lnTo>
                <a:lnTo>
                  <a:pt x="8543" y="12024"/>
                </a:lnTo>
                <a:lnTo>
                  <a:pt x="8335" y="11953"/>
                </a:lnTo>
                <a:lnTo>
                  <a:pt x="6945" y="11953"/>
                </a:lnTo>
                <a:lnTo>
                  <a:pt x="7432" y="11463"/>
                </a:lnTo>
                <a:lnTo>
                  <a:pt x="7918" y="10905"/>
                </a:lnTo>
                <a:lnTo>
                  <a:pt x="8127" y="10905"/>
                </a:lnTo>
                <a:lnTo>
                  <a:pt x="8265" y="10834"/>
                </a:lnTo>
                <a:lnTo>
                  <a:pt x="8403" y="10625"/>
                </a:lnTo>
                <a:lnTo>
                  <a:pt x="8473" y="10415"/>
                </a:lnTo>
                <a:lnTo>
                  <a:pt x="8335" y="6571"/>
                </a:lnTo>
                <a:lnTo>
                  <a:pt x="8265" y="4753"/>
                </a:lnTo>
                <a:lnTo>
                  <a:pt x="8195" y="3844"/>
                </a:lnTo>
                <a:lnTo>
                  <a:pt x="8127" y="2935"/>
                </a:lnTo>
                <a:lnTo>
                  <a:pt x="8056" y="2725"/>
                </a:lnTo>
                <a:lnTo>
                  <a:pt x="8611" y="2866"/>
                </a:lnTo>
                <a:lnTo>
                  <a:pt x="9376" y="3005"/>
                </a:lnTo>
                <a:lnTo>
                  <a:pt x="9793" y="3005"/>
                </a:lnTo>
                <a:lnTo>
                  <a:pt x="10139" y="2866"/>
                </a:lnTo>
                <a:lnTo>
                  <a:pt x="10209" y="2796"/>
                </a:lnTo>
                <a:lnTo>
                  <a:pt x="10279" y="2725"/>
                </a:lnTo>
                <a:lnTo>
                  <a:pt x="10279" y="2586"/>
                </a:lnTo>
                <a:lnTo>
                  <a:pt x="10209" y="2516"/>
                </a:lnTo>
                <a:lnTo>
                  <a:pt x="9931" y="2306"/>
                </a:lnTo>
                <a:lnTo>
                  <a:pt x="9584" y="2235"/>
                </a:lnTo>
                <a:lnTo>
                  <a:pt x="8960" y="2167"/>
                </a:lnTo>
                <a:lnTo>
                  <a:pt x="7986" y="2026"/>
                </a:lnTo>
                <a:lnTo>
                  <a:pt x="7918" y="1957"/>
                </a:lnTo>
                <a:lnTo>
                  <a:pt x="7848" y="1887"/>
                </a:lnTo>
                <a:lnTo>
                  <a:pt x="7570" y="1887"/>
                </a:lnTo>
                <a:lnTo>
                  <a:pt x="7293" y="1957"/>
                </a:lnTo>
                <a:lnTo>
                  <a:pt x="7015" y="2026"/>
                </a:lnTo>
                <a:lnTo>
                  <a:pt x="6807" y="2026"/>
                </a:lnTo>
                <a:lnTo>
                  <a:pt x="6667" y="1957"/>
                </a:lnTo>
                <a:lnTo>
                  <a:pt x="6599" y="1887"/>
                </a:lnTo>
                <a:lnTo>
                  <a:pt x="6458" y="1677"/>
                </a:lnTo>
                <a:lnTo>
                  <a:pt x="6458" y="1328"/>
                </a:lnTo>
                <a:lnTo>
                  <a:pt x="6599" y="1187"/>
                </a:lnTo>
                <a:lnTo>
                  <a:pt x="6737" y="1048"/>
                </a:lnTo>
                <a:lnTo>
                  <a:pt x="7083" y="909"/>
                </a:lnTo>
                <a:lnTo>
                  <a:pt x="7432" y="839"/>
                </a:lnTo>
                <a:close/>
                <a:moveTo>
                  <a:pt x="11529" y="15380"/>
                </a:moveTo>
                <a:lnTo>
                  <a:pt x="11599" y="15519"/>
                </a:lnTo>
                <a:lnTo>
                  <a:pt x="11599" y="15658"/>
                </a:lnTo>
                <a:lnTo>
                  <a:pt x="11529" y="15799"/>
                </a:lnTo>
                <a:lnTo>
                  <a:pt x="11459" y="15938"/>
                </a:lnTo>
                <a:lnTo>
                  <a:pt x="11321" y="16008"/>
                </a:lnTo>
                <a:lnTo>
                  <a:pt x="11182" y="16008"/>
                </a:lnTo>
                <a:lnTo>
                  <a:pt x="11042" y="15938"/>
                </a:lnTo>
                <a:lnTo>
                  <a:pt x="10904" y="15799"/>
                </a:lnTo>
                <a:lnTo>
                  <a:pt x="10904" y="15589"/>
                </a:lnTo>
                <a:lnTo>
                  <a:pt x="11042" y="15519"/>
                </a:lnTo>
                <a:lnTo>
                  <a:pt x="11251" y="15380"/>
                </a:lnTo>
                <a:lnTo>
                  <a:pt x="11391" y="15448"/>
                </a:lnTo>
                <a:lnTo>
                  <a:pt x="11459" y="15448"/>
                </a:lnTo>
                <a:lnTo>
                  <a:pt x="11529" y="15380"/>
                </a:lnTo>
                <a:close/>
                <a:moveTo>
                  <a:pt x="11182" y="14539"/>
                </a:moveTo>
                <a:lnTo>
                  <a:pt x="10974" y="14610"/>
                </a:lnTo>
                <a:lnTo>
                  <a:pt x="10766" y="14680"/>
                </a:lnTo>
                <a:lnTo>
                  <a:pt x="10558" y="14819"/>
                </a:lnTo>
                <a:lnTo>
                  <a:pt x="10349" y="15029"/>
                </a:lnTo>
                <a:lnTo>
                  <a:pt x="10349" y="15099"/>
                </a:lnTo>
                <a:lnTo>
                  <a:pt x="10279" y="15239"/>
                </a:lnTo>
                <a:lnTo>
                  <a:pt x="10418" y="15380"/>
                </a:lnTo>
                <a:lnTo>
                  <a:pt x="10279" y="15658"/>
                </a:lnTo>
                <a:lnTo>
                  <a:pt x="10279" y="15938"/>
                </a:lnTo>
                <a:lnTo>
                  <a:pt x="10349" y="16148"/>
                </a:lnTo>
                <a:lnTo>
                  <a:pt x="10488" y="16357"/>
                </a:lnTo>
                <a:lnTo>
                  <a:pt x="10696" y="16567"/>
                </a:lnTo>
                <a:lnTo>
                  <a:pt x="10974" y="16637"/>
                </a:lnTo>
                <a:lnTo>
                  <a:pt x="11182" y="16708"/>
                </a:lnTo>
                <a:lnTo>
                  <a:pt x="11459" y="16708"/>
                </a:lnTo>
                <a:lnTo>
                  <a:pt x="11737" y="16637"/>
                </a:lnTo>
                <a:lnTo>
                  <a:pt x="11946" y="16498"/>
                </a:lnTo>
                <a:lnTo>
                  <a:pt x="12086" y="16357"/>
                </a:lnTo>
                <a:lnTo>
                  <a:pt x="12224" y="16148"/>
                </a:lnTo>
                <a:lnTo>
                  <a:pt x="12294" y="15867"/>
                </a:lnTo>
                <a:lnTo>
                  <a:pt x="12294" y="15380"/>
                </a:lnTo>
                <a:lnTo>
                  <a:pt x="12224" y="15170"/>
                </a:lnTo>
                <a:lnTo>
                  <a:pt x="12086" y="14960"/>
                </a:lnTo>
                <a:lnTo>
                  <a:pt x="11946" y="14819"/>
                </a:lnTo>
                <a:lnTo>
                  <a:pt x="11737" y="14680"/>
                </a:lnTo>
                <a:lnTo>
                  <a:pt x="11459" y="14610"/>
                </a:lnTo>
                <a:lnTo>
                  <a:pt x="11182" y="14539"/>
                </a:lnTo>
                <a:close/>
                <a:moveTo>
                  <a:pt x="8473" y="17405"/>
                </a:moveTo>
                <a:lnTo>
                  <a:pt x="8543" y="17686"/>
                </a:lnTo>
                <a:lnTo>
                  <a:pt x="8473" y="17895"/>
                </a:lnTo>
                <a:lnTo>
                  <a:pt x="8335" y="18175"/>
                </a:lnTo>
                <a:lnTo>
                  <a:pt x="8056" y="18385"/>
                </a:lnTo>
                <a:lnTo>
                  <a:pt x="7918" y="18455"/>
                </a:lnTo>
                <a:lnTo>
                  <a:pt x="7778" y="18455"/>
                </a:lnTo>
                <a:lnTo>
                  <a:pt x="7640" y="18385"/>
                </a:lnTo>
                <a:lnTo>
                  <a:pt x="7502" y="18246"/>
                </a:lnTo>
                <a:lnTo>
                  <a:pt x="7432" y="18105"/>
                </a:lnTo>
                <a:lnTo>
                  <a:pt x="7432" y="17966"/>
                </a:lnTo>
                <a:lnTo>
                  <a:pt x="7502" y="17825"/>
                </a:lnTo>
                <a:lnTo>
                  <a:pt x="7640" y="17686"/>
                </a:lnTo>
                <a:lnTo>
                  <a:pt x="7986" y="17546"/>
                </a:lnTo>
                <a:lnTo>
                  <a:pt x="8335" y="17476"/>
                </a:lnTo>
                <a:lnTo>
                  <a:pt x="8403" y="17476"/>
                </a:lnTo>
                <a:lnTo>
                  <a:pt x="8473" y="17405"/>
                </a:lnTo>
                <a:close/>
                <a:moveTo>
                  <a:pt x="14655" y="17895"/>
                </a:moveTo>
                <a:lnTo>
                  <a:pt x="14793" y="18034"/>
                </a:lnTo>
                <a:lnTo>
                  <a:pt x="14863" y="18246"/>
                </a:lnTo>
                <a:lnTo>
                  <a:pt x="14863" y="18455"/>
                </a:lnTo>
                <a:lnTo>
                  <a:pt x="14793" y="18665"/>
                </a:lnTo>
                <a:lnTo>
                  <a:pt x="14585" y="18804"/>
                </a:lnTo>
                <a:lnTo>
                  <a:pt x="14307" y="18875"/>
                </a:lnTo>
                <a:lnTo>
                  <a:pt x="14098" y="18875"/>
                </a:lnTo>
                <a:lnTo>
                  <a:pt x="13822" y="18804"/>
                </a:lnTo>
                <a:lnTo>
                  <a:pt x="13682" y="18665"/>
                </a:lnTo>
                <a:lnTo>
                  <a:pt x="13822" y="18385"/>
                </a:lnTo>
                <a:lnTo>
                  <a:pt x="13960" y="18175"/>
                </a:lnTo>
                <a:lnTo>
                  <a:pt x="14168" y="18034"/>
                </a:lnTo>
                <a:lnTo>
                  <a:pt x="14447" y="17966"/>
                </a:lnTo>
                <a:lnTo>
                  <a:pt x="14585" y="17895"/>
                </a:lnTo>
                <a:close/>
                <a:moveTo>
                  <a:pt x="8403" y="16498"/>
                </a:moveTo>
                <a:lnTo>
                  <a:pt x="8127" y="16567"/>
                </a:lnTo>
                <a:lnTo>
                  <a:pt x="7848" y="16567"/>
                </a:lnTo>
                <a:lnTo>
                  <a:pt x="7710" y="16637"/>
                </a:lnTo>
                <a:lnTo>
                  <a:pt x="7570" y="16776"/>
                </a:lnTo>
                <a:lnTo>
                  <a:pt x="7502" y="17057"/>
                </a:lnTo>
                <a:lnTo>
                  <a:pt x="7083" y="17266"/>
                </a:lnTo>
                <a:lnTo>
                  <a:pt x="6807" y="17615"/>
                </a:lnTo>
                <a:lnTo>
                  <a:pt x="6737" y="17825"/>
                </a:lnTo>
                <a:lnTo>
                  <a:pt x="6667" y="18105"/>
                </a:lnTo>
                <a:lnTo>
                  <a:pt x="6737" y="18314"/>
                </a:lnTo>
                <a:lnTo>
                  <a:pt x="6807" y="18595"/>
                </a:lnTo>
                <a:lnTo>
                  <a:pt x="7015" y="18804"/>
                </a:lnTo>
                <a:lnTo>
                  <a:pt x="7153" y="19014"/>
                </a:lnTo>
                <a:lnTo>
                  <a:pt x="7432" y="19153"/>
                </a:lnTo>
                <a:lnTo>
                  <a:pt x="7640" y="19224"/>
                </a:lnTo>
                <a:lnTo>
                  <a:pt x="8265" y="19224"/>
                </a:lnTo>
                <a:lnTo>
                  <a:pt x="8543" y="19084"/>
                </a:lnTo>
                <a:lnTo>
                  <a:pt x="8751" y="18875"/>
                </a:lnTo>
                <a:lnTo>
                  <a:pt x="8960" y="18665"/>
                </a:lnTo>
                <a:lnTo>
                  <a:pt x="9168" y="18385"/>
                </a:lnTo>
                <a:lnTo>
                  <a:pt x="9238" y="18105"/>
                </a:lnTo>
                <a:lnTo>
                  <a:pt x="9306" y="17825"/>
                </a:lnTo>
                <a:lnTo>
                  <a:pt x="9306" y="17476"/>
                </a:lnTo>
                <a:lnTo>
                  <a:pt x="9238" y="17196"/>
                </a:lnTo>
                <a:lnTo>
                  <a:pt x="9098" y="16918"/>
                </a:lnTo>
                <a:lnTo>
                  <a:pt x="8960" y="16708"/>
                </a:lnTo>
                <a:lnTo>
                  <a:pt x="8681" y="16567"/>
                </a:lnTo>
                <a:lnTo>
                  <a:pt x="8403" y="16498"/>
                </a:lnTo>
                <a:close/>
                <a:moveTo>
                  <a:pt x="14098" y="17057"/>
                </a:moveTo>
                <a:lnTo>
                  <a:pt x="13890" y="17127"/>
                </a:lnTo>
                <a:lnTo>
                  <a:pt x="13752" y="17266"/>
                </a:lnTo>
                <a:lnTo>
                  <a:pt x="13682" y="17405"/>
                </a:lnTo>
                <a:lnTo>
                  <a:pt x="13682" y="17546"/>
                </a:lnTo>
                <a:lnTo>
                  <a:pt x="13473" y="17756"/>
                </a:lnTo>
                <a:lnTo>
                  <a:pt x="13265" y="17895"/>
                </a:lnTo>
                <a:lnTo>
                  <a:pt x="13127" y="18105"/>
                </a:lnTo>
                <a:lnTo>
                  <a:pt x="13057" y="18314"/>
                </a:lnTo>
                <a:lnTo>
                  <a:pt x="13057" y="18246"/>
                </a:lnTo>
                <a:lnTo>
                  <a:pt x="12987" y="18314"/>
                </a:lnTo>
                <a:lnTo>
                  <a:pt x="12919" y="18595"/>
                </a:lnTo>
                <a:lnTo>
                  <a:pt x="12919" y="18875"/>
                </a:lnTo>
                <a:lnTo>
                  <a:pt x="12987" y="19014"/>
                </a:lnTo>
                <a:lnTo>
                  <a:pt x="13057" y="19153"/>
                </a:lnTo>
                <a:lnTo>
                  <a:pt x="13265" y="19294"/>
                </a:lnTo>
                <a:lnTo>
                  <a:pt x="13335" y="19363"/>
                </a:lnTo>
                <a:lnTo>
                  <a:pt x="13335" y="19433"/>
                </a:lnTo>
                <a:lnTo>
                  <a:pt x="13682" y="19572"/>
                </a:lnTo>
                <a:lnTo>
                  <a:pt x="13960" y="19713"/>
                </a:lnTo>
                <a:lnTo>
                  <a:pt x="14585" y="19713"/>
                </a:lnTo>
                <a:lnTo>
                  <a:pt x="14863" y="19572"/>
                </a:lnTo>
                <a:lnTo>
                  <a:pt x="15142" y="19433"/>
                </a:lnTo>
                <a:lnTo>
                  <a:pt x="15350" y="19224"/>
                </a:lnTo>
                <a:lnTo>
                  <a:pt x="15488" y="18943"/>
                </a:lnTo>
                <a:lnTo>
                  <a:pt x="15626" y="18665"/>
                </a:lnTo>
                <a:lnTo>
                  <a:pt x="15696" y="18314"/>
                </a:lnTo>
                <a:lnTo>
                  <a:pt x="15626" y="18034"/>
                </a:lnTo>
                <a:lnTo>
                  <a:pt x="15558" y="17756"/>
                </a:lnTo>
                <a:lnTo>
                  <a:pt x="15418" y="17476"/>
                </a:lnTo>
                <a:lnTo>
                  <a:pt x="15142" y="17196"/>
                </a:lnTo>
                <a:lnTo>
                  <a:pt x="15001" y="17127"/>
                </a:lnTo>
                <a:lnTo>
                  <a:pt x="14863" y="17057"/>
                </a:lnTo>
                <a:close/>
                <a:moveTo>
                  <a:pt x="13195" y="13771"/>
                </a:moveTo>
                <a:lnTo>
                  <a:pt x="13682" y="13910"/>
                </a:lnTo>
                <a:lnTo>
                  <a:pt x="14655" y="14329"/>
                </a:lnTo>
                <a:lnTo>
                  <a:pt x="15280" y="14610"/>
                </a:lnTo>
                <a:lnTo>
                  <a:pt x="16043" y="14749"/>
                </a:lnTo>
                <a:lnTo>
                  <a:pt x="16391" y="14819"/>
                </a:lnTo>
                <a:lnTo>
                  <a:pt x="16808" y="14819"/>
                </a:lnTo>
                <a:lnTo>
                  <a:pt x="17154" y="14749"/>
                </a:lnTo>
                <a:lnTo>
                  <a:pt x="17503" y="14610"/>
                </a:lnTo>
                <a:lnTo>
                  <a:pt x="18127" y="15380"/>
                </a:lnTo>
                <a:lnTo>
                  <a:pt x="19169" y="16847"/>
                </a:lnTo>
                <a:lnTo>
                  <a:pt x="20142" y="18385"/>
                </a:lnTo>
                <a:lnTo>
                  <a:pt x="20419" y="18804"/>
                </a:lnTo>
                <a:lnTo>
                  <a:pt x="20489" y="19084"/>
                </a:lnTo>
                <a:lnTo>
                  <a:pt x="20419" y="19363"/>
                </a:lnTo>
                <a:lnTo>
                  <a:pt x="20350" y="19504"/>
                </a:lnTo>
                <a:lnTo>
                  <a:pt x="20142" y="19713"/>
                </a:lnTo>
                <a:lnTo>
                  <a:pt x="19794" y="19923"/>
                </a:lnTo>
                <a:lnTo>
                  <a:pt x="19377" y="20203"/>
                </a:lnTo>
                <a:lnTo>
                  <a:pt x="18474" y="20133"/>
                </a:lnTo>
                <a:lnTo>
                  <a:pt x="17571" y="19993"/>
                </a:lnTo>
                <a:lnTo>
                  <a:pt x="15766" y="19923"/>
                </a:lnTo>
                <a:lnTo>
                  <a:pt x="13960" y="19993"/>
                </a:lnTo>
                <a:lnTo>
                  <a:pt x="12154" y="20062"/>
                </a:lnTo>
                <a:lnTo>
                  <a:pt x="3959" y="20342"/>
                </a:lnTo>
                <a:lnTo>
                  <a:pt x="2015" y="20413"/>
                </a:lnTo>
                <a:lnTo>
                  <a:pt x="1390" y="20413"/>
                </a:lnTo>
                <a:lnTo>
                  <a:pt x="1181" y="20272"/>
                </a:lnTo>
                <a:lnTo>
                  <a:pt x="1111" y="20203"/>
                </a:lnTo>
                <a:lnTo>
                  <a:pt x="1041" y="20133"/>
                </a:lnTo>
                <a:lnTo>
                  <a:pt x="1111" y="19852"/>
                </a:lnTo>
                <a:lnTo>
                  <a:pt x="1390" y="19433"/>
                </a:lnTo>
                <a:lnTo>
                  <a:pt x="2015" y="18455"/>
                </a:lnTo>
                <a:lnTo>
                  <a:pt x="2918" y="18246"/>
                </a:lnTo>
                <a:lnTo>
                  <a:pt x="3334" y="18175"/>
                </a:lnTo>
                <a:lnTo>
                  <a:pt x="3819" y="18105"/>
                </a:lnTo>
                <a:lnTo>
                  <a:pt x="3959" y="18034"/>
                </a:lnTo>
                <a:lnTo>
                  <a:pt x="4027" y="17966"/>
                </a:lnTo>
                <a:lnTo>
                  <a:pt x="4097" y="17686"/>
                </a:lnTo>
                <a:lnTo>
                  <a:pt x="4027" y="17476"/>
                </a:lnTo>
                <a:lnTo>
                  <a:pt x="3959" y="17405"/>
                </a:lnTo>
                <a:lnTo>
                  <a:pt x="3819" y="17337"/>
                </a:lnTo>
                <a:lnTo>
                  <a:pt x="3543" y="17266"/>
                </a:lnTo>
                <a:lnTo>
                  <a:pt x="3264" y="17266"/>
                </a:lnTo>
                <a:lnTo>
                  <a:pt x="2639" y="17405"/>
                </a:lnTo>
                <a:lnTo>
                  <a:pt x="3402" y="16287"/>
                </a:lnTo>
                <a:lnTo>
                  <a:pt x="3473" y="16218"/>
                </a:lnTo>
                <a:lnTo>
                  <a:pt x="3681" y="16287"/>
                </a:lnTo>
                <a:lnTo>
                  <a:pt x="3959" y="16357"/>
                </a:lnTo>
                <a:lnTo>
                  <a:pt x="4654" y="16428"/>
                </a:lnTo>
                <a:lnTo>
                  <a:pt x="5625" y="16428"/>
                </a:lnTo>
                <a:lnTo>
                  <a:pt x="5834" y="16357"/>
                </a:lnTo>
                <a:lnTo>
                  <a:pt x="5974" y="16218"/>
                </a:lnTo>
                <a:lnTo>
                  <a:pt x="6042" y="16008"/>
                </a:lnTo>
                <a:lnTo>
                  <a:pt x="5974" y="15799"/>
                </a:lnTo>
                <a:lnTo>
                  <a:pt x="5834" y="15658"/>
                </a:lnTo>
                <a:lnTo>
                  <a:pt x="5625" y="15589"/>
                </a:lnTo>
                <a:lnTo>
                  <a:pt x="3889" y="15589"/>
                </a:lnTo>
                <a:lnTo>
                  <a:pt x="4792" y="14329"/>
                </a:lnTo>
                <a:lnTo>
                  <a:pt x="5209" y="14400"/>
                </a:lnTo>
                <a:lnTo>
                  <a:pt x="5487" y="14680"/>
                </a:lnTo>
                <a:lnTo>
                  <a:pt x="5765" y="14819"/>
                </a:lnTo>
                <a:lnTo>
                  <a:pt x="6042" y="14960"/>
                </a:lnTo>
                <a:lnTo>
                  <a:pt x="6390" y="15099"/>
                </a:lnTo>
                <a:lnTo>
                  <a:pt x="7083" y="15170"/>
                </a:lnTo>
                <a:lnTo>
                  <a:pt x="7710" y="15170"/>
                </a:lnTo>
                <a:lnTo>
                  <a:pt x="8611" y="15029"/>
                </a:lnTo>
                <a:lnTo>
                  <a:pt x="9376" y="14819"/>
                </a:lnTo>
                <a:lnTo>
                  <a:pt x="10974" y="14120"/>
                </a:lnTo>
                <a:lnTo>
                  <a:pt x="11807" y="13842"/>
                </a:lnTo>
                <a:lnTo>
                  <a:pt x="12294" y="13771"/>
                </a:lnTo>
                <a:close/>
                <a:moveTo>
                  <a:pt x="7640" y="0"/>
                </a:moveTo>
                <a:lnTo>
                  <a:pt x="7223" y="69"/>
                </a:lnTo>
                <a:lnTo>
                  <a:pt x="6807" y="139"/>
                </a:lnTo>
                <a:lnTo>
                  <a:pt x="6458" y="278"/>
                </a:lnTo>
                <a:lnTo>
                  <a:pt x="6112" y="488"/>
                </a:lnTo>
                <a:lnTo>
                  <a:pt x="5904" y="768"/>
                </a:lnTo>
                <a:lnTo>
                  <a:pt x="5695" y="1048"/>
                </a:lnTo>
                <a:lnTo>
                  <a:pt x="5625" y="1467"/>
                </a:lnTo>
                <a:lnTo>
                  <a:pt x="5695" y="1887"/>
                </a:lnTo>
                <a:lnTo>
                  <a:pt x="5834" y="2235"/>
                </a:lnTo>
                <a:lnTo>
                  <a:pt x="5974" y="2447"/>
                </a:lnTo>
                <a:lnTo>
                  <a:pt x="6182" y="2586"/>
                </a:lnTo>
                <a:lnTo>
                  <a:pt x="6458" y="2725"/>
                </a:lnTo>
                <a:lnTo>
                  <a:pt x="6737" y="2796"/>
                </a:lnTo>
                <a:lnTo>
                  <a:pt x="7015" y="2796"/>
                </a:lnTo>
                <a:lnTo>
                  <a:pt x="7293" y="2725"/>
                </a:lnTo>
                <a:lnTo>
                  <a:pt x="7570" y="2657"/>
                </a:lnTo>
                <a:lnTo>
                  <a:pt x="7710" y="2657"/>
                </a:lnTo>
                <a:lnTo>
                  <a:pt x="7502" y="2796"/>
                </a:lnTo>
                <a:lnTo>
                  <a:pt x="7432" y="3005"/>
                </a:lnTo>
                <a:lnTo>
                  <a:pt x="7362" y="3914"/>
                </a:lnTo>
                <a:lnTo>
                  <a:pt x="7362" y="4824"/>
                </a:lnTo>
                <a:lnTo>
                  <a:pt x="7432" y="6571"/>
                </a:lnTo>
                <a:lnTo>
                  <a:pt x="7432" y="10066"/>
                </a:lnTo>
                <a:lnTo>
                  <a:pt x="7502" y="10415"/>
                </a:lnTo>
                <a:lnTo>
                  <a:pt x="7502" y="10486"/>
                </a:lnTo>
                <a:lnTo>
                  <a:pt x="7083" y="10695"/>
                </a:lnTo>
                <a:lnTo>
                  <a:pt x="6737" y="10905"/>
                </a:lnTo>
                <a:lnTo>
                  <a:pt x="6112" y="11463"/>
                </a:lnTo>
                <a:lnTo>
                  <a:pt x="5487" y="12094"/>
                </a:lnTo>
                <a:lnTo>
                  <a:pt x="4930" y="12723"/>
                </a:lnTo>
                <a:lnTo>
                  <a:pt x="4237" y="13491"/>
                </a:lnTo>
                <a:lnTo>
                  <a:pt x="3611" y="14261"/>
                </a:lnTo>
                <a:lnTo>
                  <a:pt x="2431" y="15938"/>
                </a:lnTo>
                <a:lnTo>
                  <a:pt x="1320" y="17615"/>
                </a:lnTo>
                <a:lnTo>
                  <a:pt x="278" y="19294"/>
                </a:lnTo>
                <a:lnTo>
                  <a:pt x="70" y="19643"/>
                </a:lnTo>
                <a:lnTo>
                  <a:pt x="0" y="19993"/>
                </a:lnTo>
                <a:lnTo>
                  <a:pt x="70" y="20342"/>
                </a:lnTo>
                <a:lnTo>
                  <a:pt x="208" y="20691"/>
                </a:lnTo>
                <a:lnTo>
                  <a:pt x="417" y="20971"/>
                </a:lnTo>
                <a:lnTo>
                  <a:pt x="695" y="21181"/>
                </a:lnTo>
                <a:lnTo>
                  <a:pt x="1041" y="21390"/>
                </a:lnTo>
                <a:lnTo>
                  <a:pt x="1458" y="21461"/>
                </a:lnTo>
                <a:lnTo>
                  <a:pt x="2499" y="21531"/>
                </a:lnTo>
                <a:lnTo>
                  <a:pt x="3543" y="21461"/>
                </a:lnTo>
                <a:lnTo>
                  <a:pt x="5695" y="21322"/>
                </a:lnTo>
                <a:lnTo>
                  <a:pt x="10418" y="21181"/>
                </a:lnTo>
                <a:lnTo>
                  <a:pt x="14098" y="21042"/>
                </a:lnTo>
                <a:lnTo>
                  <a:pt x="15905" y="20971"/>
                </a:lnTo>
                <a:lnTo>
                  <a:pt x="17711" y="21042"/>
                </a:lnTo>
                <a:lnTo>
                  <a:pt x="17779" y="21251"/>
                </a:lnTo>
                <a:lnTo>
                  <a:pt x="17919" y="21390"/>
                </a:lnTo>
                <a:lnTo>
                  <a:pt x="18198" y="21531"/>
                </a:lnTo>
                <a:lnTo>
                  <a:pt x="18544" y="21600"/>
                </a:lnTo>
                <a:lnTo>
                  <a:pt x="18891" y="21600"/>
                </a:lnTo>
                <a:lnTo>
                  <a:pt x="19169" y="21531"/>
                </a:lnTo>
                <a:lnTo>
                  <a:pt x="19447" y="21531"/>
                </a:lnTo>
                <a:lnTo>
                  <a:pt x="19655" y="21461"/>
                </a:lnTo>
                <a:lnTo>
                  <a:pt x="19794" y="21322"/>
                </a:lnTo>
                <a:lnTo>
                  <a:pt x="20002" y="21181"/>
                </a:lnTo>
                <a:lnTo>
                  <a:pt x="20419" y="20901"/>
                </a:lnTo>
                <a:lnTo>
                  <a:pt x="20767" y="20552"/>
                </a:lnTo>
                <a:lnTo>
                  <a:pt x="21113" y="20203"/>
                </a:lnTo>
                <a:lnTo>
                  <a:pt x="21392" y="19923"/>
                </a:lnTo>
                <a:lnTo>
                  <a:pt x="21462" y="19643"/>
                </a:lnTo>
                <a:lnTo>
                  <a:pt x="21530" y="19433"/>
                </a:lnTo>
                <a:lnTo>
                  <a:pt x="21600" y="19153"/>
                </a:lnTo>
                <a:lnTo>
                  <a:pt x="21530" y="18943"/>
                </a:lnTo>
                <a:lnTo>
                  <a:pt x="21392" y="18455"/>
                </a:lnTo>
                <a:lnTo>
                  <a:pt x="21183" y="18034"/>
                </a:lnTo>
                <a:lnTo>
                  <a:pt x="20559" y="16986"/>
                </a:lnTo>
                <a:lnTo>
                  <a:pt x="19864" y="15938"/>
                </a:lnTo>
                <a:lnTo>
                  <a:pt x="19169" y="15029"/>
                </a:lnTo>
                <a:lnTo>
                  <a:pt x="18406" y="14120"/>
                </a:lnTo>
                <a:lnTo>
                  <a:pt x="17641" y="13211"/>
                </a:lnTo>
                <a:lnTo>
                  <a:pt x="16808" y="12372"/>
                </a:lnTo>
                <a:lnTo>
                  <a:pt x="16043" y="11673"/>
                </a:lnTo>
                <a:lnTo>
                  <a:pt x="15280" y="10975"/>
                </a:lnTo>
                <a:lnTo>
                  <a:pt x="14863" y="10625"/>
                </a:lnTo>
                <a:lnTo>
                  <a:pt x="14377" y="10346"/>
                </a:lnTo>
                <a:lnTo>
                  <a:pt x="13960" y="10135"/>
                </a:lnTo>
                <a:lnTo>
                  <a:pt x="13473" y="9925"/>
                </a:lnTo>
                <a:lnTo>
                  <a:pt x="13473" y="9857"/>
                </a:lnTo>
                <a:lnTo>
                  <a:pt x="13614" y="9437"/>
                </a:lnTo>
                <a:lnTo>
                  <a:pt x="13682" y="8948"/>
                </a:lnTo>
                <a:lnTo>
                  <a:pt x="13682" y="6990"/>
                </a:lnTo>
                <a:lnTo>
                  <a:pt x="13614" y="6081"/>
                </a:lnTo>
                <a:lnTo>
                  <a:pt x="13544" y="5382"/>
                </a:lnTo>
                <a:lnTo>
                  <a:pt x="13473" y="4543"/>
                </a:lnTo>
                <a:lnTo>
                  <a:pt x="13335" y="4124"/>
                </a:lnTo>
                <a:lnTo>
                  <a:pt x="13265" y="3705"/>
                </a:lnTo>
                <a:lnTo>
                  <a:pt x="13127" y="3354"/>
                </a:lnTo>
                <a:lnTo>
                  <a:pt x="12919" y="3076"/>
                </a:lnTo>
                <a:lnTo>
                  <a:pt x="13614" y="3145"/>
                </a:lnTo>
                <a:lnTo>
                  <a:pt x="14238" y="3145"/>
                </a:lnTo>
                <a:lnTo>
                  <a:pt x="14863" y="2935"/>
                </a:lnTo>
                <a:lnTo>
                  <a:pt x="15142" y="2796"/>
                </a:lnTo>
                <a:lnTo>
                  <a:pt x="15418" y="2586"/>
                </a:lnTo>
                <a:lnTo>
                  <a:pt x="15626" y="2376"/>
                </a:lnTo>
                <a:lnTo>
                  <a:pt x="15626" y="2096"/>
                </a:lnTo>
                <a:lnTo>
                  <a:pt x="15418" y="1187"/>
                </a:lnTo>
                <a:lnTo>
                  <a:pt x="15280" y="768"/>
                </a:lnTo>
                <a:lnTo>
                  <a:pt x="15142" y="558"/>
                </a:lnTo>
                <a:lnTo>
                  <a:pt x="15001" y="419"/>
                </a:lnTo>
                <a:lnTo>
                  <a:pt x="14863" y="278"/>
                </a:lnTo>
                <a:lnTo>
                  <a:pt x="14723" y="278"/>
                </a:lnTo>
                <a:lnTo>
                  <a:pt x="14447" y="210"/>
                </a:lnTo>
                <a:lnTo>
                  <a:pt x="12919" y="139"/>
                </a:lnTo>
                <a:lnTo>
                  <a:pt x="7640" y="0"/>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588" name="Google Shape;236;p3"/>
          <p:cNvSpPr/>
          <p:nvPr/>
        </p:nvSpPr>
        <p:spPr>
          <a:xfrm>
            <a:off x="3721872" y="4000307"/>
            <a:ext cx="306939" cy="3849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428" y="2160"/>
                </a:moveTo>
                <a:lnTo>
                  <a:pt x="20648" y="2628"/>
                </a:lnTo>
                <a:lnTo>
                  <a:pt x="20648" y="3678"/>
                </a:lnTo>
                <a:lnTo>
                  <a:pt x="20428" y="4144"/>
                </a:lnTo>
                <a:lnTo>
                  <a:pt x="20428" y="4087"/>
                </a:lnTo>
                <a:lnTo>
                  <a:pt x="20354" y="3094"/>
                </a:lnTo>
                <a:lnTo>
                  <a:pt x="20428" y="2160"/>
                </a:lnTo>
                <a:close/>
                <a:moveTo>
                  <a:pt x="19037" y="3328"/>
                </a:moveTo>
                <a:lnTo>
                  <a:pt x="19037" y="4437"/>
                </a:lnTo>
                <a:lnTo>
                  <a:pt x="18891" y="3503"/>
                </a:lnTo>
                <a:lnTo>
                  <a:pt x="19037" y="3328"/>
                </a:lnTo>
                <a:close/>
                <a:moveTo>
                  <a:pt x="19841" y="2044"/>
                </a:moveTo>
                <a:lnTo>
                  <a:pt x="19696" y="2919"/>
                </a:lnTo>
                <a:lnTo>
                  <a:pt x="19622" y="3387"/>
                </a:lnTo>
                <a:lnTo>
                  <a:pt x="19622" y="4203"/>
                </a:lnTo>
                <a:lnTo>
                  <a:pt x="19696" y="4437"/>
                </a:lnTo>
                <a:lnTo>
                  <a:pt x="19841" y="4671"/>
                </a:lnTo>
                <a:lnTo>
                  <a:pt x="19989" y="4846"/>
                </a:lnTo>
                <a:lnTo>
                  <a:pt x="20061" y="4846"/>
                </a:lnTo>
                <a:lnTo>
                  <a:pt x="19841" y="5137"/>
                </a:lnTo>
                <a:lnTo>
                  <a:pt x="19257" y="5779"/>
                </a:lnTo>
                <a:lnTo>
                  <a:pt x="19111" y="4846"/>
                </a:lnTo>
                <a:lnTo>
                  <a:pt x="19183" y="4962"/>
                </a:lnTo>
                <a:lnTo>
                  <a:pt x="19257" y="5021"/>
                </a:lnTo>
                <a:lnTo>
                  <a:pt x="19402" y="5079"/>
                </a:lnTo>
                <a:lnTo>
                  <a:pt x="19550" y="5021"/>
                </a:lnTo>
                <a:lnTo>
                  <a:pt x="19696" y="5021"/>
                </a:lnTo>
                <a:lnTo>
                  <a:pt x="19770" y="4903"/>
                </a:lnTo>
                <a:lnTo>
                  <a:pt x="19770" y="4728"/>
                </a:lnTo>
                <a:lnTo>
                  <a:pt x="19696" y="4671"/>
                </a:lnTo>
                <a:lnTo>
                  <a:pt x="19622" y="4612"/>
                </a:lnTo>
                <a:lnTo>
                  <a:pt x="19476" y="4612"/>
                </a:lnTo>
                <a:lnTo>
                  <a:pt x="19476" y="4203"/>
                </a:lnTo>
                <a:lnTo>
                  <a:pt x="19402" y="3328"/>
                </a:lnTo>
                <a:lnTo>
                  <a:pt x="19330" y="3210"/>
                </a:lnTo>
                <a:lnTo>
                  <a:pt x="19135" y="3210"/>
                </a:lnTo>
                <a:lnTo>
                  <a:pt x="19183" y="3153"/>
                </a:lnTo>
                <a:lnTo>
                  <a:pt x="19402" y="2803"/>
                </a:lnTo>
                <a:lnTo>
                  <a:pt x="19622" y="2453"/>
                </a:lnTo>
                <a:lnTo>
                  <a:pt x="19841" y="2044"/>
                </a:lnTo>
                <a:close/>
                <a:moveTo>
                  <a:pt x="18598" y="3794"/>
                </a:moveTo>
                <a:lnTo>
                  <a:pt x="18524" y="4962"/>
                </a:lnTo>
                <a:lnTo>
                  <a:pt x="18598" y="6188"/>
                </a:lnTo>
                <a:lnTo>
                  <a:pt x="18670" y="6306"/>
                </a:lnTo>
                <a:lnTo>
                  <a:pt x="18159" y="6656"/>
                </a:lnTo>
                <a:lnTo>
                  <a:pt x="18159" y="5955"/>
                </a:lnTo>
                <a:lnTo>
                  <a:pt x="18011" y="5254"/>
                </a:lnTo>
                <a:lnTo>
                  <a:pt x="17939" y="4319"/>
                </a:lnTo>
                <a:lnTo>
                  <a:pt x="18231" y="4087"/>
                </a:lnTo>
                <a:lnTo>
                  <a:pt x="18598" y="3794"/>
                </a:lnTo>
                <a:close/>
                <a:moveTo>
                  <a:pt x="16181" y="5721"/>
                </a:moveTo>
                <a:lnTo>
                  <a:pt x="15961" y="6188"/>
                </a:lnTo>
                <a:lnTo>
                  <a:pt x="15815" y="6713"/>
                </a:lnTo>
                <a:lnTo>
                  <a:pt x="15741" y="6013"/>
                </a:lnTo>
                <a:lnTo>
                  <a:pt x="16181" y="5721"/>
                </a:lnTo>
                <a:close/>
                <a:moveTo>
                  <a:pt x="17426" y="4728"/>
                </a:moveTo>
                <a:lnTo>
                  <a:pt x="17426" y="6072"/>
                </a:lnTo>
                <a:lnTo>
                  <a:pt x="17500" y="6538"/>
                </a:lnTo>
                <a:lnTo>
                  <a:pt x="17646" y="6947"/>
                </a:lnTo>
                <a:lnTo>
                  <a:pt x="17646" y="7006"/>
                </a:lnTo>
                <a:lnTo>
                  <a:pt x="17207" y="7297"/>
                </a:lnTo>
                <a:lnTo>
                  <a:pt x="17280" y="6713"/>
                </a:lnTo>
                <a:lnTo>
                  <a:pt x="17352" y="6072"/>
                </a:lnTo>
                <a:lnTo>
                  <a:pt x="17352" y="5488"/>
                </a:lnTo>
                <a:lnTo>
                  <a:pt x="17280" y="4903"/>
                </a:lnTo>
                <a:lnTo>
                  <a:pt x="17426" y="4728"/>
                </a:lnTo>
                <a:close/>
                <a:moveTo>
                  <a:pt x="16694" y="5312"/>
                </a:moveTo>
                <a:lnTo>
                  <a:pt x="16474" y="7531"/>
                </a:lnTo>
                <a:lnTo>
                  <a:pt x="16548" y="7647"/>
                </a:lnTo>
                <a:lnTo>
                  <a:pt x="16548" y="7706"/>
                </a:lnTo>
                <a:lnTo>
                  <a:pt x="16400" y="7822"/>
                </a:lnTo>
                <a:lnTo>
                  <a:pt x="16328" y="7765"/>
                </a:lnTo>
                <a:lnTo>
                  <a:pt x="16620" y="5604"/>
                </a:lnTo>
                <a:lnTo>
                  <a:pt x="16474" y="5488"/>
                </a:lnTo>
                <a:lnTo>
                  <a:pt x="16694" y="5312"/>
                </a:lnTo>
                <a:close/>
                <a:moveTo>
                  <a:pt x="15376" y="6306"/>
                </a:moveTo>
                <a:lnTo>
                  <a:pt x="15302" y="6888"/>
                </a:lnTo>
                <a:lnTo>
                  <a:pt x="15157" y="7472"/>
                </a:lnTo>
                <a:lnTo>
                  <a:pt x="15009" y="7997"/>
                </a:lnTo>
                <a:lnTo>
                  <a:pt x="14789" y="8581"/>
                </a:lnTo>
                <a:lnTo>
                  <a:pt x="14789" y="8699"/>
                </a:lnTo>
                <a:lnTo>
                  <a:pt x="14644" y="8640"/>
                </a:lnTo>
                <a:lnTo>
                  <a:pt x="14570" y="8640"/>
                </a:lnTo>
                <a:lnTo>
                  <a:pt x="14570" y="7940"/>
                </a:lnTo>
                <a:lnTo>
                  <a:pt x="14498" y="7472"/>
                </a:lnTo>
                <a:lnTo>
                  <a:pt x="14424" y="6947"/>
                </a:lnTo>
                <a:lnTo>
                  <a:pt x="15376" y="6306"/>
                </a:lnTo>
                <a:close/>
                <a:moveTo>
                  <a:pt x="14059" y="7181"/>
                </a:moveTo>
                <a:lnTo>
                  <a:pt x="13911" y="7997"/>
                </a:lnTo>
                <a:lnTo>
                  <a:pt x="13911" y="8815"/>
                </a:lnTo>
                <a:lnTo>
                  <a:pt x="13985" y="8990"/>
                </a:lnTo>
                <a:lnTo>
                  <a:pt x="14131" y="9166"/>
                </a:lnTo>
                <a:lnTo>
                  <a:pt x="13326" y="9632"/>
                </a:lnTo>
                <a:lnTo>
                  <a:pt x="13398" y="9224"/>
                </a:lnTo>
                <a:lnTo>
                  <a:pt x="13472" y="8815"/>
                </a:lnTo>
                <a:lnTo>
                  <a:pt x="13472" y="8231"/>
                </a:lnTo>
                <a:lnTo>
                  <a:pt x="13326" y="7706"/>
                </a:lnTo>
                <a:lnTo>
                  <a:pt x="14059" y="7181"/>
                </a:lnTo>
                <a:close/>
                <a:moveTo>
                  <a:pt x="13178" y="7822"/>
                </a:moveTo>
                <a:lnTo>
                  <a:pt x="13107" y="8231"/>
                </a:lnTo>
                <a:lnTo>
                  <a:pt x="13033" y="8640"/>
                </a:lnTo>
                <a:lnTo>
                  <a:pt x="12887" y="8932"/>
                </a:lnTo>
                <a:lnTo>
                  <a:pt x="12739" y="9166"/>
                </a:lnTo>
                <a:lnTo>
                  <a:pt x="12594" y="9457"/>
                </a:lnTo>
                <a:lnTo>
                  <a:pt x="12594" y="9866"/>
                </a:lnTo>
                <a:lnTo>
                  <a:pt x="12739" y="9925"/>
                </a:lnTo>
                <a:lnTo>
                  <a:pt x="11935" y="10334"/>
                </a:lnTo>
                <a:lnTo>
                  <a:pt x="12081" y="9691"/>
                </a:lnTo>
                <a:lnTo>
                  <a:pt x="12081" y="9166"/>
                </a:lnTo>
                <a:lnTo>
                  <a:pt x="12007" y="8581"/>
                </a:lnTo>
                <a:lnTo>
                  <a:pt x="13178" y="7822"/>
                </a:lnTo>
                <a:close/>
                <a:moveTo>
                  <a:pt x="11715" y="8815"/>
                </a:moveTo>
                <a:lnTo>
                  <a:pt x="11568" y="9457"/>
                </a:lnTo>
                <a:lnTo>
                  <a:pt x="11348" y="10100"/>
                </a:lnTo>
                <a:lnTo>
                  <a:pt x="11202" y="10450"/>
                </a:lnTo>
                <a:lnTo>
                  <a:pt x="11202" y="10741"/>
                </a:lnTo>
                <a:lnTo>
                  <a:pt x="10324" y="11268"/>
                </a:lnTo>
                <a:lnTo>
                  <a:pt x="10763" y="9457"/>
                </a:lnTo>
                <a:lnTo>
                  <a:pt x="11715" y="8815"/>
                </a:lnTo>
                <a:close/>
                <a:moveTo>
                  <a:pt x="18231" y="759"/>
                </a:moveTo>
                <a:lnTo>
                  <a:pt x="18817" y="934"/>
                </a:lnTo>
                <a:lnTo>
                  <a:pt x="18598" y="1168"/>
                </a:lnTo>
                <a:lnTo>
                  <a:pt x="18598" y="1343"/>
                </a:lnTo>
                <a:lnTo>
                  <a:pt x="18670" y="1459"/>
                </a:lnTo>
                <a:lnTo>
                  <a:pt x="18817" y="1518"/>
                </a:lnTo>
                <a:lnTo>
                  <a:pt x="19037" y="1518"/>
                </a:lnTo>
                <a:lnTo>
                  <a:pt x="19037" y="1751"/>
                </a:lnTo>
                <a:lnTo>
                  <a:pt x="18891" y="2044"/>
                </a:lnTo>
                <a:lnTo>
                  <a:pt x="18598" y="2569"/>
                </a:lnTo>
                <a:lnTo>
                  <a:pt x="18231" y="3035"/>
                </a:lnTo>
                <a:lnTo>
                  <a:pt x="17791" y="3503"/>
                </a:lnTo>
                <a:lnTo>
                  <a:pt x="17646" y="3444"/>
                </a:lnTo>
                <a:lnTo>
                  <a:pt x="17572" y="3503"/>
                </a:lnTo>
                <a:lnTo>
                  <a:pt x="17500" y="3503"/>
                </a:lnTo>
                <a:lnTo>
                  <a:pt x="17426" y="3619"/>
                </a:lnTo>
                <a:lnTo>
                  <a:pt x="17426" y="3737"/>
                </a:lnTo>
                <a:lnTo>
                  <a:pt x="16694" y="4319"/>
                </a:lnTo>
                <a:lnTo>
                  <a:pt x="15448" y="5312"/>
                </a:lnTo>
                <a:lnTo>
                  <a:pt x="15302" y="5312"/>
                </a:lnTo>
                <a:lnTo>
                  <a:pt x="15302" y="5429"/>
                </a:lnTo>
                <a:lnTo>
                  <a:pt x="12959" y="7063"/>
                </a:lnTo>
                <a:lnTo>
                  <a:pt x="11276" y="8231"/>
                </a:lnTo>
                <a:lnTo>
                  <a:pt x="9591" y="9341"/>
                </a:lnTo>
                <a:lnTo>
                  <a:pt x="9517" y="9341"/>
                </a:lnTo>
                <a:lnTo>
                  <a:pt x="9446" y="9399"/>
                </a:lnTo>
                <a:lnTo>
                  <a:pt x="9226" y="9575"/>
                </a:lnTo>
                <a:lnTo>
                  <a:pt x="7761" y="10450"/>
                </a:lnTo>
                <a:lnTo>
                  <a:pt x="7687" y="10450"/>
                </a:lnTo>
                <a:lnTo>
                  <a:pt x="7615" y="10509"/>
                </a:lnTo>
                <a:lnTo>
                  <a:pt x="7248" y="10684"/>
                </a:lnTo>
                <a:lnTo>
                  <a:pt x="6663" y="10975"/>
                </a:lnTo>
                <a:lnTo>
                  <a:pt x="6296" y="11150"/>
                </a:lnTo>
                <a:lnTo>
                  <a:pt x="6076" y="11384"/>
                </a:lnTo>
                <a:lnTo>
                  <a:pt x="5930" y="11325"/>
                </a:lnTo>
                <a:lnTo>
                  <a:pt x="5198" y="10859"/>
                </a:lnTo>
                <a:lnTo>
                  <a:pt x="4613" y="10275"/>
                </a:lnTo>
                <a:lnTo>
                  <a:pt x="4246" y="9984"/>
                </a:lnTo>
                <a:lnTo>
                  <a:pt x="3880" y="9691"/>
                </a:lnTo>
                <a:lnTo>
                  <a:pt x="4393" y="9457"/>
                </a:lnTo>
                <a:lnTo>
                  <a:pt x="4904" y="9107"/>
                </a:lnTo>
                <a:lnTo>
                  <a:pt x="5198" y="9457"/>
                </a:lnTo>
                <a:lnTo>
                  <a:pt x="5637" y="9750"/>
                </a:lnTo>
                <a:lnTo>
                  <a:pt x="5857" y="9866"/>
                </a:lnTo>
                <a:lnTo>
                  <a:pt x="6150" y="9925"/>
                </a:lnTo>
                <a:lnTo>
                  <a:pt x="6443" y="9925"/>
                </a:lnTo>
                <a:lnTo>
                  <a:pt x="6663" y="9750"/>
                </a:lnTo>
                <a:lnTo>
                  <a:pt x="6735" y="9691"/>
                </a:lnTo>
                <a:lnTo>
                  <a:pt x="6809" y="9575"/>
                </a:lnTo>
                <a:lnTo>
                  <a:pt x="6735" y="9341"/>
                </a:lnTo>
                <a:lnTo>
                  <a:pt x="6663" y="9224"/>
                </a:lnTo>
                <a:lnTo>
                  <a:pt x="6515" y="9166"/>
                </a:lnTo>
                <a:lnTo>
                  <a:pt x="6224" y="9166"/>
                </a:lnTo>
                <a:lnTo>
                  <a:pt x="6150" y="9224"/>
                </a:lnTo>
                <a:lnTo>
                  <a:pt x="6150" y="9166"/>
                </a:lnTo>
                <a:lnTo>
                  <a:pt x="5857" y="8990"/>
                </a:lnTo>
                <a:lnTo>
                  <a:pt x="5491" y="8756"/>
                </a:lnTo>
                <a:lnTo>
                  <a:pt x="5637" y="8640"/>
                </a:lnTo>
                <a:lnTo>
                  <a:pt x="6589" y="7940"/>
                </a:lnTo>
                <a:lnTo>
                  <a:pt x="6735" y="8231"/>
                </a:lnTo>
                <a:lnTo>
                  <a:pt x="6883" y="8406"/>
                </a:lnTo>
                <a:lnTo>
                  <a:pt x="7102" y="8581"/>
                </a:lnTo>
                <a:lnTo>
                  <a:pt x="7322" y="8756"/>
                </a:lnTo>
                <a:lnTo>
                  <a:pt x="7615" y="8815"/>
                </a:lnTo>
                <a:lnTo>
                  <a:pt x="7835" y="8815"/>
                </a:lnTo>
                <a:lnTo>
                  <a:pt x="7980" y="8699"/>
                </a:lnTo>
                <a:lnTo>
                  <a:pt x="8054" y="8581"/>
                </a:lnTo>
                <a:lnTo>
                  <a:pt x="8054" y="8406"/>
                </a:lnTo>
                <a:lnTo>
                  <a:pt x="7761" y="8172"/>
                </a:lnTo>
                <a:lnTo>
                  <a:pt x="7467" y="7940"/>
                </a:lnTo>
                <a:lnTo>
                  <a:pt x="7248" y="7706"/>
                </a:lnTo>
                <a:lnTo>
                  <a:pt x="7174" y="7590"/>
                </a:lnTo>
                <a:lnTo>
                  <a:pt x="7174" y="7531"/>
                </a:lnTo>
                <a:lnTo>
                  <a:pt x="7835" y="7063"/>
                </a:lnTo>
                <a:lnTo>
                  <a:pt x="8274" y="6772"/>
                </a:lnTo>
                <a:lnTo>
                  <a:pt x="8346" y="7006"/>
                </a:lnTo>
                <a:lnTo>
                  <a:pt x="8493" y="7181"/>
                </a:lnTo>
                <a:lnTo>
                  <a:pt x="8639" y="7356"/>
                </a:lnTo>
                <a:lnTo>
                  <a:pt x="8859" y="7590"/>
                </a:lnTo>
                <a:lnTo>
                  <a:pt x="9152" y="7706"/>
                </a:lnTo>
                <a:lnTo>
                  <a:pt x="9372" y="7765"/>
                </a:lnTo>
                <a:lnTo>
                  <a:pt x="9591" y="7706"/>
                </a:lnTo>
                <a:lnTo>
                  <a:pt x="9665" y="7590"/>
                </a:lnTo>
                <a:lnTo>
                  <a:pt x="9737" y="7531"/>
                </a:lnTo>
                <a:lnTo>
                  <a:pt x="9737" y="7356"/>
                </a:lnTo>
                <a:lnTo>
                  <a:pt x="9665" y="7238"/>
                </a:lnTo>
                <a:lnTo>
                  <a:pt x="9517" y="7122"/>
                </a:lnTo>
                <a:lnTo>
                  <a:pt x="9226" y="6888"/>
                </a:lnTo>
                <a:lnTo>
                  <a:pt x="9006" y="6713"/>
                </a:lnTo>
                <a:lnTo>
                  <a:pt x="8933" y="6481"/>
                </a:lnTo>
                <a:lnTo>
                  <a:pt x="8933" y="6363"/>
                </a:lnTo>
                <a:lnTo>
                  <a:pt x="9957" y="5604"/>
                </a:lnTo>
                <a:lnTo>
                  <a:pt x="10104" y="5779"/>
                </a:lnTo>
                <a:lnTo>
                  <a:pt x="10324" y="6131"/>
                </a:lnTo>
                <a:lnTo>
                  <a:pt x="10689" y="6422"/>
                </a:lnTo>
                <a:lnTo>
                  <a:pt x="10837" y="6481"/>
                </a:lnTo>
                <a:lnTo>
                  <a:pt x="10983" y="6538"/>
                </a:lnTo>
                <a:lnTo>
                  <a:pt x="11128" y="6481"/>
                </a:lnTo>
                <a:lnTo>
                  <a:pt x="11276" y="6422"/>
                </a:lnTo>
                <a:lnTo>
                  <a:pt x="11348" y="6306"/>
                </a:lnTo>
                <a:lnTo>
                  <a:pt x="11348" y="6131"/>
                </a:lnTo>
                <a:lnTo>
                  <a:pt x="11276" y="6013"/>
                </a:lnTo>
                <a:lnTo>
                  <a:pt x="10470" y="5254"/>
                </a:lnTo>
                <a:lnTo>
                  <a:pt x="11935" y="4203"/>
                </a:lnTo>
                <a:lnTo>
                  <a:pt x="12007" y="4319"/>
                </a:lnTo>
                <a:lnTo>
                  <a:pt x="12300" y="4903"/>
                </a:lnTo>
                <a:lnTo>
                  <a:pt x="12374" y="5021"/>
                </a:lnTo>
                <a:lnTo>
                  <a:pt x="12448" y="5079"/>
                </a:lnTo>
                <a:lnTo>
                  <a:pt x="12739" y="5079"/>
                </a:lnTo>
                <a:lnTo>
                  <a:pt x="12887" y="5021"/>
                </a:lnTo>
                <a:lnTo>
                  <a:pt x="12959" y="4903"/>
                </a:lnTo>
                <a:lnTo>
                  <a:pt x="13033" y="4787"/>
                </a:lnTo>
                <a:lnTo>
                  <a:pt x="12959" y="4671"/>
                </a:lnTo>
                <a:lnTo>
                  <a:pt x="12739" y="4144"/>
                </a:lnTo>
                <a:lnTo>
                  <a:pt x="12520" y="3853"/>
                </a:lnTo>
                <a:lnTo>
                  <a:pt x="13985" y="2744"/>
                </a:lnTo>
                <a:lnTo>
                  <a:pt x="14059" y="3094"/>
                </a:lnTo>
                <a:lnTo>
                  <a:pt x="14131" y="3387"/>
                </a:lnTo>
                <a:lnTo>
                  <a:pt x="14278" y="3737"/>
                </a:lnTo>
                <a:lnTo>
                  <a:pt x="14424" y="4028"/>
                </a:lnTo>
                <a:lnTo>
                  <a:pt x="14570" y="4144"/>
                </a:lnTo>
                <a:lnTo>
                  <a:pt x="14789" y="4203"/>
                </a:lnTo>
                <a:lnTo>
                  <a:pt x="15083" y="4087"/>
                </a:lnTo>
                <a:lnTo>
                  <a:pt x="15228" y="3969"/>
                </a:lnTo>
                <a:lnTo>
                  <a:pt x="15302" y="3794"/>
                </a:lnTo>
                <a:lnTo>
                  <a:pt x="15302" y="3678"/>
                </a:lnTo>
                <a:lnTo>
                  <a:pt x="15228" y="3562"/>
                </a:lnTo>
                <a:lnTo>
                  <a:pt x="15083" y="3444"/>
                </a:lnTo>
                <a:lnTo>
                  <a:pt x="14937" y="3444"/>
                </a:lnTo>
                <a:lnTo>
                  <a:pt x="14644" y="2919"/>
                </a:lnTo>
                <a:lnTo>
                  <a:pt x="14424" y="2453"/>
                </a:lnTo>
                <a:lnTo>
                  <a:pt x="15448" y="1751"/>
                </a:lnTo>
                <a:lnTo>
                  <a:pt x="16400" y="1168"/>
                </a:lnTo>
                <a:lnTo>
                  <a:pt x="16694" y="993"/>
                </a:lnTo>
                <a:lnTo>
                  <a:pt x="16987" y="875"/>
                </a:lnTo>
                <a:lnTo>
                  <a:pt x="17646" y="759"/>
                </a:lnTo>
                <a:close/>
                <a:moveTo>
                  <a:pt x="6954" y="11559"/>
                </a:moveTo>
                <a:lnTo>
                  <a:pt x="6883" y="11850"/>
                </a:lnTo>
                <a:lnTo>
                  <a:pt x="6589" y="11675"/>
                </a:lnTo>
                <a:lnTo>
                  <a:pt x="6954" y="11559"/>
                </a:lnTo>
                <a:close/>
                <a:moveTo>
                  <a:pt x="10176" y="9807"/>
                </a:moveTo>
                <a:lnTo>
                  <a:pt x="9446" y="11559"/>
                </a:lnTo>
                <a:lnTo>
                  <a:pt x="9446" y="11675"/>
                </a:lnTo>
                <a:lnTo>
                  <a:pt x="9152" y="11850"/>
                </a:lnTo>
                <a:lnTo>
                  <a:pt x="9152" y="11618"/>
                </a:lnTo>
                <a:lnTo>
                  <a:pt x="9226" y="10916"/>
                </a:lnTo>
                <a:lnTo>
                  <a:pt x="9446" y="10275"/>
                </a:lnTo>
                <a:lnTo>
                  <a:pt x="10030" y="9925"/>
                </a:lnTo>
                <a:lnTo>
                  <a:pt x="10176" y="9807"/>
                </a:lnTo>
                <a:close/>
                <a:moveTo>
                  <a:pt x="8565" y="10741"/>
                </a:moveTo>
                <a:lnTo>
                  <a:pt x="8420" y="11325"/>
                </a:lnTo>
                <a:lnTo>
                  <a:pt x="8420" y="12084"/>
                </a:lnTo>
                <a:lnTo>
                  <a:pt x="8565" y="12143"/>
                </a:lnTo>
                <a:lnTo>
                  <a:pt x="7761" y="12610"/>
                </a:lnTo>
                <a:lnTo>
                  <a:pt x="7615" y="12493"/>
                </a:lnTo>
                <a:lnTo>
                  <a:pt x="7761" y="12376"/>
                </a:lnTo>
                <a:lnTo>
                  <a:pt x="7835" y="12201"/>
                </a:lnTo>
                <a:lnTo>
                  <a:pt x="7835" y="12084"/>
                </a:lnTo>
                <a:lnTo>
                  <a:pt x="7761" y="11968"/>
                </a:lnTo>
                <a:lnTo>
                  <a:pt x="7687" y="11909"/>
                </a:lnTo>
                <a:lnTo>
                  <a:pt x="7615" y="11909"/>
                </a:lnTo>
                <a:lnTo>
                  <a:pt x="7761" y="11500"/>
                </a:lnTo>
                <a:lnTo>
                  <a:pt x="7835" y="11150"/>
                </a:lnTo>
                <a:lnTo>
                  <a:pt x="7835" y="11091"/>
                </a:lnTo>
                <a:lnTo>
                  <a:pt x="8565" y="10741"/>
                </a:lnTo>
                <a:close/>
                <a:moveTo>
                  <a:pt x="2196" y="9750"/>
                </a:moveTo>
                <a:lnTo>
                  <a:pt x="2709" y="9866"/>
                </a:lnTo>
                <a:lnTo>
                  <a:pt x="3148" y="10041"/>
                </a:lnTo>
                <a:lnTo>
                  <a:pt x="3513" y="10275"/>
                </a:lnTo>
                <a:lnTo>
                  <a:pt x="3880" y="10625"/>
                </a:lnTo>
                <a:lnTo>
                  <a:pt x="4613" y="11268"/>
                </a:lnTo>
                <a:lnTo>
                  <a:pt x="5417" y="11850"/>
                </a:lnTo>
                <a:lnTo>
                  <a:pt x="6296" y="12376"/>
                </a:lnTo>
                <a:lnTo>
                  <a:pt x="6663" y="12668"/>
                </a:lnTo>
                <a:lnTo>
                  <a:pt x="7028" y="12960"/>
                </a:lnTo>
                <a:lnTo>
                  <a:pt x="7028" y="13019"/>
                </a:lnTo>
                <a:lnTo>
                  <a:pt x="6954" y="13194"/>
                </a:lnTo>
                <a:lnTo>
                  <a:pt x="6954" y="13369"/>
                </a:lnTo>
                <a:lnTo>
                  <a:pt x="7102" y="13485"/>
                </a:lnTo>
                <a:lnTo>
                  <a:pt x="7322" y="13544"/>
                </a:lnTo>
                <a:lnTo>
                  <a:pt x="7322" y="13778"/>
                </a:lnTo>
                <a:lnTo>
                  <a:pt x="7174" y="13837"/>
                </a:lnTo>
                <a:lnTo>
                  <a:pt x="6443" y="13894"/>
                </a:lnTo>
                <a:lnTo>
                  <a:pt x="6004" y="13485"/>
                </a:lnTo>
                <a:lnTo>
                  <a:pt x="5637" y="13135"/>
                </a:lnTo>
                <a:lnTo>
                  <a:pt x="4320" y="11909"/>
                </a:lnTo>
                <a:lnTo>
                  <a:pt x="3222" y="10975"/>
                </a:lnTo>
                <a:lnTo>
                  <a:pt x="2635" y="10509"/>
                </a:lnTo>
                <a:lnTo>
                  <a:pt x="2341" y="10334"/>
                </a:lnTo>
                <a:lnTo>
                  <a:pt x="1976" y="10216"/>
                </a:lnTo>
                <a:lnTo>
                  <a:pt x="2196" y="9750"/>
                </a:lnTo>
                <a:close/>
                <a:moveTo>
                  <a:pt x="17426" y="0"/>
                </a:moveTo>
                <a:lnTo>
                  <a:pt x="16913" y="116"/>
                </a:lnTo>
                <a:lnTo>
                  <a:pt x="16400" y="291"/>
                </a:lnTo>
                <a:lnTo>
                  <a:pt x="15961" y="525"/>
                </a:lnTo>
                <a:lnTo>
                  <a:pt x="15522" y="759"/>
                </a:lnTo>
                <a:lnTo>
                  <a:pt x="14278" y="1634"/>
                </a:lnTo>
                <a:lnTo>
                  <a:pt x="13033" y="2510"/>
                </a:lnTo>
                <a:lnTo>
                  <a:pt x="8054" y="6013"/>
                </a:lnTo>
                <a:lnTo>
                  <a:pt x="5637" y="7706"/>
                </a:lnTo>
                <a:lnTo>
                  <a:pt x="4613" y="8406"/>
                </a:lnTo>
                <a:lnTo>
                  <a:pt x="4174" y="8815"/>
                </a:lnTo>
                <a:lnTo>
                  <a:pt x="3733" y="9224"/>
                </a:lnTo>
                <a:lnTo>
                  <a:pt x="3513" y="9282"/>
                </a:lnTo>
                <a:lnTo>
                  <a:pt x="3441" y="9457"/>
                </a:lnTo>
                <a:lnTo>
                  <a:pt x="3074" y="9282"/>
                </a:lnTo>
                <a:lnTo>
                  <a:pt x="2709" y="9224"/>
                </a:lnTo>
                <a:lnTo>
                  <a:pt x="2341" y="9166"/>
                </a:lnTo>
                <a:lnTo>
                  <a:pt x="1902" y="9166"/>
                </a:lnTo>
                <a:lnTo>
                  <a:pt x="1683" y="9224"/>
                </a:lnTo>
                <a:lnTo>
                  <a:pt x="1537" y="9399"/>
                </a:lnTo>
                <a:lnTo>
                  <a:pt x="1244" y="10216"/>
                </a:lnTo>
                <a:lnTo>
                  <a:pt x="1244" y="10334"/>
                </a:lnTo>
                <a:lnTo>
                  <a:pt x="1317" y="10450"/>
                </a:lnTo>
                <a:lnTo>
                  <a:pt x="1391" y="10509"/>
                </a:lnTo>
                <a:lnTo>
                  <a:pt x="1537" y="10566"/>
                </a:lnTo>
                <a:lnTo>
                  <a:pt x="1830" y="10916"/>
                </a:lnTo>
                <a:lnTo>
                  <a:pt x="2196" y="11268"/>
                </a:lnTo>
                <a:lnTo>
                  <a:pt x="3002" y="11909"/>
                </a:lnTo>
                <a:lnTo>
                  <a:pt x="4759" y="13544"/>
                </a:lnTo>
                <a:lnTo>
                  <a:pt x="5417" y="14244"/>
                </a:lnTo>
                <a:lnTo>
                  <a:pt x="5857" y="14594"/>
                </a:lnTo>
                <a:lnTo>
                  <a:pt x="6296" y="14828"/>
                </a:lnTo>
                <a:lnTo>
                  <a:pt x="6589" y="14887"/>
                </a:lnTo>
                <a:lnTo>
                  <a:pt x="6809" y="14887"/>
                </a:lnTo>
                <a:lnTo>
                  <a:pt x="7028" y="14769"/>
                </a:lnTo>
                <a:lnTo>
                  <a:pt x="7174" y="14594"/>
                </a:lnTo>
                <a:lnTo>
                  <a:pt x="7615" y="14537"/>
                </a:lnTo>
                <a:lnTo>
                  <a:pt x="7907" y="14419"/>
                </a:lnTo>
                <a:lnTo>
                  <a:pt x="8126" y="14244"/>
                </a:lnTo>
                <a:lnTo>
                  <a:pt x="8274" y="14012"/>
                </a:lnTo>
                <a:lnTo>
                  <a:pt x="8274" y="13603"/>
                </a:lnTo>
                <a:lnTo>
                  <a:pt x="8200" y="13253"/>
                </a:lnTo>
                <a:lnTo>
                  <a:pt x="10617" y="12025"/>
                </a:lnTo>
                <a:lnTo>
                  <a:pt x="13033" y="10741"/>
                </a:lnTo>
                <a:lnTo>
                  <a:pt x="15302" y="9399"/>
                </a:lnTo>
                <a:lnTo>
                  <a:pt x="17572" y="7997"/>
                </a:lnTo>
                <a:lnTo>
                  <a:pt x="18524" y="7415"/>
                </a:lnTo>
                <a:lnTo>
                  <a:pt x="19402" y="6713"/>
                </a:lnTo>
                <a:lnTo>
                  <a:pt x="20209" y="5955"/>
                </a:lnTo>
                <a:lnTo>
                  <a:pt x="20574" y="5546"/>
                </a:lnTo>
                <a:lnTo>
                  <a:pt x="20867" y="5137"/>
                </a:lnTo>
                <a:lnTo>
                  <a:pt x="21161" y="4728"/>
                </a:lnTo>
                <a:lnTo>
                  <a:pt x="21380" y="4262"/>
                </a:lnTo>
                <a:lnTo>
                  <a:pt x="21526" y="3794"/>
                </a:lnTo>
                <a:lnTo>
                  <a:pt x="21600" y="3387"/>
                </a:lnTo>
                <a:lnTo>
                  <a:pt x="21600" y="2919"/>
                </a:lnTo>
                <a:lnTo>
                  <a:pt x="21526" y="2453"/>
                </a:lnTo>
                <a:lnTo>
                  <a:pt x="21307" y="1985"/>
                </a:lnTo>
                <a:lnTo>
                  <a:pt x="21013" y="1518"/>
                </a:lnTo>
                <a:lnTo>
                  <a:pt x="20722" y="1168"/>
                </a:lnTo>
                <a:lnTo>
                  <a:pt x="20354" y="818"/>
                </a:lnTo>
                <a:lnTo>
                  <a:pt x="19915" y="584"/>
                </a:lnTo>
                <a:lnTo>
                  <a:pt x="19476" y="350"/>
                </a:lnTo>
                <a:lnTo>
                  <a:pt x="18963" y="175"/>
                </a:lnTo>
                <a:lnTo>
                  <a:pt x="18524" y="59"/>
                </a:lnTo>
                <a:lnTo>
                  <a:pt x="17939" y="0"/>
                </a:lnTo>
                <a:close/>
                <a:moveTo>
                  <a:pt x="3952" y="19732"/>
                </a:moveTo>
                <a:lnTo>
                  <a:pt x="3952" y="20141"/>
                </a:lnTo>
                <a:lnTo>
                  <a:pt x="3807" y="20550"/>
                </a:lnTo>
                <a:lnTo>
                  <a:pt x="3587" y="20550"/>
                </a:lnTo>
                <a:lnTo>
                  <a:pt x="3733" y="20141"/>
                </a:lnTo>
                <a:lnTo>
                  <a:pt x="3952" y="19732"/>
                </a:lnTo>
                <a:close/>
                <a:moveTo>
                  <a:pt x="3294" y="14944"/>
                </a:moveTo>
                <a:lnTo>
                  <a:pt x="3367" y="15237"/>
                </a:lnTo>
                <a:lnTo>
                  <a:pt x="3807" y="16229"/>
                </a:lnTo>
                <a:lnTo>
                  <a:pt x="4685" y="18097"/>
                </a:lnTo>
                <a:lnTo>
                  <a:pt x="4833" y="18681"/>
                </a:lnTo>
                <a:lnTo>
                  <a:pt x="4904" y="19265"/>
                </a:lnTo>
                <a:lnTo>
                  <a:pt x="4833" y="19790"/>
                </a:lnTo>
                <a:lnTo>
                  <a:pt x="4685" y="20082"/>
                </a:lnTo>
                <a:lnTo>
                  <a:pt x="4539" y="20316"/>
                </a:lnTo>
                <a:lnTo>
                  <a:pt x="4613" y="20024"/>
                </a:lnTo>
                <a:lnTo>
                  <a:pt x="4539" y="19790"/>
                </a:lnTo>
                <a:lnTo>
                  <a:pt x="4393" y="19615"/>
                </a:lnTo>
                <a:lnTo>
                  <a:pt x="4246" y="19440"/>
                </a:lnTo>
                <a:lnTo>
                  <a:pt x="4026" y="19381"/>
                </a:lnTo>
                <a:lnTo>
                  <a:pt x="3733" y="19381"/>
                </a:lnTo>
                <a:lnTo>
                  <a:pt x="3661" y="19499"/>
                </a:lnTo>
                <a:lnTo>
                  <a:pt x="3661" y="19615"/>
                </a:lnTo>
                <a:lnTo>
                  <a:pt x="3148" y="20141"/>
                </a:lnTo>
                <a:lnTo>
                  <a:pt x="3002" y="20433"/>
                </a:lnTo>
                <a:lnTo>
                  <a:pt x="2854" y="20725"/>
                </a:lnTo>
                <a:lnTo>
                  <a:pt x="2709" y="20725"/>
                </a:lnTo>
                <a:lnTo>
                  <a:pt x="3148" y="19907"/>
                </a:lnTo>
                <a:lnTo>
                  <a:pt x="3513" y="19090"/>
                </a:lnTo>
                <a:lnTo>
                  <a:pt x="3513" y="19031"/>
                </a:lnTo>
                <a:lnTo>
                  <a:pt x="3441" y="18972"/>
                </a:lnTo>
                <a:lnTo>
                  <a:pt x="3367" y="18972"/>
                </a:lnTo>
                <a:lnTo>
                  <a:pt x="3294" y="19031"/>
                </a:lnTo>
                <a:lnTo>
                  <a:pt x="2635" y="19732"/>
                </a:lnTo>
                <a:lnTo>
                  <a:pt x="2050" y="20550"/>
                </a:lnTo>
                <a:lnTo>
                  <a:pt x="1757" y="20433"/>
                </a:lnTo>
                <a:lnTo>
                  <a:pt x="1757" y="20257"/>
                </a:lnTo>
                <a:lnTo>
                  <a:pt x="2050" y="19790"/>
                </a:lnTo>
                <a:lnTo>
                  <a:pt x="2341" y="19324"/>
                </a:lnTo>
                <a:lnTo>
                  <a:pt x="2709" y="18856"/>
                </a:lnTo>
                <a:lnTo>
                  <a:pt x="3074" y="18390"/>
                </a:lnTo>
                <a:lnTo>
                  <a:pt x="3074" y="18331"/>
                </a:lnTo>
                <a:lnTo>
                  <a:pt x="3002" y="18272"/>
                </a:lnTo>
                <a:lnTo>
                  <a:pt x="2928" y="18331"/>
                </a:lnTo>
                <a:lnTo>
                  <a:pt x="2270" y="18797"/>
                </a:lnTo>
                <a:lnTo>
                  <a:pt x="1902" y="19090"/>
                </a:lnTo>
                <a:lnTo>
                  <a:pt x="1611" y="19381"/>
                </a:lnTo>
                <a:lnTo>
                  <a:pt x="1391" y="19732"/>
                </a:lnTo>
                <a:lnTo>
                  <a:pt x="1172" y="20082"/>
                </a:lnTo>
                <a:lnTo>
                  <a:pt x="1098" y="20024"/>
                </a:lnTo>
                <a:lnTo>
                  <a:pt x="1244" y="19849"/>
                </a:lnTo>
                <a:lnTo>
                  <a:pt x="1317" y="19674"/>
                </a:lnTo>
                <a:lnTo>
                  <a:pt x="2270" y="18506"/>
                </a:lnTo>
                <a:lnTo>
                  <a:pt x="2635" y="17922"/>
                </a:lnTo>
                <a:lnTo>
                  <a:pt x="2928" y="17281"/>
                </a:lnTo>
                <a:lnTo>
                  <a:pt x="2854" y="17222"/>
                </a:lnTo>
                <a:lnTo>
                  <a:pt x="2783" y="17222"/>
                </a:lnTo>
                <a:lnTo>
                  <a:pt x="2122" y="17806"/>
                </a:lnTo>
                <a:lnTo>
                  <a:pt x="1463" y="18390"/>
                </a:lnTo>
                <a:lnTo>
                  <a:pt x="1683" y="18097"/>
                </a:lnTo>
                <a:lnTo>
                  <a:pt x="2489" y="17106"/>
                </a:lnTo>
                <a:lnTo>
                  <a:pt x="3294" y="16112"/>
                </a:lnTo>
                <a:lnTo>
                  <a:pt x="3294" y="15996"/>
                </a:lnTo>
                <a:lnTo>
                  <a:pt x="3222" y="15879"/>
                </a:lnTo>
                <a:lnTo>
                  <a:pt x="3002" y="15879"/>
                </a:lnTo>
                <a:lnTo>
                  <a:pt x="2635" y="16171"/>
                </a:lnTo>
                <a:lnTo>
                  <a:pt x="3002" y="15587"/>
                </a:lnTo>
                <a:lnTo>
                  <a:pt x="3294" y="14944"/>
                </a:lnTo>
                <a:close/>
                <a:moveTo>
                  <a:pt x="3074" y="13953"/>
                </a:moveTo>
                <a:lnTo>
                  <a:pt x="2928" y="14012"/>
                </a:lnTo>
                <a:lnTo>
                  <a:pt x="2783" y="14187"/>
                </a:lnTo>
                <a:lnTo>
                  <a:pt x="2783" y="14419"/>
                </a:lnTo>
                <a:lnTo>
                  <a:pt x="2415" y="14887"/>
                </a:lnTo>
                <a:lnTo>
                  <a:pt x="2196" y="15353"/>
                </a:lnTo>
                <a:lnTo>
                  <a:pt x="1317" y="16872"/>
                </a:lnTo>
                <a:lnTo>
                  <a:pt x="585" y="18156"/>
                </a:lnTo>
                <a:lnTo>
                  <a:pt x="291" y="18797"/>
                </a:lnTo>
                <a:lnTo>
                  <a:pt x="72" y="19499"/>
                </a:lnTo>
                <a:lnTo>
                  <a:pt x="0" y="19732"/>
                </a:lnTo>
                <a:lnTo>
                  <a:pt x="0" y="19907"/>
                </a:lnTo>
                <a:lnTo>
                  <a:pt x="146" y="20257"/>
                </a:lnTo>
                <a:lnTo>
                  <a:pt x="439" y="20550"/>
                </a:lnTo>
                <a:lnTo>
                  <a:pt x="804" y="20841"/>
                </a:lnTo>
                <a:lnTo>
                  <a:pt x="878" y="20959"/>
                </a:lnTo>
                <a:lnTo>
                  <a:pt x="1024" y="21016"/>
                </a:lnTo>
                <a:lnTo>
                  <a:pt x="1172" y="21075"/>
                </a:lnTo>
                <a:lnTo>
                  <a:pt x="1317" y="21075"/>
                </a:lnTo>
                <a:lnTo>
                  <a:pt x="1463" y="21134"/>
                </a:lnTo>
                <a:lnTo>
                  <a:pt x="1757" y="21250"/>
                </a:lnTo>
                <a:lnTo>
                  <a:pt x="1902" y="21366"/>
                </a:lnTo>
                <a:lnTo>
                  <a:pt x="2196" y="21366"/>
                </a:lnTo>
                <a:lnTo>
                  <a:pt x="2854" y="21541"/>
                </a:lnTo>
                <a:lnTo>
                  <a:pt x="2928" y="21600"/>
                </a:lnTo>
                <a:lnTo>
                  <a:pt x="3367" y="21600"/>
                </a:lnTo>
                <a:lnTo>
                  <a:pt x="3807" y="21541"/>
                </a:lnTo>
                <a:lnTo>
                  <a:pt x="4246" y="21425"/>
                </a:lnTo>
                <a:lnTo>
                  <a:pt x="4613" y="21309"/>
                </a:lnTo>
                <a:lnTo>
                  <a:pt x="4978" y="21134"/>
                </a:lnTo>
                <a:lnTo>
                  <a:pt x="5198" y="20900"/>
                </a:lnTo>
                <a:lnTo>
                  <a:pt x="5417" y="20666"/>
                </a:lnTo>
                <a:lnTo>
                  <a:pt x="5563" y="20433"/>
                </a:lnTo>
                <a:lnTo>
                  <a:pt x="5711" y="20199"/>
                </a:lnTo>
                <a:lnTo>
                  <a:pt x="5857" y="19615"/>
                </a:lnTo>
                <a:lnTo>
                  <a:pt x="5857" y="19031"/>
                </a:lnTo>
                <a:lnTo>
                  <a:pt x="5711" y="18447"/>
                </a:lnTo>
                <a:lnTo>
                  <a:pt x="5563" y="17865"/>
                </a:lnTo>
                <a:lnTo>
                  <a:pt x="5344" y="17338"/>
                </a:lnTo>
                <a:lnTo>
                  <a:pt x="4100" y="14419"/>
                </a:lnTo>
                <a:lnTo>
                  <a:pt x="3952" y="14244"/>
                </a:lnTo>
                <a:lnTo>
                  <a:pt x="3733" y="14128"/>
                </a:lnTo>
                <a:lnTo>
                  <a:pt x="3513" y="14012"/>
                </a:lnTo>
                <a:lnTo>
                  <a:pt x="3294" y="13953"/>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589" name="Google Shape;237;p3"/>
          <p:cNvSpPr/>
          <p:nvPr/>
        </p:nvSpPr>
        <p:spPr>
          <a:xfrm>
            <a:off x="91652" y="4552955"/>
            <a:ext cx="416200" cy="4099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609" y="5647"/>
                </a:moveTo>
                <a:lnTo>
                  <a:pt x="11718" y="5702"/>
                </a:lnTo>
                <a:lnTo>
                  <a:pt x="11880" y="5811"/>
                </a:lnTo>
                <a:lnTo>
                  <a:pt x="12096" y="6085"/>
                </a:lnTo>
                <a:lnTo>
                  <a:pt x="12204" y="6413"/>
                </a:lnTo>
                <a:lnTo>
                  <a:pt x="12311" y="6744"/>
                </a:lnTo>
                <a:lnTo>
                  <a:pt x="12366" y="7017"/>
                </a:lnTo>
                <a:lnTo>
                  <a:pt x="12366" y="7619"/>
                </a:lnTo>
                <a:lnTo>
                  <a:pt x="12204" y="7894"/>
                </a:lnTo>
                <a:lnTo>
                  <a:pt x="11987" y="6962"/>
                </a:lnTo>
                <a:lnTo>
                  <a:pt x="11825" y="6304"/>
                </a:lnTo>
                <a:lnTo>
                  <a:pt x="11718" y="5975"/>
                </a:lnTo>
                <a:lnTo>
                  <a:pt x="11609" y="5647"/>
                </a:lnTo>
                <a:close/>
                <a:moveTo>
                  <a:pt x="6371" y="7566"/>
                </a:moveTo>
                <a:lnTo>
                  <a:pt x="6588" y="7784"/>
                </a:lnTo>
                <a:lnTo>
                  <a:pt x="6750" y="8004"/>
                </a:lnTo>
                <a:lnTo>
                  <a:pt x="6911" y="8223"/>
                </a:lnTo>
                <a:lnTo>
                  <a:pt x="7019" y="8497"/>
                </a:lnTo>
                <a:lnTo>
                  <a:pt x="7019" y="9045"/>
                </a:lnTo>
                <a:lnTo>
                  <a:pt x="6857" y="9154"/>
                </a:lnTo>
                <a:lnTo>
                  <a:pt x="6695" y="9320"/>
                </a:lnTo>
                <a:lnTo>
                  <a:pt x="6533" y="8936"/>
                </a:lnTo>
                <a:lnTo>
                  <a:pt x="6371" y="8497"/>
                </a:lnTo>
                <a:lnTo>
                  <a:pt x="6318" y="8059"/>
                </a:lnTo>
                <a:lnTo>
                  <a:pt x="6318" y="7675"/>
                </a:lnTo>
                <a:lnTo>
                  <a:pt x="6371" y="7566"/>
                </a:lnTo>
                <a:close/>
                <a:moveTo>
                  <a:pt x="9720" y="11349"/>
                </a:moveTo>
                <a:lnTo>
                  <a:pt x="9882" y="11458"/>
                </a:lnTo>
                <a:lnTo>
                  <a:pt x="9990" y="11677"/>
                </a:lnTo>
                <a:lnTo>
                  <a:pt x="10206" y="12061"/>
                </a:lnTo>
                <a:lnTo>
                  <a:pt x="10799" y="12993"/>
                </a:lnTo>
                <a:lnTo>
                  <a:pt x="10475" y="13268"/>
                </a:lnTo>
                <a:lnTo>
                  <a:pt x="10421" y="13103"/>
                </a:lnTo>
                <a:lnTo>
                  <a:pt x="10097" y="12664"/>
                </a:lnTo>
                <a:lnTo>
                  <a:pt x="9828" y="12171"/>
                </a:lnTo>
                <a:lnTo>
                  <a:pt x="9666" y="11786"/>
                </a:lnTo>
                <a:lnTo>
                  <a:pt x="9449" y="11458"/>
                </a:lnTo>
                <a:lnTo>
                  <a:pt x="9720" y="11349"/>
                </a:lnTo>
                <a:close/>
                <a:moveTo>
                  <a:pt x="7776" y="12115"/>
                </a:moveTo>
                <a:lnTo>
                  <a:pt x="7883" y="12171"/>
                </a:lnTo>
                <a:lnTo>
                  <a:pt x="8585" y="14090"/>
                </a:lnTo>
                <a:lnTo>
                  <a:pt x="8316" y="14199"/>
                </a:lnTo>
                <a:lnTo>
                  <a:pt x="8369" y="13925"/>
                </a:lnTo>
                <a:lnTo>
                  <a:pt x="8316" y="13761"/>
                </a:lnTo>
                <a:lnTo>
                  <a:pt x="8261" y="13541"/>
                </a:lnTo>
                <a:lnTo>
                  <a:pt x="8099" y="13103"/>
                </a:lnTo>
                <a:lnTo>
                  <a:pt x="7721" y="12115"/>
                </a:lnTo>
                <a:close/>
                <a:moveTo>
                  <a:pt x="10799" y="14803"/>
                </a:moveTo>
                <a:lnTo>
                  <a:pt x="10799" y="15296"/>
                </a:lnTo>
                <a:lnTo>
                  <a:pt x="10583" y="14912"/>
                </a:lnTo>
                <a:lnTo>
                  <a:pt x="10799" y="14803"/>
                </a:lnTo>
                <a:close/>
                <a:moveTo>
                  <a:pt x="14309" y="13541"/>
                </a:moveTo>
                <a:lnTo>
                  <a:pt x="14472" y="13870"/>
                </a:lnTo>
                <a:lnTo>
                  <a:pt x="14634" y="14199"/>
                </a:lnTo>
                <a:lnTo>
                  <a:pt x="14796" y="14474"/>
                </a:lnTo>
                <a:lnTo>
                  <a:pt x="14958" y="14747"/>
                </a:lnTo>
                <a:lnTo>
                  <a:pt x="15011" y="14967"/>
                </a:lnTo>
                <a:lnTo>
                  <a:pt x="15011" y="15405"/>
                </a:lnTo>
                <a:lnTo>
                  <a:pt x="14903" y="15625"/>
                </a:lnTo>
                <a:lnTo>
                  <a:pt x="14796" y="15460"/>
                </a:lnTo>
                <a:lnTo>
                  <a:pt x="14687" y="15405"/>
                </a:lnTo>
                <a:lnTo>
                  <a:pt x="14363" y="14583"/>
                </a:lnTo>
                <a:lnTo>
                  <a:pt x="14256" y="14143"/>
                </a:lnTo>
                <a:lnTo>
                  <a:pt x="14094" y="13706"/>
                </a:lnTo>
                <a:lnTo>
                  <a:pt x="14201" y="13650"/>
                </a:lnTo>
                <a:lnTo>
                  <a:pt x="14309" y="13541"/>
                </a:lnTo>
                <a:close/>
                <a:moveTo>
                  <a:pt x="11285" y="14583"/>
                </a:moveTo>
                <a:lnTo>
                  <a:pt x="11447" y="14638"/>
                </a:lnTo>
                <a:lnTo>
                  <a:pt x="11663" y="14747"/>
                </a:lnTo>
                <a:lnTo>
                  <a:pt x="11880" y="14967"/>
                </a:lnTo>
                <a:lnTo>
                  <a:pt x="12042" y="15296"/>
                </a:lnTo>
                <a:lnTo>
                  <a:pt x="12204" y="15898"/>
                </a:lnTo>
                <a:lnTo>
                  <a:pt x="12258" y="16173"/>
                </a:lnTo>
                <a:lnTo>
                  <a:pt x="12258" y="16391"/>
                </a:lnTo>
                <a:lnTo>
                  <a:pt x="12204" y="16611"/>
                </a:lnTo>
                <a:lnTo>
                  <a:pt x="12042" y="16722"/>
                </a:lnTo>
                <a:lnTo>
                  <a:pt x="12042" y="16611"/>
                </a:lnTo>
                <a:lnTo>
                  <a:pt x="11987" y="16447"/>
                </a:lnTo>
                <a:lnTo>
                  <a:pt x="11880" y="16391"/>
                </a:lnTo>
                <a:lnTo>
                  <a:pt x="11771" y="16282"/>
                </a:lnTo>
                <a:lnTo>
                  <a:pt x="11609" y="15953"/>
                </a:lnTo>
                <a:lnTo>
                  <a:pt x="11501" y="15515"/>
                </a:lnTo>
                <a:lnTo>
                  <a:pt x="11394" y="14692"/>
                </a:lnTo>
                <a:lnTo>
                  <a:pt x="11285" y="14583"/>
                </a:lnTo>
                <a:close/>
                <a:moveTo>
                  <a:pt x="14958" y="1973"/>
                </a:moveTo>
                <a:lnTo>
                  <a:pt x="15011" y="2302"/>
                </a:lnTo>
                <a:lnTo>
                  <a:pt x="15120" y="2577"/>
                </a:lnTo>
                <a:lnTo>
                  <a:pt x="15389" y="3125"/>
                </a:lnTo>
                <a:lnTo>
                  <a:pt x="16091" y="4825"/>
                </a:lnTo>
                <a:lnTo>
                  <a:pt x="16146" y="4934"/>
                </a:lnTo>
                <a:lnTo>
                  <a:pt x="15822" y="5043"/>
                </a:lnTo>
                <a:lnTo>
                  <a:pt x="15497" y="5153"/>
                </a:lnTo>
                <a:lnTo>
                  <a:pt x="14363" y="5591"/>
                </a:lnTo>
                <a:lnTo>
                  <a:pt x="13230" y="6195"/>
                </a:lnTo>
                <a:lnTo>
                  <a:pt x="13013" y="6304"/>
                </a:lnTo>
                <a:lnTo>
                  <a:pt x="12851" y="6469"/>
                </a:lnTo>
                <a:lnTo>
                  <a:pt x="12744" y="6085"/>
                </a:lnTo>
                <a:lnTo>
                  <a:pt x="12527" y="5702"/>
                </a:lnTo>
                <a:lnTo>
                  <a:pt x="12311" y="5372"/>
                </a:lnTo>
                <a:lnTo>
                  <a:pt x="12149" y="5262"/>
                </a:lnTo>
                <a:lnTo>
                  <a:pt x="11987" y="5153"/>
                </a:lnTo>
                <a:lnTo>
                  <a:pt x="11771" y="5098"/>
                </a:lnTo>
                <a:lnTo>
                  <a:pt x="11556" y="5043"/>
                </a:lnTo>
                <a:lnTo>
                  <a:pt x="11447" y="5043"/>
                </a:lnTo>
                <a:lnTo>
                  <a:pt x="11340" y="5098"/>
                </a:lnTo>
                <a:lnTo>
                  <a:pt x="11285" y="5207"/>
                </a:lnTo>
                <a:lnTo>
                  <a:pt x="11285" y="5318"/>
                </a:lnTo>
                <a:lnTo>
                  <a:pt x="11016" y="5372"/>
                </a:lnTo>
                <a:lnTo>
                  <a:pt x="10799" y="5538"/>
                </a:lnTo>
                <a:lnTo>
                  <a:pt x="10583" y="5756"/>
                </a:lnTo>
                <a:lnTo>
                  <a:pt x="10368" y="5975"/>
                </a:lnTo>
                <a:lnTo>
                  <a:pt x="10313" y="6140"/>
                </a:lnTo>
                <a:lnTo>
                  <a:pt x="10368" y="6304"/>
                </a:lnTo>
                <a:lnTo>
                  <a:pt x="10692" y="7017"/>
                </a:lnTo>
                <a:lnTo>
                  <a:pt x="10421" y="7126"/>
                </a:lnTo>
                <a:lnTo>
                  <a:pt x="9287" y="7510"/>
                </a:lnTo>
                <a:lnTo>
                  <a:pt x="8207" y="7894"/>
                </a:lnTo>
                <a:lnTo>
                  <a:pt x="7830" y="8004"/>
                </a:lnTo>
                <a:lnTo>
                  <a:pt x="7668" y="8059"/>
                </a:lnTo>
                <a:lnTo>
                  <a:pt x="7559" y="8168"/>
                </a:lnTo>
                <a:lnTo>
                  <a:pt x="7506" y="8004"/>
                </a:lnTo>
                <a:lnTo>
                  <a:pt x="7235" y="7566"/>
                </a:lnTo>
                <a:lnTo>
                  <a:pt x="7073" y="7291"/>
                </a:lnTo>
                <a:lnTo>
                  <a:pt x="6857" y="7072"/>
                </a:lnTo>
                <a:lnTo>
                  <a:pt x="6642" y="6908"/>
                </a:lnTo>
                <a:lnTo>
                  <a:pt x="6371" y="6797"/>
                </a:lnTo>
                <a:lnTo>
                  <a:pt x="6156" y="6744"/>
                </a:lnTo>
                <a:lnTo>
                  <a:pt x="5940" y="6853"/>
                </a:lnTo>
                <a:lnTo>
                  <a:pt x="5669" y="6853"/>
                </a:lnTo>
                <a:lnTo>
                  <a:pt x="5562" y="6908"/>
                </a:lnTo>
                <a:lnTo>
                  <a:pt x="5507" y="7017"/>
                </a:lnTo>
                <a:lnTo>
                  <a:pt x="5454" y="7455"/>
                </a:lnTo>
                <a:lnTo>
                  <a:pt x="5454" y="7894"/>
                </a:lnTo>
                <a:lnTo>
                  <a:pt x="5507" y="8332"/>
                </a:lnTo>
                <a:lnTo>
                  <a:pt x="5616" y="8772"/>
                </a:lnTo>
                <a:lnTo>
                  <a:pt x="5292" y="8717"/>
                </a:lnTo>
                <a:lnTo>
                  <a:pt x="4968" y="8772"/>
                </a:lnTo>
                <a:lnTo>
                  <a:pt x="4374" y="8990"/>
                </a:lnTo>
                <a:lnTo>
                  <a:pt x="3564" y="9210"/>
                </a:lnTo>
                <a:lnTo>
                  <a:pt x="3186" y="9374"/>
                </a:lnTo>
                <a:lnTo>
                  <a:pt x="3024" y="9485"/>
                </a:lnTo>
                <a:lnTo>
                  <a:pt x="2862" y="9649"/>
                </a:lnTo>
                <a:lnTo>
                  <a:pt x="2862" y="9758"/>
                </a:lnTo>
                <a:lnTo>
                  <a:pt x="2916" y="9814"/>
                </a:lnTo>
                <a:lnTo>
                  <a:pt x="3293" y="9867"/>
                </a:lnTo>
                <a:lnTo>
                  <a:pt x="3618" y="9814"/>
                </a:lnTo>
                <a:lnTo>
                  <a:pt x="4374" y="9649"/>
                </a:lnTo>
                <a:lnTo>
                  <a:pt x="5076" y="9485"/>
                </a:lnTo>
                <a:lnTo>
                  <a:pt x="5454" y="9320"/>
                </a:lnTo>
                <a:lnTo>
                  <a:pt x="5616" y="9210"/>
                </a:lnTo>
                <a:lnTo>
                  <a:pt x="5723" y="9101"/>
                </a:lnTo>
                <a:lnTo>
                  <a:pt x="5994" y="9539"/>
                </a:lnTo>
                <a:lnTo>
                  <a:pt x="6264" y="9978"/>
                </a:lnTo>
                <a:lnTo>
                  <a:pt x="6318" y="10032"/>
                </a:lnTo>
                <a:lnTo>
                  <a:pt x="6426" y="10196"/>
                </a:lnTo>
                <a:lnTo>
                  <a:pt x="6695" y="10416"/>
                </a:lnTo>
                <a:lnTo>
                  <a:pt x="6857" y="10471"/>
                </a:lnTo>
                <a:lnTo>
                  <a:pt x="6966" y="10526"/>
                </a:lnTo>
                <a:lnTo>
                  <a:pt x="7073" y="10471"/>
                </a:lnTo>
                <a:lnTo>
                  <a:pt x="7181" y="10361"/>
                </a:lnTo>
                <a:lnTo>
                  <a:pt x="7452" y="9923"/>
                </a:lnTo>
                <a:lnTo>
                  <a:pt x="7614" y="9485"/>
                </a:lnTo>
                <a:lnTo>
                  <a:pt x="7668" y="9045"/>
                </a:lnTo>
                <a:lnTo>
                  <a:pt x="7668" y="8607"/>
                </a:lnTo>
                <a:lnTo>
                  <a:pt x="7830" y="8607"/>
                </a:lnTo>
                <a:lnTo>
                  <a:pt x="7992" y="8552"/>
                </a:lnTo>
                <a:lnTo>
                  <a:pt x="8369" y="8443"/>
                </a:lnTo>
                <a:lnTo>
                  <a:pt x="9504" y="8114"/>
                </a:lnTo>
                <a:lnTo>
                  <a:pt x="10583" y="7730"/>
                </a:lnTo>
                <a:lnTo>
                  <a:pt x="10961" y="7566"/>
                </a:lnTo>
                <a:lnTo>
                  <a:pt x="11232" y="8114"/>
                </a:lnTo>
                <a:lnTo>
                  <a:pt x="11340" y="8388"/>
                </a:lnTo>
                <a:lnTo>
                  <a:pt x="11501" y="8607"/>
                </a:lnTo>
                <a:lnTo>
                  <a:pt x="11663" y="8717"/>
                </a:lnTo>
                <a:lnTo>
                  <a:pt x="12096" y="8717"/>
                </a:lnTo>
                <a:lnTo>
                  <a:pt x="12258" y="8607"/>
                </a:lnTo>
                <a:lnTo>
                  <a:pt x="12582" y="8332"/>
                </a:lnTo>
                <a:lnTo>
                  <a:pt x="12851" y="8004"/>
                </a:lnTo>
                <a:lnTo>
                  <a:pt x="12959" y="7730"/>
                </a:lnTo>
                <a:lnTo>
                  <a:pt x="13013" y="7455"/>
                </a:lnTo>
                <a:lnTo>
                  <a:pt x="13013" y="7182"/>
                </a:lnTo>
                <a:lnTo>
                  <a:pt x="12959" y="6853"/>
                </a:lnTo>
                <a:lnTo>
                  <a:pt x="13121" y="6853"/>
                </a:lnTo>
                <a:lnTo>
                  <a:pt x="13337" y="6744"/>
                </a:lnTo>
                <a:lnTo>
                  <a:pt x="14634" y="6140"/>
                </a:lnTo>
                <a:lnTo>
                  <a:pt x="15660" y="5756"/>
                </a:lnTo>
                <a:lnTo>
                  <a:pt x="16037" y="5591"/>
                </a:lnTo>
                <a:lnTo>
                  <a:pt x="16361" y="5482"/>
                </a:lnTo>
                <a:lnTo>
                  <a:pt x="16956" y="6853"/>
                </a:lnTo>
                <a:lnTo>
                  <a:pt x="17441" y="8279"/>
                </a:lnTo>
                <a:lnTo>
                  <a:pt x="17765" y="9320"/>
                </a:lnTo>
                <a:lnTo>
                  <a:pt x="17711" y="9485"/>
                </a:lnTo>
                <a:lnTo>
                  <a:pt x="17658" y="9649"/>
                </a:lnTo>
                <a:lnTo>
                  <a:pt x="17603" y="9649"/>
                </a:lnTo>
                <a:lnTo>
                  <a:pt x="17063" y="9867"/>
                </a:lnTo>
                <a:lnTo>
                  <a:pt x="16146" y="10142"/>
                </a:lnTo>
                <a:lnTo>
                  <a:pt x="14256" y="10800"/>
                </a:lnTo>
                <a:lnTo>
                  <a:pt x="12420" y="11402"/>
                </a:lnTo>
                <a:lnTo>
                  <a:pt x="11609" y="11622"/>
                </a:lnTo>
                <a:lnTo>
                  <a:pt x="11232" y="11842"/>
                </a:lnTo>
                <a:lnTo>
                  <a:pt x="11070" y="11951"/>
                </a:lnTo>
                <a:lnTo>
                  <a:pt x="10961" y="12115"/>
                </a:lnTo>
                <a:lnTo>
                  <a:pt x="10961" y="12171"/>
                </a:lnTo>
                <a:lnTo>
                  <a:pt x="11232" y="12226"/>
                </a:lnTo>
                <a:lnTo>
                  <a:pt x="11771" y="12226"/>
                </a:lnTo>
                <a:lnTo>
                  <a:pt x="12042" y="12115"/>
                </a:lnTo>
                <a:lnTo>
                  <a:pt x="13121" y="11786"/>
                </a:lnTo>
                <a:lnTo>
                  <a:pt x="15551" y="11020"/>
                </a:lnTo>
                <a:lnTo>
                  <a:pt x="17982" y="10251"/>
                </a:lnTo>
                <a:lnTo>
                  <a:pt x="18089" y="10196"/>
                </a:lnTo>
                <a:lnTo>
                  <a:pt x="18467" y="11622"/>
                </a:lnTo>
                <a:lnTo>
                  <a:pt x="18791" y="12664"/>
                </a:lnTo>
                <a:lnTo>
                  <a:pt x="18737" y="12719"/>
                </a:lnTo>
                <a:lnTo>
                  <a:pt x="18684" y="12828"/>
                </a:lnTo>
                <a:lnTo>
                  <a:pt x="17117" y="13432"/>
                </a:lnTo>
                <a:lnTo>
                  <a:pt x="16253" y="13761"/>
                </a:lnTo>
                <a:lnTo>
                  <a:pt x="15984" y="13870"/>
                </a:lnTo>
                <a:lnTo>
                  <a:pt x="15822" y="14034"/>
                </a:lnTo>
                <a:lnTo>
                  <a:pt x="15389" y="14309"/>
                </a:lnTo>
                <a:lnTo>
                  <a:pt x="15389" y="14363"/>
                </a:lnTo>
                <a:lnTo>
                  <a:pt x="15335" y="14199"/>
                </a:lnTo>
                <a:lnTo>
                  <a:pt x="15011" y="13486"/>
                </a:lnTo>
                <a:lnTo>
                  <a:pt x="14796" y="13157"/>
                </a:lnTo>
                <a:lnTo>
                  <a:pt x="14634" y="13048"/>
                </a:lnTo>
                <a:lnTo>
                  <a:pt x="14472" y="12993"/>
                </a:lnTo>
                <a:lnTo>
                  <a:pt x="14363" y="12993"/>
                </a:lnTo>
                <a:lnTo>
                  <a:pt x="14309" y="13103"/>
                </a:lnTo>
                <a:lnTo>
                  <a:pt x="14256" y="13212"/>
                </a:lnTo>
                <a:lnTo>
                  <a:pt x="13985" y="13212"/>
                </a:lnTo>
                <a:lnTo>
                  <a:pt x="13770" y="13157"/>
                </a:lnTo>
                <a:lnTo>
                  <a:pt x="13554" y="13212"/>
                </a:lnTo>
                <a:lnTo>
                  <a:pt x="13337" y="13268"/>
                </a:lnTo>
                <a:lnTo>
                  <a:pt x="13230" y="13432"/>
                </a:lnTo>
                <a:lnTo>
                  <a:pt x="13121" y="13596"/>
                </a:lnTo>
                <a:lnTo>
                  <a:pt x="13121" y="13761"/>
                </a:lnTo>
                <a:lnTo>
                  <a:pt x="13284" y="14363"/>
                </a:lnTo>
                <a:lnTo>
                  <a:pt x="13446" y="15021"/>
                </a:lnTo>
                <a:lnTo>
                  <a:pt x="12797" y="15185"/>
                </a:lnTo>
                <a:lnTo>
                  <a:pt x="12744" y="15240"/>
                </a:lnTo>
                <a:lnTo>
                  <a:pt x="12689" y="15296"/>
                </a:lnTo>
                <a:lnTo>
                  <a:pt x="12635" y="15460"/>
                </a:lnTo>
                <a:lnTo>
                  <a:pt x="12527" y="15131"/>
                </a:lnTo>
                <a:lnTo>
                  <a:pt x="12366" y="14803"/>
                </a:lnTo>
                <a:lnTo>
                  <a:pt x="12149" y="14474"/>
                </a:lnTo>
                <a:lnTo>
                  <a:pt x="11825" y="14199"/>
                </a:lnTo>
                <a:lnTo>
                  <a:pt x="11447" y="14034"/>
                </a:lnTo>
                <a:lnTo>
                  <a:pt x="11123" y="14034"/>
                </a:lnTo>
                <a:lnTo>
                  <a:pt x="10908" y="14090"/>
                </a:lnTo>
                <a:lnTo>
                  <a:pt x="10745" y="14143"/>
                </a:lnTo>
                <a:lnTo>
                  <a:pt x="10583" y="14254"/>
                </a:lnTo>
                <a:lnTo>
                  <a:pt x="10421" y="14363"/>
                </a:lnTo>
                <a:lnTo>
                  <a:pt x="10368" y="14528"/>
                </a:lnTo>
                <a:lnTo>
                  <a:pt x="10313" y="14747"/>
                </a:lnTo>
                <a:lnTo>
                  <a:pt x="10368" y="14856"/>
                </a:lnTo>
                <a:lnTo>
                  <a:pt x="10475" y="14912"/>
                </a:lnTo>
                <a:lnTo>
                  <a:pt x="10368" y="15296"/>
                </a:lnTo>
                <a:lnTo>
                  <a:pt x="10421" y="15680"/>
                </a:lnTo>
                <a:lnTo>
                  <a:pt x="7073" y="16666"/>
                </a:lnTo>
                <a:lnTo>
                  <a:pt x="6209" y="16940"/>
                </a:lnTo>
                <a:lnTo>
                  <a:pt x="5345" y="17215"/>
                </a:lnTo>
                <a:lnTo>
                  <a:pt x="5076" y="17379"/>
                </a:lnTo>
                <a:lnTo>
                  <a:pt x="4697" y="15844"/>
                </a:lnTo>
                <a:lnTo>
                  <a:pt x="4212" y="14363"/>
                </a:lnTo>
                <a:lnTo>
                  <a:pt x="4914" y="14254"/>
                </a:lnTo>
                <a:lnTo>
                  <a:pt x="5616" y="14090"/>
                </a:lnTo>
                <a:lnTo>
                  <a:pt x="7019" y="13650"/>
                </a:lnTo>
                <a:lnTo>
                  <a:pt x="7128" y="13925"/>
                </a:lnTo>
                <a:lnTo>
                  <a:pt x="7290" y="14199"/>
                </a:lnTo>
                <a:lnTo>
                  <a:pt x="7452" y="14474"/>
                </a:lnTo>
                <a:lnTo>
                  <a:pt x="7721" y="14692"/>
                </a:lnTo>
                <a:lnTo>
                  <a:pt x="8045" y="14803"/>
                </a:lnTo>
                <a:lnTo>
                  <a:pt x="8261" y="14803"/>
                </a:lnTo>
                <a:lnTo>
                  <a:pt x="8423" y="14747"/>
                </a:lnTo>
                <a:lnTo>
                  <a:pt x="8802" y="14583"/>
                </a:lnTo>
                <a:lnTo>
                  <a:pt x="9071" y="14418"/>
                </a:lnTo>
                <a:lnTo>
                  <a:pt x="9180" y="14254"/>
                </a:lnTo>
                <a:lnTo>
                  <a:pt x="9233" y="14199"/>
                </a:lnTo>
                <a:lnTo>
                  <a:pt x="9180" y="14090"/>
                </a:lnTo>
                <a:lnTo>
                  <a:pt x="8802" y="13048"/>
                </a:lnTo>
                <a:lnTo>
                  <a:pt x="9125" y="13048"/>
                </a:lnTo>
                <a:lnTo>
                  <a:pt x="9395" y="12939"/>
                </a:lnTo>
                <a:lnTo>
                  <a:pt x="9720" y="13815"/>
                </a:lnTo>
                <a:lnTo>
                  <a:pt x="9828" y="13925"/>
                </a:lnTo>
                <a:lnTo>
                  <a:pt x="9882" y="13979"/>
                </a:lnTo>
                <a:lnTo>
                  <a:pt x="9990" y="13979"/>
                </a:lnTo>
                <a:lnTo>
                  <a:pt x="10368" y="13925"/>
                </a:lnTo>
                <a:lnTo>
                  <a:pt x="10745" y="13761"/>
                </a:lnTo>
                <a:lnTo>
                  <a:pt x="11070" y="13541"/>
                </a:lnTo>
                <a:lnTo>
                  <a:pt x="11340" y="13268"/>
                </a:lnTo>
                <a:lnTo>
                  <a:pt x="11394" y="13212"/>
                </a:lnTo>
                <a:lnTo>
                  <a:pt x="11447" y="13103"/>
                </a:lnTo>
                <a:lnTo>
                  <a:pt x="11394" y="12939"/>
                </a:lnTo>
                <a:lnTo>
                  <a:pt x="10692" y="11786"/>
                </a:lnTo>
                <a:lnTo>
                  <a:pt x="10421" y="11238"/>
                </a:lnTo>
                <a:lnTo>
                  <a:pt x="10259" y="10964"/>
                </a:lnTo>
                <a:lnTo>
                  <a:pt x="10044" y="10800"/>
                </a:lnTo>
                <a:lnTo>
                  <a:pt x="9773" y="10691"/>
                </a:lnTo>
                <a:lnTo>
                  <a:pt x="9504" y="10745"/>
                </a:lnTo>
                <a:lnTo>
                  <a:pt x="9395" y="10800"/>
                </a:lnTo>
                <a:lnTo>
                  <a:pt x="9287" y="10855"/>
                </a:lnTo>
                <a:lnTo>
                  <a:pt x="9180" y="10964"/>
                </a:lnTo>
                <a:lnTo>
                  <a:pt x="9125" y="11074"/>
                </a:lnTo>
                <a:lnTo>
                  <a:pt x="8856" y="11129"/>
                </a:lnTo>
                <a:lnTo>
                  <a:pt x="8802" y="11184"/>
                </a:lnTo>
                <a:lnTo>
                  <a:pt x="8747" y="11238"/>
                </a:lnTo>
                <a:lnTo>
                  <a:pt x="8694" y="11349"/>
                </a:lnTo>
                <a:lnTo>
                  <a:pt x="8694" y="11458"/>
                </a:lnTo>
                <a:lnTo>
                  <a:pt x="9125" y="12390"/>
                </a:lnTo>
                <a:lnTo>
                  <a:pt x="9071" y="12499"/>
                </a:lnTo>
                <a:lnTo>
                  <a:pt x="9018" y="12555"/>
                </a:lnTo>
                <a:lnTo>
                  <a:pt x="8964" y="12555"/>
                </a:lnTo>
                <a:lnTo>
                  <a:pt x="8909" y="12608"/>
                </a:lnTo>
                <a:lnTo>
                  <a:pt x="8747" y="12664"/>
                </a:lnTo>
                <a:lnTo>
                  <a:pt x="8694" y="12719"/>
                </a:lnTo>
                <a:lnTo>
                  <a:pt x="8261" y="11677"/>
                </a:lnTo>
                <a:lnTo>
                  <a:pt x="8207" y="11622"/>
                </a:lnTo>
                <a:lnTo>
                  <a:pt x="8154" y="11513"/>
                </a:lnTo>
                <a:lnTo>
                  <a:pt x="7938" y="11513"/>
                </a:lnTo>
                <a:lnTo>
                  <a:pt x="7883" y="11458"/>
                </a:lnTo>
                <a:lnTo>
                  <a:pt x="7614" y="11458"/>
                </a:lnTo>
                <a:lnTo>
                  <a:pt x="7344" y="11513"/>
                </a:lnTo>
                <a:lnTo>
                  <a:pt x="7128" y="11677"/>
                </a:lnTo>
                <a:lnTo>
                  <a:pt x="6966" y="11897"/>
                </a:lnTo>
                <a:lnTo>
                  <a:pt x="6857" y="12171"/>
                </a:lnTo>
                <a:lnTo>
                  <a:pt x="6804" y="12444"/>
                </a:lnTo>
                <a:lnTo>
                  <a:pt x="6804" y="12993"/>
                </a:lnTo>
                <a:lnTo>
                  <a:pt x="5400" y="13377"/>
                </a:lnTo>
                <a:lnTo>
                  <a:pt x="4752" y="13650"/>
                </a:lnTo>
                <a:lnTo>
                  <a:pt x="4050" y="13925"/>
                </a:lnTo>
                <a:lnTo>
                  <a:pt x="3455" y="11951"/>
                </a:lnTo>
                <a:lnTo>
                  <a:pt x="2807" y="9978"/>
                </a:lnTo>
                <a:lnTo>
                  <a:pt x="2267" y="8004"/>
                </a:lnTo>
                <a:lnTo>
                  <a:pt x="2052" y="7017"/>
                </a:lnTo>
                <a:lnTo>
                  <a:pt x="1890" y="5975"/>
                </a:lnTo>
                <a:lnTo>
                  <a:pt x="2214" y="5920"/>
                </a:lnTo>
                <a:lnTo>
                  <a:pt x="2538" y="5866"/>
                </a:lnTo>
                <a:lnTo>
                  <a:pt x="3186" y="5702"/>
                </a:lnTo>
                <a:lnTo>
                  <a:pt x="4859" y="5207"/>
                </a:lnTo>
                <a:lnTo>
                  <a:pt x="8478" y="4221"/>
                </a:lnTo>
                <a:lnTo>
                  <a:pt x="10206" y="3728"/>
                </a:lnTo>
                <a:lnTo>
                  <a:pt x="11880" y="3125"/>
                </a:lnTo>
                <a:lnTo>
                  <a:pt x="13446" y="2577"/>
                </a:lnTo>
                <a:lnTo>
                  <a:pt x="14363" y="2248"/>
                </a:lnTo>
                <a:lnTo>
                  <a:pt x="14687" y="2083"/>
                </a:lnTo>
                <a:lnTo>
                  <a:pt x="14849" y="2028"/>
                </a:lnTo>
                <a:lnTo>
                  <a:pt x="14958" y="1973"/>
                </a:lnTo>
                <a:close/>
                <a:moveTo>
                  <a:pt x="18953" y="13432"/>
                </a:moveTo>
                <a:lnTo>
                  <a:pt x="19170" y="14309"/>
                </a:lnTo>
                <a:lnTo>
                  <a:pt x="19277" y="14803"/>
                </a:lnTo>
                <a:lnTo>
                  <a:pt x="19439" y="15240"/>
                </a:lnTo>
                <a:lnTo>
                  <a:pt x="18575" y="15350"/>
                </a:lnTo>
                <a:lnTo>
                  <a:pt x="17765" y="15569"/>
                </a:lnTo>
                <a:lnTo>
                  <a:pt x="16956" y="15789"/>
                </a:lnTo>
                <a:lnTo>
                  <a:pt x="16146" y="16062"/>
                </a:lnTo>
                <a:lnTo>
                  <a:pt x="14256" y="16775"/>
                </a:lnTo>
                <a:lnTo>
                  <a:pt x="12420" y="17488"/>
                </a:lnTo>
                <a:lnTo>
                  <a:pt x="8802" y="18859"/>
                </a:lnTo>
                <a:lnTo>
                  <a:pt x="7181" y="19463"/>
                </a:lnTo>
                <a:lnTo>
                  <a:pt x="6371" y="19792"/>
                </a:lnTo>
                <a:lnTo>
                  <a:pt x="5616" y="20174"/>
                </a:lnTo>
                <a:lnTo>
                  <a:pt x="5400" y="18968"/>
                </a:lnTo>
                <a:lnTo>
                  <a:pt x="5183" y="17762"/>
                </a:lnTo>
                <a:lnTo>
                  <a:pt x="5507" y="17762"/>
                </a:lnTo>
                <a:lnTo>
                  <a:pt x="5885" y="17653"/>
                </a:lnTo>
                <a:lnTo>
                  <a:pt x="7614" y="17160"/>
                </a:lnTo>
                <a:lnTo>
                  <a:pt x="10583" y="16338"/>
                </a:lnTo>
                <a:lnTo>
                  <a:pt x="10854" y="16940"/>
                </a:lnTo>
                <a:lnTo>
                  <a:pt x="11178" y="17488"/>
                </a:lnTo>
                <a:lnTo>
                  <a:pt x="11232" y="17597"/>
                </a:lnTo>
                <a:lnTo>
                  <a:pt x="11501" y="17597"/>
                </a:lnTo>
                <a:lnTo>
                  <a:pt x="11609" y="17488"/>
                </a:lnTo>
                <a:lnTo>
                  <a:pt x="11718" y="17379"/>
                </a:lnTo>
                <a:lnTo>
                  <a:pt x="11933" y="17324"/>
                </a:lnTo>
                <a:lnTo>
                  <a:pt x="12366" y="17215"/>
                </a:lnTo>
                <a:lnTo>
                  <a:pt x="12473" y="17104"/>
                </a:lnTo>
                <a:lnTo>
                  <a:pt x="12582" y="16995"/>
                </a:lnTo>
                <a:lnTo>
                  <a:pt x="12744" y="16722"/>
                </a:lnTo>
                <a:lnTo>
                  <a:pt x="12797" y="16447"/>
                </a:lnTo>
                <a:lnTo>
                  <a:pt x="12797" y="16118"/>
                </a:lnTo>
                <a:lnTo>
                  <a:pt x="12744" y="15844"/>
                </a:lnTo>
                <a:lnTo>
                  <a:pt x="12689" y="15569"/>
                </a:lnTo>
                <a:lnTo>
                  <a:pt x="12744" y="15680"/>
                </a:lnTo>
                <a:lnTo>
                  <a:pt x="12906" y="15734"/>
                </a:lnTo>
                <a:lnTo>
                  <a:pt x="13284" y="15680"/>
                </a:lnTo>
                <a:lnTo>
                  <a:pt x="13661" y="15569"/>
                </a:lnTo>
                <a:lnTo>
                  <a:pt x="13877" y="15898"/>
                </a:lnTo>
                <a:lnTo>
                  <a:pt x="14147" y="16173"/>
                </a:lnTo>
                <a:lnTo>
                  <a:pt x="14363" y="16282"/>
                </a:lnTo>
                <a:lnTo>
                  <a:pt x="14634" y="16338"/>
                </a:lnTo>
                <a:lnTo>
                  <a:pt x="14849" y="16338"/>
                </a:lnTo>
                <a:lnTo>
                  <a:pt x="15065" y="16227"/>
                </a:lnTo>
                <a:lnTo>
                  <a:pt x="15282" y="16118"/>
                </a:lnTo>
                <a:lnTo>
                  <a:pt x="15444" y="15898"/>
                </a:lnTo>
                <a:lnTo>
                  <a:pt x="15551" y="15680"/>
                </a:lnTo>
                <a:lnTo>
                  <a:pt x="15606" y="15460"/>
                </a:lnTo>
                <a:lnTo>
                  <a:pt x="15660" y="15185"/>
                </a:lnTo>
                <a:lnTo>
                  <a:pt x="15606" y="14912"/>
                </a:lnTo>
                <a:lnTo>
                  <a:pt x="15444" y="14418"/>
                </a:lnTo>
                <a:lnTo>
                  <a:pt x="15822" y="14418"/>
                </a:lnTo>
                <a:lnTo>
                  <a:pt x="16199" y="14363"/>
                </a:lnTo>
                <a:lnTo>
                  <a:pt x="17117" y="14090"/>
                </a:lnTo>
                <a:lnTo>
                  <a:pt x="18953" y="13432"/>
                </a:lnTo>
                <a:close/>
                <a:moveTo>
                  <a:pt x="19439" y="15953"/>
                </a:moveTo>
                <a:lnTo>
                  <a:pt x="19277" y="16009"/>
                </a:lnTo>
                <a:lnTo>
                  <a:pt x="17063" y="16831"/>
                </a:lnTo>
                <a:lnTo>
                  <a:pt x="12851" y="18475"/>
                </a:lnTo>
                <a:lnTo>
                  <a:pt x="10745" y="19243"/>
                </a:lnTo>
                <a:lnTo>
                  <a:pt x="9720" y="19627"/>
                </a:lnTo>
                <a:lnTo>
                  <a:pt x="8640" y="19901"/>
                </a:lnTo>
                <a:lnTo>
                  <a:pt x="6911" y="20285"/>
                </a:lnTo>
                <a:lnTo>
                  <a:pt x="7938" y="19845"/>
                </a:lnTo>
                <a:lnTo>
                  <a:pt x="8964" y="19463"/>
                </a:lnTo>
                <a:lnTo>
                  <a:pt x="12420" y="18201"/>
                </a:lnTo>
                <a:lnTo>
                  <a:pt x="14147" y="17488"/>
                </a:lnTo>
                <a:lnTo>
                  <a:pt x="15930" y="16886"/>
                </a:lnTo>
                <a:lnTo>
                  <a:pt x="16794" y="16556"/>
                </a:lnTo>
                <a:lnTo>
                  <a:pt x="17658" y="16282"/>
                </a:lnTo>
                <a:lnTo>
                  <a:pt x="18575" y="16062"/>
                </a:lnTo>
                <a:lnTo>
                  <a:pt x="19439" y="15953"/>
                </a:lnTo>
                <a:close/>
                <a:moveTo>
                  <a:pt x="15444" y="713"/>
                </a:moveTo>
                <a:lnTo>
                  <a:pt x="15768" y="1589"/>
                </a:lnTo>
                <a:lnTo>
                  <a:pt x="16146" y="2521"/>
                </a:lnTo>
                <a:lnTo>
                  <a:pt x="16901" y="4276"/>
                </a:lnTo>
                <a:lnTo>
                  <a:pt x="17658" y="6249"/>
                </a:lnTo>
                <a:lnTo>
                  <a:pt x="18360" y="8168"/>
                </a:lnTo>
                <a:lnTo>
                  <a:pt x="18953" y="10032"/>
                </a:lnTo>
                <a:lnTo>
                  <a:pt x="19548" y="11842"/>
                </a:lnTo>
                <a:lnTo>
                  <a:pt x="20141" y="13706"/>
                </a:lnTo>
                <a:lnTo>
                  <a:pt x="20627" y="15569"/>
                </a:lnTo>
                <a:lnTo>
                  <a:pt x="20303" y="15569"/>
                </a:lnTo>
                <a:lnTo>
                  <a:pt x="19979" y="15680"/>
                </a:lnTo>
                <a:lnTo>
                  <a:pt x="19979" y="15405"/>
                </a:lnTo>
                <a:lnTo>
                  <a:pt x="20087" y="15296"/>
                </a:lnTo>
                <a:lnTo>
                  <a:pt x="20087" y="15131"/>
                </a:lnTo>
                <a:lnTo>
                  <a:pt x="20034" y="14692"/>
                </a:lnTo>
                <a:lnTo>
                  <a:pt x="20034" y="14528"/>
                </a:lnTo>
                <a:lnTo>
                  <a:pt x="19763" y="13486"/>
                </a:lnTo>
                <a:lnTo>
                  <a:pt x="19277" y="11622"/>
                </a:lnTo>
                <a:lnTo>
                  <a:pt x="18684" y="9867"/>
                </a:lnTo>
                <a:lnTo>
                  <a:pt x="18089" y="8114"/>
                </a:lnTo>
                <a:lnTo>
                  <a:pt x="17441" y="6360"/>
                </a:lnTo>
                <a:lnTo>
                  <a:pt x="16739" y="4660"/>
                </a:lnTo>
                <a:lnTo>
                  <a:pt x="15984" y="2959"/>
                </a:lnTo>
                <a:lnTo>
                  <a:pt x="15713" y="2466"/>
                </a:lnTo>
                <a:lnTo>
                  <a:pt x="15444" y="2028"/>
                </a:lnTo>
                <a:lnTo>
                  <a:pt x="15606" y="1919"/>
                </a:lnTo>
                <a:lnTo>
                  <a:pt x="15660" y="1753"/>
                </a:lnTo>
                <a:lnTo>
                  <a:pt x="15606" y="1589"/>
                </a:lnTo>
                <a:lnTo>
                  <a:pt x="15551" y="1480"/>
                </a:lnTo>
                <a:lnTo>
                  <a:pt x="15497" y="1424"/>
                </a:lnTo>
                <a:lnTo>
                  <a:pt x="15389" y="1371"/>
                </a:lnTo>
                <a:lnTo>
                  <a:pt x="15120" y="1315"/>
                </a:lnTo>
                <a:lnTo>
                  <a:pt x="14849" y="1371"/>
                </a:lnTo>
                <a:lnTo>
                  <a:pt x="13823" y="1699"/>
                </a:lnTo>
                <a:lnTo>
                  <a:pt x="12744" y="2137"/>
                </a:lnTo>
                <a:lnTo>
                  <a:pt x="11663" y="2521"/>
                </a:lnTo>
                <a:lnTo>
                  <a:pt x="10583" y="2906"/>
                </a:lnTo>
                <a:lnTo>
                  <a:pt x="8316" y="3618"/>
                </a:lnTo>
                <a:lnTo>
                  <a:pt x="6047" y="4276"/>
                </a:lnTo>
                <a:lnTo>
                  <a:pt x="3780" y="4878"/>
                </a:lnTo>
                <a:lnTo>
                  <a:pt x="2592" y="5207"/>
                </a:lnTo>
                <a:lnTo>
                  <a:pt x="1998" y="5427"/>
                </a:lnTo>
                <a:lnTo>
                  <a:pt x="1728" y="5538"/>
                </a:lnTo>
                <a:lnTo>
                  <a:pt x="1512" y="5702"/>
                </a:lnTo>
                <a:lnTo>
                  <a:pt x="1457" y="5702"/>
                </a:lnTo>
                <a:lnTo>
                  <a:pt x="1404" y="5811"/>
                </a:lnTo>
                <a:lnTo>
                  <a:pt x="1350" y="5920"/>
                </a:lnTo>
                <a:lnTo>
                  <a:pt x="1457" y="6853"/>
                </a:lnTo>
                <a:lnTo>
                  <a:pt x="1619" y="7784"/>
                </a:lnTo>
                <a:lnTo>
                  <a:pt x="1836" y="8661"/>
                </a:lnTo>
                <a:lnTo>
                  <a:pt x="2052" y="9594"/>
                </a:lnTo>
                <a:lnTo>
                  <a:pt x="2538" y="11349"/>
                </a:lnTo>
                <a:lnTo>
                  <a:pt x="3131" y="13103"/>
                </a:lnTo>
                <a:lnTo>
                  <a:pt x="3726" y="14912"/>
                </a:lnTo>
                <a:lnTo>
                  <a:pt x="4266" y="16666"/>
                </a:lnTo>
                <a:lnTo>
                  <a:pt x="4481" y="17544"/>
                </a:lnTo>
                <a:lnTo>
                  <a:pt x="4697" y="18475"/>
                </a:lnTo>
                <a:lnTo>
                  <a:pt x="4859" y="19352"/>
                </a:lnTo>
                <a:lnTo>
                  <a:pt x="5021" y="20285"/>
                </a:lnTo>
                <a:lnTo>
                  <a:pt x="5021" y="20449"/>
                </a:lnTo>
                <a:lnTo>
                  <a:pt x="5130" y="20504"/>
                </a:lnTo>
                <a:lnTo>
                  <a:pt x="5238" y="20558"/>
                </a:lnTo>
                <a:lnTo>
                  <a:pt x="5345" y="20614"/>
                </a:lnTo>
                <a:lnTo>
                  <a:pt x="5400" y="20669"/>
                </a:lnTo>
                <a:lnTo>
                  <a:pt x="5507" y="20669"/>
                </a:lnTo>
                <a:lnTo>
                  <a:pt x="5940" y="20558"/>
                </a:lnTo>
                <a:lnTo>
                  <a:pt x="5454" y="20778"/>
                </a:lnTo>
                <a:lnTo>
                  <a:pt x="5021" y="21051"/>
                </a:lnTo>
                <a:lnTo>
                  <a:pt x="3780" y="16611"/>
                </a:lnTo>
                <a:lnTo>
                  <a:pt x="3131" y="14363"/>
                </a:lnTo>
                <a:lnTo>
                  <a:pt x="2538" y="12171"/>
                </a:lnTo>
                <a:lnTo>
                  <a:pt x="1404" y="7675"/>
                </a:lnTo>
                <a:lnTo>
                  <a:pt x="1188" y="6633"/>
                </a:lnTo>
                <a:lnTo>
                  <a:pt x="972" y="5975"/>
                </a:lnTo>
                <a:lnTo>
                  <a:pt x="864" y="5647"/>
                </a:lnTo>
                <a:lnTo>
                  <a:pt x="702" y="5427"/>
                </a:lnTo>
                <a:lnTo>
                  <a:pt x="1566" y="5262"/>
                </a:lnTo>
                <a:lnTo>
                  <a:pt x="2430" y="5098"/>
                </a:lnTo>
                <a:lnTo>
                  <a:pt x="4157" y="4550"/>
                </a:lnTo>
                <a:lnTo>
                  <a:pt x="6156" y="3947"/>
                </a:lnTo>
                <a:lnTo>
                  <a:pt x="8099" y="3290"/>
                </a:lnTo>
                <a:lnTo>
                  <a:pt x="11825" y="2028"/>
                </a:lnTo>
                <a:lnTo>
                  <a:pt x="13661" y="1371"/>
                </a:lnTo>
                <a:lnTo>
                  <a:pt x="14580" y="1096"/>
                </a:lnTo>
                <a:lnTo>
                  <a:pt x="15011" y="931"/>
                </a:lnTo>
                <a:lnTo>
                  <a:pt x="15444" y="713"/>
                </a:lnTo>
                <a:close/>
                <a:moveTo>
                  <a:pt x="15389" y="0"/>
                </a:moveTo>
                <a:lnTo>
                  <a:pt x="14958" y="54"/>
                </a:lnTo>
                <a:lnTo>
                  <a:pt x="14472" y="218"/>
                </a:lnTo>
                <a:lnTo>
                  <a:pt x="13608" y="547"/>
                </a:lnTo>
                <a:lnTo>
                  <a:pt x="11771" y="1206"/>
                </a:lnTo>
                <a:lnTo>
                  <a:pt x="8099" y="2466"/>
                </a:lnTo>
                <a:lnTo>
                  <a:pt x="4319" y="3728"/>
                </a:lnTo>
                <a:lnTo>
                  <a:pt x="2376" y="4331"/>
                </a:lnTo>
                <a:lnTo>
                  <a:pt x="1350" y="4605"/>
                </a:lnTo>
                <a:lnTo>
                  <a:pt x="378" y="4989"/>
                </a:lnTo>
                <a:lnTo>
                  <a:pt x="269" y="5098"/>
                </a:lnTo>
                <a:lnTo>
                  <a:pt x="216" y="5262"/>
                </a:lnTo>
                <a:lnTo>
                  <a:pt x="54" y="5318"/>
                </a:lnTo>
                <a:lnTo>
                  <a:pt x="0" y="5372"/>
                </a:lnTo>
                <a:lnTo>
                  <a:pt x="0" y="5427"/>
                </a:lnTo>
                <a:lnTo>
                  <a:pt x="54" y="5647"/>
                </a:lnTo>
                <a:lnTo>
                  <a:pt x="162" y="5866"/>
                </a:lnTo>
                <a:lnTo>
                  <a:pt x="269" y="6031"/>
                </a:lnTo>
                <a:lnTo>
                  <a:pt x="324" y="6195"/>
                </a:lnTo>
                <a:lnTo>
                  <a:pt x="431" y="6524"/>
                </a:lnTo>
                <a:lnTo>
                  <a:pt x="864" y="8661"/>
                </a:lnTo>
                <a:lnTo>
                  <a:pt x="1404" y="10800"/>
                </a:lnTo>
                <a:lnTo>
                  <a:pt x="1890" y="12939"/>
                </a:lnTo>
                <a:lnTo>
                  <a:pt x="3024" y="17160"/>
                </a:lnTo>
                <a:lnTo>
                  <a:pt x="3618" y="19243"/>
                </a:lnTo>
                <a:lnTo>
                  <a:pt x="4266" y="21271"/>
                </a:lnTo>
                <a:lnTo>
                  <a:pt x="4319" y="21491"/>
                </a:lnTo>
                <a:lnTo>
                  <a:pt x="4481" y="21545"/>
                </a:lnTo>
                <a:lnTo>
                  <a:pt x="4643" y="21600"/>
                </a:lnTo>
                <a:lnTo>
                  <a:pt x="4859" y="21545"/>
                </a:lnTo>
                <a:lnTo>
                  <a:pt x="5292" y="21436"/>
                </a:lnTo>
                <a:lnTo>
                  <a:pt x="5723" y="21326"/>
                </a:lnTo>
                <a:lnTo>
                  <a:pt x="6642" y="21051"/>
                </a:lnTo>
                <a:lnTo>
                  <a:pt x="8802" y="20614"/>
                </a:lnTo>
                <a:lnTo>
                  <a:pt x="9882" y="20340"/>
                </a:lnTo>
                <a:lnTo>
                  <a:pt x="10961" y="19956"/>
                </a:lnTo>
                <a:lnTo>
                  <a:pt x="13068" y="19188"/>
                </a:lnTo>
                <a:lnTo>
                  <a:pt x="17279" y="17597"/>
                </a:lnTo>
                <a:lnTo>
                  <a:pt x="19332" y="16775"/>
                </a:lnTo>
                <a:lnTo>
                  <a:pt x="20087" y="16556"/>
                </a:lnTo>
                <a:lnTo>
                  <a:pt x="20465" y="16391"/>
                </a:lnTo>
                <a:lnTo>
                  <a:pt x="20843" y="16173"/>
                </a:lnTo>
                <a:lnTo>
                  <a:pt x="20898" y="16338"/>
                </a:lnTo>
                <a:lnTo>
                  <a:pt x="21005" y="16391"/>
                </a:lnTo>
                <a:lnTo>
                  <a:pt x="21167" y="16447"/>
                </a:lnTo>
                <a:lnTo>
                  <a:pt x="21329" y="16447"/>
                </a:lnTo>
                <a:lnTo>
                  <a:pt x="21437" y="16338"/>
                </a:lnTo>
                <a:lnTo>
                  <a:pt x="21546" y="16282"/>
                </a:lnTo>
                <a:lnTo>
                  <a:pt x="21600" y="16118"/>
                </a:lnTo>
                <a:lnTo>
                  <a:pt x="21546" y="15953"/>
                </a:lnTo>
                <a:lnTo>
                  <a:pt x="21005" y="13925"/>
                </a:lnTo>
                <a:lnTo>
                  <a:pt x="20412" y="11951"/>
                </a:lnTo>
                <a:lnTo>
                  <a:pt x="19763" y="9923"/>
                </a:lnTo>
                <a:lnTo>
                  <a:pt x="19061" y="8004"/>
                </a:lnTo>
                <a:lnTo>
                  <a:pt x="18360" y="6031"/>
                </a:lnTo>
                <a:lnTo>
                  <a:pt x="17549" y="4112"/>
                </a:lnTo>
                <a:lnTo>
                  <a:pt x="16794" y="2193"/>
                </a:lnTo>
                <a:lnTo>
                  <a:pt x="16361" y="1315"/>
                </a:lnTo>
                <a:lnTo>
                  <a:pt x="15875" y="383"/>
                </a:lnTo>
                <a:lnTo>
                  <a:pt x="15822" y="329"/>
                </a:lnTo>
                <a:lnTo>
                  <a:pt x="15713" y="274"/>
                </a:lnTo>
                <a:lnTo>
                  <a:pt x="15660" y="164"/>
                </a:lnTo>
                <a:lnTo>
                  <a:pt x="15606" y="109"/>
                </a:lnTo>
                <a:lnTo>
                  <a:pt x="15497" y="54"/>
                </a:lnTo>
                <a:lnTo>
                  <a:pt x="15389" y="0"/>
                </a:lnTo>
                <a:close/>
              </a:path>
            </a:pathLst>
          </a:custGeom>
          <a:solidFill>
            <a:schemeClr val="accent1"/>
          </a:solidFill>
          <a:ln w="12700">
            <a:miter lim="400000"/>
          </a:ln>
        </p:spPr>
        <p:txBody>
          <a:bodyPr lIns="0" tIns="0" rIns="0" bIns="0" anchor="ctr"/>
          <a:lstStyle/>
          <a:p>
            <a:pPr>
              <a:defRPr>
                <a:solidFill>
                  <a:srgbClr val="A4C2F4"/>
                </a:solidFill>
              </a:defRPr>
            </a:pPr>
          </a:p>
        </p:txBody>
      </p:sp>
      <p:sp>
        <p:nvSpPr>
          <p:cNvPr id="590" name="Google Shape;238;p3"/>
          <p:cNvSpPr/>
          <p:nvPr/>
        </p:nvSpPr>
        <p:spPr>
          <a:xfrm>
            <a:off x="4028802" y="4583896"/>
            <a:ext cx="391239" cy="28923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46" y="4506"/>
                </a:moveTo>
                <a:lnTo>
                  <a:pt x="8618" y="4584"/>
                </a:lnTo>
                <a:lnTo>
                  <a:pt x="8388" y="4739"/>
                </a:lnTo>
                <a:lnTo>
                  <a:pt x="8157" y="4895"/>
                </a:lnTo>
                <a:lnTo>
                  <a:pt x="7985" y="5128"/>
                </a:lnTo>
                <a:lnTo>
                  <a:pt x="7813" y="5361"/>
                </a:lnTo>
                <a:lnTo>
                  <a:pt x="7699" y="5594"/>
                </a:lnTo>
                <a:lnTo>
                  <a:pt x="7641" y="5904"/>
                </a:lnTo>
                <a:lnTo>
                  <a:pt x="7583" y="6215"/>
                </a:lnTo>
                <a:lnTo>
                  <a:pt x="7583" y="6605"/>
                </a:lnTo>
                <a:lnTo>
                  <a:pt x="7641" y="6914"/>
                </a:lnTo>
                <a:lnTo>
                  <a:pt x="7699" y="7147"/>
                </a:lnTo>
                <a:lnTo>
                  <a:pt x="7871" y="7380"/>
                </a:lnTo>
                <a:lnTo>
                  <a:pt x="8043" y="7458"/>
                </a:lnTo>
                <a:lnTo>
                  <a:pt x="8157" y="7458"/>
                </a:lnTo>
                <a:lnTo>
                  <a:pt x="8330" y="7304"/>
                </a:lnTo>
                <a:lnTo>
                  <a:pt x="8388" y="7147"/>
                </a:lnTo>
                <a:lnTo>
                  <a:pt x="8446" y="6605"/>
                </a:lnTo>
                <a:lnTo>
                  <a:pt x="8446" y="6139"/>
                </a:lnTo>
                <a:lnTo>
                  <a:pt x="8502" y="6448"/>
                </a:lnTo>
                <a:lnTo>
                  <a:pt x="8560" y="6838"/>
                </a:lnTo>
                <a:lnTo>
                  <a:pt x="8618" y="7691"/>
                </a:lnTo>
                <a:lnTo>
                  <a:pt x="8732" y="8314"/>
                </a:lnTo>
                <a:lnTo>
                  <a:pt x="8790" y="8623"/>
                </a:lnTo>
                <a:lnTo>
                  <a:pt x="8962" y="8935"/>
                </a:lnTo>
                <a:lnTo>
                  <a:pt x="9077" y="9013"/>
                </a:lnTo>
                <a:lnTo>
                  <a:pt x="9135" y="9013"/>
                </a:lnTo>
                <a:lnTo>
                  <a:pt x="9249" y="8935"/>
                </a:lnTo>
                <a:lnTo>
                  <a:pt x="9307" y="8780"/>
                </a:lnTo>
                <a:lnTo>
                  <a:pt x="9365" y="8547"/>
                </a:lnTo>
                <a:lnTo>
                  <a:pt x="9365" y="8314"/>
                </a:lnTo>
                <a:lnTo>
                  <a:pt x="9307" y="7770"/>
                </a:lnTo>
                <a:lnTo>
                  <a:pt x="9135" y="6526"/>
                </a:lnTo>
                <a:lnTo>
                  <a:pt x="9019" y="5982"/>
                </a:lnTo>
                <a:lnTo>
                  <a:pt x="8904" y="5749"/>
                </a:lnTo>
                <a:lnTo>
                  <a:pt x="8790" y="5594"/>
                </a:lnTo>
                <a:lnTo>
                  <a:pt x="8962" y="5516"/>
                </a:lnTo>
                <a:lnTo>
                  <a:pt x="9421" y="5516"/>
                </a:lnTo>
                <a:lnTo>
                  <a:pt x="9651" y="5594"/>
                </a:lnTo>
                <a:lnTo>
                  <a:pt x="9882" y="6448"/>
                </a:lnTo>
                <a:lnTo>
                  <a:pt x="10110" y="7458"/>
                </a:lnTo>
                <a:lnTo>
                  <a:pt x="10340" y="8469"/>
                </a:lnTo>
                <a:lnTo>
                  <a:pt x="10398" y="8623"/>
                </a:lnTo>
                <a:lnTo>
                  <a:pt x="10456" y="8702"/>
                </a:lnTo>
                <a:lnTo>
                  <a:pt x="10571" y="8780"/>
                </a:lnTo>
                <a:lnTo>
                  <a:pt x="10685" y="8702"/>
                </a:lnTo>
                <a:lnTo>
                  <a:pt x="10801" y="8623"/>
                </a:lnTo>
                <a:lnTo>
                  <a:pt x="10915" y="8547"/>
                </a:lnTo>
                <a:lnTo>
                  <a:pt x="10973" y="8314"/>
                </a:lnTo>
                <a:lnTo>
                  <a:pt x="10973" y="8157"/>
                </a:lnTo>
                <a:lnTo>
                  <a:pt x="10743" y="7225"/>
                </a:lnTo>
                <a:lnTo>
                  <a:pt x="10571" y="6372"/>
                </a:lnTo>
                <a:lnTo>
                  <a:pt x="10456" y="6060"/>
                </a:lnTo>
                <a:lnTo>
                  <a:pt x="10915" y="6448"/>
                </a:lnTo>
                <a:lnTo>
                  <a:pt x="11318" y="6838"/>
                </a:lnTo>
                <a:lnTo>
                  <a:pt x="11318" y="7304"/>
                </a:lnTo>
                <a:lnTo>
                  <a:pt x="11374" y="7770"/>
                </a:lnTo>
                <a:lnTo>
                  <a:pt x="11604" y="8623"/>
                </a:lnTo>
                <a:lnTo>
                  <a:pt x="11720" y="8780"/>
                </a:lnTo>
                <a:lnTo>
                  <a:pt x="11776" y="8856"/>
                </a:lnTo>
                <a:lnTo>
                  <a:pt x="12007" y="8856"/>
                </a:lnTo>
                <a:lnTo>
                  <a:pt x="12121" y="8780"/>
                </a:lnTo>
                <a:lnTo>
                  <a:pt x="12179" y="8702"/>
                </a:lnTo>
                <a:lnTo>
                  <a:pt x="12237" y="8547"/>
                </a:lnTo>
                <a:lnTo>
                  <a:pt x="12179" y="8314"/>
                </a:lnTo>
                <a:lnTo>
                  <a:pt x="12065" y="7770"/>
                </a:lnTo>
                <a:lnTo>
                  <a:pt x="12581" y="8390"/>
                </a:lnTo>
                <a:lnTo>
                  <a:pt x="12638" y="8469"/>
                </a:lnTo>
                <a:lnTo>
                  <a:pt x="12696" y="8469"/>
                </a:lnTo>
                <a:lnTo>
                  <a:pt x="12754" y="8390"/>
                </a:lnTo>
                <a:lnTo>
                  <a:pt x="12754" y="7924"/>
                </a:lnTo>
                <a:lnTo>
                  <a:pt x="12696" y="7613"/>
                </a:lnTo>
                <a:lnTo>
                  <a:pt x="12465" y="6992"/>
                </a:lnTo>
                <a:lnTo>
                  <a:pt x="12121" y="6372"/>
                </a:lnTo>
                <a:lnTo>
                  <a:pt x="11720" y="5904"/>
                </a:lnTo>
                <a:lnTo>
                  <a:pt x="11260" y="5438"/>
                </a:lnTo>
                <a:lnTo>
                  <a:pt x="10801" y="5128"/>
                </a:lnTo>
                <a:lnTo>
                  <a:pt x="10282" y="4817"/>
                </a:lnTo>
                <a:lnTo>
                  <a:pt x="9824" y="4584"/>
                </a:lnTo>
                <a:lnTo>
                  <a:pt x="9307" y="4506"/>
                </a:lnTo>
                <a:close/>
                <a:moveTo>
                  <a:pt x="19129" y="7380"/>
                </a:moveTo>
                <a:lnTo>
                  <a:pt x="19015" y="7458"/>
                </a:lnTo>
                <a:lnTo>
                  <a:pt x="19015" y="8314"/>
                </a:lnTo>
                <a:lnTo>
                  <a:pt x="19187" y="9089"/>
                </a:lnTo>
                <a:lnTo>
                  <a:pt x="19475" y="10100"/>
                </a:lnTo>
                <a:lnTo>
                  <a:pt x="19704" y="10877"/>
                </a:lnTo>
                <a:lnTo>
                  <a:pt x="19647" y="11032"/>
                </a:lnTo>
                <a:lnTo>
                  <a:pt x="19647" y="11267"/>
                </a:lnTo>
                <a:lnTo>
                  <a:pt x="19704" y="11343"/>
                </a:lnTo>
                <a:lnTo>
                  <a:pt x="19704" y="11500"/>
                </a:lnTo>
                <a:lnTo>
                  <a:pt x="18612" y="11888"/>
                </a:lnTo>
                <a:lnTo>
                  <a:pt x="18612" y="11500"/>
                </a:lnTo>
                <a:lnTo>
                  <a:pt x="18556" y="11110"/>
                </a:lnTo>
                <a:lnTo>
                  <a:pt x="18325" y="10257"/>
                </a:lnTo>
                <a:lnTo>
                  <a:pt x="18211" y="9634"/>
                </a:lnTo>
                <a:lnTo>
                  <a:pt x="17981" y="9013"/>
                </a:lnTo>
                <a:lnTo>
                  <a:pt x="17751" y="8469"/>
                </a:lnTo>
                <a:lnTo>
                  <a:pt x="17406" y="7924"/>
                </a:lnTo>
                <a:lnTo>
                  <a:pt x="17234" y="7924"/>
                </a:lnTo>
                <a:lnTo>
                  <a:pt x="17176" y="8003"/>
                </a:lnTo>
                <a:lnTo>
                  <a:pt x="17120" y="8157"/>
                </a:lnTo>
                <a:lnTo>
                  <a:pt x="17176" y="8702"/>
                </a:lnTo>
                <a:lnTo>
                  <a:pt x="17348" y="9246"/>
                </a:lnTo>
                <a:lnTo>
                  <a:pt x="17636" y="10333"/>
                </a:lnTo>
                <a:lnTo>
                  <a:pt x="17809" y="11267"/>
                </a:lnTo>
                <a:lnTo>
                  <a:pt x="17923" y="11733"/>
                </a:lnTo>
                <a:lnTo>
                  <a:pt x="18095" y="12042"/>
                </a:lnTo>
                <a:lnTo>
                  <a:pt x="17981" y="12121"/>
                </a:lnTo>
                <a:lnTo>
                  <a:pt x="17809" y="12121"/>
                </a:lnTo>
                <a:lnTo>
                  <a:pt x="17636" y="12042"/>
                </a:lnTo>
                <a:lnTo>
                  <a:pt x="17464" y="11966"/>
                </a:lnTo>
                <a:lnTo>
                  <a:pt x="17348" y="11809"/>
                </a:lnTo>
                <a:lnTo>
                  <a:pt x="17062" y="11422"/>
                </a:lnTo>
                <a:lnTo>
                  <a:pt x="16889" y="11032"/>
                </a:lnTo>
                <a:lnTo>
                  <a:pt x="16775" y="10956"/>
                </a:lnTo>
                <a:lnTo>
                  <a:pt x="16717" y="10411"/>
                </a:lnTo>
                <a:lnTo>
                  <a:pt x="16601" y="9945"/>
                </a:lnTo>
                <a:lnTo>
                  <a:pt x="16315" y="9089"/>
                </a:lnTo>
                <a:lnTo>
                  <a:pt x="16257" y="9013"/>
                </a:lnTo>
                <a:lnTo>
                  <a:pt x="16200" y="8935"/>
                </a:lnTo>
                <a:lnTo>
                  <a:pt x="15970" y="8935"/>
                </a:lnTo>
                <a:lnTo>
                  <a:pt x="15856" y="9089"/>
                </a:lnTo>
                <a:lnTo>
                  <a:pt x="15798" y="9246"/>
                </a:lnTo>
                <a:lnTo>
                  <a:pt x="15798" y="9323"/>
                </a:lnTo>
                <a:lnTo>
                  <a:pt x="15856" y="9867"/>
                </a:lnTo>
                <a:lnTo>
                  <a:pt x="15740" y="9791"/>
                </a:lnTo>
                <a:lnTo>
                  <a:pt x="15568" y="9712"/>
                </a:lnTo>
                <a:lnTo>
                  <a:pt x="15453" y="9791"/>
                </a:lnTo>
                <a:lnTo>
                  <a:pt x="15338" y="9945"/>
                </a:lnTo>
                <a:lnTo>
                  <a:pt x="15223" y="10178"/>
                </a:lnTo>
                <a:lnTo>
                  <a:pt x="15165" y="10411"/>
                </a:lnTo>
                <a:lnTo>
                  <a:pt x="15223" y="10644"/>
                </a:lnTo>
                <a:lnTo>
                  <a:pt x="15281" y="10799"/>
                </a:lnTo>
                <a:lnTo>
                  <a:pt x="15511" y="11110"/>
                </a:lnTo>
                <a:lnTo>
                  <a:pt x="15856" y="11343"/>
                </a:lnTo>
                <a:lnTo>
                  <a:pt x="16085" y="11500"/>
                </a:lnTo>
                <a:lnTo>
                  <a:pt x="16200" y="11733"/>
                </a:lnTo>
                <a:lnTo>
                  <a:pt x="16487" y="12275"/>
                </a:lnTo>
                <a:lnTo>
                  <a:pt x="16775" y="12665"/>
                </a:lnTo>
                <a:lnTo>
                  <a:pt x="17120" y="13053"/>
                </a:lnTo>
                <a:lnTo>
                  <a:pt x="17348" y="13131"/>
                </a:lnTo>
                <a:lnTo>
                  <a:pt x="17578" y="13210"/>
                </a:lnTo>
                <a:lnTo>
                  <a:pt x="18039" y="13210"/>
                </a:lnTo>
                <a:lnTo>
                  <a:pt x="18556" y="13053"/>
                </a:lnTo>
                <a:lnTo>
                  <a:pt x="19015" y="12898"/>
                </a:lnTo>
                <a:lnTo>
                  <a:pt x="20336" y="12354"/>
                </a:lnTo>
                <a:lnTo>
                  <a:pt x="20911" y="12042"/>
                </a:lnTo>
                <a:lnTo>
                  <a:pt x="21198" y="11888"/>
                </a:lnTo>
                <a:lnTo>
                  <a:pt x="21484" y="11733"/>
                </a:lnTo>
                <a:lnTo>
                  <a:pt x="21600" y="11576"/>
                </a:lnTo>
                <a:lnTo>
                  <a:pt x="21600" y="11343"/>
                </a:lnTo>
                <a:lnTo>
                  <a:pt x="21542" y="11189"/>
                </a:lnTo>
                <a:lnTo>
                  <a:pt x="21370" y="11110"/>
                </a:lnTo>
                <a:lnTo>
                  <a:pt x="20911" y="11110"/>
                </a:lnTo>
                <a:lnTo>
                  <a:pt x="20451" y="11267"/>
                </a:lnTo>
                <a:lnTo>
                  <a:pt x="20451" y="10799"/>
                </a:lnTo>
                <a:lnTo>
                  <a:pt x="20336" y="10333"/>
                </a:lnTo>
                <a:lnTo>
                  <a:pt x="20106" y="9558"/>
                </a:lnTo>
                <a:lnTo>
                  <a:pt x="19762" y="8390"/>
                </a:lnTo>
                <a:lnTo>
                  <a:pt x="19589" y="7848"/>
                </a:lnTo>
                <a:lnTo>
                  <a:pt x="19303" y="7380"/>
                </a:lnTo>
                <a:close/>
                <a:moveTo>
                  <a:pt x="18900" y="0"/>
                </a:moveTo>
                <a:lnTo>
                  <a:pt x="18325" y="76"/>
                </a:lnTo>
                <a:lnTo>
                  <a:pt x="17751" y="309"/>
                </a:lnTo>
                <a:lnTo>
                  <a:pt x="16659" y="777"/>
                </a:lnTo>
                <a:lnTo>
                  <a:pt x="15511" y="1243"/>
                </a:lnTo>
                <a:lnTo>
                  <a:pt x="14937" y="1476"/>
                </a:lnTo>
                <a:lnTo>
                  <a:pt x="14362" y="1786"/>
                </a:lnTo>
                <a:lnTo>
                  <a:pt x="13959" y="2175"/>
                </a:lnTo>
                <a:lnTo>
                  <a:pt x="13615" y="2563"/>
                </a:lnTo>
                <a:lnTo>
                  <a:pt x="13385" y="3029"/>
                </a:lnTo>
                <a:lnTo>
                  <a:pt x="13212" y="3574"/>
                </a:lnTo>
                <a:lnTo>
                  <a:pt x="13156" y="4118"/>
                </a:lnTo>
                <a:lnTo>
                  <a:pt x="13156" y="5361"/>
                </a:lnTo>
                <a:lnTo>
                  <a:pt x="13270" y="5982"/>
                </a:lnTo>
                <a:lnTo>
                  <a:pt x="13787" y="9323"/>
                </a:lnTo>
                <a:lnTo>
                  <a:pt x="14017" y="10956"/>
                </a:lnTo>
                <a:lnTo>
                  <a:pt x="14248" y="12665"/>
                </a:lnTo>
                <a:lnTo>
                  <a:pt x="14304" y="13443"/>
                </a:lnTo>
                <a:lnTo>
                  <a:pt x="14304" y="14218"/>
                </a:lnTo>
                <a:lnTo>
                  <a:pt x="13959" y="12974"/>
                </a:lnTo>
                <a:lnTo>
                  <a:pt x="13845" y="12275"/>
                </a:lnTo>
                <a:lnTo>
                  <a:pt x="13673" y="11500"/>
                </a:lnTo>
                <a:lnTo>
                  <a:pt x="13557" y="11110"/>
                </a:lnTo>
                <a:lnTo>
                  <a:pt x="13385" y="10799"/>
                </a:lnTo>
                <a:lnTo>
                  <a:pt x="13212" y="10490"/>
                </a:lnTo>
                <a:lnTo>
                  <a:pt x="13040" y="10333"/>
                </a:lnTo>
                <a:lnTo>
                  <a:pt x="12926" y="10333"/>
                </a:lnTo>
                <a:lnTo>
                  <a:pt x="12868" y="10411"/>
                </a:lnTo>
                <a:lnTo>
                  <a:pt x="12810" y="10644"/>
                </a:lnTo>
                <a:lnTo>
                  <a:pt x="12810" y="10877"/>
                </a:lnTo>
                <a:lnTo>
                  <a:pt x="12868" y="11422"/>
                </a:lnTo>
                <a:lnTo>
                  <a:pt x="13098" y="12508"/>
                </a:lnTo>
                <a:lnTo>
                  <a:pt x="13443" y="13909"/>
                </a:lnTo>
                <a:lnTo>
                  <a:pt x="13729" y="15307"/>
                </a:lnTo>
                <a:lnTo>
                  <a:pt x="13673" y="15618"/>
                </a:lnTo>
                <a:lnTo>
                  <a:pt x="13673" y="15927"/>
                </a:lnTo>
                <a:lnTo>
                  <a:pt x="13787" y="16084"/>
                </a:lnTo>
                <a:lnTo>
                  <a:pt x="13615" y="16393"/>
                </a:lnTo>
                <a:lnTo>
                  <a:pt x="13385" y="16705"/>
                </a:lnTo>
                <a:lnTo>
                  <a:pt x="13156" y="16938"/>
                </a:lnTo>
                <a:lnTo>
                  <a:pt x="12810" y="17171"/>
                </a:lnTo>
                <a:lnTo>
                  <a:pt x="12754" y="17016"/>
                </a:lnTo>
                <a:lnTo>
                  <a:pt x="12754" y="16938"/>
                </a:lnTo>
                <a:lnTo>
                  <a:pt x="12638" y="16861"/>
                </a:lnTo>
                <a:lnTo>
                  <a:pt x="11949" y="13830"/>
                </a:lnTo>
                <a:lnTo>
                  <a:pt x="11490" y="11966"/>
                </a:lnTo>
                <a:lnTo>
                  <a:pt x="11202" y="11189"/>
                </a:lnTo>
                <a:lnTo>
                  <a:pt x="11087" y="10644"/>
                </a:lnTo>
                <a:lnTo>
                  <a:pt x="11087" y="10333"/>
                </a:lnTo>
                <a:lnTo>
                  <a:pt x="11145" y="10178"/>
                </a:lnTo>
                <a:lnTo>
                  <a:pt x="11202" y="10024"/>
                </a:lnTo>
                <a:lnTo>
                  <a:pt x="11145" y="9867"/>
                </a:lnTo>
                <a:lnTo>
                  <a:pt x="11087" y="9791"/>
                </a:lnTo>
                <a:lnTo>
                  <a:pt x="10743" y="9479"/>
                </a:lnTo>
                <a:lnTo>
                  <a:pt x="10571" y="9401"/>
                </a:lnTo>
                <a:lnTo>
                  <a:pt x="10398" y="9479"/>
                </a:lnTo>
                <a:lnTo>
                  <a:pt x="10340" y="9634"/>
                </a:lnTo>
                <a:lnTo>
                  <a:pt x="10340" y="9791"/>
                </a:lnTo>
                <a:lnTo>
                  <a:pt x="10398" y="9867"/>
                </a:lnTo>
                <a:lnTo>
                  <a:pt x="10456" y="10100"/>
                </a:lnTo>
                <a:lnTo>
                  <a:pt x="10398" y="10333"/>
                </a:lnTo>
                <a:lnTo>
                  <a:pt x="10398" y="10723"/>
                </a:lnTo>
                <a:lnTo>
                  <a:pt x="10513" y="11267"/>
                </a:lnTo>
                <a:lnTo>
                  <a:pt x="10629" y="11809"/>
                </a:lnTo>
                <a:lnTo>
                  <a:pt x="10915" y="12898"/>
                </a:lnTo>
                <a:lnTo>
                  <a:pt x="12007" y="17482"/>
                </a:lnTo>
                <a:lnTo>
                  <a:pt x="11432" y="17482"/>
                </a:lnTo>
                <a:lnTo>
                  <a:pt x="10915" y="17327"/>
                </a:lnTo>
                <a:lnTo>
                  <a:pt x="10915" y="17016"/>
                </a:lnTo>
                <a:lnTo>
                  <a:pt x="10801" y="16938"/>
                </a:lnTo>
                <a:lnTo>
                  <a:pt x="10226" y="13519"/>
                </a:lnTo>
                <a:lnTo>
                  <a:pt x="9882" y="11655"/>
                </a:lnTo>
                <a:lnTo>
                  <a:pt x="9709" y="10799"/>
                </a:lnTo>
                <a:lnTo>
                  <a:pt x="9537" y="10411"/>
                </a:lnTo>
                <a:lnTo>
                  <a:pt x="9365" y="10024"/>
                </a:lnTo>
                <a:lnTo>
                  <a:pt x="9307" y="9945"/>
                </a:lnTo>
                <a:lnTo>
                  <a:pt x="9249" y="9945"/>
                </a:lnTo>
                <a:lnTo>
                  <a:pt x="9135" y="10024"/>
                </a:lnTo>
                <a:lnTo>
                  <a:pt x="9135" y="10100"/>
                </a:lnTo>
                <a:lnTo>
                  <a:pt x="9077" y="10566"/>
                </a:lnTo>
                <a:lnTo>
                  <a:pt x="9077" y="10956"/>
                </a:lnTo>
                <a:lnTo>
                  <a:pt x="9192" y="11809"/>
                </a:lnTo>
                <a:lnTo>
                  <a:pt x="9479" y="13519"/>
                </a:lnTo>
                <a:lnTo>
                  <a:pt x="10054" y="16705"/>
                </a:lnTo>
                <a:lnTo>
                  <a:pt x="9651" y="16393"/>
                </a:lnTo>
                <a:lnTo>
                  <a:pt x="9365" y="15927"/>
                </a:lnTo>
                <a:lnTo>
                  <a:pt x="9019" y="15307"/>
                </a:lnTo>
                <a:lnTo>
                  <a:pt x="8732" y="14608"/>
                </a:lnTo>
                <a:lnTo>
                  <a:pt x="8560" y="13909"/>
                </a:lnTo>
                <a:lnTo>
                  <a:pt x="8446" y="13210"/>
                </a:lnTo>
                <a:lnTo>
                  <a:pt x="8215" y="11733"/>
                </a:lnTo>
                <a:lnTo>
                  <a:pt x="8101" y="11032"/>
                </a:lnTo>
                <a:lnTo>
                  <a:pt x="7929" y="10333"/>
                </a:lnTo>
                <a:lnTo>
                  <a:pt x="7699" y="9712"/>
                </a:lnTo>
                <a:lnTo>
                  <a:pt x="7410" y="9246"/>
                </a:lnTo>
                <a:lnTo>
                  <a:pt x="7066" y="8780"/>
                </a:lnTo>
                <a:lnTo>
                  <a:pt x="6721" y="8390"/>
                </a:lnTo>
                <a:lnTo>
                  <a:pt x="6319" y="8081"/>
                </a:lnTo>
                <a:lnTo>
                  <a:pt x="5918" y="7848"/>
                </a:lnTo>
                <a:lnTo>
                  <a:pt x="5458" y="7613"/>
                </a:lnTo>
                <a:lnTo>
                  <a:pt x="4999" y="7458"/>
                </a:lnTo>
                <a:lnTo>
                  <a:pt x="4482" y="7304"/>
                </a:lnTo>
                <a:lnTo>
                  <a:pt x="3332" y="7304"/>
                </a:lnTo>
                <a:lnTo>
                  <a:pt x="2816" y="7458"/>
                </a:lnTo>
                <a:lnTo>
                  <a:pt x="1724" y="7770"/>
                </a:lnTo>
                <a:lnTo>
                  <a:pt x="633" y="8236"/>
                </a:lnTo>
                <a:lnTo>
                  <a:pt x="288" y="8390"/>
                </a:lnTo>
                <a:lnTo>
                  <a:pt x="116" y="8547"/>
                </a:lnTo>
                <a:lnTo>
                  <a:pt x="0" y="8702"/>
                </a:lnTo>
                <a:lnTo>
                  <a:pt x="0" y="9323"/>
                </a:lnTo>
                <a:lnTo>
                  <a:pt x="58" y="9401"/>
                </a:lnTo>
                <a:lnTo>
                  <a:pt x="116" y="9558"/>
                </a:lnTo>
                <a:lnTo>
                  <a:pt x="402" y="9712"/>
                </a:lnTo>
                <a:lnTo>
                  <a:pt x="633" y="9712"/>
                </a:lnTo>
                <a:lnTo>
                  <a:pt x="805" y="9558"/>
                </a:lnTo>
                <a:lnTo>
                  <a:pt x="977" y="9401"/>
                </a:lnTo>
                <a:lnTo>
                  <a:pt x="1380" y="9168"/>
                </a:lnTo>
                <a:lnTo>
                  <a:pt x="1380" y="9945"/>
                </a:lnTo>
                <a:lnTo>
                  <a:pt x="1494" y="10644"/>
                </a:lnTo>
                <a:lnTo>
                  <a:pt x="1896" y="12042"/>
                </a:lnTo>
                <a:lnTo>
                  <a:pt x="2299" y="13752"/>
                </a:lnTo>
                <a:lnTo>
                  <a:pt x="2758" y="15461"/>
                </a:lnTo>
                <a:lnTo>
                  <a:pt x="2816" y="15618"/>
                </a:lnTo>
                <a:lnTo>
                  <a:pt x="2930" y="15773"/>
                </a:lnTo>
                <a:lnTo>
                  <a:pt x="3218" y="15773"/>
                </a:lnTo>
                <a:lnTo>
                  <a:pt x="3332" y="15694"/>
                </a:lnTo>
                <a:lnTo>
                  <a:pt x="3390" y="15540"/>
                </a:lnTo>
                <a:lnTo>
                  <a:pt x="3447" y="15307"/>
                </a:lnTo>
                <a:lnTo>
                  <a:pt x="3447" y="15152"/>
                </a:lnTo>
                <a:lnTo>
                  <a:pt x="3046" y="13519"/>
                </a:lnTo>
                <a:lnTo>
                  <a:pt x="2643" y="11966"/>
                </a:lnTo>
                <a:lnTo>
                  <a:pt x="2299" y="10566"/>
                </a:lnTo>
                <a:lnTo>
                  <a:pt x="2069" y="9945"/>
                </a:lnTo>
                <a:lnTo>
                  <a:pt x="1782" y="9323"/>
                </a:lnTo>
                <a:lnTo>
                  <a:pt x="1896" y="9168"/>
                </a:lnTo>
                <a:lnTo>
                  <a:pt x="1954" y="9168"/>
                </a:lnTo>
                <a:lnTo>
                  <a:pt x="1954" y="9089"/>
                </a:lnTo>
                <a:lnTo>
                  <a:pt x="1896" y="9089"/>
                </a:lnTo>
                <a:lnTo>
                  <a:pt x="1838" y="9013"/>
                </a:lnTo>
                <a:lnTo>
                  <a:pt x="1782" y="9013"/>
                </a:lnTo>
                <a:lnTo>
                  <a:pt x="2355" y="8856"/>
                </a:lnTo>
                <a:lnTo>
                  <a:pt x="2930" y="8702"/>
                </a:lnTo>
                <a:lnTo>
                  <a:pt x="3046" y="9013"/>
                </a:lnTo>
                <a:lnTo>
                  <a:pt x="3218" y="9401"/>
                </a:lnTo>
                <a:lnTo>
                  <a:pt x="3505" y="10333"/>
                </a:lnTo>
                <a:lnTo>
                  <a:pt x="3791" y="11267"/>
                </a:lnTo>
                <a:lnTo>
                  <a:pt x="3907" y="12199"/>
                </a:lnTo>
                <a:lnTo>
                  <a:pt x="4079" y="13131"/>
                </a:lnTo>
                <a:lnTo>
                  <a:pt x="4252" y="13597"/>
                </a:lnTo>
                <a:lnTo>
                  <a:pt x="4366" y="13985"/>
                </a:lnTo>
                <a:lnTo>
                  <a:pt x="4596" y="14375"/>
                </a:lnTo>
                <a:lnTo>
                  <a:pt x="4826" y="14684"/>
                </a:lnTo>
                <a:lnTo>
                  <a:pt x="5055" y="14762"/>
                </a:lnTo>
                <a:lnTo>
                  <a:pt x="5171" y="14684"/>
                </a:lnTo>
                <a:lnTo>
                  <a:pt x="5285" y="14529"/>
                </a:lnTo>
                <a:lnTo>
                  <a:pt x="5285" y="14296"/>
                </a:lnTo>
                <a:lnTo>
                  <a:pt x="5171" y="13830"/>
                </a:lnTo>
                <a:lnTo>
                  <a:pt x="4999" y="13443"/>
                </a:lnTo>
                <a:lnTo>
                  <a:pt x="4826" y="12974"/>
                </a:lnTo>
                <a:lnTo>
                  <a:pt x="4711" y="12587"/>
                </a:lnTo>
                <a:lnTo>
                  <a:pt x="4538" y="11655"/>
                </a:lnTo>
                <a:lnTo>
                  <a:pt x="4366" y="10723"/>
                </a:lnTo>
                <a:lnTo>
                  <a:pt x="4079" y="9634"/>
                </a:lnTo>
                <a:lnTo>
                  <a:pt x="3849" y="9089"/>
                </a:lnTo>
                <a:lnTo>
                  <a:pt x="3619" y="8547"/>
                </a:lnTo>
                <a:lnTo>
                  <a:pt x="4310" y="8547"/>
                </a:lnTo>
                <a:lnTo>
                  <a:pt x="4999" y="8702"/>
                </a:lnTo>
                <a:lnTo>
                  <a:pt x="4999" y="8935"/>
                </a:lnTo>
                <a:lnTo>
                  <a:pt x="5055" y="9246"/>
                </a:lnTo>
                <a:lnTo>
                  <a:pt x="5171" y="9791"/>
                </a:lnTo>
                <a:lnTo>
                  <a:pt x="5515" y="10723"/>
                </a:lnTo>
                <a:lnTo>
                  <a:pt x="5918" y="12354"/>
                </a:lnTo>
                <a:lnTo>
                  <a:pt x="6032" y="12587"/>
                </a:lnTo>
                <a:lnTo>
                  <a:pt x="6090" y="12741"/>
                </a:lnTo>
                <a:lnTo>
                  <a:pt x="6205" y="12898"/>
                </a:lnTo>
                <a:lnTo>
                  <a:pt x="6435" y="12974"/>
                </a:lnTo>
                <a:lnTo>
                  <a:pt x="6493" y="12898"/>
                </a:lnTo>
                <a:lnTo>
                  <a:pt x="6607" y="12820"/>
                </a:lnTo>
                <a:lnTo>
                  <a:pt x="6721" y="12587"/>
                </a:lnTo>
                <a:lnTo>
                  <a:pt x="6721" y="12275"/>
                </a:lnTo>
                <a:lnTo>
                  <a:pt x="6665" y="12042"/>
                </a:lnTo>
                <a:lnTo>
                  <a:pt x="6549" y="11733"/>
                </a:lnTo>
                <a:lnTo>
                  <a:pt x="6032" y="9867"/>
                </a:lnTo>
                <a:lnTo>
                  <a:pt x="5746" y="9089"/>
                </a:lnTo>
                <a:lnTo>
                  <a:pt x="6319" y="9558"/>
                </a:lnTo>
                <a:lnTo>
                  <a:pt x="6549" y="9791"/>
                </a:lnTo>
                <a:lnTo>
                  <a:pt x="6779" y="10100"/>
                </a:lnTo>
                <a:lnTo>
                  <a:pt x="6952" y="10490"/>
                </a:lnTo>
                <a:lnTo>
                  <a:pt x="7066" y="10877"/>
                </a:lnTo>
                <a:lnTo>
                  <a:pt x="7296" y="11733"/>
                </a:lnTo>
                <a:lnTo>
                  <a:pt x="7526" y="13443"/>
                </a:lnTo>
                <a:lnTo>
                  <a:pt x="7583" y="14063"/>
                </a:lnTo>
                <a:lnTo>
                  <a:pt x="7755" y="14684"/>
                </a:lnTo>
                <a:lnTo>
                  <a:pt x="7929" y="15228"/>
                </a:lnTo>
                <a:lnTo>
                  <a:pt x="8157" y="15773"/>
                </a:lnTo>
                <a:lnTo>
                  <a:pt x="8446" y="16317"/>
                </a:lnTo>
                <a:lnTo>
                  <a:pt x="8732" y="16783"/>
                </a:lnTo>
                <a:lnTo>
                  <a:pt x="9019" y="17249"/>
                </a:lnTo>
                <a:lnTo>
                  <a:pt x="9365" y="17637"/>
                </a:lnTo>
                <a:lnTo>
                  <a:pt x="9766" y="17948"/>
                </a:lnTo>
                <a:lnTo>
                  <a:pt x="10168" y="18259"/>
                </a:lnTo>
                <a:lnTo>
                  <a:pt x="10571" y="18414"/>
                </a:lnTo>
                <a:lnTo>
                  <a:pt x="11029" y="18571"/>
                </a:lnTo>
                <a:lnTo>
                  <a:pt x="11432" y="18647"/>
                </a:lnTo>
                <a:lnTo>
                  <a:pt x="12409" y="18647"/>
                </a:lnTo>
                <a:lnTo>
                  <a:pt x="12868" y="18414"/>
                </a:lnTo>
                <a:lnTo>
                  <a:pt x="13328" y="18259"/>
                </a:lnTo>
                <a:lnTo>
                  <a:pt x="13673" y="17948"/>
                </a:lnTo>
                <a:lnTo>
                  <a:pt x="14017" y="17560"/>
                </a:lnTo>
                <a:lnTo>
                  <a:pt x="14362" y="17171"/>
                </a:lnTo>
                <a:lnTo>
                  <a:pt x="14648" y="16705"/>
                </a:lnTo>
                <a:lnTo>
                  <a:pt x="14821" y="16239"/>
                </a:lnTo>
                <a:lnTo>
                  <a:pt x="15051" y="15694"/>
                </a:lnTo>
                <a:lnTo>
                  <a:pt x="15165" y="15074"/>
                </a:lnTo>
                <a:lnTo>
                  <a:pt x="15223" y="14375"/>
                </a:lnTo>
                <a:lnTo>
                  <a:pt x="15281" y="13676"/>
                </a:lnTo>
                <a:lnTo>
                  <a:pt x="15223" y="12898"/>
                </a:lnTo>
                <a:lnTo>
                  <a:pt x="15165" y="12199"/>
                </a:lnTo>
                <a:lnTo>
                  <a:pt x="14937" y="10723"/>
                </a:lnTo>
                <a:lnTo>
                  <a:pt x="14648" y="9246"/>
                </a:lnTo>
                <a:lnTo>
                  <a:pt x="14132" y="5904"/>
                </a:lnTo>
                <a:lnTo>
                  <a:pt x="14017" y="5128"/>
                </a:lnTo>
                <a:lnTo>
                  <a:pt x="14017" y="4351"/>
                </a:lnTo>
                <a:lnTo>
                  <a:pt x="14132" y="4972"/>
                </a:lnTo>
                <a:lnTo>
                  <a:pt x="14248" y="5438"/>
                </a:lnTo>
                <a:lnTo>
                  <a:pt x="14476" y="5904"/>
                </a:lnTo>
                <a:lnTo>
                  <a:pt x="14706" y="6372"/>
                </a:lnTo>
                <a:lnTo>
                  <a:pt x="14879" y="6526"/>
                </a:lnTo>
                <a:lnTo>
                  <a:pt x="15051" y="6605"/>
                </a:lnTo>
                <a:lnTo>
                  <a:pt x="15165" y="6605"/>
                </a:lnTo>
                <a:lnTo>
                  <a:pt x="15281" y="6526"/>
                </a:lnTo>
                <a:lnTo>
                  <a:pt x="15338" y="6448"/>
                </a:lnTo>
                <a:lnTo>
                  <a:pt x="15395" y="6293"/>
                </a:lnTo>
                <a:lnTo>
                  <a:pt x="15281" y="5904"/>
                </a:lnTo>
                <a:lnTo>
                  <a:pt x="15109" y="5516"/>
                </a:lnTo>
                <a:lnTo>
                  <a:pt x="14821" y="4817"/>
                </a:lnTo>
                <a:lnTo>
                  <a:pt x="14592" y="4040"/>
                </a:lnTo>
                <a:lnTo>
                  <a:pt x="14476" y="3652"/>
                </a:lnTo>
                <a:lnTo>
                  <a:pt x="14304" y="3262"/>
                </a:lnTo>
                <a:lnTo>
                  <a:pt x="14362" y="3186"/>
                </a:lnTo>
                <a:lnTo>
                  <a:pt x="14648" y="2874"/>
                </a:lnTo>
                <a:lnTo>
                  <a:pt x="14937" y="2641"/>
                </a:lnTo>
                <a:lnTo>
                  <a:pt x="15626" y="2330"/>
                </a:lnTo>
                <a:lnTo>
                  <a:pt x="15740" y="2953"/>
                </a:lnTo>
                <a:lnTo>
                  <a:pt x="15856" y="3574"/>
                </a:lnTo>
                <a:lnTo>
                  <a:pt x="16200" y="4739"/>
                </a:lnTo>
                <a:lnTo>
                  <a:pt x="16315" y="5283"/>
                </a:lnTo>
                <a:lnTo>
                  <a:pt x="16429" y="5982"/>
                </a:lnTo>
                <a:lnTo>
                  <a:pt x="16545" y="6293"/>
                </a:lnTo>
                <a:lnTo>
                  <a:pt x="16659" y="6526"/>
                </a:lnTo>
                <a:lnTo>
                  <a:pt x="16831" y="6759"/>
                </a:lnTo>
                <a:lnTo>
                  <a:pt x="17004" y="6838"/>
                </a:lnTo>
                <a:lnTo>
                  <a:pt x="17176" y="6838"/>
                </a:lnTo>
                <a:lnTo>
                  <a:pt x="17292" y="6759"/>
                </a:lnTo>
                <a:lnTo>
                  <a:pt x="17406" y="6605"/>
                </a:lnTo>
                <a:lnTo>
                  <a:pt x="17406" y="6293"/>
                </a:lnTo>
                <a:lnTo>
                  <a:pt x="17348" y="6139"/>
                </a:lnTo>
                <a:lnTo>
                  <a:pt x="17234" y="5982"/>
                </a:lnTo>
                <a:lnTo>
                  <a:pt x="17120" y="5594"/>
                </a:lnTo>
                <a:lnTo>
                  <a:pt x="17062" y="5205"/>
                </a:lnTo>
                <a:lnTo>
                  <a:pt x="16717" y="3885"/>
                </a:lnTo>
                <a:lnTo>
                  <a:pt x="16487" y="2953"/>
                </a:lnTo>
                <a:lnTo>
                  <a:pt x="16315" y="2485"/>
                </a:lnTo>
                <a:lnTo>
                  <a:pt x="16142" y="2097"/>
                </a:lnTo>
                <a:lnTo>
                  <a:pt x="16373" y="1942"/>
                </a:lnTo>
                <a:lnTo>
                  <a:pt x="17234" y="1553"/>
                </a:lnTo>
                <a:lnTo>
                  <a:pt x="17464" y="2485"/>
                </a:lnTo>
                <a:lnTo>
                  <a:pt x="17693" y="3419"/>
                </a:lnTo>
                <a:lnTo>
                  <a:pt x="18095" y="4972"/>
                </a:lnTo>
                <a:lnTo>
                  <a:pt x="18325" y="5671"/>
                </a:lnTo>
                <a:lnTo>
                  <a:pt x="18440" y="5904"/>
                </a:lnTo>
                <a:lnTo>
                  <a:pt x="18670" y="6139"/>
                </a:lnTo>
                <a:lnTo>
                  <a:pt x="18728" y="6215"/>
                </a:lnTo>
                <a:lnTo>
                  <a:pt x="18842" y="6139"/>
                </a:lnTo>
                <a:lnTo>
                  <a:pt x="18900" y="6139"/>
                </a:lnTo>
                <a:lnTo>
                  <a:pt x="18957" y="5982"/>
                </a:lnTo>
                <a:lnTo>
                  <a:pt x="19015" y="5749"/>
                </a:lnTo>
                <a:lnTo>
                  <a:pt x="19015" y="5438"/>
                </a:lnTo>
                <a:lnTo>
                  <a:pt x="18900" y="4817"/>
                </a:lnTo>
                <a:lnTo>
                  <a:pt x="18498" y="3574"/>
                </a:lnTo>
                <a:lnTo>
                  <a:pt x="18153" y="2330"/>
                </a:lnTo>
                <a:lnTo>
                  <a:pt x="17923" y="1476"/>
                </a:lnTo>
                <a:lnTo>
                  <a:pt x="17809" y="1243"/>
                </a:lnTo>
                <a:lnTo>
                  <a:pt x="18268" y="932"/>
                </a:lnTo>
                <a:lnTo>
                  <a:pt x="18670" y="621"/>
                </a:lnTo>
                <a:lnTo>
                  <a:pt x="18957" y="309"/>
                </a:lnTo>
                <a:lnTo>
                  <a:pt x="19015" y="233"/>
                </a:lnTo>
                <a:lnTo>
                  <a:pt x="19015" y="155"/>
                </a:lnTo>
                <a:lnTo>
                  <a:pt x="18957" y="76"/>
                </a:lnTo>
                <a:lnTo>
                  <a:pt x="18900" y="0"/>
                </a:lnTo>
                <a:close/>
                <a:moveTo>
                  <a:pt x="6377" y="14995"/>
                </a:moveTo>
                <a:lnTo>
                  <a:pt x="6319" y="15074"/>
                </a:lnTo>
                <a:lnTo>
                  <a:pt x="6262" y="15152"/>
                </a:lnTo>
                <a:lnTo>
                  <a:pt x="6262" y="16006"/>
                </a:lnTo>
                <a:lnTo>
                  <a:pt x="6377" y="16861"/>
                </a:lnTo>
                <a:lnTo>
                  <a:pt x="6607" y="17637"/>
                </a:lnTo>
                <a:lnTo>
                  <a:pt x="6837" y="18492"/>
                </a:lnTo>
                <a:lnTo>
                  <a:pt x="6952" y="18647"/>
                </a:lnTo>
                <a:lnTo>
                  <a:pt x="6549" y="19037"/>
                </a:lnTo>
                <a:lnTo>
                  <a:pt x="6090" y="19270"/>
                </a:lnTo>
                <a:lnTo>
                  <a:pt x="6032" y="18959"/>
                </a:lnTo>
                <a:lnTo>
                  <a:pt x="5974" y="18647"/>
                </a:lnTo>
                <a:lnTo>
                  <a:pt x="5746" y="18026"/>
                </a:lnTo>
                <a:lnTo>
                  <a:pt x="5515" y="17094"/>
                </a:lnTo>
                <a:lnTo>
                  <a:pt x="5401" y="16705"/>
                </a:lnTo>
                <a:lnTo>
                  <a:pt x="5229" y="16239"/>
                </a:lnTo>
                <a:lnTo>
                  <a:pt x="5055" y="16160"/>
                </a:lnTo>
                <a:lnTo>
                  <a:pt x="4941" y="16160"/>
                </a:lnTo>
                <a:lnTo>
                  <a:pt x="4769" y="16317"/>
                </a:lnTo>
                <a:lnTo>
                  <a:pt x="4769" y="16472"/>
                </a:lnTo>
                <a:lnTo>
                  <a:pt x="4826" y="16938"/>
                </a:lnTo>
                <a:lnTo>
                  <a:pt x="4883" y="17404"/>
                </a:lnTo>
                <a:lnTo>
                  <a:pt x="5113" y="18338"/>
                </a:lnTo>
                <a:lnTo>
                  <a:pt x="5229" y="18959"/>
                </a:lnTo>
                <a:lnTo>
                  <a:pt x="5343" y="19270"/>
                </a:lnTo>
                <a:lnTo>
                  <a:pt x="5458" y="19579"/>
                </a:lnTo>
                <a:lnTo>
                  <a:pt x="4424" y="19969"/>
                </a:lnTo>
                <a:lnTo>
                  <a:pt x="4366" y="19658"/>
                </a:lnTo>
                <a:lnTo>
                  <a:pt x="4137" y="18571"/>
                </a:lnTo>
                <a:lnTo>
                  <a:pt x="3965" y="18103"/>
                </a:lnTo>
                <a:lnTo>
                  <a:pt x="3735" y="17637"/>
                </a:lnTo>
                <a:lnTo>
                  <a:pt x="3735" y="17404"/>
                </a:lnTo>
                <a:lnTo>
                  <a:pt x="3791" y="17327"/>
                </a:lnTo>
                <a:lnTo>
                  <a:pt x="3791" y="17171"/>
                </a:lnTo>
                <a:lnTo>
                  <a:pt x="3735" y="17171"/>
                </a:lnTo>
                <a:lnTo>
                  <a:pt x="3563" y="17249"/>
                </a:lnTo>
                <a:lnTo>
                  <a:pt x="3332" y="17249"/>
                </a:lnTo>
                <a:lnTo>
                  <a:pt x="3218" y="17327"/>
                </a:lnTo>
                <a:lnTo>
                  <a:pt x="3160" y="17482"/>
                </a:lnTo>
                <a:lnTo>
                  <a:pt x="3102" y="17637"/>
                </a:lnTo>
                <a:lnTo>
                  <a:pt x="3102" y="17793"/>
                </a:lnTo>
                <a:lnTo>
                  <a:pt x="3390" y="18726"/>
                </a:lnTo>
                <a:lnTo>
                  <a:pt x="3677" y="19736"/>
                </a:lnTo>
                <a:lnTo>
                  <a:pt x="3735" y="20280"/>
                </a:lnTo>
                <a:lnTo>
                  <a:pt x="3046" y="20513"/>
                </a:lnTo>
                <a:lnTo>
                  <a:pt x="2930" y="20590"/>
                </a:lnTo>
                <a:lnTo>
                  <a:pt x="2816" y="20746"/>
                </a:lnTo>
                <a:lnTo>
                  <a:pt x="2816" y="20901"/>
                </a:lnTo>
                <a:lnTo>
                  <a:pt x="2758" y="21056"/>
                </a:lnTo>
                <a:lnTo>
                  <a:pt x="2816" y="21212"/>
                </a:lnTo>
                <a:lnTo>
                  <a:pt x="2874" y="21367"/>
                </a:lnTo>
                <a:lnTo>
                  <a:pt x="2988" y="21522"/>
                </a:lnTo>
                <a:lnTo>
                  <a:pt x="3102" y="21600"/>
                </a:lnTo>
                <a:lnTo>
                  <a:pt x="3563" y="21600"/>
                </a:lnTo>
                <a:lnTo>
                  <a:pt x="3735" y="21445"/>
                </a:lnTo>
                <a:lnTo>
                  <a:pt x="3907" y="21367"/>
                </a:lnTo>
                <a:lnTo>
                  <a:pt x="3965" y="21289"/>
                </a:lnTo>
                <a:lnTo>
                  <a:pt x="4022" y="21367"/>
                </a:lnTo>
                <a:lnTo>
                  <a:pt x="4079" y="21445"/>
                </a:lnTo>
                <a:lnTo>
                  <a:pt x="4194" y="21445"/>
                </a:lnTo>
                <a:lnTo>
                  <a:pt x="4366" y="21367"/>
                </a:lnTo>
                <a:lnTo>
                  <a:pt x="4424" y="21134"/>
                </a:lnTo>
                <a:lnTo>
                  <a:pt x="5113" y="20901"/>
                </a:lnTo>
                <a:lnTo>
                  <a:pt x="5860" y="20590"/>
                </a:lnTo>
                <a:lnTo>
                  <a:pt x="6493" y="20280"/>
                </a:lnTo>
                <a:lnTo>
                  <a:pt x="7124" y="19812"/>
                </a:lnTo>
                <a:lnTo>
                  <a:pt x="7410" y="19503"/>
                </a:lnTo>
                <a:lnTo>
                  <a:pt x="7641" y="19192"/>
                </a:lnTo>
                <a:lnTo>
                  <a:pt x="7871" y="18726"/>
                </a:lnTo>
                <a:lnTo>
                  <a:pt x="8043" y="18259"/>
                </a:lnTo>
                <a:lnTo>
                  <a:pt x="8157" y="17793"/>
                </a:lnTo>
                <a:lnTo>
                  <a:pt x="8101" y="17327"/>
                </a:lnTo>
                <a:lnTo>
                  <a:pt x="7985" y="16938"/>
                </a:lnTo>
                <a:lnTo>
                  <a:pt x="7871" y="16705"/>
                </a:lnTo>
                <a:lnTo>
                  <a:pt x="7755" y="16550"/>
                </a:lnTo>
                <a:lnTo>
                  <a:pt x="7583" y="16550"/>
                </a:lnTo>
                <a:lnTo>
                  <a:pt x="7526" y="16628"/>
                </a:lnTo>
                <a:lnTo>
                  <a:pt x="7526" y="16705"/>
                </a:lnTo>
                <a:lnTo>
                  <a:pt x="7410" y="17637"/>
                </a:lnTo>
                <a:lnTo>
                  <a:pt x="7066" y="16239"/>
                </a:lnTo>
                <a:lnTo>
                  <a:pt x="6837" y="15618"/>
                </a:lnTo>
                <a:lnTo>
                  <a:pt x="6549" y="15074"/>
                </a:lnTo>
                <a:lnTo>
                  <a:pt x="6493" y="14995"/>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591" name="Google Shape;239;p3"/>
          <p:cNvSpPr/>
          <p:nvPr/>
        </p:nvSpPr>
        <p:spPr>
          <a:xfrm>
            <a:off x="2732" y="4900231"/>
            <a:ext cx="180006" cy="37354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98" y="541"/>
                </a:moveTo>
                <a:lnTo>
                  <a:pt x="2747" y="602"/>
                </a:lnTo>
                <a:lnTo>
                  <a:pt x="3496" y="722"/>
                </a:lnTo>
                <a:lnTo>
                  <a:pt x="4119" y="902"/>
                </a:lnTo>
                <a:lnTo>
                  <a:pt x="4745" y="1204"/>
                </a:lnTo>
                <a:lnTo>
                  <a:pt x="5368" y="1504"/>
                </a:lnTo>
                <a:lnTo>
                  <a:pt x="5742" y="1806"/>
                </a:lnTo>
                <a:lnTo>
                  <a:pt x="6116" y="2167"/>
                </a:lnTo>
                <a:lnTo>
                  <a:pt x="6491" y="2528"/>
                </a:lnTo>
                <a:lnTo>
                  <a:pt x="6743" y="2888"/>
                </a:lnTo>
                <a:lnTo>
                  <a:pt x="6865" y="3310"/>
                </a:lnTo>
                <a:lnTo>
                  <a:pt x="6865" y="4092"/>
                </a:lnTo>
                <a:lnTo>
                  <a:pt x="6743" y="3971"/>
                </a:lnTo>
                <a:lnTo>
                  <a:pt x="5994" y="3189"/>
                </a:lnTo>
                <a:lnTo>
                  <a:pt x="5494" y="2828"/>
                </a:lnTo>
                <a:lnTo>
                  <a:pt x="4871" y="2467"/>
                </a:lnTo>
                <a:lnTo>
                  <a:pt x="4745" y="2406"/>
                </a:lnTo>
                <a:lnTo>
                  <a:pt x="4496" y="2406"/>
                </a:lnTo>
                <a:lnTo>
                  <a:pt x="4370" y="2467"/>
                </a:lnTo>
                <a:lnTo>
                  <a:pt x="4370" y="2588"/>
                </a:lnTo>
                <a:lnTo>
                  <a:pt x="4496" y="3008"/>
                </a:lnTo>
                <a:lnTo>
                  <a:pt x="4745" y="3490"/>
                </a:lnTo>
                <a:lnTo>
                  <a:pt x="5494" y="4332"/>
                </a:lnTo>
                <a:lnTo>
                  <a:pt x="5868" y="4814"/>
                </a:lnTo>
                <a:lnTo>
                  <a:pt x="5494" y="4693"/>
                </a:lnTo>
                <a:lnTo>
                  <a:pt x="4993" y="4453"/>
                </a:lnTo>
                <a:lnTo>
                  <a:pt x="4244" y="3851"/>
                </a:lnTo>
                <a:lnTo>
                  <a:pt x="3622" y="3249"/>
                </a:lnTo>
                <a:lnTo>
                  <a:pt x="3247" y="2828"/>
                </a:lnTo>
                <a:lnTo>
                  <a:pt x="2873" y="2286"/>
                </a:lnTo>
                <a:lnTo>
                  <a:pt x="2498" y="1685"/>
                </a:lnTo>
                <a:lnTo>
                  <a:pt x="2246" y="1143"/>
                </a:lnTo>
                <a:lnTo>
                  <a:pt x="1998" y="541"/>
                </a:lnTo>
                <a:close/>
                <a:moveTo>
                  <a:pt x="12611" y="4634"/>
                </a:moveTo>
                <a:lnTo>
                  <a:pt x="13360" y="4693"/>
                </a:lnTo>
                <a:lnTo>
                  <a:pt x="13982" y="4814"/>
                </a:lnTo>
                <a:lnTo>
                  <a:pt x="16106" y="5114"/>
                </a:lnTo>
                <a:lnTo>
                  <a:pt x="16981" y="5295"/>
                </a:lnTo>
                <a:lnTo>
                  <a:pt x="17978" y="5536"/>
                </a:lnTo>
                <a:lnTo>
                  <a:pt x="18727" y="5777"/>
                </a:lnTo>
                <a:lnTo>
                  <a:pt x="19354" y="6016"/>
                </a:lnTo>
                <a:lnTo>
                  <a:pt x="18853" y="5957"/>
                </a:lnTo>
                <a:lnTo>
                  <a:pt x="18605" y="5957"/>
                </a:lnTo>
                <a:lnTo>
                  <a:pt x="18353" y="6077"/>
                </a:lnTo>
                <a:lnTo>
                  <a:pt x="18227" y="6197"/>
                </a:lnTo>
                <a:lnTo>
                  <a:pt x="18353" y="6377"/>
                </a:lnTo>
                <a:lnTo>
                  <a:pt x="17104" y="6618"/>
                </a:lnTo>
                <a:lnTo>
                  <a:pt x="15858" y="6740"/>
                </a:lnTo>
                <a:lnTo>
                  <a:pt x="14609" y="6859"/>
                </a:lnTo>
                <a:lnTo>
                  <a:pt x="13234" y="6859"/>
                </a:lnTo>
                <a:lnTo>
                  <a:pt x="11736" y="6740"/>
                </a:lnTo>
                <a:lnTo>
                  <a:pt x="10364" y="6559"/>
                </a:lnTo>
                <a:lnTo>
                  <a:pt x="9738" y="6438"/>
                </a:lnTo>
                <a:lnTo>
                  <a:pt x="8989" y="6257"/>
                </a:lnTo>
                <a:lnTo>
                  <a:pt x="8366" y="6016"/>
                </a:lnTo>
                <a:lnTo>
                  <a:pt x="7992" y="5897"/>
                </a:lnTo>
                <a:lnTo>
                  <a:pt x="7866" y="5777"/>
                </a:lnTo>
                <a:lnTo>
                  <a:pt x="8615" y="6016"/>
                </a:lnTo>
                <a:lnTo>
                  <a:pt x="9490" y="6257"/>
                </a:lnTo>
                <a:lnTo>
                  <a:pt x="10364" y="6377"/>
                </a:lnTo>
                <a:lnTo>
                  <a:pt x="11362" y="6559"/>
                </a:lnTo>
                <a:lnTo>
                  <a:pt x="12236" y="6618"/>
                </a:lnTo>
                <a:lnTo>
                  <a:pt x="13234" y="6740"/>
                </a:lnTo>
                <a:lnTo>
                  <a:pt x="13860" y="6740"/>
                </a:lnTo>
                <a:lnTo>
                  <a:pt x="14234" y="6679"/>
                </a:lnTo>
                <a:lnTo>
                  <a:pt x="14731" y="6618"/>
                </a:lnTo>
                <a:lnTo>
                  <a:pt x="15106" y="6499"/>
                </a:lnTo>
                <a:lnTo>
                  <a:pt x="15232" y="6377"/>
                </a:lnTo>
                <a:lnTo>
                  <a:pt x="15106" y="6197"/>
                </a:lnTo>
                <a:lnTo>
                  <a:pt x="14731" y="6077"/>
                </a:lnTo>
                <a:lnTo>
                  <a:pt x="14357" y="5957"/>
                </a:lnTo>
                <a:lnTo>
                  <a:pt x="13486" y="5897"/>
                </a:lnTo>
                <a:lnTo>
                  <a:pt x="12611" y="5836"/>
                </a:lnTo>
                <a:lnTo>
                  <a:pt x="11736" y="5777"/>
                </a:lnTo>
                <a:lnTo>
                  <a:pt x="9238" y="5475"/>
                </a:lnTo>
                <a:lnTo>
                  <a:pt x="9738" y="5295"/>
                </a:lnTo>
                <a:lnTo>
                  <a:pt x="10487" y="5054"/>
                </a:lnTo>
                <a:lnTo>
                  <a:pt x="11236" y="4814"/>
                </a:lnTo>
                <a:lnTo>
                  <a:pt x="11862" y="4693"/>
                </a:lnTo>
                <a:lnTo>
                  <a:pt x="12611" y="4634"/>
                </a:lnTo>
                <a:close/>
                <a:moveTo>
                  <a:pt x="4370" y="9326"/>
                </a:moveTo>
                <a:lnTo>
                  <a:pt x="5868" y="9387"/>
                </a:lnTo>
                <a:lnTo>
                  <a:pt x="5994" y="9387"/>
                </a:lnTo>
                <a:lnTo>
                  <a:pt x="6242" y="9626"/>
                </a:lnTo>
                <a:lnTo>
                  <a:pt x="6491" y="9748"/>
                </a:lnTo>
                <a:lnTo>
                  <a:pt x="6865" y="9748"/>
                </a:lnTo>
                <a:lnTo>
                  <a:pt x="7243" y="9626"/>
                </a:lnTo>
                <a:lnTo>
                  <a:pt x="7366" y="9446"/>
                </a:lnTo>
                <a:lnTo>
                  <a:pt x="8989" y="9507"/>
                </a:lnTo>
                <a:lnTo>
                  <a:pt x="10487" y="9507"/>
                </a:lnTo>
                <a:lnTo>
                  <a:pt x="11362" y="9567"/>
                </a:lnTo>
                <a:lnTo>
                  <a:pt x="11984" y="9626"/>
                </a:lnTo>
                <a:lnTo>
                  <a:pt x="11984" y="9868"/>
                </a:lnTo>
                <a:lnTo>
                  <a:pt x="11488" y="9807"/>
                </a:lnTo>
                <a:lnTo>
                  <a:pt x="11113" y="9868"/>
                </a:lnTo>
                <a:lnTo>
                  <a:pt x="10613" y="9987"/>
                </a:lnTo>
                <a:lnTo>
                  <a:pt x="10487" y="10109"/>
                </a:lnTo>
                <a:lnTo>
                  <a:pt x="10487" y="10228"/>
                </a:lnTo>
                <a:lnTo>
                  <a:pt x="9364" y="10228"/>
                </a:lnTo>
                <a:lnTo>
                  <a:pt x="4496" y="10109"/>
                </a:lnTo>
                <a:lnTo>
                  <a:pt x="2747" y="9987"/>
                </a:lnTo>
                <a:lnTo>
                  <a:pt x="1750" y="9928"/>
                </a:lnTo>
                <a:lnTo>
                  <a:pt x="875" y="9987"/>
                </a:lnTo>
                <a:lnTo>
                  <a:pt x="1249" y="9748"/>
                </a:lnTo>
                <a:lnTo>
                  <a:pt x="1750" y="9567"/>
                </a:lnTo>
                <a:lnTo>
                  <a:pt x="2246" y="9387"/>
                </a:lnTo>
                <a:lnTo>
                  <a:pt x="2747" y="9326"/>
                </a:lnTo>
                <a:close/>
                <a:moveTo>
                  <a:pt x="7618" y="10950"/>
                </a:moveTo>
                <a:lnTo>
                  <a:pt x="10238" y="11011"/>
                </a:lnTo>
                <a:lnTo>
                  <a:pt x="10739" y="11071"/>
                </a:lnTo>
                <a:lnTo>
                  <a:pt x="10739" y="13117"/>
                </a:lnTo>
                <a:lnTo>
                  <a:pt x="10613" y="15162"/>
                </a:lnTo>
                <a:lnTo>
                  <a:pt x="8240" y="15343"/>
                </a:lnTo>
                <a:lnTo>
                  <a:pt x="8240" y="14682"/>
                </a:lnTo>
                <a:lnTo>
                  <a:pt x="7866" y="12515"/>
                </a:lnTo>
                <a:lnTo>
                  <a:pt x="7740" y="11372"/>
                </a:lnTo>
                <a:lnTo>
                  <a:pt x="7618" y="10950"/>
                </a:lnTo>
                <a:close/>
                <a:moveTo>
                  <a:pt x="3622" y="10770"/>
                </a:moveTo>
                <a:lnTo>
                  <a:pt x="6368" y="10950"/>
                </a:lnTo>
                <a:lnTo>
                  <a:pt x="6242" y="11131"/>
                </a:lnTo>
                <a:lnTo>
                  <a:pt x="6242" y="11372"/>
                </a:lnTo>
                <a:lnTo>
                  <a:pt x="6368" y="11852"/>
                </a:lnTo>
                <a:lnTo>
                  <a:pt x="6617" y="14440"/>
                </a:lnTo>
                <a:lnTo>
                  <a:pt x="6743" y="15403"/>
                </a:lnTo>
                <a:lnTo>
                  <a:pt x="5245" y="15403"/>
                </a:lnTo>
                <a:lnTo>
                  <a:pt x="3744" y="15462"/>
                </a:lnTo>
                <a:lnTo>
                  <a:pt x="3496" y="13538"/>
                </a:lnTo>
                <a:lnTo>
                  <a:pt x="3247" y="12154"/>
                </a:lnTo>
                <a:lnTo>
                  <a:pt x="3121" y="11432"/>
                </a:lnTo>
                <a:lnTo>
                  <a:pt x="2747" y="10770"/>
                </a:lnTo>
                <a:close/>
                <a:moveTo>
                  <a:pt x="10487" y="15945"/>
                </a:moveTo>
                <a:lnTo>
                  <a:pt x="10238" y="17147"/>
                </a:lnTo>
                <a:lnTo>
                  <a:pt x="10112" y="17147"/>
                </a:lnTo>
                <a:lnTo>
                  <a:pt x="9738" y="17088"/>
                </a:lnTo>
                <a:lnTo>
                  <a:pt x="9364" y="17088"/>
                </a:lnTo>
                <a:lnTo>
                  <a:pt x="8863" y="17147"/>
                </a:lnTo>
                <a:lnTo>
                  <a:pt x="8489" y="17268"/>
                </a:lnTo>
                <a:lnTo>
                  <a:pt x="8489" y="17088"/>
                </a:lnTo>
                <a:lnTo>
                  <a:pt x="8366" y="16125"/>
                </a:lnTo>
                <a:lnTo>
                  <a:pt x="9490" y="16064"/>
                </a:lnTo>
                <a:lnTo>
                  <a:pt x="10487" y="15945"/>
                </a:lnTo>
                <a:close/>
                <a:moveTo>
                  <a:pt x="3870" y="16005"/>
                </a:moveTo>
                <a:lnTo>
                  <a:pt x="4619" y="16125"/>
                </a:lnTo>
                <a:lnTo>
                  <a:pt x="5245" y="16125"/>
                </a:lnTo>
                <a:lnTo>
                  <a:pt x="6743" y="16186"/>
                </a:lnTo>
                <a:lnTo>
                  <a:pt x="6865" y="16546"/>
                </a:lnTo>
                <a:lnTo>
                  <a:pt x="6743" y="16606"/>
                </a:lnTo>
                <a:lnTo>
                  <a:pt x="5742" y="16546"/>
                </a:lnTo>
                <a:lnTo>
                  <a:pt x="5494" y="16606"/>
                </a:lnTo>
                <a:lnTo>
                  <a:pt x="5245" y="16666"/>
                </a:lnTo>
                <a:lnTo>
                  <a:pt x="5245" y="16786"/>
                </a:lnTo>
                <a:lnTo>
                  <a:pt x="5368" y="16907"/>
                </a:lnTo>
                <a:lnTo>
                  <a:pt x="5868" y="17147"/>
                </a:lnTo>
                <a:lnTo>
                  <a:pt x="6617" y="17208"/>
                </a:lnTo>
                <a:lnTo>
                  <a:pt x="6865" y="17208"/>
                </a:lnTo>
                <a:lnTo>
                  <a:pt x="6865" y="17629"/>
                </a:lnTo>
                <a:lnTo>
                  <a:pt x="6116" y="17690"/>
                </a:lnTo>
                <a:lnTo>
                  <a:pt x="6116" y="17629"/>
                </a:lnTo>
                <a:lnTo>
                  <a:pt x="5994" y="17629"/>
                </a:lnTo>
                <a:lnTo>
                  <a:pt x="5742" y="17690"/>
                </a:lnTo>
                <a:lnTo>
                  <a:pt x="5494" y="17749"/>
                </a:lnTo>
                <a:lnTo>
                  <a:pt x="5245" y="17870"/>
                </a:lnTo>
                <a:lnTo>
                  <a:pt x="5119" y="18051"/>
                </a:lnTo>
                <a:lnTo>
                  <a:pt x="5245" y="18170"/>
                </a:lnTo>
                <a:lnTo>
                  <a:pt x="5620" y="18290"/>
                </a:lnTo>
                <a:lnTo>
                  <a:pt x="6991" y="18290"/>
                </a:lnTo>
                <a:lnTo>
                  <a:pt x="7243" y="18712"/>
                </a:lnTo>
                <a:lnTo>
                  <a:pt x="7618" y="19013"/>
                </a:lnTo>
                <a:lnTo>
                  <a:pt x="7740" y="19072"/>
                </a:lnTo>
                <a:lnTo>
                  <a:pt x="7992" y="19072"/>
                </a:lnTo>
                <a:lnTo>
                  <a:pt x="8240" y="19013"/>
                </a:lnTo>
                <a:lnTo>
                  <a:pt x="8366" y="18953"/>
                </a:lnTo>
                <a:lnTo>
                  <a:pt x="8615" y="18651"/>
                </a:lnTo>
                <a:lnTo>
                  <a:pt x="8741" y="18351"/>
                </a:lnTo>
                <a:lnTo>
                  <a:pt x="8741" y="18051"/>
                </a:lnTo>
                <a:lnTo>
                  <a:pt x="8615" y="17690"/>
                </a:lnTo>
                <a:lnTo>
                  <a:pt x="9115" y="17749"/>
                </a:lnTo>
                <a:lnTo>
                  <a:pt x="10238" y="17749"/>
                </a:lnTo>
                <a:lnTo>
                  <a:pt x="9990" y="18712"/>
                </a:lnTo>
                <a:lnTo>
                  <a:pt x="9738" y="19374"/>
                </a:lnTo>
                <a:lnTo>
                  <a:pt x="9612" y="19674"/>
                </a:lnTo>
                <a:lnTo>
                  <a:pt x="9364" y="19975"/>
                </a:lnTo>
                <a:lnTo>
                  <a:pt x="8989" y="20276"/>
                </a:lnTo>
                <a:lnTo>
                  <a:pt x="8615" y="20457"/>
                </a:lnTo>
                <a:lnTo>
                  <a:pt x="7992" y="20637"/>
                </a:lnTo>
                <a:lnTo>
                  <a:pt x="7243" y="20698"/>
                </a:lnTo>
                <a:lnTo>
                  <a:pt x="6617" y="20698"/>
                </a:lnTo>
                <a:lnTo>
                  <a:pt x="6116" y="20637"/>
                </a:lnTo>
                <a:lnTo>
                  <a:pt x="5620" y="20457"/>
                </a:lnTo>
                <a:lnTo>
                  <a:pt x="5119" y="20276"/>
                </a:lnTo>
                <a:lnTo>
                  <a:pt x="4871" y="20035"/>
                </a:lnTo>
                <a:lnTo>
                  <a:pt x="4496" y="19794"/>
                </a:lnTo>
                <a:lnTo>
                  <a:pt x="4119" y="19253"/>
                </a:lnTo>
                <a:lnTo>
                  <a:pt x="3870" y="18592"/>
                </a:lnTo>
                <a:lnTo>
                  <a:pt x="3870" y="16005"/>
                </a:lnTo>
                <a:close/>
                <a:moveTo>
                  <a:pt x="2124" y="0"/>
                </a:moveTo>
                <a:lnTo>
                  <a:pt x="1624" y="61"/>
                </a:lnTo>
                <a:lnTo>
                  <a:pt x="1123" y="180"/>
                </a:lnTo>
                <a:lnTo>
                  <a:pt x="997" y="302"/>
                </a:lnTo>
                <a:lnTo>
                  <a:pt x="997" y="482"/>
                </a:lnTo>
                <a:lnTo>
                  <a:pt x="1123" y="541"/>
                </a:lnTo>
                <a:lnTo>
                  <a:pt x="997" y="963"/>
                </a:lnTo>
                <a:lnTo>
                  <a:pt x="997" y="1384"/>
                </a:lnTo>
                <a:lnTo>
                  <a:pt x="1123" y="1806"/>
                </a:lnTo>
                <a:lnTo>
                  <a:pt x="1249" y="2167"/>
                </a:lnTo>
                <a:lnTo>
                  <a:pt x="1872" y="3008"/>
                </a:lnTo>
                <a:lnTo>
                  <a:pt x="2498" y="3730"/>
                </a:lnTo>
                <a:lnTo>
                  <a:pt x="3121" y="4332"/>
                </a:lnTo>
                <a:lnTo>
                  <a:pt x="3996" y="4934"/>
                </a:lnTo>
                <a:lnTo>
                  <a:pt x="4496" y="5175"/>
                </a:lnTo>
                <a:lnTo>
                  <a:pt x="5119" y="5355"/>
                </a:lnTo>
                <a:lnTo>
                  <a:pt x="5620" y="5536"/>
                </a:lnTo>
                <a:lnTo>
                  <a:pt x="6368" y="5536"/>
                </a:lnTo>
                <a:lnTo>
                  <a:pt x="6116" y="6257"/>
                </a:lnTo>
                <a:lnTo>
                  <a:pt x="5868" y="7160"/>
                </a:lnTo>
                <a:lnTo>
                  <a:pt x="5868" y="7642"/>
                </a:lnTo>
                <a:lnTo>
                  <a:pt x="5994" y="7883"/>
                </a:lnTo>
                <a:lnTo>
                  <a:pt x="6116" y="8063"/>
                </a:lnTo>
                <a:lnTo>
                  <a:pt x="5994" y="8724"/>
                </a:lnTo>
                <a:lnTo>
                  <a:pt x="5494" y="8724"/>
                </a:lnTo>
                <a:lnTo>
                  <a:pt x="3870" y="8664"/>
                </a:lnTo>
                <a:lnTo>
                  <a:pt x="3121" y="8605"/>
                </a:lnTo>
                <a:lnTo>
                  <a:pt x="2372" y="8664"/>
                </a:lnTo>
                <a:lnTo>
                  <a:pt x="1372" y="8844"/>
                </a:lnTo>
                <a:lnTo>
                  <a:pt x="997" y="8965"/>
                </a:lnTo>
                <a:lnTo>
                  <a:pt x="623" y="9146"/>
                </a:lnTo>
                <a:lnTo>
                  <a:pt x="374" y="9326"/>
                </a:lnTo>
                <a:lnTo>
                  <a:pt x="248" y="9507"/>
                </a:lnTo>
                <a:lnTo>
                  <a:pt x="126" y="9748"/>
                </a:lnTo>
                <a:lnTo>
                  <a:pt x="0" y="9987"/>
                </a:lnTo>
                <a:lnTo>
                  <a:pt x="126" y="10109"/>
                </a:lnTo>
                <a:lnTo>
                  <a:pt x="374" y="10168"/>
                </a:lnTo>
                <a:lnTo>
                  <a:pt x="126" y="10289"/>
                </a:lnTo>
                <a:lnTo>
                  <a:pt x="126" y="10589"/>
                </a:lnTo>
                <a:lnTo>
                  <a:pt x="374" y="10711"/>
                </a:lnTo>
                <a:lnTo>
                  <a:pt x="623" y="10770"/>
                </a:lnTo>
                <a:lnTo>
                  <a:pt x="997" y="10770"/>
                </a:lnTo>
                <a:lnTo>
                  <a:pt x="1249" y="10650"/>
                </a:lnTo>
                <a:lnTo>
                  <a:pt x="1498" y="10650"/>
                </a:lnTo>
                <a:lnTo>
                  <a:pt x="1498" y="11613"/>
                </a:lnTo>
                <a:lnTo>
                  <a:pt x="1750" y="12454"/>
                </a:lnTo>
                <a:lnTo>
                  <a:pt x="1998" y="14199"/>
                </a:lnTo>
                <a:lnTo>
                  <a:pt x="2124" y="15945"/>
                </a:lnTo>
                <a:lnTo>
                  <a:pt x="2124" y="17690"/>
                </a:lnTo>
                <a:lnTo>
                  <a:pt x="2246" y="18411"/>
                </a:lnTo>
                <a:lnTo>
                  <a:pt x="2372" y="19133"/>
                </a:lnTo>
                <a:lnTo>
                  <a:pt x="2747" y="19855"/>
                </a:lnTo>
                <a:lnTo>
                  <a:pt x="2995" y="20157"/>
                </a:lnTo>
                <a:lnTo>
                  <a:pt x="3370" y="20517"/>
                </a:lnTo>
                <a:lnTo>
                  <a:pt x="3622" y="20757"/>
                </a:lnTo>
                <a:lnTo>
                  <a:pt x="3996" y="20937"/>
                </a:lnTo>
                <a:lnTo>
                  <a:pt x="4496" y="21178"/>
                </a:lnTo>
                <a:lnTo>
                  <a:pt x="4993" y="21298"/>
                </a:lnTo>
                <a:lnTo>
                  <a:pt x="5494" y="21420"/>
                </a:lnTo>
                <a:lnTo>
                  <a:pt x="6116" y="21480"/>
                </a:lnTo>
                <a:lnTo>
                  <a:pt x="6617" y="21539"/>
                </a:lnTo>
                <a:lnTo>
                  <a:pt x="7243" y="21600"/>
                </a:lnTo>
                <a:lnTo>
                  <a:pt x="7992" y="21539"/>
                </a:lnTo>
                <a:lnTo>
                  <a:pt x="8741" y="21480"/>
                </a:lnTo>
                <a:lnTo>
                  <a:pt x="9364" y="21298"/>
                </a:lnTo>
                <a:lnTo>
                  <a:pt x="9864" y="21118"/>
                </a:lnTo>
                <a:lnTo>
                  <a:pt x="10238" y="20937"/>
                </a:lnTo>
                <a:lnTo>
                  <a:pt x="10613" y="20637"/>
                </a:lnTo>
                <a:lnTo>
                  <a:pt x="11236" y="20035"/>
                </a:lnTo>
                <a:lnTo>
                  <a:pt x="11610" y="19374"/>
                </a:lnTo>
                <a:lnTo>
                  <a:pt x="11736" y="18712"/>
                </a:lnTo>
                <a:lnTo>
                  <a:pt x="11984" y="17388"/>
                </a:lnTo>
                <a:lnTo>
                  <a:pt x="12359" y="15823"/>
                </a:lnTo>
                <a:lnTo>
                  <a:pt x="12485" y="14199"/>
                </a:lnTo>
                <a:lnTo>
                  <a:pt x="12485" y="10950"/>
                </a:lnTo>
                <a:lnTo>
                  <a:pt x="12737" y="10830"/>
                </a:lnTo>
                <a:lnTo>
                  <a:pt x="12859" y="10711"/>
                </a:lnTo>
                <a:lnTo>
                  <a:pt x="12859" y="10589"/>
                </a:lnTo>
                <a:lnTo>
                  <a:pt x="13234" y="10289"/>
                </a:lnTo>
                <a:lnTo>
                  <a:pt x="13486" y="9928"/>
                </a:lnTo>
                <a:lnTo>
                  <a:pt x="13608" y="9567"/>
                </a:lnTo>
                <a:lnTo>
                  <a:pt x="13486" y="9387"/>
                </a:lnTo>
                <a:lnTo>
                  <a:pt x="13360" y="9205"/>
                </a:lnTo>
                <a:lnTo>
                  <a:pt x="12985" y="9024"/>
                </a:lnTo>
                <a:lnTo>
                  <a:pt x="12485" y="8905"/>
                </a:lnTo>
                <a:lnTo>
                  <a:pt x="11862" y="8844"/>
                </a:lnTo>
                <a:lnTo>
                  <a:pt x="11113" y="8785"/>
                </a:lnTo>
                <a:lnTo>
                  <a:pt x="8615" y="8785"/>
                </a:lnTo>
                <a:lnTo>
                  <a:pt x="7366" y="8724"/>
                </a:lnTo>
                <a:lnTo>
                  <a:pt x="7117" y="7883"/>
                </a:lnTo>
                <a:lnTo>
                  <a:pt x="7366" y="7520"/>
                </a:lnTo>
                <a:lnTo>
                  <a:pt x="7366" y="7160"/>
                </a:lnTo>
                <a:lnTo>
                  <a:pt x="7492" y="6499"/>
                </a:lnTo>
                <a:lnTo>
                  <a:pt x="8366" y="6799"/>
                </a:lnTo>
                <a:lnTo>
                  <a:pt x="9238" y="7040"/>
                </a:lnTo>
                <a:lnTo>
                  <a:pt x="10112" y="7220"/>
                </a:lnTo>
                <a:lnTo>
                  <a:pt x="11113" y="7340"/>
                </a:lnTo>
                <a:lnTo>
                  <a:pt x="11984" y="7461"/>
                </a:lnTo>
                <a:lnTo>
                  <a:pt x="12985" y="7520"/>
                </a:lnTo>
                <a:lnTo>
                  <a:pt x="14983" y="7520"/>
                </a:lnTo>
                <a:lnTo>
                  <a:pt x="15858" y="7461"/>
                </a:lnTo>
                <a:lnTo>
                  <a:pt x="16855" y="7340"/>
                </a:lnTo>
                <a:lnTo>
                  <a:pt x="17730" y="7220"/>
                </a:lnTo>
                <a:lnTo>
                  <a:pt x="18727" y="7040"/>
                </a:lnTo>
                <a:lnTo>
                  <a:pt x="19602" y="6859"/>
                </a:lnTo>
                <a:lnTo>
                  <a:pt x="19850" y="6740"/>
                </a:lnTo>
                <a:lnTo>
                  <a:pt x="19850" y="6377"/>
                </a:lnTo>
                <a:lnTo>
                  <a:pt x="19728" y="6197"/>
                </a:lnTo>
                <a:lnTo>
                  <a:pt x="19850" y="6257"/>
                </a:lnTo>
                <a:lnTo>
                  <a:pt x="20351" y="6499"/>
                </a:lnTo>
                <a:lnTo>
                  <a:pt x="20599" y="6559"/>
                </a:lnTo>
                <a:lnTo>
                  <a:pt x="21100" y="6618"/>
                </a:lnTo>
                <a:lnTo>
                  <a:pt x="21226" y="6618"/>
                </a:lnTo>
                <a:lnTo>
                  <a:pt x="21352" y="6559"/>
                </a:lnTo>
                <a:lnTo>
                  <a:pt x="21600" y="6377"/>
                </a:lnTo>
                <a:lnTo>
                  <a:pt x="21474" y="6138"/>
                </a:lnTo>
                <a:lnTo>
                  <a:pt x="21352" y="5957"/>
                </a:lnTo>
                <a:lnTo>
                  <a:pt x="21100" y="5777"/>
                </a:lnTo>
                <a:lnTo>
                  <a:pt x="20725" y="5536"/>
                </a:lnTo>
                <a:lnTo>
                  <a:pt x="19850" y="5236"/>
                </a:lnTo>
                <a:lnTo>
                  <a:pt x="19102" y="4994"/>
                </a:lnTo>
                <a:lnTo>
                  <a:pt x="17978" y="4693"/>
                </a:lnTo>
                <a:lnTo>
                  <a:pt x="16855" y="4453"/>
                </a:lnTo>
                <a:lnTo>
                  <a:pt x="14483" y="4092"/>
                </a:lnTo>
                <a:lnTo>
                  <a:pt x="13360" y="3971"/>
                </a:lnTo>
                <a:lnTo>
                  <a:pt x="12236" y="3912"/>
                </a:lnTo>
                <a:lnTo>
                  <a:pt x="11236" y="4032"/>
                </a:lnTo>
                <a:lnTo>
                  <a:pt x="10112" y="4273"/>
                </a:lnTo>
                <a:lnTo>
                  <a:pt x="9115" y="4573"/>
                </a:lnTo>
                <a:lnTo>
                  <a:pt x="7992" y="5054"/>
                </a:lnTo>
                <a:lnTo>
                  <a:pt x="7992" y="4994"/>
                </a:lnTo>
                <a:lnTo>
                  <a:pt x="8114" y="4573"/>
                </a:lnTo>
                <a:lnTo>
                  <a:pt x="8366" y="4212"/>
                </a:lnTo>
                <a:lnTo>
                  <a:pt x="8489" y="4032"/>
                </a:lnTo>
                <a:lnTo>
                  <a:pt x="8489" y="3610"/>
                </a:lnTo>
                <a:lnTo>
                  <a:pt x="8240" y="3490"/>
                </a:lnTo>
                <a:lnTo>
                  <a:pt x="8114" y="3069"/>
                </a:lnTo>
                <a:lnTo>
                  <a:pt x="7866" y="2647"/>
                </a:lnTo>
                <a:lnTo>
                  <a:pt x="7243" y="1865"/>
                </a:lnTo>
                <a:lnTo>
                  <a:pt x="6865" y="1504"/>
                </a:lnTo>
                <a:lnTo>
                  <a:pt x="6242" y="1084"/>
                </a:lnTo>
                <a:lnTo>
                  <a:pt x="5620" y="722"/>
                </a:lnTo>
                <a:lnTo>
                  <a:pt x="4745" y="361"/>
                </a:lnTo>
                <a:lnTo>
                  <a:pt x="3870" y="121"/>
                </a:lnTo>
                <a:lnTo>
                  <a:pt x="2995" y="0"/>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592" name="Google Shape;240;p3"/>
          <p:cNvSpPr/>
          <p:nvPr/>
        </p:nvSpPr>
        <p:spPr>
          <a:xfrm rot="1920547">
            <a:off x="2436132" y="4658176"/>
            <a:ext cx="501523" cy="4255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335" y="2852"/>
                </a:moveTo>
                <a:lnTo>
                  <a:pt x="8156" y="2905"/>
                </a:lnTo>
                <a:lnTo>
                  <a:pt x="8021" y="2959"/>
                </a:lnTo>
                <a:lnTo>
                  <a:pt x="7932" y="3169"/>
                </a:lnTo>
                <a:lnTo>
                  <a:pt x="7843" y="3434"/>
                </a:lnTo>
                <a:lnTo>
                  <a:pt x="7798" y="3644"/>
                </a:lnTo>
                <a:lnTo>
                  <a:pt x="7798" y="3802"/>
                </a:lnTo>
                <a:lnTo>
                  <a:pt x="7843" y="3962"/>
                </a:lnTo>
                <a:lnTo>
                  <a:pt x="7932" y="4067"/>
                </a:lnTo>
                <a:lnTo>
                  <a:pt x="8021" y="4120"/>
                </a:lnTo>
                <a:lnTo>
                  <a:pt x="8201" y="4120"/>
                </a:lnTo>
                <a:lnTo>
                  <a:pt x="8381" y="4067"/>
                </a:lnTo>
                <a:lnTo>
                  <a:pt x="8470" y="3962"/>
                </a:lnTo>
                <a:lnTo>
                  <a:pt x="8559" y="3802"/>
                </a:lnTo>
                <a:lnTo>
                  <a:pt x="8649" y="3644"/>
                </a:lnTo>
                <a:lnTo>
                  <a:pt x="8649" y="3275"/>
                </a:lnTo>
                <a:lnTo>
                  <a:pt x="8559" y="3117"/>
                </a:lnTo>
                <a:lnTo>
                  <a:pt x="8470" y="2959"/>
                </a:lnTo>
                <a:lnTo>
                  <a:pt x="8335" y="2852"/>
                </a:lnTo>
                <a:close/>
                <a:moveTo>
                  <a:pt x="6453" y="3802"/>
                </a:moveTo>
                <a:lnTo>
                  <a:pt x="6364" y="3856"/>
                </a:lnTo>
                <a:lnTo>
                  <a:pt x="6274" y="3909"/>
                </a:lnTo>
                <a:lnTo>
                  <a:pt x="6184" y="4014"/>
                </a:lnTo>
                <a:lnTo>
                  <a:pt x="6184" y="4226"/>
                </a:lnTo>
                <a:lnTo>
                  <a:pt x="6095" y="4279"/>
                </a:lnTo>
                <a:lnTo>
                  <a:pt x="6050" y="4384"/>
                </a:lnTo>
                <a:lnTo>
                  <a:pt x="6050" y="4647"/>
                </a:lnTo>
                <a:lnTo>
                  <a:pt x="6140" y="4806"/>
                </a:lnTo>
                <a:lnTo>
                  <a:pt x="6229" y="4912"/>
                </a:lnTo>
                <a:lnTo>
                  <a:pt x="6498" y="4912"/>
                </a:lnTo>
                <a:lnTo>
                  <a:pt x="6632" y="4806"/>
                </a:lnTo>
                <a:lnTo>
                  <a:pt x="6722" y="4701"/>
                </a:lnTo>
                <a:lnTo>
                  <a:pt x="6812" y="4542"/>
                </a:lnTo>
                <a:lnTo>
                  <a:pt x="6857" y="4331"/>
                </a:lnTo>
                <a:lnTo>
                  <a:pt x="6812" y="4120"/>
                </a:lnTo>
                <a:lnTo>
                  <a:pt x="6722" y="3962"/>
                </a:lnTo>
                <a:lnTo>
                  <a:pt x="6587" y="3856"/>
                </a:lnTo>
                <a:lnTo>
                  <a:pt x="6453" y="3802"/>
                </a:lnTo>
                <a:close/>
                <a:moveTo>
                  <a:pt x="8290" y="5124"/>
                </a:moveTo>
                <a:lnTo>
                  <a:pt x="8112" y="5176"/>
                </a:lnTo>
                <a:lnTo>
                  <a:pt x="7932" y="5334"/>
                </a:lnTo>
                <a:lnTo>
                  <a:pt x="7798" y="5493"/>
                </a:lnTo>
                <a:lnTo>
                  <a:pt x="7707" y="5704"/>
                </a:lnTo>
                <a:lnTo>
                  <a:pt x="7663" y="5916"/>
                </a:lnTo>
                <a:lnTo>
                  <a:pt x="7663" y="6286"/>
                </a:lnTo>
                <a:lnTo>
                  <a:pt x="7798" y="6391"/>
                </a:lnTo>
                <a:lnTo>
                  <a:pt x="7932" y="6444"/>
                </a:lnTo>
                <a:lnTo>
                  <a:pt x="8067" y="6391"/>
                </a:lnTo>
                <a:lnTo>
                  <a:pt x="8246" y="6233"/>
                </a:lnTo>
                <a:lnTo>
                  <a:pt x="8381" y="6233"/>
                </a:lnTo>
                <a:lnTo>
                  <a:pt x="8515" y="6179"/>
                </a:lnTo>
                <a:lnTo>
                  <a:pt x="8649" y="6021"/>
                </a:lnTo>
                <a:lnTo>
                  <a:pt x="8738" y="5809"/>
                </a:lnTo>
                <a:lnTo>
                  <a:pt x="8738" y="5546"/>
                </a:lnTo>
                <a:lnTo>
                  <a:pt x="8649" y="5334"/>
                </a:lnTo>
                <a:lnTo>
                  <a:pt x="8604" y="5229"/>
                </a:lnTo>
                <a:lnTo>
                  <a:pt x="8515" y="5176"/>
                </a:lnTo>
                <a:lnTo>
                  <a:pt x="8290" y="5124"/>
                </a:lnTo>
                <a:close/>
                <a:moveTo>
                  <a:pt x="5871" y="8608"/>
                </a:moveTo>
                <a:lnTo>
                  <a:pt x="5646" y="8768"/>
                </a:lnTo>
                <a:lnTo>
                  <a:pt x="5423" y="8926"/>
                </a:lnTo>
                <a:lnTo>
                  <a:pt x="5378" y="8978"/>
                </a:lnTo>
                <a:lnTo>
                  <a:pt x="5289" y="9085"/>
                </a:lnTo>
                <a:lnTo>
                  <a:pt x="5198" y="9190"/>
                </a:lnTo>
                <a:lnTo>
                  <a:pt x="5154" y="9348"/>
                </a:lnTo>
                <a:lnTo>
                  <a:pt x="5154" y="9453"/>
                </a:lnTo>
                <a:lnTo>
                  <a:pt x="5198" y="9665"/>
                </a:lnTo>
                <a:lnTo>
                  <a:pt x="5289" y="9876"/>
                </a:lnTo>
                <a:lnTo>
                  <a:pt x="5333" y="9930"/>
                </a:lnTo>
                <a:lnTo>
                  <a:pt x="5467" y="10035"/>
                </a:lnTo>
                <a:lnTo>
                  <a:pt x="5601" y="10088"/>
                </a:lnTo>
                <a:lnTo>
                  <a:pt x="5737" y="10140"/>
                </a:lnTo>
                <a:lnTo>
                  <a:pt x="5915" y="10088"/>
                </a:lnTo>
                <a:lnTo>
                  <a:pt x="6050" y="10035"/>
                </a:lnTo>
                <a:lnTo>
                  <a:pt x="6140" y="9930"/>
                </a:lnTo>
                <a:lnTo>
                  <a:pt x="6364" y="9718"/>
                </a:lnTo>
                <a:lnTo>
                  <a:pt x="6453" y="9560"/>
                </a:lnTo>
                <a:lnTo>
                  <a:pt x="6498" y="9348"/>
                </a:lnTo>
                <a:lnTo>
                  <a:pt x="6543" y="9136"/>
                </a:lnTo>
                <a:lnTo>
                  <a:pt x="6543" y="8978"/>
                </a:lnTo>
                <a:lnTo>
                  <a:pt x="6453" y="8820"/>
                </a:lnTo>
                <a:lnTo>
                  <a:pt x="6364" y="8715"/>
                </a:lnTo>
                <a:lnTo>
                  <a:pt x="6274" y="8608"/>
                </a:lnTo>
                <a:close/>
                <a:moveTo>
                  <a:pt x="5154" y="7078"/>
                </a:moveTo>
                <a:lnTo>
                  <a:pt x="5154" y="7288"/>
                </a:lnTo>
                <a:lnTo>
                  <a:pt x="5198" y="7394"/>
                </a:lnTo>
                <a:lnTo>
                  <a:pt x="5243" y="7448"/>
                </a:lnTo>
                <a:lnTo>
                  <a:pt x="5423" y="7499"/>
                </a:lnTo>
                <a:lnTo>
                  <a:pt x="5557" y="7448"/>
                </a:lnTo>
                <a:lnTo>
                  <a:pt x="5601" y="7394"/>
                </a:lnTo>
                <a:lnTo>
                  <a:pt x="5646" y="7288"/>
                </a:lnTo>
                <a:lnTo>
                  <a:pt x="5692" y="7236"/>
                </a:lnTo>
                <a:lnTo>
                  <a:pt x="6095" y="7394"/>
                </a:lnTo>
                <a:lnTo>
                  <a:pt x="6498" y="7499"/>
                </a:lnTo>
                <a:lnTo>
                  <a:pt x="6587" y="7658"/>
                </a:lnTo>
                <a:lnTo>
                  <a:pt x="6678" y="7816"/>
                </a:lnTo>
                <a:lnTo>
                  <a:pt x="6946" y="8081"/>
                </a:lnTo>
                <a:lnTo>
                  <a:pt x="7170" y="8398"/>
                </a:lnTo>
                <a:lnTo>
                  <a:pt x="7304" y="8715"/>
                </a:lnTo>
                <a:lnTo>
                  <a:pt x="7349" y="9031"/>
                </a:lnTo>
                <a:lnTo>
                  <a:pt x="7304" y="9401"/>
                </a:lnTo>
                <a:lnTo>
                  <a:pt x="7260" y="9612"/>
                </a:lnTo>
                <a:lnTo>
                  <a:pt x="7170" y="9823"/>
                </a:lnTo>
                <a:lnTo>
                  <a:pt x="6946" y="10193"/>
                </a:lnTo>
                <a:lnTo>
                  <a:pt x="6678" y="10405"/>
                </a:lnTo>
                <a:lnTo>
                  <a:pt x="6364" y="10615"/>
                </a:lnTo>
                <a:lnTo>
                  <a:pt x="6006" y="10722"/>
                </a:lnTo>
                <a:lnTo>
                  <a:pt x="5646" y="10773"/>
                </a:lnTo>
                <a:lnTo>
                  <a:pt x="5289" y="10827"/>
                </a:lnTo>
                <a:lnTo>
                  <a:pt x="4929" y="10773"/>
                </a:lnTo>
                <a:lnTo>
                  <a:pt x="4615" y="10722"/>
                </a:lnTo>
                <a:lnTo>
                  <a:pt x="4257" y="10563"/>
                </a:lnTo>
                <a:lnTo>
                  <a:pt x="4078" y="10405"/>
                </a:lnTo>
                <a:lnTo>
                  <a:pt x="3943" y="10193"/>
                </a:lnTo>
                <a:lnTo>
                  <a:pt x="3854" y="9930"/>
                </a:lnTo>
                <a:lnTo>
                  <a:pt x="3809" y="9665"/>
                </a:lnTo>
                <a:lnTo>
                  <a:pt x="3765" y="9190"/>
                </a:lnTo>
                <a:lnTo>
                  <a:pt x="3854" y="8768"/>
                </a:lnTo>
                <a:lnTo>
                  <a:pt x="3943" y="8345"/>
                </a:lnTo>
                <a:lnTo>
                  <a:pt x="4123" y="7975"/>
                </a:lnTo>
                <a:lnTo>
                  <a:pt x="4347" y="7658"/>
                </a:lnTo>
                <a:lnTo>
                  <a:pt x="4571" y="7448"/>
                </a:lnTo>
                <a:lnTo>
                  <a:pt x="4840" y="7236"/>
                </a:lnTo>
                <a:lnTo>
                  <a:pt x="5154" y="7078"/>
                </a:lnTo>
                <a:close/>
                <a:moveTo>
                  <a:pt x="14205" y="10352"/>
                </a:moveTo>
                <a:lnTo>
                  <a:pt x="14608" y="10457"/>
                </a:lnTo>
                <a:lnTo>
                  <a:pt x="14968" y="10457"/>
                </a:lnTo>
                <a:lnTo>
                  <a:pt x="15102" y="10405"/>
                </a:lnTo>
                <a:lnTo>
                  <a:pt x="15191" y="10722"/>
                </a:lnTo>
                <a:lnTo>
                  <a:pt x="15282" y="11092"/>
                </a:lnTo>
                <a:lnTo>
                  <a:pt x="15282" y="11250"/>
                </a:lnTo>
                <a:lnTo>
                  <a:pt x="15236" y="11250"/>
                </a:lnTo>
                <a:lnTo>
                  <a:pt x="15147" y="11302"/>
                </a:lnTo>
                <a:lnTo>
                  <a:pt x="15147" y="11355"/>
                </a:lnTo>
                <a:lnTo>
                  <a:pt x="14968" y="11250"/>
                </a:lnTo>
                <a:lnTo>
                  <a:pt x="14340" y="10880"/>
                </a:lnTo>
                <a:lnTo>
                  <a:pt x="14296" y="10773"/>
                </a:lnTo>
                <a:lnTo>
                  <a:pt x="14205" y="10615"/>
                </a:lnTo>
                <a:lnTo>
                  <a:pt x="14205" y="10352"/>
                </a:lnTo>
                <a:close/>
                <a:moveTo>
                  <a:pt x="5289" y="6338"/>
                </a:moveTo>
                <a:lnTo>
                  <a:pt x="5198" y="6444"/>
                </a:lnTo>
                <a:lnTo>
                  <a:pt x="4929" y="6496"/>
                </a:lnTo>
                <a:lnTo>
                  <a:pt x="4661" y="6654"/>
                </a:lnTo>
                <a:lnTo>
                  <a:pt x="4437" y="6813"/>
                </a:lnTo>
                <a:lnTo>
                  <a:pt x="4212" y="6971"/>
                </a:lnTo>
                <a:lnTo>
                  <a:pt x="3989" y="7183"/>
                </a:lnTo>
                <a:lnTo>
                  <a:pt x="3765" y="7448"/>
                </a:lnTo>
                <a:lnTo>
                  <a:pt x="3630" y="7711"/>
                </a:lnTo>
                <a:lnTo>
                  <a:pt x="3451" y="8028"/>
                </a:lnTo>
                <a:lnTo>
                  <a:pt x="3317" y="8503"/>
                </a:lnTo>
                <a:lnTo>
                  <a:pt x="3226" y="8978"/>
                </a:lnTo>
                <a:lnTo>
                  <a:pt x="3226" y="9506"/>
                </a:lnTo>
                <a:lnTo>
                  <a:pt x="3272" y="9982"/>
                </a:lnTo>
                <a:lnTo>
                  <a:pt x="3451" y="10457"/>
                </a:lnTo>
                <a:lnTo>
                  <a:pt x="3675" y="10827"/>
                </a:lnTo>
                <a:lnTo>
                  <a:pt x="3809" y="11038"/>
                </a:lnTo>
                <a:lnTo>
                  <a:pt x="3989" y="11143"/>
                </a:lnTo>
                <a:lnTo>
                  <a:pt x="4168" y="11302"/>
                </a:lnTo>
                <a:lnTo>
                  <a:pt x="4392" y="11355"/>
                </a:lnTo>
                <a:lnTo>
                  <a:pt x="4840" y="11513"/>
                </a:lnTo>
                <a:lnTo>
                  <a:pt x="5243" y="11567"/>
                </a:lnTo>
                <a:lnTo>
                  <a:pt x="5692" y="11513"/>
                </a:lnTo>
                <a:lnTo>
                  <a:pt x="6140" y="11460"/>
                </a:lnTo>
                <a:lnTo>
                  <a:pt x="6543" y="11302"/>
                </a:lnTo>
                <a:lnTo>
                  <a:pt x="6946" y="11092"/>
                </a:lnTo>
                <a:lnTo>
                  <a:pt x="7304" y="10773"/>
                </a:lnTo>
                <a:lnTo>
                  <a:pt x="7618" y="10405"/>
                </a:lnTo>
                <a:lnTo>
                  <a:pt x="7798" y="9982"/>
                </a:lnTo>
                <a:lnTo>
                  <a:pt x="7887" y="9560"/>
                </a:lnTo>
                <a:lnTo>
                  <a:pt x="7977" y="9136"/>
                </a:lnTo>
                <a:lnTo>
                  <a:pt x="7932" y="8661"/>
                </a:lnTo>
                <a:lnTo>
                  <a:pt x="7843" y="8291"/>
                </a:lnTo>
                <a:lnTo>
                  <a:pt x="7663" y="7923"/>
                </a:lnTo>
                <a:lnTo>
                  <a:pt x="7529" y="7764"/>
                </a:lnTo>
                <a:lnTo>
                  <a:pt x="7304" y="7553"/>
                </a:lnTo>
                <a:lnTo>
                  <a:pt x="7126" y="7341"/>
                </a:lnTo>
                <a:lnTo>
                  <a:pt x="7081" y="7236"/>
                </a:lnTo>
                <a:lnTo>
                  <a:pt x="7081" y="7129"/>
                </a:lnTo>
                <a:lnTo>
                  <a:pt x="7035" y="7024"/>
                </a:lnTo>
                <a:lnTo>
                  <a:pt x="6992" y="6919"/>
                </a:lnTo>
                <a:lnTo>
                  <a:pt x="6901" y="6813"/>
                </a:lnTo>
                <a:lnTo>
                  <a:pt x="6767" y="6761"/>
                </a:lnTo>
                <a:lnTo>
                  <a:pt x="6364" y="6708"/>
                </a:lnTo>
                <a:lnTo>
                  <a:pt x="6274" y="6603"/>
                </a:lnTo>
                <a:lnTo>
                  <a:pt x="6274" y="6496"/>
                </a:lnTo>
                <a:lnTo>
                  <a:pt x="6184" y="6391"/>
                </a:lnTo>
                <a:lnTo>
                  <a:pt x="5601" y="6391"/>
                </a:lnTo>
                <a:lnTo>
                  <a:pt x="5467" y="6338"/>
                </a:lnTo>
                <a:close/>
                <a:moveTo>
                  <a:pt x="2151" y="10722"/>
                </a:moveTo>
                <a:lnTo>
                  <a:pt x="2331" y="10773"/>
                </a:lnTo>
                <a:lnTo>
                  <a:pt x="2509" y="10827"/>
                </a:lnTo>
                <a:lnTo>
                  <a:pt x="2644" y="10985"/>
                </a:lnTo>
                <a:lnTo>
                  <a:pt x="2779" y="11143"/>
                </a:lnTo>
                <a:lnTo>
                  <a:pt x="2868" y="11355"/>
                </a:lnTo>
                <a:lnTo>
                  <a:pt x="2868" y="11672"/>
                </a:lnTo>
                <a:lnTo>
                  <a:pt x="2823" y="11725"/>
                </a:lnTo>
                <a:lnTo>
                  <a:pt x="2734" y="11725"/>
                </a:lnTo>
                <a:lnTo>
                  <a:pt x="2600" y="11618"/>
                </a:lnTo>
                <a:lnTo>
                  <a:pt x="2465" y="11460"/>
                </a:lnTo>
                <a:lnTo>
                  <a:pt x="2331" y="11250"/>
                </a:lnTo>
                <a:lnTo>
                  <a:pt x="2106" y="10827"/>
                </a:lnTo>
                <a:lnTo>
                  <a:pt x="2017" y="10722"/>
                </a:lnTo>
                <a:close/>
                <a:moveTo>
                  <a:pt x="17388" y="10985"/>
                </a:moveTo>
                <a:lnTo>
                  <a:pt x="17297" y="11038"/>
                </a:lnTo>
                <a:lnTo>
                  <a:pt x="17253" y="11143"/>
                </a:lnTo>
                <a:lnTo>
                  <a:pt x="17119" y="11460"/>
                </a:lnTo>
                <a:lnTo>
                  <a:pt x="17119" y="11618"/>
                </a:lnTo>
                <a:lnTo>
                  <a:pt x="17163" y="11777"/>
                </a:lnTo>
                <a:lnTo>
                  <a:pt x="17208" y="11883"/>
                </a:lnTo>
                <a:lnTo>
                  <a:pt x="17297" y="11935"/>
                </a:lnTo>
                <a:lnTo>
                  <a:pt x="17477" y="11935"/>
                </a:lnTo>
                <a:lnTo>
                  <a:pt x="17611" y="11883"/>
                </a:lnTo>
                <a:lnTo>
                  <a:pt x="17657" y="11777"/>
                </a:lnTo>
                <a:lnTo>
                  <a:pt x="17702" y="11672"/>
                </a:lnTo>
                <a:lnTo>
                  <a:pt x="17702" y="11197"/>
                </a:lnTo>
                <a:lnTo>
                  <a:pt x="17657" y="11092"/>
                </a:lnTo>
                <a:lnTo>
                  <a:pt x="17611" y="11038"/>
                </a:lnTo>
                <a:lnTo>
                  <a:pt x="17477" y="10985"/>
                </a:lnTo>
                <a:close/>
                <a:moveTo>
                  <a:pt x="9052" y="8978"/>
                </a:moveTo>
                <a:lnTo>
                  <a:pt x="8918" y="9085"/>
                </a:lnTo>
                <a:lnTo>
                  <a:pt x="8829" y="9136"/>
                </a:lnTo>
                <a:lnTo>
                  <a:pt x="8784" y="9243"/>
                </a:lnTo>
                <a:lnTo>
                  <a:pt x="8738" y="9453"/>
                </a:lnTo>
                <a:lnTo>
                  <a:pt x="8738" y="9718"/>
                </a:lnTo>
                <a:lnTo>
                  <a:pt x="8784" y="9982"/>
                </a:lnTo>
                <a:lnTo>
                  <a:pt x="8829" y="10088"/>
                </a:lnTo>
                <a:lnTo>
                  <a:pt x="8918" y="10193"/>
                </a:lnTo>
                <a:lnTo>
                  <a:pt x="9366" y="10298"/>
                </a:lnTo>
                <a:lnTo>
                  <a:pt x="9052" y="10615"/>
                </a:lnTo>
                <a:lnTo>
                  <a:pt x="8873" y="10827"/>
                </a:lnTo>
                <a:lnTo>
                  <a:pt x="8784" y="10932"/>
                </a:lnTo>
                <a:lnTo>
                  <a:pt x="8738" y="11092"/>
                </a:lnTo>
                <a:lnTo>
                  <a:pt x="8738" y="11355"/>
                </a:lnTo>
                <a:lnTo>
                  <a:pt x="8829" y="11618"/>
                </a:lnTo>
                <a:lnTo>
                  <a:pt x="8963" y="11777"/>
                </a:lnTo>
                <a:lnTo>
                  <a:pt x="9142" y="11935"/>
                </a:lnTo>
                <a:lnTo>
                  <a:pt x="9187" y="12094"/>
                </a:lnTo>
                <a:lnTo>
                  <a:pt x="9232" y="12200"/>
                </a:lnTo>
                <a:lnTo>
                  <a:pt x="9276" y="12253"/>
                </a:lnTo>
                <a:lnTo>
                  <a:pt x="9456" y="12253"/>
                </a:lnTo>
                <a:lnTo>
                  <a:pt x="9545" y="12147"/>
                </a:lnTo>
                <a:lnTo>
                  <a:pt x="9590" y="12042"/>
                </a:lnTo>
                <a:lnTo>
                  <a:pt x="9679" y="11830"/>
                </a:lnTo>
                <a:lnTo>
                  <a:pt x="9679" y="11725"/>
                </a:lnTo>
                <a:lnTo>
                  <a:pt x="9635" y="11618"/>
                </a:lnTo>
                <a:lnTo>
                  <a:pt x="9590" y="11513"/>
                </a:lnTo>
                <a:lnTo>
                  <a:pt x="9501" y="11460"/>
                </a:lnTo>
                <a:lnTo>
                  <a:pt x="9366" y="11408"/>
                </a:lnTo>
                <a:lnTo>
                  <a:pt x="9321" y="11355"/>
                </a:lnTo>
                <a:lnTo>
                  <a:pt x="9321" y="11197"/>
                </a:lnTo>
                <a:lnTo>
                  <a:pt x="9410" y="11038"/>
                </a:lnTo>
                <a:lnTo>
                  <a:pt x="9590" y="10932"/>
                </a:lnTo>
                <a:lnTo>
                  <a:pt x="9770" y="10668"/>
                </a:lnTo>
                <a:lnTo>
                  <a:pt x="9904" y="10352"/>
                </a:lnTo>
                <a:lnTo>
                  <a:pt x="9904" y="10193"/>
                </a:lnTo>
                <a:lnTo>
                  <a:pt x="9859" y="10035"/>
                </a:lnTo>
                <a:lnTo>
                  <a:pt x="9815" y="9930"/>
                </a:lnTo>
                <a:lnTo>
                  <a:pt x="9724" y="9823"/>
                </a:lnTo>
                <a:lnTo>
                  <a:pt x="9456" y="9718"/>
                </a:lnTo>
                <a:lnTo>
                  <a:pt x="9187" y="9665"/>
                </a:lnTo>
                <a:lnTo>
                  <a:pt x="9232" y="9453"/>
                </a:lnTo>
                <a:lnTo>
                  <a:pt x="9276" y="9348"/>
                </a:lnTo>
                <a:lnTo>
                  <a:pt x="9366" y="9295"/>
                </a:lnTo>
                <a:lnTo>
                  <a:pt x="9410" y="9190"/>
                </a:lnTo>
                <a:lnTo>
                  <a:pt x="9366" y="9085"/>
                </a:lnTo>
                <a:lnTo>
                  <a:pt x="9276" y="8978"/>
                </a:lnTo>
                <a:close/>
                <a:moveTo>
                  <a:pt x="2017" y="9930"/>
                </a:moveTo>
                <a:lnTo>
                  <a:pt x="1928" y="9982"/>
                </a:lnTo>
                <a:lnTo>
                  <a:pt x="1883" y="10088"/>
                </a:lnTo>
                <a:lnTo>
                  <a:pt x="1837" y="10193"/>
                </a:lnTo>
                <a:lnTo>
                  <a:pt x="1837" y="10405"/>
                </a:lnTo>
                <a:lnTo>
                  <a:pt x="1883" y="10510"/>
                </a:lnTo>
                <a:lnTo>
                  <a:pt x="1928" y="10615"/>
                </a:lnTo>
                <a:lnTo>
                  <a:pt x="1883" y="10668"/>
                </a:lnTo>
                <a:lnTo>
                  <a:pt x="1837" y="10668"/>
                </a:lnTo>
                <a:lnTo>
                  <a:pt x="1793" y="10773"/>
                </a:lnTo>
                <a:lnTo>
                  <a:pt x="1748" y="10880"/>
                </a:lnTo>
                <a:lnTo>
                  <a:pt x="1793" y="11250"/>
                </a:lnTo>
                <a:lnTo>
                  <a:pt x="1928" y="11567"/>
                </a:lnTo>
                <a:lnTo>
                  <a:pt x="2106" y="11883"/>
                </a:lnTo>
                <a:lnTo>
                  <a:pt x="2331" y="12147"/>
                </a:lnTo>
                <a:lnTo>
                  <a:pt x="2600" y="12305"/>
                </a:lnTo>
                <a:lnTo>
                  <a:pt x="2734" y="12358"/>
                </a:lnTo>
                <a:lnTo>
                  <a:pt x="2868" y="12412"/>
                </a:lnTo>
                <a:lnTo>
                  <a:pt x="3003" y="12412"/>
                </a:lnTo>
                <a:lnTo>
                  <a:pt x="3137" y="12305"/>
                </a:lnTo>
                <a:lnTo>
                  <a:pt x="3226" y="12200"/>
                </a:lnTo>
                <a:lnTo>
                  <a:pt x="3317" y="12042"/>
                </a:lnTo>
                <a:lnTo>
                  <a:pt x="3406" y="11725"/>
                </a:lnTo>
                <a:lnTo>
                  <a:pt x="3406" y="11460"/>
                </a:lnTo>
                <a:lnTo>
                  <a:pt x="3361" y="11143"/>
                </a:lnTo>
                <a:lnTo>
                  <a:pt x="3272" y="10880"/>
                </a:lnTo>
                <a:lnTo>
                  <a:pt x="3092" y="10615"/>
                </a:lnTo>
                <a:lnTo>
                  <a:pt x="2914" y="10405"/>
                </a:lnTo>
                <a:lnTo>
                  <a:pt x="2689" y="10246"/>
                </a:lnTo>
                <a:lnTo>
                  <a:pt x="2420" y="10140"/>
                </a:lnTo>
                <a:lnTo>
                  <a:pt x="2331" y="9982"/>
                </a:lnTo>
                <a:lnTo>
                  <a:pt x="2241" y="9930"/>
                </a:lnTo>
                <a:close/>
                <a:moveTo>
                  <a:pt x="17477" y="10405"/>
                </a:moveTo>
                <a:lnTo>
                  <a:pt x="17657" y="10457"/>
                </a:lnTo>
                <a:lnTo>
                  <a:pt x="17791" y="10510"/>
                </a:lnTo>
                <a:lnTo>
                  <a:pt x="17880" y="10668"/>
                </a:lnTo>
                <a:lnTo>
                  <a:pt x="17925" y="10827"/>
                </a:lnTo>
                <a:lnTo>
                  <a:pt x="17925" y="11250"/>
                </a:lnTo>
                <a:lnTo>
                  <a:pt x="17836" y="11618"/>
                </a:lnTo>
                <a:lnTo>
                  <a:pt x="17702" y="11935"/>
                </a:lnTo>
                <a:lnTo>
                  <a:pt x="17522" y="12253"/>
                </a:lnTo>
                <a:lnTo>
                  <a:pt x="17432" y="12358"/>
                </a:lnTo>
                <a:lnTo>
                  <a:pt x="17343" y="12412"/>
                </a:lnTo>
                <a:lnTo>
                  <a:pt x="17253" y="12412"/>
                </a:lnTo>
                <a:lnTo>
                  <a:pt x="17163" y="12358"/>
                </a:lnTo>
                <a:lnTo>
                  <a:pt x="17119" y="12305"/>
                </a:lnTo>
                <a:lnTo>
                  <a:pt x="17074" y="12200"/>
                </a:lnTo>
                <a:lnTo>
                  <a:pt x="16985" y="11935"/>
                </a:lnTo>
                <a:lnTo>
                  <a:pt x="17029" y="11567"/>
                </a:lnTo>
                <a:lnTo>
                  <a:pt x="17074" y="11197"/>
                </a:lnTo>
                <a:lnTo>
                  <a:pt x="17208" y="10457"/>
                </a:lnTo>
                <a:lnTo>
                  <a:pt x="17477" y="10405"/>
                </a:lnTo>
                <a:close/>
                <a:moveTo>
                  <a:pt x="17388" y="9718"/>
                </a:moveTo>
                <a:lnTo>
                  <a:pt x="17253" y="9770"/>
                </a:lnTo>
                <a:lnTo>
                  <a:pt x="16939" y="9770"/>
                </a:lnTo>
                <a:lnTo>
                  <a:pt x="16894" y="9823"/>
                </a:lnTo>
                <a:lnTo>
                  <a:pt x="16805" y="9982"/>
                </a:lnTo>
                <a:lnTo>
                  <a:pt x="16625" y="10615"/>
                </a:lnTo>
                <a:lnTo>
                  <a:pt x="16491" y="11302"/>
                </a:lnTo>
                <a:lnTo>
                  <a:pt x="16446" y="11672"/>
                </a:lnTo>
                <a:lnTo>
                  <a:pt x="16446" y="11988"/>
                </a:lnTo>
                <a:lnTo>
                  <a:pt x="16491" y="12358"/>
                </a:lnTo>
                <a:lnTo>
                  <a:pt x="16580" y="12675"/>
                </a:lnTo>
                <a:lnTo>
                  <a:pt x="16716" y="12834"/>
                </a:lnTo>
                <a:lnTo>
                  <a:pt x="16894" y="12992"/>
                </a:lnTo>
                <a:lnTo>
                  <a:pt x="17074" y="13097"/>
                </a:lnTo>
                <a:lnTo>
                  <a:pt x="17253" y="13150"/>
                </a:lnTo>
                <a:lnTo>
                  <a:pt x="17522" y="13097"/>
                </a:lnTo>
                <a:lnTo>
                  <a:pt x="17702" y="12992"/>
                </a:lnTo>
                <a:lnTo>
                  <a:pt x="17836" y="12780"/>
                </a:lnTo>
                <a:lnTo>
                  <a:pt x="18014" y="12570"/>
                </a:lnTo>
                <a:lnTo>
                  <a:pt x="18283" y="12094"/>
                </a:lnTo>
                <a:lnTo>
                  <a:pt x="18418" y="11777"/>
                </a:lnTo>
                <a:lnTo>
                  <a:pt x="18463" y="11513"/>
                </a:lnTo>
                <a:lnTo>
                  <a:pt x="18508" y="11250"/>
                </a:lnTo>
                <a:lnTo>
                  <a:pt x="18508" y="10932"/>
                </a:lnTo>
                <a:lnTo>
                  <a:pt x="18463" y="10668"/>
                </a:lnTo>
                <a:lnTo>
                  <a:pt x="18374" y="10352"/>
                </a:lnTo>
                <a:lnTo>
                  <a:pt x="18328" y="10193"/>
                </a:lnTo>
                <a:lnTo>
                  <a:pt x="18194" y="10088"/>
                </a:lnTo>
                <a:lnTo>
                  <a:pt x="17925" y="9823"/>
                </a:lnTo>
                <a:lnTo>
                  <a:pt x="17746" y="9770"/>
                </a:lnTo>
                <a:lnTo>
                  <a:pt x="17566" y="9718"/>
                </a:lnTo>
                <a:close/>
                <a:moveTo>
                  <a:pt x="7663" y="11355"/>
                </a:moveTo>
                <a:lnTo>
                  <a:pt x="7573" y="11408"/>
                </a:lnTo>
                <a:lnTo>
                  <a:pt x="7484" y="11513"/>
                </a:lnTo>
                <a:lnTo>
                  <a:pt x="7304" y="11672"/>
                </a:lnTo>
                <a:lnTo>
                  <a:pt x="7170" y="11935"/>
                </a:lnTo>
                <a:lnTo>
                  <a:pt x="7081" y="12200"/>
                </a:lnTo>
                <a:lnTo>
                  <a:pt x="7081" y="12358"/>
                </a:lnTo>
                <a:lnTo>
                  <a:pt x="7126" y="12464"/>
                </a:lnTo>
                <a:lnTo>
                  <a:pt x="7215" y="12517"/>
                </a:lnTo>
                <a:lnTo>
                  <a:pt x="7618" y="12517"/>
                </a:lnTo>
                <a:lnTo>
                  <a:pt x="7843" y="12622"/>
                </a:lnTo>
                <a:lnTo>
                  <a:pt x="7573" y="12992"/>
                </a:lnTo>
                <a:lnTo>
                  <a:pt x="7573" y="13150"/>
                </a:lnTo>
                <a:lnTo>
                  <a:pt x="7618" y="13309"/>
                </a:lnTo>
                <a:lnTo>
                  <a:pt x="7753" y="13467"/>
                </a:lnTo>
                <a:lnTo>
                  <a:pt x="7887" y="13520"/>
                </a:lnTo>
                <a:lnTo>
                  <a:pt x="8201" y="13520"/>
                </a:lnTo>
                <a:lnTo>
                  <a:pt x="8290" y="13415"/>
                </a:lnTo>
                <a:lnTo>
                  <a:pt x="8381" y="13255"/>
                </a:lnTo>
                <a:lnTo>
                  <a:pt x="8335" y="13097"/>
                </a:lnTo>
                <a:lnTo>
                  <a:pt x="8246" y="12992"/>
                </a:lnTo>
                <a:lnTo>
                  <a:pt x="8381" y="12887"/>
                </a:lnTo>
                <a:lnTo>
                  <a:pt x="8470" y="12780"/>
                </a:lnTo>
                <a:lnTo>
                  <a:pt x="8470" y="12570"/>
                </a:lnTo>
                <a:lnTo>
                  <a:pt x="8425" y="12412"/>
                </a:lnTo>
                <a:lnTo>
                  <a:pt x="8246" y="12253"/>
                </a:lnTo>
                <a:lnTo>
                  <a:pt x="8067" y="12147"/>
                </a:lnTo>
                <a:lnTo>
                  <a:pt x="7887" y="12042"/>
                </a:lnTo>
                <a:lnTo>
                  <a:pt x="7663" y="11988"/>
                </a:lnTo>
                <a:lnTo>
                  <a:pt x="7753" y="11777"/>
                </a:lnTo>
                <a:lnTo>
                  <a:pt x="7843" y="11567"/>
                </a:lnTo>
                <a:lnTo>
                  <a:pt x="7843" y="11460"/>
                </a:lnTo>
                <a:lnTo>
                  <a:pt x="7798" y="11408"/>
                </a:lnTo>
                <a:lnTo>
                  <a:pt x="7753" y="11408"/>
                </a:lnTo>
                <a:lnTo>
                  <a:pt x="7663" y="11355"/>
                </a:lnTo>
                <a:close/>
                <a:moveTo>
                  <a:pt x="9321" y="793"/>
                </a:moveTo>
                <a:lnTo>
                  <a:pt x="9501" y="845"/>
                </a:lnTo>
                <a:lnTo>
                  <a:pt x="9679" y="952"/>
                </a:lnTo>
                <a:lnTo>
                  <a:pt x="10307" y="1585"/>
                </a:lnTo>
                <a:lnTo>
                  <a:pt x="10576" y="1902"/>
                </a:lnTo>
                <a:lnTo>
                  <a:pt x="10845" y="2272"/>
                </a:lnTo>
                <a:lnTo>
                  <a:pt x="11069" y="2640"/>
                </a:lnTo>
                <a:lnTo>
                  <a:pt x="11248" y="3064"/>
                </a:lnTo>
                <a:lnTo>
                  <a:pt x="11338" y="3486"/>
                </a:lnTo>
                <a:lnTo>
                  <a:pt x="11382" y="3962"/>
                </a:lnTo>
                <a:lnTo>
                  <a:pt x="11338" y="4437"/>
                </a:lnTo>
                <a:lnTo>
                  <a:pt x="11293" y="4859"/>
                </a:lnTo>
                <a:lnTo>
                  <a:pt x="11024" y="5704"/>
                </a:lnTo>
                <a:lnTo>
                  <a:pt x="10755" y="6496"/>
                </a:lnTo>
                <a:lnTo>
                  <a:pt x="10487" y="7341"/>
                </a:lnTo>
                <a:lnTo>
                  <a:pt x="10441" y="7711"/>
                </a:lnTo>
                <a:lnTo>
                  <a:pt x="10396" y="8081"/>
                </a:lnTo>
                <a:lnTo>
                  <a:pt x="10396" y="8450"/>
                </a:lnTo>
                <a:lnTo>
                  <a:pt x="10441" y="8873"/>
                </a:lnTo>
                <a:lnTo>
                  <a:pt x="10487" y="9085"/>
                </a:lnTo>
                <a:lnTo>
                  <a:pt x="10576" y="9348"/>
                </a:lnTo>
                <a:lnTo>
                  <a:pt x="10755" y="9823"/>
                </a:lnTo>
                <a:lnTo>
                  <a:pt x="10979" y="10246"/>
                </a:lnTo>
                <a:lnTo>
                  <a:pt x="11159" y="10722"/>
                </a:lnTo>
                <a:lnTo>
                  <a:pt x="11248" y="11197"/>
                </a:lnTo>
                <a:lnTo>
                  <a:pt x="11293" y="11725"/>
                </a:lnTo>
                <a:lnTo>
                  <a:pt x="11248" y="12200"/>
                </a:lnTo>
                <a:lnTo>
                  <a:pt x="11113" y="12675"/>
                </a:lnTo>
                <a:lnTo>
                  <a:pt x="10935" y="13150"/>
                </a:lnTo>
                <a:lnTo>
                  <a:pt x="10710" y="13574"/>
                </a:lnTo>
                <a:lnTo>
                  <a:pt x="10396" y="13942"/>
                </a:lnTo>
                <a:lnTo>
                  <a:pt x="10084" y="14259"/>
                </a:lnTo>
                <a:lnTo>
                  <a:pt x="9724" y="14471"/>
                </a:lnTo>
                <a:lnTo>
                  <a:pt x="9366" y="14682"/>
                </a:lnTo>
                <a:lnTo>
                  <a:pt x="9007" y="14841"/>
                </a:lnTo>
                <a:lnTo>
                  <a:pt x="8604" y="14894"/>
                </a:lnTo>
                <a:lnTo>
                  <a:pt x="8156" y="14999"/>
                </a:lnTo>
                <a:lnTo>
                  <a:pt x="7932" y="14946"/>
                </a:lnTo>
                <a:lnTo>
                  <a:pt x="7707" y="14894"/>
                </a:lnTo>
                <a:lnTo>
                  <a:pt x="7529" y="14735"/>
                </a:lnTo>
                <a:lnTo>
                  <a:pt x="7349" y="14524"/>
                </a:lnTo>
                <a:lnTo>
                  <a:pt x="7215" y="14312"/>
                </a:lnTo>
                <a:lnTo>
                  <a:pt x="7035" y="14154"/>
                </a:lnTo>
                <a:lnTo>
                  <a:pt x="6901" y="14049"/>
                </a:lnTo>
                <a:lnTo>
                  <a:pt x="6722" y="13942"/>
                </a:lnTo>
                <a:lnTo>
                  <a:pt x="6364" y="13837"/>
                </a:lnTo>
                <a:lnTo>
                  <a:pt x="6006" y="13837"/>
                </a:lnTo>
                <a:lnTo>
                  <a:pt x="5646" y="13942"/>
                </a:lnTo>
                <a:lnTo>
                  <a:pt x="4885" y="14207"/>
                </a:lnTo>
                <a:lnTo>
                  <a:pt x="4526" y="14365"/>
                </a:lnTo>
                <a:lnTo>
                  <a:pt x="4168" y="14471"/>
                </a:lnTo>
                <a:lnTo>
                  <a:pt x="3809" y="14524"/>
                </a:lnTo>
                <a:lnTo>
                  <a:pt x="3451" y="14471"/>
                </a:lnTo>
                <a:lnTo>
                  <a:pt x="3048" y="14417"/>
                </a:lnTo>
                <a:lnTo>
                  <a:pt x="2689" y="14259"/>
                </a:lnTo>
                <a:lnTo>
                  <a:pt x="2375" y="14101"/>
                </a:lnTo>
                <a:lnTo>
                  <a:pt x="2017" y="13890"/>
                </a:lnTo>
                <a:lnTo>
                  <a:pt x="1703" y="13625"/>
                </a:lnTo>
                <a:lnTo>
                  <a:pt x="1434" y="13362"/>
                </a:lnTo>
                <a:lnTo>
                  <a:pt x="1165" y="12939"/>
                </a:lnTo>
                <a:lnTo>
                  <a:pt x="942" y="12517"/>
                </a:lnTo>
                <a:lnTo>
                  <a:pt x="762" y="12042"/>
                </a:lnTo>
                <a:lnTo>
                  <a:pt x="672" y="11567"/>
                </a:lnTo>
                <a:lnTo>
                  <a:pt x="628" y="11038"/>
                </a:lnTo>
                <a:lnTo>
                  <a:pt x="628" y="10563"/>
                </a:lnTo>
                <a:lnTo>
                  <a:pt x="717" y="10035"/>
                </a:lnTo>
                <a:lnTo>
                  <a:pt x="808" y="9560"/>
                </a:lnTo>
                <a:lnTo>
                  <a:pt x="986" y="9085"/>
                </a:lnTo>
                <a:lnTo>
                  <a:pt x="1211" y="8661"/>
                </a:lnTo>
                <a:lnTo>
                  <a:pt x="1479" y="8291"/>
                </a:lnTo>
                <a:lnTo>
                  <a:pt x="1793" y="7975"/>
                </a:lnTo>
                <a:lnTo>
                  <a:pt x="2465" y="7341"/>
                </a:lnTo>
                <a:lnTo>
                  <a:pt x="3137" y="6654"/>
                </a:lnTo>
                <a:lnTo>
                  <a:pt x="3406" y="6286"/>
                </a:lnTo>
                <a:lnTo>
                  <a:pt x="3630" y="5916"/>
                </a:lnTo>
                <a:lnTo>
                  <a:pt x="3765" y="5493"/>
                </a:lnTo>
                <a:lnTo>
                  <a:pt x="3900" y="5017"/>
                </a:lnTo>
                <a:lnTo>
                  <a:pt x="3989" y="4489"/>
                </a:lnTo>
                <a:lnTo>
                  <a:pt x="4034" y="3909"/>
                </a:lnTo>
                <a:lnTo>
                  <a:pt x="4123" y="3380"/>
                </a:lnTo>
                <a:lnTo>
                  <a:pt x="4212" y="3117"/>
                </a:lnTo>
                <a:lnTo>
                  <a:pt x="4347" y="2852"/>
                </a:lnTo>
                <a:lnTo>
                  <a:pt x="4526" y="2589"/>
                </a:lnTo>
                <a:lnTo>
                  <a:pt x="4706" y="2377"/>
                </a:lnTo>
                <a:lnTo>
                  <a:pt x="4975" y="2219"/>
                </a:lnTo>
                <a:lnTo>
                  <a:pt x="5243" y="2113"/>
                </a:lnTo>
                <a:lnTo>
                  <a:pt x="5512" y="2060"/>
                </a:lnTo>
                <a:lnTo>
                  <a:pt x="5826" y="2007"/>
                </a:lnTo>
                <a:lnTo>
                  <a:pt x="6095" y="2007"/>
                </a:lnTo>
                <a:lnTo>
                  <a:pt x="6364" y="2113"/>
                </a:lnTo>
                <a:lnTo>
                  <a:pt x="6050" y="2430"/>
                </a:lnTo>
                <a:lnTo>
                  <a:pt x="6006" y="2535"/>
                </a:lnTo>
                <a:lnTo>
                  <a:pt x="5960" y="2640"/>
                </a:lnTo>
                <a:lnTo>
                  <a:pt x="6006" y="2852"/>
                </a:lnTo>
                <a:lnTo>
                  <a:pt x="6095" y="3010"/>
                </a:lnTo>
                <a:lnTo>
                  <a:pt x="6184" y="3064"/>
                </a:lnTo>
                <a:lnTo>
                  <a:pt x="6274" y="3064"/>
                </a:lnTo>
                <a:lnTo>
                  <a:pt x="6498" y="3010"/>
                </a:lnTo>
                <a:lnTo>
                  <a:pt x="6632" y="2905"/>
                </a:lnTo>
                <a:lnTo>
                  <a:pt x="6767" y="2800"/>
                </a:lnTo>
                <a:lnTo>
                  <a:pt x="6857" y="2589"/>
                </a:lnTo>
                <a:lnTo>
                  <a:pt x="7035" y="2377"/>
                </a:lnTo>
                <a:lnTo>
                  <a:pt x="7126" y="2324"/>
                </a:lnTo>
                <a:lnTo>
                  <a:pt x="7170" y="2272"/>
                </a:lnTo>
                <a:lnTo>
                  <a:pt x="7843" y="1638"/>
                </a:lnTo>
                <a:lnTo>
                  <a:pt x="8559" y="1110"/>
                </a:lnTo>
                <a:lnTo>
                  <a:pt x="8963" y="898"/>
                </a:lnTo>
                <a:lnTo>
                  <a:pt x="9142" y="793"/>
                </a:lnTo>
                <a:close/>
                <a:moveTo>
                  <a:pt x="13219" y="13362"/>
                </a:moveTo>
                <a:lnTo>
                  <a:pt x="13399" y="13732"/>
                </a:lnTo>
                <a:lnTo>
                  <a:pt x="13579" y="14049"/>
                </a:lnTo>
                <a:lnTo>
                  <a:pt x="13847" y="14365"/>
                </a:lnTo>
                <a:lnTo>
                  <a:pt x="14161" y="14629"/>
                </a:lnTo>
                <a:lnTo>
                  <a:pt x="13937" y="14999"/>
                </a:lnTo>
                <a:lnTo>
                  <a:pt x="13668" y="14682"/>
                </a:lnTo>
                <a:lnTo>
                  <a:pt x="13399" y="14365"/>
                </a:lnTo>
                <a:lnTo>
                  <a:pt x="13085" y="14154"/>
                </a:lnTo>
                <a:lnTo>
                  <a:pt x="12772" y="13890"/>
                </a:lnTo>
                <a:lnTo>
                  <a:pt x="12951" y="13625"/>
                </a:lnTo>
                <a:lnTo>
                  <a:pt x="13219" y="13362"/>
                </a:lnTo>
                <a:close/>
                <a:moveTo>
                  <a:pt x="16985" y="14312"/>
                </a:moveTo>
                <a:lnTo>
                  <a:pt x="16894" y="14365"/>
                </a:lnTo>
                <a:lnTo>
                  <a:pt x="16805" y="14417"/>
                </a:lnTo>
                <a:lnTo>
                  <a:pt x="16760" y="14417"/>
                </a:lnTo>
                <a:lnTo>
                  <a:pt x="16760" y="14471"/>
                </a:lnTo>
                <a:lnTo>
                  <a:pt x="16671" y="14629"/>
                </a:lnTo>
                <a:lnTo>
                  <a:pt x="16625" y="14787"/>
                </a:lnTo>
                <a:lnTo>
                  <a:pt x="16671" y="14999"/>
                </a:lnTo>
                <a:lnTo>
                  <a:pt x="16760" y="15211"/>
                </a:lnTo>
                <a:lnTo>
                  <a:pt x="16894" y="15316"/>
                </a:lnTo>
                <a:lnTo>
                  <a:pt x="17029" y="15369"/>
                </a:lnTo>
                <a:lnTo>
                  <a:pt x="17163" y="15316"/>
                </a:lnTo>
                <a:lnTo>
                  <a:pt x="17297" y="15262"/>
                </a:lnTo>
                <a:lnTo>
                  <a:pt x="17432" y="15104"/>
                </a:lnTo>
                <a:lnTo>
                  <a:pt x="17522" y="14999"/>
                </a:lnTo>
                <a:lnTo>
                  <a:pt x="17566" y="14841"/>
                </a:lnTo>
                <a:lnTo>
                  <a:pt x="17566" y="14682"/>
                </a:lnTo>
                <a:lnTo>
                  <a:pt x="17477" y="14576"/>
                </a:lnTo>
                <a:lnTo>
                  <a:pt x="17388" y="14471"/>
                </a:lnTo>
                <a:lnTo>
                  <a:pt x="17297" y="14417"/>
                </a:lnTo>
                <a:lnTo>
                  <a:pt x="17208" y="14365"/>
                </a:lnTo>
                <a:lnTo>
                  <a:pt x="17029" y="14312"/>
                </a:lnTo>
                <a:close/>
                <a:moveTo>
                  <a:pt x="9276" y="0"/>
                </a:moveTo>
                <a:lnTo>
                  <a:pt x="9098" y="53"/>
                </a:lnTo>
                <a:lnTo>
                  <a:pt x="8784" y="158"/>
                </a:lnTo>
                <a:lnTo>
                  <a:pt x="8515" y="318"/>
                </a:lnTo>
                <a:lnTo>
                  <a:pt x="8021" y="635"/>
                </a:lnTo>
                <a:lnTo>
                  <a:pt x="7573" y="1003"/>
                </a:lnTo>
                <a:lnTo>
                  <a:pt x="6722" y="1743"/>
                </a:lnTo>
                <a:lnTo>
                  <a:pt x="6364" y="1532"/>
                </a:lnTo>
                <a:lnTo>
                  <a:pt x="6006" y="1427"/>
                </a:lnTo>
                <a:lnTo>
                  <a:pt x="5601" y="1427"/>
                </a:lnTo>
                <a:lnTo>
                  <a:pt x="5198" y="1479"/>
                </a:lnTo>
                <a:lnTo>
                  <a:pt x="4885" y="1585"/>
                </a:lnTo>
                <a:lnTo>
                  <a:pt x="4615" y="1743"/>
                </a:lnTo>
                <a:lnTo>
                  <a:pt x="4392" y="1955"/>
                </a:lnTo>
                <a:lnTo>
                  <a:pt x="4168" y="2165"/>
                </a:lnTo>
                <a:lnTo>
                  <a:pt x="3943" y="2430"/>
                </a:lnTo>
                <a:lnTo>
                  <a:pt x="3809" y="2747"/>
                </a:lnTo>
                <a:lnTo>
                  <a:pt x="3675" y="3064"/>
                </a:lnTo>
                <a:lnTo>
                  <a:pt x="3586" y="3380"/>
                </a:lnTo>
                <a:lnTo>
                  <a:pt x="3495" y="3856"/>
                </a:lnTo>
                <a:lnTo>
                  <a:pt x="3406" y="4331"/>
                </a:lnTo>
                <a:lnTo>
                  <a:pt x="3361" y="4806"/>
                </a:lnTo>
                <a:lnTo>
                  <a:pt x="3226" y="5282"/>
                </a:lnTo>
                <a:lnTo>
                  <a:pt x="3182" y="5546"/>
                </a:lnTo>
                <a:lnTo>
                  <a:pt x="3048" y="5757"/>
                </a:lnTo>
                <a:lnTo>
                  <a:pt x="2779" y="6126"/>
                </a:lnTo>
                <a:lnTo>
                  <a:pt x="2465" y="6444"/>
                </a:lnTo>
                <a:lnTo>
                  <a:pt x="2151" y="6761"/>
                </a:lnTo>
                <a:lnTo>
                  <a:pt x="1569" y="7288"/>
                </a:lnTo>
                <a:lnTo>
                  <a:pt x="1031" y="7869"/>
                </a:lnTo>
                <a:lnTo>
                  <a:pt x="808" y="8133"/>
                </a:lnTo>
                <a:lnTo>
                  <a:pt x="628" y="8503"/>
                </a:lnTo>
                <a:lnTo>
                  <a:pt x="448" y="8820"/>
                </a:lnTo>
                <a:lnTo>
                  <a:pt x="269" y="9243"/>
                </a:lnTo>
                <a:lnTo>
                  <a:pt x="134" y="9665"/>
                </a:lnTo>
                <a:lnTo>
                  <a:pt x="45" y="10088"/>
                </a:lnTo>
                <a:lnTo>
                  <a:pt x="0" y="10457"/>
                </a:lnTo>
                <a:lnTo>
                  <a:pt x="0" y="10880"/>
                </a:lnTo>
                <a:lnTo>
                  <a:pt x="45" y="11302"/>
                </a:lnTo>
                <a:lnTo>
                  <a:pt x="90" y="11725"/>
                </a:lnTo>
                <a:lnTo>
                  <a:pt x="180" y="12094"/>
                </a:lnTo>
                <a:lnTo>
                  <a:pt x="269" y="12464"/>
                </a:lnTo>
                <a:lnTo>
                  <a:pt x="448" y="12834"/>
                </a:lnTo>
                <a:lnTo>
                  <a:pt x="628" y="13204"/>
                </a:lnTo>
                <a:lnTo>
                  <a:pt x="808" y="13520"/>
                </a:lnTo>
                <a:lnTo>
                  <a:pt x="1031" y="13837"/>
                </a:lnTo>
                <a:lnTo>
                  <a:pt x="1300" y="14154"/>
                </a:lnTo>
                <a:lnTo>
                  <a:pt x="1569" y="14417"/>
                </a:lnTo>
                <a:lnTo>
                  <a:pt x="1883" y="14629"/>
                </a:lnTo>
                <a:lnTo>
                  <a:pt x="2197" y="14841"/>
                </a:lnTo>
                <a:lnTo>
                  <a:pt x="2509" y="14946"/>
                </a:lnTo>
                <a:lnTo>
                  <a:pt x="2868" y="15104"/>
                </a:lnTo>
                <a:lnTo>
                  <a:pt x="3226" y="15157"/>
                </a:lnTo>
                <a:lnTo>
                  <a:pt x="3540" y="15211"/>
                </a:lnTo>
                <a:lnTo>
                  <a:pt x="3900" y="15211"/>
                </a:lnTo>
                <a:lnTo>
                  <a:pt x="4257" y="15157"/>
                </a:lnTo>
                <a:lnTo>
                  <a:pt x="4571" y="15104"/>
                </a:lnTo>
                <a:lnTo>
                  <a:pt x="4929" y="14999"/>
                </a:lnTo>
                <a:lnTo>
                  <a:pt x="5333" y="14787"/>
                </a:lnTo>
                <a:lnTo>
                  <a:pt x="5737" y="14629"/>
                </a:lnTo>
                <a:lnTo>
                  <a:pt x="5960" y="14576"/>
                </a:lnTo>
                <a:lnTo>
                  <a:pt x="6364" y="14576"/>
                </a:lnTo>
                <a:lnTo>
                  <a:pt x="6587" y="14629"/>
                </a:lnTo>
                <a:lnTo>
                  <a:pt x="6722" y="14787"/>
                </a:lnTo>
                <a:lnTo>
                  <a:pt x="6857" y="14946"/>
                </a:lnTo>
                <a:lnTo>
                  <a:pt x="7126" y="15262"/>
                </a:lnTo>
                <a:lnTo>
                  <a:pt x="7304" y="15421"/>
                </a:lnTo>
                <a:lnTo>
                  <a:pt x="7439" y="15527"/>
                </a:lnTo>
                <a:lnTo>
                  <a:pt x="7663" y="15632"/>
                </a:lnTo>
                <a:lnTo>
                  <a:pt x="7843" y="15686"/>
                </a:lnTo>
                <a:lnTo>
                  <a:pt x="8470" y="15686"/>
                </a:lnTo>
                <a:lnTo>
                  <a:pt x="8829" y="15632"/>
                </a:lnTo>
                <a:lnTo>
                  <a:pt x="9142" y="15579"/>
                </a:lnTo>
                <a:lnTo>
                  <a:pt x="9456" y="15474"/>
                </a:lnTo>
                <a:lnTo>
                  <a:pt x="9770" y="15316"/>
                </a:lnTo>
                <a:lnTo>
                  <a:pt x="10038" y="15157"/>
                </a:lnTo>
                <a:lnTo>
                  <a:pt x="10307" y="14946"/>
                </a:lnTo>
                <a:lnTo>
                  <a:pt x="10576" y="14682"/>
                </a:lnTo>
                <a:lnTo>
                  <a:pt x="10845" y="14417"/>
                </a:lnTo>
                <a:lnTo>
                  <a:pt x="11069" y="14154"/>
                </a:lnTo>
                <a:lnTo>
                  <a:pt x="11248" y="13837"/>
                </a:lnTo>
                <a:lnTo>
                  <a:pt x="11427" y="13520"/>
                </a:lnTo>
                <a:lnTo>
                  <a:pt x="11607" y="13204"/>
                </a:lnTo>
                <a:lnTo>
                  <a:pt x="11696" y="12834"/>
                </a:lnTo>
                <a:lnTo>
                  <a:pt x="11830" y="12517"/>
                </a:lnTo>
                <a:lnTo>
                  <a:pt x="11876" y="12094"/>
                </a:lnTo>
                <a:lnTo>
                  <a:pt x="11876" y="11355"/>
                </a:lnTo>
                <a:lnTo>
                  <a:pt x="11830" y="10985"/>
                </a:lnTo>
                <a:lnTo>
                  <a:pt x="11741" y="10615"/>
                </a:lnTo>
                <a:lnTo>
                  <a:pt x="11651" y="10246"/>
                </a:lnTo>
                <a:lnTo>
                  <a:pt x="11338" y="9560"/>
                </a:lnTo>
                <a:lnTo>
                  <a:pt x="11204" y="9190"/>
                </a:lnTo>
                <a:lnTo>
                  <a:pt x="11069" y="8768"/>
                </a:lnTo>
                <a:lnTo>
                  <a:pt x="11069" y="8028"/>
                </a:lnTo>
                <a:lnTo>
                  <a:pt x="11113" y="7658"/>
                </a:lnTo>
                <a:lnTo>
                  <a:pt x="11159" y="7288"/>
                </a:lnTo>
                <a:lnTo>
                  <a:pt x="11382" y="6496"/>
                </a:lnTo>
                <a:lnTo>
                  <a:pt x="11607" y="5809"/>
                </a:lnTo>
                <a:lnTo>
                  <a:pt x="11830" y="5124"/>
                </a:lnTo>
                <a:lnTo>
                  <a:pt x="11965" y="4437"/>
                </a:lnTo>
                <a:lnTo>
                  <a:pt x="12010" y="4067"/>
                </a:lnTo>
                <a:lnTo>
                  <a:pt x="12010" y="3697"/>
                </a:lnTo>
                <a:lnTo>
                  <a:pt x="11965" y="3327"/>
                </a:lnTo>
                <a:lnTo>
                  <a:pt x="11876" y="2959"/>
                </a:lnTo>
                <a:lnTo>
                  <a:pt x="11741" y="2640"/>
                </a:lnTo>
                <a:lnTo>
                  <a:pt x="11607" y="2272"/>
                </a:lnTo>
                <a:lnTo>
                  <a:pt x="11427" y="1955"/>
                </a:lnTo>
                <a:lnTo>
                  <a:pt x="11248" y="1690"/>
                </a:lnTo>
                <a:lnTo>
                  <a:pt x="10801" y="1110"/>
                </a:lnTo>
                <a:lnTo>
                  <a:pt x="10262" y="582"/>
                </a:lnTo>
                <a:lnTo>
                  <a:pt x="9724" y="158"/>
                </a:lnTo>
                <a:lnTo>
                  <a:pt x="9590" y="53"/>
                </a:lnTo>
                <a:lnTo>
                  <a:pt x="9410" y="0"/>
                </a:lnTo>
                <a:close/>
                <a:moveTo>
                  <a:pt x="15774" y="15369"/>
                </a:moveTo>
                <a:lnTo>
                  <a:pt x="15685" y="15421"/>
                </a:lnTo>
                <a:lnTo>
                  <a:pt x="15594" y="15527"/>
                </a:lnTo>
                <a:lnTo>
                  <a:pt x="15550" y="15632"/>
                </a:lnTo>
                <a:lnTo>
                  <a:pt x="15550" y="15844"/>
                </a:lnTo>
                <a:lnTo>
                  <a:pt x="15594" y="16002"/>
                </a:lnTo>
                <a:lnTo>
                  <a:pt x="15730" y="16161"/>
                </a:lnTo>
                <a:lnTo>
                  <a:pt x="15908" y="16214"/>
                </a:lnTo>
                <a:lnTo>
                  <a:pt x="16043" y="16161"/>
                </a:lnTo>
                <a:lnTo>
                  <a:pt x="16177" y="16002"/>
                </a:lnTo>
                <a:lnTo>
                  <a:pt x="16222" y="15844"/>
                </a:lnTo>
                <a:lnTo>
                  <a:pt x="16222" y="15632"/>
                </a:lnTo>
                <a:lnTo>
                  <a:pt x="16177" y="15527"/>
                </a:lnTo>
                <a:lnTo>
                  <a:pt x="16088" y="15421"/>
                </a:lnTo>
                <a:lnTo>
                  <a:pt x="15999" y="15369"/>
                </a:lnTo>
                <a:close/>
                <a:moveTo>
                  <a:pt x="16580" y="16214"/>
                </a:moveTo>
                <a:lnTo>
                  <a:pt x="16491" y="16266"/>
                </a:lnTo>
                <a:lnTo>
                  <a:pt x="16446" y="16372"/>
                </a:lnTo>
                <a:lnTo>
                  <a:pt x="16357" y="16424"/>
                </a:lnTo>
                <a:lnTo>
                  <a:pt x="16267" y="16478"/>
                </a:lnTo>
                <a:lnTo>
                  <a:pt x="16177" y="16636"/>
                </a:lnTo>
                <a:lnTo>
                  <a:pt x="16177" y="16953"/>
                </a:lnTo>
                <a:lnTo>
                  <a:pt x="16222" y="17059"/>
                </a:lnTo>
                <a:lnTo>
                  <a:pt x="16311" y="17218"/>
                </a:lnTo>
                <a:lnTo>
                  <a:pt x="16625" y="17218"/>
                </a:lnTo>
                <a:lnTo>
                  <a:pt x="16760" y="17164"/>
                </a:lnTo>
                <a:lnTo>
                  <a:pt x="16894" y="17059"/>
                </a:lnTo>
                <a:lnTo>
                  <a:pt x="16939" y="16899"/>
                </a:lnTo>
                <a:lnTo>
                  <a:pt x="17029" y="16741"/>
                </a:lnTo>
                <a:lnTo>
                  <a:pt x="17029" y="16583"/>
                </a:lnTo>
                <a:lnTo>
                  <a:pt x="16985" y="16478"/>
                </a:lnTo>
                <a:lnTo>
                  <a:pt x="16939" y="16372"/>
                </a:lnTo>
                <a:lnTo>
                  <a:pt x="16894" y="16266"/>
                </a:lnTo>
                <a:lnTo>
                  <a:pt x="16760" y="16214"/>
                </a:lnTo>
                <a:close/>
                <a:moveTo>
                  <a:pt x="14922" y="16636"/>
                </a:moveTo>
                <a:lnTo>
                  <a:pt x="14833" y="16689"/>
                </a:lnTo>
                <a:lnTo>
                  <a:pt x="14744" y="16848"/>
                </a:lnTo>
                <a:lnTo>
                  <a:pt x="14699" y="17006"/>
                </a:lnTo>
                <a:lnTo>
                  <a:pt x="14699" y="17376"/>
                </a:lnTo>
                <a:lnTo>
                  <a:pt x="14788" y="17798"/>
                </a:lnTo>
                <a:lnTo>
                  <a:pt x="14968" y="18114"/>
                </a:lnTo>
                <a:lnTo>
                  <a:pt x="15057" y="18168"/>
                </a:lnTo>
                <a:lnTo>
                  <a:pt x="15147" y="18221"/>
                </a:lnTo>
                <a:lnTo>
                  <a:pt x="15282" y="18221"/>
                </a:lnTo>
                <a:lnTo>
                  <a:pt x="15371" y="18114"/>
                </a:lnTo>
                <a:lnTo>
                  <a:pt x="15416" y="18061"/>
                </a:lnTo>
                <a:lnTo>
                  <a:pt x="15505" y="18061"/>
                </a:lnTo>
                <a:lnTo>
                  <a:pt x="15640" y="18168"/>
                </a:lnTo>
                <a:lnTo>
                  <a:pt x="15730" y="18168"/>
                </a:lnTo>
                <a:lnTo>
                  <a:pt x="15819" y="18114"/>
                </a:lnTo>
                <a:lnTo>
                  <a:pt x="15864" y="18061"/>
                </a:lnTo>
                <a:lnTo>
                  <a:pt x="15908" y="17903"/>
                </a:lnTo>
                <a:lnTo>
                  <a:pt x="15864" y="17744"/>
                </a:lnTo>
                <a:lnTo>
                  <a:pt x="15774" y="17586"/>
                </a:lnTo>
                <a:lnTo>
                  <a:pt x="15640" y="17534"/>
                </a:lnTo>
                <a:lnTo>
                  <a:pt x="15460" y="17481"/>
                </a:lnTo>
                <a:lnTo>
                  <a:pt x="15326" y="17481"/>
                </a:lnTo>
                <a:lnTo>
                  <a:pt x="15236" y="17534"/>
                </a:lnTo>
                <a:lnTo>
                  <a:pt x="15147" y="17323"/>
                </a:lnTo>
                <a:lnTo>
                  <a:pt x="15147" y="16794"/>
                </a:lnTo>
                <a:lnTo>
                  <a:pt x="15102" y="16689"/>
                </a:lnTo>
                <a:lnTo>
                  <a:pt x="15013" y="16636"/>
                </a:lnTo>
                <a:close/>
                <a:moveTo>
                  <a:pt x="17163" y="7869"/>
                </a:moveTo>
                <a:lnTo>
                  <a:pt x="17343" y="7923"/>
                </a:lnTo>
                <a:lnTo>
                  <a:pt x="17702" y="8133"/>
                </a:lnTo>
                <a:lnTo>
                  <a:pt x="17925" y="8239"/>
                </a:lnTo>
                <a:lnTo>
                  <a:pt x="18239" y="8503"/>
                </a:lnTo>
                <a:lnTo>
                  <a:pt x="18508" y="8768"/>
                </a:lnTo>
                <a:lnTo>
                  <a:pt x="18777" y="9085"/>
                </a:lnTo>
                <a:lnTo>
                  <a:pt x="19046" y="9453"/>
                </a:lnTo>
                <a:lnTo>
                  <a:pt x="19269" y="9876"/>
                </a:lnTo>
                <a:lnTo>
                  <a:pt x="19403" y="10352"/>
                </a:lnTo>
                <a:lnTo>
                  <a:pt x="19538" y="10827"/>
                </a:lnTo>
                <a:lnTo>
                  <a:pt x="19628" y="11302"/>
                </a:lnTo>
                <a:lnTo>
                  <a:pt x="19673" y="11830"/>
                </a:lnTo>
                <a:lnTo>
                  <a:pt x="19673" y="12305"/>
                </a:lnTo>
                <a:lnTo>
                  <a:pt x="19628" y="13309"/>
                </a:lnTo>
                <a:lnTo>
                  <a:pt x="19494" y="14312"/>
                </a:lnTo>
                <a:lnTo>
                  <a:pt x="19269" y="15262"/>
                </a:lnTo>
                <a:lnTo>
                  <a:pt x="18956" y="16161"/>
                </a:lnTo>
                <a:lnTo>
                  <a:pt x="18777" y="16636"/>
                </a:lnTo>
                <a:lnTo>
                  <a:pt x="18552" y="17059"/>
                </a:lnTo>
                <a:lnTo>
                  <a:pt x="18328" y="17428"/>
                </a:lnTo>
                <a:lnTo>
                  <a:pt x="18060" y="17798"/>
                </a:lnTo>
                <a:lnTo>
                  <a:pt x="17746" y="18168"/>
                </a:lnTo>
                <a:lnTo>
                  <a:pt x="17432" y="18484"/>
                </a:lnTo>
                <a:lnTo>
                  <a:pt x="17119" y="18748"/>
                </a:lnTo>
                <a:lnTo>
                  <a:pt x="16760" y="18960"/>
                </a:lnTo>
                <a:lnTo>
                  <a:pt x="16357" y="19171"/>
                </a:lnTo>
                <a:lnTo>
                  <a:pt x="15954" y="19383"/>
                </a:lnTo>
                <a:lnTo>
                  <a:pt x="15640" y="19435"/>
                </a:lnTo>
                <a:lnTo>
                  <a:pt x="15282" y="19488"/>
                </a:lnTo>
                <a:lnTo>
                  <a:pt x="15057" y="19435"/>
                </a:lnTo>
                <a:lnTo>
                  <a:pt x="14878" y="19330"/>
                </a:lnTo>
                <a:lnTo>
                  <a:pt x="14699" y="19118"/>
                </a:lnTo>
                <a:lnTo>
                  <a:pt x="14565" y="18960"/>
                </a:lnTo>
                <a:lnTo>
                  <a:pt x="14027" y="18273"/>
                </a:lnTo>
                <a:lnTo>
                  <a:pt x="13802" y="17903"/>
                </a:lnTo>
                <a:lnTo>
                  <a:pt x="13713" y="17693"/>
                </a:lnTo>
                <a:lnTo>
                  <a:pt x="13668" y="17428"/>
                </a:lnTo>
                <a:lnTo>
                  <a:pt x="13668" y="17164"/>
                </a:lnTo>
                <a:lnTo>
                  <a:pt x="13758" y="16899"/>
                </a:lnTo>
                <a:lnTo>
                  <a:pt x="13982" y="16424"/>
                </a:lnTo>
                <a:lnTo>
                  <a:pt x="14430" y="15527"/>
                </a:lnTo>
                <a:lnTo>
                  <a:pt x="14833" y="14629"/>
                </a:lnTo>
                <a:lnTo>
                  <a:pt x="15236" y="13679"/>
                </a:lnTo>
                <a:lnTo>
                  <a:pt x="15594" y="12780"/>
                </a:lnTo>
                <a:lnTo>
                  <a:pt x="15730" y="12305"/>
                </a:lnTo>
                <a:lnTo>
                  <a:pt x="15819" y="11830"/>
                </a:lnTo>
                <a:lnTo>
                  <a:pt x="15864" y="11355"/>
                </a:lnTo>
                <a:lnTo>
                  <a:pt x="15819" y="10932"/>
                </a:lnTo>
                <a:lnTo>
                  <a:pt x="15730" y="10457"/>
                </a:lnTo>
                <a:lnTo>
                  <a:pt x="15594" y="10035"/>
                </a:lnTo>
                <a:lnTo>
                  <a:pt x="15550" y="9718"/>
                </a:lnTo>
                <a:lnTo>
                  <a:pt x="15505" y="9453"/>
                </a:lnTo>
                <a:lnTo>
                  <a:pt x="15550" y="9136"/>
                </a:lnTo>
                <a:lnTo>
                  <a:pt x="15640" y="8926"/>
                </a:lnTo>
                <a:lnTo>
                  <a:pt x="15730" y="8661"/>
                </a:lnTo>
                <a:lnTo>
                  <a:pt x="15864" y="8450"/>
                </a:lnTo>
                <a:lnTo>
                  <a:pt x="16043" y="8239"/>
                </a:lnTo>
                <a:lnTo>
                  <a:pt x="16222" y="8081"/>
                </a:lnTo>
                <a:lnTo>
                  <a:pt x="16267" y="8186"/>
                </a:lnTo>
                <a:lnTo>
                  <a:pt x="16357" y="8239"/>
                </a:lnTo>
                <a:lnTo>
                  <a:pt x="16536" y="8291"/>
                </a:lnTo>
                <a:lnTo>
                  <a:pt x="16671" y="8186"/>
                </a:lnTo>
                <a:lnTo>
                  <a:pt x="16760" y="8133"/>
                </a:lnTo>
                <a:lnTo>
                  <a:pt x="16805" y="8028"/>
                </a:lnTo>
                <a:lnTo>
                  <a:pt x="16894" y="7923"/>
                </a:lnTo>
                <a:lnTo>
                  <a:pt x="17029" y="7869"/>
                </a:lnTo>
                <a:close/>
                <a:moveTo>
                  <a:pt x="16671" y="5546"/>
                </a:moveTo>
                <a:lnTo>
                  <a:pt x="16625" y="5651"/>
                </a:lnTo>
                <a:lnTo>
                  <a:pt x="16491" y="6021"/>
                </a:lnTo>
                <a:lnTo>
                  <a:pt x="16446" y="6444"/>
                </a:lnTo>
                <a:lnTo>
                  <a:pt x="16446" y="6813"/>
                </a:lnTo>
                <a:lnTo>
                  <a:pt x="16491" y="7236"/>
                </a:lnTo>
                <a:lnTo>
                  <a:pt x="16267" y="7341"/>
                </a:lnTo>
                <a:lnTo>
                  <a:pt x="16043" y="7448"/>
                </a:lnTo>
                <a:lnTo>
                  <a:pt x="15908" y="6866"/>
                </a:lnTo>
                <a:lnTo>
                  <a:pt x="15685" y="6391"/>
                </a:lnTo>
                <a:lnTo>
                  <a:pt x="15640" y="6338"/>
                </a:lnTo>
                <a:lnTo>
                  <a:pt x="15550" y="6338"/>
                </a:lnTo>
                <a:lnTo>
                  <a:pt x="15505" y="6391"/>
                </a:lnTo>
                <a:lnTo>
                  <a:pt x="15505" y="6444"/>
                </a:lnTo>
                <a:lnTo>
                  <a:pt x="15460" y="6813"/>
                </a:lnTo>
                <a:lnTo>
                  <a:pt x="15505" y="7129"/>
                </a:lnTo>
                <a:lnTo>
                  <a:pt x="15640" y="7816"/>
                </a:lnTo>
                <a:lnTo>
                  <a:pt x="15371" y="8133"/>
                </a:lnTo>
                <a:lnTo>
                  <a:pt x="15147" y="7869"/>
                </a:lnTo>
                <a:lnTo>
                  <a:pt x="14833" y="7448"/>
                </a:lnTo>
                <a:lnTo>
                  <a:pt x="14788" y="7394"/>
                </a:lnTo>
                <a:lnTo>
                  <a:pt x="14699" y="7448"/>
                </a:lnTo>
                <a:lnTo>
                  <a:pt x="14654" y="7499"/>
                </a:lnTo>
                <a:lnTo>
                  <a:pt x="14654" y="7606"/>
                </a:lnTo>
                <a:lnTo>
                  <a:pt x="14699" y="7869"/>
                </a:lnTo>
                <a:lnTo>
                  <a:pt x="14833" y="8133"/>
                </a:lnTo>
                <a:lnTo>
                  <a:pt x="14968" y="8345"/>
                </a:lnTo>
                <a:lnTo>
                  <a:pt x="15191" y="8503"/>
                </a:lnTo>
                <a:lnTo>
                  <a:pt x="15147" y="8661"/>
                </a:lnTo>
                <a:lnTo>
                  <a:pt x="15102" y="8715"/>
                </a:lnTo>
                <a:lnTo>
                  <a:pt x="14833" y="8661"/>
                </a:lnTo>
                <a:lnTo>
                  <a:pt x="14340" y="8398"/>
                </a:lnTo>
                <a:lnTo>
                  <a:pt x="14251" y="8186"/>
                </a:lnTo>
                <a:lnTo>
                  <a:pt x="14205" y="8133"/>
                </a:lnTo>
                <a:lnTo>
                  <a:pt x="14161" y="8186"/>
                </a:lnTo>
                <a:lnTo>
                  <a:pt x="14116" y="8398"/>
                </a:lnTo>
                <a:lnTo>
                  <a:pt x="14071" y="8503"/>
                </a:lnTo>
                <a:lnTo>
                  <a:pt x="14071" y="8608"/>
                </a:lnTo>
                <a:lnTo>
                  <a:pt x="14116" y="8715"/>
                </a:lnTo>
                <a:lnTo>
                  <a:pt x="14205" y="8820"/>
                </a:lnTo>
                <a:lnTo>
                  <a:pt x="14385" y="8978"/>
                </a:lnTo>
                <a:lnTo>
                  <a:pt x="14654" y="9136"/>
                </a:lnTo>
                <a:lnTo>
                  <a:pt x="15013" y="9295"/>
                </a:lnTo>
                <a:lnTo>
                  <a:pt x="14968" y="9612"/>
                </a:lnTo>
                <a:lnTo>
                  <a:pt x="15013" y="9930"/>
                </a:lnTo>
                <a:lnTo>
                  <a:pt x="14116" y="9930"/>
                </a:lnTo>
                <a:lnTo>
                  <a:pt x="13982" y="9982"/>
                </a:lnTo>
                <a:lnTo>
                  <a:pt x="13937" y="10088"/>
                </a:lnTo>
                <a:lnTo>
                  <a:pt x="13937" y="10563"/>
                </a:lnTo>
                <a:lnTo>
                  <a:pt x="14027" y="10773"/>
                </a:lnTo>
                <a:lnTo>
                  <a:pt x="14116" y="10932"/>
                </a:lnTo>
                <a:lnTo>
                  <a:pt x="14161" y="10985"/>
                </a:lnTo>
                <a:lnTo>
                  <a:pt x="14565" y="11460"/>
                </a:lnTo>
                <a:lnTo>
                  <a:pt x="14833" y="11672"/>
                </a:lnTo>
                <a:lnTo>
                  <a:pt x="14968" y="11777"/>
                </a:lnTo>
                <a:lnTo>
                  <a:pt x="15102" y="11830"/>
                </a:lnTo>
                <a:lnTo>
                  <a:pt x="15236" y="11830"/>
                </a:lnTo>
                <a:lnTo>
                  <a:pt x="15102" y="12305"/>
                </a:lnTo>
                <a:lnTo>
                  <a:pt x="14968" y="12675"/>
                </a:lnTo>
                <a:lnTo>
                  <a:pt x="14922" y="12728"/>
                </a:lnTo>
                <a:lnTo>
                  <a:pt x="14878" y="12780"/>
                </a:lnTo>
                <a:lnTo>
                  <a:pt x="14430" y="12570"/>
                </a:lnTo>
                <a:lnTo>
                  <a:pt x="14116" y="12358"/>
                </a:lnTo>
                <a:lnTo>
                  <a:pt x="13847" y="12042"/>
                </a:lnTo>
                <a:lnTo>
                  <a:pt x="13713" y="12042"/>
                </a:lnTo>
                <a:lnTo>
                  <a:pt x="13668" y="12147"/>
                </a:lnTo>
                <a:lnTo>
                  <a:pt x="13668" y="12253"/>
                </a:lnTo>
                <a:lnTo>
                  <a:pt x="13847" y="12570"/>
                </a:lnTo>
                <a:lnTo>
                  <a:pt x="14116" y="12887"/>
                </a:lnTo>
                <a:lnTo>
                  <a:pt x="14430" y="13150"/>
                </a:lnTo>
                <a:lnTo>
                  <a:pt x="14744" y="13309"/>
                </a:lnTo>
                <a:lnTo>
                  <a:pt x="14474" y="13890"/>
                </a:lnTo>
                <a:lnTo>
                  <a:pt x="14340" y="13890"/>
                </a:lnTo>
                <a:lnTo>
                  <a:pt x="14251" y="13995"/>
                </a:lnTo>
                <a:lnTo>
                  <a:pt x="13758" y="13574"/>
                </a:lnTo>
                <a:lnTo>
                  <a:pt x="13310" y="13150"/>
                </a:lnTo>
                <a:lnTo>
                  <a:pt x="13265" y="13097"/>
                </a:lnTo>
                <a:lnTo>
                  <a:pt x="13219" y="13150"/>
                </a:lnTo>
                <a:lnTo>
                  <a:pt x="12951" y="13520"/>
                </a:lnTo>
                <a:lnTo>
                  <a:pt x="12682" y="13890"/>
                </a:lnTo>
                <a:lnTo>
                  <a:pt x="12593" y="13890"/>
                </a:lnTo>
                <a:lnTo>
                  <a:pt x="12502" y="13942"/>
                </a:lnTo>
                <a:lnTo>
                  <a:pt x="12458" y="14049"/>
                </a:lnTo>
                <a:lnTo>
                  <a:pt x="12502" y="14154"/>
                </a:lnTo>
                <a:lnTo>
                  <a:pt x="13130" y="14841"/>
                </a:lnTo>
                <a:lnTo>
                  <a:pt x="13668" y="15579"/>
                </a:lnTo>
                <a:lnTo>
                  <a:pt x="13399" y="16214"/>
                </a:lnTo>
                <a:lnTo>
                  <a:pt x="13175" y="16056"/>
                </a:lnTo>
                <a:lnTo>
                  <a:pt x="12951" y="15949"/>
                </a:lnTo>
                <a:lnTo>
                  <a:pt x="12682" y="15897"/>
                </a:lnTo>
                <a:lnTo>
                  <a:pt x="12593" y="15844"/>
                </a:lnTo>
                <a:lnTo>
                  <a:pt x="12458" y="15791"/>
                </a:lnTo>
                <a:lnTo>
                  <a:pt x="12413" y="15737"/>
                </a:lnTo>
                <a:lnTo>
                  <a:pt x="12324" y="15737"/>
                </a:lnTo>
                <a:lnTo>
                  <a:pt x="12190" y="15791"/>
                </a:lnTo>
                <a:lnTo>
                  <a:pt x="12144" y="15949"/>
                </a:lnTo>
                <a:lnTo>
                  <a:pt x="12144" y="16056"/>
                </a:lnTo>
                <a:lnTo>
                  <a:pt x="12190" y="16107"/>
                </a:lnTo>
                <a:lnTo>
                  <a:pt x="12368" y="16319"/>
                </a:lnTo>
                <a:lnTo>
                  <a:pt x="12593" y="16478"/>
                </a:lnTo>
                <a:lnTo>
                  <a:pt x="12907" y="16636"/>
                </a:lnTo>
                <a:lnTo>
                  <a:pt x="13041" y="16689"/>
                </a:lnTo>
                <a:lnTo>
                  <a:pt x="13175" y="16689"/>
                </a:lnTo>
                <a:lnTo>
                  <a:pt x="13130" y="16953"/>
                </a:lnTo>
                <a:lnTo>
                  <a:pt x="13085" y="17218"/>
                </a:lnTo>
                <a:lnTo>
                  <a:pt x="13041" y="17534"/>
                </a:lnTo>
                <a:lnTo>
                  <a:pt x="13085" y="17798"/>
                </a:lnTo>
                <a:lnTo>
                  <a:pt x="13175" y="18114"/>
                </a:lnTo>
                <a:lnTo>
                  <a:pt x="12996" y="18273"/>
                </a:lnTo>
                <a:lnTo>
                  <a:pt x="12772" y="18538"/>
                </a:lnTo>
                <a:lnTo>
                  <a:pt x="12682" y="18643"/>
                </a:lnTo>
                <a:lnTo>
                  <a:pt x="12593" y="18643"/>
                </a:lnTo>
                <a:lnTo>
                  <a:pt x="12548" y="18696"/>
                </a:lnTo>
                <a:lnTo>
                  <a:pt x="12502" y="18801"/>
                </a:lnTo>
                <a:lnTo>
                  <a:pt x="12502" y="18960"/>
                </a:lnTo>
                <a:lnTo>
                  <a:pt x="12548" y="19013"/>
                </a:lnTo>
                <a:lnTo>
                  <a:pt x="12593" y="19065"/>
                </a:lnTo>
                <a:lnTo>
                  <a:pt x="12772" y="19065"/>
                </a:lnTo>
                <a:lnTo>
                  <a:pt x="12907" y="19013"/>
                </a:lnTo>
                <a:lnTo>
                  <a:pt x="13130" y="18801"/>
                </a:lnTo>
                <a:lnTo>
                  <a:pt x="13444" y="18590"/>
                </a:lnTo>
                <a:lnTo>
                  <a:pt x="13937" y="19223"/>
                </a:lnTo>
                <a:lnTo>
                  <a:pt x="14027" y="19330"/>
                </a:lnTo>
                <a:lnTo>
                  <a:pt x="13847" y="19593"/>
                </a:lnTo>
                <a:lnTo>
                  <a:pt x="13758" y="19910"/>
                </a:lnTo>
                <a:lnTo>
                  <a:pt x="13668" y="19910"/>
                </a:lnTo>
                <a:lnTo>
                  <a:pt x="13579" y="19963"/>
                </a:lnTo>
                <a:lnTo>
                  <a:pt x="13444" y="20068"/>
                </a:lnTo>
                <a:lnTo>
                  <a:pt x="13399" y="20175"/>
                </a:lnTo>
                <a:lnTo>
                  <a:pt x="13444" y="20333"/>
                </a:lnTo>
                <a:lnTo>
                  <a:pt x="13488" y="20491"/>
                </a:lnTo>
                <a:lnTo>
                  <a:pt x="13623" y="20597"/>
                </a:lnTo>
                <a:lnTo>
                  <a:pt x="13758" y="20650"/>
                </a:lnTo>
                <a:lnTo>
                  <a:pt x="13893" y="20650"/>
                </a:lnTo>
                <a:lnTo>
                  <a:pt x="14027" y="20545"/>
                </a:lnTo>
                <a:lnTo>
                  <a:pt x="14116" y="20438"/>
                </a:lnTo>
                <a:lnTo>
                  <a:pt x="14205" y="20280"/>
                </a:lnTo>
                <a:lnTo>
                  <a:pt x="14251" y="20121"/>
                </a:lnTo>
                <a:lnTo>
                  <a:pt x="14251" y="19963"/>
                </a:lnTo>
                <a:lnTo>
                  <a:pt x="14340" y="19751"/>
                </a:lnTo>
                <a:lnTo>
                  <a:pt x="14474" y="19910"/>
                </a:lnTo>
                <a:lnTo>
                  <a:pt x="14654" y="20016"/>
                </a:lnTo>
                <a:lnTo>
                  <a:pt x="14833" y="20121"/>
                </a:lnTo>
                <a:lnTo>
                  <a:pt x="15057" y="20175"/>
                </a:lnTo>
                <a:lnTo>
                  <a:pt x="15102" y="20227"/>
                </a:lnTo>
                <a:lnTo>
                  <a:pt x="14968" y="20545"/>
                </a:lnTo>
                <a:lnTo>
                  <a:pt x="14878" y="20808"/>
                </a:lnTo>
                <a:lnTo>
                  <a:pt x="14788" y="20967"/>
                </a:lnTo>
                <a:lnTo>
                  <a:pt x="14654" y="21020"/>
                </a:lnTo>
                <a:lnTo>
                  <a:pt x="14608" y="21020"/>
                </a:lnTo>
                <a:lnTo>
                  <a:pt x="14519" y="21072"/>
                </a:lnTo>
                <a:lnTo>
                  <a:pt x="14474" y="21230"/>
                </a:lnTo>
                <a:lnTo>
                  <a:pt x="14474" y="21388"/>
                </a:lnTo>
                <a:lnTo>
                  <a:pt x="14565" y="21495"/>
                </a:lnTo>
                <a:lnTo>
                  <a:pt x="14654" y="21600"/>
                </a:lnTo>
                <a:lnTo>
                  <a:pt x="14744" y="21600"/>
                </a:lnTo>
                <a:lnTo>
                  <a:pt x="14922" y="21547"/>
                </a:lnTo>
                <a:lnTo>
                  <a:pt x="15102" y="21388"/>
                </a:lnTo>
                <a:lnTo>
                  <a:pt x="15236" y="21230"/>
                </a:lnTo>
                <a:lnTo>
                  <a:pt x="15326" y="20967"/>
                </a:lnTo>
                <a:lnTo>
                  <a:pt x="15416" y="20755"/>
                </a:lnTo>
                <a:lnTo>
                  <a:pt x="15505" y="20227"/>
                </a:lnTo>
                <a:lnTo>
                  <a:pt x="16043" y="20121"/>
                </a:lnTo>
                <a:lnTo>
                  <a:pt x="16536" y="19910"/>
                </a:lnTo>
                <a:lnTo>
                  <a:pt x="16222" y="20913"/>
                </a:lnTo>
                <a:lnTo>
                  <a:pt x="16133" y="21178"/>
                </a:lnTo>
                <a:lnTo>
                  <a:pt x="16133" y="21337"/>
                </a:lnTo>
                <a:lnTo>
                  <a:pt x="16177" y="21388"/>
                </a:lnTo>
                <a:lnTo>
                  <a:pt x="16222" y="21495"/>
                </a:lnTo>
                <a:lnTo>
                  <a:pt x="16311" y="21547"/>
                </a:lnTo>
                <a:lnTo>
                  <a:pt x="16402" y="21547"/>
                </a:lnTo>
                <a:lnTo>
                  <a:pt x="16491" y="21495"/>
                </a:lnTo>
                <a:lnTo>
                  <a:pt x="16580" y="21442"/>
                </a:lnTo>
                <a:lnTo>
                  <a:pt x="16625" y="21337"/>
                </a:lnTo>
                <a:lnTo>
                  <a:pt x="16760" y="20967"/>
                </a:lnTo>
                <a:lnTo>
                  <a:pt x="16850" y="20545"/>
                </a:lnTo>
                <a:lnTo>
                  <a:pt x="16894" y="20121"/>
                </a:lnTo>
                <a:lnTo>
                  <a:pt x="16894" y="19751"/>
                </a:lnTo>
                <a:lnTo>
                  <a:pt x="17432" y="19383"/>
                </a:lnTo>
                <a:lnTo>
                  <a:pt x="17477" y="20068"/>
                </a:lnTo>
                <a:lnTo>
                  <a:pt x="17522" y="20227"/>
                </a:lnTo>
                <a:lnTo>
                  <a:pt x="17566" y="20333"/>
                </a:lnTo>
                <a:lnTo>
                  <a:pt x="17566" y="20385"/>
                </a:lnTo>
                <a:lnTo>
                  <a:pt x="17611" y="20545"/>
                </a:lnTo>
                <a:lnTo>
                  <a:pt x="17702" y="20650"/>
                </a:lnTo>
                <a:lnTo>
                  <a:pt x="17925" y="20650"/>
                </a:lnTo>
                <a:lnTo>
                  <a:pt x="17925" y="20597"/>
                </a:lnTo>
                <a:lnTo>
                  <a:pt x="18014" y="20491"/>
                </a:lnTo>
                <a:lnTo>
                  <a:pt x="18060" y="20385"/>
                </a:lnTo>
                <a:lnTo>
                  <a:pt x="17970" y="20016"/>
                </a:lnTo>
                <a:lnTo>
                  <a:pt x="17925" y="19646"/>
                </a:lnTo>
                <a:lnTo>
                  <a:pt x="17791" y="19118"/>
                </a:lnTo>
                <a:lnTo>
                  <a:pt x="18328" y="18538"/>
                </a:lnTo>
                <a:lnTo>
                  <a:pt x="18463" y="18748"/>
                </a:lnTo>
                <a:lnTo>
                  <a:pt x="18597" y="18906"/>
                </a:lnTo>
                <a:lnTo>
                  <a:pt x="18777" y="19223"/>
                </a:lnTo>
                <a:lnTo>
                  <a:pt x="18911" y="19383"/>
                </a:lnTo>
                <a:lnTo>
                  <a:pt x="19046" y="19488"/>
                </a:lnTo>
                <a:lnTo>
                  <a:pt x="19135" y="19488"/>
                </a:lnTo>
                <a:lnTo>
                  <a:pt x="19225" y="19383"/>
                </a:lnTo>
                <a:lnTo>
                  <a:pt x="19269" y="19276"/>
                </a:lnTo>
                <a:lnTo>
                  <a:pt x="19269" y="19171"/>
                </a:lnTo>
                <a:lnTo>
                  <a:pt x="19225" y="18906"/>
                </a:lnTo>
                <a:lnTo>
                  <a:pt x="19091" y="18696"/>
                </a:lnTo>
                <a:lnTo>
                  <a:pt x="18911" y="18538"/>
                </a:lnTo>
                <a:lnTo>
                  <a:pt x="18777" y="18326"/>
                </a:lnTo>
                <a:lnTo>
                  <a:pt x="18642" y="18114"/>
                </a:lnTo>
                <a:lnTo>
                  <a:pt x="18911" y="17693"/>
                </a:lnTo>
                <a:lnTo>
                  <a:pt x="19180" y="17269"/>
                </a:lnTo>
                <a:lnTo>
                  <a:pt x="19269" y="17376"/>
                </a:lnTo>
                <a:lnTo>
                  <a:pt x="19538" y="17586"/>
                </a:lnTo>
                <a:lnTo>
                  <a:pt x="19763" y="17851"/>
                </a:lnTo>
                <a:lnTo>
                  <a:pt x="19852" y="17903"/>
                </a:lnTo>
                <a:lnTo>
                  <a:pt x="20031" y="17903"/>
                </a:lnTo>
                <a:lnTo>
                  <a:pt x="20077" y="17851"/>
                </a:lnTo>
                <a:lnTo>
                  <a:pt x="20121" y="17744"/>
                </a:lnTo>
                <a:lnTo>
                  <a:pt x="20166" y="17639"/>
                </a:lnTo>
                <a:lnTo>
                  <a:pt x="20166" y="17534"/>
                </a:lnTo>
                <a:lnTo>
                  <a:pt x="20077" y="17428"/>
                </a:lnTo>
                <a:lnTo>
                  <a:pt x="19852" y="17164"/>
                </a:lnTo>
                <a:lnTo>
                  <a:pt x="19583" y="16953"/>
                </a:lnTo>
                <a:lnTo>
                  <a:pt x="19403" y="16848"/>
                </a:lnTo>
                <a:lnTo>
                  <a:pt x="19717" y="16002"/>
                </a:lnTo>
                <a:lnTo>
                  <a:pt x="19942" y="16161"/>
                </a:lnTo>
                <a:lnTo>
                  <a:pt x="20300" y="16319"/>
                </a:lnTo>
                <a:lnTo>
                  <a:pt x="20749" y="16424"/>
                </a:lnTo>
                <a:lnTo>
                  <a:pt x="20838" y="16424"/>
                </a:lnTo>
                <a:lnTo>
                  <a:pt x="20883" y="16372"/>
                </a:lnTo>
                <a:lnTo>
                  <a:pt x="20928" y="16266"/>
                </a:lnTo>
                <a:lnTo>
                  <a:pt x="20972" y="16161"/>
                </a:lnTo>
                <a:lnTo>
                  <a:pt x="20972" y="16056"/>
                </a:lnTo>
                <a:lnTo>
                  <a:pt x="20928" y="15949"/>
                </a:lnTo>
                <a:lnTo>
                  <a:pt x="20883" y="15897"/>
                </a:lnTo>
                <a:lnTo>
                  <a:pt x="20794" y="15844"/>
                </a:lnTo>
                <a:lnTo>
                  <a:pt x="20480" y="15791"/>
                </a:lnTo>
                <a:lnTo>
                  <a:pt x="20211" y="15686"/>
                </a:lnTo>
                <a:lnTo>
                  <a:pt x="19852" y="15579"/>
                </a:lnTo>
                <a:lnTo>
                  <a:pt x="20031" y="14894"/>
                </a:lnTo>
                <a:lnTo>
                  <a:pt x="20166" y="14154"/>
                </a:lnTo>
                <a:lnTo>
                  <a:pt x="20435" y="14312"/>
                </a:lnTo>
                <a:lnTo>
                  <a:pt x="20749" y="14365"/>
                </a:lnTo>
                <a:lnTo>
                  <a:pt x="20928" y="14417"/>
                </a:lnTo>
                <a:lnTo>
                  <a:pt x="21106" y="14417"/>
                </a:lnTo>
                <a:lnTo>
                  <a:pt x="21286" y="14365"/>
                </a:lnTo>
                <a:lnTo>
                  <a:pt x="21331" y="14259"/>
                </a:lnTo>
                <a:lnTo>
                  <a:pt x="21375" y="14154"/>
                </a:lnTo>
                <a:lnTo>
                  <a:pt x="21375" y="13995"/>
                </a:lnTo>
                <a:lnTo>
                  <a:pt x="21241" y="13890"/>
                </a:lnTo>
                <a:lnTo>
                  <a:pt x="21106" y="13837"/>
                </a:lnTo>
                <a:lnTo>
                  <a:pt x="20972" y="13784"/>
                </a:lnTo>
                <a:lnTo>
                  <a:pt x="20211" y="13679"/>
                </a:lnTo>
                <a:lnTo>
                  <a:pt x="20211" y="13625"/>
                </a:lnTo>
                <a:lnTo>
                  <a:pt x="20255" y="12939"/>
                </a:lnTo>
                <a:lnTo>
                  <a:pt x="20300" y="12253"/>
                </a:lnTo>
                <a:lnTo>
                  <a:pt x="20524" y="12358"/>
                </a:lnTo>
                <a:lnTo>
                  <a:pt x="20794" y="12412"/>
                </a:lnTo>
                <a:lnTo>
                  <a:pt x="21017" y="12464"/>
                </a:lnTo>
                <a:lnTo>
                  <a:pt x="21286" y="12412"/>
                </a:lnTo>
                <a:lnTo>
                  <a:pt x="21466" y="12358"/>
                </a:lnTo>
                <a:lnTo>
                  <a:pt x="21555" y="12253"/>
                </a:lnTo>
                <a:lnTo>
                  <a:pt x="21600" y="12147"/>
                </a:lnTo>
                <a:lnTo>
                  <a:pt x="21600" y="12042"/>
                </a:lnTo>
                <a:lnTo>
                  <a:pt x="21555" y="11935"/>
                </a:lnTo>
                <a:lnTo>
                  <a:pt x="21420" y="11830"/>
                </a:lnTo>
                <a:lnTo>
                  <a:pt x="21241" y="11830"/>
                </a:lnTo>
                <a:lnTo>
                  <a:pt x="20883" y="11883"/>
                </a:lnTo>
                <a:lnTo>
                  <a:pt x="20300" y="11830"/>
                </a:lnTo>
                <a:lnTo>
                  <a:pt x="20255" y="11250"/>
                </a:lnTo>
                <a:lnTo>
                  <a:pt x="20166" y="10668"/>
                </a:lnTo>
                <a:lnTo>
                  <a:pt x="20389" y="10722"/>
                </a:lnTo>
                <a:lnTo>
                  <a:pt x="20614" y="10722"/>
                </a:lnTo>
                <a:lnTo>
                  <a:pt x="20794" y="10668"/>
                </a:lnTo>
                <a:lnTo>
                  <a:pt x="21017" y="10563"/>
                </a:lnTo>
                <a:lnTo>
                  <a:pt x="21197" y="10457"/>
                </a:lnTo>
                <a:lnTo>
                  <a:pt x="21241" y="10352"/>
                </a:lnTo>
                <a:lnTo>
                  <a:pt x="21286" y="10246"/>
                </a:lnTo>
                <a:lnTo>
                  <a:pt x="21286" y="10088"/>
                </a:lnTo>
                <a:lnTo>
                  <a:pt x="21197" y="9982"/>
                </a:lnTo>
                <a:lnTo>
                  <a:pt x="21152" y="9930"/>
                </a:lnTo>
                <a:lnTo>
                  <a:pt x="20928" y="9930"/>
                </a:lnTo>
                <a:lnTo>
                  <a:pt x="20703" y="10035"/>
                </a:lnTo>
                <a:lnTo>
                  <a:pt x="20480" y="10088"/>
                </a:lnTo>
                <a:lnTo>
                  <a:pt x="20031" y="10193"/>
                </a:lnTo>
                <a:lnTo>
                  <a:pt x="19942" y="9930"/>
                </a:lnTo>
                <a:lnTo>
                  <a:pt x="19717" y="9348"/>
                </a:lnTo>
                <a:lnTo>
                  <a:pt x="20031" y="9243"/>
                </a:lnTo>
                <a:lnTo>
                  <a:pt x="20480" y="9031"/>
                </a:lnTo>
                <a:lnTo>
                  <a:pt x="20703" y="8926"/>
                </a:lnTo>
                <a:lnTo>
                  <a:pt x="20883" y="8768"/>
                </a:lnTo>
                <a:lnTo>
                  <a:pt x="20928" y="8715"/>
                </a:lnTo>
                <a:lnTo>
                  <a:pt x="20928" y="8503"/>
                </a:lnTo>
                <a:lnTo>
                  <a:pt x="20794" y="8398"/>
                </a:lnTo>
                <a:lnTo>
                  <a:pt x="20658" y="8345"/>
                </a:lnTo>
                <a:lnTo>
                  <a:pt x="20480" y="8398"/>
                </a:lnTo>
                <a:lnTo>
                  <a:pt x="20255" y="8503"/>
                </a:lnTo>
                <a:lnTo>
                  <a:pt x="19852" y="8768"/>
                </a:lnTo>
                <a:lnTo>
                  <a:pt x="19673" y="8873"/>
                </a:lnTo>
                <a:lnTo>
                  <a:pt x="19494" y="8978"/>
                </a:lnTo>
                <a:lnTo>
                  <a:pt x="19494" y="8873"/>
                </a:lnTo>
                <a:lnTo>
                  <a:pt x="19449" y="8873"/>
                </a:lnTo>
                <a:lnTo>
                  <a:pt x="19046" y="8345"/>
                </a:lnTo>
                <a:lnTo>
                  <a:pt x="19449" y="7923"/>
                </a:lnTo>
                <a:lnTo>
                  <a:pt x="19852" y="7448"/>
                </a:lnTo>
                <a:lnTo>
                  <a:pt x="19897" y="7341"/>
                </a:lnTo>
                <a:lnTo>
                  <a:pt x="19942" y="7183"/>
                </a:lnTo>
                <a:lnTo>
                  <a:pt x="19897" y="7078"/>
                </a:lnTo>
                <a:lnTo>
                  <a:pt x="19852" y="7024"/>
                </a:lnTo>
                <a:lnTo>
                  <a:pt x="19763" y="6919"/>
                </a:lnTo>
                <a:lnTo>
                  <a:pt x="19583" y="6919"/>
                </a:lnTo>
                <a:lnTo>
                  <a:pt x="19494" y="6971"/>
                </a:lnTo>
                <a:lnTo>
                  <a:pt x="19091" y="7499"/>
                </a:lnTo>
                <a:lnTo>
                  <a:pt x="18732" y="8028"/>
                </a:lnTo>
                <a:lnTo>
                  <a:pt x="18418" y="7764"/>
                </a:lnTo>
                <a:lnTo>
                  <a:pt x="18105" y="7553"/>
                </a:lnTo>
                <a:lnTo>
                  <a:pt x="17925" y="7448"/>
                </a:lnTo>
                <a:lnTo>
                  <a:pt x="18014" y="7236"/>
                </a:lnTo>
                <a:lnTo>
                  <a:pt x="18283" y="6708"/>
                </a:lnTo>
                <a:lnTo>
                  <a:pt x="18328" y="6603"/>
                </a:lnTo>
                <a:lnTo>
                  <a:pt x="18328" y="6496"/>
                </a:lnTo>
                <a:lnTo>
                  <a:pt x="18239" y="6338"/>
                </a:lnTo>
                <a:lnTo>
                  <a:pt x="18149" y="6286"/>
                </a:lnTo>
                <a:lnTo>
                  <a:pt x="18014" y="6286"/>
                </a:lnTo>
                <a:lnTo>
                  <a:pt x="17925" y="6391"/>
                </a:lnTo>
                <a:lnTo>
                  <a:pt x="17746" y="6654"/>
                </a:lnTo>
                <a:lnTo>
                  <a:pt x="17611" y="6971"/>
                </a:lnTo>
                <a:lnTo>
                  <a:pt x="17522" y="7236"/>
                </a:lnTo>
                <a:lnTo>
                  <a:pt x="17297" y="7183"/>
                </a:lnTo>
                <a:lnTo>
                  <a:pt x="17029" y="7183"/>
                </a:lnTo>
                <a:lnTo>
                  <a:pt x="16985" y="6813"/>
                </a:lnTo>
                <a:lnTo>
                  <a:pt x="16939" y="6444"/>
                </a:lnTo>
                <a:lnTo>
                  <a:pt x="16894" y="5704"/>
                </a:lnTo>
                <a:lnTo>
                  <a:pt x="16894" y="5599"/>
                </a:lnTo>
                <a:lnTo>
                  <a:pt x="16805" y="5546"/>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593" name="Google Shape;241;p3"/>
          <p:cNvSpPr/>
          <p:nvPr/>
        </p:nvSpPr>
        <p:spPr>
          <a:xfrm>
            <a:off x="3462692" y="4517833"/>
            <a:ext cx="479653" cy="33918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603" y="16167"/>
                </a:moveTo>
                <a:lnTo>
                  <a:pt x="15369" y="16432"/>
                </a:lnTo>
                <a:lnTo>
                  <a:pt x="15134" y="16696"/>
                </a:lnTo>
                <a:lnTo>
                  <a:pt x="14572" y="17227"/>
                </a:lnTo>
                <a:lnTo>
                  <a:pt x="14057" y="17492"/>
                </a:lnTo>
                <a:lnTo>
                  <a:pt x="13588" y="17823"/>
                </a:lnTo>
                <a:lnTo>
                  <a:pt x="12932" y="18154"/>
                </a:lnTo>
                <a:lnTo>
                  <a:pt x="12744" y="18287"/>
                </a:lnTo>
                <a:lnTo>
                  <a:pt x="12510" y="18352"/>
                </a:lnTo>
                <a:lnTo>
                  <a:pt x="12651" y="18022"/>
                </a:lnTo>
                <a:lnTo>
                  <a:pt x="12839" y="17691"/>
                </a:lnTo>
                <a:lnTo>
                  <a:pt x="13213" y="17624"/>
                </a:lnTo>
                <a:lnTo>
                  <a:pt x="13541" y="17426"/>
                </a:lnTo>
                <a:lnTo>
                  <a:pt x="13869" y="17227"/>
                </a:lnTo>
                <a:lnTo>
                  <a:pt x="14198" y="16895"/>
                </a:lnTo>
                <a:lnTo>
                  <a:pt x="14479" y="16564"/>
                </a:lnTo>
                <a:lnTo>
                  <a:pt x="14525" y="16365"/>
                </a:lnTo>
                <a:lnTo>
                  <a:pt x="14619" y="16365"/>
                </a:lnTo>
                <a:lnTo>
                  <a:pt x="14665" y="16298"/>
                </a:lnTo>
                <a:lnTo>
                  <a:pt x="15134" y="16167"/>
                </a:lnTo>
                <a:close/>
                <a:moveTo>
                  <a:pt x="16119" y="16233"/>
                </a:moveTo>
                <a:lnTo>
                  <a:pt x="16400" y="16365"/>
                </a:lnTo>
                <a:lnTo>
                  <a:pt x="16400" y="16564"/>
                </a:lnTo>
                <a:lnTo>
                  <a:pt x="15603" y="17492"/>
                </a:lnTo>
                <a:lnTo>
                  <a:pt x="14713" y="18287"/>
                </a:lnTo>
                <a:lnTo>
                  <a:pt x="14198" y="18685"/>
                </a:lnTo>
                <a:lnTo>
                  <a:pt x="13682" y="19015"/>
                </a:lnTo>
                <a:lnTo>
                  <a:pt x="13167" y="19348"/>
                </a:lnTo>
                <a:lnTo>
                  <a:pt x="12651" y="19745"/>
                </a:lnTo>
                <a:lnTo>
                  <a:pt x="12558" y="19546"/>
                </a:lnTo>
                <a:lnTo>
                  <a:pt x="12510" y="19348"/>
                </a:lnTo>
                <a:lnTo>
                  <a:pt x="12463" y="18883"/>
                </a:lnTo>
                <a:lnTo>
                  <a:pt x="12651" y="18883"/>
                </a:lnTo>
                <a:lnTo>
                  <a:pt x="12839" y="18750"/>
                </a:lnTo>
                <a:lnTo>
                  <a:pt x="13213" y="18551"/>
                </a:lnTo>
                <a:lnTo>
                  <a:pt x="14150" y="18089"/>
                </a:lnTo>
                <a:lnTo>
                  <a:pt x="14665" y="17756"/>
                </a:lnTo>
                <a:lnTo>
                  <a:pt x="15229" y="17359"/>
                </a:lnTo>
                <a:lnTo>
                  <a:pt x="15696" y="16830"/>
                </a:lnTo>
                <a:lnTo>
                  <a:pt x="15884" y="16564"/>
                </a:lnTo>
                <a:lnTo>
                  <a:pt x="16119" y="16233"/>
                </a:lnTo>
                <a:close/>
                <a:moveTo>
                  <a:pt x="12089" y="927"/>
                </a:moveTo>
                <a:lnTo>
                  <a:pt x="12417" y="993"/>
                </a:lnTo>
                <a:lnTo>
                  <a:pt x="12698" y="1060"/>
                </a:lnTo>
                <a:lnTo>
                  <a:pt x="12979" y="1192"/>
                </a:lnTo>
                <a:lnTo>
                  <a:pt x="13213" y="1391"/>
                </a:lnTo>
                <a:lnTo>
                  <a:pt x="13401" y="1656"/>
                </a:lnTo>
                <a:lnTo>
                  <a:pt x="13494" y="1987"/>
                </a:lnTo>
                <a:lnTo>
                  <a:pt x="13541" y="1987"/>
                </a:lnTo>
                <a:lnTo>
                  <a:pt x="13448" y="2186"/>
                </a:lnTo>
                <a:lnTo>
                  <a:pt x="13448" y="2384"/>
                </a:lnTo>
                <a:lnTo>
                  <a:pt x="13494" y="2915"/>
                </a:lnTo>
                <a:lnTo>
                  <a:pt x="13588" y="3378"/>
                </a:lnTo>
                <a:lnTo>
                  <a:pt x="13729" y="3775"/>
                </a:lnTo>
                <a:lnTo>
                  <a:pt x="13963" y="4239"/>
                </a:lnTo>
                <a:lnTo>
                  <a:pt x="14057" y="4505"/>
                </a:lnTo>
                <a:lnTo>
                  <a:pt x="14103" y="4836"/>
                </a:lnTo>
                <a:lnTo>
                  <a:pt x="14103" y="4969"/>
                </a:lnTo>
                <a:lnTo>
                  <a:pt x="14057" y="5034"/>
                </a:lnTo>
                <a:lnTo>
                  <a:pt x="13963" y="5034"/>
                </a:lnTo>
                <a:lnTo>
                  <a:pt x="13869" y="4969"/>
                </a:lnTo>
                <a:lnTo>
                  <a:pt x="13775" y="4770"/>
                </a:lnTo>
                <a:lnTo>
                  <a:pt x="13634" y="4174"/>
                </a:lnTo>
                <a:lnTo>
                  <a:pt x="13541" y="3842"/>
                </a:lnTo>
                <a:lnTo>
                  <a:pt x="13401" y="3577"/>
                </a:lnTo>
                <a:lnTo>
                  <a:pt x="13260" y="3246"/>
                </a:lnTo>
                <a:lnTo>
                  <a:pt x="13072" y="2980"/>
                </a:lnTo>
                <a:lnTo>
                  <a:pt x="12886" y="2782"/>
                </a:lnTo>
                <a:lnTo>
                  <a:pt x="12651" y="2583"/>
                </a:lnTo>
                <a:lnTo>
                  <a:pt x="12417" y="2451"/>
                </a:lnTo>
                <a:lnTo>
                  <a:pt x="12182" y="2384"/>
                </a:lnTo>
                <a:lnTo>
                  <a:pt x="11667" y="2384"/>
                </a:lnTo>
                <a:lnTo>
                  <a:pt x="11432" y="2451"/>
                </a:lnTo>
                <a:lnTo>
                  <a:pt x="11199" y="2583"/>
                </a:lnTo>
                <a:lnTo>
                  <a:pt x="11105" y="2650"/>
                </a:lnTo>
                <a:lnTo>
                  <a:pt x="11058" y="2717"/>
                </a:lnTo>
                <a:lnTo>
                  <a:pt x="11105" y="2915"/>
                </a:lnTo>
                <a:lnTo>
                  <a:pt x="11199" y="3047"/>
                </a:lnTo>
                <a:lnTo>
                  <a:pt x="11246" y="3114"/>
                </a:lnTo>
                <a:lnTo>
                  <a:pt x="11339" y="3114"/>
                </a:lnTo>
                <a:lnTo>
                  <a:pt x="11620" y="3047"/>
                </a:lnTo>
                <a:lnTo>
                  <a:pt x="11855" y="3047"/>
                </a:lnTo>
                <a:lnTo>
                  <a:pt x="12136" y="3114"/>
                </a:lnTo>
                <a:lnTo>
                  <a:pt x="12370" y="3246"/>
                </a:lnTo>
                <a:lnTo>
                  <a:pt x="12604" y="3378"/>
                </a:lnTo>
                <a:lnTo>
                  <a:pt x="12791" y="3643"/>
                </a:lnTo>
                <a:lnTo>
                  <a:pt x="12979" y="3909"/>
                </a:lnTo>
                <a:lnTo>
                  <a:pt x="13120" y="4239"/>
                </a:lnTo>
                <a:lnTo>
                  <a:pt x="13307" y="5034"/>
                </a:lnTo>
                <a:lnTo>
                  <a:pt x="13448" y="5367"/>
                </a:lnTo>
                <a:lnTo>
                  <a:pt x="13588" y="5632"/>
                </a:lnTo>
                <a:lnTo>
                  <a:pt x="13448" y="5764"/>
                </a:lnTo>
                <a:lnTo>
                  <a:pt x="13167" y="6095"/>
                </a:lnTo>
                <a:lnTo>
                  <a:pt x="12886" y="6492"/>
                </a:lnTo>
                <a:lnTo>
                  <a:pt x="12651" y="6891"/>
                </a:lnTo>
                <a:lnTo>
                  <a:pt x="12510" y="7354"/>
                </a:lnTo>
                <a:lnTo>
                  <a:pt x="12417" y="7751"/>
                </a:lnTo>
                <a:lnTo>
                  <a:pt x="12370" y="8148"/>
                </a:lnTo>
                <a:lnTo>
                  <a:pt x="12417" y="8548"/>
                </a:lnTo>
                <a:lnTo>
                  <a:pt x="12463" y="8945"/>
                </a:lnTo>
                <a:lnTo>
                  <a:pt x="12604" y="9275"/>
                </a:lnTo>
                <a:lnTo>
                  <a:pt x="12791" y="9541"/>
                </a:lnTo>
                <a:lnTo>
                  <a:pt x="13026" y="9805"/>
                </a:lnTo>
                <a:lnTo>
                  <a:pt x="13307" y="9938"/>
                </a:lnTo>
                <a:lnTo>
                  <a:pt x="13588" y="10070"/>
                </a:lnTo>
                <a:lnTo>
                  <a:pt x="13917" y="10005"/>
                </a:lnTo>
                <a:lnTo>
                  <a:pt x="14244" y="9938"/>
                </a:lnTo>
                <a:lnTo>
                  <a:pt x="14525" y="9740"/>
                </a:lnTo>
                <a:lnTo>
                  <a:pt x="15369" y="9144"/>
                </a:lnTo>
                <a:lnTo>
                  <a:pt x="16212" y="8414"/>
                </a:lnTo>
                <a:lnTo>
                  <a:pt x="16259" y="8282"/>
                </a:lnTo>
                <a:lnTo>
                  <a:pt x="16305" y="8148"/>
                </a:lnTo>
                <a:lnTo>
                  <a:pt x="16305" y="8016"/>
                </a:lnTo>
                <a:lnTo>
                  <a:pt x="16259" y="7950"/>
                </a:lnTo>
                <a:lnTo>
                  <a:pt x="16212" y="7818"/>
                </a:lnTo>
                <a:lnTo>
                  <a:pt x="16119" y="7751"/>
                </a:lnTo>
                <a:lnTo>
                  <a:pt x="15931" y="7751"/>
                </a:lnTo>
                <a:lnTo>
                  <a:pt x="15369" y="8215"/>
                </a:lnTo>
                <a:lnTo>
                  <a:pt x="14806" y="8746"/>
                </a:lnTo>
                <a:lnTo>
                  <a:pt x="14525" y="8945"/>
                </a:lnTo>
                <a:lnTo>
                  <a:pt x="14244" y="9144"/>
                </a:lnTo>
                <a:lnTo>
                  <a:pt x="13917" y="9275"/>
                </a:lnTo>
                <a:lnTo>
                  <a:pt x="13448" y="9275"/>
                </a:lnTo>
                <a:lnTo>
                  <a:pt x="13307" y="9209"/>
                </a:lnTo>
                <a:lnTo>
                  <a:pt x="13167" y="9077"/>
                </a:lnTo>
                <a:lnTo>
                  <a:pt x="13072" y="8945"/>
                </a:lnTo>
                <a:lnTo>
                  <a:pt x="12979" y="8746"/>
                </a:lnTo>
                <a:lnTo>
                  <a:pt x="12932" y="8548"/>
                </a:lnTo>
                <a:lnTo>
                  <a:pt x="12886" y="8083"/>
                </a:lnTo>
                <a:lnTo>
                  <a:pt x="12932" y="7885"/>
                </a:lnTo>
                <a:lnTo>
                  <a:pt x="12979" y="7619"/>
                </a:lnTo>
                <a:lnTo>
                  <a:pt x="13120" y="7222"/>
                </a:lnTo>
                <a:lnTo>
                  <a:pt x="13353" y="6891"/>
                </a:lnTo>
                <a:lnTo>
                  <a:pt x="13634" y="6559"/>
                </a:lnTo>
                <a:lnTo>
                  <a:pt x="14010" y="6095"/>
                </a:lnTo>
                <a:lnTo>
                  <a:pt x="14338" y="5632"/>
                </a:lnTo>
                <a:lnTo>
                  <a:pt x="14479" y="5367"/>
                </a:lnTo>
                <a:lnTo>
                  <a:pt x="14572" y="5101"/>
                </a:lnTo>
                <a:lnTo>
                  <a:pt x="14572" y="4373"/>
                </a:lnTo>
                <a:lnTo>
                  <a:pt x="14479" y="4108"/>
                </a:lnTo>
                <a:lnTo>
                  <a:pt x="14384" y="3909"/>
                </a:lnTo>
                <a:lnTo>
                  <a:pt x="14150" y="3378"/>
                </a:lnTo>
                <a:lnTo>
                  <a:pt x="13917" y="2849"/>
                </a:lnTo>
                <a:lnTo>
                  <a:pt x="13822" y="2583"/>
                </a:lnTo>
                <a:lnTo>
                  <a:pt x="13822" y="2318"/>
                </a:lnTo>
                <a:lnTo>
                  <a:pt x="13917" y="2252"/>
                </a:lnTo>
                <a:lnTo>
                  <a:pt x="14432" y="2054"/>
                </a:lnTo>
                <a:lnTo>
                  <a:pt x="14948" y="1855"/>
                </a:lnTo>
                <a:lnTo>
                  <a:pt x="15510" y="1721"/>
                </a:lnTo>
                <a:lnTo>
                  <a:pt x="16072" y="1656"/>
                </a:lnTo>
                <a:lnTo>
                  <a:pt x="16353" y="1721"/>
                </a:lnTo>
                <a:lnTo>
                  <a:pt x="16634" y="1855"/>
                </a:lnTo>
                <a:lnTo>
                  <a:pt x="16867" y="1987"/>
                </a:lnTo>
                <a:lnTo>
                  <a:pt x="17055" y="2186"/>
                </a:lnTo>
                <a:lnTo>
                  <a:pt x="17243" y="2451"/>
                </a:lnTo>
                <a:lnTo>
                  <a:pt x="17383" y="2717"/>
                </a:lnTo>
                <a:lnTo>
                  <a:pt x="17664" y="3445"/>
                </a:lnTo>
                <a:lnTo>
                  <a:pt x="17898" y="3976"/>
                </a:lnTo>
                <a:lnTo>
                  <a:pt x="17712" y="4373"/>
                </a:lnTo>
                <a:lnTo>
                  <a:pt x="17477" y="4637"/>
                </a:lnTo>
                <a:lnTo>
                  <a:pt x="17243" y="4836"/>
                </a:lnTo>
                <a:lnTo>
                  <a:pt x="16962" y="5034"/>
                </a:lnTo>
                <a:lnTo>
                  <a:pt x="16400" y="5300"/>
                </a:lnTo>
                <a:lnTo>
                  <a:pt x="15791" y="5565"/>
                </a:lnTo>
                <a:lnTo>
                  <a:pt x="15322" y="5831"/>
                </a:lnTo>
                <a:lnTo>
                  <a:pt x="14713" y="6228"/>
                </a:lnTo>
                <a:lnTo>
                  <a:pt x="14432" y="6427"/>
                </a:lnTo>
                <a:lnTo>
                  <a:pt x="14244" y="6757"/>
                </a:lnTo>
                <a:lnTo>
                  <a:pt x="14103" y="7023"/>
                </a:lnTo>
                <a:lnTo>
                  <a:pt x="14057" y="7222"/>
                </a:lnTo>
                <a:lnTo>
                  <a:pt x="14057" y="7552"/>
                </a:lnTo>
                <a:lnTo>
                  <a:pt x="14103" y="7686"/>
                </a:lnTo>
                <a:lnTo>
                  <a:pt x="14198" y="7751"/>
                </a:lnTo>
                <a:lnTo>
                  <a:pt x="14479" y="7751"/>
                </a:lnTo>
                <a:lnTo>
                  <a:pt x="14525" y="7619"/>
                </a:lnTo>
                <a:lnTo>
                  <a:pt x="14572" y="7487"/>
                </a:lnTo>
                <a:lnTo>
                  <a:pt x="14619" y="7354"/>
                </a:lnTo>
                <a:lnTo>
                  <a:pt x="14760" y="7155"/>
                </a:lnTo>
                <a:lnTo>
                  <a:pt x="15041" y="6891"/>
                </a:lnTo>
                <a:lnTo>
                  <a:pt x="15415" y="6626"/>
                </a:lnTo>
                <a:lnTo>
                  <a:pt x="15696" y="6492"/>
                </a:lnTo>
                <a:lnTo>
                  <a:pt x="16353" y="6161"/>
                </a:lnTo>
                <a:lnTo>
                  <a:pt x="16962" y="5831"/>
                </a:lnTo>
                <a:lnTo>
                  <a:pt x="17336" y="5632"/>
                </a:lnTo>
                <a:lnTo>
                  <a:pt x="17712" y="5367"/>
                </a:lnTo>
                <a:lnTo>
                  <a:pt x="17993" y="4969"/>
                </a:lnTo>
                <a:lnTo>
                  <a:pt x="18086" y="4770"/>
                </a:lnTo>
                <a:lnTo>
                  <a:pt x="18181" y="4505"/>
                </a:lnTo>
                <a:lnTo>
                  <a:pt x="18274" y="4637"/>
                </a:lnTo>
                <a:lnTo>
                  <a:pt x="18508" y="4902"/>
                </a:lnTo>
                <a:lnTo>
                  <a:pt x="18743" y="5034"/>
                </a:lnTo>
                <a:lnTo>
                  <a:pt x="19024" y="5233"/>
                </a:lnTo>
                <a:lnTo>
                  <a:pt x="19257" y="5433"/>
                </a:lnTo>
                <a:lnTo>
                  <a:pt x="19538" y="5764"/>
                </a:lnTo>
                <a:lnTo>
                  <a:pt x="19773" y="6228"/>
                </a:lnTo>
                <a:lnTo>
                  <a:pt x="19960" y="6691"/>
                </a:lnTo>
                <a:lnTo>
                  <a:pt x="20054" y="7222"/>
                </a:lnTo>
                <a:lnTo>
                  <a:pt x="19773" y="7885"/>
                </a:lnTo>
                <a:lnTo>
                  <a:pt x="19633" y="8215"/>
                </a:lnTo>
                <a:lnTo>
                  <a:pt x="19398" y="8481"/>
                </a:lnTo>
                <a:lnTo>
                  <a:pt x="19117" y="8811"/>
                </a:lnTo>
                <a:lnTo>
                  <a:pt x="18789" y="9144"/>
                </a:lnTo>
                <a:lnTo>
                  <a:pt x="18414" y="9342"/>
                </a:lnTo>
                <a:lnTo>
                  <a:pt x="18040" y="9541"/>
                </a:lnTo>
                <a:lnTo>
                  <a:pt x="17336" y="9805"/>
                </a:lnTo>
                <a:lnTo>
                  <a:pt x="16634" y="10137"/>
                </a:lnTo>
                <a:lnTo>
                  <a:pt x="16305" y="10336"/>
                </a:lnTo>
                <a:lnTo>
                  <a:pt x="15978" y="10601"/>
                </a:lnTo>
                <a:lnTo>
                  <a:pt x="15696" y="10865"/>
                </a:lnTo>
                <a:lnTo>
                  <a:pt x="15462" y="11262"/>
                </a:lnTo>
                <a:lnTo>
                  <a:pt x="15275" y="11595"/>
                </a:lnTo>
                <a:lnTo>
                  <a:pt x="15229" y="11992"/>
                </a:lnTo>
                <a:lnTo>
                  <a:pt x="15229" y="12323"/>
                </a:lnTo>
                <a:lnTo>
                  <a:pt x="15275" y="12655"/>
                </a:lnTo>
                <a:lnTo>
                  <a:pt x="15369" y="12921"/>
                </a:lnTo>
                <a:lnTo>
                  <a:pt x="15556" y="13184"/>
                </a:lnTo>
                <a:lnTo>
                  <a:pt x="15743" y="13383"/>
                </a:lnTo>
                <a:lnTo>
                  <a:pt x="16024" y="13582"/>
                </a:lnTo>
                <a:lnTo>
                  <a:pt x="16305" y="13649"/>
                </a:lnTo>
                <a:lnTo>
                  <a:pt x="16586" y="13649"/>
                </a:lnTo>
                <a:lnTo>
                  <a:pt x="16867" y="13582"/>
                </a:lnTo>
                <a:lnTo>
                  <a:pt x="17150" y="13517"/>
                </a:lnTo>
                <a:lnTo>
                  <a:pt x="17477" y="13383"/>
                </a:lnTo>
                <a:lnTo>
                  <a:pt x="17852" y="13184"/>
                </a:lnTo>
                <a:lnTo>
                  <a:pt x="18133" y="12921"/>
                </a:lnTo>
                <a:lnTo>
                  <a:pt x="18274" y="12720"/>
                </a:lnTo>
                <a:lnTo>
                  <a:pt x="18321" y="12588"/>
                </a:lnTo>
                <a:lnTo>
                  <a:pt x="18367" y="12323"/>
                </a:lnTo>
                <a:lnTo>
                  <a:pt x="18321" y="12258"/>
                </a:lnTo>
                <a:lnTo>
                  <a:pt x="18227" y="12191"/>
                </a:lnTo>
                <a:lnTo>
                  <a:pt x="17993" y="12191"/>
                </a:lnTo>
                <a:lnTo>
                  <a:pt x="17758" y="12323"/>
                </a:lnTo>
                <a:lnTo>
                  <a:pt x="17290" y="12588"/>
                </a:lnTo>
                <a:lnTo>
                  <a:pt x="17009" y="12720"/>
                </a:lnTo>
                <a:lnTo>
                  <a:pt x="16727" y="12787"/>
                </a:lnTo>
                <a:lnTo>
                  <a:pt x="16165" y="12787"/>
                </a:lnTo>
                <a:lnTo>
                  <a:pt x="15978" y="12655"/>
                </a:lnTo>
                <a:lnTo>
                  <a:pt x="15884" y="12521"/>
                </a:lnTo>
                <a:lnTo>
                  <a:pt x="15791" y="12323"/>
                </a:lnTo>
                <a:lnTo>
                  <a:pt x="15791" y="12124"/>
                </a:lnTo>
                <a:lnTo>
                  <a:pt x="15837" y="11925"/>
                </a:lnTo>
                <a:lnTo>
                  <a:pt x="15931" y="11727"/>
                </a:lnTo>
                <a:lnTo>
                  <a:pt x="16165" y="11396"/>
                </a:lnTo>
                <a:lnTo>
                  <a:pt x="16446" y="11131"/>
                </a:lnTo>
                <a:lnTo>
                  <a:pt x="16774" y="10932"/>
                </a:lnTo>
                <a:lnTo>
                  <a:pt x="17383" y="10666"/>
                </a:lnTo>
                <a:lnTo>
                  <a:pt x="18462" y="10137"/>
                </a:lnTo>
                <a:lnTo>
                  <a:pt x="19024" y="9805"/>
                </a:lnTo>
                <a:lnTo>
                  <a:pt x="19257" y="9606"/>
                </a:lnTo>
                <a:lnTo>
                  <a:pt x="19492" y="9342"/>
                </a:lnTo>
                <a:lnTo>
                  <a:pt x="19819" y="8945"/>
                </a:lnTo>
                <a:lnTo>
                  <a:pt x="20100" y="8414"/>
                </a:lnTo>
                <a:lnTo>
                  <a:pt x="20100" y="8481"/>
                </a:lnTo>
                <a:lnTo>
                  <a:pt x="20054" y="8679"/>
                </a:lnTo>
                <a:lnTo>
                  <a:pt x="20148" y="8878"/>
                </a:lnTo>
                <a:lnTo>
                  <a:pt x="20242" y="9010"/>
                </a:lnTo>
                <a:lnTo>
                  <a:pt x="20383" y="9077"/>
                </a:lnTo>
                <a:lnTo>
                  <a:pt x="20569" y="9144"/>
                </a:lnTo>
                <a:lnTo>
                  <a:pt x="20664" y="9209"/>
                </a:lnTo>
                <a:lnTo>
                  <a:pt x="20757" y="9407"/>
                </a:lnTo>
                <a:lnTo>
                  <a:pt x="20850" y="9673"/>
                </a:lnTo>
                <a:lnTo>
                  <a:pt x="20616" y="9740"/>
                </a:lnTo>
                <a:lnTo>
                  <a:pt x="20335" y="9872"/>
                </a:lnTo>
                <a:lnTo>
                  <a:pt x="19867" y="10204"/>
                </a:lnTo>
                <a:lnTo>
                  <a:pt x="19164" y="10534"/>
                </a:lnTo>
                <a:lnTo>
                  <a:pt x="18883" y="10666"/>
                </a:lnTo>
                <a:lnTo>
                  <a:pt x="18789" y="10800"/>
                </a:lnTo>
                <a:lnTo>
                  <a:pt x="18695" y="10999"/>
                </a:lnTo>
                <a:lnTo>
                  <a:pt x="18648" y="11131"/>
                </a:lnTo>
                <a:lnTo>
                  <a:pt x="18743" y="11329"/>
                </a:lnTo>
                <a:lnTo>
                  <a:pt x="18883" y="11396"/>
                </a:lnTo>
                <a:lnTo>
                  <a:pt x="19024" y="11396"/>
                </a:lnTo>
                <a:lnTo>
                  <a:pt x="19352" y="11329"/>
                </a:lnTo>
                <a:lnTo>
                  <a:pt x="19679" y="11131"/>
                </a:lnTo>
                <a:lnTo>
                  <a:pt x="19960" y="10932"/>
                </a:lnTo>
                <a:lnTo>
                  <a:pt x="20476" y="10601"/>
                </a:lnTo>
                <a:lnTo>
                  <a:pt x="20710" y="10336"/>
                </a:lnTo>
                <a:lnTo>
                  <a:pt x="20945" y="10070"/>
                </a:lnTo>
                <a:lnTo>
                  <a:pt x="20945" y="11860"/>
                </a:lnTo>
                <a:lnTo>
                  <a:pt x="20850" y="11925"/>
                </a:lnTo>
                <a:lnTo>
                  <a:pt x="20664" y="12521"/>
                </a:lnTo>
                <a:lnTo>
                  <a:pt x="20523" y="13119"/>
                </a:lnTo>
                <a:lnTo>
                  <a:pt x="19257" y="13119"/>
                </a:lnTo>
                <a:lnTo>
                  <a:pt x="18883" y="13184"/>
                </a:lnTo>
                <a:lnTo>
                  <a:pt x="18555" y="13383"/>
                </a:lnTo>
                <a:lnTo>
                  <a:pt x="18321" y="13715"/>
                </a:lnTo>
                <a:lnTo>
                  <a:pt x="18133" y="14113"/>
                </a:lnTo>
                <a:lnTo>
                  <a:pt x="17993" y="14510"/>
                </a:lnTo>
                <a:lnTo>
                  <a:pt x="17945" y="14776"/>
                </a:lnTo>
                <a:lnTo>
                  <a:pt x="17898" y="15039"/>
                </a:lnTo>
                <a:lnTo>
                  <a:pt x="17945" y="15504"/>
                </a:lnTo>
                <a:lnTo>
                  <a:pt x="18086" y="15968"/>
                </a:lnTo>
                <a:lnTo>
                  <a:pt x="18274" y="16432"/>
                </a:lnTo>
                <a:lnTo>
                  <a:pt x="18508" y="16830"/>
                </a:lnTo>
                <a:lnTo>
                  <a:pt x="18743" y="17227"/>
                </a:lnTo>
                <a:lnTo>
                  <a:pt x="18976" y="17624"/>
                </a:lnTo>
                <a:lnTo>
                  <a:pt x="19164" y="17756"/>
                </a:lnTo>
                <a:lnTo>
                  <a:pt x="19352" y="17823"/>
                </a:lnTo>
                <a:lnTo>
                  <a:pt x="19445" y="17756"/>
                </a:lnTo>
                <a:lnTo>
                  <a:pt x="19492" y="17624"/>
                </a:lnTo>
                <a:lnTo>
                  <a:pt x="19492" y="17292"/>
                </a:lnTo>
                <a:lnTo>
                  <a:pt x="19352" y="17028"/>
                </a:lnTo>
                <a:lnTo>
                  <a:pt x="19024" y="16497"/>
                </a:lnTo>
                <a:lnTo>
                  <a:pt x="18789" y="16167"/>
                </a:lnTo>
                <a:lnTo>
                  <a:pt x="18602" y="15769"/>
                </a:lnTo>
                <a:lnTo>
                  <a:pt x="18508" y="15372"/>
                </a:lnTo>
                <a:lnTo>
                  <a:pt x="18462" y="15106"/>
                </a:lnTo>
                <a:lnTo>
                  <a:pt x="18462" y="14908"/>
                </a:lnTo>
                <a:lnTo>
                  <a:pt x="18508" y="14642"/>
                </a:lnTo>
                <a:lnTo>
                  <a:pt x="18602" y="14443"/>
                </a:lnTo>
                <a:lnTo>
                  <a:pt x="18743" y="14178"/>
                </a:lnTo>
                <a:lnTo>
                  <a:pt x="19024" y="13979"/>
                </a:lnTo>
                <a:lnTo>
                  <a:pt x="19305" y="13847"/>
                </a:lnTo>
                <a:lnTo>
                  <a:pt x="19586" y="13780"/>
                </a:lnTo>
                <a:lnTo>
                  <a:pt x="20569" y="13780"/>
                </a:lnTo>
                <a:lnTo>
                  <a:pt x="20429" y="14178"/>
                </a:lnTo>
                <a:lnTo>
                  <a:pt x="20383" y="14378"/>
                </a:lnTo>
                <a:lnTo>
                  <a:pt x="20429" y="14642"/>
                </a:lnTo>
                <a:lnTo>
                  <a:pt x="20476" y="15039"/>
                </a:lnTo>
                <a:lnTo>
                  <a:pt x="20476" y="15901"/>
                </a:lnTo>
                <a:lnTo>
                  <a:pt x="20429" y="16298"/>
                </a:lnTo>
                <a:lnTo>
                  <a:pt x="20335" y="15968"/>
                </a:lnTo>
                <a:lnTo>
                  <a:pt x="20242" y="15702"/>
                </a:lnTo>
                <a:lnTo>
                  <a:pt x="20100" y="15372"/>
                </a:lnTo>
                <a:lnTo>
                  <a:pt x="19914" y="15106"/>
                </a:lnTo>
                <a:lnTo>
                  <a:pt x="19819" y="15039"/>
                </a:lnTo>
                <a:lnTo>
                  <a:pt x="19633" y="15039"/>
                </a:lnTo>
                <a:lnTo>
                  <a:pt x="19538" y="15106"/>
                </a:lnTo>
                <a:lnTo>
                  <a:pt x="19492" y="15238"/>
                </a:lnTo>
                <a:lnTo>
                  <a:pt x="19492" y="15504"/>
                </a:lnTo>
                <a:lnTo>
                  <a:pt x="19538" y="15636"/>
                </a:lnTo>
                <a:lnTo>
                  <a:pt x="19773" y="16100"/>
                </a:lnTo>
                <a:lnTo>
                  <a:pt x="19914" y="16564"/>
                </a:lnTo>
                <a:lnTo>
                  <a:pt x="19960" y="17093"/>
                </a:lnTo>
                <a:lnTo>
                  <a:pt x="19914" y="17691"/>
                </a:lnTo>
                <a:lnTo>
                  <a:pt x="19914" y="17823"/>
                </a:lnTo>
                <a:lnTo>
                  <a:pt x="19960" y="18022"/>
                </a:lnTo>
                <a:lnTo>
                  <a:pt x="19633" y="18618"/>
                </a:lnTo>
                <a:lnTo>
                  <a:pt x="19211" y="19214"/>
                </a:lnTo>
                <a:lnTo>
                  <a:pt x="19024" y="19413"/>
                </a:lnTo>
                <a:lnTo>
                  <a:pt x="18743" y="19678"/>
                </a:lnTo>
                <a:lnTo>
                  <a:pt x="18227" y="19944"/>
                </a:lnTo>
                <a:lnTo>
                  <a:pt x="18274" y="19810"/>
                </a:lnTo>
                <a:lnTo>
                  <a:pt x="18321" y="19214"/>
                </a:lnTo>
                <a:lnTo>
                  <a:pt x="18274" y="18685"/>
                </a:lnTo>
                <a:lnTo>
                  <a:pt x="18181" y="18089"/>
                </a:lnTo>
                <a:lnTo>
                  <a:pt x="17993" y="17557"/>
                </a:lnTo>
                <a:lnTo>
                  <a:pt x="17758" y="17028"/>
                </a:lnTo>
                <a:lnTo>
                  <a:pt x="17477" y="16564"/>
                </a:lnTo>
                <a:lnTo>
                  <a:pt x="17243" y="16298"/>
                </a:lnTo>
                <a:lnTo>
                  <a:pt x="17150" y="16100"/>
                </a:lnTo>
                <a:lnTo>
                  <a:pt x="17055" y="15968"/>
                </a:lnTo>
                <a:lnTo>
                  <a:pt x="16821" y="15968"/>
                </a:lnTo>
                <a:lnTo>
                  <a:pt x="16400" y="15702"/>
                </a:lnTo>
                <a:lnTo>
                  <a:pt x="16446" y="15504"/>
                </a:lnTo>
                <a:lnTo>
                  <a:pt x="16446" y="15106"/>
                </a:lnTo>
                <a:lnTo>
                  <a:pt x="16400" y="15039"/>
                </a:lnTo>
                <a:lnTo>
                  <a:pt x="16305" y="14974"/>
                </a:lnTo>
                <a:lnTo>
                  <a:pt x="16165" y="14974"/>
                </a:lnTo>
                <a:lnTo>
                  <a:pt x="16072" y="15039"/>
                </a:lnTo>
                <a:lnTo>
                  <a:pt x="16024" y="15173"/>
                </a:lnTo>
                <a:lnTo>
                  <a:pt x="15931" y="15504"/>
                </a:lnTo>
                <a:lnTo>
                  <a:pt x="15650" y="15437"/>
                </a:lnTo>
                <a:lnTo>
                  <a:pt x="15369" y="15504"/>
                </a:lnTo>
                <a:lnTo>
                  <a:pt x="15088" y="15570"/>
                </a:lnTo>
                <a:lnTo>
                  <a:pt x="14853" y="15702"/>
                </a:lnTo>
                <a:lnTo>
                  <a:pt x="14760" y="15504"/>
                </a:lnTo>
                <a:lnTo>
                  <a:pt x="14619" y="15372"/>
                </a:lnTo>
                <a:lnTo>
                  <a:pt x="14384" y="15372"/>
                </a:lnTo>
                <a:lnTo>
                  <a:pt x="14291" y="15504"/>
                </a:lnTo>
                <a:lnTo>
                  <a:pt x="14198" y="15636"/>
                </a:lnTo>
                <a:lnTo>
                  <a:pt x="14103" y="15769"/>
                </a:lnTo>
                <a:lnTo>
                  <a:pt x="13917" y="16100"/>
                </a:lnTo>
                <a:lnTo>
                  <a:pt x="13729" y="16365"/>
                </a:lnTo>
                <a:lnTo>
                  <a:pt x="13353" y="16631"/>
                </a:lnTo>
                <a:lnTo>
                  <a:pt x="12932" y="16830"/>
                </a:lnTo>
                <a:lnTo>
                  <a:pt x="12510" y="16961"/>
                </a:lnTo>
                <a:lnTo>
                  <a:pt x="12089" y="17028"/>
                </a:lnTo>
                <a:lnTo>
                  <a:pt x="11199" y="17028"/>
                </a:lnTo>
                <a:lnTo>
                  <a:pt x="10636" y="16895"/>
                </a:lnTo>
                <a:lnTo>
                  <a:pt x="10449" y="16830"/>
                </a:lnTo>
                <a:lnTo>
                  <a:pt x="10401" y="16830"/>
                </a:lnTo>
                <a:lnTo>
                  <a:pt x="10401" y="16497"/>
                </a:lnTo>
                <a:lnTo>
                  <a:pt x="10261" y="16298"/>
                </a:lnTo>
                <a:lnTo>
                  <a:pt x="10589" y="15570"/>
                </a:lnTo>
                <a:lnTo>
                  <a:pt x="10918" y="14776"/>
                </a:lnTo>
                <a:lnTo>
                  <a:pt x="11199" y="14311"/>
                </a:lnTo>
                <a:lnTo>
                  <a:pt x="11480" y="13780"/>
                </a:lnTo>
                <a:lnTo>
                  <a:pt x="11808" y="13383"/>
                </a:lnTo>
                <a:lnTo>
                  <a:pt x="12136" y="12921"/>
                </a:lnTo>
                <a:lnTo>
                  <a:pt x="12510" y="12588"/>
                </a:lnTo>
                <a:lnTo>
                  <a:pt x="12886" y="12258"/>
                </a:lnTo>
                <a:lnTo>
                  <a:pt x="13072" y="12124"/>
                </a:lnTo>
                <a:lnTo>
                  <a:pt x="13307" y="12124"/>
                </a:lnTo>
                <a:lnTo>
                  <a:pt x="13401" y="12191"/>
                </a:lnTo>
                <a:lnTo>
                  <a:pt x="13448" y="12323"/>
                </a:lnTo>
                <a:lnTo>
                  <a:pt x="13448" y="12720"/>
                </a:lnTo>
                <a:lnTo>
                  <a:pt x="13353" y="12921"/>
                </a:lnTo>
                <a:lnTo>
                  <a:pt x="13167" y="13318"/>
                </a:lnTo>
                <a:lnTo>
                  <a:pt x="12839" y="13847"/>
                </a:lnTo>
                <a:lnTo>
                  <a:pt x="12463" y="14378"/>
                </a:lnTo>
                <a:lnTo>
                  <a:pt x="12136" y="14974"/>
                </a:lnTo>
                <a:lnTo>
                  <a:pt x="11855" y="15636"/>
                </a:lnTo>
                <a:lnTo>
                  <a:pt x="11855" y="15769"/>
                </a:lnTo>
                <a:lnTo>
                  <a:pt x="11901" y="15968"/>
                </a:lnTo>
                <a:lnTo>
                  <a:pt x="11996" y="16035"/>
                </a:lnTo>
                <a:lnTo>
                  <a:pt x="12136" y="16035"/>
                </a:lnTo>
                <a:lnTo>
                  <a:pt x="12417" y="15702"/>
                </a:lnTo>
                <a:lnTo>
                  <a:pt x="12698" y="15305"/>
                </a:lnTo>
                <a:lnTo>
                  <a:pt x="13120" y="14443"/>
                </a:lnTo>
                <a:lnTo>
                  <a:pt x="13541" y="13780"/>
                </a:lnTo>
                <a:lnTo>
                  <a:pt x="13729" y="13450"/>
                </a:lnTo>
                <a:lnTo>
                  <a:pt x="13869" y="13052"/>
                </a:lnTo>
                <a:lnTo>
                  <a:pt x="13917" y="12720"/>
                </a:lnTo>
                <a:lnTo>
                  <a:pt x="13917" y="12390"/>
                </a:lnTo>
                <a:lnTo>
                  <a:pt x="13869" y="12059"/>
                </a:lnTo>
                <a:lnTo>
                  <a:pt x="13775" y="11793"/>
                </a:lnTo>
                <a:lnTo>
                  <a:pt x="13634" y="11528"/>
                </a:lnTo>
                <a:lnTo>
                  <a:pt x="13401" y="11396"/>
                </a:lnTo>
                <a:lnTo>
                  <a:pt x="13213" y="11396"/>
                </a:lnTo>
                <a:lnTo>
                  <a:pt x="12932" y="11463"/>
                </a:lnTo>
                <a:lnTo>
                  <a:pt x="12651" y="11595"/>
                </a:lnTo>
                <a:lnTo>
                  <a:pt x="12370" y="11860"/>
                </a:lnTo>
                <a:lnTo>
                  <a:pt x="11855" y="12390"/>
                </a:lnTo>
                <a:lnTo>
                  <a:pt x="11386" y="12986"/>
                </a:lnTo>
                <a:lnTo>
                  <a:pt x="10965" y="13649"/>
                </a:lnTo>
                <a:lnTo>
                  <a:pt x="10589" y="14245"/>
                </a:lnTo>
                <a:lnTo>
                  <a:pt x="10261" y="14908"/>
                </a:lnTo>
                <a:lnTo>
                  <a:pt x="10027" y="15636"/>
                </a:lnTo>
                <a:lnTo>
                  <a:pt x="9934" y="16035"/>
                </a:lnTo>
                <a:lnTo>
                  <a:pt x="9887" y="16432"/>
                </a:lnTo>
                <a:lnTo>
                  <a:pt x="9839" y="16432"/>
                </a:lnTo>
                <a:lnTo>
                  <a:pt x="9793" y="16564"/>
                </a:lnTo>
                <a:lnTo>
                  <a:pt x="9652" y="16631"/>
                </a:lnTo>
                <a:lnTo>
                  <a:pt x="9325" y="16631"/>
                </a:lnTo>
                <a:lnTo>
                  <a:pt x="8715" y="16432"/>
                </a:lnTo>
                <a:lnTo>
                  <a:pt x="7966" y="16432"/>
                </a:lnTo>
                <a:lnTo>
                  <a:pt x="7263" y="16564"/>
                </a:lnTo>
                <a:lnTo>
                  <a:pt x="7168" y="16564"/>
                </a:lnTo>
                <a:lnTo>
                  <a:pt x="7168" y="15901"/>
                </a:lnTo>
                <a:lnTo>
                  <a:pt x="7263" y="15636"/>
                </a:lnTo>
                <a:lnTo>
                  <a:pt x="7356" y="15372"/>
                </a:lnTo>
                <a:lnTo>
                  <a:pt x="7497" y="15106"/>
                </a:lnTo>
                <a:lnTo>
                  <a:pt x="7685" y="14974"/>
                </a:lnTo>
                <a:lnTo>
                  <a:pt x="7872" y="14776"/>
                </a:lnTo>
                <a:lnTo>
                  <a:pt x="8153" y="14709"/>
                </a:lnTo>
                <a:lnTo>
                  <a:pt x="8621" y="14510"/>
                </a:lnTo>
                <a:lnTo>
                  <a:pt x="9044" y="14311"/>
                </a:lnTo>
                <a:lnTo>
                  <a:pt x="9465" y="14046"/>
                </a:lnTo>
                <a:lnTo>
                  <a:pt x="9839" y="13715"/>
                </a:lnTo>
                <a:lnTo>
                  <a:pt x="10168" y="13318"/>
                </a:lnTo>
                <a:lnTo>
                  <a:pt x="10496" y="12921"/>
                </a:lnTo>
                <a:lnTo>
                  <a:pt x="10777" y="12456"/>
                </a:lnTo>
                <a:lnTo>
                  <a:pt x="11011" y="11925"/>
                </a:lnTo>
                <a:lnTo>
                  <a:pt x="11199" y="11528"/>
                </a:lnTo>
                <a:lnTo>
                  <a:pt x="11386" y="10999"/>
                </a:lnTo>
                <a:lnTo>
                  <a:pt x="11432" y="10733"/>
                </a:lnTo>
                <a:lnTo>
                  <a:pt x="11480" y="10468"/>
                </a:lnTo>
                <a:lnTo>
                  <a:pt x="11432" y="10204"/>
                </a:lnTo>
                <a:lnTo>
                  <a:pt x="11386" y="10005"/>
                </a:lnTo>
                <a:lnTo>
                  <a:pt x="11246" y="10005"/>
                </a:lnTo>
                <a:lnTo>
                  <a:pt x="11105" y="10070"/>
                </a:lnTo>
                <a:lnTo>
                  <a:pt x="11011" y="10269"/>
                </a:lnTo>
                <a:lnTo>
                  <a:pt x="10870" y="10733"/>
                </a:lnTo>
                <a:lnTo>
                  <a:pt x="10636" y="11396"/>
                </a:lnTo>
                <a:lnTo>
                  <a:pt x="10355" y="12059"/>
                </a:lnTo>
                <a:lnTo>
                  <a:pt x="9980" y="12655"/>
                </a:lnTo>
                <a:lnTo>
                  <a:pt x="9558" y="13119"/>
                </a:lnTo>
                <a:lnTo>
                  <a:pt x="9090" y="13517"/>
                </a:lnTo>
                <a:lnTo>
                  <a:pt x="8575" y="13847"/>
                </a:lnTo>
                <a:lnTo>
                  <a:pt x="8106" y="14046"/>
                </a:lnTo>
                <a:lnTo>
                  <a:pt x="7685" y="14245"/>
                </a:lnTo>
                <a:lnTo>
                  <a:pt x="7450" y="14311"/>
                </a:lnTo>
                <a:lnTo>
                  <a:pt x="7263" y="14510"/>
                </a:lnTo>
                <a:lnTo>
                  <a:pt x="7075" y="14709"/>
                </a:lnTo>
                <a:lnTo>
                  <a:pt x="6935" y="14974"/>
                </a:lnTo>
                <a:lnTo>
                  <a:pt x="6747" y="15372"/>
                </a:lnTo>
                <a:lnTo>
                  <a:pt x="6654" y="15836"/>
                </a:lnTo>
                <a:lnTo>
                  <a:pt x="6654" y="16298"/>
                </a:lnTo>
                <a:lnTo>
                  <a:pt x="6747" y="16763"/>
                </a:lnTo>
                <a:lnTo>
                  <a:pt x="6278" y="16961"/>
                </a:lnTo>
                <a:lnTo>
                  <a:pt x="5763" y="17160"/>
                </a:lnTo>
                <a:lnTo>
                  <a:pt x="5576" y="17160"/>
                </a:lnTo>
                <a:lnTo>
                  <a:pt x="5388" y="17093"/>
                </a:lnTo>
                <a:lnTo>
                  <a:pt x="5201" y="17028"/>
                </a:lnTo>
                <a:lnTo>
                  <a:pt x="5061" y="16895"/>
                </a:lnTo>
                <a:lnTo>
                  <a:pt x="4920" y="16696"/>
                </a:lnTo>
                <a:lnTo>
                  <a:pt x="4826" y="16497"/>
                </a:lnTo>
                <a:lnTo>
                  <a:pt x="4780" y="16298"/>
                </a:lnTo>
                <a:lnTo>
                  <a:pt x="4826" y="15968"/>
                </a:lnTo>
                <a:lnTo>
                  <a:pt x="4873" y="15836"/>
                </a:lnTo>
                <a:lnTo>
                  <a:pt x="4826" y="15702"/>
                </a:lnTo>
                <a:lnTo>
                  <a:pt x="4966" y="15437"/>
                </a:lnTo>
                <a:lnTo>
                  <a:pt x="5061" y="15173"/>
                </a:lnTo>
                <a:lnTo>
                  <a:pt x="5247" y="14642"/>
                </a:lnTo>
                <a:lnTo>
                  <a:pt x="5435" y="14178"/>
                </a:lnTo>
                <a:lnTo>
                  <a:pt x="5670" y="13582"/>
                </a:lnTo>
                <a:lnTo>
                  <a:pt x="5716" y="13318"/>
                </a:lnTo>
                <a:lnTo>
                  <a:pt x="5763" y="13052"/>
                </a:lnTo>
                <a:lnTo>
                  <a:pt x="5716" y="12720"/>
                </a:lnTo>
                <a:lnTo>
                  <a:pt x="5670" y="12456"/>
                </a:lnTo>
                <a:lnTo>
                  <a:pt x="5528" y="12323"/>
                </a:lnTo>
                <a:lnTo>
                  <a:pt x="5388" y="12191"/>
                </a:lnTo>
                <a:lnTo>
                  <a:pt x="5247" y="12124"/>
                </a:lnTo>
                <a:lnTo>
                  <a:pt x="5061" y="12124"/>
                </a:lnTo>
                <a:lnTo>
                  <a:pt x="4733" y="12191"/>
                </a:lnTo>
                <a:lnTo>
                  <a:pt x="4452" y="12323"/>
                </a:lnTo>
                <a:lnTo>
                  <a:pt x="4076" y="12655"/>
                </a:lnTo>
                <a:lnTo>
                  <a:pt x="3749" y="13052"/>
                </a:lnTo>
                <a:lnTo>
                  <a:pt x="3514" y="13450"/>
                </a:lnTo>
                <a:lnTo>
                  <a:pt x="3280" y="13847"/>
                </a:lnTo>
                <a:lnTo>
                  <a:pt x="3186" y="13847"/>
                </a:lnTo>
                <a:lnTo>
                  <a:pt x="3092" y="13914"/>
                </a:lnTo>
                <a:lnTo>
                  <a:pt x="2999" y="14178"/>
                </a:lnTo>
                <a:lnTo>
                  <a:pt x="2999" y="14378"/>
                </a:lnTo>
                <a:lnTo>
                  <a:pt x="3045" y="14510"/>
                </a:lnTo>
                <a:lnTo>
                  <a:pt x="3140" y="14577"/>
                </a:lnTo>
                <a:lnTo>
                  <a:pt x="3280" y="14642"/>
                </a:lnTo>
                <a:lnTo>
                  <a:pt x="3421" y="14642"/>
                </a:lnTo>
                <a:lnTo>
                  <a:pt x="3561" y="14577"/>
                </a:lnTo>
                <a:lnTo>
                  <a:pt x="3655" y="14443"/>
                </a:lnTo>
                <a:lnTo>
                  <a:pt x="4076" y="13780"/>
                </a:lnTo>
                <a:lnTo>
                  <a:pt x="4264" y="13450"/>
                </a:lnTo>
                <a:lnTo>
                  <a:pt x="4498" y="13184"/>
                </a:lnTo>
                <a:lnTo>
                  <a:pt x="4780" y="13052"/>
                </a:lnTo>
                <a:lnTo>
                  <a:pt x="5061" y="12921"/>
                </a:lnTo>
                <a:lnTo>
                  <a:pt x="5154" y="12921"/>
                </a:lnTo>
                <a:lnTo>
                  <a:pt x="5154" y="13184"/>
                </a:lnTo>
                <a:lnTo>
                  <a:pt x="5014" y="13649"/>
                </a:lnTo>
                <a:lnTo>
                  <a:pt x="4685" y="14510"/>
                </a:lnTo>
                <a:lnTo>
                  <a:pt x="4545" y="15039"/>
                </a:lnTo>
                <a:lnTo>
                  <a:pt x="4452" y="15305"/>
                </a:lnTo>
                <a:lnTo>
                  <a:pt x="4357" y="15437"/>
                </a:lnTo>
                <a:lnTo>
                  <a:pt x="4217" y="15570"/>
                </a:lnTo>
                <a:lnTo>
                  <a:pt x="4217" y="15636"/>
                </a:lnTo>
                <a:lnTo>
                  <a:pt x="4171" y="15702"/>
                </a:lnTo>
                <a:lnTo>
                  <a:pt x="3983" y="15901"/>
                </a:lnTo>
                <a:lnTo>
                  <a:pt x="3749" y="15968"/>
                </a:lnTo>
                <a:lnTo>
                  <a:pt x="3514" y="16035"/>
                </a:lnTo>
                <a:lnTo>
                  <a:pt x="3233" y="16035"/>
                </a:lnTo>
                <a:lnTo>
                  <a:pt x="2999" y="15968"/>
                </a:lnTo>
                <a:lnTo>
                  <a:pt x="2764" y="15836"/>
                </a:lnTo>
                <a:lnTo>
                  <a:pt x="2578" y="15702"/>
                </a:lnTo>
                <a:lnTo>
                  <a:pt x="2390" y="15504"/>
                </a:lnTo>
                <a:lnTo>
                  <a:pt x="2202" y="15238"/>
                </a:lnTo>
                <a:lnTo>
                  <a:pt x="2109" y="14974"/>
                </a:lnTo>
                <a:lnTo>
                  <a:pt x="2014" y="14709"/>
                </a:lnTo>
                <a:lnTo>
                  <a:pt x="1921" y="14378"/>
                </a:lnTo>
                <a:lnTo>
                  <a:pt x="1921" y="13450"/>
                </a:lnTo>
                <a:lnTo>
                  <a:pt x="2014" y="13119"/>
                </a:lnTo>
                <a:lnTo>
                  <a:pt x="2062" y="12921"/>
                </a:lnTo>
                <a:lnTo>
                  <a:pt x="2109" y="12720"/>
                </a:lnTo>
                <a:lnTo>
                  <a:pt x="2062" y="12588"/>
                </a:lnTo>
                <a:lnTo>
                  <a:pt x="2155" y="12588"/>
                </a:lnTo>
                <a:lnTo>
                  <a:pt x="2483" y="12390"/>
                </a:lnTo>
                <a:lnTo>
                  <a:pt x="2811" y="12258"/>
                </a:lnTo>
                <a:lnTo>
                  <a:pt x="3561" y="11727"/>
                </a:lnTo>
                <a:lnTo>
                  <a:pt x="4311" y="11131"/>
                </a:lnTo>
                <a:lnTo>
                  <a:pt x="4873" y="10601"/>
                </a:lnTo>
                <a:lnTo>
                  <a:pt x="5107" y="10269"/>
                </a:lnTo>
                <a:lnTo>
                  <a:pt x="5295" y="9938"/>
                </a:lnTo>
                <a:lnTo>
                  <a:pt x="5482" y="9541"/>
                </a:lnTo>
                <a:lnTo>
                  <a:pt x="5623" y="9209"/>
                </a:lnTo>
                <a:lnTo>
                  <a:pt x="5716" y="8746"/>
                </a:lnTo>
                <a:lnTo>
                  <a:pt x="5763" y="8282"/>
                </a:lnTo>
                <a:lnTo>
                  <a:pt x="5763" y="7950"/>
                </a:lnTo>
                <a:lnTo>
                  <a:pt x="5716" y="7552"/>
                </a:lnTo>
                <a:lnTo>
                  <a:pt x="5576" y="7222"/>
                </a:lnTo>
                <a:lnTo>
                  <a:pt x="5482" y="7090"/>
                </a:lnTo>
                <a:lnTo>
                  <a:pt x="5388" y="7023"/>
                </a:lnTo>
                <a:lnTo>
                  <a:pt x="5061" y="6891"/>
                </a:lnTo>
                <a:lnTo>
                  <a:pt x="4780" y="6824"/>
                </a:lnTo>
                <a:lnTo>
                  <a:pt x="4452" y="6891"/>
                </a:lnTo>
                <a:lnTo>
                  <a:pt x="4123" y="6956"/>
                </a:lnTo>
                <a:lnTo>
                  <a:pt x="3749" y="7155"/>
                </a:lnTo>
                <a:lnTo>
                  <a:pt x="3421" y="7354"/>
                </a:lnTo>
                <a:lnTo>
                  <a:pt x="2764" y="7885"/>
                </a:lnTo>
                <a:lnTo>
                  <a:pt x="1921" y="8548"/>
                </a:lnTo>
                <a:lnTo>
                  <a:pt x="1547" y="8878"/>
                </a:lnTo>
                <a:lnTo>
                  <a:pt x="1171" y="9209"/>
                </a:lnTo>
                <a:lnTo>
                  <a:pt x="1078" y="9342"/>
                </a:lnTo>
                <a:lnTo>
                  <a:pt x="1031" y="9474"/>
                </a:lnTo>
                <a:lnTo>
                  <a:pt x="1031" y="9606"/>
                </a:lnTo>
                <a:lnTo>
                  <a:pt x="1078" y="9673"/>
                </a:lnTo>
                <a:lnTo>
                  <a:pt x="1124" y="9805"/>
                </a:lnTo>
                <a:lnTo>
                  <a:pt x="1219" y="9872"/>
                </a:lnTo>
                <a:lnTo>
                  <a:pt x="1406" y="9872"/>
                </a:lnTo>
                <a:lnTo>
                  <a:pt x="1968" y="9474"/>
                </a:lnTo>
                <a:lnTo>
                  <a:pt x="2483" y="9010"/>
                </a:lnTo>
                <a:lnTo>
                  <a:pt x="3561" y="8148"/>
                </a:lnTo>
                <a:lnTo>
                  <a:pt x="4076" y="7818"/>
                </a:lnTo>
                <a:lnTo>
                  <a:pt x="4311" y="7686"/>
                </a:lnTo>
                <a:lnTo>
                  <a:pt x="4592" y="7619"/>
                </a:lnTo>
                <a:lnTo>
                  <a:pt x="4780" y="7552"/>
                </a:lnTo>
                <a:lnTo>
                  <a:pt x="4920" y="7619"/>
                </a:lnTo>
                <a:lnTo>
                  <a:pt x="5107" y="7686"/>
                </a:lnTo>
                <a:lnTo>
                  <a:pt x="5154" y="7751"/>
                </a:lnTo>
                <a:lnTo>
                  <a:pt x="5201" y="7885"/>
                </a:lnTo>
                <a:lnTo>
                  <a:pt x="5247" y="8083"/>
                </a:lnTo>
                <a:lnTo>
                  <a:pt x="5247" y="8282"/>
                </a:lnTo>
                <a:lnTo>
                  <a:pt x="5201" y="8746"/>
                </a:lnTo>
                <a:lnTo>
                  <a:pt x="5107" y="9077"/>
                </a:lnTo>
                <a:lnTo>
                  <a:pt x="4920" y="9474"/>
                </a:lnTo>
                <a:lnTo>
                  <a:pt x="4733" y="9740"/>
                </a:lnTo>
                <a:lnTo>
                  <a:pt x="4545" y="10070"/>
                </a:lnTo>
                <a:lnTo>
                  <a:pt x="4030" y="10534"/>
                </a:lnTo>
                <a:lnTo>
                  <a:pt x="3561" y="10932"/>
                </a:lnTo>
                <a:lnTo>
                  <a:pt x="2999" y="11396"/>
                </a:lnTo>
                <a:lnTo>
                  <a:pt x="2437" y="11793"/>
                </a:lnTo>
                <a:lnTo>
                  <a:pt x="1874" y="12191"/>
                </a:lnTo>
                <a:lnTo>
                  <a:pt x="1687" y="12323"/>
                </a:lnTo>
                <a:lnTo>
                  <a:pt x="1593" y="12390"/>
                </a:lnTo>
                <a:lnTo>
                  <a:pt x="1547" y="12521"/>
                </a:lnTo>
                <a:lnTo>
                  <a:pt x="1500" y="12521"/>
                </a:lnTo>
                <a:lnTo>
                  <a:pt x="1359" y="12390"/>
                </a:lnTo>
                <a:lnTo>
                  <a:pt x="1124" y="12124"/>
                </a:lnTo>
                <a:lnTo>
                  <a:pt x="890" y="11662"/>
                </a:lnTo>
                <a:lnTo>
                  <a:pt x="750" y="11329"/>
                </a:lnTo>
                <a:lnTo>
                  <a:pt x="657" y="10932"/>
                </a:lnTo>
                <a:lnTo>
                  <a:pt x="609" y="10534"/>
                </a:lnTo>
                <a:lnTo>
                  <a:pt x="609" y="9673"/>
                </a:lnTo>
                <a:lnTo>
                  <a:pt x="703" y="9275"/>
                </a:lnTo>
                <a:lnTo>
                  <a:pt x="843" y="8811"/>
                </a:lnTo>
                <a:lnTo>
                  <a:pt x="984" y="8414"/>
                </a:lnTo>
                <a:lnTo>
                  <a:pt x="1171" y="8083"/>
                </a:lnTo>
                <a:lnTo>
                  <a:pt x="1406" y="7751"/>
                </a:lnTo>
                <a:lnTo>
                  <a:pt x="1921" y="7155"/>
                </a:lnTo>
                <a:lnTo>
                  <a:pt x="2437" y="6691"/>
                </a:lnTo>
                <a:lnTo>
                  <a:pt x="3045" y="6293"/>
                </a:lnTo>
                <a:lnTo>
                  <a:pt x="3140" y="6161"/>
                </a:lnTo>
                <a:lnTo>
                  <a:pt x="3186" y="5963"/>
                </a:lnTo>
                <a:lnTo>
                  <a:pt x="3280" y="5632"/>
                </a:lnTo>
                <a:lnTo>
                  <a:pt x="3468" y="5233"/>
                </a:lnTo>
                <a:lnTo>
                  <a:pt x="3702" y="4902"/>
                </a:lnTo>
                <a:lnTo>
                  <a:pt x="3890" y="4572"/>
                </a:lnTo>
                <a:lnTo>
                  <a:pt x="4123" y="4306"/>
                </a:lnTo>
                <a:lnTo>
                  <a:pt x="4404" y="4041"/>
                </a:lnTo>
                <a:lnTo>
                  <a:pt x="4639" y="3842"/>
                </a:lnTo>
                <a:lnTo>
                  <a:pt x="4920" y="3710"/>
                </a:lnTo>
                <a:lnTo>
                  <a:pt x="5247" y="3577"/>
                </a:lnTo>
                <a:lnTo>
                  <a:pt x="5528" y="3511"/>
                </a:lnTo>
                <a:lnTo>
                  <a:pt x="5811" y="3445"/>
                </a:lnTo>
                <a:lnTo>
                  <a:pt x="5997" y="3710"/>
                </a:lnTo>
                <a:lnTo>
                  <a:pt x="6232" y="3909"/>
                </a:lnTo>
                <a:lnTo>
                  <a:pt x="6559" y="4239"/>
                </a:lnTo>
                <a:lnTo>
                  <a:pt x="6841" y="4637"/>
                </a:lnTo>
                <a:lnTo>
                  <a:pt x="6982" y="4902"/>
                </a:lnTo>
                <a:lnTo>
                  <a:pt x="7075" y="5233"/>
                </a:lnTo>
                <a:lnTo>
                  <a:pt x="7216" y="5831"/>
                </a:lnTo>
                <a:lnTo>
                  <a:pt x="7309" y="6427"/>
                </a:lnTo>
                <a:lnTo>
                  <a:pt x="7263" y="7090"/>
                </a:lnTo>
                <a:lnTo>
                  <a:pt x="7168" y="7686"/>
                </a:lnTo>
                <a:lnTo>
                  <a:pt x="6982" y="8215"/>
                </a:lnTo>
                <a:lnTo>
                  <a:pt x="6466" y="9144"/>
                </a:lnTo>
                <a:lnTo>
                  <a:pt x="6232" y="9606"/>
                </a:lnTo>
                <a:lnTo>
                  <a:pt x="6044" y="10137"/>
                </a:lnTo>
                <a:lnTo>
                  <a:pt x="5951" y="10733"/>
                </a:lnTo>
                <a:lnTo>
                  <a:pt x="5951" y="11329"/>
                </a:lnTo>
                <a:lnTo>
                  <a:pt x="5997" y="11595"/>
                </a:lnTo>
                <a:lnTo>
                  <a:pt x="6092" y="11860"/>
                </a:lnTo>
                <a:lnTo>
                  <a:pt x="6138" y="12059"/>
                </a:lnTo>
                <a:lnTo>
                  <a:pt x="6278" y="12258"/>
                </a:lnTo>
                <a:lnTo>
                  <a:pt x="6559" y="12521"/>
                </a:lnTo>
                <a:lnTo>
                  <a:pt x="6887" y="12655"/>
                </a:lnTo>
                <a:lnTo>
                  <a:pt x="7216" y="12720"/>
                </a:lnTo>
                <a:lnTo>
                  <a:pt x="7590" y="12655"/>
                </a:lnTo>
                <a:lnTo>
                  <a:pt x="7918" y="12521"/>
                </a:lnTo>
                <a:lnTo>
                  <a:pt x="8247" y="12323"/>
                </a:lnTo>
                <a:lnTo>
                  <a:pt x="8528" y="12059"/>
                </a:lnTo>
                <a:lnTo>
                  <a:pt x="8809" y="11662"/>
                </a:lnTo>
                <a:lnTo>
                  <a:pt x="8996" y="11197"/>
                </a:lnTo>
                <a:lnTo>
                  <a:pt x="9230" y="10800"/>
                </a:lnTo>
                <a:lnTo>
                  <a:pt x="9793" y="9474"/>
                </a:lnTo>
                <a:lnTo>
                  <a:pt x="10074" y="8811"/>
                </a:lnTo>
                <a:lnTo>
                  <a:pt x="10355" y="8083"/>
                </a:lnTo>
                <a:lnTo>
                  <a:pt x="10401" y="7950"/>
                </a:lnTo>
                <a:lnTo>
                  <a:pt x="10355" y="7818"/>
                </a:lnTo>
                <a:lnTo>
                  <a:pt x="10308" y="7686"/>
                </a:lnTo>
                <a:lnTo>
                  <a:pt x="10261" y="7552"/>
                </a:lnTo>
                <a:lnTo>
                  <a:pt x="9934" y="7552"/>
                </a:lnTo>
                <a:lnTo>
                  <a:pt x="9839" y="7686"/>
                </a:lnTo>
                <a:lnTo>
                  <a:pt x="9606" y="8282"/>
                </a:lnTo>
                <a:lnTo>
                  <a:pt x="9325" y="8811"/>
                </a:lnTo>
                <a:lnTo>
                  <a:pt x="8856" y="10005"/>
                </a:lnTo>
                <a:lnTo>
                  <a:pt x="8621" y="10468"/>
                </a:lnTo>
                <a:lnTo>
                  <a:pt x="8387" y="10932"/>
                </a:lnTo>
                <a:lnTo>
                  <a:pt x="8153" y="11329"/>
                </a:lnTo>
                <a:lnTo>
                  <a:pt x="7825" y="11727"/>
                </a:lnTo>
                <a:lnTo>
                  <a:pt x="7590" y="11860"/>
                </a:lnTo>
                <a:lnTo>
                  <a:pt x="7404" y="11925"/>
                </a:lnTo>
                <a:lnTo>
                  <a:pt x="7168" y="11860"/>
                </a:lnTo>
                <a:lnTo>
                  <a:pt x="6982" y="11793"/>
                </a:lnTo>
                <a:lnTo>
                  <a:pt x="6794" y="11662"/>
                </a:lnTo>
                <a:lnTo>
                  <a:pt x="6654" y="11463"/>
                </a:lnTo>
                <a:lnTo>
                  <a:pt x="6559" y="11197"/>
                </a:lnTo>
                <a:lnTo>
                  <a:pt x="6513" y="10865"/>
                </a:lnTo>
                <a:lnTo>
                  <a:pt x="6559" y="10534"/>
                </a:lnTo>
                <a:lnTo>
                  <a:pt x="6606" y="10269"/>
                </a:lnTo>
                <a:lnTo>
                  <a:pt x="6841" y="9740"/>
                </a:lnTo>
                <a:lnTo>
                  <a:pt x="7356" y="8811"/>
                </a:lnTo>
                <a:lnTo>
                  <a:pt x="7544" y="8414"/>
                </a:lnTo>
                <a:lnTo>
                  <a:pt x="7685" y="7950"/>
                </a:lnTo>
                <a:lnTo>
                  <a:pt x="7825" y="7487"/>
                </a:lnTo>
                <a:lnTo>
                  <a:pt x="7872" y="7023"/>
                </a:lnTo>
                <a:lnTo>
                  <a:pt x="7872" y="6030"/>
                </a:lnTo>
                <a:lnTo>
                  <a:pt x="7778" y="5565"/>
                </a:lnTo>
                <a:lnTo>
                  <a:pt x="7685" y="5101"/>
                </a:lnTo>
                <a:lnTo>
                  <a:pt x="7450" y="4572"/>
                </a:lnTo>
                <a:lnTo>
                  <a:pt x="7123" y="3909"/>
                </a:lnTo>
                <a:lnTo>
                  <a:pt x="6935" y="3643"/>
                </a:lnTo>
                <a:lnTo>
                  <a:pt x="6747" y="3445"/>
                </a:lnTo>
                <a:lnTo>
                  <a:pt x="6513" y="3246"/>
                </a:lnTo>
                <a:lnTo>
                  <a:pt x="6278" y="3114"/>
                </a:lnTo>
                <a:lnTo>
                  <a:pt x="6278" y="2650"/>
                </a:lnTo>
                <a:lnTo>
                  <a:pt x="6373" y="2384"/>
                </a:lnTo>
                <a:lnTo>
                  <a:pt x="6466" y="2119"/>
                </a:lnTo>
                <a:lnTo>
                  <a:pt x="6606" y="1855"/>
                </a:lnTo>
                <a:lnTo>
                  <a:pt x="6794" y="1656"/>
                </a:lnTo>
                <a:lnTo>
                  <a:pt x="7028" y="1523"/>
                </a:lnTo>
                <a:lnTo>
                  <a:pt x="7263" y="1458"/>
                </a:lnTo>
                <a:lnTo>
                  <a:pt x="7497" y="1391"/>
                </a:lnTo>
                <a:lnTo>
                  <a:pt x="7685" y="1391"/>
                </a:lnTo>
                <a:lnTo>
                  <a:pt x="7918" y="1458"/>
                </a:lnTo>
                <a:lnTo>
                  <a:pt x="8340" y="1656"/>
                </a:lnTo>
                <a:lnTo>
                  <a:pt x="9184" y="2186"/>
                </a:lnTo>
                <a:lnTo>
                  <a:pt x="9044" y="2384"/>
                </a:lnTo>
                <a:lnTo>
                  <a:pt x="8996" y="2583"/>
                </a:lnTo>
                <a:lnTo>
                  <a:pt x="8996" y="2980"/>
                </a:lnTo>
                <a:lnTo>
                  <a:pt x="9137" y="3378"/>
                </a:lnTo>
                <a:lnTo>
                  <a:pt x="9325" y="3643"/>
                </a:lnTo>
                <a:lnTo>
                  <a:pt x="9511" y="3909"/>
                </a:lnTo>
                <a:lnTo>
                  <a:pt x="9652" y="4108"/>
                </a:lnTo>
                <a:lnTo>
                  <a:pt x="9511" y="4505"/>
                </a:lnTo>
                <a:lnTo>
                  <a:pt x="9277" y="5498"/>
                </a:lnTo>
                <a:lnTo>
                  <a:pt x="9137" y="5896"/>
                </a:lnTo>
                <a:lnTo>
                  <a:pt x="8996" y="6293"/>
                </a:lnTo>
                <a:lnTo>
                  <a:pt x="8856" y="6691"/>
                </a:lnTo>
                <a:lnTo>
                  <a:pt x="8809" y="7090"/>
                </a:lnTo>
                <a:lnTo>
                  <a:pt x="8809" y="7222"/>
                </a:lnTo>
                <a:lnTo>
                  <a:pt x="8903" y="7289"/>
                </a:lnTo>
                <a:lnTo>
                  <a:pt x="8996" y="7354"/>
                </a:lnTo>
                <a:lnTo>
                  <a:pt x="9090" y="7289"/>
                </a:lnTo>
                <a:lnTo>
                  <a:pt x="9277" y="7023"/>
                </a:lnTo>
                <a:lnTo>
                  <a:pt x="9465" y="6691"/>
                </a:lnTo>
                <a:lnTo>
                  <a:pt x="9699" y="5896"/>
                </a:lnTo>
                <a:lnTo>
                  <a:pt x="9934" y="4902"/>
                </a:lnTo>
                <a:lnTo>
                  <a:pt x="9980" y="4438"/>
                </a:lnTo>
                <a:lnTo>
                  <a:pt x="9980" y="4373"/>
                </a:lnTo>
                <a:lnTo>
                  <a:pt x="10682" y="4836"/>
                </a:lnTo>
                <a:lnTo>
                  <a:pt x="10965" y="5168"/>
                </a:lnTo>
                <a:lnTo>
                  <a:pt x="11105" y="5433"/>
                </a:lnTo>
                <a:lnTo>
                  <a:pt x="11246" y="5697"/>
                </a:lnTo>
                <a:lnTo>
                  <a:pt x="11339" y="5963"/>
                </a:lnTo>
                <a:lnTo>
                  <a:pt x="11339" y="6228"/>
                </a:lnTo>
                <a:lnTo>
                  <a:pt x="11292" y="6492"/>
                </a:lnTo>
                <a:lnTo>
                  <a:pt x="11105" y="6691"/>
                </a:lnTo>
                <a:lnTo>
                  <a:pt x="11011" y="6824"/>
                </a:lnTo>
                <a:lnTo>
                  <a:pt x="10965" y="6956"/>
                </a:lnTo>
                <a:lnTo>
                  <a:pt x="10965" y="7090"/>
                </a:lnTo>
                <a:lnTo>
                  <a:pt x="11011" y="7222"/>
                </a:lnTo>
                <a:lnTo>
                  <a:pt x="11058" y="7354"/>
                </a:lnTo>
                <a:lnTo>
                  <a:pt x="11151" y="7420"/>
                </a:lnTo>
                <a:lnTo>
                  <a:pt x="11292" y="7420"/>
                </a:lnTo>
                <a:lnTo>
                  <a:pt x="11386" y="7354"/>
                </a:lnTo>
                <a:lnTo>
                  <a:pt x="11620" y="7090"/>
                </a:lnTo>
                <a:lnTo>
                  <a:pt x="11761" y="6824"/>
                </a:lnTo>
                <a:lnTo>
                  <a:pt x="11855" y="6492"/>
                </a:lnTo>
                <a:lnTo>
                  <a:pt x="11855" y="5764"/>
                </a:lnTo>
                <a:lnTo>
                  <a:pt x="11761" y="5433"/>
                </a:lnTo>
                <a:lnTo>
                  <a:pt x="11620" y="5101"/>
                </a:lnTo>
                <a:lnTo>
                  <a:pt x="11480" y="4770"/>
                </a:lnTo>
                <a:lnTo>
                  <a:pt x="11246" y="4438"/>
                </a:lnTo>
                <a:lnTo>
                  <a:pt x="10965" y="4239"/>
                </a:lnTo>
                <a:lnTo>
                  <a:pt x="10355" y="3775"/>
                </a:lnTo>
                <a:lnTo>
                  <a:pt x="10074" y="3577"/>
                </a:lnTo>
                <a:lnTo>
                  <a:pt x="9699" y="3246"/>
                </a:lnTo>
                <a:lnTo>
                  <a:pt x="9511" y="2980"/>
                </a:lnTo>
                <a:lnTo>
                  <a:pt x="9418" y="2782"/>
                </a:lnTo>
                <a:lnTo>
                  <a:pt x="9371" y="2583"/>
                </a:lnTo>
                <a:lnTo>
                  <a:pt x="9418" y="2318"/>
                </a:lnTo>
                <a:lnTo>
                  <a:pt x="9558" y="2451"/>
                </a:lnTo>
                <a:lnTo>
                  <a:pt x="9652" y="2451"/>
                </a:lnTo>
                <a:lnTo>
                  <a:pt x="9699" y="2384"/>
                </a:lnTo>
                <a:lnTo>
                  <a:pt x="9746" y="2252"/>
                </a:lnTo>
                <a:lnTo>
                  <a:pt x="9839" y="2054"/>
                </a:lnTo>
                <a:lnTo>
                  <a:pt x="9980" y="1721"/>
                </a:lnTo>
                <a:lnTo>
                  <a:pt x="10120" y="1458"/>
                </a:lnTo>
                <a:lnTo>
                  <a:pt x="10355" y="1259"/>
                </a:lnTo>
                <a:lnTo>
                  <a:pt x="10589" y="1125"/>
                </a:lnTo>
                <a:lnTo>
                  <a:pt x="10824" y="1060"/>
                </a:lnTo>
                <a:lnTo>
                  <a:pt x="11105" y="993"/>
                </a:lnTo>
                <a:lnTo>
                  <a:pt x="11573" y="927"/>
                </a:lnTo>
                <a:close/>
                <a:moveTo>
                  <a:pt x="16962" y="16830"/>
                </a:moveTo>
                <a:lnTo>
                  <a:pt x="17150" y="17028"/>
                </a:lnTo>
                <a:lnTo>
                  <a:pt x="17150" y="17093"/>
                </a:lnTo>
                <a:lnTo>
                  <a:pt x="17055" y="17093"/>
                </a:lnTo>
                <a:lnTo>
                  <a:pt x="16915" y="17227"/>
                </a:lnTo>
                <a:lnTo>
                  <a:pt x="16586" y="17823"/>
                </a:lnTo>
                <a:lnTo>
                  <a:pt x="16212" y="18419"/>
                </a:lnTo>
                <a:lnTo>
                  <a:pt x="15791" y="18950"/>
                </a:lnTo>
                <a:lnTo>
                  <a:pt x="15369" y="19413"/>
                </a:lnTo>
                <a:lnTo>
                  <a:pt x="14619" y="20009"/>
                </a:lnTo>
                <a:lnTo>
                  <a:pt x="13869" y="20607"/>
                </a:lnTo>
                <a:lnTo>
                  <a:pt x="13588" y="20540"/>
                </a:lnTo>
                <a:lnTo>
                  <a:pt x="13307" y="20408"/>
                </a:lnTo>
                <a:lnTo>
                  <a:pt x="13072" y="20207"/>
                </a:lnTo>
                <a:lnTo>
                  <a:pt x="12839" y="20009"/>
                </a:lnTo>
                <a:lnTo>
                  <a:pt x="13401" y="19877"/>
                </a:lnTo>
                <a:lnTo>
                  <a:pt x="13917" y="19611"/>
                </a:lnTo>
                <a:lnTo>
                  <a:pt x="14432" y="19281"/>
                </a:lnTo>
                <a:lnTo>
                  <a:pt x="14948" y="18950"/>
                </a:lnTo>
                <a:lnTo>
                  <a:pt x="15510" y="18486"/>
                </a:lnTo>
                <a:lnTo>
                  <a:pt x="16024" y="17955"/>
                </a:lnTo>
                <a:lnTo>
                  <a:pt x="16493" y="17426"/>
                </a:lnTo>
                <a:lnTo>
                  <a:pt x="16962" y="16830"/>
                </a:lnTo>
                <a:close/>
                <a:moveTo>
                  <a:pt x="17383" y="17426"/>
                </a:moveTo>
                <a:lnTo>
                  <a:pt x="17524" y="17691"/>
                </a:lnTo>
                <a:lnTo>
                  <a:pt x="17617" y="18022"/>
                </a:lnTo>
                <a:lnTo>
                  <a:pt x="17805" y="18685"/>
                </a:lnTo>
                <a:lnTo>
                  <a:pt x="17805" y="19611"/>
                </a:lnTo>
                <a:lnTo>
                  <a:pt x="17712" y="19810"/>
                </a:lnTo>
                <a:lnTo>
                  <a:pt x="17664" y="19745"/>
                </a:lnTo>
                <a:lnTo>
                  <a:pt x="17524" y="19745"/>
                </a:lnTo>
                <a:lnTo>
                  <a:pt x="17524" y="19810"/>
                </a:lnTo>
                <a:lnTo>
                  <a:pt x="17383" y="20207"/>
                </a:lnTo>
                <a:lnTo>
                  <a:pt x="16305" y="20408"/>
                </a:lnTo>
                <a:lnTo>
                  <a:pt x="16493" y="20207"/>
                </a:lnTo>
                <a:lnTo>
                  <a:pt x="17009" y="19678"/>
                </a:lnTo>
                <a:lnTo>
                  <a:pt x="17477" y="19082"/>
                </a:lnTo>
                <a:lnTo>
                  <a:pt x="17571" y="18950"/>
                </a:lnTo>
                <a:lnTo>
                  <a:pt x="17571" y="18750"/>
                </a:lnTo>
                <a:lnTo>
                  <a:pt x="17524" y="18618"/>
                </a:lnTo>
                <a:lnTo>
                  <a:pt x="17383" y="18551"/>
                </a:lnTo>
                <a:lnTo>
                  <a:pt x="17290" y="18551"/>
                </a:lnTo>
                <a:lnTo>
                  <a:pt x="17196" y="18618"/>
                </a:lnTo>
                <a:lnTo>
                  <a:pt x="16681" y="19214"/>
                </a:lnTo>
                <a:lnTo>
                  <a:pt x="16165" y="19810"/>
                </a:lnTo>
                <a:lnTo>
                  <a:pt x="15837" y="20142"/>
                </a:lnTo>
                <a:lnTo>
                  <a:pt x="15743" y="20274"/>
                </a:lnTo>
                <a:lnTo>
                  <a:pt x="15650" y="20540"/>
                </a:lnTo>
                <a:lnTo>
                  <a:pt x="14900" y="20607"/>
                </a:lnTo>
                <a:lnTo>
                  <a:pt x="14665" y="20672"/>
                </a:lnTo>
                <a:lnTo>
                  <a:pt x="15041" y="20408"/>
                </a:lnTo>
                <a:lnTo>
                  <a:pt x="15415" y="20075"/>
                </a:lnTo>
                <a:lnTo>
                  <a:pt x="15791" y="19745"/>
                </a:lnTo>
                <a:lnTo>
                  <a:pt x="16165" y="19413"/>
                </a:lnTo>
                <a:lnTo>
                  <a:pt x="16493" y="18950"/>
                </a:lnTo>
                <a:lnTo>
                  <a:pt x="16774" y="18551"/>
                </a:lnTo>
                <a:lnTo>
                  <a:pt x="17055" y="18089"/>
                </a:lnTo>
                <a:lnTo>
                  <a:pt x="17336" y="17557"/>
                </a:lnTo>
                <a:lnTo>
                  <a:pt x="17383" y="17426"/>
                </a:lnTo>
                <a:close/>
                <a:moveTo>
                  <a:pt x="11573" y="0"/>
                </a:moveTo>
                <a:lnTo>
                  <a:pt x="11246" y="65"/>
                </a:lnTo>
                <a:lnTo>
                  <a:pt x="10918" y="65"/>
                </a:lnTo>
                <a:lnTo>
                  <a:pt x="10589" y="199"/>
                </a:lnTo>
                <a:lnTo>
                  <a:pt x="10261" y="331"/>
                </a:lnTo>
                <a:lnTo>
                  <a:pt x="9980" y="529"/>
                </a:lnTo>
                <a:lnTo>
                  <a:pt x="9699" y="795"/>
                </a:lnTo>
                <a:lnTo>
                  <a:pt x="9465" y="1125"/>
                </a:lnTo>
                <a:lnTo>
                  <a:pt x="9325" y="1523"/>
                </a:lnTo>
                <a:lnTo>
                  <a:pt x="8809" y="1125"/>
                </a:lnTo>
                <a:lnTo>
                  <a:pt x="8294" y="795"/>
                </a:lnTo>
                <a:lnTo>
                  <a:pt x="8013" y="661"/>
                </a:lnTo>
                <a:lnTo>
                  <a:pt x="7732" y="596"/>
                </a:lnTo>
                <a:lnTo>
                  <a:pt x="7168" y="596"/>
                </a:lnTo>
                <a:lnTo>
                  <a:pt x="6887" y="728"/>
                </a:lnTo>
                <a:lnTo>
                  <a:pt x="6654" y="860"/>
                </a:lnTo>
                <a:lnTo>
                  <a:pt x="6419" y="1060"/>
                </a:lnTo>
                <a:lnTo>
                  <a:pt x="6185" y="1324"/>
                </a:lnTo>
                <a:lnTo>
                  <a:pt x="5997" y="1590"/>
                </a:lnTo>
                <a:lnTo>
                  <a:pt x="5857" y="1920"/>
                </a:lnTo>
                <a:lnTo>
                  <a:pt x="5763" y="2252"/>
                </a:lnTo>
                <a:lnTo>
                  <a:pt x="5716" y="2650"/>
                </a:lnTo>
                <a:lnTo>
                  <a:pt x="5342" y="2717"/>
                </a:lnTo>
                <a:lnTo>
                  <a:pt x="4966" y="2782"/>
                </a:lnTo>
                <a:lnTo>
                  <a:pt x="4592" y="2980"/>
                </a:lnTo>
                <a:lnTo>
                  <a:pt x="4264" y="3246"/>
                </a:lnTo>
                <a:lnTo>
                  <a:pt x="3936" y="3511"/>
                </a:lnTo>
                <a:lnTo>
                  <a:pt x="3655" y="3775"/>
                </a:lnTo>
                <a:lnTo>
                  <a:pt x="3373" y="4174"/>
                </a:lnTo>
                <a:lnTo>
                  <a:pt x="3092" y="4572"/>
                </a:lnTo>
                <a:lnTo>
                  <a:pt x="2859" y="5034"/>
                </a:lnTo>
                <a:lnTo>
                  <a:pt x="2671" y="5565"/>
                </a:lnTo>
                <a:lnTo>
                  <a:pt x="2530" y="5697"/>
                </a:lnTo>
                <a:lnTo>
                  <a:pt x="2343" y="5831"/>
                </a:lnTo>
                <a:lnTo>
                  <a:pt x="1921" y="6095"/>
                </a:lnTo>
                <a:lnTo>
                  <a:pt x="1547" y="6427"/>
                </a:lnTo>
                <a:lnTo>
                  <a:pt x="1219" y="6824"/>
                </a:lnTo>
                <a:lnTo>
                  <a:pt x="890" y="7222"/>
                </a:lnTo>
                <a:lnTo>
                  <a:pt x="609" y="7686"/>
                </a:lnTo>
                <a:lnTo>
                  <a:pt x="422" y="8148"/>
                </a:lnTo>
                <a:lnTo>
                  <a:pt x="234" y="8613"/>
                </a:lnTo>
                <a:lnTo>
                  <a:pt x="93" y="9144"/>
                </a:lnTo>
                <a:lnTo>
                  <a:pt x="47" y="9606"/>
                </a:lnTo>
                <a:lnTo>
                  <a:pt x="0" y="10137"/>
                </a:lnTo>
                <a:lnTo>
                  <a:pt x="0" y="10666"/>
                </a:lnTo>
                <a:lnTo>
                  <a:pt x="93" y="11197"/>
                </a:lnTo>
                <a:lnTo>
                  <a:pt x="234" y="11727"/>
                </a:lnTo>
                <a:lnTo>
                  <a:pt x="376" y="12124"/>
                </a:lnTo>
                <a:lnTo>
                  <a:pt x="562" y="12521"/>
                </a:lnTo>
                <a:lnTo>
                  <a:pt x="843" y="12854"/>
                </a:lnTo>
                <a:lnTo>
                  <a:pt x="1124" y="13184"/>
                </a:lnTo>
                <a:lnTo>
                  <a:pt x="1359" y="13318"/>
                </a:lnTo>
                <a:lnTo>
                  <a:pt x="1312" y="13715"/>
                </a:lnTo>
                <a:lnTo>
                  <a:pt x="1312" y="14113"/>
                </a:lnTo>
                <a:lnTo>
                  <a:pt x="1359" y="14510"/>
                </a:lnTo>
                <a:lnTo>
                  <a:pt x="1406" y="14841"/>
                </a:lnTo>
                <a:lnTo>
                  <a:pt x="1500" y="15238"/>
                </a:lnTo>
                <a:lnTo>
                  <a:pt x="1640" y="15570"/>
                </a:lnTo>
                <a:lnTo>
                  <a:pt x="1828" y="15901"/>
                </a:lnTo>
                <a:lnTo>
                  <a:pt x="2062" y="16233"/>
                </a:lnTo>
                <a:lnTo>
                  <a:pt x="2295" y="16432"/>
                </a:lnTo>
                <a:lnTo>
                  <a:pt x="2530" y="16631"/>
                </a:lnTo>
                <a:lnTo>
                  <a:pt x="2811" y="16763"/>
                </a:lnTo>
                <a:lnTo>
                  <a:pt x="3092" y="16830"/>
                </a:lnTo>
                <a:lnTo>
                  <a:pt x="3373" y="16895"/>
                </a:lnTo>
                <a:lnTo>
                  <a:pt x="3655" y="16830"/>
                </a:lnTo>
                <a:lnTo>
                  <a:pt x="3936" y="16763"/>
                </a:lnTo>
                <a:lnTo>
                  <a:pt x="4217" y="16631"/>
                </a:lnTo>
                <a:lnTo>
                  <a:pt x="4311" y="16895"/>
                </a:lnTo>
                <a:lnTo>
                  <a:pt x="4404" y="17160"/>
                </a:lnTo>
                <a:lnTo>
                  <a:pt x="4592" y="17426"/>
                </a:lnTo>
                <a:lnTo>
                  <a:pt x="4780" y="17624"/>
                </a:lnTo>
                <a:lnTo>
                  <a:pt x="5014" y="17823"/>
                </a:lnTo>
                <a:lnTo>
                  <a:pt x="5247" y="17890"/>
                </a:lnTo>
                <a:lnTo>
                  <a:pt x="5482" y="17955"/>
                </a:lnTo>
                <a:lnTo>
                  <a:pt x="5716" y="17955"/>
                </a:lnTo>
                <a:lnTo>
                  <a:pt x="6185" y="17890"/>
                </a:lnTo>
                <a:lnTo>
                  <a:pt x="6701" y="17691"/>
                </a:lnTo>
                <a:lnTo>
                  <a:pt x="7263" y="17426"/>
                </a:lnTo>
                <a:lnTo>
                  <a:pt x="7872" y="17292"/>
                </a:lnTo>
                <a:lnTo>
                  <a:pt x="8434" y="17292"/>
                </a:lnTo>
                <a:lnTo>
                  <a:pt x="9044" y="17359"/>
                </a:lnTo>
                <a:lnTo>
                  <a:pt x="9511" y="17426"/>
                </a:lnTo>
                <a:lnTo>
                  <a:pt x="9746" y="17426"/>
                </a:lnTo>
                <a:lnTo>
                  <a:pt x="9980" y="17359"/>
                </a:lnTo>
                <a:lnTo>
                  <a:pt x="10168" y="17557"/>
                </a:lnTo>
                <a:lnTo>
                  <a:pt x="10401" y="17691"/>
                </a:lnTo>
                <a:lnTo>
                  <a:pt x="10636" y="17756"/>
                </a:lnTo>
                <a:lnTo>
                  <a:pt x="10918" y="17823"/>
                </a:lnTo>
                <a:lnTo>
                  <a:pt x="11527" y="17890"/>
                </a:lnTo>
                <a:lnTo>
                  <a:pt x="11996" y="17823"/>
                </a:lnTo>
                <a:lnTo>
                  <a:pt x="12136" y="17823"/>
                </a:lnTo>
                <a:lnTo>
                  <a:pt x="11948" y="18352"/>
                </a:lnTo>
                <a:lnTo>
                  <a:pt x="11901" y="18618"/>
                </a:lnTo>
                <a:lnTo>
                  <a:pt x="11855" y="18950"/>
                </a:lnTo>
                <a:lnTo>
                  <a:pt x="11901" y="19214"/>
                </a:lnTo>
                <a:lnTo>
                  <a:pt x="11948" y="19479"/>
                </a:lnTo>
                <a:lnTo>
                  <a:pt x="12089" y="20009"/>
                </a:lnTo>
                <a:lnTo>
                  <a:pt x="12323" y="20473"/>
                </a:lnTo>
                <a:lnTo>
                  <a:pt x="12558" y="20805"/>
                </a:lnTo>
                <a:lnTo>
                  <a:pt x="12744" y="21004"/>
                </a:lnTo>
                <a:lnTo>
                  <a:pt x="13026" y="21203"/>
                </a:lnTo>
                <a:lnTo>
                  <a:pt x="13260" y="21334"/>
                </a:lnTo>
                <a:lnTo>
                  <a:pt x="13822" y="21533"/>
                </a:lnTo>
                <a:lnTo>
                  <a:pt x="14432" y="21600"/>
                </a:lnTo>
                <a:lnTo>
                  <a:pt x="15041" y="21533"/>
                </a:lnTo>
                <a:lnTo>
                  <a:pt x="15603" y="21466"/>
                </a:lnTo>
                <a:lnTo>
                  <a:pt x="16727" y="21268"/>
                </a:lnTo>
                <a:lnTo>
                  <a:pt x="17805" y="21069"/>
                </a:lnTo>
                <a:lnTo>
                  <a:pt x="18321" y="20870"/>
                </a:lnTo>
                <a:lnTo>
                  <a:pt x="18836" y="20607"/>
                </a:lnTo>
                <a:lnTo>
                  <a:pt x="19257" y="20341"/>
                </a:lnTo>
                <a:lnTo>
                  <a:pt x="19633" y="19944"/>
                </a:lnTo>
                <a:lnTo>
                  <a:pt x="19960" y="19479"/>
                </a:lnTo>
                <a:lnTo>
                  <a:pt x="20242" y="19015"/>
                </a:lnTo>
                <a:lnTo>
                  <a:pt x="20476" y="18486"/>
                </a:lnTo>
                <a:lnTo>
                  <a:pt x="20710" y="17955"/>
                </a:lnTo>
                <a:lnTo>
                  <a:pt x="20897" y="17426"/>
                </a:lnTo>
                <a:lnTo>
                  <a:pt x="20991" y="16830"/>
                </a:lnTo>
                <a:lnTo>
                  <a:pt x="21085" y="16233"/>
                </a:lnTo>
                <a:lnTo>
                  <a:pt x="21131" y="15636"/>
                </a:lnTo>
                <a:lnTo>
                  <a:pt x="21085" y="15039"/>
                </a:lnTo>
                <a:lnTo>
                  <a:pt x="21038" y="14443"/>
                </a:lnTo>
                <a:lnTo>
                  <a:pt x="21319" y="13450"/>
                </a:lnTo>
                <a:lnTo>
                  <a:pt x="21507" y="12521"/>
                </a:lnTo>
                <a:lnTo>
                  <a:pt x="21600" y="11463"/>
                </a:lnTo>
                <a:lnTo>
                  <a:pt x="21600" y="10468"/>
                </a:lnTo>
                <a:lnTo>
                  <a:pt x="21507" y="9805"/>
                </a:lnTo>
                <a:lnTo>
                  <a:pt x="21366" y="9144"/>
                </a:lnTo>
                <a:lnTo>
                  <a:pt x="21273" y="8878"/>
                </a:lnTo>
                <a:lnTo>
                  <a:pt x="21131" y="8613"/>
                </a:lnTo>
                <a:lnTo>
                  <a:pt x="20945" y="8414"/>
                </a:lnTo>
                <a:lnTo>
                  <a:pt x="20757" y="8282"/>
                </a:lnTo>
                <a:lnTo>
                  <a:pt x="20757" y="7487"/>
                </a:lnTo>
                <a:lnTo>
                  <a:pt x="20664" y="6757"/>
                </a:lnTo>
                <a:lnTo>
                  <a:pt x="20476" y="6095"/>
                </a:lnTo>
                <a:lnTo>
                  <a:pt x="20148" y="5433"/>
                </a:lnTo>
                <a:lnTo>
                  <a:pt x="19960" y="5101"/>
                </a:lnTo>
                <a:lnTo>
                  <a:pt x="19726" y="4770"/>
                </a:lnTo>
                <a:lnTo>
                  <a:pt x="19445" y="4505"/>
                </a:lnTo>
                <a:lnTo>
                  <a:pt x="19164" y="4306"/>
                </a:lnTo>
                <a:lnTo>
                  <a:pt x="18836" y="4041"/>
                </a:lnTo>
                <a:lnTo>
                  <a:pt x="18555" y="3710"/>
                </a:lnTo>
                <a:lnTo>
                  <a:pt x="18367" y="3313"/>
                </a:lnTo>
                <a:lnTo>
                  <a:pt x="18181" y="2849"/>
                </a:lnTo>
                <a:lnTo>
                  <a:pt x="18040" y="2451"/>
                </a:lnTo>
                <a:lnTo>
                  <a:pt x="17852" y="2054"/>
                </a:lnTo>
                <a:lnTo>
                  <a:pt x="17664" y="1788"/>
                </a:lnTo>
                <a:lnTo>
                  <a:pt x="17477" y="1458"/>
                </a:lnTo>
                <a:lnTo>
                  <a:pt x="17243" y="1259"/>
                </a:lnTo>
                <a:lnTo>
                  <a:pt x="16962" y="1060"/>
                </a:lnTo>
                <a:lnTo>
                  <a:pt x="16681" y="927"/>
                </a:lnTo>
                <a:lnTo>
                  <a:pt x="16353" y="795"/>
                </a:lnTo>
                <a:lnTo>
                  <a:pt x="15791" y="795"/>
                </a:lnTo>
                <a:lnTo>
                  <a:pt x="15181" y="860"/>
                </a:lnTo>
                <a:lnTo>
                  <a:pt x="14572" y="1060"/>
                </a:lnTo>
                <a:lnTo>
                  <a:pt x="14010" y="1259"/>
                </a:lnTo>
                <a:lnTo>
                  <a:pt x="13822" y="927"/>
                </a:lnTo>
                <a:lnTo>
                  <a:pt x="13541" y="596"/>
                </a:lnTo>
                <a:lnTo>
                  <a:pt x="13260" y="397"/>
                </a:lnTo>
                <a:lnTo>
                  <a:pt x="12932" y="264"/>
                </a:lnTo>
                <a:lnTo>
                  <a:pt x="12604" y="132"/>
                </a:lnTo>
                <a:lnTo>
                  <a:pt x="12229" y="65"/>
                </a:lnTo>
                <a:lnTo>
                  <a:pt x="11573" y="0"/>
                </a:lnTo>
                <a:close/>
              </a:path>
            </a:pathLst>
          </a:custGeom>
          <a:solidFill>
            <a:schemeClr val="accent1"/>
          </a:solidFill>
          <a:ln w="12700">
            <a:miter lim="400000"/>
          </a:ln>
        </p:spPr>
        <p:txBody>
          <a:bodyPr lIns="0" tIns="0" rIns="0" bIns="0" anchor="ctr"/>
          <a:lstStyle/>
          <a:p>
            <a:pPr>
              <a:defRPr>
                <a:solidFill>
                  <a:srgbClr val="A4C2F4"/>
                </a:solidFill>
              </a:defRPr>
            </a:pPr>
          </a:p>
        </p:txBody>
      </p:sp>
      <p:sp>
        <p:nvSpPr>
          <p:cNvPr id="594" name="Google Shape;242;p3"/>
          <p:cNvSpPr/>
          <p:nvPr/>
        </p:nvSpPr>
        <p:spPr>
          <a:xfrm rot="16200000">
            <a:off x="2883754" y="3982258"/>
            <a:ext cx="279907" cy="35791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154" y="1130"/>
                </a:moveTo>
                <a:lnTo>
                  <a:pt x="9154" y="2448"/>
                </a:lnTo>
                <a:lnTo>
                  <a:pt x="9073" y="3768"/>
                </a:lnTo>
                <a:lnTo>
                  <a:pt x="8591" y="3704"/>
                </a:lnTo>
                <a:lnTo>
                  <a:pt x="8672" y="3453"/>
                </a:lnTo>
                <a:lnTo>
                  <a:pt x="8672" y="3140"/>
                </a:lnTo>
                <a:lnTo>
                  <a:pt x="8513" y="2511"/>
                </a:lnTo>
                <a:lnTo>
                  <a:pt x="8432" y="1883"/>
                </a:lnTo>
                <a:lnTo>
                  <a:pt x="8513" y="1570"/>
                </a:lnTo>
                <a:lnTo>
                  <a:pt x="8672" y="1318"/>
                </a:lnTo>
                <a:lnTo>
                  <a:pt x="8753" y="1193"/>
                </a:lnTo>
                <a:lnTo>
                  <a:pt x="8913" y="1130"/>
                </a:lnTo>
                <a:close/>
                <a:moveTo>
                  <a:pt x="3373" y="690"/>
                </a:moveTo>
                <a:lnTo>
                  <a:pt x="3454" y="753"/>
                </a:lnTo>
                <a:lnTo>
                  <a:pt x="3533" y="878"/>
                </a:lnTo>
                <a:lnTo>
                  <a:pt x="3533" y="1946"/>
                </a:lnTo>
                <a:lnTo>
                  <a:pt x="3695" y="3768"/>
                </a:lnTo>
                <a:lnTo>
                  <a:pt x="2811" y="3829"/>
                </a:lnTo>
                <a:lnTo>
                  <a:pt x="2651" y="3829"/>
                </a:lnTo>
                <a:lnTo>
                  <a:pt x="2651" y="3201"/>
                </a:lnTo>
                <a:lnTo>
                  <a:pt x="2570" y="2575"/>
                </a:lnTo>
                <a:lnTo>
                  <a:pt x="2651" y="2071"/>
                </a:lnTo>
                <a:lnTo>
                  <a:pt x="2732" y="1631"/>
                </a:lnTo>
                <a:lnTo>
                  <a:pt x="2973" y="690"/>
                </a:lnTo>
                <a:close/>
                <a:moveTo>
                  <a:pt x="8351" y="4583"/>
                </a:moveTo>
                <a:lnTo>
                  <a:pt x="9716" y="4646"/>
                </a:lnTo>
                <a:lnTo>
                  <a:pt x="11001" y="4773"/>
                </a:lnTo>
                <a:lnTo>
                  <a:pt x="11001" y="4834"/>
                </a:lnTo>
                <a:lnTo>
                  <a:pt x="11242" y="5964"/>
                </a:lnTo>
                <a:lnTo>
                  <a:pt x="8591" y="6091"/>
                </a:lnTo>
                <a:lnTo>
                  <a:pt x="5862" y="6216"/>
                </a:lnTo>
                <a:lnTo>
                  <a:pt x="2973" y="6279"/>
                </a:lnTo>
                <a:lnTo>
                  <a:pt x="2007" y="6342"/>
                </a:lnTo>
                <a:lnTo>
                  <a:pt x="1044" y="6404"/>
                </a:lnTo>
                <a:lnTo>
                  <a:pt x="965" y="5526"/>
                </a:lnTo>
                <a:lnTo>
                  <a:pt x="965" y="5086"/>
                </a:lnTo>
                <a:lnTo>
                  <a:pt x="884" y="4898"/>
                </a:lnTo>
                <a:lnTo>
                  <a:pt x="725" y="4709"/>
                </a:lnTo>
                <a:lnTo>
                  <a:pt x="1285" y="4773"/>
                </a:lnTo>
                <a:lnTo>
                  <a:pt x="1766" y="4773"/>
                </a:lnTo>
                <a:lnTo>
                  <a:pt x="2811" y="4709"/>
                </a:lnTo>
                <a:lnTo>
                  <a:pt x="4257" y="4583"/>
                </a:lnTo>
                <a:close/>
                <a:moveTo>
                  <a:pt x="10761" y="6844"/>
                </a:moveTo>
                <a:lnTo>
                  <a:pt x="10920" y="6969"/>
                </a:lnTo>
                <a:lnTo>
                  <a:pt x="11242" y="7032"/>
                </a:lnTo>
                <a:lnTo>
                  <a:pt x="11402" y="6969"/>
                </a:lnTo>
                <a:lnTo>
                  <a:pt x="11483" y="7912"/>
                </a:lnTo>
                <a:lnTo>
                  <a:pt x="11402" y="8854"/>
                </a:lnTo>
                <a:lnTo>
                  <a:pt x="11323" y="9294"/>
                </a:lnTo>
                <a:lnTo>
                  <a:pt x="11161" y="9795"/>
                </a:lnTo>
                <a:lnTo>
                  <a:pt x="10920" y="10235"/>
                </a:lnTo>
                <a:lnTo>
                  <a:pt x="10520" y="10612"/>
                </a:lnTo>
                <a:lnTo>
                  <a:pt x="10198" y="10800"/>
                </a:lnTo>
                <a:lnTo>
                  <a:pt x="9797" y="10988"/>
                </a:lnTo>
                <a:lnTo>
                  <a:pt x="9395" y="11052"/>
                </a:lnTo>
                <a:lnTo>
                  <a:pt x="8913" y="11113"/>
                </a:lnTo>
                <a:lnTo>
                  <a:pt x="7950" y="11177"/>
                </a:lnTo>
                <a:lnTo>
                  <a:pt x="7147" y="11240"/>
                </a:lnTo>
                <a:lnTo>
                  <a:pt x="5702" y="11240"/>
                </a:lnTo>
                <a:lnTo>
                  <a:pt x="5783" y="11113"/>
                </a:lnTo>
                <a:lnTo>
                  <a:pt x="5862" y="10925"/>
                </a:lnTo>
                <a:lnTo>
                  <a:pt x="6103" y="10800"/>
                </a:lnTo>
                <a:lnTo>
                  <a:pt x="6184" y="10737"/>
                </a:lnTo>
                <a:lnTo>
                  <a:pt x="6184" y="10675"/>
                </a:lnTo>
                <a:lnTo>
                  <a:pt x="6103" y="10612"/>
                </a:lnTo>
                <a:lnTo>
                  <a:pt x="5943" y="10612"/>
                </a:lnTo>
                <a:lnTo>
                  <a:pt x="5702" y="10675"/>
                </a:lnTo>
                <a:lnTo>
                  <a:pt x="5380" y="10800"/>
                </a:lnTo>
                <a:lnTo>
                  <a:pt x="5140" y="10988"/>
                </a:lnTo>
                <a:lnTo>
                  <a:pt x="5059" y="11240"/>
                </a:lnTo>
                <a:lnTo>
                  <a:pt x="3774" y="11113"/>
                </a:lnTo>
                <a:lnTo>
                  <a:pt x="3373" y="11052"/>
                </a:lnTo>
                <a:lnTo>
                  <a:pt x="3695" y="10988"/>
                </a:lnTo>
                <a:lnTo>
                  <a:pt x="4498" y="10925"/>
                </a:lnTo>
                <a:lnTo>
                  <a:pt x="4818" y="10800"/>
                </a:lnTo>
                <a:lnTo>
                  <a:pt x="4980" y="10675"/>
                </a:lnTo>
                <a:lnTo>
                  <a:pt x="5059" y="10548"/>
                </a:lnTo>
                <a:lnTo>
                  <a:pt x="5059" y="10423"/>
                </a:lnTo>
                <a:lnTo>
                  <a:pt x="4980" y="10297"/>
                </a:lnTo>
                <a:lnTo>
                  <a:pt x="4899" y="10235"/>
                </a:lnTo>
                <a:lnTo>
                  <a:pt x="4818" y="10172"/>
                </a:lnTo>
                <a:lnTo>
                  <a:pt x="4498" y="10172"/>
                </a:lnTo>
                <a:lnTo>
                  <a:pt x="4336" y="10297"/>
                </a:lnTo>
                <a:lnTo>
                  <a:pt x="3936" y="10360"/>
                </a:lnTo>
                <a:lnTo>
                  <a:pt x="3051" y="10487"/>
                </a:lnTo>
                <a:lnTo>
                  <a:pt x="2491" y="10612"/>
                </a:lnTo>
                <a:lnTo>
                  <a:pt x="2007" y="10737"/>
                </a:lnTo>
                <a:lnTo>
                  <a:pt x="1766" y="10612"/>
                </a:lnTo>
                <a:lnTo>
                  <a:pt x="1526" y="10487"/>
                </a:lnTo>
                <a:lnTo>
                  <a:pt x="1447" y="10235"/>
                </a:lnTo>
                <a:lnTo>
                  <a:pt x="1366" y="10047"/>
                </a:lnTo>
                <a:lnTo>
                  <a:pt x="1847" y="10108"/>
                </a:lnTo>
                <a:lnTo>
                  <a:pt x="3292" y="10108"/>
                </a:lnTo>
                <a:lnTo>
                  <a:pt x="3774" y="10047"/>
                </a:lnTo>
                <a:lnTo>
                  <a:pt x="4257" y="9983"/>
                </a:lnTo>
                <a:lnTo>
                  <a:pt x="4336" y="9920"/>
                </a:lnTo>
                <a:lnTo>
                  <a:pt x="4417" y="9858"/>
                </a:lnTo>
                <a:lnTo>
                  <a:pt x="4498" y="9670"/>
                </a:lnTo>
                <a:lnTo>
                  <a:pt x="4336" y="9482"/>
                </a:lnTo>
                <a:lnTo>
                  <a:pt x="4257" y="9419"/>
                </a:lnTo>
                <a:lnTo>
                  <a:pt x="3292" y="9419"/>
                </a:lnTo>
                <a:lnTo>
                  <a:pt x="2410" y="9482"/>
                </a:lnTo>
                <a:lnTo>
                  <a:pt x="1847" y="9544"/>
                </a:lnTo>
                <a:lnTo>
                  <a:pt x="1285" y="9544"/>
                </a:lnTo>
                <a:lnTo>
                  <a:pt x="1285" y="9167"/>
                </a:lnTo>
                <a:lnTo>
                  <a:pt x="1607" y="9294"/>
                </a:lnTo>
                <a:lnTo>
                  <a:pt x="1928" y="9355"/>
                </a:lnTo>
                <a:lnTo>
                  <a:pt x="2651" y="9355"/>
                </a:lnTo>
                <a:lnTo>
                  <a:pt x="3373" y="9230"/>
                </a:lnTo>
                <a:lnTo>
                  <a:pt x="4017" y="8979"/>
                </a:lnTo>
                <a:lnTo>
                  <a:pt x="4095" y="8854"/>
                </a:lnTo>
                <a:lnTo>
                  <a:pt x="4176" y="8727"/>
                </a:lnTo>
                <a:lnTo>
                  <a:pt x="4176" y="8602"/>
                </a:lnTo>
                <a:lnTo>
                  <a:pt x="4095" y="8477"/>
                </a:lnTo>
                <a:lnTo>
                  <a:pt x="4017" y="8414"/>
                </a:lnTo>
                <a:lnTo>
                  <a:pt x="3855" y="8350"/>
                </a:lnTo>
                <a:lnTo>
                  <a:pt x="3774" y="8350"/>
                </a:lnTo>
                <a:lnTo>
                  <a:pt x="3533" y="8414"/>
                </a:lnTo>
                <a:lnTo>
                  <a:pt x="2973" y="8602"/>
                </a:lnTo>
                <a:lnTo>
                  <a:pt x="2410" y="8727"/>
                </a:lnTo>
                <a:lnTo>
                  <a:pt x="1847" y="8727"/>
                </a:lnTo>
                <a:lnTo>
                  <a:pt x="1206" y="8665"/>
                </a:lnTo>
                <a:lnTo>
                  <a:pt x="1206" y="8414"/>
                </a:lnTo>
                <a:lnTo>
                  <a:pt x="1847" y="8350"/>
                </a:lnTo>
                <a:lnTo>
                  <a:pt x="2491" y="8350"/>
                </a:lnTo>
                <a:lnTo>
                  <a:pt x="3774" y="8162"/>
                </a:lnTo>
                <a:lnTo>
                  <a:pt x="4176" y="8037"/>
                </a:lnTo>
                <a:lnTo>
                  <a:pt x="4577" y="7849"/>
                </a:lnTo>
                <a:lnTo>
                  <a:pt x="4658" y="7724"/>
                </a:lnTo>
                <a:lnTo>
                  <a:pt x="4739" y="7597"/>
                </a:lnTo>
                <a:lnTo>
                  <a:pt x="4658" y="7409"/>
                </a:lnTo>
                <a:lnTo>
                  <a:pt x="4498" y="7284"/>
                </a:lnTo>
                <a:lnTo>
                  <a:pt x="4257" y="7157"/>
                </a:lnTo>
                <a:lnTo>
                  <a:pt x="4095" y="7157"/>
                </a:lnTo>
                <a:lnTo>
                  <a:pt x="4017" y="7221"/>
                </a:lnTo>
                <a:lnTo>
                  <a:pt x="3855" y="7284"/>
                </a:lnTo>
                <a:lnTo>
                  <a:pt x="3774" y="7409"/>
                </a:lnTo>
                <a:lnTo>
                  <a:pt x="3213" y="7536"/>
                </a:lnTo>
                <a:lnTo>
                  <a:pt x="2169" y="7660"/>
                </a:lnTo>
                <a:lnTo>
                  <a:pt x="1206" y="7849"/>
                </a:lnTo>
                <a:lnTo>
                  <a:pt x="1125" y="7096"/>
                </a:lnTo>
                <a:lnTo>
                  <a:pt x="2973" y="7096"/>
                </a:lnTo>
                <a:lnTo>
                  <a:pt x="5862" y="7032"/>
                </a:lnTo>
                <a:lnTo>
                  <a:pt x="8351" y="6969"/>
                </a:lnTo>
                <a:lnTo>
                  <a:pt x="10761" y="6844"/>
                </a:lnTo>
                <a:close/>
                <a:moveTo>
                  <a:pt x="2651" y="0"/>
                </a:moveTo>
                <a:lnTo>
                  <a:pt x="2410" y="62"/>
                </a:lnTo>
                <a:lnTo>
                  <a:pt x="2250" y="250"/>
                </a:lnTo>
                <a:lnTo>
                  <a:pt x="1928" y="1318"/>
                </a:lnTo>
                <a:lnTo>
                  <a:pt x="1766" y="2386"/>
                </a:lnTo>
                <a:lnTo>
                  <a:pt x="1766" y="3579"/>
                </a:lnTo>
                <a:lnTo>
                  <a:pt x="1928" y="3956"/>
                </a:lnTo>
                <a:lnTo>
                  <a:pt x="1206" y="4081"/>
                </a:lnTo>
                <a:lnTo>
                  <a:pt x="803" y="4206"/>
                </a:lnTo>
                <a:lnTo>
                  <a:pt x="484" y="4394"/>
                </a:lnTo>
                <a:lnTo>
                  <a:pt x="403" y="4458"/>
                </a:lnTo>
                <a:lnTo>
                  <a:pt x="322" y="4583"/>
                </a:lnTo>
                <a:lnTo>
                  <a:pt x="81" y="4834"/>
                </a:lnTo>
                <a:lnTo>
                  <a:pt x="81" y="6656"/>
                </a:lnTo>
                <a:lnTo>
                  <a:pt x="0" y="6781"/>
                </a:lnTo>
                <a:lnTo>
                  <a:pt x="81" y="6969"/>
                </a:lnTo>
                <a:lnTo>
                  <a:pt x="162" y="7597"/>
                </a:lnTo>
                <a:lnTo>
                  <a:pt x="241" y="9482"/>
                </a:lnTo>
                <a:lnTo>
                  <a:pt x="241" y="10172"/>
                </a:lnTo>
                <a:lnTo>
                  <a:pt x="403" y="10487"/>
                </a:lnTo>
                <a:lnTo>
                  <a:pt x="563" y="10800"/>
                </a:lnTo>
                <a:lnTo>
                  <a:pt x="803" y="11052"/>
                </a:lnTo>
                <a:lnTo>
                  <a:pt x="1044" y="11240"/>
                </a:lnTo>
                <a:lnTo>
                  <a:pt x="1366" y="11428"/>
                </a:lnTo>
                <a:lnTo>
                  <a:pt x="1688" y="11553"/>
                </a:lnTo>
                <a:lnTo>
                  <a:pt x="2410" y="11742"/>
                </a:lnTo>
                <a:lnTo>
                  <a:pt x="3213" y="11868"/>
                </a:lnTo>
                <a:lnTo>
                  <a:pt x="4577" y="11993"/>
                </a:lnTo>
                <a:lnTo>
                  <a:pt x="5862" y="12056"/>
                </a:lnTo>
                <a:lnTo>
                  <a:pt x="5702" y="12433"/>
                </a:lnTo>
                <a:lnTo>
                  <a:pt x="5702" y="14631"/>
                </a:lnTo>
                <a:lnTo>
                  <a:pt x="5862" y="15761"/>
                </a:lnTo>
                <a:lnTo>
                  <a:pt x="6184" y="17896"/>
                </a:lnTo>
                <a:lnTo>
                  <a:pt x="6665" y="19967"/>
                </a:lnTo>
                <a:lnTo>
                  <a:pt x="6825" y="20407"/>
                </a:lnTo>
                <a:lnTo>
                  <a:pt x="7066" y="20722"/>
                </a:lnTo>
                <a:lnTo>
                  <a:pt x="7388" y="20972"/>
                </a:lnTo>
                <a:lnTo>
                  <a:pt x="7869" y="21223"/>
                </a:lnTo>
                <a:lnTo>
                  <a:pt x="8272" y="21348"/>
                </a:lnTo>
                <a:lnTo>
                  <a:pt x="8753" y="21475"/>
                </a:lnTo>
                <a:lnTo>
                  <a:pt x="9797" y="21600"/>
                </a:lnTo>
                <a:lnTo>
                  <a:pt x="10358" y="21537"/>
                </a:lnTo>
                <a:lnTo>
                  <a:pt x="10839" y="21412"/>
                </a:lnTo>
                <a:lnTo>
                  <a:pt x="11242" y="21223"/>
                </a:lnTo>
                <a:lnTo>
                  <a:pt x="11564" y="20910"/>
                </a:lnTo>
                <a:lnTo>
                  <a:pt x="11884" y="20595"/>
                </a:lnTo>
                <a:lnTo>
                  <a:pt x="12045" y="20219"/>
                </a:lnTo>
                <a:lnTo>
                  <a:pt x="12205" y="19842"/>
                </a:lnTo>
                <a:lnTo>
                  <a:pt x="12286" y="19465"/>
                </a:lnTo>
                <a:lnTo>
                  <a:pt x="12286" y="18460"/>
                </a:lnTo>
                <a:lnTo>
                  <a:pt x="12124" y="17394"/>
                </a:lnTo>
                <a:lnTo>
                  <a:pt x="12124" y="16326"/>
                </a:lnTo>
                <a:lnTo>
                  <a:pt x="12365" y="15321"/>
                </a:lnTo>
                <a:lnTo>
                  <a:pt x="12527" y="14819"/>
                </a:lnTo>
                <a:lnTo>
                  <a:pt x="12768" y="14316"/>
                </a:lnTo>
                <a:lnTo>
                  <a:pt x="13090" y="13815"/>
                </a:lnTo>
                <a:lnTo>
                  <a:pt x="13330" y="13626"/>
                </a:lnTo>
                <a:lnTo>
                  <a:pt x="13571" y="13438"/>
                </a:lnTo>
                <a:lnTo>
                  <a:pt x="13731" y="13375"/>
                </a:lnTo>
                <a:lnTo>
                  <a:pt x="13812" y="13375"/>
                </a:lnTo>
                <a:lnTo>
                  <a:pt x="14131" y="13500"/>
                </a:lnTo>
                <a:lnTo>
                  <a:pt x="14293" y="13688"/>
                </a:lnTo>
                <a:lnTo>
                  <a:pt x="14453" y="13940"/>
                </a:lnTo>
                <a:lnTo>
                  <a:pt x="14534" y="14191"/>
                </a:lnTo>
                <a:lnTo>
                  <a:pt x="14453" y="14504"/>
                </a:lnTo>
                <a:lnTo>
                  <a:pt x="14372" y="15069"/>
                </a:lnTo>
                <a:lnTo>
                  <a:pt x="14293" y="15761"/>
                </a:lnTo>
                <a:lnTo>
                  <a:pt x="14372" y="16138"/>
                </a:lnTo>
                <a:lnTo>
                  <a:pt x="14453" y="16514"/>
                </a:lnTo>
                <a:lnTo>
                  <a:pt x="14613" y="16891"/>
                </a:lnTo>
                <a:lnTo>
                  <a:pt x="14856" y="17204"/>
                </a:lnTo>
                <a:lnTo>
                  <a:pt x="15257" y="17394"/>
                </a:lnTo>
                <a:lnTo>
                  <a:pt x="15657" y="17582"/>
                </a:lnTo>
                <a:lnTo>
                  <a:pt x="16301" y="17707"/>
                </a:lnTo>
                <a:lnTo>
                  <a:pt x="17023" y="17771"/>
                </a:lnTo>
                <a:lnTo>
                  <a:pt x="18468" y="17771"/>
                </a:lnTo>
                <a:lnTo>
                  <a:pt x="19834" y="17644"/>
                </a:lnTo>
                <a:lnTo>
                  <a:pt x="21197" y="17394"/>
                </a:lnTo>
                <a:lnTo>
                  <a:pt x="21359" y="17331"/>
                </a:lnTo>
                <a:lnTo>
                  <a:pt x="21519" y="17204"/>
                </a:lnTo>
                <a:lnTo>
                  <a:pt x="21600" y="17016"/>
                </a:lnTo>
                <a:lnTo>
                  <a:pt x="21519" y="16891"/>
                </a:lnTo>
                <a:lnTo>
                  <a:pt x="21438" y="16702"/>
                </a:lnTo>
                <a:lnTo>
                  <a:pt x="21278" y="16577"/>
                </a:lnTo>
                <a:lnTo>
                  <a:pt x="21118" y="16514"/>
                </a:lnTo>
                <a:lnTo>
                  <a:pt x="20878" y="16514"/>
                </a:lnTo>
                <a:lnTo>
                  <a:pt x="19593" y="16702"/>
                </a:lnTo>
                <a:lnTo>
                  <a:pt x="18227" y="16827"/>
                </a:lnTo>
                <a:lnTo>
                  <a:pt x="16942" y="16827"/>
                </a:lnTo>
                <a:lnTo>
                  <a:pt x="16301" y="16766"/>
                </a:lnTo>
                <a:lnTo>
                  <a:pt x="15979" y="16639"/>
                </a:lnTo>
                <a:lnTo>
                  <a:pt x="15738" y="16514"/>
                </a:lnTo>
                <a:lnTo>
                  <a:pt x="15578" y="16389"/>
                </a:lnTo>
                <a:lnTo>
                  <a:pt x="15497" y="16201"/>
                </a:lnTo>
                <a:lnTo>
                  <a:pt x="15497" y="15258"/>
                </a:lnTo>
                <a:lnTo>
                  <a:pt x="15578" y="14881"/>
                </a:lnTo>
                <a:lnTo>
                  <a:pt x="15657" y="14504"/>
                </a:lnTo>
                <a:lnTo>
                  <a:pt x="15657" y="14128"/>
                </a:lnTo>
                <a:lnTo>
                  <a:pt x="15578" y="13751"/>
                </a:lnTo>
                <a:lnTo>
                  <a:pt x="15416" y="13438"/>
                </a:lnTo>
                <a:lnTo>
                  <a:pt x="15257" y="13123"/>
                </a:lnTo>
                <a:lnTo>
                  <a:pt x="14935" y="12871"/>
                </a:lnTo>
                <a:lnTo>
                  <a:pt x="14613" y="12683"/>
                </a:lnTo>
                <a:lnTo>
                  <a:pt x="14293" y="12558"/>
                </a:lnTo>
                <a:lnTo>
                  <a:pt x="13972" y="12495"/>
                </a:lnTo>
                <a:lnTo>
                  <a:pt x="13571" y="12495"/>
                </a:lnTo>
                <a:lnTo>
                  <a:pt x="13168" y="12558"/>
                </a:lnTo>
                <a:lnTo>
                  <a:pt x="12768" y="12746"/>
                </a:lnTo>
                <a:lnTo>
                  <a:pt x="12365" y="12998"/>
                </a:lnTo>
                <a:lnTo>
                  <a:pt x="12045" y="13375"/>
                </a:lnTo>
                <a:lnTo>
                  <a:pt x="11805" y="13751"/>
                </a:lnTo>
                <a:lnTo>
                  <a:pt x="11564" y="14191"/>
                </a:lnTo>
                <a:lnTo>
                  <a:pt x="11242" y="15008"/>
                </a:lnTo>
                <a:lnTo>
                  <a:pt x="11001" y="15886"/>
                </a:lnTo>
                <a:lnTo>
                  <a:pt x="10920" y="16766"/>
                </a:lnTo>
                <a:lnTo>
                  <a:pt x="11001" y="17644"/>
                </a:lnTo>
                <a:lnTo>
                  <a:pt x="11080" y="18585"/>
                </a:lnTo>
                <a:lnTo>
                  <a:pt x="11080" y="19717"/>
                </a:lnTo>
                <a:lnTo>
                  <a:pt x="11001" y="19967"/>
                </a:lnTo>
                <a:lnTo>
                  <a:pt x="10839" y="20155"/>
                </a:lnTo>
                <a:lnTo>
                  <a:pt x="10680" y="20345"/>
                </a:lnTo>
                <a:lnTo>
                  <a:pt x="10439" y="20470"/>
                </a:lnTo>
                <a:lnTo>
                  <a:pt x="10198" y="20595"/>
                </a:lnTo>
                <a:lnTo>
                  <a:pt x="9876" y="20658"/>
                </a:lnTo>
                <a:lnTo>
                  <a:pt x="9557" y="20658"/>
                </a:lnTo>
                <a:lnTo>
                  <a:pt x="8994" y="20534"/>
                </a:lnTo>
                <a:lnTo>
                  <a:pt x="8351" y="20407"/>
                </a:lnTo>
                <a:lnTo>
                  <a:pt x="8110" y="20282"/>
                </a:lnTo>
                <a:lnTo>
                  <a:pt x="7869" y="20094"/>
                </a:lnTo>
                <a:lnTo>
                  <a:pt x="7790" y="19842"/>
                </a:lnTo>
                <a:lnTo>
                  <a:pt x="7709" y="19590"/>
                </a:lnTo>
                <a:lnTo>
                  <a:pt x="7228" y="17582"/>
                </a:lnTo>
                <a:lnTo>
                  <a:pt x="6906" y="15509"/>
                </a:lnTo>
                <a:lnTo>
                  <a:pt x="6665" y="13500"/>
                </a:lnTo>
                <a:lnTo>
                  <a:pt x="6665" y="12810"/>
                </a:lnTo>
                <a:lnTo>
                  <a:pt x="6584" y="12433"/>
                </a:lnTo>
                <a:lnTo>
                  <a:pt x="6424" y="12056"/>
                </a:lnTo>
                <a:lnTo>
                  <a:pt x="7388" y="12056"/>
                </a:lnTo>
                <a:lnTo>
                  <a:pt x="8272" y="11993"/>
                </a:lnTo>
                <a:lnTo>
                  <a:pt x="9235" y="11930"/>
                </a:lnTo>
                <a:lnTo>
                  <a:pt x="10117" y="11742"/>
                </a:lnTo>
                <a:lnTo>
                  <a:pt x="10520" y="11617"/>
                </a:lnTo>
                <a:lnTo>
                  <a:pt x="10839" y="11428"/>
                </a:lnTo>
                <a:lnTo>
                  <a:pt x="11161" y="11302"/>
                </a:lnTo>
                <a:lnTo>
                  <a:pt x="11402" y="11113"/>
                </a:lnTo>
                <a:lnTo>
                  <a:pt x="11884" y="10612"/>
                </a:lnTo>
                <a:lnTo>
                  <a:pt x="12124" y="10108"/>
                </a:lnTo>
                <a:lnTo>
                  <a:pt x="12365" y="9544"/>
                </a:lnTo>
                <a:lnTo>
                  <a:pt x="12527" y="8917"/>
                </a:lnTo>
                <a:lnTo>
                  <a:pt x="12527" y="8225"/>
                </a:lnTo>
                <a:lnTo>
                  <a:pt x="12446" y="6907"/>
                </a:lnTo>
                <a:lnTo>
                  <a:pt x="12365" y="6091"/>
                </a:lnTo>
                <a:lnTo>
                  <a:pt x="12205" y="5274"/>
                </a:lnTo>
                <a:lnTo>
                  <a:pt x="12124" y="4773"/>
                </a:lnTo>
                <a:lnTo>
                  <a:pt x="12045" y="4583"/>
                </a:lnTo>
                <a:lnTo>
                  <a:pt x="11964" y="4394"/>
                </a:lnTo>
                <a:lnTo>
                  <a:pt x="11884" y="4144"/>
                </a:lnTo>
                <a:lnTo>
                  <a:pt x="11724" y="4018"/>
                </a:lnTo>
                <a:lnTo>
                  <a:pt x="11323" y="3829"/>
                </a:lnTo>
                <a:lnTo>
                  <a:pt x="11001" y="3768"/>
                </a:lnTo>
                <a:lnTo>
                  <a:pt x="10761" y="3768"/>
                </a:lnTo>
                <a:lnTo>
                  <a:pt x="10680" y="3829"/>
                </a:lnTo>
                <a:lnTo>
                  <a:pt x="10038" y="3829"/>
                </a:lnTo>
                <a:lnTo>
                  <a:pt x="10117" y="1381"/>
                </a:lnTo>
                <a:lnTo>
                  <a:pt x="10038" y="942"/>
                </a:lnTo>
                <a:lnTo>
                  <a:pt x="9957" y="753"/>
                </a:lnTo>
                <a:lnTo>
                  <a:pt x="9876" y="565"/>
                </a:lnTo>
                <a:lnTo>
                  <a:pt x="9716" y="440"/>
                </a:lnTo>
                <a:lnTo>
                  <a:pt x="9476" y="377"/>
                </a:lnTo>
                <a:lnTo>
                  <a:pt x="9235" y="313"/>
                </a:lnTo>
                <a:lnTo>
                  <a:pt x="8913" y="377"/>
                </a:lnTo>
                <a:lnTo>
                  <a:pt x="8351" y="565"/>
                </a:lnTo>
                <a:lnTo>
                  <a:pt x="8110" y="690"/>
                </a:lnTo>
                <a:lnTo>
                  <a:pt x="7950" y="878"/>
                </a:lnTo>
                <a:lnTo>
                  <a:pt x="7709" y="1255"/>
                </a:lnTo>
                <a:lnTo>
                  <a:pt x="7549" y="1695"/>
                </a:lnTo>
                <a:lnTo>
                  <a:pt x="7628" y="2260"/>
                </a:lnTo>
                <a:lnTo>
                  <a:pt x="7709" y="2825"/>
                </a:lnTo>
                <a:lnTo>
                  <a:pt x="7790" y="3264"/>
                </a:lnTo>
                <a:lnTo>
                  <a:pt x="8031" y="3704"/>
                </a:lnTo>
                <a:lnTo>
                  <a:pt x="4577" y="3704"/>
                </a:lnTo>
                <a:lnTo>
                  <a:pt x="4498" y="2323"/>
                </a:lnTo>
                <a:lnTo>
                  <a:pt x="4417" y="878"/>
                </a:lnTo>
                <a:lnTo>
                  <a:pt x="4417" y="628"/>
                </a:lnTo>
                <a:lnTo>
                  <a:pt x="4257" y="377"/>
                </a:lnTo>
                <a:lnTo>
                  <a:pt x="4095" y="250"/>
                </a:lnTo>
                <a:lnTo>
                  <a:pt x="3855" y="125"/>
                </a:lnTo>
                <a:lnTo>
                  <a:pt x="3614" y="62"/>
                </a:lnTo>
                <a:lnTo>
                  <a:pt x="3292" y="0"/>
                </a:lnTo>
                <a:close/>
              </a:path>
            </a:pathLst>
          </a:custGeom>
          <a:solidFill>
            <a:schemeClr val="accent1"/>
          </a:solidFill>
          <a:ln w="12700">
            <a:miter lim="400000"/>
          </a:ln>
        </p:spPr>
        <p:txBody>
          <a:bodyPr lIns="0" tIns="0" rIns="0" bIns="0" anchor="ctr"/>
          <a:lstStyle/>
          <a:p>
            <a:pPr>
              <a:defRPr>
                <a:solidFill>
                  <a:srgbClr val="A4C2F4"/>
                </a:solidFill>
              </a:defRPr>
            </a:pPr>
          </a:p>
        </p:txBody>
      </p:sp>
      <p:sp>
        <p:nvSpPr>
          <p:cNvPr id="595" name="Google Shape;243;p3"/>
          <p:cNvSpPr/>
          <p:nvPr/>
        </p:nvSpPr>
        <p:spPr>
          <a:xfrm>
            <a:off x="2859047" y="4370224"/>
            <a:ext cx="377709" cy="4265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66" y="0"/>
                </a:moveTo>
                <a:lnTo>
                  <a:pt x="8866" y="53"/>
                </a:lnTo>
                <a:lnTo>
                  <a:pt x="9045" y="1791"/>
                </a:lnTo>
                <a:lnTo>
                  <a:pt x="9103" y="1896"/>
                </a:lnTo>
                <a:lnTo>
                  <a:pt x="9163" y="2002"/>
                </a:lnTo>
                <a:lnTo>
                  <a:pt x="9342" y="2054"/>
                </a:lnTo>
                <a:lnTo>
                  <a:pt x="9462" y="2002"/>
                </a:lnTo>
                <a:lnTo>
                  <a:pt x="10889" y="1264"/>
                </a:lnTo>
                <a:lnTo>
                  <a:pt x="10771" y="1844"/>
                </a:lnTo>
                <a:lnTo>
                  <a:pt x="10711" y="2371"/>
                </a:lnTo>
                <a:lnTo>
                  <a:pt x="10711" y="2950"/>
                </a:lnTo>
                <a:lnTo>
                  <a:pt x="10771" y="3530"/>
                </a:lnTo>
                <a:lnTo>
                  <a:pt x="10829" y="3688"/>
                </a:lnTo>
                <a:lnTo>
                  <a:pt x="10949" y="3740"/>
                </a:lnTo>
                <a:lnTo>
                  <a:pt x="11068" y="3793"/>
                </a:lnTo>
                <a:lnTo>
                  <a:pt x="11186" y="3846"/>
                </a:lnTo>
                <a:lnTo>
                  <a:pt x="11306" y="3793"/>
                </a:lnTo>
                <a:lnTo>
                  <a:pt x="11425" y="3740"/>
                </a:lnTo>
                <a:lnTo>
                  <a:pt x="11485" y="3635"/>
                </a:lnTo>
                <a:lnTo>
                  <a:pt x="11485" y="3530"/>
                </a:lnTo>
                <a:lnTo>
                  <a:pt x="11425" y="3266"/>
                </a:lnTo>
                <a:lnTo>
                  <a:pt x="11364" y="2634"/>
                </a:lnTo>
                <a:lnTo>
                  <a:pt x="11425" y="2002"/>
                </a:lnTo>
                <a:lnTo>
                  <a:pt x="11543" y="1370"/>
                </a:lnTo>
                <a:lnTo>
                  <a:pt x="11721" y="737"/>
                </a:lnTo>
                <a:lnTo>
                  <a:pt x="11663" y="579"/>
                </a:lnTo>
                <a:lnTo>
                  <a:pt x="11603" y="421"/>
                </a:lnTo>
                <a:lnTo>
                  <a:pt x="11425" y="369"/>
                </a:lnTo>
                <a:lnTo>
                  <a:pt x="11246" y="421"/>
                </a:lnTo>
                <a:lnTo>
                  <a:pt x="9580" y="1317"/>
                </a:lnTo>
                <a:lnTo>
                  <a:pt x="9520" y="1001"/>
                </a:lnTo>
                <a:lnTo>
                  <a:pt x="9402" y="685"/>
                </a:lnTo>
                <a:lnTo>
                  <a:pt x="9223" y="316"/>
                </a:lnTo>
                <a:lnTo>
                  <a:pt x="9045" y="0"/>
                </a:lnTo>
                <a:close/>
                <a:moveTo>
                  <a:pt x="14339" y="5479"/>
                </a:moveTo>
                <a:lnTo>
                  <a:pt x="14161" y="5531"/>
                </a:lnTo>
                <a:lnTo>
                  <a:pt x="14043" y="5637"/>
                </a:lnTo>
                <a:lnTo>
                  <a:pt x="13804" y="5953"/>
                </a:lnTo>
                <a:lnTo>
                  <a:pt x="13567" y="6164"/>
                </a:lnTo>
                <a:lnTo>
                  <a:pt x="13209" y="6427"/>
                </a:lnTo>
                <a:lnTo>
                  <a:pt x="12972" y="6690"/>
                </a:lnTo>
                <a:lnTo>
                  <a:pt x="12972" y="6848"/>
                </a:lnTo>
                <a:lnTo>
                  <a:pt x="13030" y="6901"/>
                </a:lnTo>
                <a:lnTo>
                  <a:pt x="13090" y="6954"/>
                </a:lnTo>
                <a:lnTo>
                  <a:pt x="13387" y="6954"/>
                </a:lnTo>
                <a:lnTo>
                  <a:pt x="13626" y="6901"/>
                </a:lnTo>
                <a:lnTo>
                  <a:pt x="13864" y="6796"/>
                </a:lnTo>
                <a:lnTo>
                  <a:pt x="14103" y="6690"/>
                </a:lnTo>
                <a:lnTo>
                  <a:pt x="14459" y="6322"/>
                </a:lnTo>
                <a:lnTo>
                  <a:pt x="14756" y="5953"/>
                </a:lnTo>
                <a:lnTo>
                  <a:pt x="14816" y="5848"/>
                </a:lnTo>
                <a:lnTo>
                  <a:pt x="14816" y="5690"/>
                </a:lnTo>
                <a:lnTo>
                  <a:pt x="14756" y="5584"/>
                </a:lnTo>
                <a:lnTo>
                  <a:pt x="14638" y="5531"/>
                </a:lnTo>
                <a:lnTo>
                  <a:pt x="14459" y="5479"/>
                </a:lnTo>
                <a:close/>
                <a:moveTo>
                  <a:pt x="238" y="4267"/>
                </a:moveTo>
                <a:lnTo>
                  <a:pt x="118" y="4320"/>
                </a:lnTo>
                <a:lnTo>
                  <a:pt x="60" y="4425"/>
                </a:lnTo>
                <a:lnTo>
                  <a:pt x="0" y="4636"/>
                </a:lnTo>
                <a:lnTo>
                  <a:pt x="60" y="5110"/>
                </a:lnTo>
                <a:lnTo>
                  <a:pt x="178" y="5848"/>
                </a:lnTo>
                <a:lnTo>
                  <a:pt x="357" y="6532"/>
                </a:lnTo>
                <a:lnTo>
                  <a:pt x="417" y="6638"/>
                </a:lnTo>
                <a:lnTo>
                  <a:pt x="535" y="6743"/>
                </a:lnTo>
                <a:lnTo>
                  <a:pt x="834" y="6743"/>
                </a:lnTo>
                <a:lnTo>
                  <a:pt x="1904" y="6058"/>
                </a:lnTo>
                <a:lnTo>
                  <a:pt x="2023" y="6954"/>
                </a:lnTo>
                <a:lnTo>
                  <a:pt x="2083" y="7166"/>
                </a:lnTo>
                <a:lnTo>
                  <a:pt x="2143" y="7428"/>
                </a:lnTo>
                <a:lnTo>
                  <a:pt x="2261" y="7639"/>
                </a:lnTo>
                <a:lnTo>
                  <a:pt x="2321" y="7691"/>
                </a:lnTo>
                <a:lnTo>
                  <a:pt x="2500" y="7744"/>
                </a:lnTo>
                <a:lnTo>
                  <a:pt x="2618" y="7744"/>
                </a:lnTo>
                <a:lnTo>
                  <a:pt x="2736" y="7691"/>
                </a:lnTo>
                <a:lnTo>
                  <a:pt x="2797" y="7639"/>
                </a:lnTo>
                <a:lnTo>
                  <a:pt x="2857" y="7533"/>
                </a:lnTo>
                <a:lnTo>
                  <a:pt x="2857" y="7428"/>
                </a:lnTo>
                <a:lnTo>
                  <a:pt x="2797" y="7270"/>
                </a:lnTo>
                <a:lnTo>
                  <a:pt x="2797" y="7217"/>
                </a:lnTo>
                <a:lnTo>
                  <a:pt x="2736" y="7112"/>
                </a:lnTo>
                <a:lnTo>
                  <a:pt x="2678" y="6532"/>
                </a:lnTo>
                <a:lnTo>
                  <a:pt x="2618" y="6006"/>
                </a:lnTo>
                <a:lnTo>
                  <a:pt x="2558" y="5479"/>
                </a:lnTo>
                <a:lnTo>
                  <a:pt x="2558" y="5321"/>
                </a:lnTo>
                <a:lnTo>
                  <a:pt x="2380" y="5215"/>
                </a:lnTo>
                <a:lnTo>
                  <a:pt x="2201" y="5215"/>
                </a:lnTo>
                <a:lnTo>
                  <a:pt x="2023" y="5268"/>
                </a:lnTo>
                <a:lnTo>
                  <a:pt x="1427" y="5584"/>
                </a:lnTo>
                <a:lnTo>
                  <a:pt x="892" y="5953"/>
                </a:lnTo>
                <a:lnTo>
                  <a:pt x="535" y="4741"/>
                </a:lnTo>
                <a:lnTo>
                  <a:pt x="477" y="4425"/>
                </a:lnTo>
                <a:lnTo>
                  <a:pt x="357" y="4267"/>
                </a:lnTo>
                <a:close/>
                <a:moveTo>
                  <a:pt x="13626" y="3846"/>
                </a:moveTo>
                <a:lnTo>
                  <a:pt x="16422" y="7428"/>
                </a:lnTo>
                <a:lnTo>
                  <a:pt x="16482" y="7482"/>
                </a:lnTo>
                <a:lnTo>
                  <a:pt x="16422" y="7533"/>
                </a:lnTo>
                <a:lnTo>
                  <a:pt x="15709" y="8060"/>
                </a:lnTo>
                <a:lnTo>
                  <a:pt x="14935" y="8641"/>
                </a:lnTo>
                <a:lnTo>
                  <a:pt x="14281" y="9061"/>
                </a:lnTo>
                <a:lnTo>
                  <a:pt x="13924" y="8641"/>
                </a:lnTo>
                <a:lnTo>
                  <a:pt x="11306" y="5531"/>
                </a:lnTo>
                <a:lnTo>
                  <a:pt x="12495" y="4794"/>
                </a:lnTo>
                <a:lnTo>
                  <a:pt x="13030" y="4372"/>
                </a:lnTo>
                <a:lnTo>
                  <a:pt x="13567" y="3951"/>
                </a:lnTo>
                <a:lnTo>
                  <a:pt x="13626" y="3846"/>
                </a:lnTo>
                <a:close/>
                <a:moveTo>
                  <a:pt x="4046" y="10378"/>
                </a:moveTo>
                <a:lnTo>
                  <a:pt x="3927" y="10485"/>
                </a:lnTo>
                <a:lnTo>
                  <a:pt x="3927" y="10643"/>
                </a:lnTo>
                <a:lnTo>
                  <a:pt x="4344" y="11326"/>
                </a:lnTo>
                <a:lnTo>
                  <a:pt x="4046" y="11538"/>
                </a:lnTo>
                <a:lnTo>
                  <a:pt x="3987" y="11644"/>
                </a:lnTo>
                <a:lnTo>
                  <a:pt x="3927" y="11802"/>
                </a:lnTo>
                <a:lnTo>
                  <a:pt x="3927" y="11907"/>
                </a:lnTo>
                <a:lnTo>
                  <a:pt x="4046" y="11960"/>
                </a:lnTo>
                <a:lnTo>
                  <a:pt x="4226" y="12011"/>
                </a:lnTo>
                <a:lnTo>
                  <a:pt x="4344" y="11960"/>
                </a:lnTo>
                <a:lnTo>
                  <a:pt x="4641" y="11854"/>
                </a:lnTo>
                <a:lnTo>
                  <a:pt x="4761" y="12011"/>
                </a:lnTo>
                <a:lnTo>
                  <a:pt x="5118" y="12485"/>
                </a:lnTo>
                <a:lnTo>
                  <a:pt x="5355" y="12697"/>
                </a:lnTo>
                <a:lnTo>
                  <a:pt x="5475" y="12750"/>
                </a:lnTo>
                <a:lnTo>
                  <a:pt x="5653" y="12803"/>
                </a:lnTo>
                <a:lnTo>
                  <a:pt x="5771" y="12750"/>
                </a:lnTo>
                <a:lnTo>
                  <a:pt x="5831" y="12643"/>
                </a:lnTo>
                <a:lnTo>
                  <a:pt x="5891" y="12539"/>
                </a:lnTo>
                <a:lnTo>
                  <a:pt x="5831" y="12381"/>
                </a:lnTo>
                <a:lnTo>
                  <a:pt x="5771" y="12118"/>
                </a:lnTo>
                <a:lnTo>
                  <a:pt x="5355" y="11644"/>
                </a:lnTo>
                <a:lnTo>
                  <a:pt x="5236" y="11484"/>
                </a:lnTo>
                <a:lnTo>
                  <a:pt x="5771" y="11064"/>
                </a:lnTo>
                <a:lnTo>
                  <a:pt x="5831" y="10906"/>
                </a:lnTo>
                <a:lnTo>
                  <a:pt x="5831" y="10748"/>
                </a:lnTo>
                <a:lnTo>
                  <a:pt x="5771" y="10643"/>
                </a:lnTo>
                <a:lnTo>
                  <a:pt x="5653" y="10590"/>
                </a:lnTo>
                <a:lnTo>
                  <a:pt x="5535" y="10536"/>
                </a:lnTo>
                <a:lnTo>
                  <a:pt x="5415" y="10536"/>
                </a:lnTo>
                <a:lnTo>
                  <a:pt x="5236" y="10643"/>
                </a:lnTo>
                <a:lnTo>
                  <a:pt x="4819" y="10959"/>
                </a:lnTo>
                <a:lnTo>
                  <a:pt x="4284" y="10432"/>
                </a:lnTo>
                <a:lnTo>
                  <a:pt x="4166" y="10378"/>
                </a:lnTo>
                <a:close/>
                <a:moveTo>
                  <a:pt x="5176" y="8745"/>
                </a:moveTo>
                <a:lnTo>
                  <a:pt x="5831" y="9851"/>
                </a:lnTo>
                <a:lnTo>
                  <a:pt x="6485" y="10906"/>
                </a:lnTo>
                <a:lnTo>
                  <a:pt x="7201" y="11960"/>
                </a:lnTo>
                <a:lnTo>
                  <a:pt x="7973" y="12961"/>
                </a:lnTo>
                <a:lnTo>
                  <a:pt x="7736" y="13066"/>
                </a:lnTo>
                <a:lnTo>
                  <a:pt x="7497" y="13171"/>
                </a:lnTo>
                <a:lnTo>
                  <a:pt x="7081" y="13435"/>
                </a:lnTo>
                <a:lnTo>
                  <a:pt x="6128" y="13961"/>
                </a:lnTo>
                <a:lnTo>
                  <a:pt x="5713" y="14225"/>
                </a:lnTo>
                <a:lnTo>
                  <a:pt x="5535" y="14383"/>
                </a:lnTo>
                <a:lnTo>
                  <a:pt x="5296" y="14436"/>
                </a:lnTo>
                <a:lnTo>
                  <a:pt x="5236" y="14436"/>
                </a:lnTo>
                <a:lnTo>
                  <a:pt x="5176" y="14488"/>
                </a:lnTo>
                <a:lnTo>
                  <a:pt x="5176" y="14594"/>
                </a:lnTo>
                <a:lnTo>
                  <a:pt x="3927" y="12961"/>
                </a:lnTo>
                <a:lnTo>
                  <a:pt x="2857" y="11484"/>
                </a:lnTo>
                <a:lnTo>
                  <a:pt x="1726" y="10062"/>
                </a:lnTo>
                <a:lnTo>
                  <a:pt x="2261" y="9904"/>
                </a:lnTo>
                <a:lnTo>
                  <a:pt x="2797" y="9642"/>
                </a:lnTo>
                <a:lnTo>
                  <a:pt x="3809" y="9166"/>
                </a:lnTo>
                <a:lnTo>
                  <a:pt x="4046" y="9061"/>
                </a:lnTo>
                <a:lnTo>
                  <a:pt x="4284" y="9008"/>
                </a:lnTo>
                <a:lnTo>
                  <a:pt x="4761" y="8957"/>
                </a:lnTo>
                <a:lnTo>
                  <a:pt x="4998" y="8903"/>
                </a:lnTo>
                <a:lnTo>
                  <a:pt x="5176" y="8745"/>
                </a:lnTo>
                <a:close/>
                <a:moveTo>
                  <a:pt x="20648" y="15805"/>
                </a:moveTo>
                <a:lnTo>
                  <a:pt x="20528" y="16121"/>
                </a:lnTo>
                <a:lnTo>
                  <a:pt x="20409" y="15963"/>
                </a:lnTo>
                <a:lnTo>
                  <a:pt x="20648" y="15805"/>
                </a:lnTo>
                <a:close/>
                <a:moveTo>
                  <a:pt x="15648" y="18597"/>
                </a:moveTo>
                <a:lnTo>
                  <a:pt x="15769" y="18808"/>
                </a:lnTo>
                <a:lnTo>
                  <a:pt x="15947" y="19072"/>
                </a:lnTo>
                <a:lnTo>
                  <a:pt x="16125" y="19335"/>
                </a:lnTo>
                <a:lnTo>
                  <a:pt x="16364" y="19493"/>
                </a:lnTo>
                <a:lnTo>
                  <a:pt x="16304" y="19493"/>
                </a:lnTo>
                <a:lnTo>
                  <a:pt x="15648" y="19756"/>
                </a:lnTo>
                <a:lnTo>
                  <a:pt x="15648" y="19598"/>
                </a:lnTo>
                <a:lnTo>
                  <a:pt x="15530" y="19440"/>
                </a:lnTo>
                <a:lnTo>
                  <a:pt x="15292" y="19282"/>
                </a:lnTo>
                <a:lnTo>
                  <a:pt x="15173" y="19072"/>
                </a:lnTo>
                <a:lnTo>
                  <a:pt x="15055" y="18861"/>
                </a:lnTo>
                <a:lnTo>
                  <a:pt x="14995" y="18650"/>
                </a:lnTo>
                <a:lnTo>
                  <a:pt x="15648" y="18597"/>
                </a:lnTo>
                <a:close/>
                <a:moveTo>
                  <a:pt x="10771" y="18439"/>
                </a:moveTo>
                <a:lnTo>
                  <a:pt x="10532" y="19282"/>
                </a:lnTo>
                <a:lnTo>
                  <a:pt x="10412" y="20125"/>
                </a:lnTo>
                <a:lnTo>
                  <a:pt x="10412" y="20336"/>
                </a:lnTo>
                <a:lnTo>
                  <a:pt x="9997" y="20020"/>
                </a:lnTo>
                <a:lnTo>
                  <a:pt x="9937" y="20020"/>
                </a:lnTo>
                <a:lnTo>
                  <a:pt x="9937" y="19598"/>
                </a:lnTo>
                <a:lnTo>
                  <a:pt x="9997" y="19177"/>
                </a:lnTo>
                <a:lnTo>
                  <a:pt x="10115" y="18808"/>
                </a:lnTo>
                <a:lnTo>
                  <a:pt x="10294" y="18492"/>
                </a:lnTo>
                <a:lnTo>
                  <a:pt x="10771" y="18439"/>
                </a:lnTo>
                <a:close/>
                <a:moveTo>
                  <a:pt x="11900" y="18914"/>
                </a:moveTo>
                <a:lnTo>
                  <a:pt x="11781" y="18966"/>
                </a:lnTo>
                <a:lnTo>
                  <a:pt x="11721" y="19019"/>
                </a:lnTo>
                <a:lnTo>
                  <a:pt x="11485" y="19704"/>
                </a:lnTo>
                <a:lnTo>
                  <a:pt x="11364" y="20073"/>
                </a:lnTo>
                <a:lnTo>
                  <a:pt x="11364" y="20547"/>
                </a:lnTo>
                <a:lnTo>
                  <a:pt x="11425" y="20652"/>
                </a:lnTo>
                <a:lnTo>
                  <a:pt x="11543" y="20757"/>
                </a:lnTo>
                <a:lnTo>
                  <a:pt x="11663" y="20810"/>
                </a:lnTo>
                <a:lnTo>
                  <a:pt x="11781" y="20863"/>
                </a:lnTo>
                <a:lnTo>
                  <a:pt x="11900" y="20863"/>
                </a:lnTo>
                <a:lnTo>
                  <a:pt x="12020" y="20757"/>
                </a:lnTo>
                <a:lnTo>
                  <a:pt x="12138" y="20652"/>
                </a:lnTo>
                <a:lnTo>
                  <a:pt x="12138" y="20494"/>
                </a:lnTo>
                <a:lnTo>
                  <a:pt x="12078" y="20336"/>
                </a:lnTo>
                <a:lnTo>
                  <a:pt x="11960" y="20283"/>
                </a:lnTo>
                <a:lnTo>
                  <a:pt x="11960" y="19862"/>
                </a:lnTo>
                <a:lnTo>
                  <a:pt x="12020" y="19072"/>
                </a:lnTo>
                <a:lnTo>
                  <a:pt x="11960" y="18966"/>
                </a:lnTo>
                <a:lnTo>
                  <a:pt x="11900" y="18914"/>
                </a:lnTo>
                <a:close/>
                <a:moveTo>
                  <a:pt x="16899" y="8060"/>
                </a:moveTo>
                <a:lnTo>
                  <a:pt x="18148" y="9642"/>
                </a:lnTo>
                <a:lnTo>
                  <a:pt x="18743" y="10432"/>
                </a:lnTo>
                <a:lnTo>
                  <a:pt x="19339" y="11222"/>
                </a:lnTo>
                <a:lnTo>
                  <a:pt x="19874" y="12169"/>
                </a:lnTo>
                <a:lnTo>
                  <a:pt x="20113" y="12697"/>
                </a:lnTo>
                <a:lnTo>
                  <a:pt x="20349" y="13224"/>
                </a:lnTo>
                <a:lnTo>
                  <a:pt x="20469" y="13751"/>
                </a:lnTo>
                <a:lnTo>
                  <a:pt x="20588" y="14278"/>
                </a:lnTo>
                <a:lnTo>
                  <a:pt x="20648" y="14804"/>
                </a:lnTo>
                <a:lnTo>
                  <a:pt x="20648" y="15331"/>
                </a:lnTo>
                <a:lnTo>
                  <a:pt x="19992" y="15700"/>
                </a:lnTo>
                <a:lnTo>
                  <a:pt x="19932" y="15753"/>
                </a:lnTo>
                <a:lnTo>
                  <a:pt x="19874" y="15858"/>
                </a:lnTo>
                <a:lnTo>
                  <a:pt x="19932" y="15911"/>
                </a:lnTo>
                <a:lnTo>
                  <a:pt x="19992" y="16016"/>
                </a:lnTo>
                <a:lnTo>
                  <a:pt x="20171" y="16332"/>
                </a:lnTo>
                <a:lnTo>
                  <a:pt x="20291" y="16438"/>
                </a:lnTo>
                <a:lnTo>
                  <a:pt x="20409" y="16543"/>
                </a:lnTo>
                <a:lnTo>
                  <a:pt x="20231" y="16912"/>
                </a:lnTo>
                <a:lnTo>
                  <a:pt x="19992" y="17280"/>
                </a:lnTo>
                <a:lnTo>
                  <a:pt x="19219" y="16754"/>
                </a:lnTo>
                <a:lnTo>
                  <a:pt x="19100" y="16701"/>
                </a:lnTo>
                <a:lnTo>
                  <a:pt x="18982" y="16754"/>
                </a:lnTo>
                <a:lnTo>
                  <a:pt x="18922" y="16859"/>
                </a:lnTo>
                <a:lnTo>
                  <a:pt x="18982" y="16964"/>
                </a:lnTo>
                <a:lnTo>
                  <a:pt x="19696" y="17702"/>
                </a:lnTo>
                <a:lnTo>
                  <a:pt x="19219" y="18123"/>
                </a:lnTo>
                <a:lnTo>
                  <a:pt x="19160" y="18018"/>
                </a:lnTo>
                <a:lnTo>
                  <a:pt x="18922" y="17807"/>
                </a:lnTo>
                <a:lnTo>
                  <a:pt x="18683" y="17597"/>
                </a:lnTo>
                <a:lnTo>
                  <a:pt x="18445" y="17333"/>
                </a:lnTo>
                <a:lnTo>
                  <a:pt x="18327" y="17070"/>
                </a:lnTo>
                <a:lnTo>
                  <a:pt x="18208" y="17017"/>
                </a:lnTo>
                <a:lnTo>
                  <a:pt x="18148" y="16964"/>
                </a:lnTo>
                <a:lnTo>
                  <a:pt x="18030" y="17017"/>
                </a:lnTo>
                <a:lnTo>
                  <a:pt x="17970" y="17122"/>
                </a:lnTo>
                <a:lnTo>
                  <a:pt x="17970" y="17386"/>
                </a:lnTo>
                <a:lnTo>
                  <a:pt x="18030" y="17597"/>
                </a:lnTo>
                <a:lnTo>
                  <a:pt x="18148" y="17860"/>
                </a:lnTo>
                <a:lnTo>
                  <a:pt x="18267" y="18071"/>
                </a:lnTo>
                <a:lnTo>
                  <a:pt x="18445" y="18281"/>
                </a:lnTo>
                <a:lnTo>
                  <a:pt x="18683" y="18492"/>
                </a:lnTo>
                <a:lnTo>
                  <a:pt x="18030" y="18808"/>
                </a:lnTo>
                <a:lnTo>
                  <a:pt x="18088" y="18650"/>
                </a:lnTo>
                <a:lnTo>
                  <a:pt x="18088" y="18439"/>
                </a:lnTo>
                <a:lnTo>
                  <a:pt x="17970" y="18334"/>
                </a:lnTo>
                <a:lnTo>
                  <a:pt x="17791" y="18176"/>
                </a:lnTo>
                <a:lnTo>
                  <a:pt x="17731" y="18176"/>
                </a:lnTo>
                <a:lnTo>
                  <a:pt x="17613" y="18229"/>
                </a:lnTo>
                <a:lnTo>
                  <a:pt x="17613" y="18334"/>
                </a:lnTo>
                <a:lnTo>
                  <a:pt x="17553" y="18281"/>
                </a:lnTo>
                <a:lnTo>
                  <a:pt x="17018" y="17860"/>
                </a:lnTo>
                <a:lnTo>
                  <a:pt x="16899" y="17755"/>
                </a:lnTo>
                <a:lnTo>
                  <a:pt x="16779" y="17807"/>
                </a:lnTo>
                <a:lnTo>
                  <a:pt x="16721" y="17913"/>
                </a:lnTo>
                <a:lnTo>
                  <a:pt x="16721" y="18018"/>
                </a:lnTo>
                <a:lnTo>
                  <a:pt x="17018" y="18439"/>
                </a:lnTo>
                <a:lnTo>
                  <a:pt x="17374" y="18966"/>
                </a:lnTo>
                <a:lnTo>
                  <a:pt x="17494" y="19072"/>
                </a:lnTo>
                <a:lnTo>
                  <a:pt x="16839" y="19282"/>
                </a:lnTo>
                <a:lnTo>
                  <a:pt x="16839" y="19177"/>
                </a:lnTo>
                <a:lnTo>
                  <a:pt x="16779" y="19072"/>
                </a:lnTo>
                <a:lnTo>
                  <a:pt x="16601" y="18861"/>
                </a:lnTo>
                <a:lnTo>
                  <a:pt x="16304" y="18545"/>
                </a:lnTo>
                <a:lnTo>
                  <a:pt x="16065" y="18229"/>
                </a:lnTo>
                <a:lnTo>
                  <a:pt x="15947" y="18123"/>
                </a:lnTo>
                <a:lnTo>
                  <a:pt x="15769" y="18123"/>
                </a:lnTo>
                <a:lnTo>
                  <a:pt x="15233" y="18229"/>
                </a:lnTo>
                <a:lnTo>
                  <a:pt x="14756" y="18281"/>
                </a:lnTo>
                <a:lnTo>
                  <a:pt x="14638" y="18334"/>
                </a:lnTo>
                <a:lnTo>
                  <a:pt x="14578" y="18439"/>
                </a:lnTo>
                <a:lnTo>
                  <a:pt x="14578" y="18545"/>
                </a:lnTo>
                <a:lnTo>
                  <a:pt x="14638" y="18650"/>
                </a:lnTo>
                <a:lnTo>
                  <a:pt x="14638" y="19019"/>
                </a:lnTo>
                <a:lnTo>
                  <a:pt x="14756" y="19388"/>
                </a:lnTo>
                <a:lnTo>
                  <a:pt x="14816" y="19598"/>
                </a:lnTo>
                <a:lnTo>
                  <a:pt x="14935" y="19756"/>
                </a:lnTo>
                <a:lnTo>
                  <a:pt x="15113" y="19862"/>
                </a:lnTo>
                <a:lnTo>
                  <a:pt x="15292" y="19915"/>
                </a:lnTo>
                <a:lnTo>
                  <a:pt x="14578" y="20178"/>
                </a:lnTo>
                <a:lnTo>
                  <a:pt x="14518" y="20073"/>
                </a:lnTo>
                <a:lnTo>
                  <a:pt x="14281" y="19967"/>
                </a:lnTo>
                <a:lnTo>
                  <a:pt x="14221" y="19967"/>
                </a:lnTo>
                <a:lnTo>
                  <a:pt x="13983" y="19440"/>
                </a:lnTo>
                <a:lnTo>
                  <a:pt x="13804" y="19230"/>
                </a:lnTo>
                <a:lnTo>
                  <a:pt x="13567" y="18966"/>
                </a:lnTo>
                <a:lnTo>
                  <a:pt x="13507" y="18966"/>
                </a:lnTo>
                <a:lnTo>
                  <a:pt x="13507" y="19388"/>
                </a:lnTo>
                <a:lnTo>
                  <a:pt x="13567" y="19756"/>
                </a:lnTo>
                <a:lnTo>
                  <a:pt x="13804" y="20494"/>
                </a:lnTo>
                <a:lnTo>
                  <a:pt x="13090" y="20757"/>
                </a:lnTo>
                <a:lnTo>
                  <a:pt x="13030" y="20336"/>
                </a:lnTo>
                <a:lnTo>
                  <a:pt x="12912" y="19967"/>
                </a:lnTo>
                <a:lnTo>
                  <a:pt x="12852" y="19440"/>
                </a:lnTo>
                <a:lnTo>
                  <a:pt x="12852" y="18966"/>
                </a:lnTo>
                <a:lnTo>
                  <a:pt x="12794" y="18861"/>
                </a:lnTo>
                <a:lnTo>
                  <a:pt x="12674" y="18808"/>
                </a:lnTo>
                <a:lnTo>
                  <a:pt x="12615" y="18808"/>
                </a:lnTo>
                <a:lnTo>
                  <a:pt x="12495" y="18914"/>
                </a:lnTo>
                <a:lnTo>
                  <a:pt x="12437" y="19440"/>
                </a:lnTo>
                <a:lnTo>
                  <a:pt x="12377" y="19967"/>
                </a:lnTo>
                <a:lnTo>
                  <a:pt x="12437" y="20441"/>
                </a:lnTo>
                <a:lnTo>
                  <a:pt x="12437" y="20652"/>
                </a:lnTo>
                <a:lnTo>
                  <a:pt x="12555" y="20863"/>
                </a:lnTo>
                <a:lnTo>
                  <a:pt x="12138" y="20915"/>
                </a:lnTo>
                <a:lnTo>
                  <a:pt x="11663" y="20863"/>
                </a:lnTo>
                <a:lnTo>
                  <a:pt x="11364" y="20757"/>
                </a:lnTo>
                <a:lnTo>
                  <a:pt x="11008" y="20652"/>
                </a:lnTo>
                <a:lnTo>
                  <a:pt x="11068" y="20336"/>
                </a:lnTo>
                <a:lnTo>
                  <a:pt x="11128" y="19598"/>
                </a:lnTo>
                <a:lnTo>
                  <a:pt x="11128" y="18334"/>
                </a:lnTo>
                <a:lnTo>
                  <a:pt x="11068" y="18229"/>
                </a:lnTo>
                <a:lnTo>
                  <a:pt x="10889" y="18176"/>
                </a:lnTo>
                <a:lnTo>
                  <a:pt x="10294" y="18229"/>
                </a:lnTo>
                <a:lnTo>
                  <a:pt x="10234" y="18176"/>
                </a:lnTo>
                <a:lnTo>
                  <a:pt x="10115" y="18229"/>
                </a:lnTo>
                <a:lnTo>
                  <a:pt x="9877" y="18545"/>
                </a:lnTo>
                <a:lnTo>
                  <a:pt x="9640" y="18861"/>
                </a:lnTo>
                <a:lnTo>
                  <a:pt x="9520" y="19230"/>
                </a:lnTo>
                <a:lnTo>
                  <a:pt x="9402" y="19546"/>
                </a:lnTo>
                <a:lnTo>
                  <a:pt x="8746" y="18966"/>
                </a:lnTo>
                <a:lnTo>
                  <a:pt x="9223" y="18439"/>
                </a:lnTo>
                <a:lnTo>
                  <a:pt x="9640" y="17913"/>
                </a:lnTo>
                <a:lnTo>
                  <a:pt x="9640" y="17649"/>
                </a:lnTo>
                <a:lnTo>
                  <a:pt x="9520" y="17544"/>
                </a:lnTo>
                <a:lnTo>
                  <a:pt x="9223" y="17544"/>
                </a:lnTo>
                <a:lnTo>
                  <a:pt x="9103" y="17649"/>
                </a:lnTo>
                <a:lnTo>
                  <a:pt x="8450" y="18597"/>
                </a:lnTo>
                <a:lnTo>
                  <a:pt x="8033" y="18123"/>
                </a:lnTo>
                <a:lnTo>
                  <a:pt x="8331" y="17913"/>
                </a:lnTo>
                <a:lnTo>
                  <a:pt x="8628" y="17649"/>
                </a:lnTo>
                <a:lnTo>
                  <a:pt x="8866" y="17333"/>
                </a:lnTo>
                <a:lnTo>
                  <a:pt x="9045" y="17017"/>
                </a:lnTo>
                <a:lnTo>
                  <a:pt x="9045" y="16859"/>
                </a:lnTo>
                <a:lnTo>
                  <a:pt x="8985" y="16754"/>
                </a:lnTo>
                <a:lnTo>
                  <a:pt x="8925" y="16701"/>
                </a:lnTo>
                <a:lnTo>
                  <a:pt x="8628" y="16701"/>
                </a:lnTo>
                <a:lnTo>
                  <a:pt x="8568" y="16806"/>
                </a:lnTo>
                <a:lnTo>
                  <a:pt x="7794" y="17807"/>
                </a:lnTo>
                <a:lnTo>
                  <a:pt x="7201" y="17122"/>
                </a:lnTo>
                <a:lnTo>
                  <a:pt x="7379" y="16964"/>
                </a:lnTo>
                <a:lnTo>
                  <a:pt x="7914" y="16385"/>
                </a:lnTo>
                <a:lnTo>
                  <a:pt x="8450" y="15753"/>
                </a:lnTo>
                <a:lnTo>
                  <a:pt x="8450" y="15647"/>
                </a:lnTo>
                <a:lnTo>
                  <a:pt x="8510" y="15595"/>
                </a:lnTo>
                <a:lnTo>
                  <a:pt x="8568" y="15489"/>
                </a:lnTo>
                <a:lnTo>
                  <a:pt x="8568" y="15384"/>
                </a:lnTo>
                <a:lnTo>
                  <a:pt x="8450" y="15279"/>
                </a:lnTo>
                <a:lnTo>
                  <a:pt x="8271" y="15226"/>
                </a:lnTo>
                <a:lnTo>
                  <a:pt x="8153" y="15226"/>
                </a:lnTo>
                <a:lnTo>
                  <a:pt x="8033" y="15279"/>
                </a:lnTo>
                <a:lnTo>
                  <a:pt x="7379" y="16121"/>
                </a:lnTo>
                <a:lnTo>
                  <a:pt x="7022" y="16596"/>
                </a:lnTo>
                <a:lnTo>
                  <a:pt x="6962" y="16490"/>
                </a:lnTo>
                <a:lnTo>
                  <a:pt x="6724" y="16490"/>
                </a:lnTo>
                <a:lnTo>
                  <a:pt x="6307" y="16016"/>
                </a:lnTo>
                <a:lnTo>
                  <a:pt x="7022" y="15542"/>
                </a:lnTo>
                <a:lnTo>
                  <a:pt x="7379" y="15331"/>
                </a:lnTo>
                <a:lnTo>
                  <a:pt x="7676" y="15015"/>
                </a:lnTo>
                <a:lnTo>
                  <a:pt x="7736" y="14962"/>
                </a:lnTo>
                <a:lnTo>
                  <a:pt x="7794" y="14857"/>
                </a:lnTo>
                <a:lnTo>
                  <a:pt x="7676" y="14699"/>
                </a:lnTo>
                <a:lnTo>
                  <a:pt x="7557" y="14594"/>
                </a:lnTo>
                <a:lnTo>
                  <a:pt x="7437" y="14594"/>
                </a:lnTo>
                <a:lnTo>
                  <a:pt x="7319" y="14646"/>
                </a:lnTo>
                <a:lnTo>
                  <a:pt x="6962" y="14857"/>
                </a:lnTo>
                <a:lnTo>
                  <a:pt x="6605" y="15120"/>
                </a:lnTo>
                <a:lnTo>
                  <a:pt x="6010" y="15647"/>
                </a:lnTo>
                <a:lnTo>
                  <a:pt x="5282" y="14704"/>
                </a:lnTo>
                <a:lnTo>
                  <a:pt x="5653" y="14752"/>
                </a:lnTo>
                <a:lnTo>
                  <a:pt x="6070" y="14699"/>
                </a:lnTo>
                <a:lnTo>
                  <a:pt x="6307" y="14594"/>
                </a:lnTo>
                <a:lnTo>
                  <a:pt x="6605" y="14436"/>
                </a:lnTo>
                <a:lnTo>
                  <a:pt x="7081" y="14172"/>
                </a:lnTo>
                <a:lnTo>
                  <a:pt x="7736" y="13856"/>
                </a:lnTo>
                <a:lnTo>
                  <a:pt x="8093" y="13698"/>
                </a:lnTo>
                <a:lnTo>
                  <a:pt x="8390" y="13487"/>
                </a:lnTo>
                <a:lnTo>
                  <a:pt x="9819" y="15331"/>
                </a:lnTo>
                <a:lnTo>
                  <a:pt x="10354" y="15963"/>
                </a:lnTo>
                <a:lnTo>
                  <a:pt x="10889" y="16596"/>
                </a:lnTo>
                <a:lnTo>
                  <a:pt x="11186" y="16859"/>
                </a:lnTo>
                <a:lnTo>
                  <a:pt x="11543" y="17122"/>
                </a:lnTo>
                <a:lnTo>
                  <a:pt x="11900" y="17333"/>
                </a:lnTo>
                <a:lnTo>
                  <a:pt x="12317" y="17491"/>
                </a:lnTo>
                <a:lnTo>
                  <a:pt x="12674" y="17597"/>
                </a:lnTo>
                <a:lnTo>
                  <a:pt x="13090" y="17649"/>
                </a:lnTo>
                <a:lnTo>
                  <a:pt x="13864" y="17649"/>
                </a:lnTo>
                <a:lnTo>
                  <a:pt x="14221" y="17597"/>
                </a:lnTo>
                <a:lnTo>
                  <a:pt x="14578" y="17491"/>
                </a:lnTo>
                <a:lnTo>
                  <a:pt x="14935" y="17386"/>
                </a:lnTo>
                <a:lnTo>
                  <a:pt x="15292" y="17228"/>
                </a:lnTo>
                <a:lnTo>
                  <a:pt x="15709" y="17017"/>
                </a:lnTo>
                <a:lnTo>
                  <a:pt x="16005" y="16754"/>
                </a:lnTo>
                <a:lnTo>
                  <a:pt x="16304" y="16490"/>
                </a:lnTo>
                <a:lnTo>
                  <a:pt x="16542" y="16174"/>
                </a:lnTo>
                <a:lnTo>
                  <a:pt x="16721" y="15858"/>
                </a:lnTo>
                <a:lnTo>
                  <a:pt x="16899" y="15542"/>
                </a:lnTo>
                <a:lnTo>
                  <a:pt x="17018" y="15173"/>
                </a:lnTo>
                <a:lnTo>
                  <a:pt x="17078" y="14857"/>
                </a:lnTo>
                <a:lnTo>
                  <a:pt x="17136" y="14120"/>
                </a:lnTo>
                <a:lnTo>
                  <a:pt x="17078" y="13382"/>
                </a:lnTo>
                <a:lnTo>
                  <a:pt x="16899" y="12643"/>
                </a:lnTo>
                <a:lnTo>
                  <a:pt x="16601" y="11960"/>
                </a:lnTo>
                <a:lnTo>
                  <a:pt x="16185" y="11326"/>
                </a:lnTo>
                <a:lnTo>
                  <a:pt x="15709" y="10748"/>
                </a:lnTo>
                <a:lnTo>
                  <a:pt x="14756" y="9535"/>
                </a:lnTo>
                <a:lnTo>
                  <a:pt x="15173" y="9326"/>
                </a:lnTo>
                <a:lnTo>
                  <a:pt x="15530" y="9115"/>
                </a:lnTo>
                <a:lnTo>
                  <a:pt x="16244" y="8587"/>
                </a:lnTo>
                <a:lnTo>
                  <a:pt x="16899" y="8060"/>
                </a:lnTo>
                <a:close/>
                <a:moveTo>
                  <a:pt x="13626" y="2950"/>
                </a:moveTo>
                <a:lnTo>
                  <a:pt x="13447" y="3003"/>
                </a:lnTo>
                <a:lnTo>
                  <a:pt x="13329" y="3108"/>
                </a:lnTo>
                <a:lnTo>
                  <a:pt x="13269" y="3161"/>
                </a:lnTo>
                <a:lnTo>
                  <a:pt x="13269" y="3424"/>
                </a:lnTo>
                <a:lnTo>
                  <a:pt x="13150" y="3477"/>
                </a:lnTo>
                <a:lnTo>
                  <a:pt x="13030" y="3530"/>
                </a:lnTo>
                <a:lnTo>
                  <a:pt x="11841" y="4372"/>
                </a:lnTo>
                <a:lnTo>
                  <a:pt x="11186" y="4794"/>
                </a:lnTo>
                <a:lnTo>
                  <a:pt x="10591" y="5163"/>
                </a:lnTo>
                <a:lnTo>
                  <a:pt x="10472" y="5268"/>
                </a:lnTo>
                <a:lnTo>
                  <a:pt x="10412" y="5373"/>
                </a:lnTo>
                <a:lnTo>
                  <a:pt x="10412" y="5637"/>
                </a:lnTo>
                <a:lnTo>
                  <a:pt x="13864" y="9589"/>
                </a:lnTo>
                <a:lnTo>
                  <a:pt x="13864" y="9693"/>
                </a:lnTo>
                <a:lnTo>
                  <a:pt x="13983" y="9746"/>
                </a:lnTo>
                <a:lnTo>
                  <a:pt x="15233" y="11275"/>
                </a:lnTo>
                <a:lnTo>
                  <a:pt x="15709" y="11907"/>
                </a:lnTo>
                <a:lnTo>
                  <a:pt x="16065" y="12592"/>
                </a:lnTo>
                <a:lnTo>
                  <a:pt x="16244" y="12961"/>
                </a:lnTo>
                <a:lnTo>
                  <a:pt x="16364" y="13329"/>
                </a:lnTo>
                <a:lnTo>
                  <a:pt x="16422" y="13698"/>
                </a:lnTo>
                <a:lnTo>
                  <a:pt x="16422" y="14488"/>
                </a:lnTo>
                <a:lnTo>
                  <a:pt x="16364" y="14804"/>
                </a:lnTo>
                <a:lnTo>
                  <a:pt x="16244" y="15173"/>
                </a:lnTo>
                <a:lnTo>
                  <a:pt x="16065" y="15489"/>
                </a:lnTo>
                <a:lnTo>
                  <a:pt x="15887" y="15805"/>
                </a:lnTo>
                <a:lnTo>
                  <a:pt x="15648" y="16069"/>
                </a:lnTo>
                <a:lnTo>
                  <a:pt x="15352" y="16332"/>
                </a:lnTo>
                <a:lnTo>
                  <a:pt x="15055" y="16596"/>
                </a:lnTo>
                <a:lnTo>
                  <a:pt x="14756" y="16754"/>
                </a:lnTo>
                <a:lnTo>
                  <a:pt x="14399" y="16859"/>
                </a:lnTo>
                <a:lnTo>
                  <a:pt x="14043" y="16912"/>
                </a:lnTo>
                <a:lnTo>
                  <a:pt x="13686" y="16964"/>
                </a:lnTo>
                <a:lnTo>
                  <a:pt x="12972" y="16964"/>
                </a:lnTo>
                <a:lnTo>
                  <a:pt x="12674" y="16859"/>
                </a:lnTo>
                <a:lnTo>
                  <a:pt x="12317" y="16754"/>
                </a:lnTo>
                <a:lnTo>
                  <a:pt x="11960" y="16543"/>
                </a:lnTo>
                <a:lnTo>
                  <a:pt x="11603" y="16332"/>
                </a:lnTo>
                <a:lnTo>
                  <a:pt x="11306" y="16016"/>
                </a:lnTo>
                <a:lnTo>
                  <a:pt x="11068" y="15700"/>
                </a:lnTo>
                <a:lnTo>
                  <a:pt x="9819" y="14225"/>
                </a:lnTo>
                <a:lnTo>
                  <a:pt x="8688" y="12750"/>
                </a:lnTo>
                <a:lnTo>
                  <a:pt x="7557" y="11222"/>
                </a:lnTo>
                <a:lnTo>
                  <a:pt x="6545" y="9642"/>
                </a:lnTo>
                <a:lnTo>
                  <a:pt x="6070" y="8850"/>
                </a:lnTo>
                <a:lnTo>
                  <a:pt x="5653" y="8060"/>
                </a:lnTo>
                <a:lnTo>
                  <a:pt x="5535" y="7955"/>
                </a:lnTo>
                <a:lnTo>
                  <a:pt x="5355" y="7902"/>
                </a:lnTo>
                <a:lnTo>
                  <a:pt x="5176" y="7902"/>
                </a:lnTo>
                <a:lnTo>
                  <a:pt x="5058" y="8007"/>
                </a:lnTo>
                <a:lnTo>
                  <a:pt x="4879" y="8167"/>
                </a:lnTo>
                <a:lnTo>
                  <a:pt x="4641" y="8271"/>
                </a:lnTo>
                <a:lnTo>
                  <a:pt x="4404" y="8376"/>
                </a:lnTo>
                <a:lnTo>
                  <a:pt x="4166" y="8376"/>
                </a:lnTo>
                <a:lnTo>
                  <a:pt x="3927" y="8429"/>
                </a:lnTo>
                <a:lnTo>
                  <a:pt x="3689" y="8483"/>
                </a:lnTo>
                <a:lnTo>
                  <a:pt x="3273" y="8692"/>
                </a:lnTo>
                <a:lnTo>
                  <a:pt x="2321" y="9219"/>
                </a:lnTo>
                <a:lnTo>
                  <a:pt x="1844" y="9484"/>
                </a:lnTo>
                <a:lnTo>
                  <a:pt x="1427" y="9800"/>
                </a:lnTo>
                <a:lnTo>
                  <a:pt x="1249" y="9800"/>
                </a:lnTo>
                <a:lnTo>
                  <a:pt x="1131" y="9904"/>
                </a:lnTo>
                <a:lnTo>
                  <a:pt x="1071" y="10009"/>
                </a:lnTo>
                <a:lnTo>
                  <a:pt x="1131" y="10167"/>
                </a:lnTo>
                <a:lnTo>
                  <a:pt x="1786" y="11222"/>
                </a:lnTo>
                <a:lnTo>
                  <a:pt x="2500" y="12276"/>
                </a:lnTo>
                <a:lnTo>
                  <a:pt x="3987" y="14278"/>
                </a:lnTo>
                <a:lnTo>
                  <a:pt x="5535" y="16279"/>
                </a:lnTo>
                <a:lnTo>
                  <a:pt x="7141" y="18229"/>
                </a:lnTo>
                <a:lnTo>
                  <a:pt x="8093" y="19282"/>
                </a:lnTo>
                <a:lnTo>
                  <a:pt x="8033" y="19282"/>
                </a:lnTo>
                <a:lnTo>
                  <a:pt x="8033" y="19388"/>
                </a:lnTo>
                <a:lnTo>
                  <a:pt x="8093" y="19440"/>
                </a:lnTo>
                <a:lnTo>
                  <a:pt x="8153" y="19493"/>
                </a:lnTo>
                <a:lnTo>
                  <a:pt x="8271" y="19440"/>
                </a:lnTo>
                <a:lnTo>
                  <a:pt x="8806" y="20020"/>
                </a:lnTo>
                <a:lnTo>
                  <a:pt x="9402" y="20547"/>
                </a:lnTo>
                <a:lnTo>
                  <a:pt x="9462" y="20599"/>
                </a:lnTo>
                <a:lnTo>
                  <a:pt x="9580" y="20652"/>
                </a:lnTo>
                <a:lnTo>
                  <a:pt x="9937" y="20915"/>
                </a:lnTo>
                <a:lnTo>
                  <a:pt x="10354" y="21126"/>
                </a:lnTo>
                <a:lnTo>
                  <a:pt x="10771" y="21337"/>
                </a:lnTo>
                <a:lnTo>
                  <a:pt x="11246" y="21495"/>
                </a:lnTo>
                <a:lnTo>
                  <a:pt x="11721" y="21600"/>
                </a:lnTo>
                <a:lnTo>
                  <a:pt x="12734" y="21600"/>
                </a:lnTo>
                <a:lnTo>
                  <a:pt x="13269" y="21495"/>
                </a:lnTo>
                <a:lnTo>
                  <a:pt x="13804" y="21284"/>
                </a:lnTo>
                <a:lnTo>
                  <a:pt x="14399" y="21073"/>
                </a:lnTo>
                <a:lnTo>
                  <a:pt x="15530" y="20599"/>
                </a:lnTo>
                <a:lnTo>
                  <a:pt x="18030" y="19651"/>
                </a:lnTo>
                <a:lnTo>
                  <a:pt x="18803" y="19282"/>
                </a:lnTo>
                <a:lnTo>
                  <a:pt x="19457" y="18914"/>
                </a:lnTo>
                <a:lnTo>
                  <a:pt x="20113" y="18439"/>
                </a:lnTo>
                <a:lnTo>
                  <a:pt x="20648" y="17860"/>
                </a:lnTo>
                <a:lnTo>
                  <a:pt x="20945" y="17438"/>
                </a:lnTo>
                <a:lnTo>
                  <a:pt x="21183" y="17017"/>
                </a:lnTo>
                <a:lnTo>
                  <a:pt x="21362" y="16543"/>
                </a:lnTo>
                <a:lnTo>
                  <a:pt x="21480" y="16069"/>
                </a:lnTo>
                <a:lnTo>
                  <a:pt x="21540" y="15595"/>
                </a:lnTo>
                <a:lnTo>
                  <a:pt x="21600" y="15120"/>
                </a:lnTo>
                <a:lnTo>
                  <a:pt x="21540" y="14646"/>
                </a:lnTo>
                <a:lnTo>
                  <a:pt x="21480" y="14172"/>
                </a:lnTo>
                <a:lnTo>
                  <a:pt x="21362" y="13698"/>
                </a:lnTo>
                <a:lnTo>
                  <a:pt x="21242" y="13224"/>
                </a:lnTo>
                <a:lnTo>
                  <a:pt x="20885" y="12327"/>
                </a:lnTo>
                <a:lnTo>
                  <a:pt x="20409" y="11433"/>
                </a:lnTo>
                <a:lnTo>
                  <a:pt x="19874" y="10590"/>
                </a:lnTo>
                <a:lnTo>
                  <a:pt x="19279" y="9800"/>
                </a:lnTo>
                <a:lnTo>
                  <a:pt x="16661" y="6427"/>
                </a:lnTo>
                <a:lnTo>
                  <a:pt x="14043" y="3108"/>
                </a:lnTo>
                <a:lnTo>
                  <a:pt x="13924" y="3003"/>
                </a:lnTo>
                <a:lnTo>
                  <a:pt x="13746" y="2950"/>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596" name="Google Shape;244;p3"/>
          <p:cNvSpPr/>
          <p:nvPr/>
        </p:nvSpPr>
        <p:spPr>
          <a:xfrm>
            <a:off x="258962" y="4957957"/>
            <a:ext cx="386021" cy="25803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453" y="0"/>
                </a:moveTo>
                <a:lnTo>
                  <a:pt x="7279" y="176"/>
                </a:lnTo>
                <a:lnTo>
                  <a:pt x="6755" y="1045"/>
                </a:lnTo>
                <a:lnTo>
                  <a:pt x="6347" y="2004"/>
                </a:lnTo>
                <a:lnTo>
                  <a:pt x="5939" y="2961"/>
                </a:lnTo>
                <a:lnTo>
                  <a:pt x="5590" y="4008"/>
                </a:lnTo>
                <a:lnTo>
                  <a:pt x="5300" y="5053"/>
                </a:lnTo>
                <a:lnTo>
                  <a:pt x="5123" y="6185"/>
                </a:lnTo>
                <a:lnTo>
                  <a:pt x="4949" y="7316"/>
                </a:lnTo>
                <a:lnTo>
                  <a:pt x="4833" y="8536"/>
                </a:lnTo>
                <a:lnTo>
                  <a:pt x="4774" y="9146"/>
                </a:lnTo>
                <a:lnTo>
                  <a:pt x="4658" y="9669"/>
                </a:lnTo>
                <a:lnTo>
                  <a:pt x="4484" y="10279"/>
                </a:lnTo>
                <a:lnTo>
                  <a:pt x="4250" y="10713"/>
                </a:lnTo>
                <a:lnTo>
                  <a:pt x="4135" y="10975"/>
                </a:lnTo>
                <a:lnTo>
                  <a:pt x="3960" y="11062"/>
                </a:lnTo>
                <a:lnTo>
                  <a:pt x="3611" y="11236"/>
                </a:lnTo>
                <a:lnTo>
                  <a:pt x="2912" y="11236"/>
                </a:lnTo>
                <a:lnTo>
                  <a:pt x="2446" y="11062"/>
                </a:lnTo>
                <a:lnTo>
                  <a:pt x="1573" y="11062"/>
                </a:lnTo>
                <a:lnTo>
                  <a:pt x="1398" y="11236"/>
                </a:lnTo>
                <a:lnTo>
                  <a:pt x="1224" y="11324"/>
                </a:lnTo>
                <a:lnTo>
                  <a:pt x="932" y="11236"/>
                </a:lnTo>
                <a:lnTo>
                  <a:pt x="641" y="11236"/>
                </a:lnTo>
                <a:lnTo>
                  <a:pt x="408" y="11409"/>
                </a:lnTo>
                <a:lnTo>
                  <a:pt x="117" y="11585"/>
                </a:lnTo>
                <a:lnTo>
                  <a:pt x="59" y="11758"/>
                </a:lnTo>
                <a:lnTo>
                  <a:pt x="0" y="11934"/>
                </a:lnTo>
                <a:lnTo>
                  <a:pt x="0" y="12280"/>
                </a:lnTo>
                <a:lnTo>
                  <a:pt x="59" y="12368"/>
                </a:lnTo>
                <a:lnTo>
                  <a:pt x="117" y="12456"/>
                </a:lnTo>
                <a:lnTo>
                  <a:pt x="233" y="12542"/>
                </a:lnTo>
                <a:lnTo>
                  <a:pt x="351" y="12456"/>
                </a:lnTo>
                <a:lnTo>
                  <a:pt x="816" y="12280"/>
                </a:lnTo>
                <a:lnTo>
                  <a:pt x="932" y="12542"/>
                </a:lnTo>
                <a:lnTo>
                  <a:pt x="1106" y="12717"/>
                </a:lnTo>
                <a:lnTo>
                  <a:pt x="1281" y="12717"/>
                </a:lnTo>
                <a:lnTo>
                  <a:pt x="1398" y="12629"/>
                </a:lnTo>
                <a:lnTo>
                  <a:pt x="1457" y="12542"/>
                </a:lnTo>
                <a:lnTo>
                  <a:pt x="1573" y="12368"/>
                </a:lnTo>
                <a:lnTo>
                  <a:pt x="1689" y="12280"/>
                </a:lnTo>
                <a:lnTo>
                  <a:pt x="1981" y="12195"/>
                </a:lnTo>
                <a:lnTo>
                  <a:pt x="2271" y="12280"/>
                </a:lnTo>
                <a:lnTo>
                  <a:pt x="2562" y="12368"/>
                </a:lnTo>
                <a:lnTo>
                  <a:pt x="3144" y="12542"/>
                </a:lnTo>
                <a:lnTo>
                  <a:pt x="3493" y="12542"/>
                </a:lnTo>
                <a:lnTo>
                  <a:pt x="3785" y="12456"/>
                </a:lnTo>
                <a:lnTo>
                  <a:pt x="4135" y="12368"/>
                </a:lnTo>
                <a:lnTo>
                  <a:pt x="4368" y="12195"/>
                </a:lnTo>
                <a:lnTo>
                  <a:pt x="4658" y="11934"/>
                </a:lnTo>
                <a:lnTo>
                  <a:pt x="4892" y="11585"/>
                </a:lnTo>
                <a:lnTo>
                  <a:pt x="5066" y="11236"/>
                </a:lnTo>
                <a:lnTo>
                  <a:pt x="5241" y="10801"/>
                </a:lnTo>
                <a:lnTo>
                  <a:pt x="5474" y="9930"/>
                </a:lnTo>
                <a:lnTo>
                  <a:pt x="5590" y="9320"/>
                </a:lnTo>
                <a:lnTo>
                  <a:pt x="5649" y="8709"/>
                </a:lnTo>
                <a:lnTo>
                  <a:pt x="5765" y="7403"/>
                </a:lnTo>
                <a:lnTo>
                  <a:pt x="5939" y="6271"/>
                </a:lnTo>
                <a:lnTo>
                  <a:pt x="6173" y="5226"/>
                </a:lnTo>
                <a:lnTo>
                  <a:pt x="6404" y="4355"/>
                </a:lnTo>
                <a:lnTo>
                  <a:pt x="6696" y="3483"/>
                </a:lnTo>
                <a:lnTo>
                  <a:pt x="6987" y="2700"/>
                </a:lnTo>
                <a:lnTo>
                  <a:pt x="7395" y="2004"/>
                </a:lnTo>
                <a:lnTo>
                  <a:pt x="8211" y="6793"/>
                </a:lnTo>
                <a:lnTo>
                  <a:pt x="8966" y="11497"/>
                </a:lnTo>
                <a:lnTo>
                  <a:pt x="9723" y="16288"/>
                </a:lnTo>
                <a:lnTo>
                  <a:pt x="10423" y="21165"/>
                </a:lnTo>
                <a:lnTo>
                  <a:pt x="10480" y="21339"/>
                </a:lnTo>
                <a:lnTo>
                  <a:pt x="10655" y="21515"/>
                </a:lnTo>
                <a:lnTo>
                  <a:pt x="10772" y="21600"/>
                </a:lnTo>
                <a:lnTo>
                  <a:pt x="10947" y="21600"/>
                </a:lnTo>
                <a:lnTo>
                  <a:pt x="11353" y="21339"/>
                </a:lnTo>
                <a:lnTo>
                  <a:pt x="11704" y="20904"/>
                </a:lnTo>
                <a:lnTo>
                  <a:pt x="11936" y="20467"/>
                </a:lnTo>
                <a:lnTo>
                  <a:pt x="12169" y="19860"/>
                </a:lnTo>
                <a:lnTo>
                  <a:pt x="12402" y="18988"/>
                </a:lnTo>
                <a:lnTo>
                  <a:pt x="12577" y="18029"/>
                </a:lnTo>
                <a:lnTo>
                  <a:pt x="12985" y="16201"/>
                </a:lnTo>
                <a:lnTo>
                  <a:pt x="14381" y="9407"/>
                </a:lnTo>
                <a:lnTo>
                  <a:pt x="14615" y="10540"/>
                </a:lnTo>
                <a:lnTo>
                  <a:pt x="14789" y="11758"/>
                </a:lnTo>
                <a:lnTo>
                  <a:pt x="14789" y="12019"/>
                </a:lnTo>
                <a:lnTo>
                  <a:pt x="14905" y="12195"/>
                </a:lnTo>
                <a:lnTo>
                  <a:pt x="15021" y="12368"/>
                </a:lnTo>
                <a:lnTo>
                  <a:pt x="15196" y="12368"/>
                </a:lnTo>
                <a:lnTo>
                  <a:pt x="19097" y="12019"/>
                </a:lnTo>
                <a:lnTo>
                  <a:pt x="19156" y="12195"/>
                </a:lnTo>
                <a:lnTo>
                  <a:pt x="19213" y="12368"/>
                </a:lnTo>
                <a:lnTo>
                  <a:pt x="19564" y="12717"/>
                </a:lnTo>
                <a:lnTo>
                  <a:pt x="19970" y="12891"/>
                </a:lnTo>
                <a:lnTo>
                  <a:pt x="20029" y="12979"/>
                </a:lnTo>
                <a:lnTo>
                  <a:pt x="20494" y="12979"/>
                </a:lnTo>
                <a:lnTo>
                  <a:pt x="20727" y="12891"/>
                </a:lnTo>
                <a:lnTo>
                  <a:pt x="20960" y="12629"/>
                </a:lnTo>
                <a:lnTo>
                  <a:pt x="21135" y="12368"/>
                </a:lnTo>
                <a:lnTo>
                  <a:pt x="21310" y="12019"/>
                </a:lnTo>
                <a:lnTo>
                  <a:pt x="21484" y="11670"/>
                </a:lnTo>
                <a:lnTo>
                  <a:pt x="21600" y="11236"/>
                </a:lnTo>
                <a:lnTo>
                  <a:pt x="21600" y="10801"/>
                </a:lnTo>
                <a:lnTo>
                  <a:pt x="21484" y="10540"/>
                </a:lnTo>
                <a:lnTo>
                  <a:pt x="21310" y="10191"/>
                </a:lnTo>
                <a:lnTo>
                  <a:pt x="21076" y="10018"/>
                </a:lnTo>
                <a:lnTo>
                  <a:pt x="20844" y="9842"/>
                </a:lnTo>
                <a:lnTo>
                  <a:pt x="20552" y="9669"/>
                </a:lnTo>
                <a:lnTo>
                  <a:pt x="20319" y="9669"/>
                </a:lnTo>
                <a:lnTo>
                  <a:pt x="20029" y="9754"/>
                </a:lnTo>
                <a:lnTo>
                  <a:pt x="19738" y="9930"/>
                </a:lnTo>
                <a:lnTo>
                  <a:pt x="19564" y="10103"/>
                </a:lnTo>
                <a:lnTo>
                  <a:pt x="19446" y="10279"/>
                </a:lnTo>
                <a:lnTo>
                  <a:pt x="19272" y="10713"/>
                </a:lnTo>
                <a:lnTo>
                  <a:pt x="15545" y="11062"/>
                </a:lnTo>
                <a:lnTo>
                  <a:pt x="15429" y="10103"/>
                </a:lnTo>
                <a:lnTo>
                  <a:pt x="15254" y="9146"/>
                </a:lnTo>
                <a:lnTo>
                  <a:pt x="15021" y="8187"/>
                </a:lnTo>
                <a:lnTo>
                  <a:pt x="14731" y="7230"/>
                </a:lnTo>
                <a:lnTo>
                  <a:pt x="14615" y="7054"/>
                </a:lnTo>
                <a:lnTo>
                  <a:pt x="14497" y="6969"/>
                </a:lnTo>
                <a:lnTo>
                  <a:pt x="14264" y="6969"/>
                </a:lnTo>
                <a:lnTo>
                  <a:pt x="14032" y="7054"/>
                </a:lnTo>
                <a:lnTo>
                  <a:pt x="13974" y="7230"/>
                </a:lnTo>
                <a:lnTo>
                  <a:pt x="13915" y="7403"/>
                </a:lnTo>
                <a:lnTo>
                  <a:pt x="12459" y="14284"/>
                </a:lnTo>
                <a:lnTo>
                  <a:pt x="11704" y="17943"/>
                </a:lnTo>
                <a:lnTo>
                  <a:pt x="11471" y="18988"/>
                </a:lnTo>
                <a:lnTo>
                  <a:pt x="11353" y="19511"/>
                </a:lnTo>
                <a:lnTo>
                  <a:pt x="11121" y="19945"/>
                </a:lnTo>
                <a:lnTo>
                  <a:pt x="10423" y="15068"/>
                </a:lnTo>
                <a:lnTo>
                  <a:pt x="9666" y="10191"/>
                </a:lnTo>
                <a:lnTo>
                  <a:pt x="8850" y="5314"/>
                </a:lnTo>
                <a:lnTo>
                  <a:pt x="7977" y="522"/>
                </a:lnTo>
                <a:lnTo>
                  <a:pt x="7861" y="176"/>
                </a:lnTo>
                <a:lnTo>
                  <a:pt x="7685" y="88"/>
                </a:lnTo>
                <a:lnTo>
                  <a:pt x="7453" y="0"/>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597" name="Google Shape;245;p3"/>
          <p:cNvSpPr/>
          <p:nvPr/>
        </p:nvSpPr>
        <p:spPr>
          <a:xfrm>
            <a:off x="2981848" y="4885132"/>
            <a:ext cx="174786" cy="1872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885" y="0"/>
                </a:moveTo>
                <a:lnTo>
                  <a:pt x="13759" y="121"/>
                </a:lnTo>
                <a:lnTo>
                  <a:pt x="13629" y="242"/>
                </a:lnTo>
                <a:lnTo>
                  <a:pt x="13629" y="481"/>
                </a:lnTo>
                <a:lnTo>
                  <a:pt x="12342" y="1560"/>
                </a:lnTo>
                <a:lnTo>
                  <a:pt x="11315" y="2640"/>
                </a:lnTo>
                <a:lnTo>
                  <a:pt x="9769" y="4200"/>
                </a:lnTo>
                <a:lnTo>
                  <a:pt x="8613" y="5401"/>
                </a:lnTo>
                <a:lnTo>
                  <a:pt x="7712" y="5162"/>
                </a:lnTo>
                <a:lnTo>
                  <a:pt x="4627" y="4321"/>
                </a:lnTo>
                <a:lnTo>
                  <a:pt x="3986" y="4200"/>
                </a:lnTo>
                <a:lnTo>
                  <a:pt x="2829" y="3961"/>
                </a:lnTo>
                <a:lnTo>
                  <a:pt x="2314" y="3840"/>
                </a:lnTo>
                <a:lnTo>
                  <a:pt x="1798" y="3961"/>
                </a:lnTo>
                <a:lnTo>
                  <a:pt x="1542" y="4083"/>
                </a:lnTo>
                <a:lnTo>
                  <a:pt x="1542" y="4442"/>
                </a:lnTo>
                <a:lnTo>
                  <a:pt x="1669" y="4802"/>
                </a:lnTo>
                <a:lnTo>
                  <a:pt x="1928" y="5041"/>
                </a:lnTo>
                <a:lnTo>
                  <a:pt x="2314" y="5280"/>
                </a:lnTo>
                <a:lnTo>
                  <a:pt x="2699" y="5401"/>
                </a:lnTo>
                <a:lnTo>
                  <a:pt x="3726" y="5761"/>
                </a:lnTo>
                <a:lnTo>
                  <a:pt x="4497" y="5882"/>
                </a:lnTo>
                <a:lnTo>
                  <a:pt x="7200" y="6601"/>
                </a:lnTo>
                <a:lnTo>
                  <a:pt x="7200" y="6840"/>
                </a:lnTo>
                <a:lnTo>
                  <a:pt x="7326" y="7082"/>
                </a:lnTo>
                <a:lnTo>
                  <a:pt x="7586" y="7321"/>
                </a:lnTo>
                <a:lnTo>
                  <a:pt x="7712" y="7321"/>
                </a:lnTo>
                <a:lnTo>
                  <a:pt x="7971" y="7442"/>
                </a:lnTo>
                <a:lnTo>
                  <a:pt x="8357" y="7321"/>
                </a:lnTo>
                <a:lnTo>
                  <a:pt x="8872" y="7082"/>
                </a:lnTo>
                <a:lnTo>
                  <a:pt x="9384" y="6961"/>
                </a:lnTo>
                <a:lnTo>
                  <a:pt x="9643" y="6840"/>
                </a:lnTo>
                <a:lnTo>
                  <a:pt x="9769" y="6722"/>
                </a:lnTo>
                <a:lnTo>
                  <a:pt x="9769" y="6242"/>
                </a:lnTo>
                <a:lnTo>
                  <a:pt x="10285" y="5761"/>
                </a:lnTo>
                <a:lnTo>
                  <a:pt x="11827" y="4200"/>
                </a:lnTo>
                <a:lnTo>
                  <a:pt x="13369" y="2522"/>
                </a:lnTo>
                <a:lnTo>
                  <a:pt x="13499" y="4560"/>
                </a:lnTo>
                <a:lnTo>
                  <a:pt x="13499" y="6840"/>
                </a:lnTo>
                <a:lnTo>
                  <a:pt x="13629" y="7920"/>
                </a:lnTo>
                <a:lnTo>
                  <a:pt x="13885" y="8522"/>
                </a:lnTo>
                <a:lnTo>
                  <a:pt x="14144" y="8999"/>
                </a:lnTo>
                <a:lnTo>
                  <a:pt x="14400" y="9241"/>
                </a:lnTo>
                <a:lnTo>
                  <a:pt x="14786" y="9241"/>
                </a:lnTo>
                <a:lnTo>
                  <a:pt x="15686" y="9840"/>
                </a:lnTo>
                <a:lnTo>
                  <a:pt x="16584" y="10321"/>
                </a:lnTo>
                <a:lnTo>
                  <a:pt x="17744" y="10681"/>
                </a:lnTo>
                <a:lnTo>
                  <a:pt x="18771" y="10919"/>
                </a:lnTo>
                <a:lnTo>
                  <a:pt x="18386" y="11161"/>
                </a:lnTo>
                <a:lnTo>
                  <a:pt x="16584" y="12002"/>
                </a:lnTo>
                <a:lnTo>
                  <a:pt x="15813" y="12362"/>
                </a:lnTo>
                <a:lnTo>
                  <a:pt x="15041" y="12840"/>
                </a:lnTo>
                <a:lnTo>
                  <a:pt x="14786" y="12840"/>
                </a:lnTo>
                <a:lnTo>
                  <a:pt x="14656" y="12961"/>
                </a:lnTo>
                <a:lnTo>
                  <a:pt x="14270" y="13320"/>
                </a:lnTo>
                <a:lnTo>
                  <a:pt x="13885" y="14040"/>
                </a:lnTo>
                <a:lnTo>
                  <a:pt x="13629" y="14881"/>
                </a:lnTo>
                <a:lnTo>
                  <a:pt x="13499" y="17282"/>
                </a:lnTo>
                <a:lnTo>
                  <a:pt x="13499" y="19801"/>
                </a:lnTo>
                <a:lnTo>
                  <a:pt x="12472" y="18721"/>
                </a:lnTo>
                <a:lnTo>
                  <a:pt x="11315" y="17642"/>
                </a:lnTo>
                <a:lnTo>
                  <a:pt x="9258" y="15601"/>
                </a:lnTo>
                <a:lnTo>
                  <a:pt x="8998" y="15241"/>
                </a:lnTo>
                <a:lnTo>
                  <a:pt x="8742" y="15002"/>
                </a:lnTo>
                <a:lnTo>
                  <a:pt x="8357" y="15002"/>
                </a:lnTo>
                <a:lnTo>
                  <a:pt x="8357" y="15120"/>
                </a:lnTo>
                <a:lnTo>
                  <a:pt x="8101" y="15120"/>
                </a:lnTo>
                <a:lnTo>
                  <a:pt x="6685" y="15601"/>
                </a:lnTo>
                <a:lnTo>
                  <a:pt x="5142" y="15839"/>
                </a:lnTo>
                <a:lnTo>
                  <a:pt x="3726" y="16081"/>
                </a:lnTo>
                <a:lnTo>
                  <a:pt x="2184" y="16199"/>
                </a:lnTo>
                <a:lnTo>
                  <a:pt x="3986" y="14161"/>
                </a:lnTo>
                <a:lnTo>
                  <a:pt x="4757" y="13082"/>
                </a:lnTo>
                <a:lnTo>
                  <a:pt x="5398" y="11881"/>
                </a:lnTo>
                <a:lnTo>
                  <a:pt x="5914" y="11760"/>
                </a:lnTo>
                <a:lnTo>
                  <a:pt x="6043" y="11639"/>
                </a:lnTo>
                <a:lnTo>
                  <a:pt x="6169" y="11400"/>
                </a:lnTo>
                <a:lnTo>
                  <a:pt x="6299" y="11279"/>
                </a:lnTo>
                <a:lnTo>
                  <a:pt x="6299" y="11040"/>
                </a:lnTo>
                <a:lnTo>
                  <a:pt x="6169" y="10802"/>
                </a:lnTo>
                <a:lnTo>
                  <a:pt x="6043" y="10681"/>
                </a:lnTo>
                <a:lnTo>
                  <a:pt x="5784" y="10560"/>
                </a:lnTo>
                <a:lnTo>
                  <a:pt x="5398" y="9961"/>
                </a:lnTo>
                <a:lnTo>
                  <a:pt x="4241" y="8041"/>
                </a:lnTo>
                <a:lnTo>
                  <a:pt x="2955" y="6242"/>
                </a:lnTo>
                <a:lnTo>
                  <a:pt x="2184" y="5401"/>
                </a:lnTo>
                <a:lnTo>
                  <a:pt x="1283" y="4681"/>
                </a:lnTo>
                <a:lnTo>
                  <a:pt x="897" y="4560"/>
                </a:lnTo>
                <a:lnTo>
                  <a:pt x="641" y="4681"/>
                </a:lnTo>
                <a:lnTo>
                  <a:pt x="386" y="4920"/>
                </a:lnTo>
                <a:lnTo>
                  <a:pt x="386" y="5280"/>
                </a:lnTo>
                <a:lnTo>
                  <a:pt x="1157" y="6363"/>
                </a:lnTo>
                <a:lnTo>
                  <a:pt x="1928" y="7321"/>
                </a:lnTo>
                <a:lnTo>
                  <a:pt x="2699" y="8280"/>
                </a:lnTo>
                <a:lnTo>
                  <a:pt x="3341" y="9241"/>
                </a:lnTo>
                <a:lnTo>
                  <a:pt x="3856" y="10321"/>
                </a:lnTo>
                <a:lnTo>
                  <a:pt x="4112" y="10919"/>
                </a:lnTo>
                <a:lnTo>
                  <a:pt x="4497" y="11521"/>
                </a:lnTo>
                <a:lnTo>
                  <a:pt x="3856" y="12002"/>
                </a:lnTo>
                <a:lnTo>
                  <a:pt x="3214" y="12480"/>
                </a:lnTo>
                <a:lnTo>
                  <a:pt x="2054" y="13801"/>
                </a:lnTo>
                <a:lnTo>
                  <a:pt x="1027" y="15120"/>
                </a:lnTo>
                <a:lnTo>
                  <a:pt x="126" y="16559"/>
                </a:lnTo>
                <a:lnTo>
                  <a:pt x="0" y="16919"/>
                </a:lnTo>
                <a:lnTo>
                  <a:pt x="0" y="17282"/>
                </a:lnTo>
                <a:lnTo>
                  <a:pt x="256" y="17521"/>
                </a:lnTo>
                <a:lnTo>
                  <a:pt x="641" y="17642"/>
                </a:lnTo>
                <a:lnTo>
                  <a:pt x="2569" y="17642"/>
                </a:lnTo>
                <a:lnTo>
                  <a:pt x="4497" y="17521"/>
                </a:lnTo>
                <a:lnTo>
                  <a:pt x="6429" y="17161"/>
                </a:lnTo>
                <a:lnTo>
                  <a:pt x="8227" y="16559"/>
                </a:lnTo>
                <a:lnTo>
                  <a:pt x="8998" y="17521"/>
                </a:lnTo>
                <a:lnTo>
                  <a:pt x="9769" y="18240"/>
                </a:lnTo>
                <a:lnTo>
                  <a:pt x="11315" y="20161"/>
                </a:lnTo>
                <a:lnTo>
                  <a:pt x="12213" y="20880"/>
                </a:lnTo>
                <a:lnTo>
                  <a:pt x="12728" y="21240"/>
                </a:lnTo>
                <a:lnTo>
                  <a:pt x="13243" y="21479"/>
                </a:lnTo>
                <a:lnTo>
                  <a:pt x="13629" y="21479"/>
                </a:lnTo>
                <a:lnTo>
                  <a:pt x="14144" y="21361"/>
                </a:lnTo>
                <a:lnTo>
                  <a:pt x="14530" y="21600"/>
                </a:lnTo>
                <a:lnTo>
                  <a:pt x="15041" y="21600"/>
                </a:lnTo>
                <a:lnTo>
                  <a:pt x="15301" y="21361"/>
                </a:lnTo>
                <a:lnTo>
                  <a:pt x="15427" y="21119"/>
                </a:lnTo>
                <a:lnTo>
                  <a:pt x="15557" y="20880"/>
                </a:lnTo>
                <a:lnTo>
                  <a:pt x="15427" y="20642"/>
                </a:lnTo>
                <a:lnTo>
                  <a:pt x="15301" y="20520"/>
                </a:lnTo>
                <a:lnTo>
                  <a:pt x="15171" y="20399"/>
                </a:lnTo>
                <a:lnTo>
                  <a:pt x="15041" y="19801"/>
                </a:lnTo>
                <a:lnTo>
                  <a:pt x="15041" y="19081"/>
                </a:lnTo>
                <a:lnTo>
                  <a:pt x="14915" y="16919"/>
                </a:lnTo>
                <a:lnTo>
                  <a:pt x="14915" y="14400"/>
                </a:lnTo>
                <a:lnTo>
                  <a:pt x="15427" y="14400"/>
                </a:lnTo>
                <a:lnTo>
                  <a:pt x="15686" y="14279"/>
                </a:lnTo>
                <a:lnTo>
                  <a:pt x="15942" y="14040"/>
                </a:lnTo>
                <a:lnTo>
                  <a:pt x="15942" y="13919"/>
                </a:lnTo>
                <a:lnTo>
                  <a:pt x="16198" y="13801"/>
                </a:lnTo>
                <a:lnTo>
                  <a:pt x="18256" y="12722"/>
                </a:lnTo>
                <a:lnTo>
                  <a:pt x="19413" y="12120"/>
                </a:lnTo>
                <a:lnTo>
                  <a:pt x="19928" y="11760"/>
                </a:lnTo>
                <a:lnTo>
                  <a:pt x="20443" y="11400"/>
                </a:lnTo>
                <a:lnTo>
                  <a:pt x="20959" y="11400"/>
                </a:lnTo>
                <a:lnTo>
                  <a:pt x="21344" y="11279"/>
                </a:lnTo>
                <a:lnTo>
                  <a:pt x="21470" y="11040"/>
                </a:lnTo>
                <a:lnTo>
                  <a:pt x="21600" y="10802"/>
                </a:lnTo>
                <a:lnTo>
                  <a:pt x="21600" y="10560"/>
                </a:lnTo>
                <a:lnTo>
                  <a:pt x="21470" y="10200"/>
                </a:lnTo>
                <a:lnTo>
                  <a:pt x="21344" y="9961"/>
                </a:lnTo>
                <a:lnTo>
                  <a:pt x="20959" y="9840"/>
                </a:lnTo>
                <a:lnTo>
                  <a:pt x="19542" y="9601"/>
                </a:lnTo>
                <a:lnTo>
                  <a:pt x="18130" y="9120"/>
                </a:lnTo>
                <a:lnTo>
                  <a:pt x="16714" y="8760"/>
                </a:lnTo>
                <a:lnTo>
                  <a:pt x="15301" y="8401"/>
                </a:lnTo>
                <a:lnTo>
                  <a:pt x="15301" y="7442"/>
                </a:lnTo>
                <a:lnTo>
                  <a:pt x="15171" y="6601"/>
                </a:lnTo>
                <a:lnTo>
                  <a:pt x="14915" y="4802"/>
                </a:lnTo>
                <a:lnTo>
                  <a:pt x="14915" y="2882"/>
                </a:lnTo>
                <a:lnTo>
                  <a:pt x="14786" y="1802"/>
                </a:lnTo>
                <a:lnTo>
                  <a:pt x="14656" y="841"/>
                </a:lnTo>
                <a:lnTo>
                  <a:pt x="14786" y="602"/>
                </a:lnTo>
                <a:lnTo>
                  <a:pt x="14915" y="360"/>
                </a:lnTo>
                <a:lnTo>
                  <a:pt x="14786" y="121"/>
                </a:lnTo>
                <a:lnTo>
                  <a:pt x="14656" y="0"/>
                </a:lnTo>
                <a:close/>
              </a:path>
            </a:pathLst>
          </a:custGeom>
          <a:solidFill>
            <a:srgbClr val="6D9EEB"/>
          </a:solidFill>
          <a:ln w="12700">
            <a:miter lim="400000"/>
          </a:ln>
        </p:spPr>
        <p:txBody>
          <a:bodyPr lIns="0" tIns="0" rIns="0" bIns="0" anchor="ctr"/>
          <a:lstStyle/>
          <a:p>
            <a:pPr>
              <a:defRPr>
                <a:solidFill>
                  <a:srgbClr val="A4C2F4"/>
                </a:solidFill>
              </a:defRPr>
            </a:pPr>
          </a:p>
        </p:txBody>
      </p:sp>
      <p:sp>
        <p:nvSpPr>
          <p:cNvPr id="598" name="Slide Number"/>
          <p:cNvSpPr txBox="1"/>
          <p:nvPr>
            <p:ph type="sldNum" sz="quarter" idx="2"/>
          </p:nvPr>
        </p:nvSpPr>
        <p:spPr>
          <a:xfrm>
            <a:off x="6553200" y="4767262"/>
            <a:ext cx="2133600" cy="360651"/>
          </a:xfrm>
          <a:prstGeom prst="rect">
            <a:avLst/>
          </a:prstGeom>
        </p:spPr>
        <p:txBody>
          <a:bodyPr anchor="t"/>
          <a:lstStyle>
            <a:lvl1pPr algn="l"/>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1_1">
    <p:spTree>
      <p:nvGrpSpPr>
        <p:cNvPr id="1" name=""/>
        <p:cNvGrpSpPr/>
        <p:nvPr/>
      </p:nvGrpSpPr>
      <p:grpSpPr>
        <a:xfrm>
          <a:off x="0" y="0"/>
          <a:ext cx="0" cy="0"/>
          <a:chOff x="0" y="0"/>
          <a:chExt cx="0" cy="0"/>
        </a:xfrm>
      </p:grpSpPr>
      <p:sp>
        <p:nvSpPr>
          <p:cNvPr id="605" name="Body Level One…"/>
          <p:cNvSpPr txBox="1"/>
          <p:nvPr>
            <p:ph type="body" sz="quarter" idx="1"/>
          </p:nvPr>
        </p:nvSpPr>
        <p:spPr>
          <a:xfrm>
            <a:off x="2159324" y="2161800"/>
            <a:ext cx="4825502" cy="819900"/>
          </a:xfrm>
          <a:prstGeom prst="rect">
            <a:avLst/>
          </a:prstGeom>
        </p:spPr>
        <p:txBody>
          <a:bodyPr anchor="ctr">
            <a:normAutofit fontScale="100000" lnSpcReduction="0"/>
          </a:bodyPr>
          <a:lstStyle>
            <a:lvl1pPr indent="-387350" algn="ctr">
              <a:buClr>
                <a:srgbClr val="1C4587"/>
              </a:buClr>
              <a:buSzPts val="2500"/>
              <a:defRPr b="1" sz="2500">
                <a:solidFill>
                  <a:srgbClr val="1C4587"/>
                </a:solidFill>
              </a:defRPr>
            </a:lvl1pPr>
            <a:lvl2pPr marL="914400" indent="-387350" algn="ctr">
              <a:buClr>
                <a:srgbClr val="1C4587"/>
              </a:buClr>
              <a:buSzPts val="2500"/>
              <a:defRPr b="1" sz="2500">
                <a:solidFill>
                  <a:srgbClr val="1C4587"/>
                </a:solidFill>
              </a:defRPr>
            </a:lvl2pPr>
            <a:lvl3pPr marL="1371600" indent="-387350" algn="ctr">
              <a:buClr>
                <a:srgbClr val="1C4587"/>
              </a:buClr>
              <a:buSzPts val="2500"/>
              <a:defRPr b="1" sz="2500">
                <a:solidFill>
                  <a:srgbClr val="1C4587"/>
                </a:solidFill>
              </a:defRPr>
            </a:lvl3pPr>
            <a:lvl4pPr marL="1828800" indent="-387350" algn="ctr">
              <a:buClr>
                <a:srgbClr val="1C4587"/>
              </a:buClr>
              <a:buSzPts val="2500"/>
              <a:defRPr b="1" sz="2500">
                <a:solidFill>
                  <a:srgbClr val="1C4587"/>
                </a:solidFill>
              </a:defRPr>
            </a:lvl4pPr>
            <a:lvl5pPr marL="2286000" indent="-387350" algn="ctr">
              <a:buClr>
                <a:srgbClr val="1C4587"/>
              </a:buClr>
              <a:buSzPts val="2500"/>
              <a:defRPr b="1" sz="2500">
                <a:solidFill>
                  <a:srgbClr val="1C4587"/>
                </a:solidFill>
              </a:defRPr>
            </a:lvl5pPr>
          </a:lstStyle>
          <a:p>
            <a:pPr/>
            <a:r>
              <a:t>Body Level One</a:t>
            </a:r>
          </a:p>
          <a:p>
            <a:pPr lvl="1"/>
            <a:r>
              <a:t>Body Level Two</a:t>
            </a:r>
          </a:p>
          <a:p>
            <a:pPr lvl="2"/>
            <a:r>
              <a:t>Body Level Three</a:t>
            </a:r>
          </a:p>
          <a:p>
            <a:pPr lvl="3"/>
            <a:r>
              <a:t>Body Level Four</a:t>
            </a:r>
          </a:p>
          <a:p>
            <a:pPr lvl="4"/>
            <a:r>
              <a:t>Body Level Five</a:t>
            </a:r>
          </a:p>
        </p:txBody>
      </p:sp>
      <p:sp>
        <p:nvSpPr>
          <p:cNvPr id="60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_AND_BODY">
    <p:spTree>
      <p:nvGrpSpPr>
        <p:cNvPr id="1" name=""/>
        <p:cNvGrpSpPr/>
        <p:nvPr/>
      </p:nvGrpSpPr>
      <p:grpSpPr>
        <a:xfrm>
          <a:off x="0" y="0"/>
          <a:ext cx="0" cy="0"/>
          <a:chOff x="0" y="0"/>
          <a:chExt cx="0" cy="0"/>
        </a:xfrm>
      </p:grpSpPr>
      <p:grpSp>
        <p:nvGrpSpPr>
          <p:cNvPr id="764" name="Google Shape;6;p1"/>
          <p:cNvGrpSpPr/>
          <p:nvPr/>
        </p:nvGrpSpPr>
        <p:grpSpPr>
          <a:xfrm>
            <a:off x="-13" y="-47"/>
            <a:ext cx="9143766" cy="5143347"/>
            <a:chOff x="-6" y="-23"/>
            <a:chExt cx="9143765" cy="5143345"/>
          </a:xfrm>
        </p:grpSpPr>
        <p:sp>
          <p:nvSpPr>
            <p:cNvPr id="613" name="Google Shape;7;p1"/>
            <p:cNvSpPr/>
            <p:nvPr/>
          </p:nvSpPr>
          <p:spPr>
            <a:xfrm>
              <a:off x="-7" y="-24"/>
              <a:ext cx="9143766" cy="5143347"/>
            </a:xfrm>
            <a:prstGeom prst="rect">
              <a:avLst/>
            </a:prstGeom>
            <a:noFill/>
            <a:ln w="9525" cap="rnd">
              <a:solidFill>
                <a:schemeClr val="accent4"/>
              </a:solidFill>
              <a:prstDash val="solid"/>
              <a:round/>
            </a:ln>
            <a:effectLst/>
          </p:spPr>
          <p:txBody>
            <a:bodyPr wrap="square" lIns="0" tIns="0" rIns="0" bIns="0" numCol="1" anchor="ctr">
              <a:noAutofit/>
            </a:bodyPr>
            <a:lstStyle/>
            <a:p>
              <a:pPr>
                <a:defRPr>
                  <a:solidFill>
                    <a:srgbClr val="000000"/>
                  </a:solidFill>
                </a:defRPr>
              </a:pPr>
            </a:p>
          </p:txBody>
        </p:sp>
        <p:sp>
          <p:nvSpPr>
            <p:cNvPr id="614" name="Google Shape;8;p1"/>
            <p:cNvSpPr/>
            <p:nvPr/>
          </p:nvSpPr>
          <p:spPr>
            <a:xfrm>
              <a:off x="-7" y="504929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15" name="Google Shape;9;p1"/>
            <p:cNvSpPr/>
            <p:nvPr/>
          </p:nvSpPr>
          <p:spPr>
            <a:xfrm>
              <a:off x="-7" y="495639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16" name="Google Shape;10;p1"/>
            <p:cNvSpPr/>
            <p:nvPr/>
          </p:nvSpPr>
          <p:spPr>
            <a:xfrm>
              <a:off x="-7" y="486237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17" name="Google Shape;11;p1"/>
            <p:cNvSpPr/>
            <p:nvPr/>
          </p:nvSpPr>
          <p:spPr>
            <a:xfrm>
              <a:off x="-7" y="4769476"/>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18" name="Google Shape;12;p1"/>
            <p:cNvSpPr/>
            <p:nvPr/>
          </p:nvSpPr>
          <p:spPr>
            <a:xfrm>
              <a:off x="-7" y="4675447"/>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19" name="Google Shape;13;p1"/>
            <p:cNvSpPr/>
            <p:nvPr/>
          </p:nvSpPr>
          <p:spPr>
            <a:xfrm>
              <a:off x="-7" y="4582554"/>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20" name="Google Shape;14;p1"/>
            <p:cNvSpPr/>
            <p:nvPr/>
          </p:nvSpPr>
          <p:spPr>
            <a:xfrm>
              <a:off x="-7" y="4488524"/>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21" name="Google Shape;15;p1"/>
            <p:cNvSpPr/>
            <p:nvPr/>
          </p:nvSpPr>
          <p:spPr>
            <a:xfrm>
              <a:off x="-7" y="4395631"/>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22" name="Google Shape;16;p1"/>
            <p:cNvSpPr/>
            <p:nvPr/>
          </p:nvSpPr>
          <p:spPr>
            <a:xfrm>
              <a:off x="-7" y="430160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23" name="Google Shape;17;p1"/>
            <p:cNvSpPr/>
            <p:nvPr/>
          </p:nvSpPr>
          <p:spPr>
            <a:xfrm>
              <a:off x="-7" y="420870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24" name="Google Shape;18;p1"/>
            <p:cNvSpPr/>
            <p:nvPr/>
          </p:nvSpPr>
          <p:spPr>
            <a:xfrm>
              <a:off x="-7" y="411467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25" name="Google Shape;19;p1"/>
            <p:cNvSpPr/>
            <p:nvPr/>
          </p:nvSpPr>
          <p:spPr>
            <a:xfrm>
              <a:off x="-7" y="4020617"/>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26" name="Google Shape;20;p1"/>
            <p:cNvSpPr/>
            <p:nvPr/>
          </p:nvSpPr>
          <p:spPr>
            <a:xfrm>
              <a:off x="-7" y="3927756"/>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27" name="Google Shape;21;p1"/>
            <p:cNvSpPr/>
            <p:nvPr/>
          </p:nvSpPr>
          <p:spPr>
            <a:xfrm>
              <a:off x="-7" y="3833694"/>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28" name="Google Shape;22;p1"/>
            <p:cNvSpPr/>
            <p:nvPr/>
          </p:nvSpPr>
          <p:spPr>
            <a:xfrm>
              <a:off x="-7" y="3740833"/>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29" name="Google Shape;23;p1"/>
            <p:cNvSpPr/>
            <p:nvPr/>
          </p:nvSpPr>
          <p:spPr>
            <a:xfrm>
              <a:off x="-7" y="3646771"/>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30" name="Google Shape;24;p1"/>
            <p:cNvSpPr/>
            <p:nvPr/>
          </p:nvSpPr>
          <p:spPr>
            <a:xfrm>
              <a:off x="-7" y="355391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31" name="Google Shape;25;p1"/>
            <p:cNvSpPr/>
            <p:nvPr/>
          </p:nvSpPr>
          <p:spPr>
            <a:xfrm>
              <a:off x="-7" y="345984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32" name="Google Shape;26;p1"/>
            <p:cNvSpPr/>
            <p:nvPr/>
          </p:nvSpPr>
          <p:spPr>
            <a:xfrm>
              <a:off x="-7" y="336698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33" name="Google Shape;27;p1"/>
            <p:cNvSpPr/>
            <p:nvPr/>
          </p:nvSpPr>
          <p:spPr>
            <a:xfrm>
              <a:off x="-7" y="3272926"/>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34" name="Google Shape;28;p1"/>
            <p:cNvSpPr/>
            <p:nvPr/>
          </p:nvSpPr>
          <p:spPr>
            <a:xfrm>
              <a:off x="-7" y="3180065"/>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35" name="Google Shape;29;p1"/>
            <p:cNvSpPr/>
            <p:nvPr/>
          </p:nvSpPr>
          <p:spPr>
            <a:xfrm>
              <a:off x="-7" y="3086003"/>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36" name="Google Shape;30;p1"/>
            <p:cNvSpPr/>
            <p:nvPr/>
          </p:nvSpPr>
          <p:spPr>
            <a:xfrm>
              <a:off x="-7" y="2991941"/>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37" name="Google Shape;31;p1"/>
            <p:cNvSpPr/>
            <p:nvPr/>
          </p:nvSpPr>
          <p:spPr>
            <a:xfrm>
              <a:off x="-7" y="289908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38" name="Google Shape;32;p1"/>
            <p:cNvSpPr/>
            <p:nvPr/>
          </p:nvSpPr>
          <p:spPr>
            <a:xfrm>
              <a:off x="-7" y="280501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39" name="Google Shape;33;p1"/>
            <p:cNvSpPr/>
            <p:nvPr/>
          </p:nvSpPr>
          <p:spPr>
            <a:xfrm>
              <a:off x="-7" y="271215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40" name="Google Shape;34;p1"/>
            <p:cNvSpPr/>
            <p:nvPr/>
          </p:nvSpPr>
          <p:spPr>
            <a:xfrm>
              <a:off x="-7" y="2618096"/>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41" name="Google Shape;35;p1"/>
            <p:cNvSpPr/>
            <p:nvPr/>
          </p:nvSpPr>
          <p:spPr>
            <a:xfrm>
              <a:off x="-7" y="2525235"/>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42" name="Google Shape;36;p1"/>
            <p:cNvSpPr/>
            <p:nvPr/>
          </p:nvSpPr>
          <p:spPr>
            <a:xfrm>
              <a:off x="-7" y="2431173"/>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43" name="Google Shape;37;p1"/>
            <p:cNvSpPr/>
            <p:nvPr/>
          </p:nvSpPr>
          <p:spPr>
            <a:xfrm>
              <a:off x="-7" y="233831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44" name="Google Shape;38;p1"/>
            <p:cNvSpPr/>
            <p:nvPr/>
          </p:nvSpPr>
          <p:spPr>
            <a:xfrm>
              <a:off x="-7" y="224425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45" name="Google Shape;39;p1"/>
            <p:cNvSpPr/>
            <p:nvPr/>
          </p:nvSpPr>
          <p:spPr>
            <a:xfrm>
              <a:off x="-7" y="215138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46" name="Google Shape;40;p1"/>
            <p:cNvSpPr/>
            <p:nvPr/>
          </p:nvSpPr>
          <p:spPr>
            <a:xfrm>
              <a:off x="-7" y="205732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47" name="Google Shape;41;p1"/>
            <p:cNvSpPr/>
            <p:nvPr/>
          </p:nvSpPr>
          <p:spPr>
            <a:xfrm>
              <a:off x="-7" y="1963266"/>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48" name="Google Shape;42;p1"/>
            <p:cNvSpPr/>
            <p:nvPr/>
          </p:nvSpPr>
          <p:spPr>
            <a:xfrm>
              <a:off x="-7" y="1870405"/>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49" name="Google Shape;43;p1"/>
            <p:cNvSpPr/>
            <p:nvPr/>
          </p:nvSpPr>
          <p:spPr>
            <a:xfrm>
              <a:off x="-7" y="1776343"/>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50" name="Google Shape;44;p1"/>
            <p:cNvSpPr/>
            <p:nvPr/>
          </p:nvSpPr>
          <p:spPr>
            <a:xfrm>
              <a:off x="-7" y="168348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51" name="Google Shape;45;p1"/>
            <p:cNvSpPr/>
            <p:nvPr/>
          </p:nvSpPr>
          <p:spPr>
            <a:xfrm>
              <a:off x="-7" y="158942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52" name="Google Shape;46;p1"/>
            <p:cNvSpPr/>
            <p:nvPr/>
          </p:nvSpPr>
          <p:spPr>
            <a:xfrm>
              <a:off x="-7" y="149655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53" name="Google Shape;47;p1"/>
            <p:cNvSpPr/>
            <p:nvPr/>
          </p:nvSpPr>
          <p:spPr>
            <a:xfrm>
              <a:off x="-7" y="140249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54" name="Google Shape;48;p1"/>
            <p:cNvSpPr/>
            <p:nvPr/>
          </p:nvSpPr>
          <p:spPr>
            <a:xfrm>
              <a:off x="-7" y="1309637"/>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55" name="Google Shape;49;p1"/>
            <p:cNvSpPr/>
            <p:nvPr/>
          </p:nvSpPr>
          <p:spPr>
            <a:xfrm>
              <a:off x="-7" y="1215575"/>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56" name="Google Shape;50;p1"/>
            <p:cNvSpPr/>
            <p:nvPr/>
          </p:nvSpPr>
          <p:spPr>
            <a:xfrm>
              <a:off x="-7" y="1122714"/>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57" name="Google Shape;51;p1"/>
            <p:cNvSpPr/>
            <p:nvPr/>
          </p:nvSpPr>
          <p:spPr>
            <a:xfrm>
              <a:off x="-7" y="102865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58" name="Google Shape;52;p1"/>
            <p:cNvSpPr/>
            <p:nvPr/>
          </p:nvSpPr>
          <p:spPr>
            <a:xfrm>
              <a:off x="-7" y="93459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59" name="Google Shape;53;p1"/>
            <p:cNvSpPr/>
            <p:nvPr/>
          </p:nvSpPr>
          <p:spPr>
            <a:xfrm>
              <a:off x="-7" y="84172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60" name="Google Shape;54;p1"/>
            <p:cNvSpPr/>
            <p:nvPr/>
          </p:nvSpPr>
          <p:spPr>
            <a:xfrm>
              <a:off x="-7" y="74766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61" name="Google Shape;55;p1"/>
            <p:cNvSpPr/>
            <p:nvPr/>
          </p:nvSpPr>
          <p:spPr>
            <a:xfrm>
              <a:off x="-7" y="654807"/>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62" name="Google Shape;56;p1"/>
            <p:cNvSpPr/>
            <p:nvPr/>
          </p:nvSpPr>
          <p:spPr>
            <a:xfrm>
              <a:off x="-7" y="560745"/>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63" name="Google Shape;57;p1"/>
            <p:cNvSpPr/>
            <p:nvPr/>
          </p:nvSpPr>
          <p:spPr>
            <a:xfrm>
              <a:off x="-7" y="467884"/>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64" name="Google Shape;58;p1"/>
            <p:cNvSpPr/>
            <p:nvPr/>
          </p:nvSpPr>
          <p:spPr>
            <a:xfrm>
              <a:off x="-7" y="37382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65" name="Google Shape;59;p1"/>
            <p:cNvSpPr/>
            <p:nvPr/>
          </p:nvSpPr>
          <p:spPr>
            <a:xfrm>
              <a:off x="-7" y="280961"/>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66" name="Google Shape;60;p1"/>
            <p:cNvSpPr/>
            <p:nvPr/>
          </p:nvSpPr>
          <p:spPr>
            <a:xfrm>
              <a:off x="-7" y="18689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67" name="Google Shape;61;p1"/>
            <p:cNvSpPr/>
            <p:nvPr/>
          </p:nvSpPr>
          <p:spPr>
            <a:xfrm>
              <a:off x="-7" y="9403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68" name="Google Shape;62;p1"/>
            <p:cNvSpPr/>
            <p:nvPr/>
          </p:nvSpPr>
          <p:spPr>
            <a:xfrm flipH="1">
              <a:off x="904972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69" name="Google Shape;63;p1"/>
            <p:cNvSpPr/>
            <p:nvPr/>
          </p:nvSpPr>
          <p:spPr>
            <a:xfrm flipH="1">
              <a:off x="895566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70" name="Google Shape;64;p1"/>
            <p:cNvSpPr/>
            <p:nvPr/>
          </p:nvSpPr>
          <p:spPr>
            <a:xfrm flipH="1">
              <a:off x="886040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71" name="Google Shape;65;p1"/>
            <p:cNvSpPr/>
            <p:nvPr/>
          </p:nvSpPr>
          <p:spPr>
            <a:xfrm flipH="1">
              <a:off x="876634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72" name="Google Shape;66;p1"/>
            <p:cNvSpPr/>
            <p:nvPr/>
          </p:nvSpPr>
          <p:spPr>
            <a:xfrm flipH="1">
              <a:off x="867228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73" name="Google Shape;67;p1"/>
            <p:cNvSpPr/>
            <p:nvPr/>
          </p:nvSpPr>
          <p:spPr>
            <a:xfrm flipH="1">
              <a:off x="857825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74" name="Google Shape;68;p1"/>
            <p:cNvSpPr/>
            <p:nvPr/>
          </p:nvSpPr>
          <p:spPr>
            <a:xfrm flipH="1">
              <a:off x="848418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75" name="Google Shape;69;p1"/>
            <p:cNvSpPr/>
            <p:nvPr/>
          </p:nvSpPr>
          <p:spPr>
            <a:xfrm flipH="1">
              <a:off x="839012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76" name="Google Shape;70;p1"/>
            <p:cNvSpPr/>
            <p:nvPr/>
          </p:nvSpPr>
          <p:spPr>
            <a:xfrm flipH="1">
              <a:off x="829486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77" name="Google Shape;71;p1"/>
            <p:cNvSpPr/>
            <p:nvPr/>
          </p:nvSpPr>
          <p:spPr>
            <a:xfrm flipH="1">
              <a:off x="820083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78" name="Google Shape;72;p1"/>
            <p:cNvSpPr/>
            <p:nvPr/>
          </p:nvSpPr>
          <p:spPr>
            <a:xfrm flipH="1">
              <a:off x="810677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79" name="Google Shape;73;p1"/>
            <p:cNvSpPr/>
            <p:nvPr/>
          </p:nvSpPr>
          <p:spPr>
            <a:xfrm flipH="1">
              <a:off x="801271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80" name="Google Shape;74;p1"/>
            <p:cNvSpPr/>
            <p:nvPr/>
          </p:nvSpPr>
          <p:spPr>
            <a:xfrm flipH="1">
              <a:off x="791865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81" name="Google Shape;75;p1"/>
            <p:cNvSpPr/>
            <p:nvPr/>
          </p:nvSpPr>
          <p:spPr>
            <a:xfrm flipH="1">
              <a:off x="782458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82" name="Google Shape;76;p1"/>
            <p:cNvSpPr/>
            <p:nvPr/>
          </p:nvSpPr>
          <p:spPr>
            <a:xfrm flipH="1">
              <a:off x="772935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83" name="Google Shape;77;p1"/>
            <p:cNvSpPr/>
            <p:nvPr/>
          </p:nvSpPr>
          <p:spPr>
            <a:xfrm flipH="1">
              <a:off x="763529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84" name="Google Shape;78;p1"/>
            <p:cNvSpPr/>
            <p:nvPr/>
          </p:nvSpPr>
          <p:spPr>
            <a:xfrm flipH="1">
              <a:off x="754123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85" name="Google Shape;79;p1"/>
            <p:cNvSpPr/>
            <p:nvPr/>
          </p:nvSpPr>
          <p:spPr>
            <a:xfrm flipH="1">
              <a:off x="744717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86" name="Google Shape;80;p1"/>
            <p:cNvSpPr/>
            <p:nvPr/>
          </p:nvSpPr>
          <p:spPr>
            <a:xfrm flipH="1">
              <a:off x="735311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87" name="Google Shape;81;p1"/>
            <p:cNvSpPr/>
            <p:nvPr/>
          </p:nvSpPr>
          <p:spPr>
            <a:xfrm flipH="1">
              <a:off x="725788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88" name="Google Shape;82;p1"/>
            <p:cNvSpPr/>
            <p:nvPr/>
          </p:nvSpPr>
          <p:spPr>
            <a:xfrm flipH="1">
              <a:off x="716381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89" name="Google Shape;83;p1"/>
            <p:cNvSpPr/>
            <p:nvPr/>
          </p:nvSpPr>
          <p:spPr>
            <a:xfrm flipH="1">
              <a:off x="706975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90" name="Google Shape;84;p1"/>
            <p:cNvSpPr/>
            <p:nvPr/>
          </p:nvSpPr>
          <p:spPr>
            <a:xfrm flipH="1">
              <a:off x="697569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91" name="Google Shape;85;p1"/>
            <p:cNvSpPr/>
            <p:nvPr/>
          </p:nvSpPr>
          <p:spPr>
            <a:xfrm flipH="1">
              <a:off x="688163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92" name="Google Shape;86;p1"/>
            <p:cNvSpPr/>
            <p:nvPr/>
          </p:nvSpPr>
          <p:spPr>
            <a:xfrm flipH="1">
              <a:off x="678757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93" name="Google Shape;87;p1"/>
            <p:cNvSpPr/>
            <p:nvPr/>
          </p:nvSpPr>
          <p:spPr>
            <a:xfrm flipH="1">
              <a:off x="669234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94" name="Google Shape;88;p1"/>
            <p:cNvSpPr/>
            <p:nvPr/>
          </p:nvSpPr>
          <p:spPr>
            <a:xfrm flipH="1">
              <a:off x="659827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95" name="Google Shape;89;p1"/>
            <p:cNvSpPr/>
            <p:nvPr/>
          </p:nvSpPr>
          <p:spPr>
            <a:xfrm flipH="1">
              <a:off x="650421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96" name="Google Shape;90;p1"/>
            <p:cNvSpPr/>
            <p:nvPr/>
          </p:nvSpPr>
          <p:spPr>
            <a:xfrm flipH="1">
              <a:off x="641015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97" name="Google Shape;91;p1"/>
            <p:cNvSpPr/>
            <p:nvPr/>
          </p:nvSpPr>
          <p:spPr>
            <a:xfrm flipH="1">
              <a:off x="631609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98" name="Google Shape;92;p1"/>
            <p:cNvSpPr/>
            <p:nvPr/>
          </p:nvSpPr>
          <p:spPr>
            <a:xfrm flipH="1">
              <a:off x="622206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99" name="Google Shape;93;p1"/>
            <p:cNvSpPr/>
            <p:nvPr/>
          </p:nvSpPr>
          <p:spPr>
            <a:xfrm flipH="1">
              <a:off x="612680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00" name="Google Shape;94;p1"/>
            <p:cNvSpPr/>
            <p:nvPr/>
          </p:nvSpPr>
          <p:spPr>
            <a:xfrm flipH="1">
              <a:off x="603273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01" name="Google Shape;95;p1"/>
            <p:cNvSpPr/>
            <p:nvPr/>
          </p:nvSpPr>
          <p:spPr>
            <a:xfrm flipH="1">
              <a:off x="593867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02" name="Google Shape;96;p1"/>
            <p:cNvSpPr/>
            <p:nvPr/>
          </p:nvSpPr>
          <p:spPr>
            <a:xfrm flipH="1">
              <a:off x="584464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03" name="Google Shape;97;p1"/>
            <p:cNvSpPr/>
            <p:nvPr/>
          </p:nvSpPr>
          <p:spPr>
            <a:xfrm flipH="1">
              <a:off x="575058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04" name="Google Shape;98;p1"/>
            <p:cNvSpPr/>
            <p:nvPr/>
          </p:nvSpPr>
          <p:spPr>
            <a:xfrm flipH="1">
              <a:off x="565652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05" name="Google Shape;99;p1"/>
            <p:cNvSpPr/>
            <p:nvPr/>
          </p:nvSpPr>
          <p:spPr>
            <a:xfrm flipH="1">
              <a:off x="556126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06" name="Google Shape;100;p1"/>
            <p:cNvSpPr/>
            <p:nvPr/>
          </p:nvSpPr>
          <p:spPr>
            <a:xfrm flipH="1">
              <a:off x="546720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07" name="Google Shape;101;p1"/>
            <p:cNvSpPr/>
            <p:nvPr/>
          </p:nvSpPr>
          <p:spPr>
            <a:xfrm flipH="1">
              <a:off x="537317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08" name="Google Shape;102;p1"/>
            <p:cNvSpPr/>
            <p:nvPr/>
          </p:nvSpPr>
          <p:spPr>
            <a:xfrm flipH="1">
              <a:off x="527910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09" name="Google Shape;103;p1"/>
            <p:cNvSpPr/>
            <p:nvPr/>
          </p:nvSpPr>
          <p:spPr>
            <a:xfrm flipH="1">
              <a:off x="518504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10" name="Google Shape;104;p1"/>
            <p:cNvSpPr/>
            <p:nvPr/>
          </p:nvSpPr>
          <p:spPr>
            <a:xfrm flipH="1">
              <a:off x="508978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11" name="Google Shape;105;p1"/>
            <p:cNvSpPr/>
            <p:nvPr/>
          </p:nvSpPr>
          <p:spPr>
            <a:xfrm flipH="1">
              <a:off x="499575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12" name="Google Shape;106;p1"/>
            <p:cNvSpPr/>
            <p:nvPr/>
          </p:nvSpPr>
          <p:spPr>
            <a:xfrm flipH="1">
              <a:off x="490169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13" name="Google Shape;107;p1"/>
            <p:cNvSpPr/>
            <p:nvPr/>
          </p:nvSpPr>
          <p:spPr>
            <a:xfrm flipH="1">
              <a:off x="480763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14" name="Google Shape;108;p1"/>
            <p:cNvSpPr/>
            <p:nvPr/>
          </p:nvSpPr>
          <p:spPr>
            <a:xfrm flipH="1">
              <a:off x="471356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15" name="Google Shape;109;p1"/>
            <p:cNvSpPr/>
            <p:nvPr/>
          </p:nvSpPr>
          <p:spPr>
            <a:xfrm flipH="1">
              <a:off x="461950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16" name="Google Shape;110;p1"/>
            <p:cNvSpPr/>
            <p:nvPr/>
          </p:nvSpPr>
          <p:spPr>
            <a:xfrm flipH="1">
              <a:off x="452427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17" name="Google Shape;111;p1"/>
            <p:cNvSpPr/>
            <p:nvPr/>
          </p:nvSpPr>
          <p:spPr>
            <a:xfrm flipH="1">
              <a:off x="443021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18" name="Google Shape;112;p1"/>
            <p:cNvSpPr/>
            <p:nvPr/>
          </p:nvSpPr>
          <p:spPr>
            <a:xfrm flipH="1">
              <a:off x="433615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19" name="Google Shape;113;p1"/>
            <p:cNvSpPr/>
            <p:nvPr/>
          </p:nvSpPr>
          <p:spPr>
            <a:xfrm flipH="1">
              <a:off x="424209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20" name="Google Shape;114;p1"/>
            <p:cNvSpPr/>
            <p:nvPr/>
          </p:nvSpPr>
          <p:spPr>
            <a:xfrm flipH="1">
              <a:off x="414802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21" name="Google Shape;115;p1"/>
            <p:cNvSpPr/>
            <p:nvPr/>
          </p:nvSpPr>
          <p:spPr>
            <a:xfrm flipH="1">
              <a:off x="405396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22" name="Google Shape;116;p1"/>
            <p:cNvSpPr/>
            <p:nvPr/>
          </p:nvSpPr>
          <p:spPr>
            <a:xfrm flipH="1">
              <a:off x="395873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23" name="Google Shape;117;p1"/>
            <p:cNvSpPr/>
            <p:nvPr/>
          </p:nvSpPr>
          <p:spPr>
            <a:xfrm flipH="1">
              <a:off x="386467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24" name="Google Shape;118;p1"/>
            <p:cNvSpPr/>
            <p:nvPr/>
          </p:nvSpPr>
          <p:spPr>
            <a:xfrm flipH="1">
              <a:off x="377061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25" name="Google Shape;119;p1"/>
            <p:cNvSpPr/>
            <p:nvPr/>
          </p:nvSpPr>
          <p:spPr>
            <a:xfrm flipH="1">
              <a:off x="367655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26" name="Google Shape;120;p1"/>
            <p:cNvSpPr/>
            <p:nvPr/>
          </p:nvSpPr>
          <p:spPr>
            <a:xfrm flipH="1">
              <a:off x="358249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27" name="Google Shape;121;p1"/>
            <p:cNvSpPr/>
            <p:nvPr/>
          </p:nvSpPr>
          <p:spPr>
            <a:xfrm flipH="1">
              <a:off x="348726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28" name="Google Shape;122;p1"/>
            <p:cNvSpPr/>
            <p:nvPr/>
          </p:nvSpPr>
          <p:spPr>
            <a:xfrm flipH="1">
              <a:off x="339319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29" name="Google Shape;123;p1"/>
            <p:cNvSpPr/>
            <p:nvPr/>
          </p:nvSpPr>
          <p:spPr>
            <a:xfrm flipH="1">
              <a:off x="329913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30" name="Google Shape;124;p1"/>
            <p:cNvSpPr/>
            <p:nvPr/>
          </p:nvSpPr>
          <p:spPr>
            <a:xfrm flipH="1">
              <a:off x="320507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31" name="Google Shape;125;p1"/>
            <p:cNvSpPr/>
            <p:nvPr/>
          </p:nvSpPr>
          <p:spPr>
            <a:xfrm flipH="1">
              <a:off x="311104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32" name="Google Shape;126;p1"/>
            <p:cNvSpPr/>
            <p:nvPr/>
          </p:nvSpPr>
          <p:spPr>
            <a:xfrm flipH="1">
              <a:off x="301698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33" name="Google Shape;127;p1"/>
            <p:cNvSpPr/>
            <p:nvPr/>
          </p:nvSpPr>
          <p:spPr>
            <a:xfrm flipH="1">
              <a:off x="292172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34" name="Google Shape;128;p1"/>
            <p:cNvSpPr/>
            <p:nvPr/>
          </p:nvSpPr>
          <p:spPr>
            <a:xfrm flipH="1">
              <a:off x="282765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35" name="Google Shape;129;p1"/>
            <p:cNvSpPr/>
            <p:nvPr/>
          </p:nvSpPr>
          <p:spPr>
            <a:xfrm flipH="1">
              <a:off x="273359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36" name="Google Shape;130;p1"/>
            <p:cNvSpPr/>
            <p:nvPr/>
          </p:nvSpPr>
          <p:spPr>
            <a:xfrm flipH="1">
              <a:off x="263956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37" name="Google Shape;131;p1"/>
            <p:cNvSpPr/>
            <p:nvPr/>
          </p:nvSpPr>
          <p:spPr>
            <a:xfrm flipH="1">
              <a:off x="254550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38" name="Google Shape;132;p1"/>
            <p:cNvSpPr/>
            <p:nvPr/>
          </p:nvSpPr>
          <p:spPr>
            <a:xfrm flipH="1">
              <a:off x="245144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39" name="Google Shape;133;p1"/>
            <p:cNvSpPr/>
            <p:nvPr/>
          </p:nvSpPr>
          <p:spPr>
            <a:xfrm flipH="1">
              <a:off x="235618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40" name="Google Shape;134;p1"/>
            <p:cNvSpPr/>
            <p:nvPr/>
          </p:nvSpPr>
          <p:spPr>
            <a:xfrm flipH="1">
              <a:off x="226211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41" name="Google Shape;135;p1"/>
            <p:cNvSpPr/>
            <p:nvPr/>
          </p:nvSpPr>
          <p:spPr>
            <a:xfrm flipH="1">
              <a:off x="216808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42" name="Google Shape;136;p1"/>
            <p:cNvSpPr/>
            <p:nvPr/>
          </p:nvSpPr>
          <p:spPr>
            <a:xfrm flipH="1">
              <a:off x="207402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43" name="Google Shape;137;p1"/>
            <p:cNvSpPr/>
            <p:nvPr/>
          </p:nvSpPr>
          <p:spPr>
            <a:xfrm flipH="1">
              <a:off x="197996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44" name="Google Shape;138;p1"/>
            <p:cNvSpPr/>
            <p:nvPr/>
          </p:nvSpPr>
          <p:spPr>
            <a:xfrm flipH="1">
              <a:off x="188590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45" name="Google Shape;139;p1"/>
            <p:cNvSpPr/>
            <p:nvPr/>
          </p:nvSpPr>
          <p:spPr>
            <a:xfrm flipH="1">
              <a:off x="179067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46" name="Google Shape;140;p1"/>
            <p:cNvSpPr/>
            <p:nvPr/>
          </p:nvSpPr>
          <p:spPr>
            <a:xfrm flipH="1">
              <a:off x="169661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47" name="Google Shape;141;p1"/>
            <p:cNvSpPr/>
            <p:nvPr/>
          </p:nvSpPr>
          <p:spPr>
            <a:xfrm flipH="1">
              <a:off x="160255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48" name="Google Shape;142;p1"/>
            <p:cNvSpPr/>
            <p:nvPr/>
          </p:nvSpPr>
          <p:spPr>
            <a:xfrm flipH="1">
              <a:off x="150848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49" name="Google Shape;143;p1"/>
            <p:cNvSpPr/>
            <p:nvPr/>
          </p:nvSpPr>
          <p:spPr>
            <a:xfrm flipH="1">
              <a:off x="141442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50" name="Google Shape;144;p1"/>
            <p:cNvSpPr/>
            <p:nvPr/>
          </p:nvSpPr>
          <p:spPr>
            <a:xfrm flipH="1">
              <a:off x="131919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51" name="Google Shape;145;p1"/>
            <p:cNvSpPr/>
            <p:nvPr/>
          </p:nvSpPr>
          <p:spPr>
            <a:xfrm flipH="1">
              <a:off x="122513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52" name="Google Shape;146;p1"/>
            <p:cNvSpPr/>
            <p:nvPr/>
          </p:nvSpPr>
          <p:spPr>
            <a:xfrm flipH="1">
              <a:off x="113107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53" name="Google Shape;147;p1"/>
            <p:cNvSpPr/>
            <p:nvPr/>
          </p:nvSpPr>
          <p:spPr>
            <a:xfrm flipH="1">
              <a:off x="103701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54" name="Google Shape;148;p1"/>
            <p:cNvSpPr/>
            <p:nvPr/>
          </p:nvSpPr>
          <p:spPr>
            <a:xfrm flipH="1">
              <a:off x="94294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55" name="Google Shape;149;p1"/>
            <p:cNvSpPr/>
            <p:nvPr/>
          </p:nvSpPr>
          <p:spPr>
            <a:xfrm flipH="1">
              <a:off x="84888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56" name="Google Shape;150;p1"/>
            <p:cNvSpPr/>
            <p:nvPr/>
          </p:nvSpPr>
          <p:spPr>
            <a:xfrm flipH="1">
              <a:off x="75365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57" name="Google Shape;151;p1"/>
            <p:cNvSpPr/>
            <p:nvPr/>
          </p:nvSpPr>
          <p:spPr>
            <a:xfrm flipH="1">
              <a:off x="65959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58" name="Google Shape;152;p1"/>
            <p:cNvSpPr/>
            <p:nvPr/>
          </p:nvSpPr>
          <p:spPr>
            <a:xfrm flipH="1">
              <a:off x="56553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59" name="Google Shape;153;p1"/>
            <p:cNvSpPr/>
            <p:nvPr/>
          </p:nvSpPr>
          <p:spPr>
            <a:xfrm flipH="1">
              <a:off x="47147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60" name="Google Shape;154;p1"/>
            <p:cNvSpPr/>
            <p:nvPr/>
          </p:nvSpPr>
          <p:spPr>
            <a:xfrm flipH="1">
              <a:off x="37740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61" name="Google Shape;155;p1"/>
            <p:cNvSpPr/>
            <p:nvPr/>
          </p:nvSpPr>
          <p:spPr>
            <a:xfrm flipH="1">
              <a:off x="28338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62" name="Google Shape;156;p1"/>
            <p:cNvSpPr/>
            <p:nvPr/>
          </p:nvSpPr>
          <p:spPr>
            <a:xfrm flipH="1">
              <a:off x="18811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63" name="Google Shape;157;p1"/>
            <p:cNvSpPr/>
            <p:nvPr/>
          </p:nvSpPr>
          <p:spPr>
            <a:xfrm flipH="1">
              <a:off x="9405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grpSp>
      <p:sp>
        <p:nvSpPr>
          <p:cNvPr id="765" name="Title Text"/>
          <p:cNvSpPr txBox="1"/>
          <p:nvPr>
            <p:ph type="title"/>
          </p:nvPr>
        </p:nvSpPr>
        <p:spPr>
          <a:xfrm>
            <a:off x="747924" y="225025"/>
            <a:ext cx="6140401" cy="857400"/>
          </a:xfrm>
          <a:prstGeom prst="rect">
            <a:avLst/>
          </a:prstGeom>
        </p:spPr>
        <p:txBody>
          <a:bodyPr>
            <a:normAutofit fontScale="100000" lnSpcReduction="0"/>
          </a:bodyPr>
          <a:lstStyle/>
          <a:p>
            <a:pPr/>
            <a:r>
              <a:t>Title Text</a:t>
            </a:r>
          </a:p>
        </p:txBody>
      </p:sp>
      <p:sp>
        <p:nvSpPr>
          <p:cNvPr id="766" name="Body Level One…"/>
          <p:cNvSpPr txBox="1"/>
          <p:nvPr>
            <p:ph type="body" idx="1"/>
          </p:nvPr>
        </p:nvSpPr>
        <p:spPr>
          <a:xfrm>
            <a:off x="747924" y="1302837"/>
            <a:ext cx="6140401" cy="3610801"/>
          </a:xfrm>
          <a:prstGeom prst="rect">
            <a:avLst/>
          </a:prstGeom>
        </p:spPr>
        <p:txBody>
          <a:bodyPr>
            <a:normAutofit fontScale="100000" lnSpcReduction="0"/>
          </a:bodyPr>
          <a:lstStyle>
            <a:lvl1pPr indent="-387350">
              <a:buSzPts val="2500"/>
              <a:defRPr sz="2500"/>
            </a:lvl1pPr>
            <a:lvl2pPr marL="1003300" indent="-444500">
              <a:buSzPts val="2500"/>
              <a:defRPr sz="2500"/>
            </a:lvl2pPr>
            <a:lvl3pPr marL="1460500" indent="-444500">
              <a:buSzPts val="2500"/>
              <a:defRPr sz="2500"/>
            </a:lvl3pPr>
            <a:lvl4pPr marL="1962150" indent="-476250">
              <a:buSzPts val="2500"/>
              <a:defRPr sz="2500"/>
            </a:lvl4pPr>
            <a:lvl5pPr marL="2419350" indent="-476250">
              <a:buSzPts val="2500"/>
              <a:defRPr sz="2500"/>
            </a:lvl5pPr>
          </a:lstStyle>
          <a:p>
            <a:pPr/>
            <a:r>
              <a:t>Body Level One</a:t>
            </a:r>
          </a:p>
          <a:p>
            <a:pPr lvl="1"/>
            <a:r>
              <a:t>Body Level Two</a:t>
            </a:r>
          </a:p>
          <a:p>
            <a:pPr lvl="2"/>
            <a:r>
              <a:t>Body Level Three</a:t>
            </a:r>
          </a:p>
          <a:p>
            <a:pPr lvl="3"/>
            <a:r>
              <a:t>Body Level Four</a:t>
            </a:r>
          </a:p>
          <a:p>
            <a:pPr lvl="4"/>
            <a:r>
              <a:t>Body Level Five</a:t>
            </a:r>
          </a:p>
        </p:txBody>
      </p:sp>
      <p:grpSp>
        <p:nvGrpSpPr>
          <p:cNvPr id="796" name="Google Shape;293;p5"/>
          <p:cNvGrpSpPr/>
          <p:nvPr/>
        </p:nvGrpSpPr>
        <p:grpSpPr>
          <a:xfrm>
            <a:off x="7442902" y="-91154"/>
            <a:ext cx="1796290" cy="5330574"/>
            <a:chOff x="0" y="0"/>
            <a:chExt cx="1796288" cy="5330573"/>
          </a:xfrm>
        </p:grpSpPr>
        <p:sp>
          <p:nvSpPr>
            <p:cNvPr id="767" name="Google Shape;294;p5"/>
            <p:cNvSpPr/>
            <p:nvPr/>
          </p:nvSpPr>
          <p:spPr>
            <a:xfrm>
              <a:off x="459702" y="0"/>
              <a:ext cx="525172" cy="6513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721" y="4505"/>
                  </a:moveTo>
                  <a:lnTo>
                    <a:pt x="12871" y="4545"/>
                  </a:lnTo>
                  <a:lnTo>
                    <a:pt x="12970" y="4586"/>
                  </a:lnTo>
                  <a:lnTo>
                    <a:pt x="13119" y="4746"/>
                  </a:lnTo>
                  <a:lnTo>
                    <a:pt x="13219" y="4988"/>
                  </a:lnTo>
                  <a:lnTo>
                    <a:pt x="13219" y="5310"/>
                  </a:lnTo>
                  <a:lnTo>
                    <a:pt x="13170" y="5350"/>
                  </a:lnTo>
                  <a:lnTo>
                    <a:pt x="13020" y="5430"/>
                  </a:lnTo>
                  <a:lnTo>
                    <a:pt x="12770" y="5430"/>
                  </a:lnTo>
                  <a:lnTo>
                    <a:pt x="12721" y="5390"/>
                  </a:lnTo>
                  <a:lnTo>
                    <a:pt x="12620" y="5310"/>
                  </a:lnTo>
                  <a:lnTo>
                    <a:pt x="12521" y="5148"/>
                  </a:lnTo>
                  <a:lnTo>
                    <a:pt x="12471" y="4988"/>
                  </a:lnTo>
                  <a:lnTo>
                    <a:pt x="12471" y="4746"/>
                  </a:lnTo>
                  <a:lnTo>
                    <a:pt x="12571" y="4505"/>
                  </a:lnTo>
                  <a:close/>
                  <a:moveTo>
                    <a:pt x="12721" y="4063"/>
                  </a:moveTo>
                  <a:lnTo>
                    <a:pt x="12571" y="4103"/>
                  </a:lnTo>
                  <a:lnTo>
                    <a:pt x="12422" y="4143"/>
                  </a:lnTo>
                  <a:lnTo>
                    <a:pt x="12272" y="4224"/>
                  </a:lnTo>
                  <a:lnTo>
                    <a:pt x="12222" y="4304"/>
                  </a:lnTo>
                  <a:lnTo>
                    <a:pt x="12121" y="4384"/>
                  </a:lnTo>
                  <a:lnTo>
                    <a:pt x="12022" y="4625"/>
                  </a:lnTo>
                  <a:lnTo>
                    <a:pt x="11972" y="4907"/>
                  </a:lnTo>
                  <a:lnTo>
                    <a:pt x="11972" y="5109"/>
                  </a:lnTo>
                  <a:lnTo>
                    <a:pt x="12022" y="5269"/>
                  </a:lnTo>
                  <a:lnTo>
                    <a:pt x="12072" y="5430"/>
                  </a:lnTo>
                  <a:lnTo>
                    <a:pt x="12222" y="5591"/>
                  </a:lnTo>
                  <a:lnTo>
                    <a:pt x="12371" y="5712"/>
                  </a:lnTo>
                  <a:lnTo>
                    <a:pt x="12571" y="5792"/>
                  </a:lnTo>
                  <a:lnTo>
                    <a:pt x="12770" y="5872"/>
                  </a:lnTo>
                  <a:lnTo>
                    <a:pt x="12970" y="5872"/>
                  </a:lnTo>
                  <a:lnTo>
                    <a:pt x="13219" y="5833"/>
                  </a:lnTo>
                  <a:lnTo>
                    <a:pt x="13419" y="5751"/>
                  </a:lnTo>
                  <a:lnTo>
                    <a:pt x="13618" y="5631"/>
                  </a:lnTo>
                  <a:lnTo>
                    <a:pt x="13718" y="5471"/>
                  </a:lnTo>
                  <a:lnTo>
                    <a:pt x="13768" y="5269"/>
                  </a:lnTo>
                  <a:lnTo>
                    <a:pt x="13768" y="5109"/>
                  </a:lnTo>
                  <a:lnTo>
                    <a:pt x="13718" y="4907"/>
                  </a:lnTo>
                  <a:lnTo>
                    <a:pt x="13669" y="4706"/>
                  </a:lnTo>
                  <a:lnTo>
                    <a:pt x="13568" y="4545"/>
                  </a:lnTo>
                  <a:lnTo>
                    <a:pt x="13469" y="4384"/>
                  </a:lnTo>
                  <a:lnTo>
                    <a:pt x="13319" y="4263"/>
                  </a:lnTo>
                  <a:lnTo>
                    <a:pt x="13119" y="4143"/>
                  </a:lnTo>
                  <a:lnTo>
                    <a:pt x="12919" y="4103"/>
                  </a:lnTo>
                  <a:lnTo>
                    <a:pt x="12721" y="4063"/>
                  </a:lnTo>
                  <a:close/>
                  <a:moveTo>
                    <a:pt x="15314" y="7321"/>
                  </a:moveTo>
                  <a:lnTo>
                    <a:pt x="15314" y="7441"/>
                  </a:lnTo>
                  <a:lnTo>
                    <a:pt x="15264" y="7521"/>
                  </a:lnTo>
                  <a:lnTo>
                    <a:pt x="15165" y="7602"/>
                  </a:lnTo>
                  <a:lnTo>
                    <a:pt x="15015" y="7682"/>
                  </a:lnTo>
                  <a:lnTo>
                    <a:pt x="14666" y="7803"/>
                  </a:lnTo>
                  <a:lnTo>
                    <a:pt x="14417" y="7884"/>
                  </a:lnTo>
                  <a:lnTo>
                    <a:pt x="13319" y="8286"/>
                  </a:lnTo>
                  <a:lnTo>
                    <a:pt x="13219" y="7964"/>
                  </a:lnTo>
                  <a:lnTo>
                    <a:pt x="14467" y="7482"/>
                  </a:lnTo>
                  <a:lnTo>
                    <a:pt x="15065" y="7321"/>
                  </a:lnTo>
                  <a:close/>
                  <a:moveTo>
                    <a:pt x="15114" y="6879"/>
                  </a:moveTo>
                  <a:lnTo>
                    <a:pt x="14766" y="6959"/>
                  </a:lnTo>
                  <a:lnTo>
                    <a:pt x="13669" y="7280"/>
                  </a:lnTo>
                  <a:lnTo>
                    <a:pt x="13119" y="7482"/>
                  </a:lnTo>
                  <a:lnTo>
                    <a:pt x="12620" y="7682"/>
                  </a:lnTo>
                  <a:lnTo>
                    <a:pt x="12521" y="7764"/>
                  </a:lnTo>
                  <a:lnTo>
                    <a:pt x="12521" y="7964"/>
                  </a:lnTo>
                  <a:lnTo>
                    <a:pt x="12671" y="8044"/>
                  </a:lnTo>
                  <a:lnTo>
                    <a:pt x="12871" y="8044"/>
                  </a:lnTo>
                  <a:lnTo>
                    <a:pt x="12871" y="8326"/>
                  </a:lnTo>
                  <a:lnTo>
                    <a:pt x="12970" y="8567"/>
                  </a:lnTo>
                  <a:lnTo>
                    <a:pt x="13020" y="8649"/>
                  </a:lnTo>
                  <a:lnTo>
                    <a:pt x="13119" y="8688"/>
                  </a:lnTo>
                  <a:lnTo>
                    <a:pt x="13269" y="8688"/>
                  </a:lnTo>
                  <a:lnTo>
                    <a:pt x="14267" y="8367"/>
                  </a:lnTo>
                  <a:lnTo>
                    <a:pt x="14766" y="8206"/>
                  </a:lnTo>
                  <a:lnTo>
                    <a:pt x="15264" y="8044"/>
                  </a:lnTo>
                  <a:lnTo>
                    <a:pt x="15514" y="7884"/>
                  </a:lnTo>
                  <a:lnTo>
                    <a:pt x="15714" y="7682"/>
                  </a:lnTo>
                  <a:lnTo>
                    <a:pt x="15813" y="7562"/>
                  </a:lnTo>
                  <a:lnTo>
                    <a:pt x="15813" y="7321"/>
                  </a:lnTo>
                  <a:lnTo>
                    <a:pt x="15763" y="7200"/>
                  </a:lnTo>
                  <a:lnTo>
                    <a:pt x="15714" y="7039"/>
                  </a:lnTo>
                  <a:lnTo>
                    <a:pt x="15614" y="6959"/>
                  </a:lnTo>
                  <a:lnTo>
                    <a:pt x="15464" y="6879"/>
                  </a:lnTo>
                  <a:close/>
                  <a:moveTo>
                    <a:pt x="13867" y="3137"/>
                  </a:moveTo>
                  <a:lnTo>
                    <a:pt x="13918" y="3540"/>
                  </a:lnTo>
                  <a:lnTo>
                    <a:pt x="14067" y="3942"/>
                  </a:lnTo>
                  <a:lnTo>
                    <a:pt x="14366" y="4706"/>
                  </a:lnTo>
                  <a:lnTo>
                    <a:pt x="14716" y="5551"/>
                  </a:lnTo>
                  <a:lnTo>
                    <a:pt x="14815" y="5792"/>
                  </a:lnTo>
                  <a:lnTo>
                    <a:pt x="12272" y="6636"/>
                  </a:lnTo>
                  <a:lnTo>
                    <a:pt x="9728" y="7441"/>
                  </a:lnTo>
                  <a:lnTo>
                    <a:pt x="7034" y="8326"/>
                  </a:lnTo>
                  <a:lnTo>
                    <a:pt x="5637" y="8769"/>
                  </a:lnTo>
                  <a:lnTo>
                    <a:pt x="5188" y="8929"/>
                  </a:lnTo>
                  <a:lnTo>
                    <a:pt x="4739" y="9090"/>
                  </a:lnTo>
                  <a:lnTo>
                    <a:pt x="4440" y="8649"/>
                  </a:lnTo>
                  <a:lnTo>
                    <a:pt x="4140" y="8165"/>
                  </a:lnTo>
                  <a:lnTo>
                    <a:pt x="3642" y="7200"/>
                  </a:lnTo>
                  <a:lnTo>
                    <a:pt x="3442" y="6757"/>
                  </a:lnTo>
                  <a:lnTo>
                    <a:pt x="3242" y="6436"/>
                  </a:lnTo>
                  <a:lnTo>
                    <a:pt x="3042" y="6154"/>
                  </a:lnTo>
                  <a:lnTo>
                    <a:pt x="3691" y="6074"/>
                  </a:lnTo>
                  <a:lnTo>
                    <a:pt x="4340" y="5953"/>
                  </a:lnTo>
                  <a:lnTo>
                    <a:pt x="4988" y="5792"/>
                  </a:lnTo>
                  <a:lnTo>
                    <a:pt x="5637" y="5591"/>
                  </a:lnTo>
                  <a:lnTo>
                    <a:pt x="7084" y="5109"/>
                  </a:lnTo>
                  <a:lnTo>
                    <a:pt x="8530" y="4625"/>
                  </a:lnTo>
                  <a:lnTo>
                    <a:pt x="9279" y="4425"/>
                  </a:lnTo>
                  <a:lnTo>
                    <a:pt x="10027" y="4224"/>
                  </a:lnTo>
                  <a:lnTo>
                    <a:pt x="11523" y="3902"/>
                  </a:lnTo>
                  <a:lnTo>
                    <a:pt x="12272" y="3740"/>
                  </a:lnTo>
                  <a:lnTo>
                    <a:pt x="12970" y="3499"/>
                  </a:lnTo>
                  <a:lnTo>
                    <a:pt x="13419" y="3378"/>
                  </a:lnTo>
                  <a:lnTo>
                    <a:pt x="13618" y="3258"/>
                  </a:lnTo>
                  <a:lnTo>
                    <a:pt x="13867" y="3137"/>
                  </a:lnTo>
                  <a:close/>
                  <a:moveTo>
                    <a:pt x="11773" y="8487"/>
                  </a:moveTo>
                  <a:lnTo>
                    <a:pt x="11822" y="8688"/>
                  </a:lnTo>
                  <a:lnTo>
                    <a:pt x="10975" y="9050"/>
                  </a:lnTo>
                  <a:lnTo>
                    <a:pt x="10476" y="9252"/>
                  </a:lnTo>
                  <a:lnTo>
                    <a:pt x="10326" y="9252"/>
                  </a:lnTo>
                  <a:lnTo>
                    <a:pt x="10276" y="9171"/>
                  </a:lnTo>
                  <a:lnTo>
                    <a:pt x="10276" y="8970"/>
                  </a:lnTo>
                  <a:lnTo>
                    <a:pt x="11773" y="8487"/>
                  </a:lnTo>
                  <a:close/>
                  <a:moveTo>
                    <a:pt x="13867" y="2614"/>
                  </a:moveTo>
                  <a:lnTo>
                    <a:pt x="13568" y="2695"/>
                  </a:lnTo>
                  <a:lnTo>
                    <a:pt x="13319" y="2816"/>
                  </a:lnTo>
                  <a:lnTo>
                    <a:pt x="12770" y="3057"/>
                  </a:lnTo>
                  <a:lnTo>
                    <a:pt x="12022" y="3258"/>
                  </a:lnTo>
                  <a:lnTo>
                    <a:pt x="11324" y="3460"/>
                  </a:lnTo>
                  <a:lnTo>
                    <a:pt x="9877" y="3740"/>
                  </a:lnTo>
                  <a:lnTo>
                    <a:pt x="9178" y="3902"/>
                  </a:lnTo>
                  <a:lnTo>
                    <a:pt x="8481" y="4103"/>
                  </a:lnTo>
                  <a:lnTo>
                    <a:pt x="7084" y="4545"/>
                  </a:lnTo>
                  <a:lnTo>
                    <a:pt x="5736" y="5028"/>
                  </a:lnTo>
                  <a:lnTo>
                    <a:pt x="4988" y="5269"/>
                  </a:lnTo>
                  <a:lnTo>
                    <a:pt x="4240" y="5471"/>
                  </a:lnTo>
                  <a:lnTo>
                    <a:pt x="2743" y="5833"/>
                  </a:lnTo>
                  <a:lnTo>
                    <a:pt x="2644" y="5872"/>
                  </a:lnTo>
                  <a:lnTo>
                    <a:pt x="2593" y="5913"/>
                  </a:lnTo>
                  <a:lnTo>
                    <a:pt x="2593" y="5994"/>
                  </a:lnTo>
                  <a:lnTo>
                    <a:pt x="2644" y="6074"/>
                  </a:lnTo>
                  <a:lnTo>
                    <a:pt x="2694" y="6114"/>
                  </a:lnTo>
                  <a:lnTo>
                    <a:pt x="2644" y="6235"/>
                  </a:lnTo>
                  <a:lnTo>
                    <a:pt x="2644" y="6315"/>
                  </a:lnTo>
                  <a:lnTo>
                    <a:pt x="2743" y="6556"/>
                  </a:lnTo>
                  <a:lnTo>
                    <a:pt x="2943" y="7079"/>
                  </a:lnTo>
                  <a:lnTo>
                    <a:pt x="3242" y="7602"/>
                  </a:lnTo>
                  <a:lnTo>
                    <a:pt x="3741" y="8608"/>
                  </a:lnTo>
                  <a:lnTo>
                    <a:pt x="4040" y="9090"/>
                  </a:lnTo>
                  <a:lnTo>
                    <a:pt x="4340" y="9533"/>
                  </a:lnTo>
                  <a:lnTo>
                    <a:pt x="4440" y="9614"/>
                  </a:lnTo>
                  <a:lnTo>
                    <a:pt x="4489" y="9654"/>
                  </a:lnTo>
                  <a:lnTo>
                    <a:pt x="4639" y="9654"/>
                  </a:lnTo>
                  <a:lnTo>
                    <a:pt x="4788" y="9573"/>
                  </a:lnTo>
                  <a:lnTo>
                    <a:pt x="4889" y="9452"/>
                  </a:lnTo>
                  <a:lnTo>
                    <a:pt x="5437" y="9332"/>
                  </a:lnTo>
                  <a:lnTo>
                    <a:pt x="5986" y="9171"/>
                  </a:lnTo>
                  <a:lnTo>
                    <a:pt x="7034" y="8809"/>
                  </a:lnTo>
                  <a:lnTo>
                    <a:pt x="9926" y="7884"/>
                  </a:lnTo>
                  <a:lnTo>
                    <a:pt x="12620" y="7039"/>
                  </a:lnTo>
                  <a:lnTo>
                    <a:pt x="13918" y="6636"/>
                  </a:lnTo>
                  <a:lnTo>
                    <a:pt x="14566" y="6395"/>
                  </a:lnTo>
                  <a:lnTo>
                    <a:pt x="15165" y="6154"/>
                  </a:lnTo>
                  <a:lnTo>
                    <a:pt x="15314" y="6154"/>
                  </a:lnTo>
                  <a:lnTo>
                    <a:pt x="15414" y="6074"/>
                  </a:lnTo>
                  <a:lnTo>
                    <a:pt x="15464" y="5913"/>
                  </a:lnTo>
                  <a:lnTo>
                    <a:pt x="15464" y="5792"/>
                  </a:lnTo>
                  <a:lnTo>
                    <a:pt x="15365" y="5510"/>
                  </a:lnTo>
                  <a:lnTo>
                    <a:pt x="15015" y="4666"/>
                  </a:lnTo>
                  <a:lnTo>
                    <a:pt x="14666" y="3822"/>
                  </a:lnTo>
                  <a:lnTo>
                    <a:pt x="14467" y="3419"/>
                  </a:lnTo>
                  <a:lnTo>
                    <a:pt x="14217" y="3017"/>
                  </a:lnTo>
                  <a:lnTo>
                    <a:pt x="14167" y="2976"/>
                  </a:lnTo>
                  <a:lnTo>
                    <a:pt x="14067" y="2937"/>
                  </a:lnTo>
                  <a:lnTo>
                    <a:pt x="14118" y="2816"/>
                  </a:lnTo>
                  <a:lnTo>
                    <a:pt x="14118" y="2735"/>
                  </a:lnTo>
                  <a:lnTo>
                    <a:pt x="14017" y="2655"/>
                  </a:lnTo>
                  <a:lnTo>
                    <a:pt x="13867" y="2614"/>
                  </a:lnTo>
                  <a:close/>
                  <a:moveTo>
                    <a:pt x="11822" y="7964"/>
                  </a:moveTo>
                  <a:lnTo>
                    <a:pt x="9977" y="8567"/>
                  </a:lnTo>
                  <a:lnTo>
                    <a:pt x="9877" y="8608"/>
                  </a:lnTo>
                  <a:lnTo>
                    <a:pt x="9827" y="8688"/>
                  </a:lnTo>
                  <a:lnTo>
                    <a:pt x="9777" y="8769"/>
                  </a:lnTo>
                  <a:lnTo>
                    <a:pt x="9827" y="8849"/>
                  </a:lnTo>
                  <a:lnTo>
                    <a:pt x="9777" y="8929"/>
                  </a:lnTo>
                  <a:lnTo>
                    <a:pt x="9728" y="9171"/>
                  </a:lnTo>
                  <a:lnTo>
                    <a:pt x="9777" y="9452"/>
                  </a:lnTo>
                  <a:lnTo>
                    <a:pt x="9827" y="9573"/>
                  </a:lnTo>
                  <a:lnTo>
                    <a:pt x="9926" y="9694"/>
                  </a:lnTo>
                  <a:lnTo>
                    <a:pt x="10077" y="9734"/>
                  </a:lnTo>
                  <a:lnTo>
                    <a:pt x="10276" y="9734"/>
                  </a:lnTo>
                  <a:lnTo>
                    <a:pt x="10476" y="9694"/>
                  </a:lnTo>
                  <a:lnTo>
                    <a:pt x="10725" y="9654"/>
                  </a:lnTo>
                  <a:lnTo>
                    <a:pt x="11175" y="9452"/>
                  </a:lnTo>
                  <a:lnTo>
                    <a:pt x="12321" y="9010"/>
                  </a:lnTo>
                  <a:lnTo>
                    <a:pt x="12371" y="8970"/>
                  </a:lnTo>
                  <a:lnTo>
                    <a:pt x="12471" y="8890"/>
                  </a:lnTo>
                  <a:lnTo>
                    <a:pt x="12471" y="8729"/>
                  </a:lnTo>
                  <a:lnTo>
                    <a:pt x="12172" y="8125"/>
                  </a:lnTo>
                  <a:lnTo>
                    <a:pt x="12121" y="8044"/>
                  </a:lnTo>
                  <a:lnTo>
                    <a:pt x="12022" y="8005"/>
                  </a:lnTo>
                  <a:lnTo>
                    <a:pt x="11923" y="7964"/>
                  </a:lnTo>
                  <a:close/>
                  <a:moveTo>
                    <a:pt x="15913" y="9131"/>
                  </a:moveTo>
                  <a:lnTo>
                    <a:pt x="16163" y="9533"/>
                  </a:lnTo>
                  <a:lnTo>
                    <a:pt x="16462" y="9935"/>
                  </a:lnTo>
                  <a:lnTo>
                    <a:pt x="15913" y="10137"/>
                  </a:lnTo>
                  <a:lnTo>
                    <a:pt x="15414" y="10297"/>
                  </a:lnTo>
                  <a:lnTo>
                    <a:pt x="14866" y="10417"/>
                  </a:lnTo>
                  <a:lnTo>
                    <a:pt x="14316" y="10539"/>
                  </a:lnTo>
                  <a:lnTo>
                    <a:pt x="14118" y="10137"/>
                  </a:lnTo>
                  <a:lnTo>
                    <a:pt x="13867" y="9734"/>
                  </a:lnTo>
                  <a:lnTo>
                    <a:pt x="13818" y="9694"/>
                  </a:lnTo>
                  <a:lnTo>
                    <a:pt x="14366" y="9573"/>
                  </a:lnTo>
                  <a:lnTo>
                    <a:pt x="14866" y="9452"/>
                  </a:lnTo>
                  <a:lnTo>
                    <a:pt x="15913" y="9131"/>
                  </a:lnTo>
                  <a:close/>
                  <a:moveTo>
                    <a:pt x="16013" y="8649"/>
                  </a:moveTo>
                  <a:lnTo>
                    <a:pt x="15365" y="8849"/>
                  </a:lnTo>
                  <a:lnTo>
                    <a:pt x="14716" y="9010"/>
                  </a:lnTo>
                  <a:lnTo>
                    <a:pt x="13419" y="9332"/>
                  </a:lnTo>
                  <a:lnTo>
                    <a:pt x="13370" y="9332"/>
                  </a:lnTo>
                  <a:lnTo>
                    <a:pt x="13319" y="9412"/>
                  </a:lnTo>
                  <a:lnTo>
                    <a:pt x="13269" y="9533"/>
                  </a:lnTo>
                  <a:lnTo>
                    <a:pt x="13370" y="9654"/>
                  </a:lnTo>
                  <a:lnTo>
                    <a:pt x="13419" y="9694"/>
                  </a:lnTo>
                  <a:lnTo>
                    <a:pt x="13519" y="9734"/>
                  </a:lnTo>
                  <a:lnTo>
                    <a:pt x="13469" y="9814"/>
                  </a:lnTo>
                  <a:lnTo>
                    <a:pt x="13469" y="9895"/>
                  </a:lnTo>
                  <a:lnTo>
                    <a:pt x="13718" y="10337"/>
                  </a:lnTo>
                  <a:lnTo>
                    <a:pt x="13867" y="10820"/>
                  </a:lnTo>
                  <a:lnTo>
                    <a:pt x="13918" y="10901"/>
                  </a:lnTo>
                  <a:lnTo>
                    <a:pt x="13968" y="10940"/>
                  </a:lnTo>
                  <a:lnTo>
                    <a:pt x="14017" y="10981"/>
                  </a:lnTo>
                  <a:lnTo>
                    <a:pt x="14118" y="11022"/>
                  </a:lnTo>
                  <a:lnTo>
                    <a:pt x="14866" y="10860"/>
                  </a:lnTo>
                  <a:lnTo>
                    <a:pt x="15565" y="10699"/>
                  </a:lnTo>
                  <a:lnTo>
                    <a:pt x="16262" y="10498"/>
                  </a:lnTo>
                  <a:lnTo>
                    <a:pt x="16911" y="10217"/>
                  </a:lnTo>
                  <a:lnTo>
                    <a:pt x="17010" y="10176"/>
                  </a:lnTo>
                  <a:lnTo>
                    <a:pt x="17111" y="10096"/>
                  </a:lnTo>
                  <a:lnTo>
                    <a:pt x="17111" y="9975"/>
                  </a:lnTo>
                  <a:lnTo>
                    <a:pt x="17061" y="9895"/>
                  </a:lnTo>
                  <a:lnTo>
                    <a:pt x="16662" y="9372"/>
                  </a:lnTo>
                  <a:lnTo>
                    <a:pt x="16313" y="8769"/>
                  </a:lnTo>
                  <a:lnTo>
                    <a:pt x="16262" y="8688"/>
                  </a:lnTo>
                  <a:lnTo>
                    <a:pt x="16212" y="8649"/>
                  </a:lnTo>
                  <a:close/>
                  <a:moveTo>
                    <a:pt x="12121" y="10257"/>
                  </a:moveTo>
                  <a:lnTo>
                    <a:pt x="12321" y="10699"/>
                  </a:lnTo>
                  <a:lnTo>
                    <a:pt x="12620" y="11142"/>
                  </a:lnTo>
                  <a:lnTo>
                    <a:pt x="11773" y="11504"/>
                  </a:lnTo>
                  <a:lnTo>
                    <a:pt x="10825" y="11825"/>
                  </a:lnTo>
                  <a:lnTo>
                    <a:pt x="10625" y="11906"/>
                  </a:lnTo>
                  <a:lnTo>
                    <a:pt x="10526" y="11906"/>
                  </a:lnTo>
                  <a:lnTo>
                    <a:pt x="10476" y="11866"/>
                  </a:lnTo>
                  <a:lnTo>
                    <a:pt x="10376" y="11705"/>
                  </a:lnTo>
                  <a:lnTo>
                    <a:pt x="10326" y="11504"/>
                  </a:lnTo>
                  <a:lnTo>
                    <a:pt x="10227" y="11142"/>
                  </a:lnTo>
                  <a:lnTo>
                    <a:pt x="10027" y="10820"/>
                  </a:lnTo>
                  <a:lnTo>
                    <a:pt x="12121" y="10257"/>
                  </a:lnTo>
                  <a:close/>
                  <a:moveTo>
                    <a:pt x="12172" y="9814"/>
                  </a:moveTo>
                  <a:lnTo>
                    <a:pt x="9728" y="10458"/>
                  </a:lnTo>
                  <a:lnTo>
                    <a:pt x="9677" y="10498"/>
                  </a:lnTo>
                  <a:lnTo>
                    <a:pt x="9627" y="10539"/>
                  </a:lnTo>
                  <a:lnTo>
                    <a:pt x="9578" y="10660"/>
                  </a:lnTo>
                  <a:lnTo>
                    <a:pt x="9627" y="10780"/>
                  </a:lnTo>
                  <a:lnTo>
                    <a:pt x="9777" y="10860"/>
                  </a:lnTo>
                  <a:lnTo>
                    <a:pt x="9777" y="11102"/>
                  </a:lnTo>
                  <a:lnTo>
                    <a:pt x="9827" y="11383"/>
                  </a:lnTo>
                  <a:lnTo>
                    <a:pt x="10027" y="11906"/>
                  </a:lnTo>
                  <a:lnTo>
                    <a:pt x="10077" y="12067"/>
                  </a:lnTo>
                  <a:lnTo>
                    <a:pt x="10227" y="12187"/>
                  </a:lnTo>
                  <a:lnTo>
                    <a:pt x="10376" y="12268"/>
                  </a:lnTo>
                  <a:lnTo>
                    <a:pt x="10575" y="12309"/>
                  </a:lnTo>
                  <a:lnTo>
                    <a:pt x="10924" y="12228"/>
                  </a:lnTo>
                  <a:lnTo>
                    <a:pt x="11274" y="12148"/>
                  </a:lnTo>
                  <a:lnTo>
                    <a:pt x="11923" y="11906"/>
                  </a:lnTo>
                  <a:lnTo>
                    <a:pt x="12571" y="11625"/>
                  </a:lnTo>
                  <a:lnTo>
                    <a:pt x="13170" y="11343"/>
                  </a:lnTo>
                  <a:lnTo>
                    <a:pt x="13219" y="11263"/>
                  </a:lnTo>
                  <a:lnTo>
                    <a:pt x="13269" y="11182"/>
                  </a:lnTo>
                  <a:lnTo>
                    <a:pt x="13269" y="11142"/>
                  </a:lnTo>
                  <a:lnTo>
                    <a:pt x="13219" y="11061"/>
                  </a:lnTo>
                  <a:lnTo>
                    <a:pt x="12970" y="10820"/>
                  </a:lnTo>
                  <a:lnTo>
                    <a:pt x="12770" y="10539"/>
                  </a:lnTo>
                  <a:lnTo>
                    <a:pt x="12620" y="10257"/>
                  </a:lnTo>
                  <a:lnTo>
                    <a:pt x="12521" y="9935"/>
                  </a:lnTo>
                  <a:lnTo>
                    <a:pt x="12471" y="9855"/>
                  </a:lnTo>
                  <a:lnTo>
                    <a:pt x="12371" y="9814"/>
                  </a:lnTo>
                  <a:close/>
                  <a:moveTo>
                    <a:pt x="16961" y="11343"/>
                  </a:moveTo>
                  <a:lnTo>
                    <a:pt x="17160" y="11745"/>
                  </a:lnTo>
                  <a:lnTo>
                    <a:pt x="16262" y="12148"/>
                  </a:lnTo>
                  <a:lnTo>
                    <a:pt x="15365" y="12550"/>
                  </a:lnTo>
                  <a:lnTo>
                    <a:pt x="15165" y="11946"/>
                  </a:lnTo>
                  <a:lnTo>
                    <a:pt x="15215" y="11906"/>
                  </a:lnTo>
                  <a:lnTo>
                    <a:pt x="15215" y="11825"/>
                  </a:lnTo>
                  <a:lnTo>
                    <a:pt x="15614" y="11705"/>
                  </a:lnTo>
                  <a:lnTo>
                    <a:pt x="16013" y="11625"/>
                  </a:lnTo>
                  <a:lnTo>
                    <a:pt x="16961" y="11343"/>
                  </a:lnTo>
                  <a:close/>
                  <a:moveTo>
                    <a:pt x="8530" y="11424"/>
                  </a:moveTo>
                  <a:lnTo>
                    <a:pt x="8630" y="11463"/>
                  </a:lnTo>
                  <a:lnTo>
                    <a:pt x="8729" y="11584"/>
                  </a:lnTo>
                  <a:lnTo>
                    <a:pt x="8929" y="11946"/>
                  </a:lnTo>
                  <a:lnTo>
                    <a:pt x="7882" y="12348"/>
                  </a:lnTo>
                  <a:lnTo>
                    <a:pt x="6934" y="12871"/>
                  </a:lnTo>
                  <a:lnTo>
                    <a:pt x="6734" y="12389"/>
                  </a:lnTo>
                  <a:lnTo>
                    <a:pt x="6585" y="12148"/>
                  </a:lnTo>
                  <a:lnTo>
                    <a:pt x="6435" y="11946"/>
                  </a:lnTo>
                  <a:lnTo>
                    <a:pt x="7632" y="11625"/>
                  </a:lnTo>
                  <a:lnTo>
                    <a:pt x="8081" y="11504"/>
                  </a:lnTo>
                  <a:lnTo>
                    <a:pt x="8481" y="11424"/>
                  </a:lnTo>
                  <a:close/>
                  <a:moveTo>
                    <a:pt x="17111" y="10820"/>
                  </a:moveTo>
                  <a:lnTo>
                    <a:pt x="17010" y="10860"/>
                  </a:lnTo>
                  <a:lnTo>
                    <a:pt x="15664" y="11263"/>
                  </a:lnTo>
                  <a:lnTo>
                    <a:pt x="15114" y="11383"/>
                  </a:lnTo>
                  <a:lnTo>
                    <a:pt x="14866" y="11504"/>
                  </a:lnTo>
                  <a:lnTo>
                    <a:pt x="14766" y="11584"/>
                  </a:lnTo>
                  <a:lnTo>
                    <a:pt x="14666" y="11665"/>
                  </a:lnTo>
                  <a:lnTo>
                    <a:pt x="14666" y="11786"/>
                  </a:lnTo>
                  <a:lnTo>
                    <a:pt x="14716" y="11866"/>
                  </a:lnTo>
                  <a:lnTo>
                    <a:pt x="14766" y="11906"/>
                  </a:lnTo>
                  <a:lnTo>
                    <a:pt x="14766" y="11946"/>
                  </a:lnTo>
                  <a:lnTo>
                    <a:pt x="14815" y="12429"/>
                  </a:lnTo>
                  <a:lnTo>
                    <a:pt x="14965" y="12871"/>
                  </a:lnTo>
                  <a:lnTo>
                    <a:pt x="14965" y="12992"/>
                  </a:lnTo>
                  <a:lnTo>
                    <a:pt x="15065" y="13033"/>
                  </a:lnTo>
                  <a:lnTo>
                    <a:pt x="15165" y="13072"/>
                  </a:lnTo>
                  <a:lnTo>
                    <a:pt x="15264" y="13072"/>
                  </a:lnTo>
                  <a:lnTo>
                    <a:pt x="16511" y="12550"/>
                  </a:lnTo>
                  <a:lnTo>
                    <a:pt x="17659" y="11986"/>
                  </a:lnTo>
                  <a:lnTo>
                    <a:pt x="17760" y="11906"/>
                  </a:lnTo>
                  <a:lnTo>
                    <a:pt x="17808" y="11825"/>
                  </a:lnTo>
                  <a:lnTo>
                    <a:pt x="17808" y="11745"/>
                  </a:lnTo>
                  <a:lnTo>
                    <a:pt x="17760" y="11665"/>
                  </a:lnTo>
                  <a:lnTo>
                    <a:pt x="17509" y="11343"/>
                  </a:lnTo>
                  <a:lnTo>
                    <a:pt x="17360" y="10981"/>
                  </a:lnTo>
                  <a:lnTo>
                    <a:pt x="17309" y="10901"/>
                  </a:lnTo>
                  <a:lnTo>
                    <a:pt x="17210" y="10860"/>
                  </a:lnTo>
                  <a:lnTo>
                    <a:pt x="17111" y="10820"/>
                  </a:lnTo>
                  <a:close/>
                  <a:moveTo>
                    <a:pt x="8430" y="10940"/>
                  </a:moveTo>
                  <a:lnTo>
                    <a:pt x="8131" y="10981"/>
                  </a:lnTo>
                  <a:lnTo>
                    <a:pt x="7832" y="11061"/>
                  </a:lnTo>
                  <a:lnTo>
                    <a:pt x="7283" y="11222"/>
                  </a:lnTo>
                  <a:lnTo>
                    <a:pt x="6585" y="11383"/>
                  </a:lnTo>
                  <a:lnTo>
                    <a:pt x="5886" y="11584"/>
                  </a:lnTo>
                  <a:lnTo>
                    <a:pt x="5837" y="11625"/>
                  </a:lnTo>
                  <a:lnTo>
                    <a:pt x="5787" y="11665"/>
                  </a:lnTo>
                  <a:lnTo>
                    <a:pt x="5736" y="11825"/>
                  </a:lnTo>
                  <a:lnTo>
                    <a:pt x="5787" y="11946"/>
                  </a:lnTo>
                  <a:lnTo>
                    <a:pt x="5837" y="11986"/>
                  </a:lnTo>
                  <a:lnTo>
                    <a:pt x="5936" y="12027"/>
                  </a:lnTo>
                  <a:lnTo>
                    <a:pt x="6136" y="12389"/>
                  </a:lnTo>
                  <a:lnTo>
                    <a:pt x="6335" y="12831"/>
                  </a:lnTo>
                  <a:lnTo>
                    <a:pt x="6484" y="13314"/>
                  </a:lnTo>
                  <a:lnTo>
                    <a:pt x="6585" y="13394"/>
                  </a:lnTo>
                  <a:lnTo>
                    <a:pt x="6684" y="13435"/>
                  </a:lnTo>
                  <a:lnTo>
                    <a:pt x="6785" y="13435"/>
                  </a:lnTo>
                  <a:lnTo>
                    <a:pt x="6934" y="13394"/>
                  </a:lnTo>
                  <a:lnTo>
                    <a:pt x="7533" y="13072"/>
                  </a:lnTo>
                  <a:lnTo>
                    <a:pt x="8131" y="12791"/>
                  </a:lnTo>
                  <a:lnTo>
                    <a:pt x="8729" y="12550"/>
                  </a:lnTo>
                  <a:lnTo>
                    <a:pt x="9428" y="12309"/>
                  </a:lnTo>
                  <a:lnTo>
                    <a:pt x="9477" y="12268"/>
                  </a:lnTo>
                  <a:lnTo>
                    <a:pt x="9578" y="12187"/>
                  </a:lnTo>
                  <a:lnTo>
                    <a:pt x="9578" y="11986"/>
                  </a:lnTo>
                  <a:lnTo>
                    <a:pt x="9378" y="11625"/>
                  </a:lnTo>
                  <a:lnTo>
                    <a:pt x="9178" y="11302"/>
                  </a:lnTo>
                  <a:lnTo>
                    <a:pt x="9079" y="11142"/>
                  </a:lnTo>
                  <a:lnTo>
                    <a:pt x="8879" y="11022"/>
                  </a:lnTo>
                  <a:lnTo>
                    <a:pt x="8679" y="10981"/>
                  </a:lnTo>
                  <a:lnTo>
                    <a:pt x="8430" y="10940"/>
                  </a:lnTo>
                  <a:close/>
                  <a:moveTo>
                    <a:pt x="13370" y="12469"/>
                  </a:moveTo>
                  <a:lnTo>
                    <a:pt x="13768" y="13072"/>
                  </a:lnTo>
                  <a:lnTo>
                    <a:pt x="13219" y="13314"/>
                  </a:lnTo>
                  <a:lnTo>
                    <a:pt x="12671" y="13475"/>
                  </a:lnTo>
                  <a:lnTo>
                    <a:pt x="12121" y="13636"/>
                  </a:lnTo>
                  <a:lnTo>
                    <a:pt x="11573" y="13756"/>
                  </a:lnTo>
                  <a:lnTo>
                    <a:pt x="11324" y="13194"/>
                  </a:lnTo>
                  <a:lnTo>
                    <a:pt x="11822" y="13072"/>
                  </a:lnTo>
                  <a:lnTo>
                    <a:pt x="12371" y="12871"/>
                  </a:lnTo>
                  <a:lnTo>
                    <a:pt x="13370" y="12469"/>
                  </a:lnTo>
                  <a:close/>
                  <a:moveTo>
                    <a:pt x="13419" y="11946"/>
                  </a:moveTo>
                  <a:lnTo>
                    <a:pt x="12172" y="12389"/>
                  </a:lnTo>
                  <a:lnTo>
                    <a:pt x="11523" y="12590"/>
                  </a:lnTo>
                  <a:lnTo>
                    <a:pt x="10975" y="12871"/>
                  </a:lnTo>
                  <a:lnTo>
                    <a:pt x="10874" y="12871"/>
                  </a:lnTo>
                  <a:lnTo>
                    <a:pt x="10775" y="12912"/>
                  </a:lnTo>
                  <a:lnTo>
                    <a:pt x="10725" y="13033"/>
                  </a:lnTo>
                  <a:lnTo>
                    <a:pt x="10725" y="13113"/>
                  </a:lnTo>
                  <a:lnTo>
                    <a:pt x="10924" y="13595"/>
                  </a:lnTo>
                  <a:lnTo>
                    <a:pt x="11124" y="14079"/>
                  </a:lnTo>
                  <a:lnTo>
                    <a:pt x="11224" y="14199"/>
                  </a:lnTo>
                  <a:lnTo>
                    <a:pt x="11324" y="14239"/>
                  </a:lnTo>
                  <a:lnTo>
                    <a:pt x="11373" y="14239"/>
                  </a:lnTo>
                  <a:lnTo>
                    <a:pt x="12172" y="14079"/>
                  </a:lnTo>
                  <a:lnTo>
                    <a:pt x="12871" y="13877"/>
                  </a:lnTo>
                  <a:lnTo>
                    <a:pt x="13618" y="13676"/>
                  </a:lnTo>
                  <a:lnTo>
                    <a:pt x="14316" y="13394"/>
                  </a:lnTo>
                  <a:lnTo>
                    <a:pt x="14366" y="13314"/>
                  </a:lnTo>
                  <a:lnTo>
                    <a:pt x="14417" y="13274"/>
                  </a:lnTo>
                  <a:lnTo>
                    <a:pt x="14417" y="13113"/>
                  </a:lnTo>
                  <a:lnTo>
                    <a:pt x="13768" y="12107"/>
                  </a:lnTo>
                  <a:lnTo>
                    <a:pt x="13718" y="12027"/>
                  </a:lnTo>
                  <a:lnTo>
                    <a:pt x="13618" y="11946"/>
                  </a:lnTo>
                  <a:close/>
                  <a:moveTo>
                    <a:pt x="17859" y="13475"/>
                  </a:moveTo>
                  <a:lnTo>
                    <a:pt x="18008" y="13515"/>
                  </a:lnTo>
                  <a:lnTo>
                    <a:pt x="18158" y="13676"/>
                  </a:lnTo>
                  <a:lnTo>
                    <a:pt x="18507" y="14239"/>
                  </a:lnTo>
                  <a:lnTo>
                    <a:pt x="17459" y="14521"/>
                  </a:lnTo>
                  <a:lnTo>
                    <a:pt x="16462" y="14882"/>
                  </a:lnTo>
                  <a:lnTo>
                    <a:pt x="16313" y="14641"/>
                  </a:lnTo>
                  <a:lnTo>
                    <a:pt x="16163" y="14400"/>
                  </a:lnTo>
                  <a:lnTo>
                    <a:pt x="15963" y="13918"/>
                  </a:lnTo>
                  <a:lnTo>
                    <a:pt x="16361" y="13836"/>
                  </a:lnTo>
                  <a:lnTo>
                    <a:pt x="16711" y="13756"/>
                  </a:lnTo>
                  <a:lnTo>
                    <a:pt x="17459" y="13556"/>
                  </a:lnTo>
                  <a:lnTo>
                    <a:pt x="17709" y="13475"/>
                  </a:lnTo>
                  <a:close/>
                  <a:moveTo>
                    <a:pt x="9578" y="13515"/>
                  </a:moveTo>
                  <a:lnTo>
                    <a:pt x="9977" y="14279"/>
                  </a:lnTo>
                  <a:lnTo>
                    <a:pt x="7931" y="15124"/>
                  </a:lnTo>
                  <a:lnTo>
                    <a:pt x="7632" y="14400"/>
                  </a:lnTo>
                  <a:lnTo>
                    <a:pt x="8081" y="14118"/>
                  </a:lnTo>
                  <a:lnTo>
                    <a:pt x="8530" y="13877"/>
                  </a:lnTo>
                  <a:lnTo>
                    <a:pt x="9079" y="13676"/>
                  </a:lnTo>
                  <a:lnTo>
                    <a:pt x="9578" y="13515"/>
                  </a:lnTo>
                  <a:close/>
                  <a:moveTo>
                    <a:pt x="17760" y="13033"/>
                  </a:moveTo>
                  <a:lnTo>
                    <a:pt x="17459" y="13072"/>
                  </a:lnTo>
                  <a:lnTo>
                    <a:pt x="16961" y="13233"/>
                  </a:lnTo>
                  <a:lnTo>
                    <a:pt x="16212" y="13394"/>
                  </a:lnTo>
                  <a:lnTo>
                    <a:pt x="15864" y="13475"/>
                  </a:lnTo>
                  <a:lnTo>
                    <a:pt x="15565" y="13595"/>
                  </a:lnTo>
                  <a:lnTo>
                    <a:pt x="15464" y="13636"/>
                  </a:lnTo>
                  <a:lnTo>
                    <a:pt x="15464" y="13797"/>
                  </a:lnTo>
                  <a:lnTo>
                    <a:pt x="15565" y="13877"/>
                  </a:lnTo>
                  <a:lnTo>
                    <a:pt x="15664" y="13918"/>
                  </a:lnTo>
                  <a:lnTo>
                    <a:pt x="15614" y="14079"/>
                  </a:lnTo>
                  <a:lnTo>
                    <a:pt x="15614" y="14279"/>
                  </a:lnTo>
                  <a:lnTo>
                    <a:pt x="15664" y="14441"/>
                  </a:lnTo>
                  <a:lnTo>
                    <a:pt x="15714" y="14601"/>
                  </a:lnTo>
                  <a:lnTo>
                    <a:pt x="15913" y="14964"/>
                  </a:lnTo>
                  <a:lnTo>
                    <a:pt x="16163" y="15244"/>
                  </a:lnTo>
                  <a:lnTo>
                    <a:pt x="16313" y="15325"/>
                  </a:lnTo>
                  <a:lnTo>
                    <a:pt x="16462" y="15325"/>
                  </a:lnTo>
                  <a:lnTo>
                    <a:pt x="17709" y="14923"/>
                  </a:lnTo>
                  <a:lnTo>
                    <a:pt x="18956" y="14561"/>
                  </a:lnTo>
                  <a:lnTo>
                    <a:pt x="19056" y="14480"/>
                  </a:lnTo>
                  <a:lnTo>
                    <a:pt x="19106" y="14441"/>
                  </a:lnTo>
                  <a:lnTo>
                    <a:pt x="19156" y="14359"/>
                  </a:lnTo>
                  <a:lnTo>
                    <a:pt x="19106" y="14279"/>
                  </a:lnTo>
                  <a:lnTo>
                    <a:pt x="18556" y="13314"/>
                  </a:lnTo>
                  <a:lnTo>
                    <a:pt x="18457" y="13194"/>
                  </a:lnTo>
                  <a:lnTo>
                    <a:pt x="18308" y="13113"/>
                  </a:lnTo>
                  <a:lnTo>
                    <a:pt x="18158" y="13033"/>
                  </a:lnTo>
                  <a:close/>
                  <a:moveTo>
                    <a:pt x="9777" y="12992"/>
                  </a:moveTo>
                  <a:lnTo>
                    <a:pt x="9677" y="13033"/>
                  </a:lnTo>
                  <a:lnTo>
                    <a:pt x="9029" y="13194"/>
                  </a:lnTo>
                  <a:lnTo>
                    <a:pt x="8380" y="13394"/>
                  </a:lnTo>
                  <a:lnTo>
                    <a:pt x="7782" y="13716"/>
                  </a:lnTo>
                  <a:lnTo>
                    <a:pt x="7234" y="14038"/>
                  </a:lnTo>
                  <a:lnTo>
                    <a:pt x="7133" y="14079"/>
                  </a:lnTo>
                  <a:lnTo>
                    <a:pt x="7084" y="14118"/>
                  </a:lnTo>
                  <a:lnTo>
                    <a:pt x="7034" y="14159"/>
                  </a:lnTo>
                  <a:lnTo>
                    <a:pt x="7034" y="14239"/>
                  </a:lnTo>
                  <a:lnTo>
                    <a:pt x="7133" y="14561"/>
                  </a:lnTo>
                  <a:lnTo>
                    <a:pt x="7234" y="14882"/>
                  </a:lnTo>
                  <a:lnTo>
                    <a:pt x="7533" y="15526"/>
                  </a:lnTo>
                  <a:lnTo>
                    <a:pt x="7582" y="15567"/>
                  </a:lnTo>
                  <a:lnTo>
                    <a:pt x="7682" y="15647"/>
                  </a:lnTo>
                  <a:lnTo>
                    <a:pt x="7882" y="15647"/>
                  </a:lnTo>
                  <a:lnTo>
                    <a:pt x="10425" y="14601"/>
                  </a:lnTo>
                  <a:lnTo>
                    <a:pt x="10526" y="14561"/>
                  </a:lnTo>
                  <a:lnTo>
                    <a:pt x="10575" y="14480"/>
                  </a:lnTo>
                  <a:lnTo>
                    <a:pt x="10625" y="14400"/>
                  </a:lnTo>
                  <a:lnTo>
                    <a:pt x="10575" y="14320"/>
                  </a:lnTo>
                  <a:lnTo>
                    <a:pt x="10027" y="13153"/>
                  </a:lnTo>
                  <a:lnTo>
                    <a:pt x="9977" y="13072"/>
                  </a:lnTo>
                  <a:lnTo>
                    <a:pt x="9877" y="13033"/>
                  </a:lnTo>
                  <a:lnTo>
                    <a:pt x="9777" y="12992"/>
                  </a:lnTo>
                  <a:close/>
                  <a:moveTo>
                    <a:pt x="14316" y="14561"/>
                  </a:moveTo>
                  <a:lnTo>
                    <a:pt x="14815" y="15325"/>
                  </a:lnTo>
                  <a:lnTo>
                    <a:pt x="12671" y="16009"/>
                  </a:lnTo>
                  <a:lnTo>
                    <a:pt x="12272" y="15244"/>
                  </a:lnTo>
                  <a:lnTo>
                    <a:pt x="12371" y="15164"/>
                  </a:lnTo>
                  <a:lnTo>
                    <a:pt x="12371" y="15124"/>
                  </a:lnTo>
                  <a:lnTo>
                    <a:pt x="12422" y="15084"/>
                  </a:lnTo>
                  <a:lnTo>
                    <a:pt x="12871" y="14923"/>
                  </a:lnTo>
                  <a:lnTo>
                    <a:pt x="13269" y="14842"/>
                  </a:lnTo>
                  <a:lnTo>
                    <a:pt x="14316" y="14561"/>
                  </a:lnTo>
                  <a:close/>
                  <a:moveTo>
                    <a:pt x="14467" y="14079"/>
                  </a:moveTo>
                  <a:lnTo>
                    <a:pt x="14366" y="14118"/>
                  </a:lnTo>
                  <a:lnTo>
                    <a:pt x="12919" y="14521"/>
                  </a:lnTo>
                  <a:lnTo>
                    <a:pt x="12321" y="14641"/>
                  </a:lnTo>
                  <a:lnTo>
                    <a:pt x="12072" y="14762"/>
                  </a:lnTo>
                  <a:lnTo>
                    <a:pt x="11923" y="14802"/>
                  </a:lnTo>
                  <a:lnTo>
                    <a:pt x="11872" y="14882"/>
                  </a:lnTo>
                  <a:lnTo>
                    <a:pt x="11773" y="15003"/>
                  </a:lnTo>
                  <a:lnTo>
                    <a:pt x="11822" y="15164"/>
                  </a:lnTo>
                  <a:lnTo>
                    <a:pt x="11872" y="15205"/>
                  </a:lnTo>
                  <a:lnTo>
                    <a:pt x="11872" y="15244"/>
                  </a:lnTo>
                  <a:lnTo>
                    <a:pt x="11923" y="15526"/>
                  </a:lnTo>
                  <a:lnTo>
                    <a:pt x="12022" y="15808"/>
                  </a:lnTo>
                  <a:lnTo>
                    <a:pt x="12272" y="16331"/>
                  </a:lnTo>
                  <a:lnTo>
                    <a:pt x="12371" y="16371"/>
                  </a:lnTo>
                  <a:lnTo>
                    <a:pt x="12422" y="16411"/>
                  </a:lnTo>
                  <a:lnTo>
                    <a:pt x="12521" y="16452"/>
                  </a:lnTo>
                  <a:lnTo>
                    <a:pt x="12620" y="16452"/>
                  </a:lnTo>
                  <a:lnTo>
                    <a:pt x="15264" y="15647"/>
                  </a:lnTo>
                  <a:lnTo>
                    <a:pt x="15314" y="15606"/>
                  </a:lnTo>
                  <a:lnTo>
                    <a:pt x="15365" y="15526"/>
                  </a:lnTo>
                  <a:lnTo>
                    <a:pt x="15414" y="15446"/>
                  </a:lnTo>
                  <a:lnTo>
                    <a:pt x="15414" y="15365"/>
                  </a:lnTo>
                  <a:lnTo>
                    <a:pt x="14716" y="14239"/>
                  </a:lnTo>
                  <a:lnTo>
                    <a:pt x="14666" y="14159"/>
                  </a:lnTo>
                  <a:lnTo>
                    <a:pt x="14566" y="14118"/>
                  </a:lnTo>
                  <a:lnTo>
                    <a:pt x="14467" y="14079"/>
                  </a:lnTo>
                  <a:close/>
                  <a:moveTo>
                    <a:pt x="10874" y="15727"/>
                  </a:moveTo>
                  <a:lnTo>
                    <a:pt x="11024" y="15888"/>
                  </a:lnTo>
                  <a:lnTo>
                    <a:pt x="11074" y="16009"/>
                  </a:lnTo>
                  <a:lnTo>
                    <a:pt x="11024" y="16170"/>
                  </a:lnTo>
                  <a:lnTo>
                    <a:pt x="10924" y="16331"/>
                  </a:lnTo>
                  <a:lnTo>
                    <a:pt x="10775" y="16452"/>
                  </a:lnTo>
                  <a:lnTo>
                    <a:pt x="10625" y="16612"/>
                  </a:lnTo>
                  <a:lnTo>
                    <a:pt x="10276" y="16773"/>
                  </a:lnTo>
                  <a:lnTo>
                    <a:pt x="9578" y="17014"/>
                  </a:lnTo>
                  <a:lnTo>
                    <a:pt x="9229" y="17095"/>
                  </a:lnTo>
                  <a:lnTo>
                    <a:pt x="8929" y="17255"/>
                  </a:lnTo>
                  <a:lnTo>
                    <a:pt x="8580" y="16572"/>
                  </a:lnTo>
                  <a:lnTo>
                    <a:pt x="8679" y="16532"/>
                  </a:lnTo>
                  <a:lnTo>
                    <a:pt x="8780" y="16411"/>
                  </a:lnTo>
                  <a:lnTo>
                    <a:pt x="8780" y="16371"/>
                  </a:lnTo>
                  <a:lnTo>
                    <a:pt x="8879" y="16452"/>
                  </a:lnTo>
                  <a:lnTo>
                    <a:pt x="8980" y="16411"/>
                  </a:lnTo>
                  <a:lnTo>
                    <a:pt x="9229" y="16371"/>
                  </a:lnTo>
                  <a:lnTo>
                    <a:pt x="9827" y="16210"/>
                  </a:lnTo>
                  <a:lnTo>
                    <a:pt x="10376" y="16009"/>
                  </a:lnTo>
                  <a:lnTo>
                    <a:pt x="10874" y="15727"/>
                  </a:lnTo>
                  <a:close/>
                  <a:moveTo>
                    <a:pt x="20602" y="16854"/>
                  </a:moveTo>
                  <a:lnTo>
                    <a:pt x="20602" y="16934"/>
                  </a:lnTo>
                  <a:lnTo>
                    <a:pt x="20702" y="16975"/>
                  </a:lnTo>
                  <a:lnTo>
                    <a:pt x="20751" y="17014"/>
                  </a:lnTo>
                  <a:lnTo>
                    <a:pt x="20602" y="17255"/>
                  </a:lnTo>
                  <a:lnTo>
                    <a:pt x="20403" y="17537"/>
                  </a:lnTo>
                  <a:lnTo>
                    <a:pt x="20203" y="17135"/>
                  </a:lnTo>
                  <a:lnTo>
                    <a:pt x="20602" y="16854"/>
                  </a:lnTo>
                  <a:close/>
                  <a:moveTo>
                    <a:pt x="10874" y="15244"/>
                  </a:moveTo>
                  <a:lnTo>
                    <a:pt x="10725" y="15285"/>
                  </a:lnTo>
                  <a:lnTo>
                    <a:pt x="10376" y="15486"/>
                  </a:lnTo>
                  <a:lnTo>
                    <a:pt x="9977" y="15647"/>
                  </a:lnTo>
                  <a:lnTo>
                    <a:pt x="9578" y="15808"/>
                  </a:lnTo>
                  <a:lnTo>
                    <a:pt x="9178" y="15929"/>
                  </a:lnTo>
                  <a:lnTo>
                    <a:pt x="8630" y="16009"/>
                  </a:lnTo>
                  <a:lnTo>
                    <a:pt x="8380" y="16090"/>
                  </a:lnTo>
                  <a:lnTo>
                    <a:pt x="8281" y="16170"/>
                  </a:lnTo>
                  <a:lnTo>
                    <a:pt x="8181" y="16250"/>
                  </a:lnTo>
                  <a:lnTo>
                    <a:pt x="8181" y="16371"/>
                  </a:lnTo>
                  <a:lnTo>
                    <a:pt x="8081" y="16452"/>
                  </a:lnTo>
                  <a:lnTo>
                    <a:pt x="8081" y="16572"/>
                  </a:lnTo>
                  <a:lnTo>
                    <a:pt x="8331" y="17095"/>
                  </a:lnTo>
                  <a:lnTo>
                    <a:pt x="8530" y="17658"/>
                  </a:lnTo>
                  <a:lnTo>
                    <a:pt x="8630" y="17739"/>
                  </a:lnTo>
                  <a:lnTo>
                    <a:pt x="8729" y="17778"/>
                  </a:lnTo>
                  <a:lnTo>
                    <a:pt x="8829" y="17778"/>
                  </a:lnTo>
                  <a:lnTo>
                    <a:pt x="8929" y="17739"/>
                  </a:lnTo>
                  <a:lnTo>
                    <a:pt x="9229" y="17578"/>
                  </a:lnTo>
                  <a:lnTo>
                    <a:pt x="9528" y="17457"/>
                  </a:lnTo>
                  <a:lnTo>
                    <a:pt x="10176" y="17255"/>
                  </a:lnTo>
                  <a:lnTo>
                    <a:pt x="10476" y="17175"/>
                  </a:lnTo>
                  <a:lnTo>
                    <a:pt x="10775" y="17055"/>
                  </a:lnTo>
                  <a:lnTo>
                    <a:pt x="11074" y="16894"/>
                  </a:lnTo>
                  <a:lnTo>
                    <a:pt x="11324" y="16693"/>
                  </a:lnTo>
                  <a:lnTo>
                    <a:pt x="11474" y="16532"/>
                  </a:lnTo>
                  <a:lnTo>
                    <a:pt x="11573" y="16331"/>
                  </a:lnTo>
                  <a:lnTo>
                    <a:pt x="11573" y="15929"/>
                  </a:lnTo>
                  <a:lnTo>
                    <a:pt x="11523" y="15727"/>
                  </a:lnTo>
                  <a:lnTo>
                    <a:pt x="11373" y="15526"/>
                  </a:lnTo>
                  <a:lnTo>
                    <a:pt x="11224" y="15406"/>
                  </a:lnTo>
                  <a:lnTo>
                    <a:pt x="10975" y="15285"/>
                  </a:lnTo>
                  <a:lnTo>
                    <a:pt x="10874" y="15244"/>
                  </a:lnTo>
                  <a:close/>
                  <a:moveTo>
                    <a:pt x="20003" y="17255"/>
                  </a:moveTo>
                  <a:lnTo>
                    <a:pt x="20054" y="17537"/>
                  </a:lnTo>
                  <a:lnTo>
                    <a:pt x="20153" y="17819"/>
                  </a:lnTo>
                  <a:lnTo>
                    <a:pt x="19704" y="18101"/>
                  </a:lnTo>
                  <a:lnTo>
                    <a:pt x="19605" y="17980"/>
                  </a:lnTo>
                  <a:lnTo>
                    <a:pt x="19455" y="17537"/>
                  </a:lnTo>
                  <a:lnTo>
                    <a:pt x="19555" y="17497"/>
                  </a:lnTo>
                  <a:lnTo>
                    <a:pt x="20003" y="17255"/>
                  </a:lnTo>
                  <a:close/>
                  <a:moveTo>
                    <a:pt x="19205" y="17658"/>
                  </a:moveTo>
                  <a:lnTo>
                    <a:pt x="19255" y="17980"/>
                  </a:lnTo>
                  <a:lnTo>
                    <a:pt x="19355" y="18302"/>
                  </a:lnTo>
                  <a:lnTo>
                    <a:pt x="18807" y="18502"/>
                  </a:lnTo>
                  <a:lnTo>
                    <a:pt x="18657" y="18342"/>
                  </a:lnTo>
                  <a:lnTo>
                    <a:pt x="18358" y="18020"/>
                  </a:lnTo>
                  <a:lnTo>
                    <a:pt x="19205" y="17658"/>
                  </a:lnTo>
                  <a:close/>
                  <a:moveTo>
                    <a:pt x="18257" y="18060"/>
                  </a:moveTo>
                  <a:lnTo>
                    <a:pt x="18358" y="18342"/>
                  </a:lnTo>
                  <a:lnTo>
                    <a:pt x="18407" y="18502"/>
                  </a:lnTo>
                  <a:lnTo>
                    <a:pt x="18457" y="18624"/>
                  </a:lnTo>
                  <a:lnTo>
                    <a:pt x="17808" y="18825"/>
                  </a:lnTo>
                  <a:lnTo>
                    <a:pt x="17659" y="18704"/>
                  </a:lnTo>
                  <a:lnTo>
                    <a:pt x="17509" y="18502"/>
                  </a:lnTo>
                  <a:lnTo>
                    <a:pt x="17459" y="18342"/>
                  </a:lnTo>
                  <a:lnTo>
                    <a:pt x="18257" y="18060"/>
                  </a:lnTo>
                  <a:close/>
                  <a:moveTo>
                    <a:pt x="17111" y="18463"/>
                  </a:moveTo>
                  <a:lnTo>
                    <a:pt x="17210" y="18745"/>
                  </a:lnTo>
                  <a:lnTo>
                    <a:pt x="17410" y="18945"/>
                  </a:lnTo>
                  <a:lnTo>
                    <a:pt x="16861" y="19146"/>
                  </a:lnTo>
                  <a:lnTo>
                    <a:pt x="16761" y="19066"/>
                  </a:lnTo>
                  <a:lnTo>
                    <a:pt x="16662" y="18945"/>
                  </a:lnTo>
                  <a:lnTo>
                    <a:pt x="16612" y="18825"/>
                  </a:lnTo>
                  <a:lnTo>
                    <a:pt x="16612" y="18663"/>
                  </a:lnTo>
                  <a:lnTo>
                    <a:pt x="17111" y="18463"/>
                  </a:lnTo>
                  <a:close/>
                  <a:moveTo>
                    <a:pt x="16361" y="18745"/>
                  </a:moveTo>
                  <a:lnTo>
                    <a:pt x="16313" y="18905"/>
                  </a:lnTo>
                  <a:lnTo>
                    <a:pt x="16361" y="19066"/>
                  </a:lnTo>
                  <a:lnTo>
                    <a:pt x="16462" y="19267"/>
                  </a:lnTo>
                  <a:lnTo>
                    <a:pt x="16062" y="19348"/>
                  </a:lnTo>
                  <a:lnTo>
                    <a:pt x="16013" y="19348"/>
                  </a:lnTo>
                  <a:lnTo>
                    <a:pt x="15963" y="19186"/>
                  </a:lnTo>
                  <a:lnTo>
                    <a:pt x="15864" y="18905"/>
                  </a:lnTo>
                  <a:lnTo>
                    <a:pt x="16361" y="18745"/>
                  </a:lnTo>
                  <a:close/>
                  <a:moveTo>
                    <a:pt x="15565" y="19025"/>
                  </a:moveTo>
                  <a:lnTo>
                    <a:pt x="15614" y="19307"/>
                  </a:lnTo>
                  <a:lnTo>
                    <a:pt x="15664" y="19509"/>
                  </a:lnTo>
                  <a:lnTo>
                    <a:pt x="15215" y="19629"/>
                  </a:lnTo>
                  <a:lnTo>
                    <a:pt x="15114" y="19669"/>
                  </a:lnTo>
                  <a:lnTo>
                    <a:pt x="15114" y="19428"/>
                  </a:lnTo>
                  <a:lnTo>
                    <a:pt x="14965" y="19307"/>
                  </a:lnTo>
                  <a:lnTo>
                    <a:pt x="14916" y="19227"/>
                  </a:lnTo>
                  <a:lnTo>
                    <a:pt x="15565" y="19025"/>
                  </a:lnTo>
                  <a:close/>
                  <a:moveTo>
                    <a:pt x="14467" y="19348"/>
                  </a:moveTo>
                  <a:lnTo>
                    <a:pt x="14617" y="19509"/>
                  </a:lnTo>
                  <a:lnTo>
                    <a:pt x="14766" y="19629"/>
                  </a:lnTo>
                  <a:lnTo>
                    <a:pt x="14866" y="19710"/>
                  </a:lnTo>
                  <a:lnTo>
                    <a:pt x="14916" y="19710"/>
                  </a:lnTo>
                  <a:lnTo>
                    <a:pt x="14217" y="19951"/>
                  </a:lnTo>
                  <a:lnTo>
                    <a:pt x="14167" y="19871"/>
                  </a:lnTo>
                  <a:lnTo>
                    <a:pt x="14067" y="19871"/>
                  </a:lnTo>
                  <a:lnTo>
                    <a:pt x="13918" y="19910"/>
                  </a:lnTo>
                  <a:lnTo>
                    <a:pt x="13818" y="19629"/>
                  </a:lnTo>
                  <a:lnTo>
                    <a:pt x="13768" y="19548"/>
                  </a:lnTo>
                  <a:lnTo>
                    <a:pt x="14467" y="19348"/>
                  </a:lnTo>
                  <a:close/>
                  <a:moveTo>
                    <a:pt x="13968" y="482"/>
                  </a:moveTo>
                  <a:lnTo>
                    <a:pt x="14217" y="523"/>
                  </a:lnTo>
                  <a:lnTo>
                    <a:pt x="14366" y="603"/>
                  </a:lnTo>
                  <a:lnTo>
                    <a:pt x="14516" y="684"/>
                  </a:lnTo>
                  <a:lnTo>
                    <a:pt x="14666" y="805"/>
                  </a:lnTo>
                  <a:lnTo>
                    <a:pt x="14916" y="1086"/>
                  </a:lnTo>
                  <a:lnTo>
                    <a:pt x="14965" y="1327"/>
                  </a:lnTo>
                  <a:lnTo>
                    <a:pt x="15015" y="1569"/>
                  </a:lnTo>
                  <a:lnTo>
                    <a:pt x="15414" y="2575"/>
                  </a:lnTo>
                  <a:lnTo>
                    <a:pt x="16163" y="4384"/>
                  </a:lnTo>
                  <a:lnTo>
                    <a:pt x="17760" y="8005"/>
                  </a:lnTo>
                  <a:lnTo>
                    <a:pt x="19355" y="11584"/>
                  </a:lnTo>
                  <a:lnTo>
                    <a:pt x="20203" y="13394"/>
                  </a:lnTo>
                  <a:lnTo>
                    <a:pt x="20652" y="14359"/>
                  </a:lnTo>
                  <a:lnTo>
                    <a:pt x="20951" y="14964"/>
                  </a:lnTo>
                  <a:lnTo>
                    <a:pt x="20852" y="15003"/>
                  </a:lnTo>
                  <a:lnTo>
                    <a:pt x="20802" y="15164"/>
                  </a:lnTo>
                  <a:lnTo>
                    <a:pt x="20802" y="15285"/>
                  </a:lnTo>
                  <a:lnTo>
                    <a:pt x="20751" y="15567"/>
                  </a:lnTo>
                  <a:lnTo>
                    <a:pt x="20702" y="15767"/>
                  </a:lnTo>
                  <a:lnTo>
                    <a:pt x="20652" y="15929"/>
                  </a:lnTo>
                  <a:lnTo>
                    <a:pt x="20403" y="16290"/>
                  </a:lnTo>
                  <a:lnTo>
                    <a:pt x="20054" y="16612"/>
                  </a:lnTo>
                  <a:lnTo>
                    <a:pt x="19654" y="16854"/>
                  </a:lnTo>
                  <a:lnTo>
                    <a:pt x="19205" y="17095"/>
                  </a:lnTo>
                  <a:lnTo>
                    <a:pt x="18756" y="17296"/>
                  </a:lnTo>
                  <a:lnTo>
                    <a:pt x="17760" y="17698"/>
                  </a:lnTo>
                  <a:lnTo>
                    <a:pt x="16761" y="18060"/>
                  </a:lnTo>
                  <a:lnTo>
                    <a:pt x="14766" y="18745"/>
                  </a:lnTo>
                  <a:lnTo>
                    <a:pt x="13618" y="19106"/>
                  </a:lnTo>
                  <a:lnTo>
                    <a:pt x="13568" y="19066"/>
                  </a:lnTo>
                  <a:lnTo>
                    <a:pt x="13519" y="19066"/>
                  </a:lnTo>
                  <a:lnTo>
                    <a:pt x="13469" y="19106"/>
                  </a:lnTo>
                  <a:lnTo>
                    <a:pt x="13469" y="19146"/>
                  </a:lnTo>
                  <a:lnTo>
                    <a:pt x="12022" y="19509"/>
                  </a:lnTo>
                  <a:lnTo>
                    <a:pt x="10575" y="19871"/>
                  </a:lnTo>
                  <a:lnTo>
                    <a:pt x="9477" y="20071"/>
                  </a:lnTo>
                  <a:lnTo>
                    <a:pt x="8380" y="20272"/>
                  </a:lnTo>
                  <a:lnTo>
                    <a:pt x="7882" y="20313"/>
                  </a:lnTo>
                  <a:lnTo>
                    <a:pt x="7632" y="20313"/>
                  </a:lnTo>
                  <a:lnTo>
                    <a:pt x="7383" y="20233"/>
                  </a:lnTo>
                  <a:lnTo>
                    <a:pt x="7183" y="20151"/>
                  </a:lnTo>
                  <a:lnTo>
                    <a:pt x="7034" y="19991"/>
                  </a:lnTo>
                  <a:lnTo>
                    <a:pt x="6884" y="19871"/>
                  </a:lnTo>
                  <a:lnTo>
                    <a:pt x="6734" y="19710"/>
                  </a:lnTo>
                  <a:lnTo>
                    <a:pt x="6634" y="19387"/>
                  </a:lnTo>
                  <a:lnTo>
                    <a:pt x="6484" y="19066"/>
                  </a:lnTo>
                  <a:lnTo>
                    <a:pt x="6086" y="18101"/>
                  </a:lnTo>
                  <a:lnTo>
                    <a:pt x="5338" y="16250"/>
                  </a:lnTo>
                  <a:lnTo>
                    <a:pt x="4590" y="14441"/>
                  </a:lnTo>
                  <a:lnTo>
                    <a:pt x="3741" y="12630"/>
                  </a:lnTo>
                  <a:lnTo>
                    <a:pt x="2943" y="10820"/>
                  </a:lnTo>
                  <a:lnTo>
                    <a:pt x="2045" y="9050"/>
                  </a:lnTo>
                  <a:lnTo>
                    <a:pt x="1148" y="7241"/>
                  </a:lnTo>
                  <a:lnTo>
                    <a:pt x="798" y="6636"/>
                  </a:lnTo>
                  <a:lnTo>
                    <a:pt x="649" y="6356"/>
                  </a:lnTo>
                  <a:lnTo>
                    <a:pt x="449" y="6074"/>
                  </a:lnTo>
                  <a:lnTo>
                    <a:pt x="499" y="6033"/>
                  </a:lnTo>
                  <a:lnTo>
                    <a:pt x="548" y="5953"/>
                  </a:lnTo>
                  <a:lnTo>
                    <a:pt x="499" y="5712"/>
                  </a:lnTo>
                  <a:lnTo>
                    <a:pt x="548" y="5510"/>
                  </a:lnTo>
                  <a:lnTo>
                    <a:pt x="548" y="5350"/>
                  </a:lnTo>
                  <a:lnTo>
                    <a:pt x="649" y="5148"/>
                  </a:lnTo>
                  <a:lnTo>
                    <a:pt x="847" y="4827"/>
                  </a:lnTo>
                  <a:lnTo>
                    <a:pt x="1148" y="4545"/>
                  </a:lnTo>
                  <a:lnTo>
                    <a:pt x="1496" y="4263"/>
                  </a:lnTo>
                  <a:lnTo>
                    <a:pt x="1896" y="4022"/>
                  </a:lnTo>
                  <a:lnTo>
                    <a:pt x="2345" y="3822"/>
                  </a:lnTo>
                  <a:lnTo>
                    <a:pt x="2743" y="3620"/>
                  </a:lnTo>
                  <a:lnTo>
                    <a:pt x="3792" y="3218"/>
                  </a:lnTo>
                  <a:lnTo>
                    <a:pt x="4889" y="2896"/>
                  </a:lnTo>
                  <a:lnTo>
                    <a:pt x="7084" y="2212"/>
                  </a:lnTo>
                  <a:lnTo>
                    <a:pt x="9229" y="1529"/>
                  </a:lnTo>
                  <a:lnTo>
                    <a:pt x="10276" y="1206"/>
                  </a:lnTo>
                  <a:lnTo>
                    <a:pt x="11373" y="885"/>
                  </a:lnTo>
                  <a:lnTo>
                    <a:pt x="12422" y="644"/>
                  </a:lnTo>
                  <a:lnTo>
                    <a:pt x="12970" y="564"/>
                  </a:lnTo>
                  <a:lnTo>
                    <a:pt x="13519" y="482"/>
                  </a:lnTo>
                  <a:close/>
                  <a:moveTo>
                    <a:pt x="13419" y="19669"/>
                  </a:moveTo>
                  <a:lnTo>
                    <a:pt x="13419" y="19710"/>
                  </a:lnTo>
                  <a:lnTo>
                    <a:pt x="13469" y="19910"/>
                  </a:lnTo>
                  <a:lnTo>
                    <a:pt x="13618" y="20112"/>
                  </a:lnTo>
                  <a:lnTo>
                    <a:pt x="13020" y="20313"/>
                  </a:lnTo>
                  <a:lnTo>
                    <a:pt x="13020" y="20272"/>
                  </a:lnTo>
                  <a:lnTo>
                    <a:pt x="12970" y="20112"/>
                  </a:lnTo>
                  <a:lnTo>
                    <a:pt x="12871" y="19991"/>
                  </a:lnTo>
                  <a:lnTo>
                    <a:pt x="12770" y="19830"/>
                  </a:lnTo>
                  <a:lnTo>
                    <a:pt x="13419" y="19669"/>
                  </a:lnTo>
                  <a:close/>
                  <a:moveTo>
                    <a:pt x="12371" y="19951"/>
                  </a:moveTo>
                  <a:lnTo>
                    <a:pt x="12471" y="20192"/>
                  </a:lnTo>
                  <a:lnTo>
                    <a:pt x="12571" y="20313"/>
                  </a:lnTo>
                  <a:lnTo>
                    <a:pt x="12671" y="20394"/>
                  </a:lnTo>
                  <a:lnTo>
                    <a:pt x="12022" y="20594"/>
                  </a:lnTo>
                  <a:lnTo>
                    <a:pt x="11923" y="20514"/>
                  </a:lnTo>
                  <a:lnTo>
                    <a:pt x="11822" y="20394"/>
                  </a:lnTo>
                  <a:lnTo>
                    <a:pt x="11723" y="20272"/>
                  </a:lnTo>
                  <a:lnTo>
                    <a:pt x="11672" y="20112"/>
                  </a:lnTo>
                  <a:lnTo>
                    <a:pt x="12371" y="19951"/>
                  </a:lnTo>
                  <a:close/>
                  <a:moveTo>
                    <a:pt x="11224" y="20192"/>
                  </a:moveTo>
                  <a:lnTo>
                    <a:pt x="11274" y="20353"/>
                  </a:lnTo>
                  <a:lnTo>
                    <a:pt x="11373" y="20554"/>
                  </a:lnTo>
                  <a:lnTo>
                    <a:pt x="11573" y="20756"/>
                  </a:lnTo>
                  <a:lnTo>
                    <a:pt x="11124" y="20876"/>
                  </a:lnTo>
                  <a:lnTo>
                    <a:pt x="11074" y="20795"/>
                  </a:lnTo>
                  <a:lnTo>
                    <a:pt x="11024" y="20756"/>
                  </a:lnTo>
                  <a:lnTo>
                    <a:pt x="10874" y="20675"/>
                  </a:lnTo>
                  <a:lnTo>
                    <a:pt x="10825" y="20635"/>
                  </a:lnTo>
                  <a:lnTo>
                    <a:pt x="10676" y="20433"/>
                  </a:lnTo>
                  <a:lnTo>
                    <a:pt x="10676" y="20353"/>
                  </a:lnTo>
                  <a:lnTo>
                    <a:pt x="11224" y="20192"/>
                  </a:lnTo>
                  <a:close/>
                  <a:moveTo>
                    <a:pt x="7133" y="20635"/>
                  </a:moveTo>
                  <a:lnTo>
                    <a:pt x="7383" y="20715"/>
                  </a:lnTo>
                  <a:lnTo>
                    <a:pt x="7682" y="20756"/>
                  </a:lnTo>
                  <a:lnTo>
                    <a:pt x="7982" y="20795"/>
                  </a:lnTo>
                  <a:lnTo>
                    <a:pt x="8081" y="21077"/>
                  </a:lnTo>
                  <a:lnTo>
                    <a:pt x="7832" y="20997"/>
                  </a:lnTo>
                  <a:lnTo>
                    <a:pt x="7582" y="20876"/>
                  </a:lnTo>
                  <a:lnTo>
                    <a:pt x="7333" y="20756"/>
                  </a:lnTo>
                  <a:lnTo>
                    <a:pt x="7133" y="20635"/>
                  </a:lnTo>
                  <a:close/>
                  <a:moveTo>
                    <a:pt x="10276" y="20433"/>
                  </a:moveTo>
                  <a:lnTo>
                    <a:pt x="10276" y="20594"/>
                  </a:lnTo>
                  <a:lnTo>
                    <a:pt x="10376" y="20756"/>
                  </a:lnTo>
                  <a:lnTo>
                    <a:pt x="10476" y="20876"/>
                  </a:lnTo>
                  <a:lnTo>
                    <a:pt x="10575" y="20997"/>
                  </a:lnTo>
                  <a:lnTo>
                    <a:pt x="10476" y="21036"/>
                  </a:lnTo>
                  <a:lnTo>
                    <a:pt x="9827" y="21157"/>
                  </a:lnTo>
                  <a:lnTo>
                    <a:pt x="9728" y="21036"/>
                  </a:lnTo>
                  <a:lnTo>
                    <a:pt x="9627" y="20916"/>
                  </a:lnTo>
                  <a:lnTo>
                    <a:pt x="9477" y="20756"/>
                  </a:lnTo>
                  <a:lnTo>
                    <a:pt x="9378" y="20594"/>
                  </a:lnTo>
                  <a:lnTo>
                    <a:pt x="9677" y="20514"/>
                  </a:lnTo>
                  <a:lnTo>
                    <a:pt x="10276" y="20433"/>
                  </a:lnTo>
                  <a:close/>
                  <a:moveTo>
                    <a:pt x="8980" y="20675"/>
                  </a:moveTo>
                  <a:lnTo>
                    <a:pt x="9079" y="20956"/>
                  </a:lnTo>
                  <a:lnTo>
                    <a:pt x="9178" y="21077"/>
                  </a:lnTo>
                  <a:lnTo>
                    <a:pt x="9279" y="21198"/>
                  </a:lnTo>
                  <a:lnTo>
                    <a:pt x="8829" y="21198"/>
                  </a:lnTo>
                  <a:lnTo>
                    <a:pt x="8829" y="21077"/>
                  </a:lnTo>
                  <a:lnTo>
                    <a:pt x="8729" y="21036"/>
                  </a:lnTo>
                  <a:lnTo>
                    <a:pt x="8679" y="21036"/>
                  </a:lnTo>
                  <a:lnTo>
                    <a:pt x="8580" y="21077"/>
                  </a:lnTo>
                  <a:lnTo>
                    <a:pt x="8530" y="21077"/>
                  </a:lnTo>
                  <a:lnTo>
                    <a:pt x="8430" y="21036"/>
                  </a:lnTo>
                  <a:lnTo>
                    <a:pt x="8380" y="20916"/>
                  </a:lnTo>
                  <a:lnTo>
                    <a:pt x="8331" y="20756"/>
                  </a:lnTo>
                  <a:lnTo>
                    <a:pt x="8980" y="20675"/>
                  </a:lnTo>
                  <a:close/>
                  <a:moveTo>
                    <a:pt x="13768" y="0"/>
                  </a:moveTo>
                  <a:lnTo>
                    <a:pt x="13219" y="41"/>
                  </a:lnTo>
                  <a:lnTo>
                    <a:pt x="12671" y="121"/>
                  </a:lnTo>
                  <a:lnTo>
                    <a:pt x="11972" y="241"/>
                  </a:lnTo>
                  <a:lnTo>
                    <a:pt x="11274" y="442"/>
                  </a:lnTo>
                  <a:lnTo>
                    <a:pt x="9926" y="805"/>
                  </a:lnTo>
                  <a:lnTo>
                    <a:pt x="7234" y="1649"/>
                  </a:lnTo>
                  <a:lnTo>
                    <a:pt x="4590" y="2494"/>
                  </a:lnTo>
                  <a:lnTo>
                    <a:pt x="3292" y="2937"/>
                  </a:lnTo>
                  <a:lnTo>
                    <a:pt x="2644" y="3178"/>
                  </a:lnTo>
                  <a:lnTo>
                    <a:pt x="2045" y="3419"/>
                  </a:lnTo>
                  <a:lnTo>
                    <a:pt x="1696" y="3620"/>
                  </a:lnTo>
                  <a:lnTo>
                    <a:pt x="1297" y="3822"/>
                  </a:lnTo>
                  <a:lnTo>
                    <a:pt x="948" y="4103"/>
                  </a:lnTo>
                  <a:lnTo>
                    <a:pt x="598" y="4384"/>
                  </a:lnTo>
                  <a:lnTo>
                    <a:pt x="299" y="4706"/>
                  </a:lnTo>
                  <a:lnTo>
                    <a:pt x="99" y="5068"/>
                  </a:lnTo>
                  <a:lnTo>
                    <a:pt x="50" y="5229"/>
                  </a:lnTo>
                  <a:lnTo>
                    <a:pt x="50" y="5591"/>
                  </a:lnTo>
                  <a:lnTo>
                    <a:pt x="99" y="5751"/>
                  </a:lnTo>
                  <a:lnTo>
                    <a:pt x="0" y="5792"/>
                  </a:lnTo>
                  <a:lnTo>
                    <a:pt x="0" y="5833"/>
                  </a:lnTo>
                  <a:lnTo>
                    <a:pt x="50" y="6275"/>
                  </a:lnTo>
                  <a:lnTo>
                    <a:pt x="200" y="6636"/>
                  </a:lnTo>
                  <a:lnTo>
                    <a:pt x="598" y="7441"/>
                  </a:lnTo>
                  <a:lnTo>
                    <a:pt x="1447" y="9211"/>
                  </a:lnTo>
                  <a:lnTo>
                    <a:pt x="3192" y="12791"/>
                  </a:lnTo>
                  <a:lnTo>
                    <a:pt x="3990" y="14601"/>
                  </a:lnTo>
                  <a:lnTo>
                    <a:pt x="4788" y="16452"/>
                  </a:lnTo>
                  <a:lnTo>
                    <a:pt x="5536" y="18261"/>
                  </a:lnTo>
                  <a:lnTo>
                    <a:pt x="5837" y="19106"/>
                  </a:lnTo>
                  <a:lnTo>
                    <a:pt x="6035" y="19548"/>
                  </a:lnTo>
                  <a:lnTo>
                    <a:pt x="6136" y="19790"/>
                  </a:lnTo>
                  <a:lnTo>
                    <a:pt x="6286" y="19991"/>
                  </a:lnTo>
                  <a:lnTo>
                    <a:pt x="6335" y="20233"/>
                  </a:lnTo>
                  <a:lnTo>
                    <a:pt x="6435" y="20433"/>
                  </a:lnTo>
                  <a:lnTo>
                    <a:pt x="6535" y="20594"/>
                  </a:lnTo>
                  <a:lnTo>
                    <a:pt x="6684" y="20756"/>
                  </a:lnTo>
                  <a:lnTo>
                    <a:pt x="6834" y="20916"/>
                  </a:lnTo>
                  <a:lnTo>
                    <a:pt x="7034" y="21077"/>
                  </a:lnTo>
                  <a:lnTo>
                    <a:pt x="7482" y="21278"/>
                  </a:lnTo>
                  <a:lnTo>
                    <a:pt x="7931" y="21439"/>
                  </a:lnTo>
                  <a:lnTo>
                    <a:pt x="8481" y="21559"/>
                  </a:lnTo>
                  <a:lnTo>
                    <a:pt x="8980" y="21600"/>
                  </a:lnTo>
                  <a:lnTo>
                    <a:pt x="9528" y="21600"/>
                  </a:lnTo>
                  <a:lnTo>
                    <a:pt x="10176" y="21520"/>
                  </a:lnTo>
                  <a:lnTo>
                    <a:pt x="10775" y="21399"/>
                  </a:lnTo>
                  <a:lnTo>
                    <a:pt x="12022" y="21036"/>
                  </a:lnTo>
                  <a:lnTo>
                    <a:pt x="15065" y="20112"/>
                  </a:lnTo>
                  <a:lnTo>
                    <a:pt x="17958" y="19267"/>
                  </a:lnTo>
                  <a:lnTo>
                    <a:pt x="18807" y="18986"/>
                  </a:lnTo>
                  <a:lnTo>
                    <a:pt x="19605" y="18663"/>
                  </a:lnTo>
                  <a:lnTo>
                    <a:pt x="19755" y="18663"/>
                  </a:lnTo>
                  <a:lnTo>
                    <a:pt x="19954" y="18583"/>
                  </a:lnTo>
                  <a:lnTo>
                    <a:pt x="20003" y="18502"/>
                  </a:lnTo>
                  <a:lnTo>
                    <a:pt x="20003" y="18463"/>
                  </a:lnTo>
                  <a:lnTo>
                    <a:pt x="20254" y="18302"/>
                  </a:lnTo>
                  <a:lnTo>
                    <a:pt x="20652" y="18020"/>
                  </a:lnTo>
                  <a:lnTo>
                    <a:pt x="20951" y="17658"/>
                  </a:lnTo>
                  <a:lnTo>
                    <a:pt x="21151" y="17296"/>
                  </a:lnTo>
                  <a:lnTo>
                    <a:pt x="21351" y="16894"/>
                  </a:lnTo>
                  <a:lnTo>
                    <a:pt x="21450" y="16491"/>
                  </a:lnTo>
                  <a:lnTo>
                    <a:pt x="21501" y="16049"/>
                  </a:lnTo>
                  <a:lnTo>
                    <a:pt x="21550" y="15205"/>
                  </a:lnTo>
                  <a:lnTo>
                    <a:pt x="21600" y="15164"/>
                  </a:lnTo>
                  <a:lnTo>
                    <a:pt x="21600" y="15084"/>
                  </a:lnTo>
                  <a:lnTo>
                    <a:pt x="21550" y="14882"/>
                  </a:lnTo>
                  <a:lnTo>
                    <a:pt x="21501" y="14682"/>
                  </a:lnTo>
                  <a:lnTo>
                    <a:pt x="21301" y="14320"/>
                  </a:lnTo>
                  <a:lnTo>
                    <a:pt x="20852" y="13354"/>
                  </a:lnTo>
                  <a:lnTo>
                    <a:pt x="20003" y="11584"/>
                  </a:lnTo>
                  <a:lnTo>
                    <a:pt x="18358" y="7964"/>
                  </a:lnTo>
                  <a:lnTo>
                    <a:pt x="16761" y="4345"/>
                  </a:lnTo>
                  <a:lnTo>
                    <a:pt x="16013" y="2534"/>
                  </a:lnTo>
                  <a:lnTo>
                    <a:pt x="15565" y="1569"/>
                  </a:lnTo>
                  <a:lnTo>
                    <a:pt x="15464" y="1287"/>
                  </a:lnTo>
                  <a:lnTo>
                    <a:pt x="15514" y="1126"/>
                  </a:lnTo>
                  <a:lnTo>
                    <a:pt x="15514" y="1006"/>
                  </a:lnTo>
                  <a:lnTo>
                    <a:pt x="15464" y="844"/>
                  </a:lnTo>
                  <a:lnTo>
                    <a:pt x="15365" y="684"/>
                  </a:lnTo>
                  <a:lnTo>
                    <a:pt x="15165" y="442"/>
                  </a:lnTo>
                  <a:lnTo>
                    <a:pt x="14815" y="241"/>
                  </a:lnTo>
                  <a:lnTo>
                    <a:pt x="14566" y="121"/>
                  </a:lnTo>
                  <a:lnTo>
                    <a:pt x="14316" y="41"/>
                  </a:lnTo>
                  <a:lnTo>
                    <a:pt x="14067"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A4C2F4"/>
                  </a:solidFill>
                </a:defRPr>
              </a:pPr>
            </a:p>
          </p:txBody>
        </p:sp>
        <p:sp>
          <p:nvSpPr>
            <p:cNvPr id="768" name="Google Shape;295;p5"/>
            <p:cNvSpPr/>
            <p:nvPr/>
          </p:nvSpPr>
          <p:spPr>
            <a:xfrm>
              <a:off x="1279615" y="2693805"/>
              <a:ext cx="516674" cy="58822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552" y="0"/>
                  </a:moveTo>
                  <a:lnTo>
                    <a:pt x="14451" y="44"/>
                  </a:lnTo>
                  <a:lnTo>
                    <a:pt x="14247" y="267"/>
                  </a:lnTo>
                  <a:lnTo>
                    <a:pt x="14095" y="534"/>
                  </a:lnTo>
                  <a:lnTo>
                    <a:pt x="13842" y="1068"/>
                  </a:lnTo>
                  <a:lnTo>
                    <a:pt x="13588" y="1781"/>
                  </a:lnTo>
                  <a:lnTo>
                    <a:pt x="13386" y="2538"/>
                  </a:lnTo>
                  <a:lnTo>
                    <a:pt x="13386" y="2671"/>
                  </a:lnTo>
                  <a:lnTo>
                    <a:pt x="13436" y="2805"/>
                  </a:lnTo>
                  <a:lnTo>
                    <a:pt x="13538" y="2850"/>
                  </a:lnTo>
                  <a:lnTo>
                    <a:pt x="13639" y="2895"/>
                  </a:lnTo>
                  <a:lnTo>
                    <a:pt x="13740" y="2938"/>
                  </a:lnTo>
                  <a:lnTo>
                    <a:pt x="13892" y="2895"/>
                  </a:lnTo>
                  <a:lnTo>
                    <a:pt x="13995" y="2805"/>
                  </a:lnTo>
                  <a:lnTo>
                    <a:pt x="14095" y="2716"/>
                  </a:lnTo>
                  <a:lnTo>
                    <a:pt x="14147" y="2494"/>
                  </a:lnTo>
                  <a:lnTo>
                    <a:pt x="14147" y="2404"/>
                  </a:lnTo>
                  <a:lnTo>
                    <a:pt x="14451" y="1381"/>
                  </a:lnTo>
                  <a:lnTo>
                    <a:pt x="14704" y="756"/>
                  </a:lnTo>
                  <a:lnTo>
                    <a:pt x="14755" y="444"/>
                  </a:lnTo>
                  <a:lnTo>
                    <a:pt x="14806" y="134"/>
                  </a:lnTo>
                  <a:lnTo>
                    <a:pt x="14755" y="44"/>
                  </a:lnTo>
                  <a:lnTo>
                    <a:pt x="14654" y="0"/>
                  </a:lnTo>
                  <a:close/>
                  <a:moveTo>
                    <a:pt x="4918" y="1247"/>
                  </a:moveTo>
                  <a:lnTo>
                    <a:pt x="4867" y="1291"/>
                  </a:lnTo>
                  <a:lnTo>
                    <a:pt x="4816" y="1336"/>
                  </a:lnTo>
                  <a:lnTo>
                    <a:pt x="4816" y="1381"/>
                  </a:lnTo>
                  <a:lnTo>
                    <a:pt x="4918" y="1603"/>
                  </a:lnTo>
                  <a:lnTo>
                    <a:pt x="5070" y="1781"/>
                  </a:lnTo>
                  <a:lnTo>
                    <a:pt x="5374" y="2137"/>
                  </a:lnTo>
                  <a:lnTo>
                    <a:pt x="5679" y="2494"/>
                  </a:lnTo>
                  <a:lnTo>
                    <a:pt x="6034" y="2850"/>
                  </a:lnTo>
                  <a:lnTo>
                    <a:pt x="6186" y="3162"/>
                  </a:lnTo>
                  <a:lnTo>
                    <a:pt x="6338" y="3474"/>
                  </a:lnTo>
                  <a:lnTo>
                    <a:pt x="6490" y="3607"/>
                  </a:lnTo>
                  <a:lnTo>
                    <a:pt x="6591" y="3696"/>
                  </a:lnTo>
                  <a:lnTo>
                    <a:pt x="6794" y="3741"/>
                  </a:lnTo>
                  <a:lnTo>
                    <a:pt x="6997" y="3741"/>
                  </a:lnTo>
                  <a:lnTo>
                    <a:pt x="7098" y="3696"/>
                  </a:lnTo>
                  <a:lnTo>
                    <a:pt x="7199" y="3651"/>
                  </a:lnTo>
                  <a:lnTo>
                    <a:pt x="7250" y="3562"/>
                  </a:lnTo>
                  <a:lnTo>
                    <a:pt x="7250" y="3474"/>
                  </a:lnTo>
                  <a:lnTo>
                    <a:pt x="7199" y="3295"/>
                  </a:lnTo>
                  <a:lnTo>
                    <a:pt x="7149" y="3207"/>
                  </a:lnTo>
                  <a:lnTo>
                    <a:pt x="7047" y="3162"/>
                  </a:lnTo>
                  <a:lnTo>
                    <a:pt x="6895" y="3162"/>
                  </a:lnTo>
                  <a:lnTo>
                    <a:pt x="6895" y="3028"/>
                  </a:lnTo>
                  <a:lnTo>
                    <a:pt x="6845" y="2895"/>
                  </a:lnTo>
                  <a:lnTo>
                    <a:pt x="6642" y="2583"/>
                  </a:lnTo>
                  <a:lnTo>
                    <a:pt x="6389" y="2270"/>
                  </a:lnTo>
                  <a:lnTo>
                    <a:pt x="6084" y="1960"/>
                  </a:lnTo>
                  <a:lnTo>
                    <a:pt x="5730" y="1691"/>
                  </a:lnTo>
                  <a:lnTo>
                    <a:pt x="5374" y="1424"/>
                  </a:lnTo>
                  <a:lnTo>
                    <a:pt x="4968" y="1247"/>
                  </a:lnTo>
                  <a:close/>
                  <a:moveTo>
                    <a:pt x="21195" y="4854"/>
                  </a:moveTo>
                  <a:lnTo>
                    <a:pt x="21093" y="4898"/>
                  </a:lnTo>
                  <a:lnTo>
                    <a:pt x="20992" y="4988"/>
                  </a:lnTo>
                  <a:lnTo>
                    <a:pt x="20840" y="5076"/>
                  </a:lnTo>
                  <a:lnTo>
                    <a:pt x="20688" y="5166"/>
                  </a:lnTo>
                  <a:lnTo>
                    <a:pt x="20484" y="5255"/>
                  </a:lnTo>
                  <a:lnTo>
                    <a:pt x="20281" y="5255"/>
                  </a:lnTo>
                  <a:lnTo>
                    <a:pt x="20079" y="5344"/>
                  </a:lnTo>
                  <a:lnTo>
                    <a:pt x="20028" y="5388"/>
                  </a:lnTo>
                  <a:lnTo>
                    <a:pt x="19977" y="5522"/>
                  </a:lnTo>
                  <a:lnTo>
                    <a:pt x="19927" y="5567"/>
                  </a:lnTo>
                  <a:lnTo>
                    <a:pt x="19876" y="5611"/>
                  </a:lnTo>
                  <a:lnTo>
                    <a:pt x="19673" y="5744"/>
                  </a:lnTo>
                  <a:lnTo>
                    <a:pt x="19268" y="5878"/>
                  </a:lnTo>
                  <a:lnTo>
                    <a:pt x="18964" y="6056"/>
                  </a:lnTo>
                  <a:lnTo>
                    <a:pt x="18710" y="6280"/>
                  </a:lnTo>
                  <a:lnTo>
                    <a:pt x="18658" y="6368"/>
                  </a:lnTo>
                  <a:lnTo>
                    <a:pt x="18658" y="6457"/>
                  </a:lnTo>
                  <a:lnTo>
                    <a:pt x="18761" y="6502"/>
                  </a:lnTo>
                  <a:lnTo>
                    <a:pt x="19116" y="6502"/>
                  </a:lnTo>
                  <a:lnTo>
                    <a:pt x="19369" y="6457"/>
                  </a:lnTo>
                  <a:lnTo>
                    <a:pt x="19876" y="6280"/>
                  </a:lnTo>
                  <a:lnTo>
                    <a:pt x="20281" y="6101"/>
                  </a:lnTo>
                  <a:lnTo>
                    <a:pt x="20433" y="6013"/>
                  </a:lnTo>
                  <a:lnTo>
                    <a:pt x="20536" y="5834"/>
                  </a:lnTo>
                  <a:lnTo>
                    <a:pt x="20840" y="5789"/>
                  </a:lnTo>
                  <a:lnTo>
                    <a:pt x="21093" y="5656"/>
                  </a:lnTo>
                  <a:lnTo>
                    <a:pt x="21245" y="5701"/>
                  </a:lnTo>
                  <a:lnTo>
                    <a:pt x="21347" y="5701"/>
                  </a:lnTo>
                  <a:lnTo>
                    <a:pt x="21499" y="5611"/>
                  </a:lnTo>
                  <a:lnTo>
                    <a:pt x="21600" y="5522"/>
                  </a:lnTo>
                  <a:lnTo>
                    <a:pt x="21600" y="5433"/>
                  </a:lnTo>
                  <a:lnTo>
                    <a:pt x="21549" y="5300"/>
                  </a:lnTo>
                  <a:lnTo>
                    <a:pt x="21600" y="5255"/>
                  </a:lnTo>
                  <a:lnTo>
                    <a:pt x="21600" y="5166"/>
                  </a:lnTo>
                  <a:lnTo>
                    <a:pt x="21549" y="5076"/>
                  </a:lnTo>
                  <a:lnTo>
                    <a:pt x="21499" y="4988"/>
                  </a:lnTo>
                  <a:lnTo>
                    <a:pt x="21397" y="4898"/>
                  </a:lnTo>
                  <a:lnTo>
                    <a:pt x="21296" y="4898"/>
                  </a:lnTo>
                  <a:lnTo>
                    <a:pt x="21195" y="4854"/>
                  </a:lnTo>
                  <a:close/>
                  <a:moveTo>
                    <a:pt x="3092" y="9041"/>
                  </a:moveTo>
                  <a:lnTo>
                    <a:pt x="2940" y="9086"/>
                  </a:lnTo>
                  <a:lnTo>
                    <a:pt x="1469" y="9664"/>
                  </a:lnTo>
                  <a:lnTo>
                    <a:pt x="658" y="9976"/>
                  </a:lnTo>
                  <a:lnTo>
                    <a:pt x="354" y="10154"/>
                  </a:lnTo>
                  <a:lnTo>
                    <a:pt x="202" y="10288"/>
                  </a:lnTo>
                  <a:lnTo>
                    <a:pt x="152" y="10243"/>
                  </a:lnTo>
                  <a:lnTo>
                    <a:pt x="101" y="10243"/>
                  </a:lnTo>
                  <a:lnTo>
                    <a:pt x="0" y="10333"/>
                  </a:lnTo>
                  <a:lnTo>
                    <a:pt x="0" y="10421"/>
                  </a:lnTo>
                  <a:lnTo>
                    <a:pt x="50" y="10466"/>
                  </a:lnTo>
                  <a:lnTo>
                    <a:pt x="152" y="10555"/>
                  </a:lnTo>
                  <a:lnTo>
                    <a:pt x="304" y="10600"/>
                  </a:lnTo>
                  <a:lnTo>
                    <a:pt x="506" y="10555"/>
                  </a:lnTo>
                  <a:lnTo>
                    <a:pt x="709" y="10510"/>
                  </a:lnTo>
                  <a:lnTo>
                    <a:pt x="1116" y="10376"/>
                  </a:lnTo>
                  <a:lnTo>
                    <a:pt x="1420" y="10288"/>
                  </a:lnTo>
                  <a:lnTo>
                    <a:pt x="3295" y="9575"/>
                  </a:lnTo>
                  <a:lnTo>
                    <a:pt x="3396" y="9530"/>
                  </a:lnTo>
                  <a:lnTo>
                    <a:pt x="3499" y="9441"/>
                  </a:lnTo>
                  <a:lnTo>
                    <a:pt x="3499" y="9308"/>
                  </a:lnTo>
                  <a:lnTo>
                    <a:pt x="3447" y="9219"/>
                  </a:lnTo>
                  <a:lnTo>
                    <a:pt x="3347" y="9129"/>
                  </a:lnTo>
                  <a:lnTo>
                    <a:pt x="3244" y="9086"/>
                  </a:lnTo>
                  <a:lnTo>
                    <a:pt x="3092" y="9041"/>
                  </a:lnTo>
                  <a:close/>
                  <a:moveTo>
                    <a:pt x="9228" y="9486"/>
                  </a:moveTo>
                  <a:lnTo>
                    <a:pt x="9126" y="9575"/>
                  </a:lnTo>
                  <a:lnTo>
                    <a:pt x="9126" y="9797"/>
                  </a:lnTo>
                  <a:lnTo>
                    <a:pt x="9582" y="10288"/>
                  </a:lnTo>
                  <a:lnTo>
                    <a:pt x="9736" y="10555"/>
                  </a:lnTo>
                  <a:lnTo>
                    <a:pt x="9888" y="10822"/>
                  </a:lnTo>
                  <a:lnTo>
                    <a:pt x="9989" y="10867"/>
                  </a:lnTo>
                  <a:lnTo>
                    <a:pt x="10040" y="10910"/>
                  </a:lnTo>
                  <a:lnTo>
                    <a:pt x="10242" y="10910"/>
                  </a:lnTo>
                  <a:lnTo>
                    <a:pt x="10496" y="10777"/>
                  </a:lnTo>
                  <a:lnTo>
                    <a:pt x="10749" y="10643"/>
                  </a:lnTo>
                  <a:lnTo>
                    <a:pt x="10952" y="10466"/>
                  </a:lnTo>
                  <a:lnTo>
                    <a:pt x="10952" y="10510"/>
                  </a:lnTo>
                  <a:lnTo>
                    <a:pt x="11053" y="10643"/>
                  </a:lnTo>
                  <a:lnTo>
                    <a:pt x="11155" y="10777"/>
                  </a:lnTo>
                  <a:lnTo>
                    <a:pt x="11307" y="10867"/>
                  </a:lnTo>
                  <a:lnTo>
                    <a:pt x="11509" y="10955"/>
                  </a:lnTo>
                  <a:lnTo>
                    <a:pt x="11864" y="11000"/>
                  </a:lnTo>
                  <a:lnTo>
                    <a:pt x="12119" y="11000"/>
                  </a:lnTo>
                  <a:lnTo>
                    <a:pt x="12372" y="10910"/>
                  </a:lnTo>
                  <a:lnTo>
                    <a:pt x="12828" y="10733"/>
                  </a:lnTo>
                  <a:lnTo>
                    <a:pt x="13284" y="10510"/>
                  </a:lnTo>
                  <a:lnTo>
                    <a:pt x="13436" y="10376"/>
                  </a:lnTo>
                  <a:lnTo>
                    <a:pt x="13487" y="10288"/>
                  </a:lnTo>
                  <a:lnTo>
                    <a:pt x="13487" y="10154"/>
                  </a:lnTo>
                  <a:lnTo>
                    <a:pt x="13386" y="10021"/>
                  </a:lnTo>
                  <a:lnTo>
                    <a:pt x="13335" y="9976"/>
                  </a:lnTo>
                  <a:lnTo>
                    <a:pt x="13081" y="9976"/>
                  </a:lnTo>
                  <a:lnTo>
                    <a:pt x="13031" y="10065"/>
                  </a:lnTo>
                  <a:lnTo>
                    <a:pt x="12777" y="10243"/>
                  </a:lnTo>
                  <a:lnTo>
                    <a:pt x="12423" y="10376"/>
                  </a:lnTo>
                  <a:lnTo>
                    <a:pt x="12119" y="10466"/>
                  </a:lnTo>
                  <a:lnTo>
                    <a:pt x="11864" y="10510"/>
                  </a:lnTo>
                  <a:lnTo>
                    <a:pt x="11712" y="10510"/>
                  </a:lnTo>
                  <a:lnTo>
                    <a:pt x="11611" y="10466"/>
                  </a:lnTo>
                  <a:lnTo>
                    <a:pt x="11560" y="10421"/>
                  </a:lnTo>
                  <a:lnTo>
                    <a:pt x="11509" y="10376"/>
                  </a:lnTo>
                  <a:lnTo>
                    <a:pt x="11408" y="10021"/>
                  </a:lnTo>
                  <a:lnTo>
                    <a:pt x="11307" y="9887"/>
                  </a:lnTo>
                  <a:lnTo>
                    <a:pt x="11155" y="9842"/>
                  </a:lnTo>
                  <a:lnTo>
                    <a:pt x="11003" y="9842"/>
                  </a:lnTo>
                  <a:lnTo>
                    <a:pt x="10901" y="9887"/>
                  </a:lnTo>
                  <a:lnTo>
                    <a:pt x="10698" y="10021"/>
                  </a:lnTo>
                  <a:lnTo>
                    <a:pt x="10546" y="10199"/>
                  </a:lnTo>
                  <a:lnTo>
                    <a:pt x="10242" y="10376"/>
                  </a:lnTo>
                  <a:lnTo>
                    <a:pt x="10040" y="10154"/>
                  </a:lnTo>
                  <a:lnTo>
                    <a:pt x="9837" y="9931"/>
                  </a:lnTo>
                  <a:lnTo>
                    <a:pt x="9633" y="9708"/>
                  </a:lnTo>
                  <a:lnTo>
                    <a:pt x="9380" y="9530"/>
                  </a:lnTo>
                  <a:lnTo>
                    <a:pt x="9278" y="9486"/>
                  </a:lnTo>
                  <a:close/>
                  <a:moveTo>
                    <a:pt x="17797" y="13361"/>
                  </a:moveTo>
                  <a:lnTo>
                    <a:pt x="17696" y="13406"/>
                  </a:lnTo>
                  <a:lnTo>
                    <a:pt x="17645" y="13449"/>
                  </a:lnTo>
                  <a:lnTo>
                    <a:pt x="17645" y="13539"/>
                  </a:lnTo>
                  <a:lnTo>
                    <a:pt x="17594" y="13628"/>
                  </a:lnTo>
                  <a:lnTo>
                    <a:pt x="17645" y="13716"/>
                  </a:lnTo>
                  <a:lnTo>
                    <a:pt x="17949" y="14207"/>
                  </a:lnTo>
                  <a:lnTo>
                    <a:pt x="18354" y="14653"/>
                  </a:lnTo>
                  <a:lnTo>
                    <a:pt x="18658" y="15053"/>
                  </a:lnTo>
                  <a:lnTo>
                    <a:pt x="18862" y="15187"/>
                  </a:lnTo>
                  <a:lnTo>
                    <a:pt x="19116" y="15320"/>
                  </a:lnTo>
                  <a:lnTo>
                    <a:pt x="19318" y="15320"/>
                  </a:lnTo>
                  <a:lnTo>
                    <a:pt x="19369" y="15275"/>
                  </a:lnTo>
                  <a:lnTo>
                    <a:pt x="19470" y="15232"/>
                  </a:lnTo>
                  <a:lnTo>
                    <a:pt x="19572" y="15098"/>
                  </a:lnTo>
                  <a:lnTo>
                    <a:pt x="19572" y="14875"/>
                  </a:lnTo>
                  <a:lnTo>
                    <a:pt x="19521" y="14741"/>
                  </a:lnTo>
                  <a:lnTo>
                    <a:pt x="19470" y="14653"/>
                  </a:lnTo>
                  <a:lnTo>
                    <a:pt x="19420" y="14608"/>
                  </a:lnTo>
                  <a:lnTo>
                    <a:pt x="19217" y="14608"/>
                  </a:lnTo>
                  <a:lnTo>
                    <a:pt x="19116" y="14429"/>
                  </a:lnTo>
                  <a:lnTo>
                    <a:pt x="18761" y="14073"/>
                  </a:lnTo>
                  <a:lnTo>
                    <a:pt x="18405" y="13716"/>
                  </a:lnTo>
                  <a:lnTo>
                    <a:pt x="18050" y="13406"/>
                  </a:lnTo>
                  <a:lnTo>
                    <a:pt x="18000" y="13361"/>
                  </a:lnTo>
                  <a:close/>
                  <a:moveTo>
                    <a:pt x="11307" y="3874"/>
                  </a:moveTo>
                  <a:lnTo>
                    <a:pt x="11763" y="3918"/>
                  </a:lnTo>
                  <a:lnTo>
                    <a:pt x="12271" y="3963"/>
                  </a:lnTo>
                  <a:lnTo>
                    <a:pt x="12727" y="4053"/>
                  </a:lnTo>
                  <a:lnTo>
                    <a:pt x="13183" y="4142"/>
                  </a:lnTo>
                  <a:lnTo>
                    <a:pt x="13639" y="4275"/>
                  </a:lnTo>
                  <a:lnTo>
                    <a:pt x="14095" y="4454"/>
                  </a:lnTo>
                  <a:lnTo>
                    <a:pt x="14552" y="4676"/>
                  </a:lnTo>
                  <a:lnTo>
                    <a:pt x="14958" y="4898"/>
                  </a:lnTo>
                  <a:lnTo>
                    <a:pt x="15312" y="5166"/>
                  </a:lnTo>
                  <a:lnTo>
                    <a:pt x="15667" y="5433"/>
                  </a:lnTo>
                  <a:lnTo>
                    <a:pt x="16022" y="5744"/>
                  </a:lnTo>
                  <a:lnTo>
                    <a:pt x="16326" y="6056"/>
                  </a:lnTo>
                  <a:lnTo>
                    <a:pt x="16581" y="6457"/>
                  </a:lnTo>
                  <a:lnTo>
                    <a:pt x="16783" y="6769"/>
                  </a:lnTo>
                  <a:lnTo>
                    <a:pt x="16935" y="7126"/>
                  </a:lnTo>
                  <a:lnTo>
                    <a:pt x="17087" y="7527"/>
                  </a:lnTo>
                  <a:lnTo>
                    <a:pt x="17189" y="7927"/>
                  </a:lnTo>
                  <a:lnTo>
                    <a:pt x="17290" y="8283"/>
                  </a:lnTo>
                  <a:lnTo>
                    <a:pt x="17290" y="9086"/>
                  </a:lnTo>
                  <a:lnTo>
                    <a:pt x="17239" y="9486"/>
                  </a:lnTo>
                  <a:lnTo>
                    <a:pt x="17138" y="9887"/>
                  </a:lnTo>
                  <a:lnTo>
                    <a:pt x="16986" y="10333"/>
                  </a:lnTo>
                  <a:lnTo>
                    <a:pt x="16783" y="10688"/>
                  </a:lnTo>
                  <a:lnTo>
                    <a:pt x="16581" y="11089"/>
                  </a:lnTo>
                  <a:lnTo>
                    <a:pt x="16326" y="11446"/>
                  </a:lnTo>
                  <a:lnTo>
                    <a:pt x="16022" y="11802"/>
                  </a:lnTo>
                  <a:lnTo>
                    <a:pt x="15363" y="12469"/>
                  </a:lnTo>
                  <a:lnTo>
                    <a:pt x="14299" y="13494"/>
                  </a:lnTo>
                  <a:lnTo>
                    <a:pt x="13740" y="14028"/>
                  </a:lnTo>
                  <a:lnTo>
                    <a:pt x="13234" y="14608"/>
                  </a:lnTo>
                  <a:lnTo>
                    <a:pt x="12828" y="15187"/>
                  </a:lnTo>
                  <a:lnTo>
                    <a:pt x="12423" y="15810"/>
                  </a:lnTo>
                  <a:lnTo>
                    <a:pt x="12321" y="16122"/>
                  </a:lnTo>
                  <a:lnTo>
                    <a:pt x="12168" y="16479"/>
                  </a:lnTo>
                  <a:lnTo>
                    <a:pt x="12119" y="16789"/>
                  </a:lnTo>
                  <a:lnTo>
                    <a:pt x="12068" y="17146"/>
                  </a:lnTo>
                  <a:lnTo>
                    <a:pt x="11357" y="17013"/>
                  </a:lnTo>
                  <a:lnTo>
                    <a:pt x="10648" y="16923"/>
                  </a:lnTo>
                  <a:lnTo>
                    <a:pt x="11864" y="14162"/>
                  </a:lnTo>
                  <a:lnTo>
                    <a:pt x="12524" y="12648"/>
                  </a:lnTo>
                  <a:lnTo>
                    <a:pt x="12879" y="11935"/>
                  </a:lnTo>
                  <a:lnTo>
                    <a:pt x="12980" y="11579"/>
                  </a:lnTo>
                  <a:lnTo>
                    <a:pt x="12980" y="11401"/>
                  </a:lnTo>
                  <a:lnTo>
                    <a:pt x="12929" y="11223"/>
                  </a:lnTo>
                  <a:lnTo>
                    <a:pt x="12879" y="11179"/>
                  </a:lnTo>
                  <a:lnTo>
                    <a:pt x="12828" y="11179"/>
                  </a:lnTo>
                  <a:lnTo>
                    <a:pt x="12676" y="11267"/>
                  </a:lnTo>
                  <a:lnTo>
                    <a:pt x="12575" y="11401"/>
                  </a:lnTo>
                  <a:lnTo>
                    <a:pt x="12423" y="11668"/>
                  </a:lnTo>
                  <a:lnTo>
                    <a:pt x="12119" y="12247"/>
                  </a:lnTo>
                  <a:lnTo>
                    <a:pt x="11357" y="13895"/>
                  </a:lnTo>
                  <a:lnTo>
                    <a:pt x="10141" y="16656"/>
                  </a:lnTo>
                  <a:lnTo>
                    <a:pt x="9989" y="16879"/>
                  </a:lnTo>
                  <a:lnTo>
                    <a:pt x="9633" y="16789"/>
                  </a:lnTo>
                  <a:lnTo>
                    <a:pt x="8873" y="16612"/>
                  </a:lnTo>
                  <a:lnTo>
                    <a:pt x="8873" y="16567"/>
                  </a:lnTo>
                  <a:lnTo>
                    <a:pt x="8974" y="16255"/>
                  </a:lnTo>
                  <a:lnTo>
                    <a:pt x="9025" y="15899"/>
                  </a:lnTo>
                  <a:lnTo>
                    <a:pt x="9025" y="15232"/>
                  </a:lnTo>
                  <a:lnTo>
                    <a:pt x="9126" y="13806"/>
                  </a:lnTo>
                  <a:lnTo>
                    <a:pt x="9228" y="12292"/>
                  </a:lnTo>
                  <a:lnTo>
                    <a:pt x="9278" y="11535"/>
                  </a:lnTo>
                  <a:lnTo>
                    <a:pt x="9228" y="10777"/>
                  </a:lnTo>
                  <a:lnTo>
                    <a:pt x="9228" y="10688"/>
                  </a:lnTo>
                  <a:lnTo>
                    <a:pt x="9177" y="10643"/>
                  </a:lnTo>
                  <a:lnTo>
                    <a:pt x="9025" y="10555"/>
                  </a:lnTo>
                  <a:lnTo>
                    <a:pt x="8873" y="10600"/>
                  </a:lnTo>
                  <a:lnTo>
                    <a:pt x="8822" y="10643"/>
                  </a:lnTo>
                  <a:lnTo>
                    <a:pt x="8772" y="10733"/>
                  </a:lnTo>
                  <a:lnTo>
                    <a:pt x="8670" y="11401"/>
                  </a:lnTo>
                  <a:lnTo>
                    <a:pt x="8620" y="12114"/>
                  </a:lnTo>
                  <a:lnTo>
                    <a:pt x="8569" y="13494"/>
                  </a:lnTo>
                  <a:lnTo>
                    <a:pt x="8417" y="14920"/>
                  </a:lnTo>
                  <a:lnTo>
                    <a:pt x="8315" y="15676"/>
                  </a:lnTo>
                  <a:lnTo>
                    <a:pt x="8315" y="16434"/>
                  </a:lnTo>
                  <a:lnTo>
                    <a:pt x="7657" y="16212"/>
                  </a:lnTo>
                  <a:lnTo>
                    <a:pt x="7047" y="16033"/>
                  </a:lnTo>
                  <a:lnTo>
                    <a:pt x="6389" y="15943"/>
                  </a:lnTo>
                  <a:lnTo>
                    <a:pt x="5779" y="15943"/>
                  </a:lnTo>
                  <a:lnTo>
                    <a:pt x="5983" y="15632"/>
                  </a:lnTo>
                  <a:lnTo>
                    <a:pt x="6135" y="15320"/>
                  </a:lnTo>
                  <a:lnTo>
                    <a:pt x="6287" y="15008"/>
                  </a:lnTo>
                  <a:lnTo>
                    <a:pt x="6389" y="14653"/>
                  </a:lnTo>
                  <a:lnTo>
                    <a:pt x="6490" y="13940"/>
                  </a:lnTo>
                  <a:lnTo>
                    <a:pt x="6490" y="13227"/>
                  </a:lnTo>
                  <a:lnTo>
                    <a:pt x="6389" y="12336"/>
                  </a:lnTo>
                  <a:lnTo>
                    <a:pt x="6236" y="11446"/>
                  </a:lnTo>
                  <a:lnTo>
                    <a:pt x="6034" y="10555"/>
                  </a:lnTo>
                  <a:lnTo>
                    <a:pt x="5831" y="9664"/>
                  </a:lnTo>
                  <a:lnTo>
                    <a:pt x="5779" y="9219"/>
                  </a:lnTo>
                  <a:lnTo>
                    <a:pt x="5779" y="8283"/>
                  </a:lnTo>
                  <a:lnTo>
                    <a:pt x="5831" y="7837"/>
                  </a:lnTo>
                  <a:lnTo>
                    <a:pt x="5931" y="7393"/>
                  </a:lnTo>
                  <a:lnTo>
                    <a:pt x="6135" y="6992"/>
                  </a:lnTo>
                  <a:lnTo>
                    <a:pt x="6338" y="6590"/>
                  </a:lnTo>
                  <a:lnTo>
                    <a:pt x="6591" y="6146"/>
                  </a:lnTo>
                  <a:lnTo>
                    <a:pt x="6946" y="5789"/>
                  </a:lnTo>
                  <a:lnTo>
                    <a:pt x="7250" y="5433"/>
                  </a:lnTo>
                  <a:lnTo>
                    <a:pt x="7605" y="5121"/>
                  </a:lnTo>
                  <a:lnTo>
                    <a:pt x="8010" y="4854"/>
                  </a:lnTo>
                  <a:lnTo>
                    <a:pt x="8417" y="4587"/>
                  </a:lnTo>
                  <a:lnTo>
                    <a:pt x="8873" y="4364"/>
                  </a:lnTo>
                  <a:lnTo>
                    <a:pt x="9380" y="4186"/>
                  </a:lnTo>
                  <a:lnTo>
                    <a:pt x="9837" y="4053"/>
                  </a:lnTo>
                  <a:lnTo>
                    <a:pt x="10344" y="3963"/>
                  </a:lnTo>
                  <a:lnTo>
                    <a:pt x="10800" y="3918"/>
                  </a:lnTo>
                  <a:lnTo>
                    <a:pt x="11307" y="3874"/>
                  </a:lnTo>
                  <a:close/>
                  <a:moveTo>
                    <a:pt x="5475" y="16300"/>
                  </a:moveTo>
                  <a:lnTo>
                    <a:pt x="6389" y="16434"/>
                  </a:lnTo>
                  <a:lnTo>
                    <a:pt x="7250" y="16656"/>
                  </a:lnTo>
                  <a:lnTo>
                    <a:pt x="8214" y="16923"/>
                  </a:lnTo>
                  <a:lnTo>
                    <a:pt x="9126" y="17235"/>
                  </a:lnTo>
                  <a:lnTo>
                    <a:pt x="9481" y="17325"/>
                  </a:lnTo>
                  <a:lnTo>
                    <a:pt x="9888" y="17369"/>
                  </a:lnTo>
                  <a:lnTo>
                    <a:pt x="10648" y="17458"/>
                  </a:lnTo>
                  <a:lnTo>
                    <a:pt x="11357" y="17592"/>
                  </a:lnTo>
                  <a:lnTo>
                    <a:pt x="11712" y="17681"/>
                  </a:lnTo>
                  <a:lnTo>
                    <a:pt x="12068" y="17769"/>
                  </a:lnTo>
                  <a:lnTo>
                    <a:pt x="12119" y="17948"/>
                  </a:lnTo>
                  <a:lnTo>
                    <a:pt x="12220" y="18038"/>
                  </a:lnTo>
                  <a:lnTo>
                    <a:pt x="12372" y="18081"/>
                  </a:lnTo>
                  <a:lnTo>
                    <a:pt x="12524" y="18081"/>
                  </a:lnTo>
                  <a:lnTo>
                    <a:pt x="12524" y="18215"/>
                  </a:lnTo>
                  <a:lnTo>
                    <a:pt x="12473" y="18393"/>
                  </a:lnTo>
                  <a:lnTo>
                    <a:pt x="12321" y="18482"/>
                  </a:lnTo>
                  <a:lnTo>
                    <a:pt x="12119" y="18616"/>
                  </a:lnTo>
                  <a:lnTo>
                    <a:pt x="11104" y="18260"/>
                  </a:lnTo>
                  <a:lnTo>
                    <a:pt x="8822" y="17592"/>
                  </a:lnTo>
                  <a:lnTo>
                    <a:pt x="7706" y="17325"/>
                  </a:lnTo>
                  <a:lnTo>
                    <a:pt x="6591" y="17102"/>
                  </a:lnTo>
                  <a:lnTo>
                    <a:pt x="5931" y="17013"/>
                  </a:lnTo>
                  <a:lnTo>
                    <a:pt x="5627" y="17013"/>
                  </a:lnTo>
                  <a:lnTo>
                    <a:pt x="5323" y="17058"/>
                  </a:lnTo>
                  <a:lnTo>
                    <a:pt x="5171" y="17013"/>
                  </a:lnTo>
                  <a:lnTo>
                    <a:pt x="5070" y="16923"/>
                  </a:lnTo>
                  <a:lnTo>
                    <a:pt x="5019" y="16789"/>
                  </a:lnTo>
                  <a:lnTo>
                    <a:pt x="5019" y="16522"/>
                  </a:lnTo>
                  <a:lnTo>
                    <a:pt x="5120" y="16434"/>
                  </a:lnTo>
                  <a:lnTo>
                    <a:pt x="5274" y="16345"/>
                  </a:lnTo>
                  <a:lnTo>
                    <a:pt x="5426" y="16300"/>
                  </a:lnTo>
                  <a:close/>
                  <a:moveTo>
                    <a:pt x="5882" y="19106"/>
                  </a:moveTo>
                  <a:lnTo>
                    <a:pt x="6490" y="19240"/>
                  </a:lnTo>
                  <a:lnTo>
                    <a:pt x="6186" y="19507"/>
                  </a:lnTo>
                  <a:lnTo>
                    <a:pt x="5931" y="19774"/>
                  </a:lnTo>
                  <a:lnTo>
                    <a:pt x="5931" y="19729"/>
                  </a:lnTo>
                  <a:lnTo>
                    <a:pt x="5882" y="19595"/>
                  </a:lnTo>
                  <a:lnTo>
                    <a:pt x="5882" y="19106"/>
                  </a:lnTo>
                  <a:close/>
                  <a:moveTo>
                    <a:pt x="6693" y="19328"/>
                  </a:moveTo>
                  <a:lnTo>
                    <a:pt x="6895" y="19373"/>
                  </a:lnTo>
                  <a:lnTo>
                    <a:pt x="7098" y="19418"/>
                  </a:lnTo>
                  <a:lnTo>
                    <a:pt x="6743" y="19595"/>
                  </a:lnTo>
                  <a:lnTo>
                    <a:pt x="6389" y="19863"/>
                  </a:lnTo>
                  <a:lnTo>
                    <a:pt x="6541" y="19595"/>
                  </a:lnTo>
                  <a:lnTo>
                    <a:pt x="6693" y="19328"/>
                  </a:lnTo>
                  <a:close/>
                  <a:moveTo>
                    <a:pt x="5730" y="17547"/>
                  </a:moveTo>
                  <a:lnTo>
                    <a:pt x="6439" y="17592"/>
                  </a:lnTo>
                  <a:lnTo>
                    <a:pt x="7402" y="17814"/>
                  </a:lnTo>
                  <a:lnTo>
                    <a:pt x="8366" y="18038"/>
                  </a:lnTo>
                  <a:lnTo>
                    <a:pt x="10242" y="18616"/>
                  </a:lnTo>
                  <a:lnTo>
                    <a:pt x="11104" y="18883"/>
                  </a:lnTo>
                  <a:lnTo>
                    <a:pt x="11611" y="19016"/>
                  </a:lnTo>
                  <a:lnTo>
                    <a:pt x="12016" y="19151"/>
                  </a:lnTo>
                  <a:lnTo>
                    <a:pt x="12068" y="19240"/>
                  </a:lnTo>
                  <a:lnTo>
                    <a:pt x="12119" y="19285"/>
                  </a:lnTo>
                  <a:lnTo>
                    <a:pt x="12220" y="19373"/>
                  </a:lnTo>
                  <a:lnTo>
                    <a:pt x="12372" y="19373"/>
                  </a:lnTo>
                  <a:lnTo>
                    <a:pt x="12321" y="19507"/>
                  </a:lnTo>
                  <a:lnTo>
                    <a:pt x="12220" y="19685"/>
                  </a:lnTo>
                  <a:lnTo>
                    <a:pt x="12016" y="19907"/>
                  </a:lnTo>
                  <a:lnTo>
                    <a:pt x="11813" y="20041"/>
                  </a:lnTo>
                  <a:lnTo>
                    <a:pt x="11611" y="20131"/>
                  </a:lnTo>
                  <a:lnTo>
                    <a:pt x="9989" y="19595"/>
                  </a:lnTo>
                  <a:lnTo>
                    <a:pt x="8315" y="19151"/>
                  </a:lnTo>
                  <a:lnTo>
                    <a:pt x="6541" y="18661"/>
                  </a:lnTo>
                  <a:lnTo>
                    <a:pt x="5627" y="18482"/>
                  </a:lnTo>
                  <a:lnTo>
                    <a:pt x="4766" y="18348"/>
                  </a:lnTo>
                  <a:lnTo>
                    <a:pt x="4766" y="18038"/>
                  </a:lnTo>
                  <a:lnTo>
                    <a:pt x="4867" y="17814"/>
                  </a:lnTo>
                  <a:lnTo>
                    <a:pt x="5019" y="17681"/>
                  </a:lnTo>
                  <a:lnTo>
                    <a:pt x="5120" y="17592"/>
                  </a:lnTo>
                  <a:lnTo>
                    <a:pt x="5426" y="17592"/>
                  </a:lnTo>
                  <a:lnTo>
                    <a:pt x="5475" y="17636"/>
                  </a:lnTo>
                  <a:lnTo>
                    <a:pt x="5526" y="17636"/>
                  </a:lnTo>
                  <a:lnTo>
                    <a:pt x="5578" y="17592"/>
                  </a:lnTo>
                  <a:lnTo>
                    <a:pt x="5730" y="17547"/>
                  </a:lnTo>
                  <a:close/>
                  <a:moveTo>
                    <a:pt x="7605" y="19507"/>
                  </a:moveTo>
                  <a:lnTo>
                    <a:pt x="7910" y="19595"/>
                  </a:lnTo>
                  <a:lnTo>
                    <a:pt x="7605" y="19774"/>
                  </a:lnTo>
                  <a:lnTo>
                    <a:pt x="7250" y="19952"/>
                  </a:lnTo>
                  <a:lnTo>
                    <a:pt x="6946" y="20175"/>
                  </a:lnTo>
                  <a:lnTo>
                    <a:pt x="6693" y="20442"/>
                  </a:lnTo>
                  <a:lnTo>
                    <a:pt x="6439" y="20353"/>
                  </a:lnTo>
                  <a:lnTo>
                    <a:pt x="6541" y="20264"/>
                  </a:lnTo>
                  <a:lnTo>
                    <a:pt x="7605" y="19507"/>
                  </a:lnTo>
                  <a:close/>
                  <a:moveTo>
                    <a:pt x="8265" y="19685"/>
                  </a:moveTo>
                  <a:lnTo>
                    <a:pt x="8569" y="19774"/>
                  </a:lnTo>
                  <a:lnTo>
                    <a:pt x="8569" y="19819"/>
                  </a:lnTo>
                  <a:lnTo>
                    <a:pt x="8214" y="19952"/>
                  </a:lnTo>
                  <a:lnTo>
                    <a:pt x="7910" y="20131"/>
                  </a:lnTo>
                  <a:lnTo>
                    <a:pt x="7657" y="20308"/>
                  </a:lnTo>
                  <a:lnTo>
                    <a:pt x="7453" y="20575"/>
                  </a:lnTo>
                  <a:lnTo>
                    <a:pt x="7250" y="20532"/>
                  </a:lnTo>
                  <a:lnTo>
                    <a:pt x="7758" y="20086"/>
                  </a:lnTo>
                  <a:lnTo>
                    <a:pt x="8265" y="19685"/>
                  </a:lnTo>
                  <a:close/>
                  <a:moveTo>
                    <a:pt x="8822" y="19863"/>
                  </a:moveTo>
                  <a:lnTo>
                    <a:pt x="9532" y="20086"/>
                  </a:lnTo>
                  <a:lnTo>
                    <a:pt x="8873" y="20398"/>
                  </a:lnTo>
                  <a:lnTo>
                    <a:pt x="8569" y="20575"/>
                  </a:lnTo>
                  <a:lnTo>
                    <a:pt x="8265" y="20799"/>
                  </a:lnTo>
                  <a:lnTo>
                    <a:pt x="8010" y="20709"/>
                  </a:lnTo>
                  <a:lnTo>
                    <a:pt x="8062" y="20620"/>
                  </a:lnTo>
                  <a:lnTo>
                    <a:pt x="8062" y="20487"/>
                  </a:lnTo>
                  <a:lnTo>
                    <a:pt x="8417" y="20175"/>
                  </a:lnTo>
                  <a:lnTo>
                    <a:pt x="8822" y="19907"/>
                  </a:lnTo>
                  <a:lnTo>
                    <a:pt x="8822" y="19863"/>
                  </a:lnTo>
                  <a:close/>
                  <a:moveTo>
                    <a:pt x="9785" y="20131"/>
                  </a:moveTo>
                  <a:lnTo>
                    <a:pt x="10242" y="20264"/>
                  </a:lnTo>
                  <a:lnTo>
                    <a:pt x="9888" y="20532"/>
                  </a:lnTo>
                  <a:lnTo>
                    <a:pt x="9380" y="21021"/>
                  </a:lnTo>
                  <a:lnTo>
                    <a:pt x="8924" y="20932"/>
                  </a:lnTo>
                  <a:lnTo>
                    <a:pt x="8974" y="20842"/>
                  </a:lnTo>
                  <a:lnTo>
                    <a:pt x="8924" y="20799"/>
                  </a:lnTo>
                  <a:lnTo>
                    <a:pt x="9329" y="20442"/>
                  </a:lnTo>
                  <a:lnTo>
                    <a:pt x="9785" y="20131"/>
                  </a:lnTo>
                  <a:close/>
                  <a:moveTo>
                    <a:pt x="11104" y="3250"/>
                  </a:moveTo>
                  <a:lnTo>
                    <a:pt x="10648" y="3295"/>
                  </a:lnTo>
                  <a:lnTo>
                    <a:pt x="10192" y="3340"/>
                  </a:lnTo>
                  <a:lnTo>
                    <a:pt x="9736" y="3429"/>
                  </a:lnTo>
                  <a:lnTo>
                    <a:pt x="9329" y="3517"/>
                  </a:lnTo>
                  <a:lnTo>
                    <a:pt x="8873" y="3651"/>
                  </a:lnTo>
                  <a:lnTo>
                    <a:pt x="8467" y="3829"/>
                  </a:lnTo>
                  <a:lnTo>
                    <a:pt x="8062" y="4008"/>
                  </a:lnTo>
                  <a:lnTo>
                    <a:pt x="7706" y="4275"/>
                  </a:lnTo>
                  <a:lnTo>
                    <a:pt x="6946" y="4809"/>
                  </a:lnTo>
                  <a:lnTo>
                    <a:pt x="6642" y="5121"/>
                  </a:lnTo>
                  <a:lnTo>
                    <a:pt x="6338" y="5477"/>
                  </a:lnTo>
                  <a:lnTo>
                    <a:pt x="6034" y="5789"/>
                  </a:lnTo>
                  <a:lnTo>
                    <a:pt x="5779" y="6190"/>
                  </a:lnTo>
                  <a:lnTo>
                    <a:pt x="5526" y="6547"/>
                  </a:lnTo>
                  <a:lnTo>
                    <a:pt x="5323" y="6947"/>
                  </a:lnTo>
                  <a:lnTo>
                    <a:pt x="5171" y="7482"/>
                  </a:lnTo>
                  <a:lnTo>
                    <a:pt x="5070" y="8016"/>
                  </a:lnTo>
                  <a:lnTo>
                    <a:pt x="5019" y="8550"/>
                  </a:lnTo>
                  <a:lnTo>
                    <a:pt x="5019" y="9129"/>
                  </a:lnTo>
                  <a:lnTo>
                    <a:pt x="5120" y="9664"/>
                  </a:lnTo>
                  <a:lnTo>
                    <a:pt x="5222" y="10243"/>
                  </a:lnTo>
                  <a:lnTo>
                    <a:pt x="5475" y="11312"/>
                  </a:lnTo>
                  <a:lnTo>
                    <a:pt x="5679" y="12514"/>
                  </a:lnTo>
                  <a:lnTo>
                    <a:pt x="5779" y="13094"/>
                  </a:lnTo>
                  <a:lnTo>
                    <a:pt x="5831" y="13673"/>
                  </a:lnTo>
                  <a:lnTo>
                    <a:pt x="5779" y="14252"/>
                  </a:lnTo>
                  <a:lnTo>
                    <a:pt x="5679" y="14830"/>
                  </a:lnTo>
                  <a:lnTo>
                    <a:pt x="5526" y="15320"/>
                  </a:lnTo>
                  <a:lnTo>
                    <a:pt x="5274" y="15855"/>
                  </a:lnTo>
                  <a:lnTo>
                    <a:pt x="4968" y="15943"/>
                  </a:lnTo>
                  <a:lnTo>
                    <a:pt x="4766" y="16122"/>
                  </a:lnTo>
                  <a:lnTo>
                    <a:pt x="4563" y="16300"/>
                  </a:lnTo>
                  <a:lnTo>
                    <a:pt x="4462" y="16567"/>
                  </a:lnTo>
                  <a:lnTo>
                    <a:pt x="4462" y="16789"/>
                  </a:lnTo>
                  <a:lnTo>
                    <a:pt x="4512" y="16968"/>
                  </a:lnTo>
                  <a:lnTo>
                    <a:pt x="4614" y="17191"/>
                  </a:lnTo>
                  <a:lnTo>
                    <a:pt x="4715" y="17325"/>
                  </a:lnTo>
                  <a:lnTo>
                    <a:pt x="4614" y="17414"/>
                  </a:lnTo>
                  <a:lnTo>
                    <a:pt x="4512" y="17502"/>
                  </a:lnTo>
                  <a:lnTo>
                    <a:pt x="4411" y="17636"/>
                  </a:lnTo>
                  <a:lnTo>
                    <a:pt x="4310" y="17814"/>
                  </a:lnTo>
                  <a:lnTo>
                    <a:pt x="4259" y="18038"/>
                  </a:lnTo>
                  <a:lnTo>
                    <a:pt x="4208" y="18260"/>
                  </a:lnTo>
                  <a:lnTo>
                    <a:pt x="4208" y="18438"/>
                  </a:lnTo>
                  <a:lnTo>
                    <a:pt x="4259" y="18661"/>
                  </a:lnTo>
                  <a:lnTo>
                    <a:pt x="4411" y="18794"/>
                  </a:lnTo>
                  <a:lnTo>
                    <a:pt x="4563" y="18928"/>
                  </a:lnTo>
                  <a:lnTo>
                    <a:pt x="4715" y="18973"/>
                  </a:lnTo>
                  <a:lnTo>
                    <a:pt x="4816" y="18928"/>
                  </a:lnTo>
                  <a:lnTo>
                    <a:pt x="4867" y="18883"/>
                  </a:lnTo>
                  <a:lnTo>
                    <a:pt x="4918" y="18883"/>
                  </a:lnTo>
                  <a:lnTo>
                    <a:pt x="5627" y="19061"/>
                  </a:lnTo>
                  <a:lnTo>
                    <a:pt x="5526" y="19195"/>
                  </a:lnTo>
                  <a:lnTo>
                    <a:pt x="5426" y="19373"/>
                  </a:lnTo>
                  <a:lnTo>
                    <a:pt x="5426" y="19819"/>
                  </a:lnTo>
                  <a:lnTo>
                    <a:pt x="5526" y="20041"/>
                  </a:lnTo>
                  <a:lnTo>
                    <a:pt x="5627" y="20219"/>
                  </a:lnTo>
                  <a:lnTo>
                    <a:pt x="5730" y="20398"/>
                  </a:lnTo>
                  <a:lnTo>
                    <a:pt x="5931" y="20487"/>
                  </a:lnTo>
                  <a:lnTo>
                    <a:pt x="5882" y="20575"/>
                  </a:lnTo>
                  <a:lnTo>
                    <a:pt x="5931" y="20665"/>
                  </a:lnTo>
                  <a:lnTo>
                    <a:pt x="5983" y="20709"/>
                  </a:lnTo>
                  <a:lnTo>
                    <a:pt x="6084" y="20754"/>
                  </a:lnTo>
                  <a:lnTo>
                    <a:pt x="6338" y="20842"/>
                  </a:lnTo>
                  <a:lnTo>
                    <a:pt x="6642" y="20976"/>
                  </a:lnTo>
                  <a:lnTo>
                    <a:pt x="7301" y="21111"/>
                  </a:lnTo>
                  <a:lnTo>
                    <a:pt x="7453" y="21154"/>
                  </a:lnTo>
                  <a:lnTo>
                    <a:pt x="7706" y="21199"/>
                  </a:lnTo>
                  <a:lnTo>
                    <a:pt x="8721" y="21466"/>
                  </a:lnTo>
                  <a:lnTo>
                    <a:pt x="9228" y="21555"/>
                  </a:lnTo>
                  <a:lnTo>
                    <a:pt x="9481" y="21600"/>
                  </a:lnTo>
                  <a:lnTo>
                    <a:pt x="9736" y="21555"/>
                  </a:lnTo>
                  <a:lnTo>
                    <a:pt x="9837" y="21511"/>
                  </a:lnTo>
                  <a:lnTo>
                    <a:pt x="9888" y="21466"/>
                  </a:lnTo>
                  <a:lnTo>
                    <a:pt x="9888" y="21378"/>
                  </a:lnTo>
                  <a:lnTo>
                    <a:pt x="9837" y="21288"/>
                  </a:lnTo>
                  <a:lnTo>
                    <a:pt x="10293" y="20887"/>
                  </a:lnTo>
                  <a:lnTo>
                    <a:pt x="10496" y="20665"/>
                  </a:lnTo>
                  <a:lnTo>
                    <a:pt x="10698" y="20442"/>
                  </a:lnTo>
                  <a:lnTo>
                    <a:pt x="11509" y="20665"/>
                  </a:lnTo>
                  <a:lnTo>
                    <a:pt x="11661" y="20665"/>
                  </a:lnTo>
                  <a:lnTo>
                    <a:pt x="11813" y="20620"/>
                  </a:lnTo>
                  <a:lnTo>
                    <a:pt x="12068" y="20532"/>
                  </a:lnTo>
                  <a:lnTo>
                    <a:pt x="12321" y="20353"/>
                  </a:lnTo>
                  <a:lnTo>
                    <a:pt x="12575" y="20131"/>
                  </a:lnTo>
                  <a:lnTo>
                    <a:pt x="12727" y="19863"/>
                  </a:lnTo>
                  <a:lnTo>
                    <a:pt x="12828" y="19595"/>
                  </a:lnTo>
                  <a:lnTo>
                    <a:pt x="12879" y="19285"/>
                  </a:lnTo>
                  <a:lnTo>
                    <a:pt x="12828" y="19061"/>
                  </a:lnTo>
                  <a:lnTo>
                    <a:pt x="12727" y="18928"/>
                  </a:lnTo>
                  <a:lnTo>
                    <a:pt x="12676" y="18839"/>
                  </a:lnTo>
                  <a:lnTo>
                    <a:pt x="12777" y="18705"/>
                  </a:lnTo>
                  <a:lnTo>
                    <a:pt x="12929" y="18527"/>
                  </a:lnTo>
                  <a:lnTo>
                    <a:pt x="12980" y="18348"/>
                  </a:lnTo>
                  <a:lnTo>
                    <a:pt x="13031" y="18215"/>
                  </a:lnTo>
                  <a:lnTo>
                    <a:pt x="13132" y="18126"/>
                  </a:lnTo>
                  <a:lnTo>
                    <a:pt x="13234" y="18038"/>
                  </a:lnTo>
                  <a:lnTo>
                    <a:pt x="13234" y="17948"/>
                  </a:lnTo>
                  <a:lnTo>
                    <a:pt x="13183" y="17814"/>
                  </a:lnTo>
                  <a:lnTo>
                    <a:pt x="12980" y="17636"/>
                  </a:lnTo>
                  <a:lnTo>
                    <a:pt x="12777" y="17458"/>
                  </a:lnTo>
                  <a:lnTo>
                    <a:pt x="12777" y="17058"/>
                  </a:lnTo>
                  <a:lnTo>
                    <a:pt x="12879" y="16612"/>
                  </a:lnTo>
                  <a:lnTo>
                    <a:pt x="13031" y="16212"/>
                  </a:lnTo>
                  <a:lnTo>
                    <a:pt x="13183" y="15855"/>
                  </a:lnTo>
                  <a:lnTo>
                    <a:pt x="13436" y="15499"/>
                  </a:lnTo>
                  <a:lnTo>
                    <a:pt x="13690" y="15142"/>
                  </a:lnTo>
                  <a:lnTo>
                    <a:pt x="14247" y="14429"/>
                  </a:lnTo>
                  <a:lnTo>
                    <a:pt x="14907" y="13761"/>
                  </a:lnTo>
                  <a:lnTo>
                    <a:pt x="15617" y="13138"/>
                  </a:lnTo>
                  <a:lnTo>
                    <a:pt x="16275" y="12514"/>
                  </a:lnTo>
                  <a:lnTo>
                    <a:pt x="16834" y="11847"/>
                  </a:lnTo>
                  <a:lnTo>
                    <a:pt x="17087" y="11535"/>
                  </a:lnTo>
                  <a:lnTo>
                    <a:pt x="17341" y="11179"/>
                  </a:lnTo>
                  <a:lnTo>
                    <a:pt x="17493" y="10867"/>
                  </a:lnTo>
                  <a:lnTo>
                    <a:pt x="17696" y="10510"/>
                  </a:lnTo>
                  <a:lnTo>
                    <a:pt x="17797" y="10154"/>
                  </a:lnTo>
                  <a:lnTo>
                    <a:pt x="17898" y="9753"/>
                  </a:lnTo>
                  <a:lnTo>
                    <a:pt x="17949" y="9396"/>
                  </a:lnTo>
                  <a:lnTo>
                    <a:pt x="18000" y="9041"/>
                  </a:lnTo>
                  <a:lnTo>
                    <a:pt x="18000" y="8283"/>
                  </a:lnTo>
                  <a:lnTo>
                    <a:pt x="17848" y="7570"/>
                  </a:lnTo>
                  <a:lnTo>
                    <a:pt x="17594" y="6814"/>
                  </a:lnTo>
                  <a:lnTo>
                    <a:pt x="17189" y="6101"/>
                  </a:lnTo>
                  <a:lnTo>
                    <a:pt x="16935" y="5789"/>
                  </a:lnTo>
                  <a:lnTo>
                    <a:pt x="16682" y="5433"/>
                  </a:lnTo>
                  <a:lnTo>
                    <a:pt x="16378" y="5166"/>
                  </a:lnTo>
                  <a:lnTo>
                    <a:pt x="16074" y="4854"/>
                  </a:lnTo>
                  <a:lnTo>
                    <a:pt x="15718" y="4631"/>
                  </a:lnTo>
                  <a:lnTo>
                    <a:pt x="15363" y="4364"/>
                  </a:lnTo>
                  <a:lnTo>
                    <a:pt x="14603" y="3963"/>
                  </a:lnTo>
                  <a:lnTo>
                    <a:pt x="13791" y="3651"/>
                  </a:lnTo>
                  <a:lnTo>
                    <a:pt x="12929" y="3429"/>
                  </a:lnTo>
                  <a:lnTo>
                    <a:pt x="12016" y="3295"/>
                  </a:lnTo>
                  <a:lnTo>
                    <a:pt x="11104" y="325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A4C2F4"/>
                  </a:solidFill>
                </a:defRPr>
              </a:pPr>
            </a:p>
          </p:txBody>
        </p:sp>
        <p:sp>
          <p:nvSpPr>
            <p:cNvPr id="769" name="Google Shape;296;p5"/>
            <p:cNvSpPr/>
            <p:nvPr/>
          </p:nvSpPr>
          <p:spPr>
            <a:xfrm>
              <a:off x="292327" y="2255958"/>
              <a:ext cx="244980" cy="53486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732" y="195"/>
                  </a:moveTo>
                  <a:lnTo>
                    <a:pt x="9411" y="588"/>
                  </a:lnTo>
                  <a:lnTo>
                    <a:pt x="9195" y="979"/>
                  </a:lnTo>
                  <a:lnTo>
                    <a:pt x="9090" y="1812"/>
                  </a:lnTo>
                  <a:lnTo>
                    <a:pt x="8982" y="3967"/>
                  </a:lnTo>
                  <a:lnTo>
                    <a:pt x="9090" y="5976"/>
                  </a:lnTo>
                  <a:lnTo>
                    <a:pt x="9090" y="7444"/>
                  </a:lnTo>
                  <a:lnTo>
                    <a:pt x="9195" y="7641"/>
                  </a:lnTo>
                  <a:lnTo>
                    <a:pt x="9411" y="7837"/>
                  </a:lnTo>
                  <a:lnTo>
                    <a:pt x="9516" y="7885"/>
                  </a:lnTo>
                  <a:lnTo>
                    <a:pt x="9732" y="7934"/>
                  </a:lnTo>
                  <a:lnTo>
                    <a:pt x="9836" y="7934"/>
                  </a:lnTo>
                  <a:lnTo>
                    <a:pt x="10052" y="7837"/>
                  </a:lnTo>
                  <a:lnTo>
                    <a:pt x="10160" y="7690"/>
                  </a:lnTo>
                  <a:lnTo>
                    <a:pt x="10265" y="7542"/>
                  </a:lnTo>
                  <a:lnTo>
                    <a:pt x="10265" y="6122"/>
                  </a:lnTo>
                  <a:lnTo>
                    <a:pt x="10160" y="3967"/>
                  </a:lnTo>
                  <a:lnTo>
                    <a:pt x="10265" y="2007"/>
                  </a:lnTo>
                  <a:lnTo>
                    <a:pt x="10265" y="1078"/>
                  </a:lnTo>
                  <a:lnTo>
                    <a:pt x="10160" y="636"/>
                  </a:lnTo>
                  <a:lnTo>
                    <a:pt x="9944" y="391"/>
                  </a:lnTo>
                  <a:lnTo>
                    <a:pt x="9836" y="195"/>
                  </a:lnTo>
                  <a:close/>
                  <a:moveTo>
                    <a:pt x="5026" y="0"/>
                  </a:moveTo>
                  <a:lnTo>
                    <a:pt x="4918" y="48"/>
                  </a:lnTo>
                  <a:lnTo>
                    <a:pt x="4705" y="195"/>
                  </a:lnTo>
                  <a:lnTo>
                    <a:pt x="4598" y="391"/>
                  </a:lnTo>
                  <a:lnTo>
                    <a:pt x="4490" y="832"/>
                  </a:lnTo>
                  <a:lnTo>
                    <a:pt x="4598" y="1713"/>
                  </a:lnTo>
                  <a:lnTo>
                    <a:pt x="4705" y="3868"/>
                  </a:lnTo>
                  <a:lnTo>
                    <a:pt x="5026" y="8326"/>
                  </a:lnTo>
                  <a:lnTo>
                    <a:pt x="5131" y="8473"/>
                  </a:lnTo>
                  <a:lnTo>
                    <a:pt x="5239" y="8522"/>
                  </a:lnTo>
                  <a:lnTo>
                    <a:pt x="5455" y="8571"/>
                  </a:lnTo>
                  <a:lnTo>
                    <a:pt x="5667" y="8619"/>
                  </a:lnTo>
                  <a:lnTo>
                    <a:pt x="5880" y="8571"/>
                  </a:lnTo>
                  <a:lnTo>
                    <a:pt x="6096" y="8522"/>
                  </a:lnTo>
                  <a:lnTo>
                    <a:pt x="6309" y="8473"/>
                  </a:lnTo>
                  <a:lnTo>
                    <a:pt x="6309" y="7934"/>
                  </a:lnTo>
                  <a:lnTo>
                    <a:pt x="5988" y="4015"/>
                  </a:lnTo>
                  <a:lnTo>
                    <a:pt x="5775" y="1860"/>
                  </a:lnTo>
                  <a:lnTo>
                    <a:pt x="5667" y="782"/>
                  </a:lnTo>
                  <a:lnTo>
                    <a:pt x="5560" y="391"/>
                  </a:lnTo>
                  <a:lnTo>
                    <a:pt x="5455" y="195"/>
                  </a:lnTo>
                  <a:lnTo>
                    <a:pt x="5131" y="48"/>
                  </a:lnTo>
                  <a:lnTo>
                    <a:pt x="5026" y="0"/>
                  </a:lnTo>
                  <a:close/>
                  <a:moveTo>
                    <a:pt x="14437" y="244"/>
                  </a:moveTo>
                  <a:lnTo>
                    <a:pt x="14221" y="294"/>
                  </a:lnTo>
                  <a:lnTo>
                    <a:pt x="14116" y="342"/>
                  </a:lnTo>
                  <a:lnTo>
                    <a:pt x="14116" y="441"/>
                  </a:lnTo>
                  <a:lnTo>
                    <a:pt x="13900" y="1469"/>
                  </a:lnTo>
                  <a:lnTo>
                    <a:pt x="13796" y="2546"/>
                  </a:lnTo>
                  <a:lnTo>
                    <a:pt x="13796" y="6857"/>
                  </a:lnTo>
                  <a:lnTo>
                    <a:pt x="13688" y="7837"/>
                  </a:lnTo>
                  <a:lnTo>
                    <a:pt x="13688" y="8375"/>
                  </a:lnTo>
                  <a:lnTo>
                    <a:pt x="13900" y="8865"/>
                  </a:lnTo>
                  <a:lnTo>
                    <a:pt x="14008" y="8963"/>
                  </a:lnTo>
                  <a:lnTo>
                    <a:pt x="14329" y="9012"/>
                  </a:lnTo>
                  <a:lnTo>
                    <a:pt x="14650" y="8963"/>
                  </a:lnTo>
                  <a:lnTo>
                    <a:pt x="14865" y="8865"/>
                  </a:lnTo>
                  <a:lnTo>
                    <a:pt x="15078" y="8375"/>
                  </a:lnTo>
                  <a:lnTo>
                    <a:pt x="15078" y="7837"/>
                  </a:lnTo>
                  <a:lnTo>
                    <a:pt x="14970" y="6857"/>
                  </a:lnTo>
                  <a:lnTo>
                    <a:pt x="14970" y="4702"/>
                  </a:lnTo>
                  <a:lnTo>
                    <a:pt x="15078" y="2546"/>
                  </a:lnTo>
                  <a:lnTo>
                    <a:pt x="14970" y="1518"/>
                  </a:lnTo>
                  <a:lnTo>
                    <a:pt x="14865" y="441"/>
                  </a:lnTo>
                  <a:lnTo>
                    <a:pt x="14865" y="342"/>
                  </a:lnTo>
                  <a:lnTo>
                    <a:pt x="14758" y="294"/>
                  </a:lnTo>
                  <a:lnTo>
                    <a:pt x="14437" y="244"/>
                  </a:lnTo>
                  <a:close/>
                  <a:moveTo>
                    <a:pt x="18285" y="3575"/>
                  </a:moveTo>
                  <a:lnTo>
                    <a:pt x="18285" y="3624"/>
                  </a:lnTo>
                  <a:lnTo>
                    <a:pt x="18072" y="4015"/>
                  </a:lnTo>
                  <a:lnTo>
                    <a:pt x="17965" y="4408"/>
                  </a:lnTo>
                  <a:lnTo>
                    <a:pt x="17860" y="5240"/>
                  </a:lnTo>
                  <a:lnTo>
                    <a:pt x="17860" y="6906"/>
                  </a:lnTo>
                  <a:lnTo>
                    <a:pt x="17752" y="10236"/>
                  </a:lnTo>
                  <a:lnTo>
                    <a:pt x="17752" y="10530"/>
                  </a:lnTo>
                  <a:lnTo>
                    <a:pt x="17860" y="10628"/>
                  </a:lnTo>
                  <a:lnTo>
                    <a:pt x="17965" y="10727"/>
                  </a:lnTo>
                  <a:lnTo>
                    <a:pt x="18180" y="10775"/>
                  </a:lnTo>
                  <a:lnTo>
                    <a:pt x="18606" y="10775"/>
                  </a:lnTo>
                  <a:lnTo>
                    <a:pt x="18822" y="10727"/>
                  </a:lnTo>
                  <a:lnTo>
                    <a:pt x="18927" y="10628"/>
                  </a:lnTo>
                  <a:lnTo>
                    <a:pt x="19034" y="10530"/>
                  </a:lnTo>
                  <a:lnTo>
                    <a:pt x="19034" y="5289"/>
                  </a:lnTo>
                  <a:lnTo>
                    <a:pt x="18927" y="4457"/>
                  </a:lnTo>
                  <a:lnTo>
                    <a:pt x="18822" y="4015"/>
                  </a:lnTo>
                  <a:lnTo>
                    <a:pt x="18606" y="3624"/>
                  </a:lnTo>
                  <a:lnTo>
                    <a:pt x="18501" y="3575"/>
                  </a:lnTo>
                  <a:close/>
                  <a:moveTo>
                    <a:pt x="9516" y="10530"/>
                  </a:moveTo>
                  <a:lnTo>
                    <a:pt x="8982" y="10824"/>
                  </a:lnTo>
                  <a:lnTo>
                    <a:pt x="8341" y="11070"/>
                  </a:lnTo>
                  <a:lnTo>
                    <a:pt x="7807" y="11217"/>
                  </a:lnTo>
                  <a:lnTo>
                    <a:pt x="7163" y="11314"/>
                  </a:lnTo>
                  <a:lnTo>
                    <a:pt x="7592" y="11070"/>
                  </a:lnTo>
                  <a:lnTo>
                    <a:pt x="8020" y="10873"/>
                  </a:lnTo>
                  <a:lnTo>
                    <a:pt x="8662" y="10677"/>
                  </a:lnTo>
                  <a:lnTo>
                    <a:pt x="9303" y="10580"/>
                  </a:lnTo>
                  <a:lnTo>
                    <a:pt x="9516" y="10530"/>
                  </a:lnTo>
                  <a:close/>
                  <a:moveTo>
                    <a:pt x="14008" y="12685"/>
                  </a:moveTo>
                  <a:lnTo>
                    <a:pt x="13154" y="12735"/>
                  </a:lnTo>
                  <a:lnTo>
                    <a:pt x="12618" y="12783"/>
                  </a:lnTo>
                  <a:lnTo>
                    <a:pt x="11868" y="12783"/>
                  </a:lnTo>
                  <a:lnTo>
                    <a:pt x="11868" y="12930"/>
                  </a:lnTo>
                  <a:lnTo>
                    <a:pt x="11976" y="13029"/>
                  </a:lnTo>
                  <a:lnTo>
                    <a:pt x="12084" y="13126"/>
                  </a:lnTo>
                  <a:lnTo>
                    <a:pt x="12297" y="13176"/>
                  </a:lnTo>
                  <a:lnTo>
                    <a:pt x="12513" y="13225"/>
                  </a:lnTo>
                  <a:lnTo>
                    <a:pt x="13046" y="13273"/>
                  </a:lnTo>
                  <a:lnTo>
                    <a:pt x="13580" y="13225"/>
                  </a:lnTo>
                  <a:lnTo>
                    <a:pt x="14008" y="13273"/>
                  </a:lnTo>
                  <a:lnTo>
                    <a:pt x="14437" y="13322"/>
                  </a:lnTo>
                  <a:lnTo>
                    <a:pt x="14865" y="13372"/>
                  </a:lnTo>
                  <a:lnTo>
                    <a:pt x="15291" y="13519"/>
                  </a:lnTo>
                  <a:lnTo>
                    <a:pt x="15507" y="13666"/>
                  </a:lnTo>
                  <a:lnTo>
                    <a:pt x="15828" y="13861"/>
                  </a:lnTo>
                  <a:lnTo>
                    <a:pt x="15933" y="14057"/>
                  </a:lnTo>
                  <a:lnTo>
                    <a:pt x="16040" y="14253"/>
                  </a:lnTo>
                  <a:lnTo>
                    <a:pt x="16148" y="14351"/>
                  </a:lnTo>
                  <a:lnTo>
                    <a:pt x="16361" y="14449"/>
                  </a:lnTo>
                  <a:lnTo>
                    <a:pt x="17002" y="14449"/>
                  </a:lnTo>
                  <a:lnTo>
                    <a:pt x="17218" y="14351"/>
                  </a:lnTo>
                  <a:lnTo>
                    <a:pt x="17323" y="14301"/>
                  </a:lnTo>
                  <a:lnTo>
                    <a:pt x="17431" y="14154"/>
                  </a:lnTo>
                  <a:lnTo>
                    <a:pt x="17218" y="13763"/>
                  </a:lnTo>
                  <a:lnTo>
                    <a:pt x="16790" y="13420"/>
                  </a:lnTo>
                  <a:lnTo>
                    <a:pt x="16253" y="13126"/>
                  </a:lnTo>
                  <a:lnTo>
                    <a:pt x="15612" y="12882"/>
                  </a:lnTo>
                  <a:lnTo>
                    <a:pt x="14865" y="12735"/>
                  </a:lnTo>
                  <a:lnTo>
                    <a:pt x="14008" y="12685"/>
                  </a:lnTo>
                  <a:close/>
                  <a:moveTo>
                    <a:pt x="14221" y="11412"/>
                  </a:moveTo>
                  <a:lnTo>
                    <a:pt x="14970" y="11510"/>
                  </a:lnTo>
                  <a:lnTo>
                    <a:pt x="15720" y="11657"/>
                  </a:lnTo>
                  <a:lnTo>
                    <a:pt x="16469" y="11852"/>
                  </a:lnTo>
                  <a:lnTo>
                    <a:pt x="17218" y="12098"/>
                  </a:lnTo>
                  <a:lnTo>
                    <a:pt x="17752" y="12342"/>
                  </a:lnTo>
                  <a:lnTo>
                    <a:pt x="18393" y="12636"/>
                  </a:lnTo>
                  <a:lnTo>
                    <a:pt x="18822" y="12930"/>
                  </a:lnTo>
                  <a:lnTo>
                    <a:pt x="19247" y="13273"/>
                  </a:lnTo>
                  <a:lnTo>
                    <a:pt x="19571" y="13616"/>
                  </a:lnTo>
                  <a:lnTo>
                    <a:pt x="19784" y="14007"/>
                  </a:lnTo>
                  <a:lnTo>
                    <a:pt x="19997" y="14351"/>
                  </a:lnTo>
                  <a:lnTo>
                    <a:pt x="20212" y="14791"/>
                  </a:lnTo>
                  <a:lnTo>
                    <a:pt x="20212" y="16016"/>
                  </a:lnTo>
                  <a:lnTo>
                    <a:pt x="19892" y="16849"/>
                  </a:lnTo>
                  <a:lnTo>
                    <a:pt x="19463" y="17633"/>
                  </a:lnTo>
                  <a:lnTo>
                    <a:pt x="19034" y="18024"/>
                  </a:lnTo>
                  <a:lnTo>
                    <a:pt x="18606" y="18417"/>
                  </a:lnTo>
                  <a:lnTo>
                    <a:pt x="18393" y="18612"/>
                  </a:lnTo>
                  <a:lnTo>
                    <a:pt x="17965" y="18760"/>
                  </a:lnTo>
                  <a:lnTo>
                    <a:pt x="17218" y="19054"/>
                  </a:lnTo>
                  <a:lnTo>
                    <a:pt x="16148" y="19395"/>
                  </a:lnTo>
                  <a:lnTo>
                    <a:pt x="15078" y="19837"/>
                  </a:lnTo>
                  <a:lnTo>
                    <a:pt x="14650" y="19984"/>
                  </a:lnTo>
                  <a:lnTo>
                    <a:pt x="13580" y="20278"/>
                  </a:lnTo>
                  <a:lnTo>
                    <a:pt x="14008" y="19837"/>
                  </a:lnTo>
                  <a:lnTo>
                    <a:pt x="14329" y="19542"/>
                  </a:lnTo>
                  <a:lnTo>
                    <a:pt x="14437" y="19347"/>
                  </a:lnTo>
                  <a:lnTo>
                    <a:pt x="14542" y="19200"/>
                  </a:lnTo>
                  <a:lnTo>
                    <a:pt x="14437" y="19054"/>
                  </a:lnTo>
                  <a:lnTo>
                    <a:pt x="14329" y="18907"/>
                  </a:lnTo>
                  <a:lnTo>
                    <a:pt x="14116" y="18857"/>
                  </a:lnTo>
                  <a:lnTo>
                    <a:pt x="13580" y="18857"/>
                  </a:lnTo>
                  <a:lnTo>
                    <a:pt x="13367" y="18907"/>
                  </a:lnTo>
                  <a:lnTo>
                    <a:pt x="13259" y="19004"/>
                  </a:lnTo>
                  <a:lnTo>
                    <a:pt x="13154" y="19151"/>
                  </a:lnTo>
                  <a:lnTo>
                    <a:pt x="13259" y="19298"/>
                  </a:lnTo>
                  <a:lnTo>
                    <a:pt x="13154" y="19395"/>
                  </a:lnTo>
                  <a:lnTo>
                    <a:pt x="12938" y="19739"/>
                  </a:lnTo>
                  <a:lnTo>
                    <a:pt x="12726" y="20032"/>
                  </a:lnTo>
                  <a:lnTo>
                    <a:pt x="12618" y="20376"/>
                  </a:lnTo>
                  <a:lnTo>
                    <a:pt x="12726" y="20473"/>
                  </a:lnTo>
                  <a:lnTo>
                    <a:pt x="12513" y="20522"/>
                  </a:lnTo>
                  <a:lnTo>
                    <a:pt x="11656" y="20669"/>
                  </a:lnTo>
                  <a:lnTo>
                    <a:pt x="10586" y="20816"/>
                  </a:lnTo>
                  <a:lnTo>
                    <a:pt x="11122" y="20473"/>
                  </a:lnTo>
                  <a:lnTo>
                    <a:pt x="11976" y="19689"/>
                  </a:lnTo>
                  <a:lnTo>
                    <a:pt x="11976" y="19494"/>
                  </a:lnTo>
                  <a:lnTo>
                    <a:pt x="11868" y="19395"/>
                  </a:lnTo>
                  <a:lnTo>
                    <a:pt x="11764" y="19347"/>
                  </a:lnTo>
                  <a:lnTo>
                    <a:pt x="11548" y="19298"/>
                  </a:lnTo>
                  <a:lnTo>
                    <a:pt x="11335" y="19298"/>
                  </a:lnTo>
                  <a:lnTo>
                    <a:pt x="11122" y="19347"/>
                  </a:lnTo>
                  <a:lnTo>
                    <a:pt x="11014" y="19445"/>
                  </a:lnTo>
                  <a:lnTo>
                    <a:pt x="10160" y="20229"/>
                  </a:lnTo>
                  <a:lnTo>
                    <a:pt x="9732" y="20572"/>
                  </a:lnTo>
                  <a:lnTo>
                    <a:pt x="9411" y="20914"/>
                  </a:lnTo>
                  <a:lnTo>
                    <a:pt x="8449" y="20963"/>
                  </a:lnTo>
                  <a:lnTo>
                    <a:pt x="7379" y="20866"/>
                  </a:lnTo>
                  <a:lnTo>
                    <a:pt x="8020" y="20572"/>
                  </a:lnTo>
                  <a:lnTo>
                    <a:pt x="8554" y="20278"/>
                  </a:lnTo>
                  <a:lnTo>
                    <a:pt x="9090" y="19885"/>
                  </a:lnTo>
                  <a:lnTo>
                    <a:pt x="9516" y="19494"/>
                  </a:lnTo>
                  <a:lnTo>
                    <a:pt x="9732" y="19494"/>
                  </a:lnTo>
                  <a:lnTo>
                    <a:pt x="9836" y="19395"/>
                  </a:lnTo>
                  <a:lnTo>
                    <a:pt x="9944" y="19347"/>
                  </a:lnTo>
                  <a:lnTo>
                    <a:pt x="10052" y="19200"/>
                  </a:lnTo>
                  <a:lnTo>
                    <a:pt x="9944" y="19151"/>
                  </a:lnTo>
                  <a:lnTo>
                    <a:pt x="9944" y="19054"/>
                  </a:lnTo>
                  <a:lnTo>
                    <a:pt x="9732" y="19004"/>
                  </a:lnTo>
                  <a:lnTo>
                    <a:pt x="9411" y="18955"/>
                  </a:lnTo>
                  <a:lnTo>
                    <a:pt x="9195" y="18955"/>
                  </a:lnTo>
                  <a:lnTo>
                    <a:pt x="8874" y="19004"/>
                  </a:lnTo>
                  <a:lnTo>
                    <a:pt x="8554" y="19200"/>
                  </a:lnTo>
                  <a:lnTo>
                    <a:pt x="8020" y="19592"/>
                  </a:lnTo>
                  <a:lnTo>
                    <a:pt x="7271" y="20131"/>
                  </a:lnTo>
                  <a:lnTo>
                    <a:pt x="6522" y="20620"/>
                  </a:lnTo>
                  <a:lnTo>
                    <a:pt x="6417" y="20767"/>
                  </a:lnTo>
                  <a:lnTo>
                    <a:pt x="5560" y="20522"/>
                  </a:lnTo>
                  <a:lnTo>
                    <a:pt x="4705" y="20278"/>
                  </a:lnTo>
                  <a:lnTo>
                    <a:pt x="5131" y="20131"/>
                  </a:lnTo>
                  <a:lnTo>
                    <a:pt x="5455" y="19984"/>
                  </a:lnTo>
                  <a:lnTo>
                    <a:pt x="6522" y="19445"/>
                  </a:lnTo>
                  <a:lnTo>
                    <a:pt x="7484" y="18955"/>
                  </a:lnTo>
                  <a:lnTo>
                    <a:pt x="7912" y="18661"/>
                  </a:lnTo>
                  <a:lnTo>
                    <a:pt x="8128" y="18367"/>
                  </a:lnTo>
                  <a:lnTo>
                    <a:pt x="8128" y="18270"/>
                  </a:lnTo>
                  <a:lnTo>
                    <a:pt x="8020" y="18171"/>
                  </a:lnTo>
                  <a:lnTo>
                    <a:pt x="7700" y="18171"/>
                  </a:lnTo>
                  <a:lnTo>
                    <a:pt x="7058" y="18318"/>
                  </a:lnTo>
                  <a:lnTo>
                    <a:pt x="6522" y="18514"/>
                  </a:lnTo>
                  <a:lnTo>
                    <a:pt x="5667" y="19004"/>
                  </a:lnTo>
                  <a:lnTo>
                    <a:pt x="4598" y="19592"/>
                  </a:lnTo>
                  <a:lnTo>
                    <a:pt x="4385" y="19788"/>
                  </a:lnTo>
                  <a:lnTo>
                    <a:pt x="4169" y="20032"/>
                  </a:lnTo>
                  <a:lnTo>
                    <a:pt x="3315" y="19542"/>
                  </a:lnTo>
                  <a:lnTo>
                    <a:pt x="4277" y="19102"/>
                  </a:lnTo>
                  <a:lnTo>
                    <a:pt x="5131" y="18612"/>
                  </a:lnTo>
                  <a:lnTo>
                    <a:pt x="6737" y="17633"/>
                  </a:lnTo>
                  <a:lnTo>
                    <a:pt x="6737" y="17436"/>
                  </a:lnTo>
                  <a:lnTo>
                    <a:pt x="6522" y="17290"/>
                  </a:lnTo>
                  <a:lnTo>
                    <a:pt x="6417" y="17240"/>
                  </a:lnTo>
                  <a:lnTo>
                    <a:pt x="5988" y="17240"/>
                  </a:lnTo>
                  <a:lnTo>
                    <a:pt x="5775" y="17290"/>
                  </a:lnTo>
                  <a:lnTo>
                    <a:pt x="4169" y="18220"/>
                  </a:lnTo>
                  <a:lnTo>
                    <a:pt x="3528" y="18710"/>
                  </a:lnTo>
                  <a:lnTo>
                    <a:pt x="2886" y="19200"/>
                  </a:lnTo>
                  <a:lnTo>
                    <a:pt x="2458" y="18760"/>
                  </a:lnTo>
                  <a:lnTo>
                    <a:pt x="2032" y="18318"/>
                  </a:lnTo>
                  <a:lnTo>
                    <a:pt x="2994" y="17927"/>
                  </a:lnTo>
                  <a:lnTo>
                    <a:pt x="3956" y="17486"/>
                  </a:lnTo>
                  <a:lnTo>
                    <a:pt x="5455" y="16605"/>
                  </a:lnTo>
                  <a:lnTo>
                    <a:pt x="5560" y="16506"/>
                  </a:lnTo>
                  <a:lnTo>
                    <a:pt x="5560" y="16408"/>
                  </a:lnTo>
                  <a:lnTo>
                    <a:pt x="5455" y="16309"/>
                  </a:lnTo>
                  <a:lnTo>
                    <a:pt x="5347" y="16261"/>
                  </a:lnTo>
                  <a:lnTo>
                    <a:pt x="5131" y="16212"/>
                  </a:lnTo>
                  <a:lnTo>
                    <a:pt x="4918" y="16163"/>
                  </a:lnTo>
                  <a:lnTo>
                    <a:pt x="4705" y="16163"/>
                  </a:lnTo>
                  <a:lnTo>
                    <a:pt x="4490" y="16261"/>
                  </a:lnTo>
                  <a:lnTo>
                    <a:pt x="3102" y="16996"/>
                  </a:lnTo>
                  <a:lnTo>
                    <a:pt x="2353" y="17387"/>
                  </a:lnTo>
                  <a:lnTo>
                    <a:pt x="1816" y="17829"/>
                  </a:lnTo>
                  <a:lnTo>
                    <a:pt x="1711" y="17633"/>
                  </a:lnTo>
                  <a:lnTo>
                    <a:pt x="1603" y="17192"/>
                  </a:lnTo>
                  <a:lnTo>
                    <a:pt x="2245" y="16898"/>
                  </a:lnTo>
                  <a:lnTo>
                    <a:pt x="2994" y="16555"/>
                  </a:lnTo>
                  <a:lnTo>
                    <a:pt x="3848" y="16115"/>
                  </a:lnTo>
                  <a:lnTo>
                    <a:pt x="4277" y="15869"/>
                  </a:lnTo>
                  <a:lnTo>
                    <a:pt x="4385" y="15722"/>
                  </a:lnTo>
                  <a:lnTo>
                    <a:pt x="4385" y="15478"/>
                  </a:lnTo>
                  <a:lnTo>
                    <a:pt x="4277" y="15428"/>
                  </a:lnTo>
                  <a:lnTo>
                    <a:pt x="4064" y="15379"/>
                  </a:lnTo>
                  <a:lnTo>
                    <a:pt x="3956" y="15428"/>
                  </a:lnTo>
                  <a:lnTo>
                    <a:pt x="3423" y="15527"/>
                  </a:lnTo>
                  <a:lnTo>
                    <a:pt x="2994" y="15722"/>
                  </a:lnTo>
                  <a:lnTo>
                    <a:pt x="2245" y="16163"/>
                  </a:lnTo>
                  <a:lnTo>
                    <a:pt x="1496" y="16605"/>
                  </a:lnTo>
                  <a:lnTo>
                    <a:pt x="1496" y="15918"/>
                  </a:lnTo>
                  <a:lnTo>
                    <a:pt x="1816" y="15771"/>
                  </a:lnTo>
                  <a:lnTo>
                    <a:pt x="2137" y="15624"/>
                  </a:lnTo>
                  <a:lnTo>
                    <a:pt x="2353" y="15331"/>
                  </a:lnTo>
                  <a:lnTo>
                    <a:pt x="2886" y="15281"/>
                  </a:lnTo>
                  <a:lnTo>
                    <a:pt x="3315" y="15232"/>
                  </a:lnTo>
                  <a:lnTo>
                    <a:pt x="3635" y="15085"/>
                  </a:lnTo>
                  <a:lnTo>
                    <a:pt x="3956" y="14938"/>
                  </a:lnTo>
                  <a:lnTo>
                    <a:pt x="4277" y="14791"/>
                  </a:lnTo>
                  <a:lnTo>
                    <a:pt x="4385" y="14596"/>
                  </a:lnTo>
                  <a:lnTo>
                    <a:pt x="4385" y="14400"/>
                  </a:lnTo>
                  <a:lnTo>
                    <a:pt x="4277" y="14301"/>
                  </a:lnTo>
                  <a:lnTo>
                    <a:pt x="4064" y="14253"/>
                  </a:lnTo>
                  <a:lnTo>
                    <a:pt x="3423" y="14253"/>
                  </a:lnTo>
                  <a:lnTo>
                    <a:pt x="3207" y="14351"/>
                  </a:lnTo>
                  <a:lnTo>
                    <a:pt x="3102" y="14449"/>
                  </a:lnTo>
                  <a:lnTo>
                    <a:pt x="2994" y="14596"/>
                  </a:lnTo>
                  <a:lnTo>
                    <a:pt x="2778" y="14694"/>
                  </a:lnTo>
                  <a:lnTo>
                    <a:pt x="2458" y="14743"/>
                  </a:lnTo>
                  <a:lnTo>
                    <a:pt x="2032" y="14791"/>
                  </a:lnTo>
                  <a:lnTo>
                    <a:pt x="2566" y="14400"/>
                  </a:lnTo>
                  <a:lnTo>
                    <a:pt x="2778" y="14253"/>
                  </a:lnTo>
                  <a:lnTo>
                    <a:pt x="3207" y="14106"/>
                  </a:lnTo>
                  <a:lnTo>
                    <a:pt x="3528" y="13959"/>
                  </a:lnTo>
                  <a:lnTo>
                    <a:pt x="4064" y="13910"/>
                  </a:lnTo>
                  <a:lnTo>
                    <a:pt x="4490" y="13812"/>
                  </a:lnTo>
                  <a:lnTo>
                    <a:pt x="5026" y="13812"/>
                  </a:lnTo>
                  <a:lnTo>
                    <a:pt x="6096" y="13763"/>
                  </a:lnTo>
                  <a:lnTo>
                    <a:pt x="7058" y="13714"/>
                  </a:lnTo>
                  <a:lnTo>
                    <a:pt x="7912" y="13567"/>
                  </a:lnTo>
                  <a:lnTo>
                    <a:pt x="8769" y="13322"/>
                  </a:lnTo>
                  <a:lnTo>
                    <a:pt x="9411" y="12979"/>
                  </a:lnTo>
                  <a:lnTo>
                    <a:pt x="9944" y="12636"/>
                  </a:lnTo>
                  <a:lnTo>
                    <a:pt x="10373" y="12245"/>
                  </a:lnTo>
                  <a:lnTo>
                    <a:pt x="10801" y="11804"/>
                  </a:lnTo>
                  <a:lnTo>
                    <a:pt x="10801" y="11705"/>
                  </a:lnTo>
                  <a:lnTo>
                    <a:pt x="11443" y="11657"/>
                  </a:lnTo>
                  <a:lnTo>
                    <a:pt x="12084" y="11558"/>
                  </a:lnTo>
                  <a:lnTo>
                    <a:pt x="12726" y="11461"/>
                  </a:lnTo>
                  <a:lnTo>
                    <a:pt x="13367" y="11412"/>
                  </a:lnTo>
                  <a:close/>
                  <a:moveTo>
                    <a:pt x="9516" y="9992"/>
                  </a:moveTo>
                  <a:lnTo>
                    <a:pt x="8769" y="10090"/>
                  </a:lnTo>
                  <a:lnTo>
                    <a:pt x="8128" y="10286"/>
                  </a:lnTo>
                  <a:lnTo>
                    <a:pt x="7484" y="10481"/>
                  </a:lnTo>
                  <a:lnTo>
                    <a:pt x="7058" y="10677"/>
                  </a:lnTo>
                  <a:lnTo>
                    <a:pt x="6630" y="10922"/>
                  </a:lnTo>
                  <a:lnTo>
                    <a:pt x="6309" y="11167"/>
                  </a:lnTo>
                  <a:lnTo>
                    <a:pt x="6096" y="11461"/>
                  </a:lnTo>
                  <a:lnTo>
                    <a:pt x="5880" y="11020"/>
                  </a:lnTo>
                  <a:lnTo>
                    <a:pt x="5667" y="10580"/>
                  </a:lnTo>
                  <a:lnTo>
                    <a:pt x="5455" y="10481"/>
                  </a:lnTo>
                  <a:lnTo>
                    <a:pt x="5347" y="10481"/>
                  </a:lnTo>
                  <a:lnTo>
                    <a:pt x="5131" y="10530"/>
                  </a:lnTo>
                  <a:lnTo>
                    <a:pt x="4918" y="10677"/>
                  </a:lnTo>
                  <a:lnTo>
                    <a:pt x="4810" y="10824"/>
                  </a:lnTo>
                  <a:lnTo>
                    <a:pt x="4705" y="11167"/>
                  </a:lnTo>
                  <a:lnTo>
                    <a:pt x="4810" y="11558"/>
                  </a:lnTo>
                  <a:lnTo>
                    <a:pt x="5026" y="11902"/>
                  </a:lnTo>
                  <a:lnTo>
                    <a:pt x="5455" y="12294"/>
                  </a:lnTo>
                  <a:lnTo>
                    <a:pt x="5988" y="12588"/>
                  </a:lnTo>
                  <a:lnTo>
                    <a:pt x="6630" y="12832"/>
                  </a:lnTo>
                  <a:lnTo>
                    <a:pt x="7271" y="13029"/>
                  </a:lnTo>
                  <a:lnTo>
                    <a:pt x="6737" y="13126"/>
                  </a:lnTo>
                  <a:lnTo>
                    <a:pt x="6201" y="13176"/>
                  </a:lnTo>
                  <a:lnTo>
                    <a:pt x="4918" y="13176"/>
                  </a:lnTo>
                  <a:lnTo>
                    <a:pt x="4277" y="13225"/>
                  </a:lnTo>
                  <a:lnTo>
                    <a:pt x="3635" y="13273"/>
                  </a:lnTo>
                  <a:lnTo>
                    <a:pt x="3102" y="13372"/>
                  </a:lnTo>
                  <a:lnTo>
                    <a:pt x="2566" y="13519"/>
                  </a:lnTo>
                  <a:lnTo>
                    <a:pt x="1711" y="13861"/>
                  </a:lnTo>
                  <a:lnTo>
                    <a:pt x="1283" y="14057"/>
                  </a:lnTo>
                  <a:lnTo>
                    <a:pt x="962" y="14301"/>
                  </a:lnTo>
                  <a:lnTo>
                    <a:pt x="641" y="14596"/>
                  </a:lnTo>
                  <a:lnTo>
                    <a:pt x="426" y="14841"/>
                  </a:lnTo>
                  <a:lnTo>
                    <a:pt x="105" y="15478"/>
                  </a:lnTo>
                  <a:lnTo>
                    <a:pt x="0" y="16115"/>
                  </a:lnTo>
                  <a:lnTo>
                    <a:pt x="0" y="16751"/>
                  </a:lnTo>
                  <a:lnTo>
                    <a:pt x="213" y="17387"/>
                  </a:lnTo>
                  <a:lnTo>
                    <a:pt x="426" y="17976"/>
                  </a:lnTo>
                  <a:lnTo>
                    <a:pt x="749" y="18564"/>
                  </a:lnTo>
                  <a:lnTo>
                    <a:pt x="1175" y="19054"/>
                  </a:lnTo>
                  <a:lnTo>
                    <a:pt x="1711" y="19592"/>
                  </a:lnTo>
                  <a:lnTo>
                    <a:pt x="2458" y="20082"/>
                  </a:lnTo>
                  <a:lnTo>
                    <a:pt x="3207" y="20473"/>
                  </a:lnTo>
                  <a:lnTo>
                    <a:pt x="4169" y="20866"/>
                  </a:lnTo>
                  <a:lnTo>
                    <a:pt x="5131" y="21159"/>
                  </a:lnTo>
                  <a:lnTo>
                    <a:pt x="6309" y="21404"/>
                  </a:lnTo>
                  <a:lnTo>
                    <a:pt x="7484" y="21551"/>
                  </a:lnTo>
                  <a:lnTo>
                    <a:pt x="8128" y="21600"/>
                  </a:lnTo>
                  <a:lnTo>
                    <a:pt x="8769" y="21600"/>
                  </a:lnTo>
                  <a:lnTo>
                    <a:pt x="10160" y="21551"/>
                  </a:lnTo>
                  <a:lnTo>
                    <a:pt x="11443" y="21404"/>
                  </a:lnTo>
                  <a:lnTo>
                    <a:pt x="12618" y="21209"/>
                  </a:lnTo>
                  <a:lnTo>
                    <a:pt x="13688" y="20963"/>
                  </a:lnTo>
                  <a:lnTo>
                    <a:pt x="14865" y="20719"/>
                  </a:lnTo>
                  <a:lnTo>
                    <a:pt x="15828" y="20425"/>
                  </a:lnTo>
                  <a:lnTo>
                    <a:pt x="16361" y="20229"/>
                  </a:lnTo>
                  <a:lnTo>
                    <a:pt x="16682" y="20032"/>
                  </a:lnTo>
                  <a:lnTo>
                    <a:pt x="18393" y="19347"/>
                  </a:lnTo>
                  <a:lnTo>
                    <a:pt x="19142" y="19054"/>
                  </a:lnTo>
                  <a:lnTo>
                    <a:pt x="19571" y="18907"/>
                  </a:lnTo>
                  <a:lnTo>
                    <a:pt x="19784" y="18710"/>
                  </a:lnTo>
                  <a:lnTo>
                    <a:pt x="20317" y="18270"/>
                  </a:lnTo>
                  <a:lnTo>
                    <a:pt x="20746" y="17780"/>
                  </a:lnTo>
                  <a:lnTo>
                    <a:pt x="21066" y="17290"/>
                  </a:lnTo>
                  <a:lnTo>
                    <a:pt x="21279" y="16849"/>
                  </a:lnTo>
                  <a:lnTo>
                    <a:pt x="21495" y="16359"/>
                  </a:lnTo>
                  <a:lnTo>
                    <a:pt x="21600" y="15869"/>
                  </a:lnTo>
                  <a:lnTo>
                    <a:pt x="21600" y="15379"/>
                  </a:lnTo>
                  <a:lnTo>
                    <a:pt x="21495" y="14890"/>
                  </a:lnTo>
                  <a:lnTo>
                    <a:pt x="21387" y="14400"/>
                  </a:lnTo>
                  <a:lnTo>
                    <a:pt x="21174" y="13910"/>
                  </a:lnTo>
                  <a:lnTo>
                    <a:pt x="20854" y="13519"/>
                  </a:lnTo>
                  <a:lnTo>
                    <a:pt x="20425" y="13077"/>
                  </a:lnTo>
                  <a:lnTo>
                    <a:pt x="19997" y="12735"/>
                  </a:lnTo>
                  <a:lnTo>
                    <a:pt x="19463" y="12342"/>
                  </a:lnTo>
                  <a:lnTo>
                    <a:pt x="18822" y="11999"/>
                  </a:lnTo>
                  <a:lnTo>
                    <a:pt x="18180" y="11705"/>
                  </a:lnTo>
                  <a:lnTo>
                    <a:pt x="17431" y="11461"/>
                  </a:lnTo>
                  <a:lnTo>
                    <a:pt x="16574" y="11217"/>
                  </a:lnTo>
                  <a:lnTo>
                    <a:pt x="15720" y="11070"/>
                  </a:lnTo>
                  <a:lnTo>
                    <a:pt x="14865" y="10922"/>
                  </a:lnTo>
                  <a:lnTo>
                    <a:pt x="13900" y="10873"/>
                  </a:lnTo>
                  <a:lnTo>
                    <a:pt x="13046" y="10873"/>
                  </a:lnTo>
                  <a:lnTo>
                    <a:pt x="12297" y="10922"/>
                  </a:lnTo>
                  <a:lnTo>
                    <a:pt x="11443" y="11070"/>
                  </a:lnTo>
                  <a:lnTo>
                    <a:pt x="11122" y="11167"/>
                  </a:lnTo>
                  <a:lnTo>
                    <a:pt x="10801" y="11265"/>
                  </a:lnTo>
                  <a:lnTo>
                    <a:pt x="10586" y="11412"/>
                  </a:lnTo>
                  <a:lnTo>
                    <a:pt x="10373" y="11558"/>
                  </a:lnTo>
                  <a:lnTo>
                    <a:pt x="10373" y="11608"/>
                  </a:lnTo>
                  <a:lnTo>
                    <a:pt x="10265" y="11657"/>
                  </a:lnTo>
                  <a:lnTo>
                    <a:pt x="10160" y="11705"/>
                  </a:lnTo>
                  <a:lnTo>
                    <a:pt x="9303" y="12245"/>
                  </a:lnTo>
                  <a:lnTo>
                    <a:pt x="8769" y="12489"/>
                  </a:lnTo>
                  <a:lnTo>
                    <a:pt x="8233" y="12735"/>
                  </a:lnTo>
                  <a:lnTo>
                    <a:pt x="8128" y="12636"/>
                  </a:lnTo>
                  <a:lnTo>
                    <a:pt x="7163" y="12245"/>
                  </a:lnTo>
                  <a:lnTo>
                    <a:pt x="6842" y="12049"/>
                  </a:lnTo>
                  <a:lnTo>
                    <a:pt x="6417" y="11852"/>
                  </a:lnTo>
                  <a:lnTo>
                    <a:pt x="6630" y="11852"/>
                  </a:lnTo>
                  <a:lnTo>
                    <a:pt x="6737" y="11804"/>
                  </a:lnTo>
                  <a:lnTo>
                    <a:pt x="7379" y="11804"/>
                  </a:lnTo>
                  <a:lnTo>
                    <a:pt x="7912" y="11755"/>
                  </a:lnTo>
                  <a:lnTo>
                    <a:pt x="8449" y="11657"/>
                  </a:lnTo>
                  <a:lnTo>
                    <a:pt x="8874" y="11510"/>
                  </a:lnTo>
                  <a:lnTo>
                    <a:pt x="9516" y="11314"/>
                  </a:lnTo>
                  <a:lnTo>
                    <a:pt x="10160" y="11020"/>
                  </a:lnTo>
                  <a:lnTo>
                    <a:pt x="10694" y="10727"/>
                  </a:lnTo>
                  <a:lnTo>
                    <a:pt x="11122" y="10433"/>
                  </a:lnTo>
                  <a:lnTo>
                    <a:pt x="11227" y="10334"/>
                  </a:lnTo>
                  <a:lnTo>
                    <a:pt x="11227" y="10236"/>
                  </a:lnTo>
                  <a:lnTo>
                    <a:pt x="11014" y="10090"/>
                  </a:lnTo>
                  <a:lnTo>
                    <a:pt x="10694" y="9992"/>
                  </a:lnTo>
                  <a:lnTo>
                    <a:pt x="10481" y="9992"/>
                  </a:lnTo>
                  <a:lnTo>
                    <a:pt x="10265" y="10040"/>
                  </a:lnTo>
                  <a:lnTo>
                    <a:pt x="9944" y="9992"/>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A4C2F4"/>
                  </a:solidFill>
                </a:defRPr>
              </a:pPr>
            </a:p>
          </p:txBody>
        </p:sp>
        <p:sp>
          <p:nvSpPr>
            <p:cNvPr id="770" name="Google Shape;297;p5"/>
            <p:cNvSpPr/>
            <p:nvPr/>
          </p:nvSpPr>
          <p:spPr>
            <a:xfrm>
              <a:off x="1057650" y="1502738"/>
              <a:ext cx="482716" cy="5918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522" y="5224"/>
                  </a:moveTo>
                  <a:lnTo>
                    <a:pt x="16065" y="5754"/>
                  </a:lnTo>
                  <a:lnTo>
                    <a:pt x="15847" y="5754"/>
                  </a:lnTo>
                  <a:lnTo>
                    <a:pt x="15847" y="5666"/>
                  </a:lnTo>
                  <a:lnTo>
                    <a:pt x="15793" y="5577"/>
                  </a:lnTo>
                  <a:lnTo>
                    <a:pt x="15739" y="5577"/>
                  </a:lnTo>
                  <a:lnTo>
                    <a:pt x="15685" y="5489"/>
                  </a:lnTo>
                  <a:lnTo>
                    <a:pt x="15630" y="5444"/>
                  </a:lnTo>
                  <a:lnTo>
                    <a:pt x="15467" y="5400"/>
                  </a:lnTo>
                  <a:lnTo>
                    <a:pt x="15304" y="5444"/>
                  </a:lnTo>
                  <a:lnTo>
                    <a:pt x="15250" y="5489"/>
                  </a:lnTo>
                  <a:lnTo>
                    <a:pt x="15196" y="5577"/>
                  </a:lnTo>
                  <a:lnTo>
                    <a:pt x="15196" y="5666"/>
                  </a:lnTo>
                  <a:lnTo>
                    <a:pt x="14871" y="5577"/>
                  </a:lnTo>
                  <a:lnTo>
                    <a:pt x="15522" y="5224"/>
                  </a:lnTo>
                  <a:close/>
                  <a:moveTo>
                    <a:pt x="10203" y="4160"/>
                  </a:moveTo>
                  <a:lnTo>
                    <a:pt x="10420" y="4205"/>
                  </a:lnTo>
                  <a:lnTo>
                    <a:pt x="10691" y="4250"/>
                  </a:lnTo>
                  <a:lnTo>
                    <a:pt x="10909" y="4338"/>
                  </a:lnTo>
                  <a:lnTo>
                    <a:pt x="11071" y="4471"/>
                  </a:lnTo>
                  <a:lnTo>
                    <a:pt x="11126" y="4603"/>
                  </a:lnTo>
                  <a:lnTo>
                    <a:pt x="11126" y="4693"/>
                  </a:lnTo>
                  <a:lnTo>
                    <a:pt x="11071" y="4825"/>
                  </a:lnTo>
                  <a:lnTo>
                    <a:pt x="11017" y="4958"/>
                  </a:lnTo>
                  <a:lnTo>
                    <a:pt x="10746" y="5179"/>
                  </a:lnTo>
                  <a:lnTo>
                    <a:pt x="10583" y="5356"/>
                  </a:lnTo>
                  <a:lnTo>
                    <a:pt x="10258" y="5710"/>
                  </a:lnTo>
                  <a:lnTo>
                    <a:pt x="9932" y="5975"/>
                  </a:lnTo>
                  <a:lnTo>
                    <a:pt x="9607" y="6153"/>
                  </a:lnTo>
                  <a:lnTo>
                    <a:pt x="9444" y="6197"/>
                  </a:lnTo>
                  <a:lnTo>
                    <a:pt x="9335" y="6197"/>
                  </a:lnTo>
                  <a:lnTo>
                    <a:pt x="9226" y="6108"/>
                  </a:lnTo>
                  <a:lnTo>
                    <a:pt x="9172" y="6020"/>
                  </a:lnTo>
                  <a:lnTo>
                    <a:pt x="9117" y="5799"/>
                  </a:lnTo>
                  <a:lnTo>
                    <a:pt x="9117" y="5002"/>
                  </a:lnTo>
                  <a:lnTo>
                    <a:pt x="9064" y="4338"/>
                  </a:lnTo>
                  <a:lnTo>
                    <a:pt x="9280" y="4250"/>
                  </a:lnTo>
                  <a:lnTo>
                    <a:pt x="9497" y="4205"/>
                  </a:lnTo>
                  <a:lnTo>
                    <a:pt x="9715" y="4160"/>
                  </a:lnTo>
                  <a:close/>
                  <a:moveTo>
                    <a:pt x="9552" y="3762"/>
                  </a:moveTo>
                  <a:lnTo>
                    <a:pt x="9226" y="3852"/>
                  </a:lnTo>
                  <a:lnTo>
                    <a:pt x="8901" y="3940"/>
                  </a:lnTo>
                  <a:lnTo>
                    <a:pt x="8629" y="4072"/>
                  </a:lnTo>
                  <a:lnTo>
                    <a:pt x="8466" y="4293"/>
                  </a:lnTo>
                  <a:lnTo>
                    <a:pt x="8466" y="4383"/>
                  </a:lnTo>
                  <a:lnTo>
                    <a:pt x="8521" y="4426"/>
                  </a:lnTo>
                  <a:lnTo>
                    <a:pt x="8575" y="4471"/>
                  </a:lnTo>
                  <a:lnTo>
                    <a:pt x="8683" y="4471"/>
                  </a:lnTo>
                  <a:lnTo>
                    <a:pt x="8846" y="4426"/>
                  </a:lnTo>
                  <a:lnTo>
                    <a:pt x="8792" y="5091"/>
                  </a:lnTo>
                  <a:lnTo>
                    <a:pt x="8792" y="5975"/>
                  </a:lnTo>
                  <a:lnTo>
                    <a:pt x="8846" y="6153"/>
                  </a:lnTo>
                  <a:lnTo>
                    <a:pt x="8954" y="6285"/>
                  </a:lnTo>
                  <a:lnTo>
                    <a:pt x="9117" y="6418"/>
                  </a:lnTo>
                  <a:lnTo>
                    <a:pt x="9226" y="6507"/>
                  </a:lnTo>
                  <a:lnTo>
                    <a:pt x="9660" y="6507"/>
                  </a:lnTo>
                  <a:lnTo>
                    <a:pt x="9932" y="6373"/>
                  </a:lnTo>
                  <a:lnTo>
                    <a:pt x="10203" y="6197"/>
                  </a:lnTo>
                  <a:lnTo>
                    <a:pt x="10691" y="5799"/>
                  </a:lnTo>
                  <a:lnTo>
                    <a:pt x="11017" y="5444"/>
                  </a:lnTo>
                  <a:lnTo>
                    <a:pt x="11234" y="5224"/>
                  </a:lnTo>
                  <a:lnTo>
                    <a:pt x="11452" y="5046"/>
                  </a:lnTo>
                  <a:lnTo>
                    <a:pt x="11560" y="4781"/>
                  </a:lnTo>
                  <a:lnTo>
                    <a:pt x="11614" y="4648"/>
                  </a:lnTo>
                  <a:lnTo>
                    <a:pt x="11614" y="4515"/>
                  </a:lnTo>
                  <a:lnTo>
                    <a:pt x="11505" y="4338"/>
                  </a:lnTo>
                  <a:lnTo>
                    <a:pt x="11342" y="4160"/>
                  </a:lnTo>
                  <a:lnTo>
                    <a:pt x="11126" y="3984"/>
                  </a:lnTo>
                  <a:lnTo>
                    <a:pt x="10909" y="3895"/>
                  </a:lnTo>
                  <a:lnTo>
                    <a:pt x="10637" y="3807"/>
                  </a:lnTo>
                  <a:lnTo>
                    <a:pt x="10311" y="3762"/>
                  </a:lnTo>
                  <a:close/>
                  <a:moveTo>
                    <a:pt x="4125" y="4250"/>
                  </a:moveTo>
                  <a:lnTo>
                    <a:pt x="4341" y="4426"/>
                  </a:lnTo>
                  <a:lnTo>
                    <a:pt x="4559" y="4560"/>
                  </a:lnTo>
                  <a:lnTo>
                    <a:pt x="5102" y="4736"/>
                  </a:lnTo>
                  <a:lnTo>
                    <a:pt x="5372" y="4825"/>
                  </a:lnTo>
                  <a:lnTo>
                    <a:pt x="5427" y="4913"/>
                  </a:lnTo>
                  <a:lnTo>
                    <a:pt x="5482" y="5002"/>
                  </a:lnTo>
                  <a:lnTo>
                    <a:pt x="5482" y="5091"/>
                  </a:lnTo>
                  <a:lnTo>
                    <a:pt x="5535" y="5134"/>
                  </a:lnTo>
                  <a:lnTo>
                    <a:pt x="5590" y="5179"/>
                  </a:lnTo>
                  <a:lnTo>
                    <a:pt x="5698" y="5224"/>
                  </a:lnTo>
                  <a:lnTo>
                    <a:pt x="5970" y="5312"/>
                  </a:lnTo>
                  <a:lnTo>
                    <a:pt x="6241" y="5400"/>
                  </a:lnTo>
                  <a:lnTo>
                    <a:pt x="6513" y="5534"/>
                  </a:lnTo>
                  <a:lnTo>
                    <a:pt x="6729" y="5666"/>
                  </a:lnTo>
                  <a:lnTo>
                    <a:pt x="7164" y="6065"/>
                  </a:lnTo>
                  <a:lnTo>
                    <a:pt x="7544" y="6418"/>
                  </a:lnTo>
                  <a:lnTo>
                    <a:pt x="7056" y="6463"/>
                  </a:lnTo>
                  <a:lnTo>
                    <a:pt x="6621" y="6463"/>
                  </a:lnTo>
                  <a:lnTo>
                    <a:pt x="5644" y="6418"/>
                  </a:lnTo>
                  <a:lnTo>
                    <a:pt x="5156" y="6418"/>
                  </a:lnTo>
                  <a:lnTo>
                    <a:pt x="4668" y="6507"/>
                  </a:lnTo>
                  <a:lnTo>
                    <a:pt x="4396" y="6595"/>
                  </a:lnTo>
                  <a:lnTo>
                    <a:pt x="4125" y="6728"/>
                  </a:lnTo>
                  <a:lnTo>
                    <a:pt x="3853" y="6816"/>
                  </a:lnTo>
                  <a:lnTo>
                    <a:pt x="3690" y="6861"/>
                  </a:lnTo>
                  <a:lnTo>
                    <a:pt x="3474" y="6861"/>
                  </a:lnTo>
                  <a:lnTo>
                    <a:pt x="3419" y="6906"/>
                  </a:lnTo>
                  <a:lnTo>
                    <a:pt x="3365" y="6994"/>
                  </a:lnTo>
                  <a:lnTo>
                    <a:pt x="3365" y="7038"/>
                  </a:lnTo>
                  <a:lnTo>
                    <a:pt x="3474" y="8056"/>
                  </a:lnTo>
                  <a:lnTo>
                    <a:pt x="3147" y="7835"/>
                  </a:lnTo>
                  <a:lnTo>
                    <a:pt x="2822" y="7702"/>
                  </a:lnTo>
                  <a:lnTo>
                    <a:pt x="2822" y="7392"/>
                  </a:lnTo>
                  <a:lnTo>
                    <a:pt x="2714" y="7126"/>
                  </a:lnTo>
                  <a:lnTo>
                    <a:pt x="2551" y="6994"/>
                  </a:lnTo>
                  <a:lnTo>
                    <a:pt x="2333" y="6906"/>
                  </a:lnTo>
                  <a:lnTo>
                    <a:pt x="1900" y="6816"/>
                  </a:lnTo>
                  <a:lnTo>
                    <a:pt x="1628" y="6816"/>
                  </a:lnTo>
                  <a:lnTo>
                    <a:pt x="1357" y="6861"/>
                  </a:lnTo>
                  <a:lnTo>
                    <a:pt x="1628" y="6463"/>
                  </a:lnTo>
                  <a:lnTo>
                    <a:pt x="1900" y="6065"/>
                  </a:lnTo>
                  <a:lnTo>
                    <a:pt x="2171" y="5710"/>
                  </a:lnTo>
                  <a:lnTo>
                    <a:pt x="2496" y="5356"/>
                  </a:lnTo>
                  <a:lnTo>
                    <a:pt x="2876" y="5046"/>
                  </a:lnTo>
                  <a:lnTo>
                    <a:pt x="3256" y="4781"/>
                  </a:lnTo>
                  <a:lnTo>
                    <a:pt x="3690" y="4515"/>
                  </a:lnTo>
                  <a:lnTo>
                    <a:pt x="4125" y="4250"/>
                  </a:lnTo>
                  <a:close/>
                  <a:moveTo>
                    <a:pt x="15739" y="9074"/>
                  </a:moveTo>
                  <a:lnTo>
                    <a:pt x="16336" y="9295"/>
                  </a:lnTo>
                  <a:lnTo>
                    <a:pt x="16771" y="9472"/>
                  </a:lnTo>
                  <a:lnTo>
                    <a:pt x="16987" y="9561"/>
                  </a:lnTo>
                  <a:lnTo>
                    <a:pt x="17204" y="9605"/>
                  </a:lnTo>
                  <a:lnTo>
                    <a:pt x="17096" y="9960"/>
                  </a:lnTo>
                  <a:lnTo>
                    <a:pt x="16607" y="9782"/>
                  </a:lnTo>
                  <a:lnTo>
                    <a:pt x="16118" y="9605"/>
                  </a:lnTo>
                  <a:lnTo>
                    <a:pt x="15956" y="9517"/>
                  </a:lnTo>
                  <a:lnTo>
                    <a:pt x="15739" y="9074"/>
                  </a:lnTo>
                  <a:close/>
                  <a:moveTo>
                    <a:pt x="15196" y="9738"/>
                  </a:moveTo>
                  <a:lnTo>
                    <a:pt x="15359" y="9827"/>
                  </a:lnTo>
                  <a:lnTo>
                    <a:pt x="15577" y="9915"/>
                  </a:lnTo>
                  <a:lnTo>
                    <a:pt x="15630" y="10048"/>
                  </a:lnTo>
                  <a:lnTo>
                    <a:pt x="15685" y="10136"/>
                  </a:lnTo>
                  <a:lnTo>
                    <a:pt x="15847" y="10180"/>
                  </a:lnTo>
                  <a:lnTo>
                    <a:pt x="16173" y="10268"/>
                  </a:lnTo>
                  <a:lnTo>
                    <a:pt x="16336" y="10313"/>
                  </a:lnTo>
                  <a:lnTo>
                    <a:pt x="16336" y="10446"/>
                  </a:lnTo>
                  <a:lnTo>
                    <a:pt x="16390" y="10535"/>
                  </a:lnTo>
                  <a:lnTo>
                    <a:pt x="16498" y="10623"/>
                  </a:lnTo>
                  <a:lnTo>
                    <a:pt x="16771" y="10668"/>
                  </a:lnTo>
                  <a:lnTo>
                    <a:pt x="16498" y="11154"/>
                  </a:lnTo>
                  <a:lnTo>
                    <a:pt x="16390" y="11066"/>
                  </a:lnTo>
                  <a:lnTo>
                    <a:pt x="15685" y="10579"/>
                  </a:lnTo>
                  <a:lnTo>
                    <a:pt x="15685" y="10313"/>
                  </a:lnTo>
                  <a:lnTo>
                    <a:pt x="15630" y="10092"/>
                  </a:lnTo>
                  <a:lnTo>
                    <a:pt x="15522" y="9960"/>
                  </a:lnTo>
                  <a:lnTo>
                    <a:pt x="15304" y="9870"/>
                  </a:lnTo>
                  <a:lnTo>
                    <a:pt x="15196" y="9738"/>
                  </a:lnTo>
                  <a:close/>
                  <a:moveTo>
                    <a:pt x="13514" y="5799"/>
                  </a:moveTo>
                  <a:lnTo>
                    <a:pt x="14056" y="5843"/>
                  </a:lnTo>
                  <a:lnTo>
                    <a:pt x="14165" y="5887"/>
                  </a:lnTo>
                  <a:lnTo>
                    <a:pt x="14219" y="5843"/>
                  </a:lnTo>
                  <a:lnTo>
                    <a:pt x="14653" y="5932"/>
                  </a:lnTo>
                  <a:lnTo>
                    <a:pt x="15087" y="6065"/>
                  </a:lnTo>
                  <a:lnTo>
                    <a:pt x="14816" y="6330"/>
                  </a:lnTo>
                  <a:lnTo>
                    <a:pt x="14816" y="6418"/>
                  </a:lnTo>
                  <a:lnTo>
                    <a:pt x="14871" y="6507"/>
                  </a:lnTo>
                  <a:lnTo>
                    <a:pt x="14979" y="6551"/>
                  </a:lnTo>
                  <a:lnTo>
                    <a:pt x="15087" y="6551"/>
                  </a:lnTo>
                  <a:lnTo>
                    <a:pt x="15413" y="6418"/>
                  </a:lnTo>
                  <a:lnTo>
                    <a:pt x="15739" y="6330"/>
                  </a:lnTo>
                  <a:lnTo>
                    <a:pt x="16065" y="6285"/>
                  </a:lnTo>
                  <a:lnTo>
                    <a:pt x="16444" y="6241"/>
                  </a:lnTo>
                  <a:lnTo>
                    <a:pt x="16771" y="6773"/>
                  </a:lnTo>
                  <a:lnTo>
                    <a:pt x="16065" y="6906"/>
                  </a:lnTo>
                  <a:lnTo>
                    <a:pt x="15685" y="6994"/>
                  </a:lnTo>
                  <a:lnTo>
                    <a:pt x="15359" y="7126"/>
                  </a:lnTo>
                  <a:lnTo>
                    <a:pt x="15304" y="7171"/>
                  </a:lnTo>
                  <a:lnTo>
                    <a:pt x="15304" y="7259"/>
                  </a:lnTo>
                  <a:lnTo>
                    <a:pt x="15359" y="7304"/>
                  </a:lnTo>
                  <a:lnTo>
                    <a:pt x="15739" y="7392"/>
                  </a:lnTo>
                  <a:lnTo>
                    <a:pt x="16173" y="7392"/>
                  </a:lnTo>
                  <a:lnTo>
                    <a:pt x="16607" y="7347"/>
                  </a:lnTo>
                  <a:lnTo>
                    <a:pt x="16987" y="7259"/>
                  </a:lnTo>
                  <a:lnTo>
                    <a:pt x="17204" y="7923"/>
                  </a:lnTo>
                  <a:lnTo>
                    <a:pt x="17259" y="8012"/>
                  </a:lnTo>
                  <a:lnTo>
                    <a:pt x="16661" y="7879"/>
                  </a:lnTo>
                  <a:lnTo>
                    <a:pt x="16173" y="7790"/>
                  </a:lnTo>
                  <a:lnTo>
                    <a:pt x="15902" y="7747"/>
                  </a:lnTo>
                  <a:lnTo>
                    <a:pt x="15630" y="7790"/>
                  </a:lnTo>
                  <a:lnTo>
                    <a:pt x="15577" y="7790"/>
                  </a:lnTo>
                  <a:lnTo>
                    <a:pt x="15630" y="7879"/>
                  </a:lnTo>
                  <a:lnTo>
                    <a:pt x="15847" y="8012"/>
                  </a:lnTo>
                  <a:lnTo>
                    <a:pt x="16118" y="8145"/>
                  </a:lnTo>
                  <a:lnTo>
                    <a:pt x="16771" y="8366"/>
                  </a:lnTo>
                  <a:lnTo>
                    <a:pt x="17312" y="8498"/>
                  </a:lnTo>
                  <a:lnTo>
                    <a:pt x="17259" y="9162"/>
                  </a:lnTo>
                  <a:lnTo>
                    <a:pt x="16987" y="9074"/>
                  </a:lnTo>
                  <a:lnTo>
                    <a:pt x="16716" y="8986"/>
                  </a:lnTo>
                  <a:lnTo>
                    <a:pt x="15956" y="8720"/>
                  </a:lnTo>
                  <a:lnTo>
                    <a:pt x="15577" y="8631"/>
                  </a:lnTo>
                  <a:lnTo>
                    <a:pt x="15142" y="8588"/>
                  </a:lnTo>
                  <a:lnTo>
                    <a:pt x="15087" y="8588"/>
                  </a:lnTo>
                  <a:lnTo>
                    <a:pt x="15087" y="8720"/>
                  </a:lnTo>
                  <a:lnTo>
                    <a:pt x="15522" y="8941"/>
                  </a:lnTo>
                  <a:lnTo>
                    <a:pt x="15413" y="8986"/>
                  </a:lnTo>
                  <a:lnTo>
                    <a:pt x="14816" y="9162"/>
                  </a:lnTo>
                  <a:lnTo>
                    <a:pt x="14653" y="9029"/>
                  </a:lnTo>
                  <a:lnTo>
                    <a:pt x="14545" y="8986"/>
                  </a:lnTo>
                  <a:lnTo>
                    <a:pt x="14491" y="9029"/>
                  </a:lnTo>
                  <a:lnTo>
                    <a:pt x="14436" y="9074"/>
                  </a:lnTo>
                  <a:lnTo>
                    <a:pt x="14383" y="9119"/>
                  </a:lnTo>
                  <a:lnTo>
                    <a:pt x="14383" y="9295"/>
                  </a:lnTo>
                  <a:lnTo>
                    <a:pt x="14328" y="9339"/>
                  </a:lnTo>
                  <a:lnTo>
                    <a:pt x="14328" y="9427"/>
                  </a:lnTo>
                  <a:lnTo>
                    <a:pt x="14383" y="9561"/>
                  </a:lnTo>
                  <a:lnTo>
                    <a:pt x="14708" y="9870"/>
                  </a:lnTo>
                  <a:lnTo>
                    <a:pt x="14219" y="9605"/>
                  </a:lnTo>
                  <a:lnTo>
                    <a:pt x="13730" y="9384"/>
                  </a:lnTo>
                  <a:lnTo>
                    <a:pt x="13677" y="9384"/>
                  </a:lnTo>
                  <a:lnTo>
                    <a:pt x="13622" y="9427"/>
                  </a:lnTo>
                  <a:lnTo>
                    <a:pt x="13568" y="9472"/>
                  </a:lnTo>
                  <a:lnTo>
                    <a:pt x="13568" y="9561"/>
                  </a:lnTo>
                  <a:lnTo>
                    <a:pt x="13893" y="9870"/>
                  </a:lnTo>
                  <a:lnTo>
                    <a:pt x="14273" y="10180"/>
                  </a:lnTo>
                  <a:lnTo>
                    <a:pt x="15034" y="10711"/>
                  </a:lnTo>
                  <a:lnTo>
                    <a:pt x="15142" y="10801"/>
                  </a:lnTo>
                  <a:lnTo>
                    <a:pt x="15034" y="11021"/>
                  </a:lnTo>
                  <a:lnTo>
                    <a:pt x="14871" y="11242"/>
                  </a:lnTo>
                  <a:lnTo>
                    <a:pt x="14653" y="11332"/>
                  </a:lnTo>
                  <a:lnTo>
                    <a:pt x="14545" y="11287"/>
                  </a:lnTo>
                  <a:lnTo>
                    <a:pt x="13948" y="10977"/>
                  </a:lnTo>
                  <a:lnTo>
                    <a:pt x="13785" y="10756"/>
                  </a:lnTo>
                  <a:lnTo>
                    <a:pt x="13568" y="10490"/>
                  </a:lnTo>
                  <a:lnTo>
                    <a:pt x="13242" y="10313"/>
                  </a:lnTo>
                  <a:lnTo>
                    <a:pt x="12971" y="10136"/>
                  </a:lnTo>
                  <a:lnTo>
                    <a:pt x="12808" y="10003"/>
                  </a:lnTo>
                  <a:lnTo>
                    <a:pt x="12646" y="9782"/>
                  </a:lnTo>
                  <a:lnTo>
                    <a:pt x="12591" y="9517"/>
                  </a:lnTo>
                  <a:lnTo>
                    <a:pt x="12536" y="9517"/>
                  </a:lnTo>
                  <a:lnTo>
                    <a:pt x="12536" y="9384"/>
                  </a:lnTo>
                  <a:lnTo>
                    <a:pt x="12483" y="9339"/>
                  </a:lnTo>
                  <a:lnTo>
                    <a:pt x="12374" y="9339"/>
                  </a:lnTo>
                  <a:lnTo>
                    <a:pt x="11668" y="9251"/>
                  </a:lnTo>
                  <a:lnTo>
                    <a:pt x="10909" y="9207"/>
                  </a:lnTo>
                  <a:lnTo>
                    <a:pt x="10529" y="9207"/>
                  </a:lnTo>
                  <a:lnTo>
                    <a:pt x="10148" y="9251"/>
                  </a:lnTo>
                  <a:lnTo>
                    <a:pt x="9823" y="9339"/>
                  </a:lnTo>
                  <a:lnTo>
                    <a:pt x="9552" y="9517"/>
                  </a:lnTo>
                  <a:lnTo>
                    <a:pt x="9444" y="9384"/>
                  </a:lnTo>
                  <a:lnTo>
                    <a:pt x="9389" y="9295"/>
                  </a:lnTo>
                  <a:lnTo>
                    <a:pt x="9444" y="9207"/>
                  </a:lnTo>
                  <a:lnTo>
                    <a:pt x="9497" y="9119"/>
                  </a:lnTo>
                  <a:lnTo>
                    <a:pt x="9769" y="8941"/>
                  </a:lnTo>
                  <a:lnTo>
                    <a:pt x="10040" y="8853"/>
                  </a:lnTo>
                  <a:lnTo>
                    <a:pt x="10474" y="8808"/>
                  </a:lnTo>
                  <a:lnTo>
                    <a:pt x="10909" y="8720"/>
                  </a:lnTo>
                  <a:lnTo>
                    <a:pt x="11126" y="8631"/>
                  </a:lnTo>
                  <a:lnTo>
                    <a:pt x="11397" y="8454"/>
                  </a:lnTo>
                  <a:lnTo>
                    <a:pt x="11452" y="8321"/>
                  </a:lnTo>
                  <a:lnTo>
                    <a:pt x="11505" y="8233"/>
                  </a:lnTo>
                  <a:lnTo>
                    <a:pt x="11452" y="8145"/>
                  </a:lnTo>
                  <a:lnTo>
                    <a:pt x="11342" y="8056"/>
                  </a:lnTo>
                  <a:lnTo>
                    <a:pt x="11234" y="7967"/>
                  </a:lnTo>
                  <a:lnTo>
                    <a:pt x="11071" y="7967"/>
                  </a:lnTo>
                  <a:lnTo>
                    <a:pt x="10691" y="8012"/>
                  </a:lnTo>
                  <a:lnTo>
                    <a:pt x="10366" y="8100"/>
                  </a:lnTo>
                  <a:lnTo>
                    <a:pt x="10040" y="8188"/>
                  </a:lnTo>
                  <a:lnTo>
                    <a:pt x="9932" y="8188"/>
                  </a:lnTo>
                  <a:lnTo>
                    <a:pt x="9823" y="8145"/>
                  </a:lnTo>
                  <a:lnTo>
                    <a:pt x="9823" y="8056"/>
                  </a:lnTo>
                  <a:lnTo>
                    <a:pt x="9877" y="7967"/>
                  </a:lnTo>
                  <a:lnTo>
                    <a:pt x="9986" y="7790"/>
                  </a:lnTo>
                  <a:lnTo>
                    <a:pt x="10095" y="7657"/>
                  </a:lnTo>
                  <a:lnTo>
                    <a:pt x="10474" y="7480"/>
                  </a:lnTo>
                  <a:lnTo>
                    <a:pt x="10854" y="7259"/>
                  </a:lnTo>
                  <a:lnTo>
                    <a:pt x="11397" y="6949"/>
                  </a:lnTo>
                  <a:lnTo>
                    <a:pt x="11995" y="6595"/>
                  </a:lnTo>
                  <a:lnTo>
                    <a:pt x="12103" y="6684"/>
                  </a:lnTo>
                  <a:lnTo>
                    <a:pt x="12157" y="6684"/>
                  </a:lnTo>
                  <a:lnTo>
                    <a:pt x="12211" y="6640"/>
                  </a:lnTo>
                  <a:lnTo>
                    <a:pt x="12591" y="6241"/>
                  </a:lnTo>
                  <a:lnTo>
                    <a:pt x="12917" y="5799"/>
                  </a:lnTo>
                  <a:close/>
                  <a:moveTo>
                    <a:pt x="15522" y="11066"/>
                  </a:moveTo>
                  <a:lnTo>
                    <a:pt x="15902" y="11332"/>
                  </a:lnTo>
                  <a:lnTo>
                    <a:pt x="16228" y="11597"/>
                  </a:lnTo>
                  <a:lnTo>
                    <a:pt x="15793" y="12216"/>
                  </a:lnTo>
                  <a:lnTo>
                    <a:pt x="15685" y="12305"/>
                  </a:lnTo>
                  <a:lnTo>
                    <a:pt x="15630" y="12261"/>
                  </a:lnTo>
                  <a:lnTo>
                    <a:pt x="15577" y="12173"/>
                  </a:lnTo>
                  <a:lnTo>
                    <a:pt x="15413" y="11995"/>
                  </a:lnTo>
                  <a:lnTo>
                    <a:pt x="15250" y="11774"/>
                  </a:lnTo>
                  <a:lnTo>
                    <a:pt x="15034" y="11597"/>
                  </a:lnTo>
                  <a:lnTo>
                    <a:pt x="15196" y="11464"/>
                  </a:lnTo>
                  <a:lnTo>
                    <a:pt x="15304" y="11375"/>
                  </a:lnTo>
                  <a:lnTo>
                    <a:pt x="15522" y="11066"/>
                  </a:lnTo>
                  <a:close/>
                  <a:moveTo>
                    <a:pt x="814" y="8808"/>
                  </a:moveTo>
                  <a:lnTo>
                    <a:pt x="1194" y="9029"/>
                  </a:lnTo>
                  <a:lnTo>
                    <a:pt x="1465" y="9295"/>
                  </a:lnTo>
                  <a:lnTo>
                    <a:pt x="1790" y="9561"/>
                  </a:lnTo>
                  <a:lnTo>
                    <a:pt x="2116" y="9827"/>
                  </a:lnTo>
                  <a:lnTo>
                    <a:pt x="2931" y="10358"/>
                  </a:lnTo>
                  <a:lnTo>
                    <a:pt x="3310" y="10668"/>
                  </a:lnTo>
                  <a:lnTo>
                    <a:pt x="3474" y="10844"/>
                  </a:lnTo>
                  <a:lnTo>
                    <a:pt x="3582" y="11021"/>
                  </a:lnTo>
                  <a:lnTo>
                    <a:pt x="3256" y="11199"/>
                  </a:lnTo>
                  <a:lnTo>
                    <a:pt x="2984" y="11420"/>
                  </a:lnTo>
                  <a:lnTo>
                    <a:pt x="2768" y="11685"/>
                  </a:lnTo>
                  <a:lnTo>
                    <a:pt x="2605" y="12040"/>
                  </a:lnTo>
                  <a:lnTo>
                    <a:pt x="2551" y="12481"/>
                  </a:lnTo>
                  <a:lnTo>
                    <a:pt x="2605" y="12881"/>
                  </a:lnTo>
                  <a:lnTo>
                    <a:pt x="2822" y="13765"/>
                  </a:lnTo>
                  <a:lnTo>
                    <a:pt x="2280" y="13234"/>
                  </a:lnTo>
                  <a:lnTo>
                    <a:pt x="1845" y="12703"/>
                  </a:lnTo>
                  <a:lnTo>
                    <a:pt x="1465" y="12083"/>
                  </a:lnTo>
                  <a:lnTo>
                    <a:pt x="1194" y="11464"/>
                  </a:lnTo>
                  <a:lnTo>
                    <a:pt x="977" y="10801"/>
                  </a:lnTo>
                  <a:lnTo>
                    <a:pt x="814" y="10136"/>
                  </a:lnTo>
                  <a:lnTo>
                    <a:pt x="759" y="9472"/>
                  </a:lnTo>
                  <a:lnTo>
                    <a:pt x="814" y="8808"/>
                  </a:lnTo>
                  <a:close/>
                  <a:moveTo>
                    <a:pt x="10203" y="10401"/>
                  </a:moveTo>
                  <a:lnTo>
                    <a:pt x="10258" y="10490"/>
                  </a:lnTo>
                  <a:lnTo>
                    <a:pt x="10366" y="10535"/>
                  </a:lnTo>
                  <a:lnTo>
                    <a:pt x="10746" y="10711"/>
                  </a:lnTo>
                  <a:lnTo>
                    <a:pt x="11071" y="10889"/>
                  </a:lnTo>
                  <a:lnTo>
                    <a:pt x="11397" y="11110"/>
                  </a:lnTo>
                  <a:lnTo>
                    <a:pt x="11668" y="11375"/>
                  </a:lnTo>
                  <a:lnTo>
                    <a:pt x="11885" y="11642"/>
                  </a:lnTo>
                  <a:lnTo>
                    <a:pt x="12103" y="11951"/>
                  </a:lnTo>
                  <a:lnTo>
                    <a:pt x="12211" y="12261"/>
                  </a:lnTo>
                  <a:lnTo>
                    <a:pt x="12211" y="12571"/>
                  </a:lnTo>
                  <a:lnTo>
                    <a:pt x="12157" y="12836"/>
                  </a:lnTo>
                  <a:lnTo>
                    <a:pt x="11397" y="12173"/>
                  </a:lnTo>
                  <a:lnTo>
                    <a:pt x="10583" y="11597"/>
                  </a:lnTo>
                  <a:lnTo>
                    <a:pt x="10474" y="11597"/>
                  </a:lnTo>
                  <a:lnTo>
                    <a:pt x="10420" y="11642"/>
                  </a:lnTo>
                  <a:lnTo>
                    <a:pt x="10474" y="11685"/>
                  </a:lnTo>
                  <a:lnTo>
                    <a:pt x="11180" y="12481"/>
                  </a:lnTo>
                  <a:lnTo>
                    <a:pt x="11940" y="13234"/>
                  </a:lnTo>
                  <a:lnTo>
                    <a:pt x="11668" y="13500"/>
                  </a:lnTo>
                  <a:lnTo>
                    <a:pt x="11452" y="13765"/>
                  </a:lnTo>
                  <a:lnTo>
                    <a:pt x="11126" y="14031"/>
                  </a:lnTo>
                  <a:lnTo>
                    <a:pt x="10691" y="13722"/>
                  </a:lnTo>
                  <a:lnTo>
                    <a:pt x="10148" y="13279"/>
                  </a:lnTo>
                  <a:lnTo>
                    <a:pt x="10040" y="12969"/>
                  </a:lnTo>
                  <a:lnTo>
                    <a:pt x="9986" y="12659"/>
                  </a:lnTo>
                  <a:lnTo>
                    <a:pt x="9823" y="12349"/>
                  </a:lnTo>
                  <a:lnTo>
                    <a:pt x="9660" y="12040"/>
                  </a:lnTo>
                  <a:lnTo>
                    <a:pt x="9552" y="11907"/>
                  </a:lnTo>
                  <a:lnTo>
                    <a:pt x="9335" y="11907"/>
                  </a:lnTo>
                  <a:lnTo>
                    <a:pt x="8683" y="12083"/>
                  </a:lnTo>
                  <a:lnTo>
                    <a:pt x="8358" y="12173"/>
                  </a:lnTo>
                  <a:lnTo>
                    <a:pt x="8250" y="12173"/>
                  </a:lnTo>
                  <a:lnTo>
                    <a:pt x="8086" y="12083"/>
                  </a:lnTo>
                  <a:lnTo>
                    <a:pt x="7707" y="11951"/>
                  </a:lnTo>
                  <a:lnTo>
                    <a:pt x="7435" y="11774"/>
                  </a:lnTo>
                  <a:lnTo>
                    <a:pt x="7327" y="11642"/>
                  </a:lnTo>
                  <a:lnTo>
                    <a:pt x="7219" y="11509"/>
                  </a:lnTo>
                  <a:lnTo>
                    <a:pt x="7164" y="11375"/>
                  </a:lnTo>
                  <a:lnTo>
                    <a:pt x="7164" y="11199"/>
                  </a:lnTo>
                  <a:lnTo>
                    <a:pt x="7219" y="11021"/>
                  </a:lnTo>
                  <a:lnTo>
                    <a:pt x="7327" y="10844"/>
                  </a:lnTo>
                  <a:lnTo>
                    <a:pt x="7489" y="10711"/>
                  </a:lnTo>
                  <a:lnTo>
                    <a:pt x="7707" y="10623"/>
                  </a:lnTo>
                  <a:lnTo>
                    <a:pt x="8250" y="10490"/>
                  </a:lnTo>
                  <a:lnTo>
                    <a:pt x="8683" y="10446"/>
                  </a:lnTo>
                  <a:lnTo>
                    <a:pt x="9444" y="10446"/>
                  </a:lnTo>
                  <a:lnTo>
                    <a:pt x="10203" y="10401"/>
                  </a:lnTo>
                  <a:close/>
                  <a:moveTo>
                    <a:pt x="12754" y="12173"/>
                  </a:moveTo>
                  <a:lnTo>
                    <a:pt x="13840" y="12748"/>
                  </a:lnTo>
                  <a:lnTo>
                    <a:pt x="14056" y="12924"/>
                  </a:lnTo>
                  <a:lnTo>
                    <a:pt x="14273" y="13102"/>
                  </a:lnTo>
                  <a:lnTo>
                    <a:pt x="14436" y="13279"/>
                  </a:lnTo>
                  <a:lnTo>
                    <a:pt x="14599" y="13455"/>
                  </a:lnTo>
                  <a:lnTo>
                    <a:pt x="13840" y="14031"/>
                  </a:lnTo>
                  <a:lnTo>
                    <a:pt x="13785" y="13987"/>
                  </a:lnTo>
                  <a:lnTo>
                    <a:pt x="13622" y="13855"/>
                  </a:lnTo>
                  <a:lnTo>
                    <a:pt x="13405" y="13765"/>
                  </a:lnTo>
                  <a:lnTo>
                    <a:pt x="13134" y="13633"/>
                  </a:lnTo>
                  <a:lnTo>
                    <a:pt x="12971" y="13500"/>
                  </a:lnTo>
                  <a:lnTo>
                    <a:pt x="12591" y="13190"/>
                  </a:lnTo>
                  <a:lnTo>
                    <a:pt x="12646" y="13057"/>
                  </a:lnTo>
                  <a:lnTo>
                    <a:pt x="12754" y="12836"/>
                  </a:lnTo>
                  <a:lnTo>
                    <a:pt x="12808" y="12615"/>
                  </a:lnTo>
                  <a:lnTo>
                    <a:pt x="12808" y="12393"/>
                  </a:lnTo>
                  <a:lnTo>
                    <a:pt x="12754" y="12173"/>
                  </a:lnTo>
                  <a:close/>
                  <a:moveTo>
                    <a:pt x="10148" y="13943"/>
                  </a:moveTo>
                  <a:lnTo>
                    <a:pt x="10637" y="14341"/>
                  </a:lnTo>
                  <a:lnTo>
                    <a:pt x="10366" y="14429"/>
                  </a:lnTo>
                  <a:lnTo>
                    <a:pt x="10203" y="14429"/>
                  </a:lnTo>
                  <a:lnTo>
                    <a:pt x="10040" y="14386"/>
                  </a:lnTo>
                  <a:lnTo>
                    <a:pt x="10148" y="13943"/>
                  </a:lnTo>
                  <a:close/>
                  <a:moveTo>
                    <a:pt x="12320" y="13589"/>
                  </a:moveTo>
                  <a:lnTo>
                    <a:pt x="12536" y="13810"/>
                  </a:lnTo>
                  <a:lnTo>
                    <a:pt x="12808" y="14031"/>
                  </a:lnTo>
                  <a:lnTo>
                    <a:pt x="13134" y="14208"/>
                  </a:lnTo>
                  <a:lnTo>
                    <a:pt x="13297" y="14253"/>
                  </a:lnTo>
                  <a:lnTo>
                    <a:pt x="13459" y="14296"/>
                  </a:lnTo>
                  <a:lnTo>
                    <a:pt x="12917" y="14606"/>
                  </a:lnTo>
                  <a:lnTo>
                    <a:pt x="12320" y="14872"/>
                  </a:lnTo>
                  <a:lnTo>
                    <a:pt x="12265" y="14828"/>
                  </a:lnTo>
                  <a:lnTo>
                    <a:pt x="11560" y="14341"/>
                  </a:lnTo>
                  <a:lnTo>
                    <a:pt x="11940" y="13987"/>
                  </a:lnTo>
                  <a:lnTo>
                    <a:pt x="12320" y="13589"/>
                  </a:lnTo>
                  <a:close/>
                  <a:moveTo>
                    <a:pt x="10311" y="3231"/>
                  </a:moveTo>
                  <a:lnTo>
                    <a:pt x="10909" y="3276"/>
                  </a:lnTo>
                  <a:lnTo>
                    <a:pt x="11505" y="3364"/>
                  </a:lnTo>
                  <a:lnTo>
                    <a:pt x="12103" y="3497"/>
                  </a:lnTo>
                  <a:lnTo>
                    <a:pt x="12646" y="3630"/>
                  </a:lnTo>
                  <a:lnTo>
                    <a:pt x="13189" y="3852"/>
                  </a:lnTo>
                  <a:lnTo>
                    <a:pt x="13730" y="4072"/>
                  </a:lnTo>
                  <a:lnTo>
                    <a:pt x="14219" y="4338"/>
                  </a:lnTo>
                  <a:lnTo>
                    <a:pt x="14056" y="4383"/>
                  </a:lnTo>
                  <a:lnTo>
                    <a:pt x="13730" y="4603"/>
                  </a:lnTo>
                  <a:lnTo>
                    <a:pt x="13568" y="4736"/>
                  </a:lnTo>
                  <a:lnTo>
                    <a:pt x="13405" y="4869"/>
                  </a:lnTo>
                  <a:lnTo>
                    <a:pt x="13405" y="4958"/>
                  </a:lnTo>
                  <a:lnTo>
                    <a:pt x="13514" y="4958"/>
                  </a:lnTo>
                  <a:lnTo>
                    <a:pt x="13677" y="4913"/>
                  </a:lnTo>
                  <a:lnTo>
                    <a:pt x="13840" y="4913"/>
                  </a:lnTo>
                  <a:lnTo>
                    <a:pt x="14328" y="4736"/>
                  </a:lnTo>
                  <a:lnTo>
                    <a:pt x="14653" y="4603"/>
                  </a:lnTo>
                  <a:lnTo>
                    <a:pt x="15087" y="4869"/>
                  </a:lnTo>
                  <a:lnTo>
                    <a:pt x="14653" y="5134"/>
                  </a:lnTo>
                  <a:lnTo>
                    <a:pt x="14219" y="5444"/>
                  </a:lnTo>
                  <a:lnTo>
                    <a:pt x="13730" y="5400"/>
                  </a:lnTo>
                  <a:lnTo>
                    <a:pt x="12917" y="5400"/>
                  </a:lnTo>
                  <a:lnTo>
                    <a:pt x="12699" y="5444"/>
                  </a:lnTo>
                  <a:lnTo>
                    <a:pt x="12646" y="5489"/>
                  </a:lnTo>
                  <a:lnTo>
                    <a:pt x="12591" y="5577"/>
                  </a:lnTo>
                  <a:lnTo>
                    <a:pt x="12320" y="6020"/>
                  </a:lnTo>
                  <a:lnTo>
                    <a:pt x="11995" y="6463"/>
                  </a:lnTo>
                  <a:lnTo>
                    <a:pt x="11614" y="6595"/>
                  </a:lnTo>
                  <a:lnTo>
                    <a:pt x="11234" y="6773"/>
                  </a:lnTo>
                  <a:lnTo>
                    <a:pt x="10529" y="7126"/>
                  </a:lnTo>
                  <a:lnTo>
                    <a:pt x="9932" y="7437"/>
                  </a:lnTo>
                  <a:lnTo>
                    <a:pt x="9660" y="7614"/>
                  </a:lnTo>
                  <a:lnTo>
                    <a:pt x="9552" y="7702"/>
                  </a:lnTo>
                  <a:lnTo>
                    <a:pt x="9497" y="7835"/>
                  </a:lnTo>
                  <a:lnTo>
                    <a:pt x="9444" y="8056"/>
                  </a:lnTo>
                  <a:lnTo>
                    <a:pt x="9497" y="8188"/>
                  </a:lnTo>
                  <a:lnTo>
                    <a:pt x="9552" y="8321"/>
                  </a:lnTo>
                  <a:lnTo>
                    <a:pt x="9715" y="8410"/>
                  </a:lnTo>
                  <a:lnTo>
                    <a:pt x="9877" y="8410"/>
                  </a:lnTo>
                  <a:lnTo>
                    <a:pt x="10095" y="8454"/>
                  </a:lnTo>
                  <a:lnTo>
                    <a:pt x="10529" y="8366"/>
                  </a:lnTo>
                  <a:lnTo>
                    <a:pt x="10801" y="8278"/>
                  </a:lnTo>
                  <a:lnTo>
                    <a:pt x="11017" y="8233"/>
                  </a:lnTo>
                  <a:lnTo>
                    <a:pt x="11071" y="8278"/>
                  </a:lnTo>
                  <a:lnTo>
                    <a:pt x="10963" y="8321"/>
                  </a:lnTo>
                  <a:lnTo>
                    <a:pt x="10691" y="8454"/>
                  </a:lnTo>
                  <a:lnTo>
                    <a:pt x="10148" y="8543"/>
                  </a:lnTo>
                  <a:lnTo>
                    <a:pt x="9660" y="8631"/>
                  </a:lnTo>
                  <a:lnTo>
                    <a:pt x="9389" y="8720"/>
                  </a:lnTo>
                  <a:lnTo>
                    <a:pt x="9226" y="8853"/>
                  </a:lnTo>
                  <a:lnTo>
                    <a:pt x="9117" y="9029"/>
                  </a:lnTo>
                  <a:lnTo>
                    <a:pt x="9064" y="9207"/>
                  </a:lnTo>
                  <a:lnTo>
                    <a:pt x="9064" y="9384"/>
                  </a:lnTo>
                  <a:lnTo>
                    <a:pt x="9117" y="9561"/>
                  </a:lnTo>
                  <a:lnTo>
                    <a:pt x="9226" y="9738"/>
                  </a:lnTo>
                  <a:lnTo>
                    <a:pt x="9444" y="9870"/>
                  </a:lnTo>
                  <a:lnTo>
                    <a:pt x="9607" y="9870"/>
                  </a:lnTo>
                  <a:lnTo>
                    <a:pt x="9715" y="9827"/>
                  </a:lnTo>
                  <a:lnTo>
                    <a:pt x="9823" y="9738"/>
                  </a:lnTo>
                  <a:lnTo>
                    <a:pt x="9932" y="9649"/>
                  </a:lnTo>
                  <a:lnTo>
                    <a:pt x="10203" y="9561"/>
                  </a:lnTo>
                  <a:lnTo>
                    <a:pt x="10854" y="9561"/>
                  </a:lnTo>
                  <a:lnTo>
                    <a:pt x="12320" y="9649"/>
                  </a:lnTo>
                  <a:lnTo>
                    <a:pt x="12320" y="9827"/>
                  </a:lnTo>
                  <a:lnTo>
                    <a:pt x="12374" y="10048"/>
                  </a:lnTo>
                  <a:lnTo>
                    <a:pt x="12483" y="10225"/>
                  </a:lnTo>
                  <a:lnTo>
                    <a:pt x="12646" y="10358"/>
                  </a:lnTo>
                  <a:lnTo>
                    <a:pt x="12971" y="10579"/>
                  </a:lnTo>
                  <a:lnTo>
                    <a:pt x="12646" y="10490"/>
                  </a:lnTo>
                  <a:lnTo>
                    <a:pt x="12320" y="10446"/>
                  </a:lnTo>
                  <a:lnTo>
                    <a:pt x="12265" y="10446"/>
                  </a:lnTo>
                  <a:lnTo>
                    <a:pt x="12265" y="10535"/>
                  </a:lnTo>
                  <a:lnTo>
                    <a:pt x="12591" y="10801"/>
                  </a:lnTo>
                  <a:lnTo>
                    <a:pt x="12971" y="11066"/>
                  </a:lnTo>
                  <a:lnTo>
                    <a:pt x="13840" y="11464"/>
                  </a:lnTo>
                  <a:lnTo>
                    <a:pt x="13948" y="11552"/>
                  </a:lnTo>
                  <a:lnTo>
                    <a:pt x="14110" y="11642"/>
                  </a:lnTo>
                  <a:lnTo>
                    <a:pt x="14273" y="11685"/>
                  </a:lnTo>
                  <a:lnTo>
                    <a:pt x="14491" y="11818"/>
                  </a:lnTo>
                  <a:lnTo>
                    <a:pt x="14708" y="11995"/>
                  </a:lnTo>
                  <a:lnTo>
                    <a:pt x="14979" y="12305"/>
                  </a:lnTo>
                  <a:lnTo>
                    <a:pt x="15196" y="12481"/>
                  </a:lnTo>
                  <a:lnTo>
                    <a:pt x="15413" y="12659"/>
                  </a:lnTo>
                  <a:lnTo>
                    <a:pt x="14979" y="13102"/>
                  </a:lnTo>
                  <a:lnTo>
                    <a:pt x="14762" y="12836"/>
                  </a:lnTo>
                  <a:lnTo>
                    <a:pt x="14491" y="12615"/>
                  </a:lnTo>
                  <a:lnTo>
                    <a:pt x="13948" y="12261"/>
                  </a:lnTo>
                  <a:lnTo>
                    <a:pt x="13297" y="11951"/>
                  </a:lnTo>
                  <a:lnTo>
                    <a:pt x="12428" y="11464"/>
                  </a:lnTo>
                  <a:lnTo>
                    <a:pt x="12048" y="11066"/>
                  </a:lnTo>
                  <a:lnTo>
                    <a:pt x="11614" y="10711"/>
                  </a:lnTo>
                  <a:lnTo>
                    <a:pt x="11180" y="10446"/>
                  </a:lnTo>
                  <a:lnTo>
                    <a:pt x="10691" y="10180"/>
                  </a:lnTo>
                  <a:lnTo>
                    <a:pt x="10637" y="10180"/>
                  </a:lnTo>
                  <a:lnTo>
                    <a:pt x="10637" y="10136"/>
                  </a:lnTo>
                  <a:lnTo>
                    <a:pt x="10583" y="10136"/>
                  </a:lnTo>
                  <a:lnTo>
                    <a:pt x="10420" y="10092"/>
                  </a:lnTo>
                  <a:lnTo>
                    <a:pt x="9877" y="10048"/>
                  </a:lnTo>
                  <a:lnTo>
                    <a:pt x="9280" y="10003"/>
                  </a:lnTo>
                  <a:lnTo>
                    <a:pt x="8683" y="10048"/>
                  </a:lnTo>
                  <a:lnTo>
                    <a:pt x="8086" y="10092"/>
                  </a:lnTo>
                  <a:lnTo>
                    <a:pt x="7652" y="10180"/>
                  </a:lnTo>
                  <a:lnTo>
                    <a:pt x="7381" y="10268"/>
                  </a:lnTo>
                  <a:lnTo>
                    <a:pt x="7164" y="10401"/>
                  </a:lnTo>
                  <a:lnTo>
                    <a:pt x="7001" y="10535"/>
                  </a:lnTo>
                  <a:lnTo>
                    <a:pt x="6838" y="10668"/>
                  </a:lnTo>
                  <a:lnTo>
                    <a:pt x="6729" y="10844"/>
                  </a:lnTo>
                  <a:lnTo>
                    <a:pt x="6621" y="11066"/>
                  </a:lnTo>
                  <a:lnTo>
                    <a:pt x="6621" y="11420"/>
                  </a:lnTo>
                  <a:lnTo>
                    <a:pt x="6676" y="11597"/>
                  </a:lnTo>
                  <a:lnTo>
                    <a:pt x="6729" y="11730"/>
                  </a:lnTo>
                  <a:lnTo>
                    <a:pt x="7001" y="12040"/>
                  </a:lnTo>
                  <a:lnTo>
                    <a:pt x="7327" y="12261"/>
                  </a:lnTo>
                  <a:lnTo>
                    <a:pt x="7760" y="12481"/>
                  </a:lnTo>
                  <a:lnTo>
                    <a:pt x="8250" y="12659"/>
                  </a:lnTo>
                  <a:lnTo>
                    <a:pt x="8413" y="12659"/>
                  </a:lnTo>
                  <a:lnTo>
                    <a:pt x="8575" y="12571"/>
                  </a:lnTo>
                  <a:lnTo>
                    <a:pt x="9009" y="12438"/>
                  </a:lnTo>
                  <a:lnTo>
                    <a:pt x="9009" y="12703"/>
                  </a:lnTo>
                  <a:lnTo>
                    <a:pt x="9117" y="13014"/>
                  </a:lnTo>
                  <a:lnTo>
                    <a:pt x="9335" y="13234"/>
                  </a:lnTo>
                  <a:lnTo>
                    <a:pt x="9607" y="13500"/>
                  </a:lnTo>
                  <a:lnTo>
                    <a:pt x="9607" y="13987"/>
                  </a:lnTo>
                  <a:lnTo>
                    <a:pt x="9497" y="14429"/>
                  </a:lnTo>
                  <a:lnTo>
                    <a:pt x="9444" y="14606"/>
                  </a:lnTo>
                  <a:lnTo>
                    <a:pt x="9497" y="14651"/>
                  </a:lnTo>
                  <a:lnTo>
                    <a:pt x="9552" y="14696"/>
                  </a:lnTo>
                  <a:lnTo>
                    <a:pt x="9932" y="14828"/>
                  </a:lnTo>
                  <a:lnTo>
                    <a:pt x="10311" y="14872"/>
                  </a:lnTo>
                  <a:lnTo>
                    <a:pt x="10691" y="14784"/>
                  </a:lnTo>
                  <a:lnTo>
                    <a:pt x="11017" y="14651"/>
                  </a:lnTo>
                  <a:lnTo>
                    <a:pt x="11723" y="15094"/>
                  </a:lnTo>
                  <a:lnTo>
                    <a:pt x="11071" y="15270"/>
                  </a:lnTo>
                  <a:lnTo>
                    <a:pt x="10420" y="15447"/>
                  </a:lnTo>
                  <a:lnTo>
                    <a:pt x="9932" y="15537"/>
                  </a:lnTo>
                  <a:lnTo>
                    <a:pt x="9769" y="15403"/>
                  </a:lnTo>
                  <a:lnTo>
                    <a:pt x="9607" y="15182"/>
                  </a:lnTo>
                  <a:lnTo>
                    <a:pt x="9335" y="14828"/>
                  </a:lnTo>
                  <a:lnTo>
                    <a:pt x="9009" y="14518"/>
                  </a:lnTo>
                  <a:lnTo>
                    <a:pt x="8683" y="14253"/>
                  </a:lnTo>
                  <a:lnTo>
                    <a:pt x="8086" y="13722"/>
                  </a:lnTo>
                  <a:lnTo>
                    <a:pt x="7544" y="13146"/>
                  </a:lnTo>
                  <a:lnTo>
                    <a:pt x="7489" y="13102"/>
                  </a:lnTo>
                  <a:lnTo>
                    <a:pt x="7381" y="13102"/>
                  </a:lnTo>
                  <a:lnTo>
                    <a:pt x="7327" y="13146"/>
                  </a:lnTo>
                  <a:lnTo>
                    <a:pt x="7327" y="13455"/>
                  </a:lnTo>
                  <a:lnTo>
                    <a:pt x="7435" y="13677"/>
                  </a:lnTo>
                  <a:lnTo>
                    <a:pt x="7544" y="13898"/>
                  </a:lnTo>
                  <a:lnTo>
                    <a:pt x="7760" y="14120"/>
                  </a:lnTo>
                  <a:lnTo>
                    <a:pt x="8195" y="14518"/>
                  </a:lnTo>
                  <a:lnTo>
                    <a:pt x="8629" y="14872"/>
                  </a:lnTo>
                  <a:lnTo>
                    <a:pt x="8901" y="15182"/>
                  </a:lnTo>
                  <a:lnTo>
                    <a:pt x="9172" y="15580"/>
                  </a:lnTo>
                  <a:lnTo>
                    <a:pt x="8358" y="15625"/>
                  </a:lnTo>
                  <a:lnTo>
                    <a:pt x="7435" y="14916"/>
                  </a:lnTo>
                  <a:lnTo>
                    <a:pt x="6892" y="14474"/>
                  </a:lnTo>
                  <a:lnTo>
                    <a:pt x="6676" y="14253"/>
                  </a:lnTo>
                  <a:lnTo>
                    <a:pt x="6566" y="13943"/>
                  </a:lnTo>
                  <a:lnTo>
                    <a:pt x="6513" y="13898"/>
                  </a:lnTo>
                  <a:lnTo>
                    <a:pt x="6404" y="13855"/>
                  </a:lnTo>
                  <a:lnTo>
                    <a:pt x="6295" y="13855"/>
                  </a:lnTo>
                  <a:lnTo>
                    <a:pt x="6241" y="13943"/>
                  </a:lnTo>
                  <a:lnTo>
                    <a:pt x="6241" y="14253"/>
                  </a:lnTo>
                  <a:lnTo>
                    <a:pt x="6350" y="14518"/>
                  </a:lnTo>
                  <a:lnTo>
                    <a:pt x="6513" y="14784"/>
                  </a:lnTo>
                  <a:lnTo>
                    <a:pt x="6784" y="15005"/>
                  </a:lnTo>
                  <a:lnTo>
                    <a:pt x="7327" y="15537"/>
                  </a:lnTo>
                  <a:lnTo>
                    <a:pt x="7219" y="15537"/>
                  </a:lnTo>
                  <a:lnTo>
                    <a:pt x="7219" y="15447"/>
                  </a:lnTo>
                  <a:lnTo>
                    <a:pt x="7164" y="15403"/>
                  </a:lnTo>
                  <a:lnTo>
                    <a:pt x="6729" y="15315"/>
                  </a:lnTo>
                  <a:lnTo>
                    <a:pt x="6566" y="15270"/>
                  </a:lnTo>
                  <a:lnTo>
                    <a:pt x="6458" y="15137"/>
                  </a:lnTo>
                  <a:lnTo>
                    <a:pt x="6350" y="14916"/>
                  </a:lnTo>
                  <a:lnTo>
                    <a:pt x="6025" y="14474"/>
                  </a:lnTo>
                  <a:lnTo>
                    <a:pt x="5807" y="14296"/>
                  </a:lnTo>
                  <a:lnTo>
                    <a:pt x="5644" y="14163"/>
                  </a:lnTo>
                  <a:lnTo>
                    <a:pt x="5644" y="13987"/>
                  </a:lnTo>
                  <a:lnTo>
                    <a:pt x="5590" y="13943"/>
                  </a:lnTo>
                  <a:lnTo>
                    <a:pt x="5535" y="13898"/>
                  </a:lnTo>
                  <a:lnTo>
                    <a:pt x="5427" y="13943"/>
                  </a:lnTo>
                  <a:lnTo>
                    <a:pt x="5264" y="14031"/>
                  </a:lnTo>
                  <a:lnTo>
                    <a:pt x="5210" y="14120"/>
                  </a:lnTo>
                  <a:lnTo>
                    <a:pt x="5210" y="14296"/>
                  </a:lnTo>
                  <a:lnTo>
                    <a:pt x="5264" y="14429"/>
                  </a:lnTo>
                  <a:lnTo>
                    <a:pt x="5427" y="14606"/>
                  </a:lnTo>
                  <a:lnTo>
                    <a:pt x="5590" y="14784"/>
                  </a:lnTo>
                  <a:lnTo>
                    <a:pt x="5753" y="15005"/>
                  </a:lnTo>
                  <a:lnTo>
                    <a:pt x="5862" y="15270"/>
                  </a:lnTo>
                  <a:lnTo>
                    <a:pt x="4993" y="15005"/>
                  </a:lnTo>
                  <a:lnTo>
                    <a:pt x="4178" y="14606"/>
                  </a:lnTo>
                  <a:lnTo>
                    <a:pt x="4125" y="14563"/>
                  </a:lnTo>
                  <a:lnTo>
                    <a:pt x="4016" y="14429"/>
                  </a:lnTo>
                  <a:lnTo>
                    <a:pt x="3853" y="14341"/>
                  </a:lnTo>
                  <a:lnTo>
                    <a:pt x="3474" y="14253"/>
                  </a:lnTo>
                  <a:lnTo>
                    <a:pt x="3419" y="14163"/>
                  </a:lnTo>
                  <a:lnTo>
                    <a:pt x="3202" y="13412"/>
                  </a:lnTo>
                  <a:lnTo>
                    <a:pt x="3094" y="12969"/>
                  </a:lnTo>
                  <a:lnTo>
                    <a:pt x="3039" y="12526"/>
                  </a:lnTo>
                  <a:lnTo>
                    <a:pt x="3039" y="12128"/>
                  </a:lnTo>
                  <a:lnTo>
                    <a:pt x="3094" y="11907"/>
                  </a:lnTo>
                  <a:lnTo>
                    <a:pt x="3202" y="11774"/>
                  </a:lnTo>
                  <a:lnTo>
                    <a:pt x="3310" y="11597"/>
                  </a:lnTo>
                  <a:lnTo>
                    <a:pt x="3474" y="11509"/>
                  </a:lnTo>
                  <a:lnTo>
                    <a:pt x="3690" y="11420"/>
                  </a:lnTo>
                  <a:lnTo>
                    <a:pt x="3962" y="11332"/>
                  </a:lnTo>
                  <a:lnTo>
                    <a:pt x="4016" y="11332"/>
                  </a:lnTo>
                  <a:lnTo>
                    <a:pt x="4070" y="11287"/>
                  </a:lnTo>
                  <a:lnTo>
                    <a:pt x="4125" y="11199"/>
                  </a:lnTo>
                  <a:lnTo>
                    <a:pt x="4125" y="11110"/>
                  </a:lnTo>
                  <a:lnTo>
                    <a:pt x="4016" y="10889"/>
                  </a:lnTo>
                  <a:lnTo>
                    <a:pt x="3853" y="10668"/>
                  </a:lnTo>
                  <a:lnTo>
                    <a:pt x="3690" y="10490"/>
                  </a:lnTo>
                  <a:lnTo>
                    <a:pt x="3474" y="10268"/>
                  </a:lnTo>
                  <a:lnTo>
                    <a:pt x="3039" y="9960"/>
                  </a:lnTo>
                  <a:lnTo>
                    <a:pt x="2551" y="9605"/>
                  </a:lnTo>
                  <a:lnTo>
                    <a:pt x="2225" y="9427"/>
                  </a:lnTo>
                  <a:lnTo>
                    <a:pt x="1900" y="9207"/>
                  </a:lnTo>
                  <a:lnTo>
                    <a:pt x="1737" y="8986"/>
                  </a:lnTo>
                  <a:lnTo>
                    <a:pt x="1465" y="8808"/>
                  </a:lnTo>
                  <a:lnTo>
                    <a:pt x="1139" y="8631"/>
                  </a:lnTo>
                  <a:lnTo>
                    <a:pt x="814" y="8588"/>
                  </a:lnTo>
                  <a:lnTo>
                    <a:pt x="977" y="7923"/>
                  </a:lnTo>
                  <a:lnTo>
                    <a:pt x="1139" y="7347"/>
                  </a:lnTo>
                  <a:lnTo>
                    <a:pt x="1194" y="7259"/>
                  </a:lnTo>
                  <a:lnTo>
                    <a:pt x="1411" y="7171"/>
                  </a:lnTo>
                  <a:lnTo>
                    <a:pt x="1628" y="7126"/>
                  </a:lnTo>
                  <a:lnTo>
                    <a:pt x="1845" y="7126"/>
                  </a:lnTo>
                  <a:lnTo>
                    <a:pt x="2062" y="7171"/>
                  </a:lnTo>
                  <a:lnTo>
                    <a:pt x="2225" y="7259"/>
                  </a:lnTo>
                  <a:lnTo>
                    <a:pt x="2388" y="7392"/>
                  </a:lnTo>
                  <a:lnTo>
                    <a:pt x="2443" y="7525"/>
                  </a:lnTo>
                  <a:lnTo>
                    <a:pt x="2443" y="7879"/>
                  </a:lnTo>
                  <a:lnTo>
                    <a:pt x="2496" y="7923"/>
                  </a:lnTo>
                  <a:lnTo>
                    <a:pt x="2551" y="7923"/>
                  </a:lnTo>
                  <a:lnTo>
                    <a:pt x="2876" y="8056"/>
                  </a:lnTo>
                  <a:lnTo>
                    <a:pt x="3147" y="8188"/>
                  </a:lnTo>
                  <a:lnTo>
                    <a:pt x="3365" y="8410"/>
                  </a:lnTo>
                  <a:lnTo>
                    <a:pt x="3527" y="8631"/>
                  </a:lnTo>
                  <a:lnTo>
                    <a:pt x="3637" y="8720"/>
                  </a:lnTo>
                  <a:lnTo>
                    <a:pt x="3745" y="8720"/>
                  </a:lnTo>
                  <a:lnTo>
                    <a:pt x="3853" y="8676"/>
                  </a:lnTo>
                  <a:lnTo>
                    <a:pt x="3908" y="8543"/>
                  </a:lnTo>
                  <a:lnTo>
                    <a:pt x="3745" y="7171"/>
                  </a:lnTo>
                  <a:lnTo>
                    <a:pt x="4070" y="7126"/>
                  </a:lnTo>
                  <a:lnTo>
                    <a:pt x="4450" y="6994"/>
                  </a:lnTo>
                  <a:lnTo>
                    <a:pt x="4776" y="6906"/>
                  </a:lnTo>
                  <a:lnTo>
                    <a:pt x="5102" y="6861"/>
                  </a:lnTo>
                  <a:lnTo>
                    <a:pt x="5427" y="6816"/>
                  </a:lnTo>
                  <a:lnTo>
                    <a:pt x="5753" y="6861"/>
                  </a:lnTo>
                  <a:lnTo>
                    <a:pt x="6350" y="6906"/>
                  </a:lnTo>
                  <a:lnTo>
                    <a:pt x="7544" y="6906"/>
                  </a:lnTo>
                  <a:lnTo>
                    <a:pt x="7815" y="6816"/>
                  </a:lnTo>
                  <a:lnTo>
                    <a:pt x="8141" y="6728"/>
                  </a:lnTo>
                  <a:lnTo>
                    <a:pt x="8250" y="6684"/>
                  </a:lnTo>
                  <a:lnTo>
                    <a:pt x="8303" y="6595"/>
                  </a:lnTo>
                  <a:lnTo>
                    <a:pt x="8303" y="6463"/>
                  </a:lnTo>
                  <a:lnTo>
                    <a:pt x="8250" y="6373"/>
                  </a:lnTo>
                  <a:lnTo>
                    <a:pt x="7760" y="5932"/>
                  </a:lnTo>
                  <a:lnTo>
                    <a:pt x="7219" y="5489"/>
                  </a:lnTo>
                  <a:lnTo>
                    <a:pt x="6947" y="5267"/>
                  </a:lnTo>
                  <a:lnTo>
                    <a:pt x="6676" y="5091"/>
                  </a:lnTo>
                  <a:lnTo>
                    <a:pt x="6350" y="4958"/>
                  </a:lnTo>
                  <a:lnTo>
                    <a:pt x="5970" y="4825"/>
                  </a:lnTo>
                  <a:lnTo>
                    <a:pt x="5915" y="4693"/>
                  </a:lnTo>
                  <a:lnTo>
                    <a:pt x="5862" y="4603"/>
                  </a:lnTo>
                  <a:lnTo>
                    <a:pt x="5698" y="4515"/>
                  </a:lnTo>
                  <a:lnTo>
                    <a:pt x="5535" y="4426"/>
                  </a:lnTo>
                  <a:lnTo>
                    <a:pt x="4993" y="4250"/>
                  </a:lnTo>
                  <a:lnTo>
                    <a:pt x="4721" y="4160"/>
                  </a:lnTo>
                  <a:lnTo>
                    <a:pt x="4396" y="4117"/>
                  </a:lnTo>
                  <a:lnTo>
                    <a:pt x="5047" y="3895"/>
                  </a:lnTo>
                  <a:lnTo>
                    <a:pt x="5644" y="3674"/>
                  </a:lnTo>
                  <a:lnTo>
                    <a:pt x="6295" y="3541"/>
                  </a:lnTo>
                  <a:lnTo>
                    <a:pt x="6947" y="3452"/>
                  </a:lnTo>
                  <a:lnTo>
                    <a:pt x="7598" y="3364"/>
                  </a:lnTo>
                  <a:lnTo>
                    <a:pt x="9607" y="3364"/>
                  </a:lnTo>
                  <a:lnTo>
                    <a:pt x="9715" y="3319"/>
                  </a:lnTo>
                  <a:lnTo>
                    <a:pt x="9715" y="3231"/>
                  </a:lnTo>
                  <a:close/>
                  <a:moveTo>
                    <a:pt x="7544" y="18811"/>
                  </a:moveTo>
                  <a:lnTo>
                    <a:pt x="7760" y="18856"/>
                  </a:lnTo>
                  <a:lnTo>
                    <a:pt x="8141" y="18944"/>
                  </a:lnTo>
                  <a:lnTo>
                    <a:pt x="7978" y="18989"/>
                  </a:lnTo>
                  <a:lnTo>
                    <a:pt x="7870" y="19077"/>
                  </a:lnTo>
                  <a:lnTo>
                    <a:pt x="7760" y="19210"/>
                  </a:lnTo>
                  <a:lnTo>
                    <a:pt x="7760" y="19342"/>
                  </a:lnTo>
                  <a:lnTo>
                    <a:pt x="7707" y="19520"/>
                  </a:lnTo>
                  <a:lnTo>
                    <a:pt x="7760" y="19741"/>
                  </a:lnTo>
                  <a:lnTo>
                    <a:pt x="7760" y="19830"/>
                  </a:lnTo>
                  <a:lnTo>
                    <a:pt x="7815" y="19918"/>
                  </a:lnTo>
                  <a:lnTo>
                    <a:pt x="7923" y="20006"/>
                  </a:lnTo>
                  <a:lnTo>
                    <a:pt x="8032" y="20051"/>
                  </a:lnTo>
                  <a:lnTo>
                    <a:pt x="8195" y="20051"/>
                  </a:lnTo>
                  <a:lnTo>
                    <a:pt x="8683" y="20449"/>
                  </a:lnTo>
                  <a:lnTo>
                    <a:pt x="9226" y="20714"/>
                  </a:lnTo>
                  <a:lnTo>
                    <a:pt x="9715" y="20936"/>
                  </a:lnTo>
                  <a:lnTo>
                    <a:pt x="9986" y="21024"/>
                  </a:lnTo>
                  <a:lnTo>
                    <a:pt x="5102" y="20980"/>
                  </a:lnTo>
                  <a:lnTo>
                    <a:pt x="5319" y="20892"/>
                  </a:lnTo>
                  <a:lnTo>
                    <a:pt x="5807" y="20714"/>
                  </a:lnTo>
                  <a:lnTo>
                    <a:pt x="6295" y="20494"/>
                  </a:lnTo>
                  <a:lnTo>
                    <a:pt x="6621" y="20316"/>
                  </a:lnTo>
                  <a:lnTo>
                    <a:pt x="6947" y="20095"/>
                  </a:lnTo>
                  <a:lnTo>
                    <a:pt x="7056" y="20139"/>
                  </a:lnTo>
                  <a:lnTo>
                    <a:pt x="7219" y="20139"/>
                  </a:lnTo>
                  <a:lnTo>
                    <a:pt x="7327" y="20095"/>
                  </a:lnTo>
                  <a:lnTo>
                    <a:pt x="7435" y="20006"/>
                  </a:lnTo>
                  <a:lnTo>
                    <a:pt x="7598" y="19785"/>
                  </a:lnTo>
                  <a:lnTo>
                    <a:pt x="7707" y="19564"/>
                  </a:lnTo>
                  <a:lnTo>
                    <a:pt x="7652" y="19430"/>
                  </a:lnTo>
                  <a:lnTo>
                    <a:pt x="7544" y="19342"/>
                  </a:lnTo>
                  <a:lnTo>
                    <a:pt x="7489" y="19298"/>
                  </a:lnTo>
                  <a:lnTo>
                    <a:pt x="7544" y="19032"/>
                  </a:lnTo>
                  <a:lnTo>
                    <a:pt x="7544" y="18811"/>
                  </a:lnTo>
                  <a:close/>
                  <a:moveTo>
                    <a:pt x="14491" y="0"/>
                  </a:moveTo>
                  <a:lnTo>
                    <a:pt x="14273" y="89"/>
                  </a:lnTo>
                  <a:lnTo>
                    <a:pt x="13893" y="133"/>
                  </a:lnTo>
                  <a:lnTo>
                    <a:pt x="13568" y="265"/>
                  </a:lnTo>
                  <a:lnTo>
                    <a:pt x="13405" y="355"/>
                  </a:lnTo>
                  <a:lnTo>
                    <a:pt x="13297" y="487"/>
                  </a:lnTo>
                  <a:lnTo>
                    <a:pt x="13242" y="620"/>
                  </a:lnTo>
                  <a:lnTo>
                    <a:pt x="13189" y="798"/>
                  </a:lnTo>
                  <a:lnTo>
                    <a:pt x="13189" y="1063"/>
                  </a:lnTo>
                  <a:lnTo>
                    <a:pt x="13297" y="1239"/>
                  </a:lnTo>
                  <a:lnTo>
                    <a:pt x="13351" y="1372"/>
                  </a:lnTo>
                  <a:lnTo>
                    <a:pt x="12211" y="2833"/>
                  </a:lnTo>
                  <a:lnTo>
                    <a:pt x="11289" y="2656"/>
                  </a:lnTo>
                  <a:lnTo>
                    <a:pt x="10366" y="2612"/>
                  </a:lnTo>
                  <a:lnTo>
                    <a:pt x="9444" y="2612"/>
                  </a:lnTo>
                  <a:lnTo>
                    <a:pt x="8575" y="2700"/>
                  </a:lnTo>
                  <a:lnTo>
                    <a:pt x="8358" y="2745"/>
                  </a:lnTo>
                  <a:lnTo>
                    <a:pt x="8250" y="2878"/>
                  </a:lnTo>
                  <a:lnTo>
                    <a:pt x="7544" y="2833"/>
                  </a:lnTo>
                  <a:lnTo>
                    <a:pt x="6838" y="2921"/>
                  </a:lnTo>
                  <a:lnTo>
                    <a:pt x="6078" y="3011"/>
                  </a:lnTo>
                  <a:lnTo>
                    <a:pt x="5372" y="3187"/>
                  </a:lnTo>
                  <a:lnTo>
                    <a:pt x="4721" y="3409"/>
                  </a:lnTo>
                  <a:lnTo>
                    <a:pt x="4016" y="3674"/>
                  </a:lnTo>
                  <a:lnTo>
                    <a:pt x="3419" y="3984"/>
                  </a:lnTo>
                  <a:lnTo>
                    <a:pt x="2876" y="4293"/>
                  </a:lnTo>
                  <a:lnTo>
                    <a:pt x="2225" y="4736"/>
                  </a:lnTo>
                  <a:lnTo>
                    <a:pt x="1682" y="5267"/>
                  </a:lnTo>
                  <a:lnTo>
                    <a:pt x="1194" y="5799"/>
                  </a:lnTo>
                  <a:lnTo>
                    <a:pt x="814" y="6373"/>
                  </a:lnTo>
                  <a:lnTo>
                    <a:pt x="488" y="6994"/>
                  </a:lnTo>
                  <a:lnTo>
                    <a:pt x="271" y="7657"/>
                  </a:lnTo>
                  <a:lnTo>
                    <a:pt x="108" y="8321"/>
                  </a:lnTo>
                  <a:lnTo>
                    <a:pt x="0" y="8986"/>
                  </a:lnTo>
                  <a:lnTo>
                    <a:pt x="0" y="9649"/>
                  </a:lnTo>
                  <a:lnTo>
                    <a:pt x="55" y="10313"/>
                  </a:lnTo>
                  <a:lnTo>
                    <a:pt x="217" y="10977"/>
                  </a:lnTo>
                  <a:lnTo>
                    <a:pt x="434" y="11642"/>
                  </a:lnTo>
                  <a:lnTo>
                    <a:pt x="706" y="12261"/>
                  </a:lnTo>
                  <a:lnTo>
                    <a:pt x="1031" y="12836"/>
                  </a:lnTo>
                  <a:lnTo>
                    <a:pt x="1465" y="13412"/>
                  </a:lnTo>
                  <a:lnTo>
                    <a:pt x="2008" y="13943"/>
                  </a:lnTo>
                  <a:lnTo>
                    <a:pt x="2551" y="14429"/>
                  </a:lnTo>
                  <a:lnTo>
                    <a:pt x="3202" y="14872"/>
                  </a:lnTo>
                  <a:lnTo>
                    <a:pt x="3962" y="15270"/>
                  </a:lnTo>
                  <a:lnTo>
                    <a:pt x="4668" y="15580"/>
                  </a:lnTo>
                  <a:lnTo>
                    <a:pt x="5482" y="15846"/>
                  </a:lnTo>
                  <a:lnTo>
                    <a:pt x="6295" y="16023"/>
                  </a:lnTo>
                  <a:lnTo>
                    <a:pt x="7109" y="16156"/>
                  </a:lnTo>
                  <a:lnTo>
                    <a:pt x="7978" y="16244"/>
                  </a:lnTo>
                  <a:lnTo>
                    <a:pt x="8792" y="16244"/>
                  </a:lnTo>
                  <a:lnTo>
                    <a:pt x="9607" y="16200"/>
                  </a:lnTo>
                  <a:lnTo>
                    <a:pt x="10420" y="16111"/>
                  </a:lnTo>
                  <a:lnTo>
                    <a:pt x="11234" y="15935"/>
                  </a:lnTo>
                  <a:lnTo>
                    <a:pt x="11995" y="15713"/>
                  </a:lnTo>
                  <a:lnTo>
                    <a:pt x="12754" y="15447"/>
                  </a:lnTo>
                  <a:lnTo>
                    <a:pt x="13459" y="15094"/>
                  </a:lnTo>
                  <a:lnTo>
                    <a:pt x="14110" y="14739"/>
                  </a:lnTo>
                  <a:lnTo>
                    <a:pt x="14871" y="14208"/>
                  </a:lnTo>
                  <a:lnTo>
                    <a:pt x="15522" y="13589"/>
                  </a:lnTo>
                  <a:lnTo>
                    <a:pt x="16173" y="12924"/>
                  </a:lnTo>
                  <a:lnTo>
                    <a:pt x="16716" y="12261"/>
                  </a:lnTo>
                  <a:lnTo>
                    <a:pt x="17204" y="11509"/>
                  </a:lnTo>
                  <a:lnTo>
                    <a:pt x="17584" y="10756"/>
                  </a:lnTo>
                  <a:lnTo>
                    <a:pt x="17910" y="10003"/>
                  </a:lnTo>
                  <a:lnTo>
                    <a:pt x="18018" y="9561"/>
                  </a:lnTo>
                  <a:lnTo>
                    <a:pt x="18073" y="9162"/>
                  </a:lnTo>
                  <a:lnTo>
                    <a:pt x="18127" y="8543"/>
                  </a:lnTo>
                  <a:lnTo>
                    <a:pt x="18073" y="7967"/>
                  </a:lnTo>
                  <a:lnTo>
                    <a:pt x="17910" y="7392"/>
                  </a:lnTo>
                  <a:lnTo>
                    <a:pt x="17638" y="6816"/>
                  </a:lnTo>
                  <a:lnTo>
                    <a:pt x="17367" y="6241"/>
                  </a:lnTo>
                  <a:lnTo>
                    <a:pt x="16987" y="5710"/>
                  </a:lnTo>
                  <a:lnTo>
                    <a:pt x="16553" y="5224"/>
                  </a:lnTo>
                  <a:lnTo>
                    <a:pt x="16065" y="4781"/>
                  </a:lnTo>
                  <a:lnTo>
                    <a:pt x="16010" y="4648"/>
                  </a:lnTo>
                  <a:lnTo>
                    <a:pt x="15847" y="4603"/>
                  </a:lnTo>
                  <a:lnTo>
                    <a:pt x="15196" y="4072"/>
                  </a:lnTo>
                  <a:lnTo>
                    <a:pt x="15034" y="3984"/>
                  </a:lnTo>
                  <a:lnTo>
                    <a:pt x="14545" y="3719"/>
                  </a:lnTo>
                  <a:lnTo>
                    <a:pt x="14056" y="3452"/>
                  </a:lnTo>
                  <a:lnTo>
                    <a:pt x="13514" y="3231"/>
                  </a:lnTo>
                  <a:lnTo>
                    <a:pt x="12971" y="3054"/>
                  </a:lnTo>
                  <a:lnTo>
                    <a:pt x="13025" y="2966"/>
                  </a:lnTo>
                  <a:lnTo>
                    <a:pt x="13079" y="2921"/>
                  </a:lnTo>
                  <a:lnTo>
                    <a:pt x="13025" y="2833"/>
                  </a:lnTo>
                  <a:lnTo>
                    <a:pt x="13568" y="2258"/>
                  </a:lnTo>
                  <a:lnTo>
                    <a:pt x="14056" y="1682"/>
                  </a:lnTo>
                  <a:lnTo>
                    <a:pt x="14436" y="1682"/>
                  </a:lnTo>
                  <a:lnTo>
                    <a:pt x="14599" y="1639"/>
                  </a:lnTo>
                  <a:lnTo>
                    <a:pt x="14762" y="1549"/>
                  </a:lnTo>
                  <a:lnTo>
                    <a:pt x="14871" y="1461"/>
                  </a:lnTo>
                  <a:lnTo>
                    <a:pt x="15685" y="1771"/>
                  </a:lnTo>
                  <a:lnTo>
                    <a:pt x="16390" y="2170"/>
                  </a:lnTo>
                  <a:lnTo>
                    <a:pt x="17096" y="2568"/>
                  </a:lnTo>
                  <a:lnTo>
                    <a:pt x="17747" y="3054"/>
                  </a:lnTo>
                  <a:lnTo>
                    <a:pt x="18344" y="3586"/>
                  </a:lnTo>
                  <a:lnTo>
                    <a:pt x="18886" y="4117"/>
                  </a:lnTo>
                  <a:lnTo>
                    <a:pt x="19321" y="4736"/>
                  </a:lnTo>
                  <a:lnTo>
                    <a:pt x="19755" y="5356"/>
                  </a:lnTo>
                  <a:lnTo>
                    <a:pt x="20080" y="6020"/>
                  </a:lnTo>
                  <a:lnTo>
                    <a:pt x="20353" y="6684"/>
                  </a:lnTo>
                  <a:lnTo>
                    <a:pt x="20569" y="7392"/>
                  </a:lnTo>
                  <a:lnTo>
                    <a:pt x="20732" y="8100"/>
                  </a:lnTo>
                  <a:lnTo>
                    <a:pt x="20841" y="8808"/>
                  </a:lnTo>
                  <a:lnTo>
                    <a:pt x="20841" y="10268"/>
                  </a:lnTo>
                  <a:lnTo>
                    <a:pt x="20732" y="10977"/>
                  </a:lnTo>
                  <a:lnTo>
                    <a:pt x="20515" y="11774"/>
                  </a:lnTo>
                  <a:lnTo>
                    <a:pt x="20298" y="12526"/>
                  </a:lnTo>
                  <a:lnTo>
                    <a:pt x="19918" y="13279"/>
                  </a:lnTo>
                  <a:lnTo>
                    <a:pt x="19538" y="13987"/>
                  </a:lnTo>
                  <a:lnTo>
                    <a:pt x="19049" y="14696"/>
                  </a:lnTo>
                  <a:lnTo>
                    <a:pt x="18453" y="15315"/>
                  </a:lnTo>
                  <a:lnTo>
                    <a:pt x="17855" y="15935"/>
                  </a:lnTo>
                  <a:lnTo>
                    <a:pt x="17150" y="16510"/>
                  </a:lnTo>
                  <a:lnTo>
                    <a:pt x="16390" y="16952"/>
                  </a:lnTo>
                  <a:lnTo>
                    <a:pt x="15630" y="17395"/>
                  </a:lnTo>
                  <a:lnTo>
                    <a:pt x="14762" y="17750"/>
                  </a:lnTo>
                  <a:lnTo>
                    <a:pt x="13893" y="18059"/>
                  </a:lnTo>
                  <a:lnTo>
                    <a:pt x="13025" y="18281"/>
                  </a:lnTo>
                  <a:lnTo>
                    <a:pt x="12103" y="18413"/>
                  </a:lnTo>
                  <a:lnTo>
                    <a:pt x="11180" y="18501"/>
                  </a:lnTo>
                  <a:lnTo>
                    <a:pt x="10203" y="18546"/>
                  </a:lnTo>
                  <a:lnTo>
                    <a:pt x="9497" y="18501"/>
                  </a:lnTo>
                  <a:lnTo>
                    <a:pt x="8792" y="18457"/>
                  </a:lnTo>
                  <a:lnTo>
                    <a:pt x="8086" y="18324"/>
                  </a:lnTo>
                  <a:lnTo>
                    <a:pt x="7435" y="18191"/>
                  </a:lnTo>
                  <a:lnTo>
                    <a:pt x="6729" y="17970"/>
                  </a:lnTo>
                  <a:lnTo>
                    <a:pt x="6078" y="17705"/>
                  </a:lnTo>
                  <a:lnTo>
                    <a:pt x="5372" y="17440"/>
                  </a:lnTo>
                  <a:lnTo>
                    <a:pt x="5427" y="17395"/>
                  </a:lnTo>
                  <a:lnTo>
                    <a:pt x="5482" y="17307"/>
                  </a:lnTo>
                  <a:lnTo>
                    <a:pt x="5482" y="17129"/>
                  </a:lnTo>
                  <a:lnTo>
                    <a:pt x="5427" y="17041"/>
                  </a:lnTo>
                  <a:lnTo>
                    <a:pt x="5210" y="16909"/>
                  </a:lnTo>
                  <a:lnTo>
                    <a:pt x="4993" y="16819"/>
                  </a:lnTo>
                  <a:lnTo>
                    <a:pt x="4776" y="16776"/>
                  </a:lnTo>
                  <a:lnTo>
                    <a:pt x="4450" y="16776"/>
                  </a:lnTo>
                  <a:lnTo>
                    <a:pt x="4288" y="16819"/>
                  </a:lnTo>
                  <a:lnTo>
                    <a:pt x="4070" y="16909"/>
                  </a:lnTo>
                  <a:lnTo>
                    <a:pt x="3908" y="17041"/>
                  </a:lnTo>
                  <a:lnTo>
                    <a:pt x="3853" y="17217"/>
                  </a:lnTo>
                  <a:lnTo>
                    <a:pt x="3853" y="17395"/>
                  </a:lnTo>
                  <a:lnTo>
                    <a:pt x="3908" y="17572"/>
                  </a:lnTo>
                  <a:lnTo>
                    <a:pt x="4016" y="17750"/>
                  </a:lnTo>
                  <a:lnTo>
                    <a:pt x="4178" y="17882"/>
                  </a:lnTo>
                  <a:lnTo>
                    <a:pt x="4396" y="17926"/>
                  </a:lnTo>
                  <a:lnTo>
                    <a:pt x="4613" y="17970"/>
                  </a:lnTo>
                  <a:lnTo>
                    <a:pt x="4831" y="17926"/>
                  </a:lnTo>
                  <a:lnTo>
                    <a:pt x="4993" y="17793"/>
                  </a:lnTo>
                  <a:lnTo>
                    <a:pt x="5210" y="17926"/>
                  </a:lnTo>
                  <a:lnTo>
                    <a:pt x="5970" y="18281"/>
                  </a:lnTo>
                  <a:lnTo>
                    <a:pt x="6566" y="18501"/>
                  </a:lnTo>
                  <a:lnTo>
                    <a:pt x="7109" y="18679"/>
                  </a:lnTo>
                  <a:lnTo>
                    <a:pt x="7056" y="18767"/>
                  </a:lnTo>
                  <a:lnTo>
                    <a:pt x="7001" y="18811"/>
                  </a:lnTo>
                  <a:lnTo>
                    <a:pt x="6892" y="19077"/>
                  </a:lnTo>
                  <a:lnTo>
                    <a:pt x="6838" y="19342"/>
                  </a:lnTo>
                  <a:lnTo>
                    <a:pt x="6784" y="19873"/>
                  </a:lnTo>
                  <a:lnTo>
                    <a:pt x="5862" y="20095"/>
                  </a:lnTo>
                  <a:lnTo>
                    <a:pt x="4993" y="20404"/>
                  </a:lnTo>
                  <a:lnTo>
                    <a:pt x="4070" y="20714"/>
                  </a:lnTo>
                  <a:lnTo>
                    <a:pt x="3147" y="20980"/>
                  </a:lnTo>
                  <a:lnTo>
                    <a:pt x="3039" y="21024"/>
                  </a:lnTo>
                  <a:lnTo>
                    <a:pt x="2984" y="21113"/>
                  </a:lnTo>
                  <a:lnTo>
                    <a:pt x="2931" y="21202"/>
                  </a:lnTo>
                  <a:lnTo>
                    <a:pt x="2931" y="21290"/>
                  </a:lnTo>
                  <a:lnTo>
                    <a:pt x="2984" y="21378"/>
                  </a:lnTo>
                  <a:lnTo>
                    <a:pt x="3039" y="21467"/>
                  </a:lnTo>
                  <a:lnTo>
                    <a:pt x="3147" y="21512"/>
                  </a:lnTo>
                  <a:lnTo>
                    <a:pt x="3256" y="21555"/>
                  </a:lnTo>
                  <a:lnTo>
                    <a:pt x="12428" y="21600"/>
                  </a:lnTo>
                  <a:lnTo>
                    <a:pt x="12536" y="21600"/>
                  </a:lnTo>
                  <a:lnTo>
                    <a:pt x="12646" y="21555"/>
                  </a:lnTo>
                  <a:lnTo>
                    <a:pt x="12754" y="21467"/>
                  </a:lnTo>
                  <a:lnTo>
                    <a:pt x="12754" y="21202"/>
                  </a:lnTo>
                  <a:lnTo>
                    <a:pt x="12699" y="21113"/>
                  </a:lnTo>
                  <a:lnTo>
                    <a:pt x="12536" y="21024"/>
                  </a:lnTo>
                  <a:lnTo>
                    <a:pt x="11995" y="20847"/>
                  </a:lnTo>
                  <a:lnTo>
                    <a:pt x="11342" y="20714"/>
                  </a:lnTo>
                  <a:lnTo>
                    <a:pt x="10746" y="20582"/>
                  </a:lnTo>
                  <a:lnTo>
                    <a:pt x="10148" y="20449"/>
                  </a:lnTo>
                  <a:lnTo>
                    <a:pt x="9607" y="20228"/>
                  </a:lnTo>
                  <a:lnTo>
                    <a:pt x="9117" y="19963"/>
                  </a:lnTo>
                  <a:lnTo>
                    <a:pt x="8738" y="19697"/>
                  </a:lnTo>
                  <a:lnTo>
                    <a:pt x="8575" y="19564"/>
                  </a:lnTo>
                  <a:lnTo>
                    <a:pt x="8358" y="19475"/>
                  </a:lnTo>
                  <a:lnTo>
                    <a:pt x="8358" y="19430"/>
                  </a:lnTo>
                  <a:lnTo>
                    <a:pt x="8413" y="19210"/>
                  </a:lnTo>
                  <a:lnTo>
                    <a:pt x="8358" y="18989"/>
                  </a:lnTo>
                  <a:lnTo>
                    <a:pt x="9064" y="19077"/>
                  </a:lnTo>
                  <a:lnTo>
                    <a:pt x="9823" y="19122"/>
                  </a:lnTo>
                  <a:lnTo>
                    <a:pt x="11289" y="19122"/>
                  </a:lnTo>
                  <a:lnTo>
                    <a:pt x="12157" y="19032"/>
                  </a:lnTo>
                  <a:lnTo>
                    <a:pt x="13079" y="18856"/>
                  </a:lnTo>
                  <a:lnTo>
                    <a:pt x="13948" y="18679"/>
                  </a:lnTo>
                  <a:lnTo>
                    <a:pt x="14816" y="18413"/>
                  </a:lnTo>
                  <a:lnTo>
                    <a:pt x="15630" y="18059"/>
                  </a:lnTo>
                  <a:lnTo>
                    <a:pt x="16390" y="17705"/>
                  </a:lnTo>
                  <a:lnTo>
                    <a:pt x="17150" y="17262"/>
                  </a:lnTo>
                  <a:lnTo>
                    <a:pt x="17855" y="16776"/>
                  </a:lnTo>
                  <a:lnTo>
                    <a:pt x="18506" y="16244"/>
                  </a:lnTo>
                  <a:lnTo>
                    <a:pt x="19104" y="15669"/>
                  </a:lnTo>
                  <a:lnTo>
                    <a:pt x="19647" y="15049"/>
                  </a:lnTo>
                  <a:lnTo>
                    <a:pt x="20080" y="14386"/>
                  </a:lnTo>
                  <a:lnTo>
                    <a:pt x="20515" y="13722"/>
                  </a:lnTo>
                  <a:lnTo>
                    <a:pt x="20841" y="13014"/>
                  </a:lnTo>
                  <a:lnTo>
                    <a:pt x="21166" y="12305"/>
                  </a:lnTo>
                  <a:lnTo>
                    <a:pt x="21329" y="11552"/>
                  </a:lnTo>
                  <a:lnTo>
                    <a:pt x="21492" y="10801"/>
                  </a:lnTo>
                  <a:lnTo>
                    <a:pt x="21600" y="10048"/>
                  </a:lnTo>
                  <a:lnTo>
                    <a:pt x="21600" y="9295"/>
                  </a:lnTo>
                  <a:lnTo>
                    <a:pt x="21547" y="8543"/>
                  </a:lnTo>
                  <a:lnTo>
                    <a:pt x="21437" y="7790"/>
                  </a:lnTo>
                  <a:lnTo>
                    <a:pt x="21274" y="7038"/>
                  </a:lnTo>
                  <a:lnTo>
                    <a:pt x="21004" y="6285"/>
                  </a:lnTo>
                  <a:lnTo>
                    <a:pt x="20678" y="5577"/>
                  </a:lnTo>
                  <a:lnTo>
                    <a:pt x="20298" y="4825"/>
                  </a:lnTo>
                  <a:lnTo>
                    <a:pt x="19755" y="4117"/>
                  </a:lnTo>
                  <a:lnTo>
                    <a:pt x="19212" y="3452"/>
                  </a:lnTo>
                  <a:lnTo>
                    <a:pt x="18506" y="2789"/>
                  </a:lnTo>
                  <a:lnTo>
                    <a:pt x="17801" y="2213"/>
                  </a:lnTo>
                  <a:lnTo>
                    <a:pt x="16987" y="1682"/>
                  </a:lnTo>
                  <a:lnTo>
                    <a:pt x="16118" y="1239"/>
                  </a:lnTo>
                  <a:lnTo>
                    <a:pt x="15685" y="1063"/>
                  </a:lnTo>
                  <a:lnTo>
                    <a:pt x="15196" y="886"/>
                  </a:lnTo>
                  <a:lnTo>
                    <a:pt x="15250" y="708"/>
                  </a:lnTo>
                  <a:lnTo>
                    <a:pt x="15250" y="532"/>
                  </a:lnTo>
                  <a:lnTo>
                    <a:pt x="15196" y="355"/>
                  </a:lnTo>
                  <a:lnTo>
                    <a:pt x="15087" y="177"/>
                  </a:lnTo>
                  <a:lnTo>
                    <a:pt x="14924" y="89"/>
                  </a:lnTo>
                  <a:lnTo>
                    <a:pt x="14708"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A4C2F4"/>
                  </a:solidFill>
                </a:defRPr>
              </a:pPr>
            </a:p>
          </p:txBody>
        </p:sp>
        <p:sp>
          <p:nvSpPr>
            <p:cNvPr id="771" name="Google Shape;298;p5"/>
            <p:cNvSpPr/>
            <p:nvPr/>
          </p:nvSpPr>
          <p:spPr>
            <a:xfrm>
              <a:off x="63088" y="1255312"/>
              <a:ext cx="532446" cy="49607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664" y="845"/>
                  </a:moveTo>
                  <a:lnTo>
                    <a:pt x="17713" y="898"/>
                  </a:lnTo>
                  <a:lnTo>
                    <a:pt x="17812" y="952"/>
                  </a:lnTo>
                  <a:lnTo>
                    <a:pt x="17910" y="1003"/>
                  </a:lnTo>
                  <a:lnTo>
                    <a:pt x="18255" y="1110"/>
                  </a:lnTo>
                  <a:lnTo>
                    <a:pt x="18550" y="1215"/>
                  </a:lnTo>
                  <a:lnTo>
                    <a:pt x="18795" y="1373"/>
                  </a:lnTo>
                  <a:lnTo>
                    <a:pt x="18992" y="1690"/>
                  </a:lnTo>
                  <a:lnTo>
                    <a:pt x="19190" y="2007"/>
                  </a:lnTo>
                  <a:lnTo>
                    <a:pt x="19238" y="2377"/>
                  </a:lnTo>
                  <a:lnTo>
                    <a:pt x="19190" y="2747"/>
                  </a:lnTo>
                  <a:lnTo>
                    <a:pt x="19090" y="3064"/>
                  </a:lnTo>
                  <a:lnTo>
                    <a:pt x="18894" y="3380"/>
                  </a:lnTo>
                  <a:lnTo>
                    <a:pt x="18648" y="3644"/>
                  </a:lnTo>
                  <a:lnTo>
                    <a:pt x="18353" y="3856"/>
                  </a:lnTo>
                  <a:lnTo>
                    <a:pt x="18057" y="4014"/>
                  </a:lnTo>
                  <a:lnTo>
                    <a:pt x="17664" y="4067"/>
                  </a:lnTo>
                  <a:lnTo>
                    <a:pt x="17222" y="4014"/>
                  </a:lnTo>
                  <a:lnTo>
                    <a:pt x="16975" y="3961"/>
                  </a:lnTo>
                  <a:lnTo>
                    <a:pt x="16827" y="3909"/>
                  </a:lnTo>
                  <a:lnTo>
                    <a:pt x="16680" y="3802"/>
                  </a:lnTo>
                  <a:lnTo>
                    <a:pt x="16582" y="3592"/>
                  </a:lnTo>
                  <a:lnTo>
                    <a:pt x="16483" y="3592"/>
                  </a:lnTo>
                  <a:lnTo>
                    <a:pt x="16434" y="3275"/>
                  </a:lnTo>
                  <a:lnTo>
                    <a:pt x="16434" y="2694"/>
                  </a:lnTo>
                  <a:lnTo>
                    <a:pt x="16483" y="2482"/>
                  </a:lnTo>
                  <a:lnTo>
                    <a:pt x="16630" y="2007"/>
                  </a:lnTo>
                  <a:lnTo>
                    <a:pt x="16877" y="1532"/>
                  </a:lnTo>
                  <a:lnTo>
                    <a:pt x="17222" y="1162"/>
                  </a:lnTo>
                  <a:lnTo>
                    <a:pt x="17418" y="1003"/>
                  </a:lnTo>
                  <a:lnTo>
                    <a:pt x="17664" y="845"/>
                  </a:lnTo>
                  <a:close/>
                  <a:moveTo>
                    <a:pt x="12153" y="4806"/>
                  </a:moveTo>
                  <a:lnTo>
                    <a:pt x="12400" y="4912"/>
                  </a:lnTo>
                  <a:lnTo>
                    <a:pt x="12400" y="4964"/>
                  </a:lnTo>
                  <a:lnTo>
                    <a:pt x="12300" y="5229"/>
                  </a:lnTo>
                  <a:lnTo>
                    <a:pt x="12300" y="5281"/>
                  </a:lnTo>
                  <a:lnTo>
                    <a:pt x="12252" y="5229"/>
                  </a:lnTo>
                  <a:lnTo>
                    <a:pt x="12153" y="5071"/>
                  </a:lnTo>
                  <a:lnTo>
                    <a:pt x="12055" y="4964"/>
                  </a:lnTo>
                  <a:lnTo>
                    <a:pt x="12055" y="4859"/>
                  </a:lnTo>
                  <a:lnTo>
                    <a:pt x="12153" y="4806"/>
                  </a:lnTo>
                  <a:close/>
                  <a:moveTo>
                    <a:pt x="18943" y="633"/>
                  </a:moveTo>
                  <a:lnTo>
                    <a:pt x="19090" y="687"/>
                  </a:lnTo>
                  <a:lnTo>
                    <a:pt x="19190" y="845"/>
                  </a:lnTo>
                  <a:lnTo>
                    <a:pt x="19337" y="952"/>
                  </a:lnTo>
                  <a:lnTo>
                    <a:pt x="19387" y="1162"/>
                  </a:lnTo>
                  <a:lnTo>
                    <a:pt x="19485" y="1162"/>
                  </a:lnTo>
                  <a:lnTo>
                    <a:pt x="19435" y="898"/>
                  </a:lnTo>
                  <a:lnTo>
                    <a:pt x="19387" y="687"/>
                  </a:lnTo>
                  <a:lnTo>
                    <a:pt x="19583" y="793"/>
                  </a:lnTo>
                  <a:lnTo>
                    <a:pt x="19829" y="898"/>
                  </a:lnTo>
                  <a:lnTo>
                    <a:pt x="20075" y="1110"/>
                  </a:lnTo>
                  <a:lnTo>
                    <a:pt x="20272" y="1268"/>
                  </a:lnTo>
                  <a:lnTo>
                    <a:pt x="20420" y="1532"/>
                  </a:lnTo>
                  <a:lnTo>
                    <a:pt x="20567" y="1743"/>
                  </a:lnTo>
                  <a:lnTo>
                    <a:pt x="20715" y="2272"/>
                  </a:lnTo>
                  <a:lnTo>
                    <a:pt x="20862" y="2799"/>
                  </a:lnTo>
                  <a:lnTo>
                    <a:pt x="20960" y="3434"/>
                  </a:lnTo>
                  <a:lnTo>
                    <a:pt x="21010" y="3697"/>
                  </a:lnTo>
                  <a:lnTo>
                    <a:pt x="20960" y="4014"/>
                  </a:lnTo>
                  <a:lnTo>
                    <a:pt x="20912" y="4279"/>
                  </a:lnTo>
                  <a:lnTo>
                    <a:pt x="20764" y="4489"/>
                  </a:lnTo>
                  <a:lnTo>
                    <a:pt x="20370" y="4912"/>
                  </a:lnTo>
                  <a:lnTo>
                    <a:pt x="20025" y="5176"/>
                  </a:lnTo>
                  <a:lnTo>
                    <a:pt x="19583" y="5334"/>
                  </a:lnTo>
                  <a:lnTo>
                    <a:pt x="19140" y="5441"/>
                  </a:lnTo>
                  <a:lnTo>
                    <a:pt x="18697" y="5493"/>
                  </a:lnTo>
                  <a:lnTo>
                    <a:pt x="18402" y="5441"/>
                  </a:lnTo>
                  <a:lnTo>
                    <a:pt x="18107" y="5387"/>
                  </a:lnTo>
                  <a:lnTo>
                    <a:pt x="17860" y="5281"/>
                  </a:lnTo>
                  <a:lnTo>
                    <a:pt x="17615" y="5176"/>
                  </a:lnTo>
                  <a:lnTo>
                    <a:pt x="17369" y="5017"/>
                  </a:lnTo>
                  <a:lnTo>
                    <a:pt x="17172" y="4806"/>
                  </a:lnTo>
                  <a:lnTo>
                    <a:pt x="16975" y="4596"/>
                  </a:lnTo>
                  <a:lnTo>
                    <a:pt x="16827" y="4384"/>
                  </a:lnTo>
                  <a:lnTo>
                    <a:pt x="17222" y="4489"/>
                  </a:lnTo>
                  <a:lnTo>
                    <a:pt x="17615" y="4542"/>
                  </a:lnTo>
                  <a:lnTo>
                    <a:pt x="18008" y="4489"/>
                  </a:lnTo>
                  <a:lnTo>
                    <a:pt x="18402" y="4384"/>
                  </a:lnTo>
                  <a:lnTo>
                    <a:pt x="18747" y="4226"/>
                  </a:lnTo>
                  <a:lnTo>
                    <a:pt x="19090" y="3961"/>
                  </a:lnTo>
                  <a:lnTo>
                    <a:pt x="19337" y="3592"/>
                  </a:lnTo>
                  <a:lnTo>
                    <a:pt x="19583" y="3222"/>
                  </a:lnTo>
                  <a:lnTo>
                    <a:pt x="19682" y="2852"/>
                  </a:lnTo>
                  <a:lnTo>
                    <a:pt x="19730" y="2482"/>
                  </a:lnTo>
                  <a:lnTo>
                    <a:pt x="19682" y="2113"/>
                  </a:lnTo>
                  <a:lnTo>
                    <a:pt x="19583" y="1743"/>
                  </a:lnTo>
                  <a:lnTo>
                    <a:pt x="19435" y="1427"/>
                  </a:lnTo>
                  <a:lnTo>
                    <a:pt x="19238" y="1110"/>
                  </a:lnTo>
                  <a:lnTo>
                    <a:pt x="18992" y="845"/>
                  </a:lnTo>
                  <a:lnTo>
                    <a:pt x="18697" y="633"/>
                  </a:lnTo>
                  <a:close/>
                  <a:moveTo>
                    <a:pt x="18452" y="0"/>
                  </a:moveTo>
                  <a:lnTo>
                    <a:pt x="18255" y="107"/>
                  </a:lnTo>
                  <a:lnTo>
                    <a:pt x="17910" y="158"/>
                  </a:lnTo>
                  <a:lnTo>
                    <a:pt x="17615" y="212"/>
                  </a:lnTo>
                  <a:lnTo>
                    <a:pt x="17320" y="370"/>
                  </a:lnTo>
                  <a:lnTo>
                    <a:pt x="17073" y="582"/>
                  </a:lnTo>
                  <a:lnTo>
                    <a:pt x="16778" y="793"/>
                  </a:lnTo>
                  <a:lnTo>
                    <a:pt x="16582" y="1057"/>
                  </a:lnTo>
                  <a:lnTo>
                    <a:pt x="16385" y="1320"/>
                  </a:lnTo>
                  <a:lnTo>
                    <a:pt x="16188" y="1637"/>
                  </a:lnTo>
                  <a:lnTo>
                    <a:pt x="16090" y="1902"/>
                  </a:lnTo>
                  <a:lnTo>
                    <a:pt x="15990" y="2272"/>
                  </a:lnTo>
                  <a:lnTo>
                    <a:pt x="15892" y="2589"/>
                  </a:lnTo>
                  <a:lnTo>
                    <a:pt x="15892" y="3275"/>
                  </a:lnTo>
                  <a:lnTo>
                    <a:pt x="15942" y="3644"/>
                  </a:lnTo>
                  <a:lnTo>
                    <a:pt x="16040" y="3961"/>
                  </a:lnTo>
                  <a:lnTo>
                    <a:pt x="16139" y="4279"/>
                  </a:lnTo>
                  <a:lnTo>
                    <a:pt x="16287" y="4596"/>
                  </a:lnTo>
                  <a:lnTo>
                    <a:pt x="16434" y="4859"/>
                  </a:lnTo>
                  <a:lnTo>
                    <a:pt x="16630" y="5122"/>
                  </a:lnTo>
                  <a:lnTo>
                    <a:pt x="16877" y="5334"/>
                  </a:lnTo>
                  <a:lnTo>
                    <a:pt x="17123" y="5546"/>
                  </a:lnTo>
                  <a:lnTo>
                    <a:pt x="17418" y="5757"/>
                  </a:lnTo>
                  <a:lnTo>
                    <a:pt x="17713" y="5863"/>
                  </a:lnTo>
                  <a:lnTo>
                    <a:pt x="18008" y="5968"/>
                  </a:lnTo>
                  <a:lnTo>
                    <a:pt x="18353" y="6074"/>
                  </a:lnTo>
                  <a:lnTo>
                    <a:pt x="18943" y="6074"/>
                  </a:lnTo>
                  <a:lnTo>
                    <a:pt x="19534" y="5968"/>
                  </a:lnTo>
                  <a:lnTo>
                    <a:pt x="20124" y="5757"/>
                  </a:lnTo>
                  <a:lnTo>
                    <a:pt x="20617" y="5441"/>
                  </a:lnTo>
                  <a:lnTo>
                    <a:pt x="20912" y="5229"/>
                  </a:lnTo>
                  <a:lnTo>
                    <a:pt x="21108" y="4964"/>
                  </a:lnTo>
                  <a:lnTo>
                    <a:pt x="21305" y="4701"/>
                  </a:lnTo>
                  <a:lnTo>
                    <a:pt x="21452" y="4384"/>
                  </a:lnTo>
                  <a:lnTo>
                    <a:pt x="21550" y="4014"/>
                  </a:lnTo>
                  <a:lnTo>
                    <a:pt x="21600" y="3592"/>
                  </a:lnTo>
                  <a:lnTo>
                    <a:pt x="21550" y="3222"/>
                  </a:lnTo>
                  <a:lnTo>
                    <a:pt x="21452" y="2852"/>
                  </a:lnTo>
                  <a:lnTo>
                    <a:pt x="21305" y="2060"/>
                  </a:lnTo>
                  <a:lnTo>
                    <a:pt x="21157" y="1690"/>
                  </a:lnTo>
                  <a:lnTo>
                    <a:pt x="21010" y="1373"/>
                  </a:lnTo>
                  <a:lnTo>
                    <a:pt x="20813" y="1057"/>
                  </a:lnTo>
                  <a:lnTo>
                    <a:pt x="20617" y="793"/>
                  </a:lnTo>
                  <a:lnTo>
                    <a:pt x="20320" y="528"/>
                  </a:lnTo>
                  <a:lnTo>
                    <a:pt x="20025" y="317"/>
                  </a:lnTo>
                  <a:lnTo>
                    <a:pt x="19632" y="107"/>
                  </a:lnTo>
                  <a:lnTo>
                    <a:pt x="19140" y="0"/>
                  </a:lnTo>
                  <a:close/>
                  <a:moveTo>
                    <a:pt x="14908" y="6549"/>
                  </a:moveTo>
                  <a:lnTo>
                    <a:pt x="15352" y="6971"/>
                  </a:lnTo>
                  <a:lnTo>
                    <a:pt x="15155" y="7129"/>
                  </a:lnTo>
                  <a:lnTo>
                    <a:pt x="14908" y="7078"/>
                  </a:lnTo>
                  <a:lnTo>
                    <a:pt x="14662" y="7078"/>
                  </a:lnTo>
                  <a:lnTo>
                    <a:pt x="14269" y="7129"/>
                  </a:lnTo>
                  <a:lnTo>
                    <a:pt x="14565" y="6813"/>
                  </a:lnTo>
                  <a:lnTo>
                    <a:pt x="14908" y="6549"/>
                  </a:lnTo>
                  <a:close/>
                  <a:moveTo>
                    <a:pt x="9200" y="5229"/>
                  </a:moveTo>
                  <a:lnTo>
                    <a:pt x="9398" y="5281"/>
                  </a:lnTo>
                  <a:lnTo>
                    <a:pt x="9447" y="5334"/>
                  </a:lnTo>
                  <a:lnTo>
                    <a:pt x="9447" y="5441"/>
                  </a:lnTo>
                  <a:lnTo>
                    <a:pt x="9496" y="5546"/>
                  </a:lnTo>
                  <a:lnTo>
                    <a:pt x="9644" y="5599"/>
                  </a:lnTo>
                  <a:lnTo>
                    <a:pt x="9890" y="5599"/>
                  </a:lnTo>
                  <a:lnTo>
                    <a:pt x="9940" y="5651"/>
                  </a:lnTo>
                  <a:lnTo>
                    <a:pt x="9988" y="5809"/>
                  </a:lnTo>
                  <a:lnTo>
                    <a:pt x="10037" y="5968"/>
                  </a:lnTo>
                  <a:lnTo>
                    <a:pt x="10037" y="6126"/>
                  </a:lnTo>
                  <a:lnTo>
                    <a:pt x="9988" y="6496"/>
                  </a:lnTo>
                  <a:lnTo>
                    <a:pt x="9890" y="6866"/>
                  </a:lnTo>
                  <a:lnTo>
                    <a:pt x="9693" y="7236"/>
                  </a:lnTo>
                  <a:lnTo>
                    <a:pt x="9595" y="7394"/>
                  </a:lnTo>
                  <a:lnTo>
                    <a:pt x="9447" y="7499"/>
                  </a:lnTo>
                  <a:lnTo>
                    <a:pt x="9300" y="7553"/>
                  </a:lnTo>
                  <a:lnTo>
                    <a:pt x="9103" y="7553"/>
                  </a:lnTo>
                  <a:lnTo>
                    <a:pt x="9103" y="7183"/>
                  </a:lnTo>
                  <a:lnTo>
                    <a:pt x="9053" y="6866"/>
                  </a:lnTo>
                  <a:lnTo>
                    <a:pt x="8905" y="6549"/>
                  </a:lnTo>
                  <a:lnTo>
                    <a:pt x="8709" y="6233"/>
                  </a:lnTo>
                  <a:lnTo>
                    <a:pt x="8463" y="5968"/>
                  </a:lnTo>
                  <a:lnTo>
                    <a:pt x="8168" y="5809"/>
                  </a:lnTo>
                  <a:lnTo>
                    <a:pt x="8168" y="5651"/>
                  </a:lnTo>
                  <a:lnTo>
                    <a:pt x="8265" y="5546"/>
                  </a:lnTo>
                  <a:lnTo>
                    <a:pt x="8365" y="5441"/>
                  </a:lnTo>
                  <a:lnTo>
                    <a:pt x="8512" y="5387"/>
                  </a:lnTo>
                  <a:lnTo>
                    <a:pt x="8807" y="5334"/>
                  </a:lnTo>
                  <a:lnTo>
                    <a:pt x="9200" y="5229"/>
                  </a:lnTo>
                  <a:close/>
                  <a:moveTo>
                    <a:pt x="8758" y="4596"/>
                  </a:moveTo>
                  <a:lnTo>
                    <a:pt x="8709" y="4647"/>
                  </a:lnTo>
                  <a:lnTo>
                    <a:pt x="8660" y="4754"/>
                  </a:lnTo>
                  <a:lnTo>
                    <a:pt x="8660" y="4912"/>
                  </a:lnTo>
                  <a:lnTo>
                    <a:pt x="8315" y="5017"/>
                  </a:lnTo>
                  <a:lnTo>
                    <a:pt x="8020" y="5122"/>
                  </a:lnTo>
                  <a:lnTo>
                    <a:pt x="7775" y="5387"/>
                  </a:lnTo>
                  <a:lnTo>
                    <a:pt x="7725" y="5493"/>
                  </a:lnTo>
                  <a:lnTo>
                    <a:pt x="7627" y="5651"/>
                  </a:lnTo>
                  <a:lnTo>
                    <a:pt x="7627" y="5863"/>
                  </a:lnTo>
                  <a:lnTo>
                    <a:pt x="7775" y="6074"/>
                  </a:lnTo>
                  <a:lnTo>
                    <a:pt x="7922" y="6179"/>
                  </a:lnTo>
                  <a:lnTo>
                    <a:pt x="8118" y="6284"/>
                  </a:lnTo>
                  <a:lnTo>
                    <a:pt x="8265" y="6391"/>
                  </a:lnTo>
                  <a:lnTo>
                    <a:pt x="8414" y="6496"/>
                  </a:lnTo>
                  <a:lnTo>
                    <a:pt x="8512" y="6654"/>
                  </a:lnTo>
                  <a:lnTo>
                    <a:pt x="8610" y="6866"/>
                  </a:lnTo>
                  <a:lnTo>
                    <a:pt x="8709" y="7236"/>
                  </a:lnTo>
                  <a:lnTo>
                    <a:pt x="8660" y="7605"/>
                  </a:lnTo>
                  <a:lnTo>
                    <a:pt x="8709" y="7763"/>
                  </a:lnTo>
                  <a:lnTo>
                    <a:pt x="8758" y="7869"/>
                  </a:lnTo>
                  <a:lnTo>
                    <a:pt x="9053" y="7975"/>
                  </a:lnTo>
                  <a:lnTo>
                    <a:pt x="9300" y="7975"/>
                  </a:lnTo>
                  <a:lnTo>
                    <a:pt x="9545" y="7923"/>
                  </a:lnTo>
                  <a:lnTo>
                    <a:pt x="9742" y="7816"/>
                  </a:lnTo>
                  <a:lnTo>
                    <a:pt x="9940" y="7605"/>
                  </a:lnTo>
                  <a:lnTo>
                    <a:pt x="10087" y="7394"/>
                  </a:lnTo>
                  <a:lnTo>
                    <a:pt x="10235" y="7129"/>
                  </a:lnTo>
                  <a:lnTo>
                    <a:pt x="10333" y="6866"/>
                  </a:lnTo>
                  <a:lnTo>
                    <a:pt x="10382" y="6601"/>
                  </a:lnTo>
                  <a:lnTo>
                    <a:pt x="10430" y="6284"/>
                  </a:lnTo>
                  <a:lnTo>
                    <a:pt x="10430" y="5651"/>
                  </a:lnTo>
                  <a:lnTo>
                    <a:pt x="10333" y="5441"/>
                  </a:lnTo>
                  <a:lnTo>
                    <a:pt x="10235" y="5281"/>
                  </a:lnTo>
                  <a:lnTo>
                    <a:pt x="10037" y="5176"/>
                  </a:lnTo>
                  <a:lnTo>
                    <a:pt x="9840" y="5176"/>
                  </a:lnTo>
                  <a:lnTo>
                    <a:pt x="9792" y="5017"/>
                  </a:lnTo>
                  <a:lnTo>
                    <a:pt x="9693" y="4964"/>
                  </a:lnTo>
                  <a:lnTo>
                    <a:pt x="9447" y="4859"/>
                  </a:lnTo>
                  <a:lnTo>
                    <a:pt x="9152" y="4754"/>
                  </a:lnTo>
                  <a:lnTo>
                    <a:pt x="8955" y="4647"/>
                  </a:lnTo>
                  <a:lnTo>
                    <a:pt x="8807" y="4596"/>
                  </a:lnTo>
                  <a:close/>
                  <a:moveTo>
                    <a:pt x="15745" y="7394"/>
                  </a:moveTo>
                  <a:lnTo>
                    <a:pt x="16335" y="8186"/>
                  </a:lnTo>
                  <a:lnTo>
                    <a:pt x="15795" y="8345"/>
                  </a:lnTo>
                  <a:lnTo>
                    <a:pt x="15302" y="8661"/>
                  </a:lnTo>
                  <a:lnTo>
                    <a:pt x="14810" y="8978"/>
                  </a:lnTo>
                  <a:lnTo>
                    <a:pt x="14613" y="9190"/>
                  </a:lnTo>
                  <a:lnTo>
                    <a:pt x="14465" y="9453"/>
                  </a:lnTo>
                  <a:lnTo>
                    <a:pt x="14417" y="9560"/>
                  </a:lnTo>
                  <a:lnTo>
                    <a:pt x="14465" y="9612"/>
                  </a:lnTo>
                  <a:lnTo>
                    <a:pt x="14565" y="9665"/>
                  </a:lnTo>
                  <a:lnTo>
                    <a:pt x="14662" y="9665"/>
                  </a:lnTo>
                  <a:lnTo>
                    <a:pt x="15105" y="9348"/>
                  </a:lnTo>
                  <a:lnTo>
                    <a:pt x="15499" y="9085"/>
                  </a:lnTo>
                  <a:lnTo>
                    <a:pt x="15892" y="8925"/>
                  </a:lnTo>
                  <a:lnTo>
                    <a:pt x="16287" y="8766"/>
                  </a:lnTo>
                  <a:lnTo>
                    <a:pt x="16434" y="8715"/>
                  </a:lnTo>
                  <a:lnTo>
                    <a:pt x="16582" y="8661"/>
                  </a:lnTo>
                  <a:lnTo>
                    <a:pt x="16630" y="8608"/>
                  </a:lnTo>
                  <a:lnTo>
                    <a:pt x="16925" y="9295"/>
                  </a:lnTo>
                  <a:lnTo>
                    <a:pt x="17222" y="9928"/>
                  </a:lnTo>
                  <a:lnTo>
                    <a:pt x="17172" y="9982"/>
                  </a:lnTo>
                  <a:lnTo>
                    <a:pt x="16532" y="10140"/>
                  </a:lnTo>
                  <a:lnTo>
                    <a:pt x="15843" y="10246"/>
                  </a:lnTo>
                  <a:lnTo>
                    <a:pt x="15155" y="10246"/>
                  </a:lnTo>
                  <a:lnTo>
                    <a:pt x="14417" y="10193"/>
                  </a:lnTo>
                  <a:lnTo>
                    <a:pt x="14318" y="10246"/>
                  </a:lnTo>
                  <a:lnTo>
                    <a:pt x="14269" y="10298"/>
                  </a:lnTo>
                  <a:lnTo>
                    <a:pt x="14269" y="10405"/>
                  </a:lnTo>
                  <a:lnTo>
                    <a:pt x="14367" y="10510"/>
                  </a:lnTo>
                  <a:lnTo>
                    <a:pt x="14662" y="10615"/>
                  </a:lnTo>
                  <a:lnTo>
                    <a:pt x="15007" y="10722"/>
                  </a:lnTo>
                  <a:lnTo>
                    <a:pt x="15695" y="10773"/>
                  </a:lnTo>
                  <a:lnTo>
                    <a:pt x="16040" y="10773"/>
                  </a:lnTo>
                  <a:lnTo>
                    <a:pt x="16385" y="10722"/>
                  </a:lnTo>
                  <a:lnTo>
                    <a:pt x="16877" y="10615"/>
                  </a:lnTo>
                  <a:lnTo>
                    <a:pt x="17025" y="10615"/>
                  </a:lnTo>
                  <a:lnTo>
                    <a:pt x="17123" y="10563"/>
                  </a:lnTo>
                  <a:lnTo>
                    <a:pt x="17172" y="10668"/>
                  </a:lnTo>
                  <a:lnTo>
                    <a:pt x="17222" y="10722"/>
                  </a:lnTo>
                  <a:lnTo>
                    <a:pt x="17270" y="10773"/>
                  </a:lnTo>
                  <a:lnTo>
                    <a:pt x="17418" y="10827"/>
                  </a:lnTo>
                  <a:lnTo>
                    <a:pt x="17467" y="11197"/>
                  </a:lnTo>
                  <a:lnTo>
                    <a:pt x="17517" y="11618"/>
                  </a:lnTo>
                  <a:lnTo>
                    <a:pt x="17418" y="11672"/>
                  </a:lnTo>
                  <a:lnTo>
                    <a:pt x="17025" y="11513"/>
                  </a:lnTo>
                  <a:lnTo>
                    <a:pt x="16730" y="11355"/>
                  </a:lnTo>
                  <a:lnTo>
                    <a:pt x="16434" y="11197"/>
                  </a:lnTo>
                  <a:lnTo>
                    <a:pt x="15942" y="11197"/>
                  </a:lnTo>
                  <a:lnTo>
                    <a:pt x="15795" y="11248"/>
                  </a:lnTo>
                  <a:lnTo>
                    <a:pt x="15057" y="11197"/>
                  </a:lnTo>
                  <a:lnTo>
                    <a:pt x="14613" y="11143"/>
                  </a:lnTo>
                  <a:lnTo>
                    <a:pt x="14417" y="11143"/>
                  </a:lnTo>
                  <a:lnTo>
                    <a:pt x="14318" y="11090"/>
                  </a:lnTo>
                  <a:lnTo>
                    <a:pt x="14170" y="10773"/>
                  </a:lnTo>
                  <a:lnTo>
                    <a:pt x="14122" y="10773"/>
                  </a:lnTo>
                  <a:lnTo>
                    <a:pt x="14122" y="11460"/>
                  </a:lnTo>
                  <a:lnTo>
                    <a:pt x="14220" y="11513"/>
                  </a:lnTo>
                  <a:lnTo>
                    <a:pt x="14810" y="11672"/>
                  </a:lnTo>
                  <a:lnTo>
                    <a:pt x="15400" y="11725"/>
                  </a:lnTo>
                  <a:lnTo>
                    <a:pt x="15400" y="11988"/>
                  </a:lnTo>
                  <a:lnTo>
                    <a:pt x="15450" y="12200"/>
                  </a:lnTo>
                  <a:lnTo>
                    <a:pt x="15548" y="12305"/>
                  </a:lnTo>
                  <a:lnTo>
                    <a:pt x="15597" y="12358"/>
                  </a:lnTo>
                  <a:lnTo>
                    <a:pt x="15795" y="12464"/>
                  </a:lnTo>
                  <a:lnTo>
                    <a:pt x="16040" y="12622"/>
                  </a:lnTo>
                  <a:lnTo>
                    <a:pt x="15302" y="12464"/>
                  </a:lnTo>
                  <a:lnTo>
                    <a:pt x="14712" y="12200"/>
                  </a:lnTo>
                  <a:lnTo>
                    <a:pt x="14367" y="12147"/>
                  </a:lnTo>
                  <a:lnTo>
                    <a:pt x="14023" y="12094"/>
                  </a:lnTo>
                  <a:lnTo>
                    <a:pt x="13678" y="11830"/>
                  </a:lnTo>
                  <a:lnTo>
                    <a:pt x="13482" y="11777"/>
                  </a:lnTo>
                  <a:lnTo>
                    <a:pt x="13335" y="11725"/>
                  </a:lnTo>
                  <a:lnTo>
                    <a:pt x="13039" y="11777"/>
                  </a:lnTo>
                  <a:lnTo>
                    <a:pt x="12842" y="11883"/>
                  </a:lnTo>
                  <a:lnTo>
                    <a:pt x="12695" y="12042"/>
                  </a:lnTo>
                  <a:lnTo>
                    <a:pt x="12547" y="12252"/>
                  </a:lnTo>
                  <a:lnTo>
                    <a:pt x="12400" y="12358"/>
                  </a:lnTo>
                  <a:lnTo>
                    <a:pt x="12202" y="12410"/>
                  </a:lnTo>
                  <a:lnTo>
                    <a:pt x="11858" y="12358"/>
                  </a:lnTo>
                  <a:lnTo>
                    <a:pt x="11563" y="12410"/>
                  </a:lnTo>
                  <a:lnTo>
                    <a:pt x="11267" y="12517"/>
                  </a:lnTo>
                  <a:lnTo>
                    <a:pt x="10972" y="12675"/>
                  </a:lnTo>
                  <a:lnTo>
                    <a:pt x="10628" y="12675"/>
                  </a:lnTo>
                  <a:lnTo>
                    <a:pt x="10530" y="12622"/>
                  </a:lnTo>
                  <a:lnTo>
                    <a:pt x="10480" y="12569"/>
                  </a:lnTo>
                  <a:lnTo>
                    <a:pt x="10480" y="12517"/>
                  </a:lnTo>
                  <a:lnTo>
                    <a:pt x="10578" y="12410"/>
                  </a:lnTo>
                  <a:lnTo>
                    <a:pt x="10727" y="12252"/>
                  </a:lnTo>
                  <a:lnTo>
                    <a:pt x="10923" y="12147"/>
                  </a:lnTo>
                  <a:lnTo>
                    <a:pt x="11267" y="11988"/>
                  </a:lnTo>
                  <a:lnTo>
                    <a:pt x="11710" y="11777"/>
                  </a:lnTo>
                  <a:lnTo>
                    <a:pt x="11957" y="11618"/>
                  </a:lnTo>
                  <a:lnTo>
                    <a:pt x="12104" y="11408"/>
                  </a:lnTo>
                  <a:lnTo>
                    <a:pt x="12252" y="11197"/>
                  </a:lnTo>
                  <a:lnTo>
                    <a:pt x="12350" y="10985"/>
                  </a:lnTo>
                  <a:lnTo>
                    <a:pt x="12350" y="10722"/>
                  </a:lnTo>
                  <a:lnTo>
                    <a:pt x="12300" y="10405"/>
                  </a:lnTo>
                  <a:lnTo>
                    <a:pt x="12202" y="10246"/>
                  </a:lnTo>
                  <a:lnTo>
                    <a:pt x="12055" y="10087"/>
                  </a:lnTo>
                  <a:lnTo>
                    <a:pt x="11858" y="9928"/>
                  </a:lnTo>
                  <a:lnTo>
                    <a:pt x="11660" y="9876"/>
                  </a:lnTo>
                  <a:lnTo>
                    <a:pt x="11465" y="9823"/>
                  </a:lnTo>
                  <a:lnTo>
                    <a:pt x="11267" y="9823"/>
                  </a:lnTo>
                  <a:lnTo>
                    <a:pt x="11070" y="9876"/>
                  </a:lnTo>
                  <a:lnTo>
                    <a:pt x="10874" y="9982"/>
                  </a:lnTo>
                  <a:lnTo>
                    <a:pt x="10628" y="10246"/>
                  </a:lnTo>
                  <a:lnTo>
                    <a:pt x="10727" y="10035"/>
                  </a:lnTo>
                  <a:lnTo>
                    <a:pt x="10874" y="9876"/>
                  </a:lnTo>
                  <a:lnTo>
                    <a:pt x="11120" y="9506"/>
                  </a:lnTo>
                  <a:lnTo>
                    <a:pt x="11415" y="9190"/>
                  </a:lnTo>
                  <a:lnTo>
                    <a:pt x="11760" y="8820"/>
                  </a:lnTo>
                  <a:lnTo>
                    <a:pt x="12005" y="8556"/>
                  </a:lnTo>
                  <a:lnTo>
                    <a:pt x="12252" y="8345"/>
                  </a:lnTo>
                  <a:lnTo>
                    <a:pt x="12300" y="8345"/>
                  </a:lnTo>
                  <a:lnTo>
                    <a:pt x="12595" y="8291"/>
                  </a:lnTo>
                  <a:lnTo>
                    <a:pt x="12892" y="8186"/>
                  </a:lnTo>
                  <a:lnTo>
                    <a:pt x="13482" y="7975"/>
                  </a:lnTo>
                  <a:lnTo>
                    <a:pt x="14023" y="7711"/>
                  </a:lnTo>
                  <a:lnTo>
                    <a:pt x="14269" y="7605"/>
                  </a:lnTo>
                  <a:lnTo>
                    <a:pt x="14613" y="7553"/>
                  </a:lnTo>
                  <a:lnTo>
                    <a:pt x="14220" y="7923"/>
                  </a:lnTo>
                  <a:lnTo>
                    <a:pt x="14072" y="8133"/>
                  </a:lnTo>
                  <a:lnTo>
                    <a:pt x="13974" y="8398"/>
                  </a:lnTo>
                  <a:lnTo>
                    <a:pt x="14023" y="8450"/>
                  </a:lnTo>
                  <a:lnTo>
                    <a:pt x="14269" y="8345"/>
                  </a:lnTo>
                  <a:lnTo>
                    <a:pt x="14515" y="8239"/>
                  </a:lnTo>
                  <a:lnTo>
                    <a:pt x="14958" y="7923"/>
                  </a:lnTo>
                  <a:lnTo>
                    <a:pt x="15745" y="7394"/>
                  </a:lnTo>
                  <a:close/>
                  <a:moveTo>
                    <a:pt x="16090" y="11883"/>
                  </a:moveTo>
                  <a:lnTo>
                    <a:pt x="16827" y="12094"/>
                  </a:lnTo>
                  <a:lnTo>
                    <a:pt x="17073" y="12358"/>
                  </a:lnTo>
                  <a:lnTo>
                    <a:pt x="17172" y="12410"/>
                  </a:lnTo>
                  <a:lnTo>
                    <a:pt x="17270" y="12464"/>
                  </a:lnTo>
                  <a:lnTo>
                    <a:pt x="17369" y="12410"/>
                  </a:lnTo>
                  <a:lnTo>
                    <a:pt x="17467" y="12358"/>
                  </a:lnTo>
                  <a:lnTo>
                    <a:pt x="17369" y="12992"/>
                  </a:lnTo>
                  <a:lnTo>
                    <a:pt x="16778" y="12834"/>
                  </a:lnTo>
                  <a:lnTo>
                    <a:pt x="16630" y="12464"/>
                  </a:lnTo>
                  <a:lnTo>
                    <a:pt x="16385" y="12200"/>
                  </a:lnTo>
                  <a:lnTo>
                    <a:pt x="16139" y="11988"/>
                  </a:lnTo>
                  <a:lnTo>
                    <a:pt x="16040" y="11935"/>
                  </a:lnTo>
                  <a:lnTo>
                    <a:pt x="16090" y="11883"/>
                  </a:lnTo>
                  <a:close/>
                  <a:moveTo>
                    <a:pt x="14662" y="12728"/>
                  </a:moveTo>
                  <a:lnTo>
                    <a:pt x="15450" y="13097"/>
                  </a:lnTo>
                  <a:lnTo>
                    <a:pt x="16237" y="13309"/>
                  </a:lnTo>
                  <a:lnTo>
                    <a:pt x="16139" y="13520"/>
                  </a:lnTo>
                  <a:lnTo>
                    <a:pt x="15990" y="13731"/>
                  </a:lnTo>
                  <a:lnTo>
                    <a:pt x="15795" y="13837"/>
                  </a:lnTo>
                  <a:lnTo>
                    <a:pt x="15695" y="13837"/>
                  </a:lnTo>
                  <a:lnTo>
                    <a:pt x="15597" y="13784"/>
                  </a:lnTo>
                  <a:lnTo>
                    <a:pt x="15450" y="13731"/>
                  </a:lnTo>
                  <a:lnTo>
                    <a:pt x="15302" y="13572"/>
                  </a:lnTo>
                  <a:lnTo>
                    <a:pt x="15057" y="13309"/>
                  </a:lnTo>
                  <a:lnTo>
                    <a:pt x="14662" y="12728"/>
                  </a:lnTo>
                  <a:close/>
                  <a:moveTo>
                    <a:pt x="16778" y="13467"/>
                  </a:moveTo>
                  <a:lnTo>
                    <a:pt x="17270" y="13520"/>
                  </a:lnTo>
                  <a:lnTo>
                    <a:pt x="16975" y="14629"/>
                  </a:lnTo>
                  <a:lnTo>
                    <a:pt x="16877" y="14524"/>
                  </a:lnTo>
                  <a:lnTo>
                    <a:pt x="16582" y="14524"/>
                  </a:lnTo>
                  <a:lnTo>
                    <a:pt x="16385" y="14471"/>
                  </a:lnTo>
                  <a:lnTo>
                    <a:pt x="15942" y="14365"/>
                  </a:lnTo>
                  <a:lnTo>
                    <a:pt x="16237" y="14207"/>
                  </a:lnTo>
                  <a:lnTo>
                    <a:pt x="16483" y="14049"/>
                  </a:lnTo>
                  <a:lnTo>
                    <a:pt x="16630" y="13784"/>
                  </a:lnTo>
                  <a:lnTo>
                    <a:pt x="16778" y="13467"/>
                  </a:lnTo>
                  <a:close/>
                  <a:moveTo>
                    <a:pt x="13925" y="13995"/>
                  </a:moveTo>
                  <a:lnTo>
                    <a:pt x="15302" y="14629"/>
                  </a:lnTo>
                  <a:lnTo>
                    <a:pt x="15990" y="14946"/>
                  </a:lnTo>
                  <a:lnTo>
                    <a:pt x="16434" y="15104"/>
                  </a:lnTo>
                  <a:lnTo>
                    <a:pt x="16630" y="15104"/>
                  </a:lnTo>
                  <a:lnTo>
                    <a:pt x="16778" y="15052"/>
                  </a:lnTo>
                  <a:lnTo>
                    <a:pt x="16532" y="15791"/>
                  </a:lnTo>
                  <a:lnTo>
                    <a:pt x="16139" y="15632"/>
                  </a:lnTo>
                  <a:lnTo>
                    <a:pt x="15942" y="15527"/>
                  </a:lnTo>
                  <a:lnTo>
                    <a:pt x="15795" y="15421"/>
                  </a:lnTo>
                  <a:lnTo>
                    <a:pt x="15450" y="15157"/>
                  </a:lnTo>
                  <a:lnTo>
                    <a:pt x="15302" y="14999"/>
                  </a:lnTo>
                  <a:lnTo>
                    <a:pt x="15105" y="14892"/>
                  </a:lnTo>
                  <a:lnTo>
                    <a:pt x="14860" y="14841"/>
                  </a:lnTo>
                  <a:lnTo>
                    <a:pt x="14613" y="14787"/>
                  </a:lnTo>
                  <a:lnTo>
                    <a:pt x="14072" y="14734"/>
                  </a:lnTo>
                  <a:lnTo>
                    <a:pt x="14023" y="14365"/>
                  </a:lnTo>
                  <a:lnTo>
                    <a:pt x="13925" y="13995"/>
                  </a:lnTo>
                  <a:close/>
                  <a:moveTo>
                    <a:pt x="14023" y="15157"/>
                  </a:moveTo>
                  <a:lnTo>
                    <a:pt x="14465" y="15262"/>
                  </a:lnTo>
                  <a:lnTo>
                    <a:pt x="14712" y="15316"/>
                  </a:lnTo>
                  <a:lnTo>
                    <a:pt x="14908" y="15421"/>
                  </a:lnTo>
                  <a:lnTo>
                    <a:pt x="15204" y="15579"/>
                  </a:lnTo>
                  <a:lnTo>
                    <a:pt x="15450" y="15791"/>
                  </a:lnTo>
                  <a:lnTo>
                    <a:pt x="15695" y="16002"/>
                  </a:lnTo>
                  <a:lnTo>
                    <a:pt x="15942" y="16214"/>
                  </a:lnTo>
                  <a:lnTo>
                    <a:pt x="16237" y="16319"/>
                  </a:lnTo>
                  <a:lnTo>
                    <a:pt x="15745" y="17164"/>
                  </a:lnTo>
                  <a:lnTo>
                    <a:pt x="15597" y="17164"/>
                  </a:lnTo>
                  <a:lnTo>
                    <a:pt x="15400" y="17111"/>
                  </a:lnTo>
                  <a:lnTo>
                    <a:pt x="15057" y="16899"/>
                  </a:lnTo>
                  <a:lnTo>
                    <a:pt x="14170" y="16531"/>
                  </a:lnTo>
                  <a:lnTo>
                    <a:pt x="13777" y="16319"/>
                  </a:lnTo>
                  <a:lnTo>
                    <a:pt x="13925" y="15791"/>
                  </a:lnTo>
                  <a:lnTo>
                    <a:pt x="14023" y="15262"/>
                  </a:lnTo>
                  <a:lnTo>
                    <a:pt x="14023" y="15157"/>
                  </a:lnTo>
                  <a:close/>
                  <a:moveTo>
                    <a:pt x="13580" y="16794"/>
                  </a:moveTo>
                  <a:lnTo>
                    <a:pt x="14465" y="17216"/>
                  </a:lnTo>
                  <a:lnTo>
                    <a:pt x="14908" y="17481"/>
                  </a:lnTo>
                  <a:lnTo>
                    <a:pt x="15155" y="17586"/>
                  </a:lnTo>
                  <a:lnTo>
                    <a:pt x="15400" y="17693"/>
                  </a:lnTo>
                  <a:lnTo>
                    <a:pt x="15057" y="18220"/>
                  </a:lnTo>
                  <a:lnTo>
                    <a:pt x="14613" y="18061"/>
                  </a:lnTo>
                  <a:lnTo>
                    <a:pt x="14023" y="17851"/>
                  </a:lnTo>
                  <a:lnTo>
                    <a:pt x="13482" y="17639"/>
                  </a:lnTo>
                  <a:lnTo>
                    <a:pt x="13235" y="17481"/>
                  </a:lnTo>
                  <a:lnTo>
                    <a:pt x="13580" y="16794"/>
                  </a:lnTo>
                  <a:close/>
                  <a:moveTo>
                    <a:pt x="12547" y="13784"/>
                  </a:moveTo>
                  <a:lnTo>
                    <a:pt x="12842" y="13837"/>
                  </a:lnTo>
                  <a:lnTo>
                    <a:pt x="13137" y="13890"/>
                  </a:lnTo>
                  <a:lnTo>
                    <a:pt x="13383" y="14049"/>
                  </a:lnTo>
                  <a:lnTo>
                    <a:pt x="13482" y="14207"/>
                  </a:lnTo>
                  <a:lnTo>
                    <a:pt x="13530" y="14312"/>
                  </a:lnTo>
                  <a:lnTo>
                    <a:pt x="13580" y="14524"/>
                  </a:lnTo>
                  <a:lnTo>
                    <a:pt x="13580" y="14682"/>
                  </a:lnTo>
                  <a:lnTo>
                    <a:pt x="13187" y="14629"/>
                  </a:lnTo>
                  <a:lnTo>
                    <a:pt x="13137" y="14682"/>
                  </a:lnTo>
                  <a:lnTo>
                    <a:pt x="13137" y="14734"/>
                  </a:lnTo>
                  <a:lnTo>
                    <a:pt x="13335" y="14892"/>
                  </a:lnTo>
                  <a:lnTo>
                    <a:pt x="13530" y="15052"/>
                  </a:lnTo>
                  <a:lnTo>
                    <a:pt x="13432" y="15527"/>
                  </a:lnTo>
                  <a:lnTo>
                    <a:pt x="13335" y="15949"/>
                  </a:lnTo>
                  <a:lnTo>
                    <a:pt x="13285" y="16107"/>
                  </a:lnTo>
                  <a:lnTo>
                    <a:pt x="12940" y="16002"/>
                  </a:lnTo>
                  <a:lnTo>
                    <a:pt x="12595" y="15949"/>
                  </a:lnTo>
                  <a:lnTo>
                    <a:pt x="12547" y="15949"/>
                  </a:lnTo>
                  <a:lnTo>
                    <a:pt x="12497" y="16002"/>
                  </a:lnTo>
                  <a:lnTo>
                    <a:pt x="12497" y="16054"/>
                  </a:lnTo>
                  <a:lnTo>
                    <a:pt x="12547" y="16107"/>
                  </a:lnTo>
                  <a:lnTo>
                    <a:pt x="12793" y="16372"/>
                  </a:lnTo>
                  <a:lnTo>
                    <a:pt x="13137" y="16583"/>
                  </a:lnTo>
                  <a:lnTo>
                    <a:pt x="12743" y="17269"/>
                  </a:lnTo>
                  <a:lnTo>
                    <a:pt x="12153" y="17006"/>
                  </a:lnTo>
                  <a:lnTo>
                    <a:pt x="11513" y="16741"/>
                  </a:lnTo>
                  <a:lnTo>
                    <a:pt x="11465" y="16741"/>
                  </a:lnTo>
                  <a:lnTo>
                    <a:pt x="11465" y="16848"/>
                  </a:lnTo>
                  <a:lnTo>
                    <a:pt x="11710" y="17058"/>
                  </a:lnTo>
                  <a:lnTo>
                    <a:pt x="11957" y="17323"/>
                  </a:lnTo>
                  <a:lnTo>
                    <a:pt x="12497" y="17693"/>
                  </a:lnTo>
                  <a:lnTo>
                    <a:pt x="12153" y="18114"/>
                  </a:lnTo>
                  <a:lnTo>
                    <a:pt x="11809" y="18431"/>
                  </a:lnTo>
                  <a:lnTo>
                    <a:pt x="11465" y="18273"/>
                  </a:lnTo>
                  <a:lnTo>
                    <a:pt x="11267" y="17376"/>
                  </a:lnTo>
                  <a:lnTo>
                    <a:pt x="11120" y="16478"/>
                  </a:lnTo>
                  <a:lnTo>
                    <a:pt x="11022" y="16266"/>
                  </a:lnTo>
                  <a:lnTo>
                    <a:pt x="10923" y="16107"/>
                  </a:lnTo>
                  <a:lnTo>
                    <a:pt x="10775" y="16002"/>
                  </a:lnTo>
                  <a:lnTo>
                    <a:pt x="9890" y="16002"/>
                  </a:lnTo>
                  <a:lnTo>
                    <a:pt x="9742" y="15949"/>
                  </a:lnTo>
                  <a:lnTo>
                    <a:pt x="9595" y="15896"/>
                  </a:lnTo>
                  <a:lnTo>
                    <a:pt x="9398" y="15686"/>
                  </a:lnTo>
                  <a:lnTo>
                    <a:pt x="9250" y="15369"/>
                  </a:lnTo>
                  <a:lnTo>
                    <a:pt x="9200" y="15052"/>
                  </a:lnTo>
                  <a:lnTo>
                    <a:pt x="9200" y="14892"/>
                  </a:lnTo>
                  <a:lnTo>
                    <a:pt x="9250" y="14734"/>
                  </a:lnTo>
                  <a:lnTo>
                    <a:pt x="9300" y="14576"/>
                  </a:lnTo>
                  <a:lnTo>
                    <a:pt x="9398" y="14471"/>
                  </a:lnTo>
                  <a:lnTo>
                    <a:pt x="9693" y="14365"/>
                  </a:lnTo>
                  <a:lnTo>
                    <a:pt x="9988" y="14259"/>
                  </a:lnTo>
                  <a:lnTo>
                    <a:pt x="11170" y="13995"/>
                  </a:lnTo>
                  <a:lnTo>
                    <a:pt x="11267" y="14049"/>
                  </a:lnTo>
                  <a:lnTo>
                    <a:pt x="11465" y="14049"/>
                  </a:lnTo>
                  <a:lnTo>
                    <a:pt x="11858" y="13890"/>
                  </a:lnTo>
                  <a:lnTo>
                    <a:pt x="12252" y="13784"/>
                  </a:lnTo>
                  <a:close/>
                  <a:moveTo>
                    <a:pt x="1378" y="10615"/>
                  </a:moveTo>
                  <a:lnTo>
                    <a:pt x="1378" y="11355"/>
                  </a:lnTo>
                  <a:lnTo>
                    <a:pt x="1476" y="12147"/>
                  </a:lnTo>
                  <a:lnTo>
                    <a:pt x="1525" y="12200"/>
                  </a:lnTo>
                  <a:lnTo>
                    <a:pt x="1623" y="12252"/>
                  </a:lnTo>
                  <a:lnTo>
                    <a:pt x="1722" y="12252"/>
                  </a:lnTo>
                  <a:lnTo>
                    <a:pt x="1820" y="12200"/>
                  </a:lnTo>
                  <a:lnTo>
                    <a:pt x="2510" y="11618"/>
                  </a:lnTo>
                  <a:lnTo>
                    <a:pt x="2608" y="12887"/>
                  </a:lnTo>
                  <a:lnTo>
                    <a:pt x="2657" y="13837"/>
                  </a:lnTo>
                  <a:lnTo>
                    <a:pt x="2657" y="14259"/>
                  </a:lnTo>
                  <a:lnTo>
                    <a:pt x="2510" y="14417"/>
                  </a:lnTo>
                  <a:lnTo>
                    <a:pt x="2362" y="14524"/>
                  </a:lnTo>
                  <a:lnTo>
                    <a:pt x="2165" y="14787"/>
                  </a:lnTo>
                  <a:lnTo>
                    <a:pt x="2017" y="15052"/>
                  </a:lnTo>
                  <a:lnTo>
                    <a:pt x="1968" y="15316"/>
                  </a:lnTo>
                  <a:lnTo>
                    <a:pt x="1968" y="15632"/>
                  </a:lnTo>
                  <a:lnTo>
                    <a:pt x="2017" y="15949"/>
                  </a:lnTo>
                  <a:lnTo>
                    <a:pt x="2115" y="16266"/>
                  </a:lnTo>
                  <a:lnTo>
                    <a:pt x="2263" y="16848"/>
                  </a:lnTo>
                  <a:lnTo>
                    <a:pt x="2903" y="18538"/>
                  </a:lnTo>
                  <a:lnTo>
                    <a:pt x="2460" y="18009"/>
                  </a:lnTo>
                  <a:lnTo>
                    <a:pt x="2017" y="17481"/>
                  </a:lnTo>
                  <a:lnTo>
                    <a:pt x="1623" y="16794"/>
                  </a:lnTo>
                  <a:lnTo>
                    <a:pt x="1230" y="16107"/>
                  </a:lnTo>
                  <a:lnTo>
                    <a:pt x="985" y="15369"/>
                  </a:lnTo>
                  <a:lnTo>
                    <a:pt x="787" y="14629"/>
                  </a:lnTo>
                  <a:lnTo>
                    <a:pt x="738" y="14154"/>
                  </a:lnTo>
                  <a:lnTo>
                    <a:pt x="688" y="13679"/>
                  </a:lnTo>
                  <a:lnTo>
                    <a:pt x="738" y="13204"/>
                  </a:lnTo>
                  <a:lnTo>
                    <a:pt x="787" y="12728"/>
                  </a:lnTo>
                  <a:lnTo>
                    <a:pt x="1033" y="11777"/>
                  </a:lnTo>
                  <a:lnTo>
                    <a:pt x="1280" y="10880"/>
                  </a:lnTo>
                  <a:lnTo>
                    <a:pt x="1378" y="10615"/>
                  </a:lnTo>
                  <a:close/>
                  <a:moveTo>
                    <a:pt x="12892" y="17956"/>
                  </a:moveTo>
                  <a:lnTo>
                    <a:pt x="13335" y="18168"/>
                  </a:lnTo>
                  <a:lnTo>
                    <a:pt x="14318" y="18590"/>
                  </a:lnTo>
                  <a:lnTo>
                    <a:pt x="14613" y="18696"/>
                  </a:lnTo>
                  <a:lnTo>
                    <a:pt x="14122" y="19171"/>
                  </a:lnTo>
                  <a:lnTo>
                    <a:pt x="13630" y="19593"/>
                  </a:lnTo>
                  <a:lnTo>
                    <a:pt x="12990" y="19118"/>
                  </a:lnTo>
                  <a:lnTo>
                    <a:pt x="12300" y="18696"/>
                  </a:lnTo>
                  <a:lnTo>
                    <a:pt x="12595" y="18326"/>
                  </a:lnTo>
                  <a:lnTo>
                    <a:pt x="12892" y="17956"/>
                  </a:lnTo>
                  <a:close/>
                  <a:moveTo>
                    <a:pt x="3445" y="7499"/>
                  </a:moveTo>
                  <a:lnTo>
                    <a:pt x="3887" y="7658"/>
                  </a:lnTo>
                  <a:lnTo>
                    <a:pt x="4380" y="7711"/>
                  </a:lnTo>
                  <a:lnTo>
                    <a:pt x="5363" y="7711"/>
                  </a:lnTo>
                  <a:lnTo>
                    <a:pt x="6347" y="7816"/>
                  </a:lnTo>
                  <a:lnTo>
                    <a:pt x="7332" y="7975"/>
                  </a:lnTo>
                  <a:lnTo>
                    <a:pt x="7135" y="8133"/>
                  </a:lnTo>
                  <a:lnTo>
                    <a:pt x="6938" y="8239"/>
                  </a:lnTo>
                  <a:lnTo>
                    <a:pt x="6545" y="8398"/>
                  </a:lnTo>
                  <a:lnTo>
                    <a:pt x="6298" y="8556"/>
                  </a:lnTo>
                  <a:lnTo>
                    <a:pt x="6052" y="8715"/>
                  </a:lnTo>
                  <a:lnTo>
                    <a:pt x="5855" y="8978"/>
                  </a:lnTo>
                  <a:lnTo>
                    <a:pt x="5757" y="9243"/>
                  </a:lnTo>
                  <a:lnTo>
                    <a:pt x="5708" y="9348"/>
                  </a:lnTo>
                  <a:lnTo>
                    <a:pt x="5757" y="9506"/>
                  </a:lnTo>
                  <a:lnTo>
                    <a:pt x="5805" y="9612"/>
                  </a:lnTo>
                  <a:lnTo>
                    <a:pt x="5855" y="9718"/>
                  </a:lnTo>
                  <a:lnTo>
                    <a:pt x="5953" y="9823"/>
                  </a:lnTo>
                  <a:lnTo>
                    <a:pt x="6101" y="9823"/>
                  </a:lnTo>
                  <a:lnTo>
                    <a:pt x="6249" y="9876"/>
                  </a:lnTo>
                  <a:lnTo>
                    <a:pt x="6298" y="9982"/>
                  </a:lnTo>
                  <a:lnTo>
                    <a:pt x="6347" y="10246"/>
                  </a:lnTo>
                  <a:lnTo>
                    <a:pt x="6397" y="10510"/>
                  </a:lnTo>
                  <a:lnTo>
                    <a:pt x="6397" y="11038"/>
                  </a:lnTo>
                  <a:lnTo>
                    <a:pt x="6445" y="11248"/>
                  </a:lnTo>
                  <a:lnTo>
                    <a:pt x="6150" y="10827"/>
                  </a:lnTo>
                  <a:lnTo>
                    <a:pt x="5855" y="10457"/>
                  </a:lnTo>
                  <a:lnTo>
                    <a:pt x="5708" y="10352"/>
                  </a:lnTo>
                  <a:lnTo>
                    <a:pt x="5560" y="10298"/>
                  </a:lnTo>
                  <a:lnTo>
                    <a:pt x="5363" y="10246"/>
                  </a:lnTo>
                  <a:lnTo>
                    <a:pt x="5215" y="10298"/>
                  </a:lnTo>
                  <a:lnTo>
                    <a:pt x="4870" y="10405"/>
                  </a:lnTo>
                  <a:lnTo>
                    <a:pt x="4575" y="10615"/>
                  </a:lnTo>
                  <a:lnTo>
                    <a:pt x="4280" y="10932"/>
                  </a:lnTo>
                  <a:lnTo>
                    <a:pt x="3985" y="11248"/>
                  </a:lnTo>
                  <a:lnTo>
                    <a:pt x="3788" y="11618"/>
                  </a:lnTo>
                  <a:lnTo>
                    <a:pt x="3640" y="12042"/>
                  </a:lnTo>
                  <a:lnTo>
                    <a:pt x="3543" y="12464"/>
                  </a:lnTo>
                  <a:lnTo>
                    <a:pt x="3493" y="12887"/>
                  </a:lnTo>
                  <a:lnTo>
                    <a:pt x="3493" y="13309"/>
                  </a:lnTo>
                  <a:lnTo>
                    <a:pt x="3592" y="13731"/>
                  </a:lnTo>
                  <a:lnTo>
                    <a:pt x="3592" y="13837"/>
                  </a:lnTo>
                  <a:lnTo>
                    <a:pt x="3690" y="13890"/>
                  </a:lnTo>
                  <a:lnTo>
                    <a:pt x="3740" y="13942"/>
                  </a:lnTo>
                  <a:lnTo>
                    <a:pt x="4232" y="13942"/>
                  </a:lnTo>
                  <a:lnTo>
                    <a:pt x="4625" y="14049"/>
                  </a:lnTo>
                  <a:lnTo>
                    <a:pt x="4970" y="14207"/>
                  </a:lnTo>
                  <a:lnTo>
                    <a:pt x="5314" y="14417"/>
                  </a:lnTo>
                  <a:lnTo>
                    <a:pt x="5610" y="14682"/>
                  </a:lnTo>
                  <a:lnTo>
                    <a:pt x="5905" y="14999"/>
                  </a:lnTo>
                  <a:lnTo>
                    <a:pt x="6397" y="15632"/>
                  </a:lnTo>
                  <a:lnTo>
                    <a:pt x="5905" y="16054"/>
                  </a:lnTo>
                  <a:lnTo>
                    <a:pt x="5510" y="16478"/>
                  </a:lnTo>
                  <a:lnTo>
                    <a:pt x="5117" y="16953"/>
                  </a:lnTo>
                  <a:lnTo>
                    <a:pt x="4822" y="17481"/>
                  </a:lnTo>
                  <a:lnTo>
                    <a:pt x="4575" y="18061"/>
                  </a:lnTo>
                  <a:lnTo>
                    <a:pt x="4380" y="18696"/>
                  </a:lnTo>
                  <a:lnTo>
                    <a:pt x="4280" y="19330"/>
                  </a:lnTo>
                  <a:lnTo>
                    <a:pt x="4232" y="19963"/>
                  </a:lnTo>
                  <a:lnTo>
                    <a:pt x="4133" y="19910"/>
                  </a:lnTo>
                  <a:lnTo>
                    <a:pt x="3985" y="19751"/>
                  </a:lnTo>
                  <a:lnTo>
                    <a:pt x="3887" y="19540"/>
                  </a:lnTo>
                  <a:lnTo>
                    <a:pt x="3297" y="18114"/>
                  </a:lnTo>
                  <a:lnTo>
                    <a:pt x="2805" y="16848"/>
                  </a:lnTo>
                  <a:lnTo>
                    <a:pt x="2608" y="16214"/>
                  </a:lnTo>
                  <a:lnTo>
                    <a:pt x="2510" y="15579"/>
                  </a:lnTo>
                  <a:lnTo>
                    <a:pt x="2510" y="15316"/>
                  </a:lnTo>
                  <a:lnTo>
                    <a:pt x="2608" y="15104"/>
                  </a:lnTo>
                  <a:lnTo>
                    <a:pt x="2755" y="14946"/>
                  </a:lnTo>
                  <a:lnTo>
                    <a:pt x="2952" y="14787"/>
                  </a:lnTo>
                  <a:lnTo>
                    <a:pt x="3100" y="14629"/>
                  </a:lnTo>
                  <a:lnTo>
                    <a:pt x="3198" y="14471"/>
                  </a:lnTo>
                  <a:lnTo>
                    <a:pt x="3198" y="13995"/>
                  </a:lnTo>
                  <a:lnTo>
                    <a:pt x="3100" y="12569"/>
                  </a:lnTo>
                  <a:lnTo>
                    <a:pt x="2903" y="11143"/>
                  </a:lnTo>
                  <a:lnTo>
                    <a:pt x="2903" y="11038"/>
                  </a:lnTo>
                  <a:lnTo>
                    <a:pt x="2805" y="10932"/>
                  </a:lnTo>
                  <a:lnTo>
                    <a:pt x="2608" y="10932"/>
                  </a:lnTo>
                  <a:lnTo>
                    <a:pt x="1820" y="11618"/>
                  </a:lnTo>
                  <a:lnTo>
                    <a:pt x="1771" y="11038"/>
                  </a:lnTo>
                  <a:lnTo>
                    <a:pt x="1820" y="10457"/>
                  </a:lnTo>
                  <a:lnTo>
                    <a:pt x="1870" y="9876"/>
                  </a:lnTo>
                  <a:lnTo>
                    <a:pt x="2017" y="9295"/>
                  </a:lnTo>
                  <a:lnTo>
                    <a:pt x="2017" y="9190"/>
                  </a:lnTo>
                  <a:lnTo>
                    <a:pt x="1968" y="9085"/>
                  </a:lnTo>
                  <a:lnTo>
                    <a:pt x="2313" y="8345"/>
                  </a:lnTo>
                  <a:lnTo>
                    <a:pt x="2657" y="7658"/>
                  </a:lnTo>
                  <a:lnTo>
                    <a:pt x="3002" y="7711"/>
                  </a:lnTo>
                  <a:lnTo>
                    <a:pt x="3345" y="7763"/>
                  </a:lnTo>
                  <a:lnTo>
                    <a:pt x="3445" y="7711"/>
                  </a:lnTo>
                  <a:lnTo>
                    <a:pt x="3493" y="7658"/>
                  </a:lnTo>
                  <a:lnTo>
                    <a:pt x="3493" y="7605"/>
                  </a:lnTo>
                  <a:lnTo>
                    <a:pt x="3445" y="7499"/>
                  </a:lnTo>
                  <a:close/>
                  <a:moveTo>
                    <a:pt x="11809" y="20068"/>
                  </a:moveTo>
                  <a:lnTo>
                    <a:pt x="12202" y="20121"/>
                  </a:lnTo>
                  <a:lnTo>
                    <a:pt x="12595" y="20227"/>
                  </a:lnTo>
                  <a:lnTo>
                    <a:pt x="12350" y="20280"/>
                  </a:lnTo>
                  <a:lnTo>
                    <a:pt x="12300" y="20227"/>
                  </a:lnTo>
                  <a:lnTo>
                    <a:pt x="12153" y="20227"/>
                  </a:lnTo>
                  <a:lnTo>
                    <a:pt x="12055" y="20121"/>
                  </a:lnTo>
                  <a:lnTo>
                    <a:pt x="11809" y="20068"/>
                  </a:lnTo>
                  <a:close/>
                  <a:moveTo>
                    <a:pt x="7799" y="20412"/>
                  </a:moveTo>
                  <a:lnTo>
                    <a:pt x="7775" y="20438"/>
                  </a:lnTo>
                  <a:lnTo>
                    <a:pt x="7725" y="20438"/>
                  </a:lnTo>
                  <a:lnTo>
                    <a:pt x="7799" y="20412"/>
                  </a:lnTo>
                  <a:close/>
                  <a:moveTo>
                    <a:pt x="9595" y="4226"/>
                  </a:moveTo>
                  <a:lnTo>
                    <a:pt x="10185" y="4331"/>
                  </a:lnTo>
                  <a:lnTo>
                    <a:pt x="10775" y="4437"/>
                  </a:lnTo>
                  <a:lnTo>
                    <a:pt x="11317" y="4542"/>
                  </a:lnTo>
                  <a:lnTo>
                    <a:pt x="11267" y="4596"/>
                  </a:lnTo>
                  <a:lnTo>
                    <a:pt x="11267" y="4701"/>
                  </a:lnTo>
                  <a:lnTo>
                    <a:pt x="11317" y="4701"/>
                  </a:lnTo>
                  <a:lnTo>
                    <a:pt x="11563" y="4647"/>
                  </a:lnTo>
                  <a:lnTo>
                    <a:pt x="11760" y="4701"/>
                  </a:lnTo>
                  <a:lnTo>
                    <a:pt x="11809" y="4701"/>
                  </a:lnTo>
                  <a:lnTo>
                    <a:pt x="11760" y="4806"/>
                  </a:lnTo>
                  <a:lnTo>
                    <a:pt x="11760" y="4964"/>
                  </a:lnTo>
                  <a:lnTo>
                    <a:pt x="11809" y="5017"/>
                  </a:lnTo>
                  <a:lnTo>
                    <a:pt x="11858" y="5017"/>
                  </a:lnTo>
                  <a:lnTo>
                    <a:pt x="11957" y="5071"/>
                  </a:lnTo>
                  <a:lnTo>
                    <a:pt x="12055" y="5122"/>
                  </a:lnTo>
                  <a:lnTo>
                    <a:pt x="12202" y="5281"/>
                  </a:lnTo>
                  <a:lnTo>
                    <a:pt x="12350" y="5493"/>
                  </a:lnTo>
                  <a:lnTo>
                    <a:pt x="12400" y="5546"/>
                  </a:lnTo>
                  <a:lnTo>
                    <a:pt x="12448" y="5599"/>
                  </a:lnTo>
                  <a:lnTo>
                    <a:pt x="12497" y="5546"/>
                  </a:lnTo>
                  <a:lnTo>
                    <a:pt x="12595" y="5387"/>
                  </a:lnTo>
                  <a:lnTo>
                    <a:pt x="12695" y="5229"/>
                  </a:lnTo>
                  <a:lnTo>
                    <a:pt x="12793" y="5122"/>
                  </a:lnTo>
                  <a:lnTo>
                    <a:pt x="13088" y="5229"/>
                  </a:lnTo>
                  <a:lnTo>
                    <a:pt x="12892" y="5493"/>
                  </a:lnTo>
                  <a:lnTo>
                    <a:pt x="12743" y="5757"/>
                  </a:lnTo>
                  <a:lnTo>
                    <a:pt x="12695" y="5863"/>
                  </a:lnTo>
                  <a:lnTo>
                    <a:pt x="12695" y="6021"/>
                  </a:lnTo>
                  <a:lnTo>
                    <a:pt x="12842" y="6021"/>
                  </a:lnTo>
                  <a:lnTo>
                    <a:pt x="12940" y="5968"/>
                  </a:lnTo>
                  <a:lnTo>
                    <a:pt x="13137" y="5809"/>
                  </a:lnTo>
                  <a:lnTo>
                    <a:pt x="13482" y="5493"/>
                  </a:lnTo>
                  <a:lnTo>
                    <a:pt x="13825" y="5704"/>
                  </a:lnTo>
                  <a:lnTo>
                    <a:pt x="13728" y="5809"/>
                  </a:lnTo>
                  <a:lnTo>
                    <a:pt x="13383" y="6284"/>
                  </a:lnTo>
                  <a:lnTo>
                    <a:pt x="13235" y="6496"/>
                  </a:lnTo>
                  <a:lnTo>
                    <a:pt x="13137" y="6761"/>
                  </a:lnTo>
                  <a:lnTo>
                    <a:pt x="13137" y="6813"/>
                  </a:lnTo>
                  <a:lnTo>
                    <a:pt x="13187" y="6813"/>
                  </a:lnTo>
                  <a:lnTo>
                    <a:pt x="13432" y="6708"/>
                  </a:lnTo>
                  <a:lnTo>
                    <a:pt x="13678" y="6549"/>
                  </a:lnTo>
                  <a:lnTo>
                    <a:pt x="14072" y="6233"/>
                  </a:lnTo>
                  <a:lnTo>
                    <a:pt x="14269" y="6021"/>
                  </a:lnTo>
                  <a:lnTo>
                    <a:pt x="14515" y="6179"/>
                  </a:lnTo>
                  <a:lnTo>
                    <a:pt x="14170" y="6549"/>
                  </a:lnTo>
                  <a:lnTo>
                    <a:pt x="13777" y="7024"/>
                  </a:lnTo>
                  <a:lnTo>
                    <a:pt x="13482" y="7499"/>
                  </a:lnTo>
                  <a:lnTo>
                    <a:pt x="13335" y="7553"/>
                  </a:lnTo>
                  <a:lnTo>
                    <a:pt x="12940" y="7763"/>
                  </a:lnTo>
                  <a:lnTo>
                    <a:pt x="12595" y="7975"/>
                  </a:lnTo>
                  <a:lnTo>
                    <a:pt x="12448" y="7975"/>
                  </a:lnTo>
                  <a:lnTo>
                    <a:pt x="12252" y="8028"/>
                  </a:lnTo>
                  <a:lnTo>
                    <a:pt x="11809" y="8291"/>
                  </a:lnTo>
                  <a:lnTo>
                    <a:pt x="11465" y="8608"/>
                  </a:lnTo>
                  <a:lnTo>
                    <a:pt x="11218" y="8766"/>
                  </a:lnTo>
                  <a:lnTo>
                    <a:pt x="10825" y="9136"/>
                  </a:lnTo>
                  <a:lnTo>
                    <a:pt x="10628" y="9453"/>
                  </a:lnTo>
                  <a:lnTo>
                    <a:pt x="10382" y="9718"/>
                  </a:lnTo>
                  <a:lnTo>
                    <a:pt x="10235" y="10035"/>
                  </a:lnTo>
                  <a:lnTo>
                    <a:pt x="10185" y="10298"/>
                  </a:lnTo>
                  <a:lnTo>
                    <a:pt x="10235" y="10405"/>
                  </a:lnTo>
                  <a:lnTo>
                    <a:pt x="10283" y="10510"/>
                  </a:lnTo>
                  <a:lnTo>
                    <a:pt x="10382" y="10615"/>
                  </a:lnTo>
                  <a:lnTo>
                    <a:pt x="10530" y="10668"/>
                  </a:lnTo>
                  <a:lnTo>
                    <a:pt x="10727" y="10668"/>
                  </a:lnTo>
                  <a:lnTo>
                    <a:pt x="10923" y="10563"/>
                  </a:lnTo>
                  <a:lnTo>
                    <a:pt x="11267" y="10352"/>
                  </a:lnTo>
                  <a:lnTo>
                    <a:pt x="11465" y="10298"/>
                  </a:lnTo>
                  <a:lnTo>
                    <a:pt x="11710" y="10405"/>
                  </a:lnTo>
                  <a:lnTo>
                    <a:pt x="11809" y="10457"/>
                  </a:lnTo>
                  <a:lnTo>
                    <a:pt x="11907" y="10563"/>
                  </a:lnTo>
                  <a:lnTo>
                    <a:pt x="11957" y="10668"/>
                  </a:lnTo>
                  <a:lnTo>
                    <a:pt x="11957" y="10773"/>
                  </a:lnTo>
                  <a:lnTo>
                    <a:pt x="11858" y="10932"/>
                  </a:lnTo>
                  <a:lnTo>
                    <a:pt x="11710" y="11143"/>
                  </a:lnTo>
                  <a:lnTo>
                    <a:pt x="11513" y="11302"/>
                  </a:lnTo>
                  <a:lnTo>
                    <a:pt x="11267" y="11460"/>
                  </a:lnTo>
                  <a:lnTo>
                    <a:pt x="10923" y="11618"/>
                  </a:lnTo>
                  <a:lnTo>
                    <a:pt x="10677" y="11725"/>
                  </a:lnTo>
                  <a:lnTo>
                    <a:pt x="10382" y="11883"/>
                  </a:lnTo>
                  <a:lnTo>
                    <a:pt x="10135" y="12094"/>
                  </a:lnTo>
                  <a:lnTo>
                    <a:pt x="10087" y="12200"/>
                  </a:lnTo>
                  <a:lnTo>
                    <a:pt x="10037" y="12358"/>
                  </a:lnTo>
                  <a:lnTo>
                    <a:pt x="9988" y="12622"/>
                  </a:lnTo>
                  <a:lnTo>
                    <a:pt x="10087" y="12834"/>
                  </a:lnTo>
                  <a:lnTo>
                    <a:pt x="10235" y="13045"/>
                  </a:lnTo>
                  <a:lnTo>
                    <a:pt x="10430" y="13150"/>
                  </a:lnTo>
                  <a:lnTo>
                    <a:pt x="10578" y="13204"/>
                  </a:lnTo>
                  <a:lnTo>
                    <a:pt x="10775" y="13255"/>
                  </a:lnTo>
                  <a:lnTo>
                    <a:pt x="11070" y="13150"/>
                  </a:lnTo>
                  <a:lnTo>
                    <a:pt x="11660" y="12887"/>
                  </a:lnTo>
                  <a:lnTo>
                    <a:pt x="12350" y="12887"/>
                  </a:lnTo>
                  <a:lnTo>
                    <a:pt x="12595" y="12780"/>
                  </a:lnTo>
                  <a:lnTo>
                    <a:pt x="12842" y="12622"/>
                  </a:lnTo>
                  <a:lnTo>
                    <a:pt x="12990" y="12464"/>
                  </a:lnTo>
                  <a:lnTo>
                    <a:pt x="13137" y="12305"/>
                  </a:lnTo>
                  <a:lnTo>
                    <a:pt x="13285" y="12305"/>
                  </a:lnTo>
                  <a:lnTo>
                    <a:pt x="13482" y="12358"/>
                  </a:lnTo>
                  <a:lnTo>
                    <a:pt x="13530" y="12410"/>
                  </a:lnTo>
                  <a:lnTo>
                    <a:pt x="13580" y="12410"/>
                  </a:lnTo>
                  <a:lnTo>
                    <a:pt x="13678" y="12464"/>
                  </a:lnTo>
                  <a:lnTo>
                    <a:pt x="13925" y="12675"/>
                  </a:lnTo>
                  <a:lnTo>
                    <a:pt x="14170" y="12939"/>
                  </a:lnTo>
                  <a:lnTo>
                    <a:pt x="14908" y="13890"/>
                  </a:lnTo>
                  <a:lnTo>
                    <a:pt x="13925" y="13520"/>
                  </a:lnTo>
                  <a:lnTo>
                    <a:pt x="13432" y="13362"/>
                  </a:lnTo>
                  <a:lnTo>
                    <a:pt x="12940" y="13204"/>
                  </a:lnTo>
                  <a:lnTo>
                    <a:pt x="12892" y="13255"/>
                  </a:lnTo>
                  <a:lnTo>
                    <a:pt x="12448" y="13204"/>
                  </a:lnTo>
                  <a:lnTo>
                    <a:pt x="12005" y="13255"/>
                  </a:lnTo>
                  <a:lnTo>
                    <a:pt x="11563" y="13362"/>
                  </a:lnTo>
                  <a:lnTo>
                    <a:pt x="11170" y="13520"/>
                  </a:lnTo>
                  <a:lnTo>
                    <a:pt x="11120" y="13572"/>
                  </a:lnTo>
                  <a:lnTo>
                    <a:pt x="10923" y="13572"/>
                  </a:lnTo>
                  <a:lnTo>
                    <a:pt x="10235" y="13731"/>
                  </a:lnTo>
                  <a:lnTo>
                    <a:pt x="9545" y="13890"/>
                  </a:lnTo>
                  <a:lnTo>
                    <a:pt x="9300" y="13942"/>
                  </a:lnTo>
                  <a:lnTo>
                    <a:pt x="9103" y="14101"/>
                  </a:lnTo>
                  <a:lnTo>
                    <a:pt x="8955" y="14259"/>
                  </a:lnTo>
                  <a:lnTo>
                    <a:pt x="8807" y="14524"/>
                  </a:lnTo>
                  <a:lnTo>
                    <a:pt x="8709" y="14787"/>
                  </a:lnTo>
                  <a:lnTo>
                    <a:pt x="8709" y="15262"/>
                  </a:lnTo>
                  <a:lnTo>
                    <a:pt x="8758" y="15527"/>
                  </a:lnTo>
                  <a:lnTo>
                    <a:pt x="8857" y="15791"/>
                  </a:lnTo>
                  <a:lnTo>
                    <a:pt x="9005" y="16002"/>
                  </a:lnTo>
                  <a:lnTo>
                    <a:pt x="9152" y="16161"/>
                  </a:lnTo>
                  <a:lnTo>
                    <a:pt x="9348" y="16319"/>
                  </a:lnTo>
                  <a:lnTo>
                    <a:pt x="9545" y="16424"/>
                  </a:lnTo>
                  <a:lnTo>
                    <a:pt x="9792" y="16478"/>
                  </a:lnTo>
                  <a:lnTo>
                    <a:pt x="10037" y="16531"/>
                  </a:lnTo>
                  <a:lnTo>
                    <a:pt x="10430" y="16531"/>
                  </a:lnTo>
                  <a:lnTo>
                    <a:pt x="10530" y="16636"/>
                  </a:lnTo>
                  <a:lnTo>
                    <a:pt x="10628" y="16794"/>
                  </a:lnTo>
                  <a:lnTo>
                    <a:pt x="10677" y="17006"/>
                  </a:lnTo>
                  <a:lnTo>
                    <a:pt x="10775" y="17428"/>
                  </a:lnTo>
                  <a:lnTo>
                    <a:pt x="10825" y="17798"/>
                  </a:lnTo>
                  <a:lnTo>
                    <a:pt x="10874" y="18009"/>
                  </a:lnTo>
                  <a:lnTo>
                    <a:pt x="10530" y="17903"/>
                  </a:lnTo>
                  <a:lnTo>
                    <a:pt x="10235" y="17851"/>
                  </a:lnTo>
                  <a:lnTo>
                    <a:pt x="10135" y="17798"/>
                  </a:lnTo>
                  <a:lnTo>
                    <a:pt x="10087" y="17586"/>
                  </a:lnTo>
                  <a:lnTo>
                    <a:pt x="10087" y="17534"/>
                  </a:lnTo>
                  <a:lnTo>
                    <a:pt x="9988" y="17534"/>
                  </a:lnTo>
                  <a:lnTo>
                    <a:pt x="9988" y="17586"/>
                  </a:lnTo>
                  <a:lnTo>
                    <a:pt x="9940" y="17956"/>
                  </a:lnTo>
                  <a:lnTo>
                    <a:pt x="9940" y="18009"/>
                  </a:lnTo>
                  <a:lnTo>
                    <a:pt x="9988" y="18061"/>
                  </a:lnTo>
                  <a:lnTo>
                    <a:pt x="10530" y="18326"/>
                  </a:lnTo>
                  <a:lnTo>
                    <a:pt x="11070" y="18643"/>
                  </a:lnTo>
                  <a:lnTo>
                    <a:pt x="11317" y="19171"/>
                  </a:lnTo>
                  <a:lnTo>
                    <a:pt x="11365" y="19276"/>
                  </a:lnTo>
                  <a:lnTo>
                    <a:pt x="11465" y="19330"/>
                  </a:lnTo>
                  <a:lnTo>
                    <a:pt x="11563" y="19330"/>
                  </a:lnTo>
                  <a:lnTo>
                    <a:pt x="11660" y="19276"/>
                  </a:lnTo>
                  <a:lnTo>
                    <a:pt x="11858" y="19118"/>
                  </a:lnTo>
                  <a:lnTo>
                    <a:pt x="12645" y="19593"/>
                  </a:lnTo>
                  <a:lnTo>
                    <a:pt x="12448" y="19593"/>
                  </a:lnTo>
                  <a:lnTo>
                    <a:pt x="11465" y="19488"/>
                  </a:lnTo>
                  <a:lnTo>
                    <a:pt x="10530" y="19488"/>
                  </a:lnTo>
                  <a:lnTo>
                    <a:pt x="9890" y="19013"/>
                  </a:lnTo>
                  <a:lnTo>
                    <a:pt x="9200" y="18590"/>
                  </a:lnTo>
                  <a:lnTo>
                    <a:pt x="9152" y="18538"/>
                  </a:lnTo>
                  <a:lnTo>
                    <a:pt x="9053" y="18590"/>
                  </a:lnTo>
                  <a:lnTo>
                    <a:pt x="9053" y="18748"/>
                  </a:lnTo>
                  <a:lnTo>
                    <a:pt x="9348" y="19171"/>
                  </a:lnTo>
                  <a:lnTo>
                    <a:pt x="9693" y="19540"/>
                  </a:lnTo>
                  <a:lnTo>
                    <a:pt x="9250" y="19593"/>
                  </a:lnTo>
                  <a:lnTo>
                    <a:pt x="8807" y="19646"/>
                  </a:lnTo>
                  <a:lnTo>
                    <a:pt x="8463" y="19330"/>
                  </a:lnTo>
                  <a:lnTo>
                    <a:pt x="8168" y="18960"/>
                  </a:lnTo>
                  <a:lnTo>
                    <a:pt x="8070" y="18960"/>
                  </a:lnTo>
                  <a:lnTo>
                    <a:pt x="7970" y="19065"/>
                  </a:lnTo>
                  <a:lnTo>
                    <a:pt x="7922" y="19276"/>
                  </a:lnTo>
                  <a:lnTo>
                    <a:pt x="7970" y="19435"/>
                  </a:lnTo>
                  <a:lnTo>
                    <a:pt x="8020" y="19646"/>
                  </a:lnTo>
                  <a:lnTo>
                    <a:pt x="8168" y="19805"/>
                  </a:lnTo>
                  <a:lnTo>
                    <a:pt x="7725" y="19910"/>
                  </a:lnTo>
                  <a:lnTo>
                    <a:pt x="7282" y="20068"/>
                  </a:lnTo>
                  <a:lnTo>
                    <a:pt x="7233" y="20016"/>
                  </a:lnTo>
                  <a:lnTo>
                    <a:pt x="6938" y="19698"/>
                  </a:lnTo>
                  <a:lnTo>
                    <a:pt x="6740" y="19593"/>
                  </a:lnTo>
                  <a:lnTo>
                    <a:pt x="6593" y="19540"/>
                  </a:lnTo>
                  <a:lnTo>
                    <a:pt x="6545" y="19540"/>
                  </a:lnTo>
                  <a:lnTo>
                    <a:pt x="6545" y="19698"/>
                  </a:lnTo>
                  <a:lnTo>
                    <a:pt x="6593" y="19858"/>
                  </a:lnTo>
                  <a:lnTo>
                    <a:pt x="6692" y="20068"/>
                  </a:lnTo>
                  <a:lnTo>
                    <a:pt x="6840" y="20280"/>
                  </a:lnTo>
                  <a:lnTo>
                    <a:pt x="6888" y="20280"/>
                  </a:lnTo>
                  <a:lnTo>
                    <a:pt x="6495" y="20597"/>
                  </a:lnTo>
                  <a:lnTo>
                    <a:pt x="6200" y="20543"/>
                  </a:lnTo>
                  <a:lnTo>
                    <a:pt x="5510" y="20438"/>
                  </a:lnTo>
                  <a:lnTo>
                    <a:pt x="5167" y="20385"/>
                  </a:lnTo>
                  <a:lnTo>
                    <a:pt x="4822" y="20280"/>
                  </a:lnTo>
                  <a:lnTo>
                    <a:pt x="4920" y="20175"/>
                  </a:lnTo>
                  <a:lnTo>
                    <a:pt x="4970" y="20016"/>
                  </a:lnTo>
                  <a:lnTo>
                    <a:pt x="4970" y="19910"/>
                  </a:lnTo>
                  <a:lnTo>
                    <a:pt x="4920" y="19751"/>
                  </a:lnTo>
                  <a:lnTo>
                    <a:pt x="4870" y="19646"/>
                  </a:lnTo>
                  <a:lnTo>
                    <a:pt x="4773" y="19593"/>
                  </a:lnTo>
                  <a:lnTo>
                    <a:pt x="4870" y="19065"/>
                  </a:lnTo>
                  <a:lnTo>
                    <a:pt x="5018" y="18538"/>
                  </a:lnTo>
                  <a:lnTo>
                    <a:pt x="5215" y="18009"/>
                  </a:lnTo>
                  <a:lnTo>
                    <a:pt x="5462" y="17534"/>
                  </a:lnTo>
                  <a:lnTo>
                    <a:pt x="5757" y="17058"/>
                  </a:lnTo>
                  <a:lnTo>
                    <a:pt x="6101" y="16636"/>
                  </a:lnTo>
                  <a:lnTo>
                    <a:pt x="6495" y="16266"/>
                  </a:lnTo>
                  <a:lnTo>
                    <a:pt x="6938" y="16002"/>
                  </a:lnTo>
                  <a:lnTo>
                    <a:pt x="7035" y="15896"/>
                  </a:lnTo>
                  <a:lnTo>
                    <a:pt x="7085" y="15737"/>
                  </a:lnTo>
                  <a:lnTo>
                    <a:pt x="7085" y="15632"/>
                  </a:lnTo>
                  <a:lnTo>
                    <a:pt x="6987" y="15527"/>
                  </a:lnTo>
                  <a:lnTo>
                    <a:pt x="6397" y="14734"/>
                  </a:lnTo>
                  <a:lnTo>
                    <a:pt x="6101" y="14365"/>
                  </a:lnTo>
                  <a:lnTo>
                    <a:pt x="5757" y="14049"/>
                  </a:lnTo>
                  <a:lnTo>
                    <a:pt x="5363" y="13784"/>
                  </a:lnTo>
                  <a:lnTo>
                    <a:pt x="4970" y="13572"/>
                  </a:lnTo>
                  <a:lnTo>
                    <a:pt x="4527" y="13414"/>
                  </a:lnTo>
                  <a:lnTo>
                    <a:pt x="4084" y="13362"/>
                  </a:lnTo>
                  <a:lnTo>
                    <a:pt x="4084" y="12780"/>
                  </a:lnTo>
                  <a:lnTo>
                    <a:pt x="4182" y="12252"/>
                  </a:lnTo>
                  <a:lnTo>
                    <a:pt x="4380" y="11777"/>
                  </a:lnTo>
                  <a:lnTo>
                    <a:pt x="4675" y="11355"/>
                  </a:lnTo>
                  <a:lnTo>
                    <a:pt x="4870" y="11143"/>
                  </a:lnTo>
                  <a:lnTo>
                    <a:pt x="5117" y="10932"/>
                  </a:lnTo>
                  <a:lnTo>
                    <a:pt x="5215" y="10880"/>
                  </a:lnTo>
                  <a:lnTo>
                    <a:pt x="5314" y="10880"/>
                  </a:lnTo>
                  <a:lnTo>
                    <a:pt x="5412" y="10932"/>
                  </a:lnTo>
                  <a:lnTo>
                    <a:pt x="5510" y="10985"/>
                  </a:lnTo>
                  <a:lnTo>
                    <a:pt x="5658" y="11143"/>
                  </a:lnTo>
                  <a:lnTo>
                    <a:pt x="5805" y="11355"/>
                  </a:lnTo>
                  <a:lnTo>
                    <a:pt x="6593" y="12464"/>
                  </a:lnTo>
                  <a:lnTo>
                    <a:pt x="6740" y="12569"/>
                  </a:lnTo>
                  <a:lnTo>
                    <a:pt x="6888" y="12622"/>
                  </a:lnTo>
                  <a:lnTo>
                    <a:pt x="6987" y="12569"/>
                  </a:lnTo>
                  <a:lnTo>
                    <a:pt x="7035" y="12517"/>
                  </a:lnTo>
                  <a:lnTo>
                    <a:pt x="7085" y="12410"/>
                  </a:lnTo>
                  <a:lnTo>
                    <a:pt x="7085" y="12305"/>
                  </a:lnTo>
                  <a:lnTo>
                    <a:pt x="6888" y="10087"/>
                  </a:lnTo>
                  <a:lnTo>
                    <a:pt x="6840" y="9823"/>
                  </a:lnTo>
                  <a:lnTo>
                    <a:pt x="6692" y="9560"/>
                  </a:lnTo>
                  <a:lnTo>
                    <a:pt x="6545" y="9348"/>
                  </a:lnTo>
                  <a:lnTo>
                    <a:pt x="6249" y="9295"/>
                  </a:lnTo>
                  <a:lnTo>
                    <a:pt x="6347" y="9243"/>
                  </a:lnTo>
                  <a:lnTo>
                    <a:pt x="6495" y="9136"/>
                  </a:lnTo>
                  <a:lnTo>
                    <a:pt x="6740" y="8925"/>
                  </a:lnTo>
                  <a:lnTo>
                    <a:pt x="7282" y="8661"/>
                  </a:lnTo>
                  <a:lnTo>
                    <a:pt x="7528" y="8556"/>
                  </a:lnTo>
                  <a:lnTo>
                    <a:pt x="7725" y="8345"/>
                  </a:lnTo>
                  <a:lnTo>
                    <a:pt x="7872" y="8133"/>
                  </a:lnTo>
                  <a:lnTo>
                    <a:pt x="8020" y="7869"/>
                  </a:lnTo>
                  <a:lnTo>
                    <a:pt x="8020" y="7763"/>
                  </a:lnTo>
                  <a:lnTo>
                    <a:pt x="7970" y="7658"/>
                  </a:lnTo>
                  <a:lnTo>
                    <a:pt x="7922" y="7553"/>
                  </a:lnTo>
                  <a:lnTo>
                    <a:pt x="7823" y="7499"/>
                  </a:lnTo>
                  <a:lnTo>
                    <a:pt x="6692" y="7341"/>
                  </a:lnTo>
                  <a:lnTo>
                    <a:pt x="5510" y="7183"/>
                  </a:lnTo>
                  <a:lnTo>
                    <a:pt x="5018" y="7183"/>
                  </a:lnTo>
                  <a:lnTo>
                    <a:pt x="4428" y="7129"/>
                  </a:lnTo>
                  <a:lnTo>
                    <a:pt x="3887" y="7183"/>
                  </a:lnTo>
                  <a:lnTo>
                    <a:pt x="3640" y="7236"/>
                  </a:lnTo>
                  <a:lnTo>
                    <a:pt x="3395" y="7341"/>
                  </a:lnTo>
                  <a:lnTo>
                    <a:pt x="3345" y="7394"/>
                  </a:lnTo>
                  <a:lnTo>
                    <a:pt x="3395" y="7499"/>
                  </a:lnTo>
                  <a:lnTo>
                    <a:pt x="2903" y="7288"/>
                  </a:lnTo>
                  <a:lnTo>
                    <a:pt x="3297" y="6813"/>
                  </a:lnTo>
                  <a:lnTo>
                    <a:pt x="3690" y="6338"/>
                  </a:lnTo>
                  <a:lnTo>
                    <a:pt x="4133" y="5968"/>
                  </a:lnTo>
                  <a:lnTo>
                    <a:pt x="4625" y="5599"/>
                  </a:lnTo>
                  <a:lnTo>
                    <a:pt x="5117" y="5281"/>
                  </a:lnTo>
                  <a:lnTo>
                    <a:pt x="5658" y="4964"/>
                  </a:lnTo>
                  <a:lnTo>
                    <a:pt x="6200" y="4754"/>
                  </a:lnTo>
                  <a:lnTo>
                    <a:pt x="6740" y="4542"/>
                  </a:lnTo>
                  <a:lnTo>
                    <a:pt x="7332" y="4384"/>
                  </a:lnTo>
                  <a:lnTo>
                    <a:pt x="7922" y="4279"/>
                  </a:lnTo>
                  <a:lnTo>
                    <a:pt x="8463" y="4226"/>
                  </a:lnTo>
                  <a:close/>
                  <a:moveTo>
                    <a:pt x="7233" y="20650"/>
                  </a:moveTo>
                  <a:lnTo>
                    <a:pt x="7282" y="20702"/>
                  </a:lnTo>
                  <a:lnTo>
                    <a:pt x="7183" y="20702"/>
                  </a:lnTo>
                  <a:lnTo>
                    <a:pt x="7233" y="20650"/>
                  </a:lnTo>
                  <a:close/>
                  <a:moveTo>
                    <a:pt x="10333" y="20016"/>
                  </a:moveTo>
                  <a:lnTo>
                    <a:pt x="10677" y="20227"/>
                  </a:lnTo>
                  <a:lnTo>
                    <a:pt x="11120" y="20438"/>
                  </a:lnTo>
                  <a:lnTo>
                    <a:pt x="11513" y="20597"/>
                  </a:lnTo>
                  <a:lnTo>
                    <a:pt x="10972" y="20702"/>
                  </a:lnTo>
                  <a:lnTo>
                    <a:pt x="10382" y="20755"/>
                  </a:lnTo>
                  <a:lnTo>
                    <a:pt x="10333" y="20597"/>
                  </a:lnTo>
                  <a:lnTo>
                    <a:pt x="10235" y="20491"/>
                  </a:lnTo>
                  <a:lnTo>
                    <a:pt x="9742" y="20333"/>
                  </a:lnTo>
                  <a:lnTo>
                    <a:pt x="9348" y="20068"/>
                  </a:lnTo>
                  <a:lnTo>
                    <a:pt x="10087" y="20016"/>
                  </a:lnTo>
                  <a:close/>
                  <a:moveTo>
                    <a:pt x="8610" y="20175"/>
                  </a:moveTo>
                  <a:lnTo>
                    <a:pt x="8807" y="20333"/>
                  </a:lnTo>
                  <a:lnTo>
                    <a:pt x="9103" y="20597"/>
                  </a:lnTo>
                  <a:lnTo>
                    <a:pt x="9398" y="20808"/>
                  </a:lnTo>
                  <a:lnTo>
                    <a:pt x="8118" y="20755"/>
                  </a:lnTo>
                  <a:lnTo>
                    <a:pt x="8118" y="20543"/>
                  </a:lnTo>
                  <a:lnTo>
                    <a:pt x="8020" y="20438"/>
                  </a:lnTo>
                  <a:lnTo>
                    <a:pt x="7922" y="20385"/>
                  </a:lnTo>
                  <a:lnTo>
                    <a:pt x="7872" y="20385"/>
                  </a:lnTo>
                  <a:lnTo>
                    <a:pt x="8020" y="20333"/>
                  </a:lnTo>
                  <a:lnTo>
                    <a:pt x="8610" y="20175"/>
                  </a:lnTo>
                  <a:close/>
                  <a:moveTo>
                    <a:pt x="9152" y="3434"/>
                  </a:moveTo>
                  <a:lnTo>
                    <a:pt x="9053" y="3486"/>
                  </a:lnTo>
                  <a:lnTo>
                    <a:pt x="8955" y="3592"/>
                  </a:lnTo>
                  <a:lnTo>
                    <a:pt x="8217" y="3644"/>
                  </a:lnTo>
                  <a:lnTo>
                    <a:pt x="7430" y="3750"/>
                  </a:lnTo>
                  <a:lnTo>
                    <a:pt x="6740" y="3909"/>
                  </a:lnTo>
                  <a:lnTo>
                    <a:pt x="6003" y="4119"/>
                  </a:lnTo>
                  <a:lnTo>
                    <a:pt x="5265" y="4437"/>
                  </a:lnTo>
                  <a:lnTo>
                    <a:pt x="4527" y="4859"/>
                  </a:lnTo>
                  <a:lnTo>
                    <a:pt x="3887" y="5334"/>
                  </a:lnTo>
                  <a:lnTo>
                    <a:pt x="3297" y="5916"/>
                  </a:lnTo>
                  <a:lnTo>
                    <a:pt x="2706" y="6496"/>
                  </a:lnTo>
                  <a:lnTo>
                    <a:pt x="2215" y="7183"/>
                  </a:lnTo>
                  <a:lnTo>
                    <a:pt x="1771" y="7869"/>
                  </a:lnTo>
                  <a:lnTo>
                    <a:pt x="1427" y="8661"/>
                  </a:lnTo>
                  <a:lnTo>
                    <a:pt x="985" y="9665"/>
                  </a:lnTo>
                  <a:lnTo>
                    <a:pt x="640" y="10722"/>
                  </a:lnTo>
                  <a:lnTo>
                    <a:pt x="295" y="11777"/>
                  </a:lnTo>
                  <a:lnTo>
                    <a:pt x="98" y="12834"/>
                  </a:lnTo>
                  <a:lnTo>
                    <a:pt x="50" y="13309"/>
                  </a:lnTo>
                  <a:lnTo>
                    <a:pt x="0" y="13837"/>
                  </a:lnTo>
                  <a:lnTo>
                    <a:pt x="50" y="14312"/>
                  </a:lnTo>
                  <a:lnTo>
                    <a:pt x="98" y="14787"/>
                  </a:lnTo>
                  <a:lnTo>
                    <a:pt x="197" y="15262"/>
                  </a:lnTo>
                  <a:lnTo>
                    <a:pt x="345" y="15737"/>
                  </a:lnTo>
                  <a:lnTo>
                    <a:pt x="492" y="16214"/>
                  </a:lnTo>
                  <a:lnTo>
                    <a:pt x="688" y="16636"/>
                  </a:lnTo>
                  <a:lnTo>
                    <a:pt x="1180" y="17481"/>
                  </a:lnTo>
                  <a:lnTo>
                    <a:pt x="1722" y="18273"/>
                  </a:lnTo>
                  <a:lnTo>
                    <a:pt x="2313" y="19013"/>
                  </a:lnTo>
                  <a:lnTo>
                    <a:pt x="2952" y="19751"/>
                  </a:lnTo>
                  <a:lnTo>
                    <a:pt x="3297" y="20121"/>
                  </a:lnTo>
                  <a:lnTo>
                    <a:pt x="3690" y="20491"/>
                  </a:lnTo>
                  <a:lnTo>
                    <a:pt x="3788" y="20650"/>
                  </a:lnTo>
                  <a:lnTo>
                    <a:pt x="3887" y="20755"/>
                  </a:lnTo>
                  <a:lnTo>
                    <a:pt x="4035" y="20808"/>
                  </a:lnTo>
                  <a:lnTo>
                    <a:pt x="4182" y="20808"/>
                  </a:lnTo>
                  <a:lnTo>
                    <a:pt x="4280" y="20913"/>
                  </a:lnTo>
                  <a:lnTo>
                    <a:pt x="4773" y="21072"/>
                  </a:lnTo>
                  <a:lnTo>
                    <a:pt x="5215" y="21230"/>
                  </a:lnTo>
                  <a:lnTo>
                    <a:pt x="6200" y="21337"/>
                  </a:lnTo>
                  <a:lnTo>
                    <a:pt x="8070" y="21547"/>
                  </a:lnTo>
                  <a:lnTo>
                    <a:pt x="9005" y="21600"/>
                  </a:lnTo>
                  <a:lnTo>
                    <a:pt x="9940" y="21600"/>
                  </a:lnTo>
                  <a:lnTo>
                    <a:pt x="10874" y="21495"/>
                  </a:lnTo>
                  <a:lnTo>
                    <a:pt x="11760" y="21283"/>
                  </a:lnTo>
                  <a:lnTo>
                    <a:pt x="12695" y="21020"/>
                  </a:lnTo>
                  <a:lnTo>
                    <a:pt x="13088" y="20808"/>
                  </a:lnTo>
                  <a:lnTo>
                    <a:pt x="13530" y="20597"/>
                  </a:lnTo>
                  <a:lnTo>
                    <a:pt x="13925" y="20385"/>
                  </a:lnTo>
                  <a:lnTo>
                    <a:pt x="14318" y="20121"/>
                  </a:lnTo>
                  <a:lnTo>
                    <a:pt x="14958" y="19488"/>
                  </a:lnTo>
                  <a:lnTo>
                    <a:pt x="15597" y="18801"/>
                  </a:lnTo>
                  <a:lnTo>
                    <a:pt x="16139" y="18009"/>
                  </a:lnTo>
                  <a:lnTo>
                    <a:pt x="16630" y="17216"/>
                  </a:lnTo>
                  <a:lnTo>
                    <a:pt x="17073" y="16372"/>
                  </a:lnTo>
                  <a:lnTo>
                    <a:pt x="17418" y="15474"/>
                  </a:lnTo>
                  <a:lnTo>
                    <a:pt x="17762" y="14629"/>
                  </a:lnTo>
                  <a:lnTo>
                    <a:pt x="18008" y="13625"/>
                  </a:lnTo>
                  <a:lnTo>
                    <a:pt x="18107" y="13097"/>
                  </a:lnTo>
                  <a:lnTo>
                    <a:pt x="18205" y="12569"/>
                  </a:lnTo>
                  <a:lnTo>
                    <a:pt x="18205" y="11038"/>
                  </a:lnTo>
                  <a:lnTo>
                    <a:pt x="18107" y="10510"/>
                  </a:lnTo>
                  <a:lnTo>
                    <a:pt x="18008" y="10035"/>
                  </a:lnTo>
                  <a:lnTo>
                    <a:pt x="17910" y="9560"/>
                  </a:lnTo>
                  <a:lnTo>
                    <a:pt x="17713" y="9136"/>
                  </a:lnTo>
                  <a:lnTo>
                    <a:pt x="17517" y="8715"/>
                  </a:lnTo>
                  <a:lnTo>
                    <a:pt x="17025" y="7869"/>
                  </a:lnTo>
                  <a:lnTo>
                    <a:pt x="16483" y="7078"/>
                  </a:lnTo>
                  <a:lnTo>
                    <a:pt x="15892" y="6443"/>
                  </a:lnTo>
                  <a:lnTo>
                    <a:pt x="15253" y="5809"/>
                  </a:lnTo>
                  <a:lnTo>
                    <a:pt x="14613" y="5281"/>
                  </a:lnTo>
                  <a:lnTo>
                    <a:pt x="13875" y="4806"/>
                  </a:lnTo>
                  <a:lnTo>
                    <a:pt x="13137" y="4384"/>
                  </a:lnTo>
                  <a:lnTo>
                    <a:pt x="12350" y="4014"/>
                  </a:lnTo>
                  <a:lnTo>
                    <a:pt x="11513" y="3750"/>
                  </a:lnTo>
                  <a:lnTo>
                    <a:pt x="10727" y="3539"/>
                  </a:lnTo>
                  <a:lnTo>
                    <a:pt x="9988" y="3434"/>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A4C2F4"/>
                  </a:solidFill>
                </a:defRPr>
              </a:pPr>
            </a:p>
          </p:txBody>
        </p:sp>
        <p:sp>
          <p:nvSpPr>
            <p:cNvPr id="772" name="Google Shape;299;p5"/>
            <p:cNvSpPr/>
            <p:nvPr/>
          </p:nvSpPr>
          <p:spPr>
            <a:xfrm>
              <a:off x="1161970" y="4111632"/>
              <a:ext cx="577315" cy="39661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071" y="4030"/>
                  </a:moveTo>
                  <a:lnTo>
                    <a:pt x="12025" y="4095"/>
                  </a:lnTo>
                  <a:lnTo>
                    <a:pt x="11934" y="4162"/>
                  </a:lnTo>
                  <a:lnTo>
                    <a:pt x="11889" y="4426"/>
                  </a:lnTo>
                  <a:lnTo>
                    <a:pt x="11934" y="4624"/>
                  </a:lnTo>
                  <a:lnTo>
                    <a:pt x="12025" y="4691"/>
                  </a:lnTo>
                  <a:lnTo>
                    <a:pt x="12071" y="4756"/>
                  </a:lnTo>
                  <a:lnTo>
                    <a:pt x="12297" y="4756"/>
                  </a:lnTo>
                  <a:lnTo>
                    <a:pt x="12343" y="4691"/>
                  </a:lnTo>
                  <a:lnTo>
                    <a:pt x="12433" y="4558"/>
                  </a:lnTo>
                  <a:lnTo>
                    <a:pt x="12433" y="4228"/>
                  </a:lnTo>
                  <a:lnTo>
                    <a:pt x="12343" y="4095"/>
                  </a:lnTo>
                  <a:lnTo>
                    <a:pt x="12297" y="4030"/>
                  </a:lnTo>
                  <a:close/>
                  <a:moveTo>
                    <a:pt x="12116" y="5746"/>
                  </a:moveTo>
                  <a:lnTo>
                    <a:pt x="12025" y="5879"/>
                  </a:lnTo>
                  <a:lnTo>
                    <a:pt x="11979" y="5944"/>
                  </a:lnTo>
                  <a:lnTo>
                    <a:pt x="11979" y="6276"/>
                  </a:lnTo>
                  <a:lnTo>
                    <a:pt x="12071" y="6342"/>
                  </a:lnTo>
                  <a:lnTo>
                    <a:pt x="12116" y="6407"/>
                  </a:lnTo>
                  <a:lnTo>
                    <a:pt x="12297" y="6407"/>
                  </a:lnTo>
                  <a:lnTo>
                    <a:pt x="12343" y="6342"/>
                  </a:lnTo>
                  <a:lnTo>
                    <a:pt x="12388" y="6276"/>
                  </a:lnTo>
                  <a:lnTo>
                    <a:pt x="12433" y="6078"/>
                  </a:lnTo>
                  <a:lnTo>
                    <a:pt x="12388" y="5944"/>
                  </a:lnTo>
                  <a:lnTo>
                    <a:pt x="12343" y="5813"/>
                  </a:lnTo>
                  <a:lnTo>
                    <a:pt x="12297" y="5746"/>
                  </a:lnTo>
                  <a:close/>
                  <a:moveTo>
                    <a:pt x="14249" y="5483"/>
                  </a:moveTo>
                  <a:lnTo>
                    <a:pt x="14113" y="5548"/>
                  </a:lnTo>
                  <a:lnTo>
                    <a:pt x="14021" y="5615"/>
                  </a:lnTo>
                  <a:lnTo>
                    <a:pt x="13976" y="5746"/>
                  </a:lnTo>
                  <a:lnTo>
                    <a:pt x="13931" y="5879"/>
                  </a:lnTo>
                  <a:lnTo>
                    <a:pt x="13931" y="6144"/>
                  </a:lnTo>
                  <a:lnTo>
                    <a:pt x="13976" y="6276"/>
                  </a:lnTo>
                  <a:lnTo>
                    <a:pt x="14067" y="6342"/>
                  </a:lnTo>
                  <a:lnTo>
                    <a:pt x="14158" y="6474"/>
                  </a:lnTo>
                  <a:lnTo>
                    <a:pt x="14339" y="6474"/>
                  </a:lnTo>
                  <a:lnTo>
                    <a:pt x="14430" y="6342"/>
                  </a:lnTo>
                  <a:lnTo>
                    <a:pt x="14475" y="6276"/>
                  </a:lnTo>
                  <a:lnTo>
                    <a:pt x="14521" y="6144"/>
                  </a:lnTo>
                  <a:lnTo>
                    <a:pt x="14475" y="5879"/>
                  </a:lnTo>
                  <a:lnTo>
                    <a:pt x="14475" y="5681"/>
                  </a:lnTo>
                  <a:lnTo>
                    <a:pt x="14385" y="5548"/>
                  </a:lnTo>
                  <a:lnTo>
                    <a:pt x="14249" y="5483"/>
                  </a:lnTo>
                  <a:close/>
                  <a:moveTo>
                    <a:pt x="19241" y="2775"/>
                  </a:moveTo>
                  <a:lnTo>
                    <a:pt x="19059" y="3369"/>
                  </a:lnTo>
                  <a:lnTo>
                    <a:pt x="18787" y="3897"/>
                  </a:lnTo>
                  <a:lnTo>
                    <a:pt x="18515" y="4426"/>
                  </a:lnTo>
                  <a:lnTo>
                    <a:pt x="18197" y="4889"/>
                  </a:lnTo>
                  <a:lnTo>
                    <a:pt x="17833" y="5285"/>
                  </a:lnTo>
                  <a:lnTo>
                    <a:pt x="17471" y="5681"/>
                  </a:lnTo>
                  <a:lnTo>
                    <a:pt x="16744" y="6474"/>
                  </a:lnTo>
                  <a:lnTo>
                    <a:pt x="16426" y="5879"/>
                  </a:lnTo>
                  <a:lnTo>
                    <a:pt x="16064" y="5350"/>
                  </a:lnTo>
                  <a:lnTo>
                    <a:pt x="16200" y="5285"/>
                  </a:lnTo>
                  <a:lnTo>
                    <a:pt x="16926" y="4558"/>
                  </a:lnTo>
                  <a:lnTo>
                    <a:pt x="17697" y="3897"/>
                  </a:lnTo>
                  <a:lnTo>
                    <a:pt x="18469" y="3303"/>
                  </a:lnTo>
                  <a:lnTo>
                    <a:pt x="19241" y="2775"/>
                  </a:lnTo>
                  <a:close/>
                  <a:moveTo>
                    <a:pt x="11026" y="5813"/>
                  </a:moveTo>
                  <a:lnTo>
                    <a:pt x="10936" y="5944"/>
                  </a:lnTo>
                  <a:lnTo>
                    <a:pt x="10890" y="6078"/>
                  </a:lnTo>
                  <a:lnTo>
                    <a:pt x="10890" y="6407"/>
                  </a:lnTo>
                  <a:lnTo>
                    <a:pt x="10981" y="6540"/>
                  </a:lnTo>
                  <a:lnTo>
                    <a:pt x="11072" y="6605"/>
                  </a:lnTo>
                  <a:lnTo>
                    <a:pt x="11254" y="6605"/>
                  </a:lnTo>
                  <a:lnTo>
                    <a:pt x="11299" y="6540"/>
                  </a:lnTo>
                  <a:lnTo>
                    <a:pt x="11390" y="6407"/>
                  </a:lnTo>
                  <a:lnTo>
                    <a:pt x="11390" y="6078"/>
                  </a:lnTo>
                  <a:lnTo>
                    <a:pt x="11344" y="6011"/>
                  </a:lnTo>
                  <a:lnTo>
                    <a:pt x="11299" y="5879"/>
                  </a:lnTo>
                  <a:lnTo>
                    <a:pt x="11208" y="5813"/>
                  </a:lnTo>
                  <a:close/>
                  <a:moveTo>
                    <a:pt x="20193" y="1983"/>
                  </a:moveTo>
                  <a:lnTo>
                    <a:pt x="19966" y="2775"/>
                  </a:lnTo>
                  <a:lnTo>
                    <a:pt x="19649" y="3501"/>
                  </a:lnTo>
                  <a:lnTo>
                    <a:pt x="19285" y="4228"/>
                  </a:lnTo>
                  <a:lnTo>
                    <a:pt x="18923" y="4954"/>
                  </a:lnTo>
                  <a:lnTo>
                    <a:pt x="18515" y="5548"/>
                  </a:lnTo>
                  <a:lnTo>
                    <a:pt x="18061" y="6144"/>
                  </a:lnTo>
                  <a:lnTo>
                    <a:pt x="17107" y="7333"/>
                  </a:lnTo>
                  <a:lnTo>
                    <a:pt x="17016" y="7068"/>
                  </a:lnTo>
                  <a:lnTo>
                    <a:pt x="17289" y="6803"/>
                  </a:lnTo>
                  <a:lnTo>
                    <a:pt x="17743" y="6407"/>
                  </a:lnTo>
                  <a:lnTo>
                    <a:pt x="18151" y="5944"/>
                  </a:lnTo>
                  <a:lnTo>
                    <a:pt x="18559" y="5417"/>
                  </a:lnTo>
                  <a:lnTo>
                    <a:pt x="18923" y="4889"/>
                  </a:lnTo>
                  <a:lnTo>
                    <a:pt x="19241" y="4293"/>
                  </a:lnTo>
                  <a:lnTo>
                    <a:pt x="19513" y="3634"/>
                  </a:lnTo>
                  <a:lnTo>
                    <a:pt x="19739" y="2973"/>
                  </a:lnTo>
                  <a:lnTo>
                    <a:pt x="19921" y="2181"/>
                  </a:lnTo>
                  <a:lnTo>
                    <a:pt x="19921" y="2047"/>
                  </a:lnTo>
                  <a:lnTo>
                    <a:pt x="20193" y="1983"/>
                  </a:lnTo>
                  <a:close/>
                  <a:moveTo>
                    <a:pt x="13023" y="7135"/>
                  </a:moveTo>
                  <a:lnTo>
                    <a:pt x="12933" y="7199"/>
                  </a:lnTo>
                  <a:lnTo>
                    <a:pt x="12841" y="7333"/>
                  </a:lnTo>
                  <a:lnTo>
                    <a:pt x="12841" y="7397"/>
                  </a:lnTo>
                  <a:lnTo>
                    <a:pt x="12797" y="7597"/>
                  </a:lnTo>
                  <a:lnTo>
                    <a:pt x="12841" y="7795"/>
                  </a:lnTo>
                  <a:lnTo>
                    <a:pt x="12933" y="7927"/>
                  </a:lnTo>
                  <a:lnTo>
                    <a:pt x="12977" y="7994"/>
                  </a:lnTo>
                  <a:lnTo>
                    <a:pt x="13159" y="7994"/>
                  </a:lnTo>
                  <a:lnTo>
                    <a:pt x="13295" y="7860"/>
                  </a:lnTo>
                  <a:lnTo>
                    <a:pt x="13341" y="7729"/>
                  </a:lnTo>
                  <a:lnTo>
                    <a:pt x="13387" y="7597"/>
                  </a:lnTo>
                  <a:lnTo>
                    <a:pt x="13341" y="7397"/>
                  </a:lnTo>
                  <a:lnTo>
                    <a:pt x="13295" y="7333"/>
                  </a:lnTo>
                  <a:lnTo>
                    <a:pt x="13251" y="7199"/>
                  </a:lnTo>
                  <a:lnTo>
                    <a:pt x="13205" y="7135"/>
                  </a:lnTo>
                  <a:close/>
                  <a:moveTo>
                    <a:pt x="20329" y="859"/>
                  </a:moveTo>
                  <a:lnTo>
                    <a:pt x="20556" y="926"/>
                  </a:lnTo>
                  <a:lnTo>
                    <a:pt x="20738" y="1057"/>
                  </a:lnTo>
                  <a:lnTo>
                    <a:pt x="20828" y="1322"/>
                  </a:lnTo>
                  <a:lnTo>
                    <a:pt x="20920" y="1585"/>
                  </a:lnTo>
                  <a:lnTo>
                    <a:pt x="20964" y="1916"/>
                  </a:lnTo>
                  <a:lnTo>
                    <a:pt x="20964" y="2246"/>
                  </a:lnTo>
                  <a:lnTo>
                    <a:pt x="20920" y="2775"/>
                  </a:lnTo>
                  <a:lnTo>
                    <a:pt x="20738" y="3369"/>
                  </a:lnTo>
                  <a:lnTo>
                    <a:pt x="20466" y="3832"/>
                  </a:lnTo>
                  <a:lnTo>
                    <a:pt x="19921" y="4756"/>
                  </a:lnTo>
                  <a:lnTo>
                    <a:pt x="18651" y="6605"/>
                  </a:lnTo>
                  <a:lnTo>
                    <a:pt x="17425" y="8192"/>
                  </a:lnTo>
                  <a:lnTo>
                    <a:pt x="17334" y="7927"/>
                  </a:lnTo>
                  <a:lnTo>
                    <a:pt x="17471" y="7795"/>
                  </a:lnTo>
                  <a:lnTo>
                    <a:pt x="18515" y="6540"/>
                  </a:lnTo>
                  <a:lnTo>
                    <a:pt x="19013" y="5813"/>
                  </a:lnTo>
                  <a:lnTo>
                    <a:pt x="19467" y="5087"/>
                  </a:lnTo>
                  <a:lnTo>
                    <a:pt x="19875" y="4293"/>
                  </a:lnTo>
                  <a:lnTo>
                    <a:pt x="20239" y="3436"/>
                  </a:lnTo>
                  <a:lnTo>
                    <a:pt x="20556" y="2577"/>
                  </a:lnTo>
                  <a:lnTo>
                    <a:pt x="20738" y="1585"/>
                  </a:lnTo>
                  <a:lnTo>
                    <a:pt x="20738" y="1387"/>
                  </a:lnTo>
                  <a:lnTo>
                    <a:pt x="20692" y="1255"/>
                  </a:lnTo>
                  <a:lnTo>
                    <a:pt x="20602" y="1188"/>
                  </a:lnTo>
                  <a:lnTo>
                    <a:pt x="20466" y="1188"/>
                  </a:lnTo>
                  <a:lnTo>
                    <a:pt x="19694" y="1387"/>
                  </a:lnTo>
                  <a:lnTo>
                    <a:pt x="18967" y="1718"/>
                  </a:lnTo>
                  <a:lnTo>
                    <a:pt x="19285" y="1453"/>
                  </a:lnTo>
                  <a:lnTo>
                    <a:pt x="19649" y="1188"/>
                  </a:lnTo>
                  <a:lnTo>
                    <a:pt x="20012" y="990"/>
                  </a:lnTo>
                  <a:lnTo>
                    <a:pt x="20329" y="859"/>
                  </a:lnTo>
                  <a:close/>
                  <a:moveTo>
                    <a:pt x="11571" y="7531"/>
                  </a:moveTo>
                  <a:lnTo>
                    <a:pt x="11390" y="7662"/>
                  </a:lnTo>
                  <a:lnTo>
                    <a:pt x="11299" y="7860"/>
                  </a:lnTo>
                  <a:lnTo>
                    <a:pt x="11299" y="7994"/>
                  </a:lnTo>
                  <a:lnTo>
                    <a:pt x="11344" y="8125"/>
                  </a:lnTo>
                  <a:lnTo>
                    <a:pt x="11390" y="8256"/>
                  </a:lnTo>
                  <a:lnTo>
                    <a:pt x="11480" y="8323"/>
                  </a:lnTo>
                  <a:lnTo>
                    <a:pt x="11662" y="8323"/>
                  </a:lnTo>
                  <a:lnTo>
                    <a:pt x="11798" y="8256"/>
                  </a:lnTo>
                  <a:lnTo>
                    <a:pt x="11889" y="8058"/>
                  </a:lnTo>
                  <a:lnTo>
                    <a:pt x="11934" y="7927"/>
                  </a:lnTo>
                  <a:lnTo>
                    <a:pt x="11934" y="7729"/>
                  </a:lnTo>
                  <a:lnTo>
                    <a:pt x="11889" y="7662"/>
                  </a:lnTo>
                  <a:lnTo>
                    <a:pt x="11798" y="7531"/>
                  </a:lnTo>
                  <a:close/>
                  <a:moveTo>
                    <a:pt x="16382" y="11824"/>
                  </a:moveTo>
                  <a:lnTo>
                    <a:pt x="16290" y="11955"/>
                  </a:lnTo>
                  <a:lnTo>
                    <a:pt x="16246" y="12088"/>
                  </a:lnTo>
                  <a:lnTo>
                    <a:pt x="16246" y="12485"/>
                  </a:lnTo>
                  <a:lnTo>
                    <a:pt x="16336" y="12551"/>
                  </a:lnTo>
                  <a:lnTo>
                    <a:pt x="16472" y="12616"/>
                  </a:lnTo>
                  <a:lnTo>
                    <a:pt x="16654" y="12551"/>
                  </a:lnTo>
                  <a:lnTo>
                    <a:pt x="16744" y="12485"/>
                  </a:lnTo>
                  <a:lnTo>
                    <a:pt x="16744" y="12353"/>
                  </a:lnTo>
                  <a:lnTo>
                    <a:pt x="16790" y="12155"/>
                  </a:lnTo>
                  <a:lnTo>
                    <a:pt x="16744" y="12022"/>
                  </a:lnTo>
                  <a:lnTo>
                    <a:pt x="16654" y="11890"/>
                  </a:lnTo>
                  <a:lnTo>
                    <a:pt x="16472" y="11824"/>
                  </a:lnTo>
                  <a:close/>
                  <a:moveTo>
                    <a:pt x="15111" y="13145"/>
                  </a:moveTo>
                  <a:lnTo>
                    <a:pt x="14974" y="13210"/>
                  </a:lnTo>
                  <a:lnTo>
                    <a:pt x="14884" y="13344"/>
                  </a:lnTo>
                  <a:lnTo>
                    <a:pt x="14838" y="13542"/>
                  </a:lnTo>
                  <a:lnTo>
                    <a:pt x="14838" y="13740"/>
                  </a:lnTo>
                  <a:lnTo>
                    <a:pt x="14884" y="13871"/>
                  </a:lnTo>
                  <a:lnTo>
                    <a:pt x="14974" y="14004"/>
                  </a:lnTo>
                  <a:lnTo>
                    <a:pt x="15111" y="14004"/>
                  </a:lnTo>
                  <a:lnTo>
                    <a:pt x="15202" y="13938"/>
                  </a:lnTo>
                  <a:lnTo>
                    <a:pt x="15292" y="13871"/>
                  </a:lnTo>
                  <a:lnTo>
                    <a:pt x="15384" y="13740"/>
                  </a:lnTo>
                  <a:lnTo>
                    <a:pt x="15384" y="13344"/>
                  </a:lnTo>
                  <a:lnTo>
                    <a:pt x="15247" y="13210"/>
                  </a:lnTo>
                  <a:lnTo>
                    <a:pt x="15111" y="13145"/>
                  </a:lnTo>
                  <a:close/>
                  <a:moveTo>
                    <a:pt x="15746" y="14465"/>
                  </a:moveTo>
                  <a:lnTo>
                    <a:pt x="15656" y="14599"/>
                  </a:lnTo>
                  <a:lnTo>
                    <a:pt x="15656" y="14664"/>
                  </a:lnTo>
                  <a:lnTo>
                    <a:pt x="15610" y="14862"/>
                  </a:lnTo>
                  <a:lnTo>
                    <a:pt x="15610" y="15126"/>
                  </a:lnTo>
                  <a:lnTo>
                    <a:pt x="15656" y="15193"/>
                  </a:lnTo>
                  <a:lnTo>
                    <a:pt x="15700" y="15260"/>
                  </a:lnTo>
                  <a:lnTo>
                    <a:pt x="15746" y="15260"/>
                  </a:lnTo>
                  <a:lnTo>
                    <a:pt x="15836" y="15324"/>
                  </a:lnTo>
                  <a:lnTo>
                    <a:pt x="15972" y="15260"/>
                  </a:lnTo>
                  <a:lnTo>
                    <a:pt x="16064" y="15193"/>
                  </a:lnTo>
                  <a:lnTo>
                    <a:pt x="16108" y="15126"/>
                  </a:lnTo>
                  <a:lnTo>
                    <a:pt x="16108" y="14730"/>
                  </a:lnTo>
                  <a:lnTo>
                    <a:pt x="16018" y="14599"/>
                  </a:lnTo>
                  <a:lnTo>
                    <a:pt x="15972" y="14465"/>
                  </a:lnTo>
                  <a:close/>
                  <a:moveTo>
                    <a:pt x="12433" y="3832"/>
                  </a:moveTo>
                  <a:lnTo>
                    <a:pt x="12933" y="3897"/>
                  </a:lnTo>
                  <a:lnTo>
                    <a:pt x="13431" y="4030"/>
                  </a:lnTo>
                  <a:lnTo>
                    <a:pt x="13931" y="4228"/>
                  </a:lnTo>
                  <a:lnTo>
                    <a:pt x="13885" y="4426"/>
                  </a:lnTo>
                  <a:lnTo>
                    <a:pt x="13931" y="4624"/>
                  </a:lnTo>
                  <a:lnTo>
                    <a:pt x="14021" y="4756"/>
                  </a:lnTo>
                  <a:lnTo>
                    <a:pt x="14158" y="4889"/>
                  </a:lnTo>
                  <a:lnTo>
                    <a:pt x="14385" y="4889"/>
                  </a:lnTo>
                  <a:lnTo>
                    <a:pt x="14566" y="5020"/>
                  </a:lnTo>
                  <a:lnTo>
                    <a:pt x="14974" y="5285"/>
                  </a:lnTo>
                  <a:lnTo>
                    <a:pt x="15066" y="5350"/>
                  </a:lnTo>
                  <a:lnTo>
                    <a:pt x="15156" y="5417"/>
                  </a:lnTo>
                  <a:lnTo>
                    <a:pt x="15428" y="5746"/>
                  </a:lnTo>
                  <a:lnTo>
                    <a:pt x="15700" y="6144"/>
                  </a:lnTo>
                  <a:lnTo>
                    <a:pt x="16200" y="6936"/>
                  </a:lnTo>
                  <a:lnTo>
                    <a:pt x="14203" y="8719"/>
                  </a:lnTo>
                  <a:lnTo>
                    <a:pt x="12207" y="10437"/>
                  </a:lnTo>
                  <a:lnTo>
                    <a:pt x="7533" y="14532"/>
                  </a:lnTo>
                  <a:lnTo>
                    <a:pt x="6443" y="15522"/>
                  </a:lnTo>
                  <a:lnTo>
                    <a:pt x="6625" y="14995"/>
                  </a:lnTo>
                  <a:lnTo>
                    <a:pt x="6987" y="14334"/>
                  </a:lnTo>
                  <a:lnTo>
                    <a:pt x="7351" y="13608"/>
                  </a:lnTo>
                  <a:lnTo>
                    <a:pt x="7305" y="13475"/>
                  </a:lnTo>
                  <a:lnTo>
                    <a:pt x="7261" y="13475"/>
                  </a:lnTo>
                  <a:lnTo>
                    <a:pt x="7033" y="13673"/>
                  </a:lnTo>
                  <a:lnTo>
                    <a:pt x="6851" y="13938"/>
                  </a:lnTo>
                  <a:lnTo>
                    <a:pt x="6443" y="14532"/>
                  </a:lnTo>
                  <a:lnTo>
                    <a:pt x="6171" y="15193"/>
                  </a:lnTo>
                  <a:lnTo>
                    <a:pt x="5899" y="15919"/>
                  </a:lnTo>
                  <a:lnTo>
                    <a:pt x="5853" y="15985"/>
                  </a:lnTo>
                  <a:lnTo>
                    <a:pt x="5717" y="15458"/>
                  </a:lnTo>
                  <a:lnTo>
                    <a:pt x="6080" y="14599"/>
                  </a:lnTo>
                  <a:lnTo>
                    <a:pt x="6534" y="13740"/>
                  </a:lnTo>
                  <a:lnTo>
                    <a:pt x="6987" y="12947"/>
                  </a:lnTo>
                  <a:lnTo>
                    <a:pt x="7441" y="12220"/>
                  </a:lnTo>
                  <a:lnTo>
                    <a:pt x="7441" y="12088"/>
                  </a:lnTo>
                  <a:lnTo>
                    <a:pt x="7351" y="12088"/>
                  </a:lnTo>
                  <a:lnTo>
                    <a:pt x="6851" y="12683"/>
                  </a:lnTo>
                  <a:lnTo>
                    <a:pt x="6398" y="13344"/>
                  </a:lnTo>
                  <a:lnTo>
                    <a:pt x="5989" y="14004"/>
                  </a:lnTo>
                  <a:lnTo>
                    <a:pt x="5581" y="14730"/>
                  </a:lnTo>
                  <a:lnTo>
                    <a:pt x="5536" y="14267"/>
                  </a:lnTo>
                  <a:lnTo>
                    <a:pt x="5490" y="13806"/>
                  </a:lnTo>
                  <a:lnTo>
                    <a:pt x="5762" y="13210"/>
                  </a:lnTo>
                  <a:lnTo>
                    <a:pt x="6035" y="12749"/>
                  </a:lnTo>
                  <a:lnTo>
                    <a:pt x="7033" y="10833"/>
                  </a:lnTo>
                  <a:lnTo>
                    <a:pt x="7079" y="10702"/>
                  </a:lnTo>
                  <a:lnTo>
                    <a:pt x="7033" y="10635"/>
                  </a:lnTo>
                  <a:lnTo>
                    <a:pt x="6897" y="10635"/>
                  </a:lnTo>
                  <a:lnTo>
                    <a:pt x="6534" y="11163"/>
                  </a:lnTo>
                  <a:lnTo>
                    <a:pt x="6126" y="11757"/>
                  </a:lnTo>
                  <a:lnTo>
                    <a:pt x="5445" y="12881"/>
                  </a:lnTo>
                  <a:lnTo>
                    <a:pt x="5445" y="11757"/>
                  </a:lnTo>
                  <a:lnTo>
                    <a:pt x="5717" y="11163"/>
                  </a:lnTo>
                  <a:lnTo>
                    <a:pt x="6126" y="10371"/>
                  </a:lnTo>
                  <a:lnTo>
                    <a:pt x="6353" y="9908"/>
                  </a:lnTo>
                  <a:lnTo>
                    <a:pt x="6489" y="9710"/>
                  </a:lnTo>
                  <a:lnTo>
                    <a:pt x="6671" y="9578"/>
                  </a:lnTo>
                  <a:lnTo>
                    <a:pt x="6715" y="9578"/>
                  </a:lnTo>
                  <a:lnTo>
                    <a:pt x="6715" y="9512"/>
                  </a:lnTo>
                  <a:lnTo>
                    <a:pt x="6671" y="9447"/>
                  </a:lnTo>
                  <a:lnTo>
                    <a:pt x="6671" y="9380"/>
                  </a:lnTo>
                  <a:lnTo>
                    <a:pt x="6398" y="9380"/>
                  </a:lnTo>
                  <a:lnTo>
                    <a:pt x="6262" y="9512"/>
                  </a:lnTo>
                  <a:lnTo>
                    <a:pt x="6126" y="9645"/>
                  </a:lnTo>
                  <a:lnTo>
                    <a:pt x="5899" y="9974"/>
                  </a:lnTo>
                  <a:lnTo>
                    <a:pt x="5717" y="10304"/>
                  </a:lnTo>
                  <a:lnTo>
                    <a:pt x="5536" y="10569"/>
                  </a:lnTo>
                  <a:lnTo>
                    <a:pt x="5672" y="9843"/>
                  </a:lnTo>
                  <a:lnTo>
                    <a:pt x="5853" y="9115"/>
                  </a:lnTo>
                  <a:lnTo>
                    <a:pt x="6035" y="8719"/>
                  </a:lnTo>
                  <a:lnTo>
                    <a:pt x="6216" y="8323"/>
                  </a:lnTo>
                  <a:lnTo>
                    <a:pt x="6443" y="7927"/>
                  </a:lnTo>
                  <a:lnTo>
                    <a:pt x="6671" y="7597"/>
                  </a:lnTo>
                  <a:lnTo>
                    <a:pt x="7169" y="6936"/>
                  </a:lnTo>
                  <a:lnTo>
                    <a:pt x="7713" y="6342"/>
                  </a:lnTo>
                  <a:lnTo>
                    <a:pt x="8259" y="5813"/>
                  </a:lnTo>
                  <a:lnTo>
                    <a:pt x="8803" y="5285"/>
                  </a:lnTo>
                  <a:lnTo>
                    <a:pt x="9393" y="4889"/>
                  </a:lnTo>
                  <a:lnTo>
                    <a:pt x="9982" y="4491"/>
                  </a:lnTo>
                  <a:lnTo>
                    <a:pt x="10482" y="4228"/>
                  </a:lnTo>
                  <a:lnTo>
                    <a:pt x="10936" y="4030"/>
                  </a:lnTo>
                  <a:lnTo>
                    <a:pt x="11435" y="3897"/>
                  </a:lnTo>
                  <a:lnTo>
                    <a:pt x="11934" y="3832"/>
                  </a:lnTo>
                  <a:close/>
                  <a:moveTo>
                    <a:pt x="16472" y="7597"/>
                  </a:moveTo>
                  <a:lnTo>
                    <a:pt x="16608" y="7860"/>
                  </a:lnTo>
                  <a:lnTo>
                    <a:pt x="15564" y="9051"/>
                  </a:lnTo>
                  <a:lnTo>
                    <a:pt x="14475" y="10172"/>
                  </a:lnTo>
                  <a:lnTo>
                    <a:pt x="13341" y="11296"/>
                  </a:lnTo>
                  <a:lnTo>
                    <a:pt x="12207" y="12353"/>
                  </a:lnTo>
                  <a:lnTo>
                    <a:pt x="10981" y="13408"/>
                  </a:lnTo>
                  <a:lnTo>
                    <a:pt x="9756" y="14465"/>
                  </a:lnTo>
                  <a:lnTo>
                    <a:pt x="8485" y="15458"/>
                  </a:lnTo>
                  <a:lnTo>
                    <a:pt x="7169" y="16381"/>
                  </a:lnTo>
                  <a:lnTo>
                    <a:pt x="6171" y="17042"/>
                  </a:lnTo>
                  <a:lnTo>
                    <a:pt x="6080" y="16778"/>
                  </a:lnTo>
                  <a:lnTo>
                    <a:pt x="6126" y="16580"/>
                  </a:lnTo>
                  <a:lnTo>
                    <a:pt x="7487" y="15458"/>
                  </a:lnTo>
                  <a:lnTo>
                    <a:pt x="12615" y="10965"/>
                  </a:lnTo>
                  <a:lnTo>
                    <a:pt x="14566" y="9249"/>
                  </a:lnTo>
                  <a:lnTo>
                    <a:pt x="16472" y="7597"/>
                  </a:lnTo>
                  <a:close/>
                  <a:moveTo>
                    <a:pt x="4900" y="14334"/>
                  </a:moveTo>
                  <a:lnTo>
                    <a:pt x="4946" y="14532"/>
                  </a:lnTo>
                  <a:lnTo>
                    <a:pt x="4946" y="14599"/>
                  </a:lnTo>
                  <a:lnTo>
                    <a:pt x="5128" y="15656"/>
                  </a:lnTo>
                  <a:lnTo>
                    <a:pt x="4900" y="16250"/>
                  </a:lnTo>
                  <a:lnTo>
                    <a:pt x="4854" y="16381"/>
                  </a:lnTo>
                  <a:lnTo>
                    <a:pt x="4854" y="16448"/>
                  </a:lnTo>
                  <a:lnTo>
                    <a:pt x="4946" y="16646"/>
                  </a:lnTo>
                  <a:lnTo>
                    <a:pt x="4129" y="17109"/>
                  </a:lnTo>
                  <a:lnTo>
                    <a:pt x="3720" y="17307"/>
                  </a:lnTo>
                  <a:lnTo>
                    <a:pt x="3267" y="17438"/>
                  </a:lnTo>
                  <a:lnTo>
                    <a:pt x="3584" y="16515"/>
                  </a:lnTo>
                  <a:lnTo>
                    <a:pt x="3993" y="15656"/>
                  </a:lnTo>
                  <a:lnTo>
                    <a:pt x="4402" y="14995"/>
                  </a:lnTo>
                  <a:lnTo>
                    <a:pt x="4900" y="14334"/>
                  </a:lnTo>
                  <a:close/>
                  <a:moveTo>
                    <a:pt x="16835" y="8521"/>
                  </a:moveTo>
                  <a:lnTo>
                    <a:pt x="16926" y="8851"/>
                  </a:lnTo>
                  <a:lnTo>
                    <a:pt x="16064" y="9908"/>
                  </a:lnTo>
                  <a:lnTo>
                    <a:pt x="14974" y="11163"/>
                  </a:lnTo>
                  <a:lnTo>
                    <a:pt x="13885" y="12287"/>
                  </a:lnTo>
                  <a:lnTo>
                    <a:pt x="12751" y="13408"/>
                  </a:lnTo>
                  <a:lnTo>
                    <a:pt x="11571" y="14465"/>
                  </a:lnTo>
                  <a:lnTo>
                    <a:pt x="10392" y="15458"/>
                  </a:lnTo>
                  <a:lnTo>
                    <a:pt x="9212" y="16381"/>
                  </a:lnTo>
                  <a:lnTo>
                    <a:pt x="7986" y="17240"/>
                  </a:lnTo>
                  <a:lnTo>
                    <a:pt x="6715" y="18033"/>
                  </a:lnTo>
                  <a:lnTo>
                    <a:pt x="6489" y="17637"/>
                  </a:lnTo>
                  <a:lnTo>
                    <a:pt x="6761" y="17438"/>
                  </a:lnTo>
                  <a:lnTo>
                    <a:pt x="8167" y="16448"/>
                  </a:lnTo>
                  <a:lnTo>
                    <a:pt x="9574" y="15391"/>
                  </a:lnTo>
                  <a:lnTo>
                    <a:pt x="10981" y="14267"/>
                  </a:lnTo>
                  <a:lnTo>
                    <a:pt x="12343" y="13079"/>
                  </a:lnTo>
                  <a:lnTo>
                    <a:pt x="13477" y="12022"/>
                  </a:lnTo>
                  <a:lnTo>
                    <a:pt x="14612" y="10900"/>
                  </a:lnTo>
                  <a:lnTo>
                    <a:pt x="15746" y="9710"/>
                  </a:lnTo>
                  <a:lnTo>
                    <a:pt x="16835" y="8521"/>
                  </a:lnTo>
                  <a:close/>
                  <a:moveTo>
                    <a:pt x="14838" y="17505"/>
                  </a:moveTo>
                  <a:lnTo>
                    <a:pt x="15428" y="17703"/>
                  </a:lnTo>
                  <a:lnTo>
                    <a:pt x="15384" y="17768"/>
                  </a:lnTo>
                  <a:lnTo>
                    <a:pt x="14884" y="18496"/>
                  </a:lnTo>
                  <a:lnTo>
                    <a:pt x="14884" y="18364"/>
                  </a:lnTo>
                  <a:lnTo>
                    <a:pt x="14838" y="17505"/>
                  </a:lnTo>
                  <a:close/>
                  <a:moveTo>
                    <a:pt x="3358" y="15854"/>
                  </a:moveTo>
                  <a:lnTo>
                    <a:pt x="2995" y="16778"/>
                  </a:lnTo>
                  <a:lnTo>
                    <a:pt x="2677" y="17768"/>
                  </a:lnTo>
                  <a:lnTo>
                    <a:pt x="2677" y="17901"/>
                  </a:lnTo>
                  <a:lnTo>
                    <a:pt x="2722" y="18099"/>
                  </a:lnTo>
                  <a:lnTo>
                    <a:pt x="2813" y="18166"/>
                  </a:lnTo>
                  <a:lnTo>
                    <a:pt x="2904" y="18231"/>
                  </a:lnTo>
                  <a:lnTo>
                    <a:pt x="3584" y="18033"/>
                  </a:lnTo>
                  <a:lnTo>
                    <a:pt x="4266" y="17768"/>
                  </a:lnTo>
                  <a:lnTo>
                    <a:pt x="4854" y="17438"/>
                  </a:lnTo>
                  <a:lnTo>
                    <a:pt x="5490" y="17042"/>
                  </a:lnTo>
                  <a:lnTo>
                    <a:pt x="5626" y="17438"/>
                  </a:lnTo>
                  <a:lnTo>
                    <a:pt x="4402" y="18231"/>
                  </a:lnTo>
                  <a:lnTo>
                    <a:pt x="3812" y="18562"/>
                  </a:lnTo>
                  <a:lnTo>
                    <a:pt x="3176" y="18958"/>
                  </a:lnTo>
                  <a:lnTo>
                    <a:pt x="2813" y="19156"/>
                  </a:lnTo>
                  <a:lnTo>
                    <a:pt x="2495" y="19221"/>
                  </a:lnTo>
                  <a:lnTo>
                    <a:pt x="2177" y="19288"/>
                  </a:lnTo>
                  <a:lnTo>
                    <a:pt x="1815" y="19288"/>
                  </a:lnTo>
                  <a:lnTo>
                    <a:pt x="2586" y="17637"/>
                  </a:lnTo>
                  <a:lnTo>
                    <a:pt x="2904" y="16778"/>
                  </a:lnTo>
                  <a:lnTo>
                    <a:pt x="3267" y="15985"/>
                  </a:lnTo>
                  <a:lnTo>
                    <a:pt x="3358" y="15854"/>
                  </a:lnTo>
                  <a:close/>
                  <a:moveTo>
                    <a:pt x="17107" y="9776"/>
                  </a:moveTo>
                  <a:lnTo>
                    <a:pt x="17244" y="10702"/>
                  </a:lnTo>
                  <a:lnTo>
                    <a:pt x="17244" y="12418"/>
                  </a:lnTo>
                  <a:lnTo>
                    <a:pt x="17153" y="13210"/>
                  </a:lnTo>
                  <a:lnTo>
                    <a:pt x="17016" y="13938"/>
                  </a:lnTo>
                  <a:lnTo>
                    <a:pt x="16835" y="14664"/>
                  </a:lnTo>
                  <a:lnTo>
                    <a:pt x="16608" y="15391"/>
                  </a:lnTo>
                  <a:lnTo>
                    <a:pt x="16336" y="16052"/>
                  </a:lnTo>
                  <a:lnTo>
                    <a:pt x="16018" y="16713"/>
                  </a:lnTo>
                  <a:lnTo>
                    <a:pt x="15656" y="17372"/>
                  </a:lnTo>
                  <a:lnTo>
                    <a:pt x="15202" y="17307"/>
                  </a:lnTo>
                  <a:lnTo>
                    <a:pt x="14748" y="17174"/>
                  </a:lnTo>
                  <a:lnTo>
                    <a:pt x="14657" y="17240"/>
                  </a:lnTo>
                  <a:lnTo>
                    <a:pt x="14612" y="17240"/>
                  </a:lnTo>
                  <a:lnTo>
                    <a:pt x="14566" y="17372"/>
                  </a:lnTo>
                  <a:lnTo>
                    <a:pt x="14475" y="18760"/>
                  </a:lnTo>
                  <a:lnTo>
                    <a:pt x="14475" y="18892"/>
                  </a:lnTo>
                  <a:lnTo>
                    <a:pt x="14113" y="19288"/>
                  </a:lnTo>
                  <a:lnTo>
                    <a:pt x="13840" y="19486"/>
                  </a:lnTo>
                  <a:lnTo>
                    <a:pt x="13795" y="19553"/>
                  </a:lnTo>
                  <a:lnTo>
                    <a:pt x="13659" y="19684"/>
                  </a:lnTo>
                  <a:lnTo>
                    <a:pt x="13659" y="19023"/>
                  </a:lnTo>
                  <a:lnTo>
                    <a:pt x="13749" y="18364"/>
                  </a:lnTo>
                  <a:lnTo>
                    <a:pt x="13840" y="17768"/>
                  </a:lnTo>
                  <a:lnTo>
                    <a:pt x="13976" y="17109"/>
                  </a:lnTo>
                  <a:lnTo>
                    <a:pt x="13976" y="17042"/>
                  </a:lnTo>
                  <a:lnTo>
                    <a:pt x="13931" y="16976"/>
                  </a:lnTo>
                  <a:lnTo>
                    <a:pt x="13885" y="16976"/>
                  </a:lnTo>
                  <a:lnTo>
                    <a:pt x="13840" y="17042"/>
                  </a:lnTo>
                  <a:lnTo>
                    <a:pt x="13704" y="17372"/>
                  </a:lnTo>
                  <a:lnTo>
                    <a:pt x="13567" y="17703"/>
                  </a:lnTo>
                  <a:lnTo>
                    <a:pt x="13341" y="18429"/>
                  </a:lnTo>
                  <a:lnTo>
                    <a:pt x="13251" y="19156"/>
                  </a:lnTo>
                  <a:lnTo>
                    <a:pt x="13251" y="19949"/>
                  </a:lnTo>
                  <a:lnTo>
                    <a:pt x="12705" y="20278"/>
                  </a:lnTo>
                  <a:lnTo>
                    <a:pt x="12161" y="20476"/>
                  </a:lnTo>
                  <a:lnTo>
                    <a:pt x="12207" y="19817"/>
                  </a:lnTo>
                  <a:lnTo>
                    <a:pt x="12343" y="19156"/>
                  </a:lnTo>
                  <a:lnTo>
                    <a:pt x="12433" y="18627"/>
                  </a:lnTo>
                  <a:lnTo>
                    <a:pt x="12569" y="18166"/>
                  </a:lnTo>
                  <a:lnTo>
                    <a:pt x="12887" y="17240"/>
                  </a:lnTo>
                  <a:lnTo>
                    <a:pt x="12887" y="17174"/>
                  </a:lnTo>
                  <a:lnTo>
                    <a:pt x="12841" y="17109"/>
                  </a:lnTo>
                  <a:lnTo>
                    <a:pt x="12797" y="17109"/>
                  </a:lnTo>
                  <a:lnTo>
                    <a:pt x="12797" y="17174"/>
                  </a:lnTo>
                  <a:lnTo>
                    <a:pt x="12388" y="17901"/>
                  </a:lnTo>
                  <a:lnTo>
                    <a:pt x="12071" y="18760"/>
                  </a:lnTo>
                  <a:lnTo>
                    <a:pt x="11798" y="19619"/>
                  </a:lnTo>
                  <a:lnTo>
                    <a:pt x="11753" y="20080"/>
                  </a:lnTo>
                  <a:lnTo>
                    <a:pt x="11662" y="20543"/>
                  </a:lnTo>
                  <a:lnTo>
                    <a:pt x="11072" y="20543"/>
                  </a:lnTo>
                  <a:lnTo>
                    <a:pt x="11072" y="20278"/>
                  </a:lnTo>
                  <a:lnTo>
                    <a:pt x="11026" y="20213"/>
                  </a:lnTo>
                  <a:lnTo>
                    <a:pt x="10981" y="20147"/>
                  </a:lnTo>
                  <a:lnTo>
                    <a:pt x="10936" y="20147"/>
                  </a:lnTo>
                  <a:lnTo>
                    <a:pt x="10890" y="20213"/>
                  </a:lnTo>
                  <a:lnTo>
                    <a:pt x="10800" y="20345"/>
                  </a:lnTo>
                  <a:lnTo>
                    <a:pt x="11344" y="18825"/>
                  </a:lnTo>
                  <a:lnTo>
                    <a:pt x="11616" y="18099"/>
                  </a:lnTo>
                  <a:lnTo>
                    <a:pt x="11979" y="17372"/>
                  </a:lnTo>
                  <a:lnTo>
                    <a:pt x="11979" y="17307"/>
                  </a:lnTo>
                  <a:lnTo>
                    <a:pt x="11934" y="17307"/>
                  </a:lnTo>
                  <a:lnTo>
                    <a:pt x="11934" y="17240"/>
                  </a:lnTo>
                  <a:lnTo>
                    <a:pt x="11889" y="17307"/>
                  </a:lnTo>
                  <a:lnTo>
                    <a:pt x="11435" y="18033"/>
                  </a:lnTo>
                  <a:lnTo>
                    <a:pt x="11026" y="18760"/>
                  </a:lnTo>
                  <a:lnTo>
                    <a:pt x="10664" y="19553"/>
                  </a:lnTo>
                  <a:lnTo>
                    <a:pt x="10300" y="20412"/>
                  </a:lnTo>
                  <a:lnTo>
                    <a:pt x="9846" y="20213"/>
                  </a:lnTo>
                  <a:lnTo>
                    <a:pt x="9892" y="20147"/>
                  </a:lnTo>
                  <a:lnTo>
                    <a:pt x="9892" y="20080"/>
                  </a:lnTo>
                  <a:lnTo>
                    <a:pt x="9846" y="20015"/>
                  </a:lnTo>
                  <a:lnTo>
                    <a:pt x="9846" y="19949"/>
                  </a:lnTo>
                  <a:lnTo>
                    <a:pt x="9802" y="19751"/>
                  </a:lnTo>
                  <a:lnTo>
                    <a:pt x="9846" y="19553"/>
                  </a:lnTo>
                  <a:lnTo>
                    <a:pt x="9938" y="19090"/>
                  </a:lnTo>
                  <a:lnTo>
                    <a:pt x="10120" y="18562"/>
                  </a:lnTo>
                  <a:lnTo>
                    <a:pt x="10482" y="17703"/>
                  </a:lnTo>
                  <a:lnTo>
                    <a:pt x="10845" y="16976"/>
                  </a:lnTo>
                  <a:lnTo>
                    <a:pt x="10890" y="16911"/>
                  </a:lnTo>
                  <a:lnTo>
                    <a:pt x="10845" y="16778"/>
                  </a:lnTo>
                  <a:lnTo>
                    <a:pt x="10754" y="16778"/>
                  </a:lnTo>
                  <a:lnTo>
                    <a:pt x="10346" y="17174"/>
                  </a:lnTo>
                  <a:lnTo>
                    <a:pt x="10028" y="17703"/>
                  </a:lnTo>
                  <a:lnTo>
                    <a:pt x="9756" y="18231"/>
                  </a:lnTo>
                  <a:lnTo>
                    <a:pt x="9529" y="18825"/>
                  </a:lnTo>
                  <a:lnTo>
                    <a:pt x="9393" y="19419"/>
                  </a:lnTo>
                  <a:lnTo>
                    <a:pt x="9348" y="19751"/>
                  </a:lnTo>
                  <a:lnTo>
                    <a:pt x="9393" y="20015"/>
                  </a:lnTo>
                  <a:lnTo>
                    <a:pt x="8848" y="19751"/>
                  </a:lnTo>
                  <a:lnTo>
                    <a:pt x="8304" y="19419"/>
                  </a:lnTo>
                  <a:lnTo>
                    <a:pt x="8576" y="19023"/>
                  </a:lnTo>
                  <a:lnTo>
                    <a:pt x="8758" y="18627"/>
                  </a:lnTo>
                  <a:lnTo>
                    <a:pt x="8848" y="18429"/>
                  </a:lnTo>
                  <a:lnTo>
                    <a:pt x="8894" y="18231"/>
                  </a:lnTo>
                  <a:lnTo>
                    <a:pt x="8894" y="18166"/>
                  </a:lnTo>
                  <a:lnTo>
                    <a:pt x="8848" y="18166"/>
                  </a:lnTo>
                  <a:lnTo>
                    <a:pt x="8758" y="18231"/>
                  </a:lnTo>
                  <a:lnTo>
                    <a:pt x="8667" y="18297"/>
                  </a:lnTo>
                  <a:lnTo>
                    <a:pt x="8440" y="18562"/>
                  </a:lnTo>
                  <a:lnTo>
                    <a:pt x="8031" y="19023"/>
                  </a:lnTo>
                  <a:lnTo>
                    <a:pt x="7941" y="19156"/>
                  </a:lnTo>
                  <a:lnTo>
                    <a:pt x="7305" y="18627"/>
                  </a:lnTo>
                  <a:lnTo>
                    <a:pt x="8531" y="17835"/>
                  </a:lnTo>
                  <a:lnTo>
                    <a:pt x="9756" y="16911"/>
                  </a:lnTo>
                  <a:lnTo>
                    <a:pt x="10981" y="15985"/>
                  </a:lnTo>
                  <a:lnTo>
                    <a:pt x="12116" y="14995"/>
                  </a:lnTo>
                  <a:lnTo>
                    <a:pt x="13295" y="13938"/>
                  </a:lnTo>
                  <a:lnTo>
                    <a:pt x="14430" y="12814"/>
                  </a:lnTo>
                  <a:lnTo>
                    <a:pt x="15520" y="11626"/>
                  </a:lnTo>
                  <a:lnTo>
                    <a:pt x="16608" y="10437"/>
                  </a:lnTo>
                  <a:lnTo>
                    <a:pt x="17107" y="9776"/>
                  </a:lnTo>
                  <a:close/>
                  <a:moveTo>
                    <a:pt x="2041" y="17570"/>
                  </a:moveTo>
                  <a:lnTo>
                    <a:pt x="1271" y="19288"/>
                  </a:lnTo>
                  <a:lnTo>
                    <a:pt x="1225" y="19419"/>
                  </a:lnTo>
                  <a:lnTo>
                    <a:pt x="1271" y="19553"/>
                  </a:lnTo>
                  <a:lnTo>
                    <a:pt x="1271" y="19684"/>
                  </a:lnTo>
                  <a:lnTo>
                    <a:pt x="1361" y="19751"/>
                  </a:lnTo>
                  <a:lnTo>
                    <a:pt x="1679" y="19882"/>
                  </a:lnTo>
                  <a:lnTo>
                    <a:pt x="2041" y="19949"/>
                  </a:lnTo>
                  <a:lnTo>
                    <a:pt x="2359" y="19949"/>
                  </a:lnTo>
                  <a:lnTo>
                    <a:pt x="2677" y="19882"/>
                  </a:lnTo>
                  <a:lnTo>
                    <a:pt x="3358" y="19553"/>
                  </a:lnTo>
                  <a:lnTo>
                    <a:pt x="3993" y="19156"/>
                  </a:lnTo>
                  <a:lnTo>
                    <a:pt x="5899" y="18033"/>
                  </a:lnTo>
                  <a:lnTo>
                    <a:pt x="6126" y="18364"/>
                  </a:lnTo>
                  <a:lnTo>
                    <a:pt x="5036" y="19023"/>
                  </a:lnTo>
                  <a:lnTo>
                    <a:pt x="3948" y="19619"/>
                  </a:lnTo>
                  <a:lnTo>
                    <a:pt x="2767" y="20147"/>
                  </a:lnTo>
                  <a:lnTo>
                    <a:pt x="1543" y="20610"/>
                  </a:lnTo>
                  <a:lnTo>
                    <a:pt x="1361" y="20741"/>
                  </a:lnTo>
                  <a:lnTo>
                    <a:pt x="1043" y="20808"/>
                  </a:lnTo>
                  <a:lnTo>
                    <a:pt x="771" y="20808"/>
                  </a:lnTo>
                  <a:lnTo>
                    <a:pt x="680" y="20741"/>
                  </a:lnTo>
                  <a:lnTo>
                    <a:pt x="589" y="20674"/>
                  </a:lnTo>
                  <a:lnTo>
                    <a:pt x="589" y="20543"/>
                  </a:lnTo>
                  <a:lnTo>
                    <a:pt x="635" y="20345"/>
                  </a:lnTo>
                  <a:lnTo>
                    <a:pt x="816" y="19817"/>
                  </a:lnTo>
                  <a:lnTo>
                    <a:pt x="1225" y="19090"/>
                  </a:lnTo>
                  <a:lnTo>
                    <a:pt x="1633" y="18297"/>
                  </a:lnTo>
                  <a:lnTo>
                    <a:pt x="2041" y="17570"/>
                  </a:lnTo>
                  <a:close/>
                  <a:moveTo>
                    <a:pt x="20193" y="0"/>
                  </a:moveTo>
                  <a:lnTo>
                    <a:pt x="19966" y="67"/>
                  </a:lnTo>
                  <a:lnTo>
                    <a:pt x="19513" y="265"/>
                  </a:lnTo>
                  <a:lnTo>
                    <a:pt x="19149" y="594"/>
                  </a:lnTo>
                  <a:lnTo>
                    <a:pt x="18105" y="1453"/>
                  </a:lnTo>
                  <a:lnTo>
                    <a:pt x="17153" y="2444"/>
                  </a:lnTo>
                  <a:lnTo>
                    <a:pt x="16154" y="3436"/>
                  </a:lnTo>
                  <a:lnTo>
                    <a:pt x="15202" y="4426"/>
                  </a:lnTo>
                  <a:lnTo>
                    <a:pt x="14884" y="4162"/>
                  </a:lnTo>
                  <a:lnTo>
                    <a:pt x="14612" y="4030"/>
                  </a:lnTo>
                  <a:lnTo>
                    <a:pt x="14385" y="4030"/>
                  </a:lnTo>
                  <a:lnTo>
                    <a:pt x="14067" y="3765"/>
                  </a:lnTo>
                  <a:lnTo>
                    <a:pt x="13749" y="3567"/>
                  </a:lnTo>
                  <a:lnTo>
                    <a:pt x="13431" y="3436"/>
                  </a:lnTo>
                  <a:lnTo>
                    <a:pt x="13069" y="3303"/>
                  </a:lnTo>
                  <a:lnTo>
                    <a:pt x="12388" y="3171"/>
                  </a:lnTo>
                  <a:lnTo>
                    <a:pt x="11707" y="3171"/>
                  </a:lnTo>
                  <a:lnTo>
                    <a:pt x="11026" y="3303"/>
                  </a:lnTo>
                  <a:lnTo>
                    <a:pt x="10346" y="3567"/>
                  </a:lnTo>
                  <a:lnTo>
                    <a:pt x="9666" y="3897"/>
                  </a:lnTo>
                  <a:lnTo>
                    <a:pt x="9030" y="4293"/>
                  </a:lnTo>
                  <a:lnTo>
                    <a:pt x="8259" y="4889"/>
                  </a:lnTo>
                  <a:lnTo>
                    <a:pt x="7533" y="5548"/>
                  </a:lnTo>
                  <a:lnTo>
                    <a:pt x="6807" y="6342"/>
                  </a:lnTo>
                  <a:lnTo>
                    <a:pt x="6171" y="7135"/>
                  </a:lnTo>
                  <a:lnTo>
                    <a:pt x="5899" y="7597"/>
                  </a:lnTo>
                  <a:lnTo>
                    <a:pt x="5626" y="8058"/>
                  </a:lnTo>
                  <a:lnTo>
                    <a:pt x="5445" y="8588"/>
                  </a:lnTo>
                  <a:lnTo>
                    <a:pt x="5264" y="9115"/>
                  </a:lnTo>
                  <a:lnTo>
                    <a:pt x="5128" y="9645"/>
                  </a:lnTo>
                  <a:lnTo>
                    <a:pt x="4991" y="10239"/>
                  </a:lnTo>
                  <a:lnTo>
                    <a:pt x="4946" y="10833"/>
                  </a:lnTo>
                  <a:lnTo>
                    <a:pt x="4854" y="11428"/>
                  </a:lnTo>
                  <a:lnTo>
                    <a:pt x="4810" y="12551"/>
                  </a:lnTo>
                  <a:lnTo>
                    <a:pt x="4854" y="13740"/>
                  </a:lnTo>
                  <a:lnTo>
                    <a:pt x="4129" y="14334"/>
                  </a:lnTo>
                  <a:lnTo>
                    <a:pt x="3403" y="14928"/>
                  </a:lnTo>
                  <a:lnTo>
                    <a:pt x="2767" y="15589"/>
                  </a:lnTo>
                  <a:lnTo>
                    <a:pt x="2133" y="16381"/>
                  </a:lnTo>
                  <a:lnTo>
                    <a:pt x="1543" y="17240"/>
                  </a:lnTo>
                  <a:lnTo>
                    <a:pt x="998" y="18099"/>
                  </a:lnTo>
                  <a:lnTo>
                    <a:pt x="499" y="19090"/>
                  </a:lnTo>
                  <a:lnTo>
                    <a:pt x="272" y="19553"/>
                  </a:lnTo>
                  <a:lnTo>
                    <a:pt x="90" y="20080"/>
                  </a:lnTo>
                  <a:lnTo>
                    <a:pt x="0" y="20476"/>
                  </a:lnTo>
                  <a:lnTo>
                    <a:pt x="45" y="20808"/>
                  </a:lnTo>
                  <a:lnTo>
                    <a:pt x="136" y="21137"/>
                  </a:lnTo>
                  <a:lnTo>
                    <a:pt x="226" y="21270"/>
                  </a:lnTo>
                  <a:lnTo>
                    <a:pt x="317" y="21402"/>
                  </a:lnTo>
                  <a:lnTo>
                    <a:pt x="589" y="21533"/>
                  </a:lnTo>
                  <a:lnTo>
                    <a:pt x="861" y="21600"/>
                  </a:lnTo>
                  <a:lnTo>
                    <a:pt x="1134" y="21600"/>
                  </a:lnTo>
                  <a:lnTo>
                    <a:pt x="1451" y="21533"/>
                  </a:lnTo>
                  <a:lnTo>
                    <a:pt x="2269" y="21270"/>
                  </a:lnTo>
                  <a:lnTo>
                    <a:pt x="3085" y="20872"/>
                  </a:lnTo>
                  <a:lnTo>
                    <a:pt x="4718" y="20080"/>
                  </a:lnTo>
                  <a:lnTo>
                    <a:pt x="5672" y="19553"/>
                  </a:lnTo>
                  <a:lnTo>
                    <a:pt x="6625" y="19023"/>
                  </a:lnTo>
                  <a:lnTo>
                    <a:pt x="7125" y="19553"/>
                  </a:lnTo>
                  <a:lnTo>
                    <a:pt x="7669" y="19949"/>
                  </a:lnTo>
                  <a:lnTo>
                    <a:pt x="7713" y="20278"/>
                  </a:lnTo>
                  <a:lnTo>
                    <a:pt x="7759" y="20412"/>
                  </a:lnTo>
                  <a:lnTo>
                    <a:pt x="7849" y="20476"/>
                  </a:lnTo>
                  <a:lnTo>
                    <a:pt x="8031" y="20476"/>
                  </a:lnTo>
                  <a:lnTo>
                    <a:pt x="8167" y="20278"/>
                  </a:lnTo>
                  <a:lnTo>
                    <a:pt x="9166" y="20872"/>
                  </a:lnTo>
                  <a:lnTo>
                    <a:pt x="9666" y="21072"/>
                  </a:lnTo>
                  <a:lnTo>
                    <a:pt x="10164" y="21270"/>
                  </a:lnTo>
                  <a:lnTo>
                    <a:pt x="10256" y="21335"/>
                  </a:lnTo>
                  <a:lnTo>
                    <a:pt x="10346" y="21402"/>
                  </a:lnTo>
                  <a:lnTo>
                    <a:pt x="10482" y="21335"/>
                  </a:lnTo>
                  <a:lnTo>
                    <a:pt x="10572" y="21402"/>
                  </a:lnTo>
                  <a:lnTo>
                    <a:pt x="10981" y="21469"/>
                  </a:lnTo>
                  <a:lnTo>
                    <a:pt x="11843" y="21469"/>
                  </a:lnTo>
                  <a:lnTo>
                    <a:pt x="12252" y="21402"/>
                  </a:lnTo>
                  <a:lnTo>
                    <a:pt x="12661" y="21270"/>
                  </a:lnTo>
                  <a:lnTo>
                    <a:pt x="13069" y="21072"/>
                  </a:lnTo>
                  <a:lnTo>
                    <a:pt x="13477" y="20808"/>
                  </a:lnTo>
                  <a:lnTo>
                    <a:pt x="13885" y="20543"/>
                  </a:lnTo>
                  <a:lnTo>
                    <a:pt x="14294" y="20213"/>
                  </a:lnTo>
                  <a:lnTo>
                    <a:pt x="14702" y="19882"/>
                  </a:lnTo>
                  <a:lnTo>
                    <a:pt x="15066" y="19419"/>
                  </a:lnTo>
                  <a:lnTo>
                    <a:pt x="15428" y="19023"/>
                  </a:lnTo>
                  <a:lnTo>
                    <a:pt x="15792" y="18562"/>
                  </a:lnTo>
                  <a:lnTo>
                    <a:pt x="16108" y="18033"/>
                  </a:lnTo>
                  <a:lnTo>
                    <a:pt x="16426" y="17505"/>
                  </a:lnTo>
                  <a:lnTo>
                    <a:pt x="16699" y="16911"/>
                  </a:lnTo>
                  <a:lnTo>
                    <a:pt x="16971" y="16381"/>
                  </a:lnTo>
                  <a:lnTo>
                    <a:pt x="17198" y="15721"/>
                  </a:lnTo>
                  <a:lnTo>
                    <a:pt x="17380" y="15126"/>
                  </a:lnTo>
                  <a:lnTo>
                    <a:pt x="17561" y="14465"/>
                  </a:lnTo>
                  <a:lnTo>
                    <a:pt x="17697" y="13806"/>
                  </a:lnTo>
                  <a:lnTo>
                    <a:pt x="17788" y="13145"/>
                  </a:lnTo>
                  <a:lnTo>
                    <a:pt x="17879" y="12485"/>
                  </a:lnTo>
                  <a:lnTo>
                    <a:pt x="17925" y="11757"/>
                  </a:lnTo>
                  <a:lnTo>
                    <a:pt x="17925" y="11098"/>
                  </a:lnTo>
                  <a:lnTo>
                    <a:pt x="17879" y="10437"/>
                  </a:lnTo>
                  <a:lnTo>
                    <a:pt x="17788" y="9776"/>
                  </a:lnTo>
                  <a:lnTo>
                    <a:pt x="17652" y="9115"/>
                  </a:lnTo>
                  <a:lnTo>
                    <a:pt x="18695" y="7795"/>
                  </a:lnTo>
                  <a:lnTo>
                    <a:pt x="19694" y="6407"/>
                  </a:lnTo>
                  <a:lnTo>
                    <a:pt x="20329" y="5483"/>
                  </a:lnTo>
                  <a:lnTo>
                    <a:pt x="20647" y="4954"/>
                  </a:lnTo>
                  <a:lnTo>
                    <a:pt x="20964" y="4426"/>
                  </a:lnTo>
                  <a:lnTo>
                    <a:pt x="21238" y="3832"/>
                  </a:lnTo>
                  <a:lnTo>
                    <a:pt x="21464" y="3238"/>
                  </a:lnTo>
                  <a:lnTo>
                    <a:pt x="21600" y="2577"/>
                  </a:lnTo>
                  <a:lnTo>
                    <a:pt x="21600" y="1916"/>
                  </a:lnTo>
                  <a:lnTo>
                    <a:pt x="21510" y="1387"/>
                  </a:lnTo>
                  <a:lnTo>
                    <a:pt x="21374" y="926"/>
                  </a:lnTo>
                  <a:lnTo>
                    <a:pt x="21146" y="463"/>
                  </a:lnTo>
                  <a:lnTo>
                    <a:pt x="20828" y="133"/>
                  </a:lnTo>
                  <a:lnTo>
                    <a:pt x="20647" y="67"/>
                  </a:lnTo>
                  <a:lnTo>
                    <a:pt x="20420"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A4C2F4"/>
                  </a:solidFill>
                </a:defRPr>
              </a:pPr>
            </a:p>
          </p:txBody>
        </p:sp>
        <p:sp>
          <p:nvSpPr>
            <p:cNvPr id="773" name="Google Shape;300;p5"/>
            <p:cNvSpPr/>
            <p:nvPr/>
          </p:nvSpPr>
          <p:spPr>
            <a:xfrm>
              <a:off x="504571" y="1735614"/>
              <a:ext cx="434211" cy="4487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464" y="2862"/>
                  </a:moveTo>
                  <a:lnTo>
                    <a:pt x="4887" y="3037"/>
                  </a:lnTo>
                  <a:lnTo>
                    <a:pt x="5129" y="3212"/>
                  </a:lnTo>
                  <a:lnTo>
                    <a:pt x="5370" y="3387"/>
                  </a:lnTo>
                  <a:lnTo>
                    <a:pt x="5611" y="3678"/>
                  </a:lnTo>
                  <a:lnTo>
                    <a:pt x="5732" y="3912"/>
                  </a:lnTo>
                  <a:lnTo>
                    <a:pt x="5551" y="3912"/>
                  </a:lnTo>
                  <a:lnTo>
                    <a:pt x="5430" y="3971"/>
                  </a:lnTo>
                  <a:lnTo>
                    <a:pt x="5370" y="4087"/>
                  </a:lnTo>
                  <a:lnTo>
                    <a:pt x="5310" y="4146"/>
                  </a:lnTo>
                  <a:lnTo>
                    <a:pt x="5189" y="4087"/>
                  </a:lnTo>
                  <a:lnTo>
                    <a:pt x="4948" y="3737"/>
                  </a:lnTo>
                  <a:lnTo>
                    <a:pt x="4647" y="3153"/>
                  </a:lnTo>
                  <a:lnTo>
                    <a:pt x="4464" y="2862"/>
                  </a:lnTo>
                  <a:close/>
                  <a:moveTo>
                    <a:pt x="3138" y="4496"/>
                  </a:moveTo>
                  <a:lnTo>
                    <a:pt x="2956" y="4553"/>
                  </a:lnTo>
                  <a:lnTo>
                    <a:pt x="2897" y="4612"/>
                  </a:lnTo>
                  <a:lnTo>
                    <a:pt x="2775" y="4728"/>
                  </a:lnTo>
                  <a:lnTo>
                    <a:pt x="2775" y="4962"/>
                  </a:lnTo>
                  <a:lnTo>
                    <a:pt x="2836" y="5079"/>
                  </a:lnTo>
                  <a:lnTo>
                    <a:pt x="2956" y="5137"/>
                  </a:lnTo>
                  <a:lnTo>
                    <a:pt x="3198" y="5254"/>
                  </a:lnTo>
                  <a:lnTo>
                    <a:pt x="3378" y="5430"/>
                  </a:lnTo>
                  <a:lnTo>
                    <a:pt x="3559" y="5605"/>
                  </a:lnTo>
                  <a:lnTo>
                    <a:pt x="3620" y="5721"/>
                  </a:lnTo>
                  <a:lnTo>
                    <a:pt x="3740" y="5780"/>
                  </a:lnTo>
                  <a:lnTo>
                    <a:pt x="3921" y="5780"/>
                  </a:lnTo>
                  <a:lnTo>
                    <a:pt x="4043" y="5663"/>
                  </a:lnTo>
                  <a:lnTo>
                    <a:pt x="4102" y="5488"/>
                  </a:lnTo>
                  <a:lnTo>
                    <a:pt x="4102" y="5312"/>
                  </a:lnTo>
                  <a:lnTo>
                    <a:pt x="3982" y="5137"/>
                  </a:lnTo>
                  <a:lnTo>
                    <a:pt x="3862" y="5021"/>
                  </a:lnTo>
                  <a:lnTo>
                    <a:pt x="3559" y="4728"/>
                  </a:lnTo>
                  <a:lnTo>
                    <a:pt x="3258" y="4553"/>
                  </a:lnTo>
                  <a:lnTo>
                    <a:pt x="3138" y="4496"/>
                  </a:lnTo>
                  <a:close/>
                  <a:moveTo>
                    <a:pt x="1870" y="3678"/>
                  </a:moveTo>
                  <a:lnTo>
                    <a:pt x="2655" y="3912"/>
                  </a:lnTo>
                  <a:lnTo>
                    <a:pt x="3378" y="4262"/>
                  </a:lnTo>
                  <a:lnTo>
                    <a:pt x="3620" y="4378"/>
                  </a:lnTo>
                  <a:lnTo>
                    <a:pt x="3862" y="4612"/>
                  </a:lnTo>
                  <a:lnTo>
                    <a:pt x="4043" y="4787"/>
                  </a:lnTo>
                  <a:lnTo>
                    <a:pt x="4163" y="5079"/>
                  </a:lnTo>
                  <a:lnTo>
                    <a:pt x="4224" y="5196"/>
                  </a:lnTo>
                  <a:lnTo>
                    <a:pt x="4224" y="5312"/>
                  </a:lnTo>
                  <a:lnTo>
                    <a:pt x="4163" y="5546"/>
                  </a:lnTo>
                  <a:lnTo>
                    <a:pt x="3921" y="5955"/>
                  </a:lnTo>
                  <a:lnTo>
                    <a:pt x="3740" y="6131"/>
                  </a:lnTo>
                  <a:lnTo>
                    <a:pt x="3559" y="6306"/>
                  </a:lnTo>
                  <a:lnTo>
                    <a:pt x="3017" y="5780"/>
                  </a:lnTo>
                  <a:lnTo>
                    <a:pt x="2535" y="5137"/>
                  </a:lnTo>
                  <a:lnTo>
                    <a:pt x="2173" y="4437"/>
                  </a:lnTo>
                  <a:lnTo>
                    <a:pt x="1870" y="3678"/>
                  </a:lnTo>
                  <a:close/>
                  <a:moveTo>
                    <a:pt x="14481" y="818"/>
                  </a:moveTo>
                  <a:lnTo>
                    <a:pt x="14300" y="4028"/>
                  </a:lnTo>
                  <a:lnTo>
                    <a:pt x="14239" y="5780"/>
                  </a:lnTo>
                  <a:lnTo>
                    <a:pt x="14239" y="7240"/>
                  </a:lnTo>
                  <a:lnTo>
                    <a:pt x="12428" y="6013"/>
                  </a:lnTo>
                  <a:lnTo>
                    <a:pt x="11585" y="5371"/>
                  </a:lnTo>
                  <a:lnTo>
                    <a:pt x="10739" y="4728"/>
                  </a:lnTo>
                  <a:lnTo>
                    <a:pt x="10920" y="4437"/>
                  </a:lnTo>
                  <a:lnTo>
                    <a:pt x="11042" y="4262"/>
                  </a:lnTo>
                  <a:lnTo>
                    <a:pt x="12428" y="2862"/>
                  </a:lnTo>
                  <a:lnTo>
                    <a:pt x="13636" y="1577"/>
                  </a:lnTo>
                  <a:lnTo>
                    <a:pt x="13998" y="1168"/>
                  </a:lnTo>
                  <a:lnTo>
                    <a:pt x="14239" y="993"/>
                  </a:lnTo>
                  <a:lnTo>
                    <a:pt x="14481" y="818"/>
                  </a:lnTo>
                  <a:close/>
                  <a:moveTo>
                    <a:pt x="1086" y="6597"/>
                  </a:moveTo>
                  <a:lnTo>
                    <a:pt x="1447" y="6715"/>
                  </a:lnTo>
                  <a:lnTo>
                    <a:pt x="1750" y="6772"/>
                  </a:lnTo>
                  <a:lnTo>
                    <a:pt x="2051" y="6890"/>
                  </a:lnTo>
                  <a:lnTo>
                    <a:pt x="2232" y="7065"/>
                  </a:lnTo>
                  <a:lnTo>
                    <a:pt x="2354" y="7297"/>
                  </a:lnTo>
                  <a:lnTo>
                    <a:pt x="2413" y="7415"/>
                  </a:lnTo>
                  <a:lnTo>
                    <a:pt x="2413" y="7647"/>
                  </a:lnTo>
                  <a:lnTo>
                    <a:pt x="2293" y="7706"/>
                  </a:lnTo>
                  <a:lnTo>
                    <a:pt x="2112" y="7647"/>
                  </a:lnTo>
                  <a:lnTo>
                    <a:pt x="1992" y="7590"/>
                  </a:lnTo>
                  <a:lnTo>
                    <a:pt x="1628" y="7297"/>
                  </a:lnTo>
                  <a:lnTo>
                    <a:pt x="1388" y="7006"/>
                  </a:lnTo>
                  <a:lnTo>
                    <a:pt x="1086" y="6597"/>
                  </a:lnTo>
                  <a:close/>
                  <a:moveTo>
                    <a:pt x="6517" y="4671"/>
                  </a:moveTo>
                  <a:lnTo>
                    <a:pt x="6938" y="5021"/>
                  </a:lnTo>
                  <a:lnTo>
                    <a:pt x="6637" y="5312"/>
                  </a:lnTo>
                  <a:lnTo>
                    <a:pt x="4344" y="7415"/>
                  </a:lnTo>
                  <a:lnTo>
                    <a:pt x="3801" y="7999"/>
                  </a:lnTo>
                  <a:lnTo>
                    <a:pt x="3378" y="8581"/>
                  </a:lnTo>
                  <a:lnTo>
                    <a:pt x="2956" y="8231"/>
                  </a:lnTo>
                  <a:lnTo>
                    <a:pt x="4887" y="6481"/>
                  </a:lnTo>
                  <a:lnTo>
                    <a:pt x="5732" y="5605"/>
                  </a:lnTo>
                  <a:lnTo>
                    <a:pt x="6155" y="5196"/>
                  </a:lnTo>
                  <a:lnTo>
                    <a:pt x="6517" y="4671"/>
                  </a:lnTo>
                  <a:close/>
                  <a:moveTo>
                    <a:pt x="8206" y="8290"/>
                  </a:moveTo>
                  <a:lnTo>
                    <a:pt x="8810" y="9049"/>
                  </a:lnTo>
                  <a:lnTo>
                    <a:pt x="9353" y="9866"/>
                  </a:lnTo>
                  <a:lnTo>
                    <a:pt x="10196" y="11268"/>
                  </a:lnTo>
                  <a:lnTo>
                    <a:pt x="8688" y="10568"/>
                  </a:lnTo>
                  <a:lnTo>
                    <a:pt x="7180" y="9866"/>
                  </a:lnTo>
                  <a:lnTo>
                    <a:pt x="7422" y="9458"/>
                  </a:lnTo>
                  <a:lnTo>
                    <a:pt x="8206" y="8290"/>
                  </a:lnTo>
                  <a:close/>
                  <a:moveTo>
                    <a:pt x="8025" y="7472"/>
                  </a:moveTo>
                  <a:lnTo>
                    <a:pt x="7903" y="7647"/>
                  </a:lnTo>
                  <a:lnTo>
                    <a:pt x="6938" y="8990"/>
                  </a:lnTo>
                  <a:lnTo>
                    <a:pt x="6517" y="9633"/>
                  </a:lnTo>
                  <a:lnTo>
                    <a:pt x="6336" y="9633"/>
                  </a:lnTo>
                  <a:lnTo>
                    <a:pt x="6214" y="9750"/>
                  </a:lnTo>
                  <a:lnTo>
                    <a:pt x="6155" y="9866"/>
                  </a:lnTo>
                  <a:lnTo>
                    <a:pt x="6094" y="9984"/>
                  </a:lnTo>
                  <a:lnTo>
                    <a:pt x="6155" y="10100"/>
                  </a:lnTo>
                  <a:lnTo>
                    <a:pt x="6214" y="10334"/>
                  </a:lnTo>
                  <a:lnTo>
                    <a:pt x="6336" y="10391"/>
                  </a:lnTo>
                  <a:lnTo>
                    <a:pt x="6456" y="10450"/>
                  </a:lnTo>
                  <a:lnTo>
                    <a:pt x="6576" y="10450"/>
                  </a:lnTo>
                  <a:lnTo>
                    <a:pt x="8507" y="11268"/>
                  </a:lnTo>
                  <a:lnTo>
                    <a:pt x="9412" y="11675"/>
                  </a:lnTo>
                  <a:lnTo>
                    <a:pt x="9956" y="11852"/>
                  </a:lnTo>
                  <a:lnTo>
                    <a:pt x="10438" y="11909"/>
                  </a:lnTo>
                  <a:lnTo>
                    <a:pt x="10558" y="11909"/>
                  </a:lnTo>
                  <a:lnTo>
                    <a:pt x="10680" y="11852"/>
                  </a:lnTo>
                  <a:lnTo>
                    <a:pt x="10739" y="11909"/>
                  </a:lnTo>
                  <a:lnTo>
                    <a:pt x="10861" y="11909"/>
                  </a:lnTo>
                  <a:lnTo>
                    <a:pt x="10920" y="11852"/>
                  </a:lnTo>
                  <a:lnTo>
                    <a:pt x="10920" y="11793"/>
                  </a:lnTo>
                  <a:lnTo>
                    <a:pt x="10800" y="11268"/>
                  </a:lnTo>
                  <a:lnTo>
                    <a:pt x="10619" y="10743"/>
                  </a:lnTo>
                  <a:lnTo>
                    <a:pt x="10318" y="10216"/>
                  </a:lnTo>
                  <a:lnTo>
                    <a:pt x="10015" y="9691"/>
                  </a:lnTo>
                  <a:lnTo>
                    <a:pt x="9292" y="8640"/>
                  </a:lnTo>
                  <a:lnTo>
                    <a:pt x="8446" y="7590"/>
                  </a:lnTo>
                  <a:lnTo>
                    <a:pt x="8326" y="7472"/>
                  </a:lnTo>
                  <a:close/>
                  <a:moveTo>
                    <a:pt x="16049" y="15178"/>
                  </a:moveTo>
                  <a:lnTo>
                    <a:pt x="16110" y="15353"/>
                  </a:lnTo>
                  <a:lnTo>
                    <a:pt x="16170" y="15528"/>
                  </a:lnTo>
                  <a:lnTo>
                    <a:pt x="16230" y="15703"/>
                  </a:lnTo>
                  <a:lnTo>
                    <a:pt x="16230" y="15880"/>
                  </a:lnTo>
                  <a:lnTo>
                    <a:pt x="16170" y="16055"/>
                  </a:lnTo>
                  <a:lnTo>
                    <a:pt x="16110" y="15528"/>
                  </a:lnTo>
                  <a:lnTo>
                    <a:pt x="16049" y="15178"/>
                  </a:lnTo>
                  <a:close/>
                  <a:moveTo>
                    <a:pt x="14721" y="14128"/>
                  </a:moveTo>
                  <a:lnTo>
                    <a:pt x="15144" y="14362"/>
                  </a:lnTo>
                  <a:lnTo>
                    <a:pt x="15144" y="14653"/>
                  </a:lnTo>
                  <a:lnTo>
                    <a:pt x="15266" y="14946"/>
                  </a:lnTo>
                  <a:lnTo>
                    <a:pt x="15447" y="15528"/>
                  </a:lnTo>
                  <a:lnTo>
                    <a:pt x="15748" y="16580"/>
                  </a:lnTo>
                  <a:lnTo>
                    <a:pt x="15567" y="16697"/>
                  </a:lnTo>
                  <a:lnTo>
                    <a:pt x="15447" y="16346"/>
                  </a:lnTo>
                  <a:lnTo>
                    <a:pt x="15266" y="16055"/>
                  </a:lnTo>
                  <a:lnTo>
                    <a:pt x="14662" y="14771"/>
                  </a:lnTo>
                  <a:lnTo>
                    <a:pt x="14540" y="14537"/>
                  </a:lnTo>
                  <a:lnTo>
                    <a:pt x="14420" y="14362"/>
                  </a:lnTo>
                  <a:lnTo>
                    <a:pt x="14721" y="14128"/>
                  </a:lnTo>
                  <a:close/>
                  <a:moveTo>
                    <a:pt x="14058" y="14712"/>
                  </a:moveTo>
                  <a:lnTo>
                    <a:pt x="14058" y="14771"/>
                  </a:lnTo>
                  <a:lnTo>
                    <a:pt x="14239" y="14771"/>
                  </a:lnTo>
                  <a:lnTo>
                    <a:pt x="14300" y="14712"/>
                  </a:lnTo>
                  <a:lnTo>
                    <a:pt x="14239" y="14887"/>
                  </a:lnTo>
                  <a:lnTo>
                    <a:pt x="14239" y="15062"/>
                  </a:lnTo>
                  <a:lnTo>
                    <a:pt x="14420" y="15471"/>
                  </a:lnTo>
                  <a:lnTo>
                    <a:pt x="14843" y="16230"/>
                  </a:lnTo>
                  <a:lnTo>
                    <a:pt x="15083" y="16755"/>
                  </a:lnTo>
                  <a:lnTo>
                    <a:pt x="14481" y="16288"/>
                  </a:lnTo>
                  <a:lnTo>
                    <a:pt x="14481" y="16230"/>
                  </a:lnTo>
                  <a:lnTo>
                    <a:pt x="14420" y="15762"/>
                  </a:lnTo>
                  <a:lnTo>
                    <a:pt x="14239" y="15296"/>
                  </a:lnTo>
                  <a:lnTo>
                    <a:pt x="14119" y="15062"/>
                  </a:lnTo>
                  <a:lnTo>
                    <a:pt x="13938" y="14828"/>
                  </a:lnTo>
                  <a:lnTo>
                    <a:pt x="14058" y="14712"/>
                  </a:lnTo>
                  <a:close/>
                  <a:moveTo>
                    <a:pt x="15567" y="16872"/>
                  </a:moveTo>
                  <a:lnTo>
                    <a:pt x="15748" y="16931"/>
                  </a:lnTo>
                  <a:lnTo>
                    <a:pt x="15567" y="16931"/>
                  </a:lnTo>
                  <a:lnTo>
                    <a:pt x="15567" y="16872"/>
                  </a:lnTo>
                  <a:close/>
                  <a:moveTo>
                    <a:pt x="14601" y="13544"/>
                  </a:moveTo>
                  <a:lnTo>
                    <a:pt x="14119" y="13894"/>
                  </a:lnTo>
                  <a:lnTo>
                    <a:pt x="13697" y="14187"/>
                  </a:lnTo>
                  <a:lnTo>
                    <a:pt x="13394" y="14596"/>
                  </a:lnTo>
                  <a:lnTo>
                    <a:pt x="13274" y="14887"/>
                  </a:lnTo>
                  <a:lnTo>
                    <a:pt x="13154" y="15121"/>
                  </a:lnTo>
                  <a:lnTo>
                    <a:pt x="13154" y="15353"/>
                  </a:lnTo>
                  <a:lnTo>
                    <a:pt x="13213" y="15646"/>
                  </a:lnTo>
                  <a:lnTo>
                    <a:pt x="13274" y="15880"/>
                  </a:lnTo>
                  <a:lnTo>
                    <a:pt x="13394" y="16055"/>
                  </a:lnTo>
                  <a:lnTo>
                    <a:pt x="13756" y="16463"/>
                  </a:lnTo>
                  <a:lnTo>
                    <a:pt x="14119" y="16813"/>
                  </a:lnTo>
                  <a:lnTo>
                    <a:pt x="14662" y="17164"/>
                  </a:lnTo>
                  <a:lnTo>
                    <a:pt x="15205" y="17456"/>
                  </a:lnTo>
                  <a:lnTo>
                    <a:pt x="15447" y="17572"/>
                  </a:lnTo>
                  <a:lnTo>
                    <a:pt x="15687" y="17631"/>
                  </a:lnTo>
                  <a:lnTo>
                    <a:pt x="15929" y="17572"/>
                  </a:lnTo>
                  <a:lnTo>
                    <a:pt x="16230" y="17456"/>
                  </a:lnTo>
                  <a:lnTo>
                    <a:pt x="16532" y="17222"/>
                  </a:lnTo>
                  <a:lnTo>
                    <a:pt x="16833" y="16872"/>
                  </a:lnTo>
                  <a:lnTo>
                    <a:pt x="16894" y="16697"/>
                  </a:lnTo>
                  <a:lnTo>
                    <a:pt x="16894" y="16346"/>
                  </a:lnTo>
                  <a:lnTo>
                    <a:pt x="16774" y="16171"/>
                  </a:lnTo>
                  <a:lnTo>
                    <a:pt x="16774" y="15762"/>
                  </a:lnTo>
                  <a:lnTo>
                    <a:pt x="16713" y="15412"/>
                  </a:lnTo>
                  <a:lnTo>
                    <a:pt x="16593" y="15062"/>
                  </a:lnTo>
                  <a:lnTo>
                    <a:pt x="16411" y="14712"/>
                  </a:lnTo>
                  <a:lnTo>
                    <a:pt x="16170" y="14419"/>
                  </a:lnTo>
                  <a:lnTo>
                    <a:pt x="15868" y="14187"/>
                  </a:lnTo>
                  <a:lnTo>
                    <a:pt x="15567" y="13953"/>
                  </a:lnTo>
                  <a:lnTo>
                    <a:pt x="14902" y="13544"/>
                  </a:lnTo>
                  <a:close/>
                  <a:moveTo>
                    <a:pt x="4283" y="13544"/>
                  </a:moveTo>
                  <a:lnTo>
                    <a:pt x="6275" y="15528"/>
                  </a:lnTo>
                  <a:lnTo>
                    <a:pt x="7060" y="16346"/>
                  </a:lnTo>
                  <a:lnTo>
                    <a:pt x="6336" y="16463"/>
                  </a:lnTo>
                  <a:lnTo>
                    <a:pt x="4405" y="16988"/>
                  </a:lnTo>
                  <a:lnTo>
                    <a:pt x="2594" y="17456"/>
                  </a:lnTo>
                  <a:lnTo>
                    <a:pt x="1750" y="17690"/>
                  </a:lnTo>
                  <a:lnTo>
                    <a:pt x="1146" y="17806"/>
                  </a:lnTo>
                  <a:lnTo>
                    <a:pt x="966" y="17806"/>
                  </a:lnTo>
                  <a:lnTo>
                    <a:pt x="785" y="17747"/>
                  </a:lnTo>
                  <a:lnTo>
                    <a:pt x="2594" y="15471"/>
                  </a:lnTo>
                  <a:lnTo>
                    <a:pt x="3138" y="14828"/>
                  </a:lnTo>
                  <a:lnTo>
                    <a:pt x="3620" y="14187"/>
                  </a:lnTo>
                  <a:lnTo>
                    <a:pt x="3982" y="13894"/>
                  </a:lnTo>
                  <a:lnTo>
                    <a:pt x="4283" y="13544"/>
                  </a:lnTo>
                  <a:close/>
                  <a:moveTo>
                    <a:pt x="14662" y="13019"/>
                  </a:moveTo>
                  <a:lnTo>
                    <a:pt x="14963" y="13077"/>
                  </a:lnTo>
                  <a:lnTo>
                    <a:pt x="15205" y="13135"/>
                  </a:lnTo>
                  <a:lnTo>
                    <a:pt x="15748" y="13369"/>
                  </a:lnTo>
                  <a:lnTo>
                    <a:pt x="16230" y="13662"/>
                  </a:lnTo>
                  <a:lnTo>
                    <a:pt x="16652" y="14069"/>
                  </a:lnTo>
                  <a:lnTo>
                    <a:pt x="16955" y="14596"/>
                  </a:lnTo>
                  <a:lnTo>
                    <a:pt x="17195" y="15062"/>
                  </a:lnTo>
                  <a:lnTo>
                    <a:pt x="17376" y="15587"/>
                  </a:lnTo>
                  <a:lnTo>
                    <a:pt x="17437" y="16171"/>
                  </a:lnTo>
                  <a:lnTo>
                    <a:pt x="17437" y="16755"/>
                  </a:lnTo>
                  <a:lnTo>
                    <a:pt x="17256" y="17281"/>
                  </a:lnTo>
                  <a:lnTo>
                    <a:pt x="17256" y="17340"/>
                  </a:lnTo>
                  <a:lnTo>
                    <a:pt x="17195" y="17281"/>
                  </a:lnTo>
                  <a:lnTo>
                    <a:pt x="17014" y="17164"/>
                  </a:lnTo>
                  <a:lnTo>
                    <a:pt x="16894" y="17164"/>
                  </a:lnTo>
                  <a:lnTo>
                    <a:pt x="16713" y="17222"/>
                  </a:lnTo>
                  <a:lnTo>
                    <a:pt x="16652" y="17397"/>
                  </a:lnTo>
                  <a:lnTo>
                    <a:pt x="16593" y="17631"/>
                  </a:lnTo>
                  <a:lnTo>
                    <a:pt x="16532" y="17806"/>
                  </a:lnTo>
                  <a:lnTo>
                    <a:pt x="16230" y="17981"/>
                  </a:lnTo>
                  <a:lnTo>
                    <a:pt x="16110" y="18097"/>
                  </a:lnTo>
                  <a:lnTo>
                    <a:pt x="16049" y="18215"/>
                  </a:lnTo>
                  <a:lnTo>
                    <a:pt x="15809" y="18272"/>
                  </a:lnTo>
                  <a:lnTo>
                    <a:pt x="15567" y="18272"/>
                  </a:lnTo>
                  <a:lnTo>
                    <a:pt x="15386" y="18215"/>
                  </a:lnTo>
                  <a:lnTo>
                    <a:pt x="15144" y="18156"/>
                  </a:lnTo>
                  <a:lnTo>
                    <a:pt x="14178" y="17631"/>
                  </a:lnTo>
                  <a:lnTo>
                    <a:pt x="13697" y="17340"/>
                  </a:lnTo>
                  <a:lnTo>
                    <a:pt x="13274" y="16988"/>
                  </a:lnTo>
                  <a:lnTo>
                    <a:pt x="12912" y="16580"/>
                  </a:lnTo>
                  <a:lnTo>
                    <a:pt x="12670" y="16112"/>
                  </a:lnTo>
                  <a:lnTo>
                    <a:pt x="12489" y="15587"/>
                  </a:lnTo>
                  <a:lnTo>
                    <a:pt x="12489" y="15121"/>
                  </a:lnTo>
                  <a:lnTo>
                    <a:pt x="12550" y="14596"/>
                  </a:lnTo>
                  <a:lnTo>
                    <a:pt x="12792" y="14128"/>
                  </a:lnTo>
                  <a:lnTo>
                    <a:pt x="13093" y="13719"/>
                  </a:lnTo>
                  <a:lnTo>
                    <a:pt x="13516" y="13369"/>
                  </a:lnTo>
                  <a:lnTo>
                    <a:pt x="13817" y="13194"/>
                  </a:lnTo>
                  <a:lnTo>
                    <a:pt x="14119" y="13077"/>
                  </a:lnTo>
                  <a:lnTo>
                    <a:pt x="14359" y="13019"/>
                  </a:lnTo>
                  <a:close/>
                  <a:moveTo>
                    <a:pt x="14420" y="12377"/>
                  </a:moveTo>
                  <a:lnTo>
                    <a:pt x="14058" y="12434"/>
                  </a:lnTo>
                  <a:lnTo>
                    <a:pt x="13756" y="12493"/>
                  </a:lnTo>
                  <a:lnTo>
                    <a:pt x="13394" y="12668"/>
                  </a:lnTo>
                  <a:lnTo>
                    <a:pt x="13093" y="12785"/>
                  </a:lnTo>
                  <a:lnTo>
                    <a:pt x="12792" y="13019"/>
                  </a:lnTo>
                  <a:lnTo>
                    <a:pt x="12489" y="13311"/>
                  </a:lnTo>
                  <a:lnTo>
                    <a:pt x="12247" y="13544"/>
                  </a:lnTo>
                  <a:lnTo>
                    <a:pt x="12067" y="13778"/>
                  </a:lnTo>
                  <a:lnTo>
                    <a:pt x="11826" y="14362"/>
                  </a:lnTo>
                  <a:lnTo>
                    <a:pt x="11705" y="15003"/>
                  </a:lnTo>
                  <a:lnTo>
                    <a:pt x="11705" y="15646"/>
                  </a:lnTo>
                  <a:lnTo>
                    <a:pt x="11766" y="15996"/>
                  </a:lnTo>
                  <a:lnTo>
                    <a:pt x="11886" y="16346"/>
                  </a:lnTo>
                  <a:lnTo>
                    <a:pt x="12067" y="16638"/>
                  </a:lnTo>
                  <a:lnTo>
                    <a:pt x="12247" y="16931"/>
                  </a:lnTo>
                  <a:lnTo>
                    <a:pt x="12731" y="17515"/>
                  </a:lnTo>
                  <a:lnTo>
                    <a:pt x="13335" y="17981"/>
                  </a:lnTo>
                  <a:lnTo>
                    <a:pt x="13998" y="18390"/>
                  </a:lnTo>
                  <a:lnTo>
                    <a:pt x="14662" y="18740"/>
                  </a:lnTo>
                  <a:lnTo>
                    <a:pt x="15024" y="18915"/>
                  </a:lnTo>
                  <a:lnTo>
                    <a:pt x="15386" y="19031"/>
                  </a:lnTo>
                  <a:lnTo>
                    <a:pt x="15748" y="19031"/>
                  </a:lnTo>
                  <a:lnTo>
                    <a:pt x="16049" y="18974"/>
                  </a:lnTo>
                  <a:lnTo>
                    <a:pt x="16411" y="18856"/>
                  </a:lnTo>
                  <a:lnTo>
                    <a:pt x="16774" y="18624"/>
                  </a:lnTo>
                  <a:lnTo>
                    <a:pt x="17075" y="18390"/>
                  </a:lnTo>
                  <a:lnTo>
                    <a:pt x="17256" y="18097"/>
                  </a:lnTo>
                  <a:lnTo>
                    <a:pt x="17557" y="17981"/>
                  </a:lnTo>
                  <a:lnTo>
                    <a:pt x="17738" y="17747"/>
                  </a:lnTo>
                  <a:lnTo>
                    <a:pt x="17921" y="17456"/>
                  </a:lnTo>
                  <a:lnTo>
                    <a:pt x="18041" y="17164"/>
                  </a:lnTo>
                  <a:lnTo>
                    <a:pt x="18101" y="16872"/>
                  </a:lnTo>
                  <a:lnTo>
                    <a:pt x="18101" y="16112"/>
                  </a:lnTo>
                  <a:lnTo>
                    <a:pt x="18041" y="15412"/>
                  </a:lnTo>
                  <a:lnTo>
                    <a:pt x="17799" y="14653"/>
                  </a:lnTo>
                  <a:lnTo>
                    <a:pt x="17498" y="14012"/>
                  </a:lnTo>
                  <a:lnTo>
                    <a:pt x="17256" y="13719"/>
                  </a:lnTo>
                  <a:lnTo>
                    <a:pt x="17014" y="13428"/>
                  </a:lnTo>
                  <a:lnTo>
                    <a:pt x="16774" y="13194"/>
                  </a:lnTo>
                  <a:lnTo>
                    <a:pt x="16471" y="12960"/>
                  </a:lnTo>
                  <a:lnTo>
                    <a:pt x="16170" y="12785"/>
                  </a:lnTo>
                  <a:lnTo>
                    <a:pt x="15809" y="12610"/>
                  </a:lnTo>
                  <a:lnTo>
                    <a:pt x="15506" y="12493"/>
                  </a:lnTo>
                  <a:lnTo>
                    <a:pt x="15144" y="12434"/>
                  </a:lnTo>
                  <a:lnTo>
                    <a:pt x="14782" y="12377"/>
                  </a:lnTo>
                  <a:close/>
                  <a:moveTo>
                    <a:pt x="14843" y="0"/>
                  </a:moveTo>
                  <a:lnTo>
                    <a:pt x="14420" y="59"/>
                  </a:lnTo>
                  <a:lnTo>
                    <a:pt x="14058" y="175"/>
                  </a:lnTo>
                  <a:lnTo>
                    <a:pt x="13756" y="409"/>
                  </a:lnTo>
                  <a:lnTo>
                    <a:pt x="13455" y="700"/>
                  </a:lnTo>
                  <a:lnTo>
                    <a:pt x="12489" y="1634"/>
                  </a:lnTo>
                  <a:lnTo>
                    <a:pt x="11524" y="2628"/>
                  </a:lnTo>
                  <a:lnTo>
                    <a:pt x="10920" y="3269"/>
                  </a:lnTo>
                  <a:lnTo>
                    <a:pt x="10499" y="3678"/>
                  </a:lnTo>
                  <a:lnTo>
                    <a:pt x="10196" y="4146"/>
                  </a:lnTo>
                  <a:lnTo>
                    <a:pt x="9533" y="3503"/>
                  </a:lnTo>
                  <a:lnTo>
                    <a:pt x="9412" y="3387"/>
                  </a:lnTo>
                  <a:lnTo>
                    <a:pt x="9050" y="3387"/>
                  </a:lnTo>
                  <a:lnTo>
                    <a:pt x="8869" y="3503"/>
                  </a:lnTo>
                  <a:lnTo>
                    <a:pt x="8810" y="3562"/>
                  </a:lnTo>
                  <a:lnTo>
                    <a:pt x="8084" y="4028"/>
                  </a:lnTo>
                  <a:lnTo>
                    <a:pt x="7422" y="4612"/>
                  </a:lnTo>
                  <a:lnTo>
                    <a:pt x="7060" y="4321"/>
                  </a:lnTo>
                  <a:lnTo>
                    <a:pt x="6698" y="3971"/>
                  </a:lnTo>
                  <a:lnTo>
                    <a:pt x="6576" y="3912"/>
                  </a:lnTo>
                  <a:lnTo>
                    <a:pt x="6395" y="3912"/>
                  </a:lnTo>
                  <a:lnTo>
                    <a:pt x="6275" y="3971"/>
                  </a:lnTo>
                  <a:lnTo>
                    <a:pt x="6214" y="4087"/>
                  </a:lnTo>
                  <a:lnTo>
                    <a:pt x="6214" y="3678"/>
                  </a:lnTo>
                  <a:lnTo>
                    <a:pt x="6033" y="3387"/>
                  </a:lnTo>
                  <a:lnTo>
                    <a:pt x="5791" y="3037"/>
                  </a:lnTo>
                  <a:lnTo>
                    <a:pt x="5490" y="2803"/>
                  </a:lnTo>
                  <a:lnTo>
                    <a:pt x="5129" y="2569"/>
                  </a:lnTo>
                  <a:lnTo>
                    <a:pt x="4706" y="2394"/>
                  </a:lnTo>
                  <a:lnTo>
                    <a:pt x="4043" y="2102"/>
                  </a:lnTo>
                  <a:lnTo>
                    <a:pt x="3862" y="2102"/>
                  </a:lnTo>
                  <a:lnTo>
                    <a:pt x="3681" y="2160"/>
                  </a:lnTo>
                  <a:lnTo>
                    <a:pt x="3620" y="2277"/>
                  </a:lnTo>
                  <a:lnTo>
                    <a:pt x="3620" y="2394"/>
                  </a:lnTo>
                  <a:lnTo>
                    <a:pt x="4163" y="3562"/>
                  </a:lnTo>
                  <a:lnTo>
                    <a:pt x="4405" y="4028"/>
                  </a:lnTo>
                  <a:lnTo>
                    <a:pt x="4525" y="4262"/>
                  </a:lnTo>
                  <a:lnTo>
                    <a:pt x="4706" y="4496"/>
                  </a:lnTo>
                  <a:lnTo>
                    <a:pt x="4948" y="4612"/>
                  </a:lnTo>
                  <a:lnTo>
                    <a:pt x="5249" y="4671"/>
                  </a:lnTo>
                  <a:lnTo>
                    <a:pt x="5490" y="4671"/>
                  </a:lnTo>
                  <a:lnTo>
                    <a:pt x="5732" y="4553"/>
                  </a:lnTo>
                  <a:lnTo>
                    <a:pt x="5974" y="4437"/>
                  </a:lnTo>
                  <a:lnTo>
                    <a:pt x="5430" y="5021"/>
                  </a:lnTo>
                  <a:lnTo>
                    <a:pt x="4887" y="5546"/>
                  </a:lnTo>
                  <a:lnTo>
                    <a:pt x="4828" y="5430"/>
                  </a:lnTo>
                  <a:lnTo>
                    <a:pt x="4828" y="5196"/>
                  </a:lnTo>
                  <a:lnTo>
                    <a:pt x="4767" y="4903"/>
                  </a:lnTo>
                  <a:lnTo>
                    <a:pt x="4647" y="4496"/>
                  </a:lnTo>
                  <a:lnTo>
                    <a:pt x="4405" y="4146"/>
                  </a:lnTo>
                  <a:lnTo>
                    <a:pt x="4043" y="3794"/>
                  </a:lnTo>
                  <a:lnTo>
                    <a:pt x="3681" y="3562"/>
                  </a:lnTo>
                  <a:lnTo>
                    <a:pt x="3258" y="3328"/>
                  </a:lnTo>
                  <a:lnTo>
                    <a:pt x="2775" y="3153"/>
                  </a:lnTo>
                  <a:lnTo>
                    <a:pt x="2354" y="3037"/>
                  </a:lnTo>
                  <a:lnTo>
                    <a:pt x="1447" y="2919"/>
                  </a:lnTo>
                  <a:lnTo>
                    <a:pt x="1267" y="2919"/>
                  </a:lnTo>
                  <a:lnTo>
                    <a:pt x="1146" y="2978"/>
                  </a:lnTo>
                  <a:lnTo>
                    <a:pt x="1026" y="3094"/>
                  </a:lnTo>
                  <a:lnTo>
                    <a:pt x="1026" y="3269"/>
                  </a:lnTo>
                  <a:lnTo>
                    <a:pt x="1146" y="3794"/>
                  </a:lnTo>
                  <a:lnTo>
                    <a:pt x="1327" y="4378"/>
                  </a:lnTo>
                  <a:lnTo>
                    <a:pt x="1508" y="4846"/>
                  </a:lnTo>
                  <a:lnTo>
                    <a:pt x="1811" y="5371"/>
                  </a:lnTo>
                  <a:lnTo>
                    <a:pt x="2112" y="5838"/>
                  </a:lnTo>
                  <a:lnTo>
                    <a:pt x="2474" y="6247"/>
                  </a:lnTo>
                  <a:lnTo>
                    <a:pt x="2836" y="6656"/>
                  </a:lnTo>
                  <a:lnTo>
                    <a:pt x="3258" y="7065"/>
                  </a:lnTo>
                  <a:lnTo>
                    <a:pt x="3319" y="7065"/>
                  </a:lnTo>
                  <a:lnTo>
                    <a:pt x="2897" y="7472"/>
                  </a:lnTo>
                  <a:lnTo>
                    <a:pt x="2897" y="7240"/>
                  </a:lnTo>
                  <a:lnTo>
                    <a:pt x="2836" y="7006"/>
                  </a:lnTo>
                  <a:lnTo>
                    <a:pt x="2655" y="6772"/>
                  </a:lnTo>
                  <a:lnTo>
                    <a:pt x="2413" y="6538"/>
                  </a:lnTo>
                  <a:lnTo>
                    <a:pt x="2173" y="6363"/>
                  </a:lnTo>
                  <a:lnTo>
                    <a:pt x="1811" y="6247"/>
                  </a:lnTo>
                  <a:lnTo>
                    <a:pt x="1146" y="6072"/>
                  </a:lnTo>
                  <a:lnTo>
                    <a:pt x="543" y="5955"/>
                  </a:lnTo>
                  <a:lnTo>
                    <a:pt x="362" y="5955"/>
                  </a:lnTo>
                  <a:lnTo>
                    <a:pt x="242" y="6072"/>
                  </a:lnTo>
                  <a:lnTo>
                    <a:pt x="181" y="6247"/>
                  </a:lnTo>
                  <a:lnTo>
                    <a:pt x="242" y="6363"/>
                  </a:lnTo>
                  <a:lnTo>
                    <a:pt x="604" y="6890"/>
                  </a:lnTo>
                  <a:lnTo>
                    <a:pt x="1026" y="7531"/>
                  </a:lnTo>
                  <a:lnTo>
                    <a:pt x="1327" y="7822"/>
                  </a:lnTo>
                  <a:lnTo>
                    <a:pt x="1569" y="8056"/>
                  </a:lnTo>
                  <a:lnTo>
                    <a:pt x="1870" y="8231"/>
                  </a:lnTo>
                  <a:lnTo>
                    <a:pt x="2173" y="8349"/>
                  </a:lnTo>
                  <a:lnTo>
                    <a:pt x="2173" y="8406"/>
                  </a:lnTo>
                  <a:lnTo>
                    <a:pt x="2293" y="8524"/>
                  </a:lnTo>
                  <a:lnTo>
                    <a:pt x="3017" y="9166"/>
                  </a:lnTo>
                  <a:lnTo>
                    <a:pt x="2716" y="9750"/>
                  </a:lnTo>
                  <a:lnTo>
                    <a:pt x="2474" y="10334"/>
                  </a:lnTo>
                  <a:lnTo>
                    <a:pt x="2293" y="10975"/>
                  </a:lnTo>
                  <a:lnTo>
                    <a:pt x="2173" y="11034"/>
                  </a:lnTo>
                  <a:lnTo>
                    <a:pt x="2173" y="11384"/>
                  </a:lnTo>
                  <a:lnTo>
                    <a:pt x="2232" y="11559"/>
                  </a:lnTo>
                  <a:lnTo>
                    <a:pt x="2354" y="11734"/>
                  </a:lnTo>
                  <a:lnTo>
                    <a:pt x="2413" y="11793"/>
                  </a:lnTo>
                  <a:lnTo>
                    <a:pt x="2535" y="11852"/>
                  </a:lnTo>
                  <a:lnTo>
                    <a:pt x="2716" y="12084"/>
                  </a:lnTo>
                  <a:lnTo>
                    <a:pt x="3801" y="13077"/>
                  </a:lnTo>
                  <a:lnTo>
                    <a:pt x="3559" y="13253"/>
                  </a:lnTo>
                  <a:lnTo>
                    <a:pt x="3319" y="13428"/>
                  </a:lnTo>
                  <a:lnTo>
                    <a:pt x="2897" y="13837"/>
                  </a:lnTo>
                  <a:lnTo>
                    <a:pt x="2293" y="14653"/>
                  </a:lnTo>
                  <a:lnTo>
                    <a:pt x="1628" y="15471"/>
                  </a:lnTo>
                  <a:lnTo>
                    <a:pt x="362" y="17106"/>
                  </a:lnTo>
                  <a:lnTo>
                    <a:pt x="120" y="17456"/>
                  </a:lnTo>
                  <a:lnTo>
                    <a:pt x="0" y="17747"/>
                  </a:lnTo>
                  <a:lnTo>
                    <a:pt x="0" y="17865"/>
                  </a:lnTo>
                  <a:lnTo>
                    <a:pt x="61" y="18040"/>
                  </a:lnTo>
                  <a:lnTo>
                    <a:pt x="301" y="18331"/>
                  </a:lnTo>
                  <a:lnTo>
                    <a:pt x="423" y="18449"/>
                  </a:lnTo>
                  <a:lnTo>
                    <a:pt x="604" y="18506"/>
                  </a:lnTo>
                  <a:lnTo>
                    <a:pt x="905" y="18565"/>
                  </a:lnTo>
                  <a:lnTo>
                    <a:pt x="1267" y="18506"/>
                  </a:lnTo>
                  <a:lnTo>
                    <a:pt x="1628" y="18449"/>
                  </a:lnTo>
                  <a:lnTo>
                    <a:pt x="3862" y="17806"/>
                  </a:lnTo>
                  <a:lnTo>
                    <a:pt x="5913" y="17222"/>
                  </a:lnTo>
                  <a:lnTo>
                    <a:pt x="6698" y="17047"/>
                  </a:lnTo>
                  <a:lnTo>
                    <a:pt x="7060" y="16931"/>
                  </a:lnTo>
                  <a:lnTo>
                    <a:pt x="7422" y="16697"/>
                  </a:lnTo>
                  <a:lnTo>
                    <a:pt x="8265" y="17515"/>
                  </a:lnTo>
                  <a:lnTo>
                    <a:pt x="9111" y="18331"/>
                  </a:lnTo>
                  <a:lnTo>
                    <a:pt x="10015" y="19090"/>
                  </a:lnTo>
                  <a:lnTo>
                    <a:pt x="10981" y="19732"/>
                  </a:lnTo>
                  <a:lnTo>
                    <a:pt x="11524" y="20083"/>
                  </a:lnTo>
                  <a:lnTo>
                    <a:pt x="12127" y="20375"/>
                  </a:lnTo>
                  <a:lnTo>
                    <a:pt x="12731" y="20666"/>
                  </a:lnTo>
                  <a:lnTo>
                    <a:pt x="13274" y="20900"/>
                  </a:lnTo>
                  <a:lnTo>
                    <a:pt x="13938" y="21075"/>
                  </a:lnTo>
                  <a:lnTo>
                    <a:pt x="14540" y="21250"/>
                  </a:lnTo>
                  <a:lnTo>
                    <a:pt x="15144" y="21368"/>
                  </a:lnTo>
                  <a:lnTo>
                    <a:pt x="15809" y="21484"/>
                  </a:lnTo>
                  <a:lnTo>
                    <a:pt x="16411" y="21543"/>
                  </a:lnTo>
                  <a:lnTo>
                    <a:pt x="17075" y="21600"/>
                  </a:lnTo>
                  <a:lnTo>
                    <a:pt x="18282" y="21543"/>
                  </a:lnTo>
                  <a:lnTo>
                    <a:pt x="19429" y="21368"/>
                  </a:lnTo>
                  <a:lnTo>
                    <a:pt x="20092" y="21193"/>
                  </a:lnTo>
                  <a:lnTo>
                    <a:pt x="20333" y="21134"/>
                  </a:lnTo>
                  <a:lnTo>
                    <a:pt x="20454" y="21134"/>
                  </a:lnTo>
                  <a:lnTo>
                    <a:pt x="20454" y="21193"/>
                  </a:lnTo>
                  <a:lnTo>
                    <a:pt x="20575" y="21250"/>
                  </a:lnTo>
                  <a:lnTo>
                    <a:pt x="20634" y="21250"/>
                  </a:lnTo>
                  <a:lnTo>
                    <a:pt x="20695" y="21193"/>
                  </a:lnTo>
                  <a:lnTo>
                    <a:pt x="20756" y="21134"/>
                  </a:lnTo>
                  <a:lnTo>
                    <a:pt x="20815" y="20959"/>
                  </a:lnTo>
                  <a:lnTo>
                    <a:pt x="20815" y="20725"/>
                  </a:lnTo>
                  <a:lnTo>
                    <a:pt x="20634" y="20608"/>
                  </a:lnTo>
                  <a:lnTo>
                    <a:pt x="20454" y="20550"/>
                  </a:lnTo>
                  <a:lnTo>
                    <a:pt x="20031" y="20550"/>
                  </a:lnTo>
                  <a:lnTo>
                    <a:pt x="19248" y="20725"/>
                  </a:lnTo>
                  <a:lnTo>
                    <a:pt x="18402" y="20841"/>
                  </a:lnTo>
                  <a:lnTo>
                    <a:pt x="17679" y="20900"/>
                  </a:lnTo>
                  <a:lnTo>
                    <a:pt x="16955" y="20841"/>
                  </a:lnTo>
                  <a:lnTo>
                    <a:pt x="16230" y="20841"/>
                  </a:lnTo>
                  <a:lnTo>
                    <a:pt x="15567" y="20725"/>
                  </a:lnTo>
                  <a:lnTo>
                    <a:pt x="14843" y="20608"/>
                  </a:lnTo>
                  <a:lnTo>
                    <a:pt x="14119" y="20375"/>
                  </a:lnTo>
                  <a:lnTo>
                    <a:pt x="13455" y="20141"/>
                  </a:lnTo>
                  <a:lnTo>
                    <a:pt x="12792" y="19908"/>
                  </a:lnTo>
                  <a:lnTo>
                    <a:pt x="12007" y="19499"/>
                  </a:lnTo>
                  <a:lnTo>
                    <a:pt x="11284" y="19031"/>
                  </a:lnTo>
                  <a:lnTo>
                    <a:pt x="10558" y="18506"/>
                  </a:lnTo>
                  <a:lnTo>
                    <a:pt x="9895" y="17981"/>
                  </a:lnTo>
                  <a:lnTo>
                    <a:pt x="8629" y="16813"/>
                  </a:lnTo>
                  <a:lnTo>
                    <a:pt x="7422" y="15587"/>
                  </a:lnTo>
                  <a:lnTo>
                    <a:pt x="4948" y="13194"/>
                  </a:lnTo>
                  <a:lnTo>
                    <a:pt x="3740" y="11968"/>
                  </a:lnTo>
                  <a:lnTo>
                    <a:pt x="3439" y="11618"/>
                  </a:lnTo>
                  <a:lnTo>
                    <a:pt x="3077" y="11268"/>
                  </a:lnTo>
                  <a:lnTo>
                    <a:pt x="3198" y="10684"/>
                  </a:lnTo>
                  <a:lnTo>
                    <a:pt x="3378" y="10159"/>
                  </a:lnTo>
                  <a:lnTo>
                    <a:pt x="3681" y="9633"/>
                  </a:lnTo>
                  <a:lnTo>
                    <a:pt x="3982" y="9107"/>
                  </a:lnTo>
                  <a:lnTo>
                    <a:pt x="4344" y="8640"/>
                  </a:lnTo>
                  <a:lnTo>
                    <a:pt x="4767" y="8231"/>
                  </a:lnTo>
                  <a:lnTo>
                    <a:pt x="5611" y="7356"/>
                  </a:lnTo>
                  <a:lnTo>
                    <a:pt x="7361" y="5663"/>
                  </a:lnTo>
                  <a:lnTo>
                    <a:pt x="8265" y="4846"/>
                  </a:lnTo>
                  <a:lnTo>
                    <a:pt x="8629" y="4496"/>
                  </a:lnTo>
                  <a:lnTo>
                    <a:pt x="8869" y="4262"/>
                  </a:lnTo>
                  <a:lnTo>
                    <a:pt x="9050" y="4146"/>
                  </a:lnTo>
                  <a:lnTo>
                    <a:pt x="9231" y="4321"/>
                  </a:lnTo>
                  <a:lnTo>
                    <a:pt x="8869" y="4496"/>
                  </a:lnTo>
                  <a:lnTo>
                    <a:pt x="8629" y="4728"/>
                  </a:lnTo>
                  <a:lnTo>
                    <a:pt x="8145" y="5254"/>
                  </a:lnTo>
                  <a:lnTo>
                    <a:pt x="7903" y="5546"/>
                  </a:lnTo>
                  <a:lnTo>
                    <a:pt x="7723" y="5838"/>
                  </a:lnTo>
                  <a:lnTo>
                    <a:pt x="7542" y="6188"/>
                  </a:lnTo>
                  <a:lnTo>
                    <a:pt x="7542" y="6306"/>
                  </a:lnTo>
                  <a:lnTo>
                    <a:pt x="7602" y="6481"/>
                  </a:lnTo>
                  <a:lnTo>
                    <a:pt x="7663" y="6597"/>
                  </a:lnTo>
                  <a:lnTo>
                    <a:pt x="7783" y="6597"/>
                  </a:lnTo>
                  <a:lnTo>
                    <a:pt x="8084" y="6422"/>
                  </a:lnTo>
                  <a:lnTo>
                    <a:pt x="8265" y="6188"/>
                  </a:lnTo>
                  <a:lnTo>
                    <a:pt x="8568" y="5663"/>
                  </a:lnTo>
                  <a:lnTo>
                    <a:pt x="9050" y="5137"/>
                  </a:lnTo>
                  <a:lnTo>
                    <a:pt x="9473" y="4612"/>
                  </a:lnTo>
                  <a:lnTo>
                    <a:pt x="9895" y="4962"/>
                  </a:lnTo>
                  <a:lnTo>
                    <a:pt x="9593" y="5254"/>
                  </a:lnTo>
                  <a:lnTo>
                    <a:pt x="9231" y="5605"/>
                  </a:lnTo>
                  <a:lnTo>
                    <a:pt x="8991" y="5955"/>
                  </a:lnTo>
                  <a:lnTo>
                    <a:pt x="8810" y="6306"/>
                  </a:lnTo>
                  <a:lnTo>
                    <a:pt x="8749" y="6481"/>
                  </a:lnTo>
                  <a:lnTo>
                    <a:pt x="8869" y="6656"/>
                  </a:lnTo>
                  <a:lnTo>
                    <a:pt x="9050" y="6715"/>
                  </a:lnTo>
                  <a:lnTo>
                    <a:pt x="9111" y="6715"/>
                  </a:lnTo>
                  <a:lnTo>
                    <a:pt x="9231" y="6656"/>
                  </a:lnTo>
                  <a:lnTo>
                    <a:pt x="9533" y="6363"/>
                  </a:lnTo>
                  <a:lnTo>
                    <a:pt x="9774" y="6013"/>
                  </a:lnTo>
                  <a:lnTo>
                    <a:pt x="10015" y="5663"/>
                  </a:lnTo>
                  <a:lnTo>
                    <a:pt x="10196" y="5254"/>
                  </a:lnTo>
                  <a:lnTo>
                    <a:pt x="10377" y="5371"/>
                  </a:lnTo>
                  <a:lnTo>
                    <a:pt x="10619" y="5546"/>
                  </a:lnTo>
                  <a:lnTo>
                    <a:pt x="10438" y="5721"/>
                  </a:lnTo>
                  <a:lnTo>
                    <a:pt x="10257" y="5897"/>
                  </a:lnTo>
                  <a:lnTo>
                    <a:pt x="10015" y="6306"/>
                  </a:lnTo>
                  <a:lnTo>
                    <a:pt x="9654" y="6772"/>
                  </a:lnTo>
                  <a:lnTo>
                    <a:pt x="9533" y="7006"/>
                  </a:lnTo>
                  <a:lnTo>
                    <a:pt x="9412" y="7297"/>
                  </a:lnTo>
                  <a:lnTo>
                    <a:pt x="9412" y="7472"/>
                  </a:lnTo>
                  <a:lnTo>
                    <a:pt x="9533" y="7531"/>
                  </a:lnTo>
                  <a:lnTo>
                    <a:pt x="9714" y="7590"/>
                  </a:lnTo>
                  <a:lnTo>
                    <a:pt x="9895" y="7472"/>
                  </a:lnTo>
                  <a:lnTo>
                    <a:pt x="10076" y="7297"/>
                  </a:lnTo>
                  <a:lnTo>
                    <a:pt x="10196" y="7065"/>
                  </a:lnTo>
                  <a:lnTo>
                    <a:pt x="10499" y="6597"/>
                  </a:lnTo>
                  <a:lnTo>
                    <a:pt x="10619" y="6306"/>
                  </a:lnTo>
                  <a:lnTo>
                    <a:pt x="10861" y="5780"/>
                  </a:lnTo>
                  <a:lnTo>
                    <a:pt x="12007" y="6597"/>
                  </a:lnTo>
                  <a:lnTo>
                    <a:pt x="11705" y="6831"/>
                  </a:lnTo>
                  <a:lnTo>
                    <a:pt x="11404" y="7065"/>
                  </a:lnTo>
                  <a:lnTo>
                    <a:pt x="11042" y="7472"/>
                  </a:lnTo>
                  <a:lnTo>
                    <a:pt x="10739" y="7999"/>
                  </a:lnTo>
                  <a:lnTo>
                    <a:pt x="10739" y="8231"/>
                  </a:lnTo>
                  <a:lnTo>
                    <a:pt x="10800" y="8290"/>
                  </a:lnTo>
                  <a:lnTo>
                    <a:pt x="10920" y="8349"/>
                  </a:lnTo>
                  <a:lnTo>
                    <a:pt x="10981" y="8406"/>
                  </a:lnTo>
                  <a:lnTo>
                    <a:pt x="11101" y="8406"/>
                  </a:lnTo>
                  <a:lnTo>
                    <a:pt x="11223" y="8349"/>
                  </a:lnTo>
                  <a:lnTo>
                    <a:pt x="11284" y="8231"/>
                  </a:lnTo>
                  <a:lnTo>
                    <a:pt x="11766" y="7472"/>
                  </a:lnTo>
                  <a:lnTo>
                    <a:pt x="12188" y="6772"/>
                  </a:lnTo>
                  <a:lnTo>
                    <a:pt x="12731" y="7122"/>
                  </a:lnTo>
                  <a:lnTo>
                    <a:pt x="12308" y="7531"/>
                  </a:lnTo>
                  <a:lnTo>
                    <a:pt x="11705" y="8174"/>
                  </a:lnTo>
                  <a:lnTo>
                    <a:pt x="11645" y="8290"/>
                  </a:lnTo>
                  <a:lnTo>
                    <a:pt x="11585" y="8349"/>
                  </a:lnTo>
                  <a:lnTo>
                    <a:pt x="11645" y="8465"/>
                  </a:lnTo>
                  <a:lnTo>
                    <a:pt x="11705" y="8524"/>
                  </a:lnTo>
                  <a:lnTo>
                    <a:pt x="11826" y="8581"/>
                  </a:lnTo>
                  <a:lnTo>
                    <a:pt x="11946" y="8640"/>
                  </a:lnTo>
                  <a:lnTo>
                    <a:pt x="12067" y="8640"/>
                  </a:lnTo>
                  <a:lnTo>
                    <a:pt x="12127" y="8524"/>
                  </a:lnTo>
                  <a:lnTo>
                    <a:pt x="12428" y="8231"/>
                  </a:lnTo>
                  <a:lnTo>
                    <a:pt x="12731" y="7940"/>
                  </a:lnTo>
                  <a:lnTo>
                    <a:pt x="12851" y="7647"/>
                  </a:lnTo>
                  <a:lnTo>
                    <a:pt x="12912" y="7472"/>
                  </a:lnTo>
                  <a:lnTo>
                    <a:pt x="12973" y="7297"/>
                  </a:lnTo>
                  <a:lnTo>
                    <a:pt x="13938" y="7940"/>
                  </a:lnTo>
                  <a:lnTo>
                    <a:pt x="13335" y="8465"/>
                  </a:lnTo>
                  <a:lnTo>
                    <a:pt x="12851" y="9107"/>
                  </a:lnTo>
                  <a:lnTo>
                    <a:pt x="12792" y="9224"/>
                  </a:lnTo>
                  <a:lnTo>
                    <a:pt x="12792" y="9283"/>
                  </a:lnTo>
                  <a:lnTo>
                    <a:pt x="12851" y="9458"/>
                  </a:lnTo>
                  <a:lnTo>
                    <a:pt x="12973" y="9516"/>
                  </a:lnTo>
                  <a:lnTo>
                    <a:pt x="13154" y="9516"/>
                  </a:lnTo>
                  <a:lnTo>
                    <a:pt x="13213" y="9458"/>
                  </a:lnTo>
                  <a:lnTo>
                    <a:pt x="13697" y="8756"/>
                  </a:lnTo>
                  <a:lnTo>
                    <a:pt x="14119" y="8056"/>
                  </a:lnTo>
                  <a:lnTo>
                    <a:pt x="14843" y="8524"/>
                  </a:lnTo>
                  <a:lnTo>
                    <a:pt x="14420" y="8932"/>
                  </a:lnTo>
                  <a:lnTo>
                    <a:pt x="14119" y="9224"/>
                  </a:lnTo>
                  <a:lnTo>
                    <a:pt x="13998" y="9399"/>
                  </a:lnTo>
                  <a:lnTo>
                    <a:pt x="13938" y="9633"/>
                  </a:lnTo>
                  <a:lnTo>
                    <a:pt x="13575" y="10159"/>
                  </a:lnTo>
                  <a:lnTo>
                    <a:pt x="13516" y="10275"/>
                  </a:lnTo>
                  <a:lnTo>
                    <a:pt x="13575" y="10450"/>
                  </a:lnTo>
                  <a:lnTo>
                    <a:pt x="13636" y="10509"/>
                  </a:lnTo>
                  <a:lnTo>
                    <a:pt x="13756" y="10568"/>
                  </a:lnTo>
                  <a:lnTo>
                    <a:pt x="13938" y="10568"/>
                  </a:lnTo>
                  <a:lnTo>
                    <a:pt x="14058" y="10450"/>
                  </a:lnTo>
                  <a:lnTo>
                    <a:pt x="14481" y="9866"/>
                  </a:lnTo>
                  <a:lnTo>
                    <a:pt x="14601" y="9750"/>
                  </a:lnTo>
                  <a:lnTo>
                    <a:pt x="14721" y="9575"/>
                  </a:lnTo>
                  <a:lnTo>
                    <a:pt x="14963" y="9224"/>
                  </a:lnTo>
                  <a:lnTo>
                    <a:pt x="15205" y="8815"/>
                  </a:lnTo>
                  <a:lnTo>
                    <a:pt x="15687" y="9107"/>
                  </a:lnTo>
                  <a:lnTo>
                    <a:pt x="15386" y="9399"/>
                  </a:lnTo>
                  <a:lnTo>
                    <a:pt x="15144" y="9750"/>
                  </a:lnTo>
                  <a:lnTo>
                    <a:pt x="14721" y="10216"/>
                  </a:lnTo>
                  <a:lnTo>
                    <a:pt x="14601" y="10450"/>
                  </a:lnTo>
                  <a:lnTo>
                    <a:pt x="14540" y="10743"/>
                  </a:lnTo>
                  <a:lnTo>
                    <a:pt x="14662" y="10859"/>
                  </a:lnTo>
                  <a:lnTo>
                    <a:pt x="14721" y="10918"/>
                  </a:lnTo>
                  <a:lnTo>
                    <a:pt x="14782" y="10918"/>
                  </a:lnTo>
                  <a:lnTo>
                    <a:pt x="15024" y="10800"/>
                  </a:lnTo>
                  <a:lnTo>
                    <a:pt x="15205" y="10568"/>
                  </a:lnTo>
                  <a:lnTo>
                    <a:pt x="15447" y="10159"/>
                  </a:lnTo>
                  <a:lnTo>
                    <a:pt x="15687" y="9750"/>
                  </a:lnTo>
                  <a:lnTo>
                    <a:pt x="15989" y="9341"/>
                  </a:lnTo>
                  <a:lnTo>
                    <a:pt x="16774" y="9925"/>
                  </a:lnTo>
                  <a:lnTo>
                    <a:pt x="16532" y="10216"/>
                  </a:lnTo>
                  <a:lnTo>
                    <a:pt x="16230" y="10568"/>
                  </a:lnTo>
                  <a:lnTo>
                    <a:pt x="15929" y="10918"/>
                  </a:lnTo>
                  <a:lnTo>
                    <a:pt x="15809" y="11150"/>
                  </a:lnTo>
                  <a:lnTo>
                    <a:pt x="15748" y="11325"/>
                  </a:lnTo>
                  <a:lnTo>
                    <a:pt x="15748" y="11443"/>
                  </a:lnTo>
                  <a:lnTo>
                    <a:pt x="15809" y="11559"/>
                  </a:lnTo>
                  <a:lnTo>
                    <a:pt x="16049" y="11559"/>
                  </a:lnTo>
                  <a:lnTo>
                    <a:pt x="16230" y="11443"/>
                  </a:lnTo>
                  <a:lnTo>
                    <a:pt x="16351" y="11268"/>
                  </a:lnTo>
                  <a:lnTo>
                    <a:pt x="16652" y="10859"/>
                  </a:lnTo>
                  <a:lnTo>
                    <a:pt x="16894" y="10509"/>
                  </a:lnTo>
                  <a:lnTo>
                    <a:pt x="17075" y="10159"/>
                  </a:lnTo>
                  <a:lnTo>
                    <a:pt x="17921" y="10859"/>
                  </a:lnTo>
                  <a:lnTo>
                    <a:pt x="17980" y="10918"/>
                  </a:lnTo>
                  <a:lnTo>
                    <a:pt x="17498" y="11500"/>
                  </a:lnTo>
                  <a:lnTo>
                    <a:pt x="17075" y="12084"/>
                  </a:lnTo>
                  <a:lnTo>
                    <a:pt x="16894" y="12259"/>
                  </a:lnTo>
                  <a:lnTo>
                    <a:pt x="16894" y="12434"/>
                  </a:lnTo>
                  <a:lnTo>
                    <a:pt x="17014" y="12610"/>
                  </a:lnTo>
                  <a:lnTo>
                    <a:pt x="17136" y="12668"/>
                  </a:lnTo>
                  <a:lnTo>
                    <a:pt x="17256" y="12610"/>
                  </a:lnTo>
                  <a:lnTo>
                    <a:pt x="17317" y="12552"/>
                  </a:lnTo>
                  <a:lnTo>
                    <a:pt x="17799" y="11909"/>
                  </a:lnTo>
                  <a:lnTo>
                    <a:pt x="18282" y="11209"/>
                  </a:lnTo>
                  <a:lnTo>
                    <a:pt x="18825" y="11852"/>
                  </a:lnTo>
                  <a:lnTo>
                    <a:pt x="18583" y="12259"/>
                  </a:lnTo>
                  <a:lnTo>
                    <a:pt x="18342" y="12668"/>
                  </a:lnTo>
                  <a:lnTo>
                    <a:pt x="18041" y="13135"/>
                  </a:lnTo>
                  <a:lnTo>
                    <a:pt x="17980" y="13428"/>
                  </a:lnTo>
                  <a:lnTo>
                    <a:pt x="17980" y="13662"/>
                  </a:lnTo>
                  <a:lnTo>
                    <a:pt x="18041" y="13778"/>
                  </a:lnTo>
                  <a:lnTo>
                    <a:pt x="18161" y="13778"/>
                  </a:lnTo>
                  <a:lnTo>
                    <a:pt x="18402" y="13662"/>
                  </a:lnTo>
                  <a:lnTo>
                    <a:pt x="18523" y="13486"/>
                  </a:lnTo>
                  <a:lnTo>
                    <a:pt x="18764" y="13019"/>
                  </a:lnTo>
                  <a:lnTo>
                    <a:pt x="19126" y="12259"/>
                  </a:lnTo>
                  <a:lnTo>
                    <a:pt x="19429" y="12727"/>
                  </a:lnTo>
                  <a:lnTo>
                    <a:pt x="19730" y="13194"/>
                  </a:lnTo>
                  <a:lnTo>
                    <a:pt x="19429" y="13837"/>
                  </a:lnTo>
                  <a:lnTo>
                    <a:pt x="19126" y="14478"/>
                  </a:lnTo>
                  <a:lnTo>
                    <a:pt x="18945" y="14478"/>
                  </a:lnTo>
                  <a:lnTo>
                    <a:pt x="18764" y="14828"/>
                  </a:lnTo>
                  <a:lnTo>
                    <a:pt x="18644" y="15121"/>
                  </a:lnTo>
                  <a:lnTo>
                    <a:pt x="18644" y="15353"/>
                  </a:lnTo>
                  <a:lnTo>
                    <a:pt x="18764" y="15471"/>
                  </a:lnTo>
                  <a:lnTo>
                    <a:pt x="19065" y="15471"/>
                  </a:lnTo>
                  <a:lnTo>
                    <a:pt x="19126" y="15412"/>
                  </a:lnTo>
                  <a:lnTo>
                    <a:pt x="19429" y="15003"/>
                  </a:lnTo>
                  <a:lnTo>
                    <a:pt x="19669" y="14596"/>
                  </a:lnTo>
                  <a:lnTo>
                    <a:pt x="19911" y="14187"/>
                  </a:lnTo>
                  <a:lnTo>
                    <a:pt x="20031" y="13778"/>
                  </a:lnTo>
                  <a:lnTo>
                    <a:pt x="20273" y="14362"/>
                  </a:lnTo>
                  <a:lnTo>
                    <a:pt x="20514" y="15003"/>
                  </a:lnTo>
                  <a:lnTo>
                    <a:pt x="19850" y="16055"/>
                  </a:lnTo>
                  <a:lnTo>
                    <a:pt x="19730" y="16055"/>
                  </a:lnTo>
                  <a:lnTo>
                    <a:pt x="19610" y="16346"/>
                  </a:lnTo>
                  <a:lnTo>
                    <a:pt x="19488" y="16580"/>
                  </a:lnTo>
                  <a:lnTo>
                    <a:pt x="19488" y="16755"/>
                  </a:lnTo>
                  <a:lnTo>
                    <a:pt x="19610" y="16872"/>
                  </a:lnTo>
                  <a:lnTo>
                    <a:pt x="19850" y="16872"/>
                  </a:lnTo>
                  <a:lnTo>
                    <a:pt x="19972" y="16813"/>
                  </a:lnTo>
                  <a:lnTo>
                    <a:pt x="20333" y="16230"/>
                  </a:lnTo>
                  <a:lnTo>
                    <a:pt x="20695" y="15646"/>
                  </a:lnTo>
                  <a:lnTo>
                    <a:pt x="20876" y="16638"/>
                  </a:lnTo>
                  <a:lnTo>
                    <a:pt x="20575" y="16931"/>
                  </a:lnTo>
                  <a:lnTo>
                    <a:pt x="20333" y="17281"/>
                  </a:lnTo>
                  <a:lnTo>
                    <a:pt x="20092" y="17631"/>
                  </a:lnTo>
                  <a:lnTo>
                    <a:pt x="20031" y="17865"/>
                  </a:lnTo>
                  <a:lnTo>
                    <a:pt x="20031" y="18097"/>
                  </a:lnTo>
                  <a:lnTo>
                    <a:pt x="20092" y="18156"/>
                  </a:lnTo>
                  <a:lnTo>
                    <a:pt x="20153" y="18156"/>
                  </a:lnTo>
                  <a:lnTo>
                    <a:pt x="20333" y="18097"/>
                  </a:lnTo>
                  <a:lnTo>
                    <a:pt x="20514" y="17981"/>
                  </a:lnTo>
                  <a:lnTo>
                    <a:pt x="20695" y="17631"/>
                  </a:lnTo>
                  <a:lnTo>
                    <a:pt x="20876" y="17281"/>
                  </a:lnTo>
                  <a:lnTo>
                    <a:pt x="20937" y="17806"/>
                  </a:lnTo>
                  <a:lnTo>
                    <a:pt x="20815" y="18740"/>
                  </a:lnTo>
                  <a:lnTo>
                    <a:pt x="20575" y="18974"/>
                  </a:lnTo>
                  <a:lnTo>
                    <a:pt x="20333" y="19206"/>
                  </a:lnTo>
                  <a:lnTo>
                    <a:pt x="20273" y="19440"/>
                  </a:lnTo>
                  <a:lnTo>
                    <a:pt x="20273" y="19556"/>
                  </a:lnTo>
                  <a:lnTo>
                    <a:pt x="20333" y="19674"/>
                  </a:lnTo>
                  <a:lnTo>
                    <a:pt x="20454" y="19732"/>
                  </a:lnTo>
                  <a:lnTo>
                    <a:pt x="20514" y="19732"/>
                  </a:lnTo>
                  <a:lnTo>
                    <a:pt x="20756" y="19556"/>
                  </a:lnTo>
                  <a:lnTo>
                    <a:pt x="20815" y="20141"/>
                  </a:lnTo>
                  <a:lnTo>
                    <a:pt x="20876" y="20199"/>
                  </a:lnTo>
                  <a:lnTo>
                    <a:pt x="20937" y="20141"/>
                  </a:lnTo>
                  <a:lnTo>
                    <a:pt x="21057" y="19966"/>
                  </a:lnTo>
                  <a:lnTo>
                    <a:pt x="21238" y="19732"/>
                  </a:lnTo>
                  <a:lnTo>
                    <a:pt x="21419" y="19206"/>
                  </a:lnTo>
                  <a:lnTo>
                    <a:pt x="21539" y="18681"/>
                  </a:lnTo>
                  <a:lnTo>
                    <a:pt x="21600" y="18156"/>
                  </a:lnTo>
                  <a:lnTo>
                    <a:pt x="21600" y="16931"/>
                  </a:lnTo>
                  <a:lnTo>
                    <a:pt x="21539" y="16288"/>
                  </a:lnTo>
                  <a:lnTo>
                    <a:pt x="21419" y="15703"/>
                  </a:lnTo>
                  <a:lnTo>
                    <a:pt x="21299" y="15062"/>
                  </a:lnTo>
                  <a:lnTo>
                    <a:pt x="21118" y="14419"/>
                  </a:lnTo>
                  <a:lnTo>
                    <a:pt x="20876" y="13837"/>
                  </a:lnTo>
                  <a:lnTo>
                    <a:pt x="20634" y="13253"/>
                  </a:lnTo>
                  <a:lnTo>
                    <a:pt x="20273" y="12668"/>
                  </a:lnTo>
                  <a:lnTo>
                    <a:pt x="19972" y="12143"/>
                  </a:lnTo>
                  <a:lnTo>
                    <a:pt x="19549" y="11618"/>
                  </a:lnTo>
                  <a:lnTo>
                    <a:pt x="19126" y="11093"/>
                  </a:lnTo>
                  <a:lnTo>
                    <a:pt x="18644" y="10568"/>
                  </a:lnTo>
                  <a:lnTo>
                    <a:pt x="18161" y="10100"/>
                  </a:lnTo>
                  <a:lnTo>
                    <a:pt x="17014" y="9166"/>
                  </a:lnTo>
                  <a:lnTo>
                    <a:pt x="15868" y="8349"/>
                  </a:lnTo>
                  <a:lnTo>
                    <a:pt x="14662" y="7531"/>
                  </a:lnTo>
                  <a:lnTo>
                    <a:pt x="14782" y="7065"/>
                  </a:lnTo>
                  <a:lnTo>
                    <a:pt x="14843" y="6656"/>
                  </a:lnTo>
                  <a:lnTo>
                    <a:pt x="14902" y="5663"/>
                  </a:lnTo>
                  <a:lnTo>
                    <a:pt x="14963" y="4612"/>
                  </a:lnTo>
                  <a:lnTo>
                    <a:pt x="15266" y="350"/>
                  </a:lnTo>
                  <a:lnTo>
                    <a:pt x="15205" y="175"/>
                  </a:lnTo>
                  <a:lnTo>
                    <a:pt x="15144" y="59"/>
                  </a:lnTo>
                  <a:lnTo>
                    <a:pt x="14963"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A4C2F4"/>
                  </a:solidFill>
                </a:defRPr>
              </a:pPr>
            </a:p>
          </p:txBody>
        </p:sp>
        <p:sp>
          <p:nvSpPr>
            <p:cNvPr id="774" name="Google Shape;301;p5"/>
            <p:cNvSpPr/>
            <p:nvPr/>
          </p:nvSpPr>
          <p:spPr>
            <a:xfrm>
              <a:off x="679221" y="2523983"/>
              <a:ext cx="607669" cy="62826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211" y="6172"/>
                  </a:moveTo>
                  <a:lnTo>
                    <a:pt x="16081" y="6214"/>
                  </a:lnTo>
                  <a:lnTo>
                    <a:pt x="15951" y="6255"/>
                  </a:lnTo>
                  <a:lnTo>
                    <a:pt x="15866" y="6339"/>
                  </a:lnTo>
                  <a:lnTo>
                    <a:pt x="15693" y="6547"/>
                  </a:lnTo>
                  <a:lnTo>
                    <a:pt x="15693" y="6797"/>
                  </a:lnTo>
                  <a:lnTo>
                    <a:pt x="15736" y="6839"/>
                  </a:lnTo>
                  <a:lnTo>
                    <a:pt x="15780" y="6881"/>
                  </a:lnTo>
                  <a:lnTo>
                    <a:pt x="15866" y="6881"/>
                  </a:lnTo>
                  <a:lnTo>
                    <a:pt x="15951" y="6797"/>
                  </a:lnTo>
                  <a:lnTo>
                    <a:pt x="16038" y="6756"/>
                  </a:lnTo>
                  <a:lnTo>
                    <a:pt x="16124" y="6589"/>
                  </a:lnTo>
                  <a:lnTo>
                    <a:pt x="16253" y="6422"/>
                  </a:lnTo>
                  <a:lnTo>
                    <a:pt x="16340" y="6255"/>
                  </a:lnTo>
                  <a:lnTo>
                    <a:pt x="16340" y="6172"/>
                  </a:lnTo>
                  <a:close/>
                  <a:moveTo>
                    <a:pt x="15564" y="6922"/>
                  </a:moveTo>
                  <a:lnTo>
                    <a:pt x="15478" y="6964"/>
                  </a:lnTo>
                  <a:lnTo>
                    <a:pt x="15305" y="7172"/>
                  </a:lnTo>
                  <a:lnTo>
                    <a:pt x="15176" y="7381"/>
                  </a:lnTo>
                  <a:lnTo>
                    <a:pt x="15132" y="7422"/>
                  </a:lnTo>
                  <a:lnTo>
                    <a:pt x="15132" y="7506"/>
                  </a:lnTo>
                  <a:lnTo>
                    <a:pt x="15219" y="7589"/>
                  </a:lnTo>
                  <a:lnTo>
                    <a:pt x="15305" y="7631"/>
                  </a:lnTo>
                  <a:lnTo>
                    <a:pt x="15392" y="7589"/>
                  </a:lnTo>
                  <a:lnTo>
                    <a:pt x="15434" y="7547"/>
                  </a:lnTo>
                  <a:lnTo>
                    <a:pt x="15564" y="7339"/>
                  </a:lnTo>
                  <a:lnTo>
                    <a:pt x="15693" y="7131"/>
                  </a:lnTo>
                  <a:lnTo>
                    <a:pt x="15736" y="7047"/>
                  </a:lnTo>
                  <a:lnTo>
                    <a:pt x="15651" y="6964"/>
                  </a:lnTo>
                  <a:lnTo>
                    <a:pt x="15564" y="6922"/>
                  </a:lnTo>
                  <a:close/>
                  <a:moveTo>
                    <a:pt x="20264" y="7297"/>
                  </a:moveTo>
                  <a:lnTo>
                    <a:pt x="20608" y="7631"/>
                  </a:lnTo>
                  <a:lnTo>
                    <a:pt x="20565" y="7631"/>
                  </a:lnTo>
                  <a:lnTo>
                    <a:pt x="20435" y="7756"/>
                  </a:lnTo>
                  <a:lnTo>
                    <a:pt x="20393" y="7589"/>
                  </a:lnTo>
                  <a:lnTo>
                    <a:pt x="20264" y="7297"/>
                  </a:lnTo>
                  <a:close/>
                  <a:moveTo>
                    <a:pt x="14917" y="7714"/>
                  </a:moveTo>
                  <a:lnTo>
                    <a:pt x="14788" y="7798"/>
                  </a:lnTo>
                  <a:lnTo>
                    <a:pt x="14615" y="7923"/>
                  </a:lnTo>
                  <a:lnTo>
                    <a:pt x="14573" y="8089"/>
                  </a:lnTo>
                  <a:lnTo>
                    <a:pt x="14529" y="8173"/>
                  </a:lnTo>
                  <a:lnTo>
                    <a:pt x="14573" y="8214"/>
                  </a:lnTo>
                  <a:lnTo>
                    <a:pt x="14659" y="8299"/>
                  </a:lnTo>
                  <a:lnTo>
                    <a:pt x="14788" y="8299"/>
                  </a:lnTo>
                  <a:lnTo>
                    <a:pt x="14831" y="8256"/>
                  </a:lnTo>
                  <a:lnTo>
                    <a:pt x="14874" y="8173"/>
                  </a:lnTo>
                  <a:lnTo>
                    <a:pt x="14961" y="8006"/>
                  </a:lnTo>
                  <a:lnTo>
                    <a:pt x="15046" y="7964"/>
                  </a:lnTo>
                  <a:lnTo>
                    <a:pt x="15090" y="7881"/>
                  </a:lnTo>
                  <a:lnTo>
                    <a:pt x="15132" y="7798"/>
                  </a:lnTo>
                  <a:lnTo>
                    <a:pt x="15132" y="7756"/>
                  </a:lnTo>
                  <a:lnTo>
                    <a:pt x="15090" y="7756"/>
                  </a:lnTo>
                  <a:lnTo>
                    <a:pt x="15003" y="7714"/>
                  </a:lnTo>
                  <a:close/>
                  <a:moveTo>
                    <a:pt x="20652" y="7673"/>
                  </a:moveTo>
                  <a:lnTo>
                    <a:pt x="20954" y="8006"/>
                  </a:lnTo>
                  <a:lnTo>
                    <a:pt x="21212" y="8381"/>
                  </a:lnTo>
                  <a:lnTo>
                    <a:pt x="20954" y="8632"/>
                  </a:lnTo>
                  <a:lnTo>
                    <a:pt x="20954" y="8549"/>
                  </a:lnTo>
                  <a:lnTo>
                    <a:pt x="20996" y="8339"/>
                  </a:lnTo>
                  <a:lnTo>
                    <a:pt x="20954" y="8089"/>
                  </a:lnTo>
                  <a:lnTo>
                    <a:pt x="20954" y="8048"/>
                  </a:lnTo>
                  <a:lnTo>
                    <a:pt x="20867" y="7964"/>
                  </a:lnTo>
                  <a:lnTo>
                    <a:pt x="20781" y="7964"/>
                  </a:lnTo>
                  <a:lnTo>
                    <a:pt x="20737" y="8006"/>
                  </a:lnTo>
                  <a:lnTo>
                    <a:pt x="20781" y="8048"/>
                  </a:lnTo>
                  <a:lnTo>
                    <a:pt x="20737" y="8214"/>
                  </a:lnTo>
                  <a:lnTo>
                    <a:pt x="20694" y="8464"/>
                  </a:lnTo>
                  <a:lnTo>
                    <a:pt x="20608" y="8716"/>
                  </a:lnTo>
                  <a:lnTo>
                    <a:pt x="20608" y="9049"/>
                  </a:lnTo>
                  <a:lnTo>
                    <a:pt x="20134" y="9758"/>
                  </a:lnTo>
                  <a:lnTo>
                    <a:pt x="20177" y="9341"/>
                  </a:lnTo>
                  <a:lnTo>
                    <a:pt x="20264" y="8924"/>
                  </a:lnTo>
                  <a:lnTo>
                    <a:pt x="20435" y="8674"/>
                  </a:lnTo>
                  <a:lnTo>
                    <a:pt x="20435" y="8549"/>
                  </a:lnTo>
                  <a:lnTo>
                    <a:pt x="20522" y="8507"/>
                  </a:lnTo>
                  <a:lnTo>
                    <a:pt x="20565" y="8464"/>
                  </a:lnTo>
                  <a:lnTo>
                    <a:pt x="20608" y="8381"/>
                  </a:lnTo>
                  <a:lnTo>
                    <a:pt x="20608" y="8256"/>
                  </a:lnTo>
                  <a:lnTo>
                    <a:pt x="20565" y="8048"/>
                  </a:lnTo>
                  <a:lnTo>
                    <a:pt x="20652" y="7673"/>
                  </a:lnTo>
                  <a:close/>
                  <a:moveTo>
                    <a:pt x="19832" y="10049"/>
                  </a:moveTo>
                  <a:lnTo>
                    <a:pt x="19918" y="10091"/>
                  </a:lnTo>
                  <a:lnTo>
                    <a:pt x="19832" y="10174"/>
                  </a:lnTo>
                  <a:lnTo>
                    <a:pt x="19832" y="10049"/>
                  </a:lnTo>
                  <a:close/>
                  <a:moveTo>
                    <a:pt x="13452" y="9758"/>
                  </a:moveTo>
                  <a:lnTo>
                    <a:pt x="13408" y="9799"/>
                  </a:lnTo>
                  <a:lnTo>
                    <a:pt x="13279" y="9841"/>
                  </a:lnTo>
                  <a:lnTo>
                    <a:pt x="13149" y="10008"/>
                  </a:lnTo>
                  <a:lnTo>
                    <a:pt x="13149" y="10216"/>
                  </a:lnTo>
                  <a:lnTo>
                    <a:pt x="13193" y="10258"/>
                  </a:lnTo>
                  <a:lnTo>
                    <a:pt x="13408" y="10258"/>
                  </a:lnTo>
                  <a:lnTo>
                    <a:pt x="13452" y="10216"/>
                  </a:lnTo>
                  <a:lnTo>
                    <a:pt x="13581" y="10008"/>
                  </a:lnTo>
                  <a:lnTo>
                    <a:pt x="13581" y="9841"/>
                  </a:lnTo>
                  <a:lnTo>
                    <a:pt x="13537" y="9799"/>
                  </a:lnTo>
                  <a:lnTo>
                    <a:pt x="13452" y="9758"/>
                  </a:lnTo>
                  <a:close/>
                  <a:moveTo>
                    <a:pt x="19487" y="10008"/>
                  </a:moveTo>
                  <a:lnTo>
                    <a:pt x="19487" y="10299"/>
                  </a:lnTo>
                  <a:lnTo>
                    <a:pt x="19530" y="10424"/>
                  </a:lnTo>
                  <a:lnTo>
                    <a:pt x="19574" y="10508"/>
                  </a:lnTo>
                  <a:lnTo>
                    <a:pt x="19272" y="10926"/>
                  </a:lnTo>
                  <a:lnTo>
                    <a:pt x="19228" y="10676"/>
                  </a:lnTo>
                  <a:lnTo>
                    <a:pt x="19186" y="10424"/>
                  </a:lnTo>
                  <a:lnTo>
                    <a:pt x="19186" y="10341"/>
                  </a:lnTo>
                  <a:lnTo>
                    <a:pt x="19487" y="10008"/>
                  </a:lnTo>
                  <a:close/>
                  <a:moveTo>
                    <a:pt x="18884" y="10676"/>
                  </a:moveTo>
                  <a:lnTo>
                    <a:pt x="18884" y="11009"/>
                  </a:lnTo>
                  <a:lnTo>
                    <a:pt x="18926" y="11134"/>
                  </a:lnTo>
                  <a:lnTo>
                    <a:pt x="19013" y="11301"/>
                  </a:lnTo>
                  <a:lnTo>
                    <a:pt x="18797" y="11551"/>
                  </a:lnTo>
                  <a:lnTo>
                    <a:pt x="18711" y="11718"/>
                  </a:lnTo>
                  <a:lnTo>
                    <a:pt x="18755" y="11217"/>
                  </a:lnTo>
                  <a:lnTo>
                    <a:pt x="18711" y="11134"/>
                  </a:lnTo>
                  <a:lnTo>
                    <a:pt x="18625" y="11092"/>
                  </a:lnTo>
                  <a:lnTo>
                    <a:pt x="18582" y="11051"/>
                  </a:lnTo>
                  <a:lnTo>
                    <a:pt x="18884" y="10676"/>
                  </a:lnTo>
                  <a:close/>
                  <a:moveTo>
                    <a:pt x="11296" y="2669"/>
                  </a:moveTo>
                  <a:lnTo>
                    <a:pt x="11252" y="2752"/>
                  </a:lnTo>
                  <a:lnTo>
                    <a:pt x="10735" y="3252"/>
                  </a:lnTo>
                  <a:lnTo>
                    <a:pt x="10304" y="3837"/>
                  </a:lnTo>
                  <a:lnTo>
                    <a:pt x="9399" y="4962"/>
                  </a:lnTo>
                  <a:lnTo>
                    <a:pt x="8968" y="5546"/>
                  </a:lnTo>
                  <a:lnTo>
                    <a:pt x="8494" y="6089"/>
                  </a:lnTo>
                  <a:lnTo>
                    <a:pt x="8019" y="6630"/>
                  </a:lnTo>
                  <a:lnTo>
                    <a:pt x="7459" y="7131"/>
                  </a:lnTo>
                  <a:lnTo>
                    <a:pt x="7373" y="7214"/>
                  </a:lnTo>
                  <a:lnTo>
                    <a:pt x="7373" y="7339"/>
                  </a:lnTo>
                  <a:lnTo>
                    <a:pt x="7329" y="7339"/>
                  </a:lnTo>
                  <a:lnTo>
                    <a:pt x="7243" y="7381"/>
                  </a:lnTo>
                  <a:lnTo>
                    <a:pt x="7243" y="7464"/>
                  </a:lnTo>
                  <a:lnTo>
                    <a:pt x="7286" y="7506"/>
                  </a:lnTo>
                  <a:lnTo>
                    <a:pt x="7415" y="7714"/>
                  </a:lnTo>
                  <a:lnTo>
                    <a:pt x="7631" y="7923"/>
                  </a:lnTo>
                  <a:lnTo>
                    <a:pt x="8019" y="8256"/>
                  </a:lnTo>
                  <a:lnTo>
                    <a:pt x="8924" y="8882"/>
                  </a:lnTo>
                  <a:lnTo>
                    <a:pt x="9916" y="9507"/>
                  </a:lnTo>
                  <a:lnTo>
                    <a:pt x="10131" y="9674"/>
                  </a:lnTo>
                  <a:lnTo>
                    <a:pt x="10304" y="9883"/>
                  </a:lnTo>
                  <a:lnTo>
                    <a:pt x="10650" y="10299"/>
                  </a:lnTo>
                  <a:lnTo>
                    <a:pt x="10821" y="10466"/>
                  </a:lnTo>
                  <a:lnTo>
                    <a:pt x="11037" y="10633"/>
                  </a:lnTo>
                  <a:lnTo>
                    <a:pt x="11469" y="10884"/>
                  </a:lnTo>
                  <a:lnTo>
                    <a:pt x="12503" y="11551"/>
                  </a:lnTo>
                  <a:lnTo>
                    <a:pt x="13495" y="12259"/>
                  </a:lnTo>
                  <a:lnTo>
                    <a:pt x="14443" y="12968"/>
                  </a:lnTo>
                  <a:lnTo>
                    <a:pt x="14529" y="13010"/>
                  </a:lnTo>
                  <a:lnTo>
                    <a:pt x="14659" y="13010"/>
                  </a:lnTo>
                  <a:lnTo>
                    <a:pt x="14744" y="12968"/>
                  </a:lnTo>
                  <a:lnTo>
                    <a:pt x="14788" y="12926"/>
                  </a:lnTo>
                  <a:lnTo>
                    <a:pt x="14831" y="12843"/>
                  </a:lnTo>
                  <a:lnTo>
                    <a:pt x="14874" y="12718"/>
                  </a:lnTo>
                  <a:lnTo>
                    <a:pt x="14831" y="12635"/>
                  </a:lnTo>
                  <a:lnTo>
                    <a:pt x="14744" y="12551"/>
                  </a:lnTo>
                  <a:lnTo>
                    <a:pt x="13839" y="11843"/>
                  </a:lnTo>
                  <a:lnTo>
                    <a:pt x="13883" y="11801"/>
                  </a:lnTo>
                  <a:lnTo>
                    <a:pt x="14012" y="11593"/>
                  </a:lnTo>
                  <a:lnTo>
                    <a:pt x="14098" y="11384"/>
                  </a:lnTo>
                  <a:lnTo>
                    <a:pt x="14098" y="11301"/>
                  </a:lnTo>
                  <a:lnTo>
                    <a:pt x="14054" y="11259"/>
                  </a:lnTo>
                  <a:lnTo>
                    <a:pt x="13969" y="11259"/>
                  </a:lnTo>
                  <a:lnTo>
                    <a:pt x="13796" y="11426"/>
                  </a:lnTo>
                  <a:lnTo>
                    <a:pt x="13624" y="11634"/>
                  </a:lnTo>
                  <a:lnTo>
                    <a:pt x="13581" y="11676"/>
                  </a:lnTo>
                  <a:lnTo>
                    <a:pt x="12934" y="11217"/>
                  </a:lnTo>
                  <a:lnTo>
                    <a:pt x="12718" y="11092"/>
                  </a:lnTo>
                  <a:lnTo>
                    <a:pt x="12762" y="11009"/>
                  </a:lnTo>
                  <a:lnTo>
                    <a:pt x="12805" y="10926"/>
                  </a:lnTo>
                  <a:lnTo>
                    <a:pt x="12977" y="10759"/>
                  </a:lnTo>
                  <a:lnTo>
                    <a:pt x="13020" y="10716"/>
                  </a:lnTo>
                  <a:lnTo>
                    <a:pt x="13020" y="10591"/>
                  </a:lnTo>
                  <a:lnTo>
                    <a:pt x="12934" y="10550"/>
                  </a:lnTo>
                  <a:lnTo>
                    <a:pt x="12891" y="10591"/>
                  </a:lnTo>
                  <a:lnTo>
                    <a:pt x="12805" y="10550"/>
                  </a:lnTo>
                  <a:lnTo>
                    <a:pt x="12718" y="10591"/>
                  </a:lnTo>
                  <a:lnTo>
                    <a:pt x="12589" y="10716"/>
                  </a:lnTo>
                  <a:lnTo>
                    <a:pt x="12460" y="10884"/>
                  </a:lnTo>
                  <a:lnTo>
                    <a:pt x="11899" y="10550"/>
                  </a:lnTo>
                  <a:lnTo>
                    <a:pt x="11813" y="10466"/>
                  </a:lnTo>
                  <a:lnTo>
                    <a:pt x="12028" y="10133"/>
                  </a:lnTo>
                  <a:lnTo>
                    <a:pt x="12028" y="10008"/>
                  </a:lnTo>
                  <a:lnTo>
                    <a:pt x="11986" y="9924"/>
                  </a:lnTo>
                  <a:lnTo>
                    <a:pt x="11857" y="9883"/>
                  </a:lnTo>
                  <a:lnTo>
                    <a:pt x="11813" y="9924"/>
                  </a:lnTo>
                  <a:lnTo>
                    <a:pt x="11770" y="9966"/>
                  </a:lnTo>
                  <a:lnTo>
                    <a:pt x="11469" y="10299"/>
                  </a:lnTo>
                  <a:lnTo>
                    <a:pt x="11209" y="10091"/>
                  </a:lnTo>
                  <a:lnTo>
                    <a:pt x="10994" y="9883"/>
                  </a:lnTo>
                  <a:lnTo>
                    <a:pt x="10735" y="9591"/>
                  </a:lnTo>
                  <a:lnTo>
                    <a:pt x="10821" y="9466"/>
                  </a:lnTo>
                  <a:lnTo>
                    <a:pt x="10908" y="9341"/>
                  </a:lnTo>
                  <a:lnTo>
                    <a:pt x="10994" y="9049"/>
                  </a:lnTo>
                  <a:lnTo>
                    <a:pt x="10994" y="8966"/>
                  </a:lnTo>
                  <a:lnTo>
                    <a:pt x="10950" y="8924"/>
                  </a:lnTo>
                  <a:lnTo>
                    <a:pt x="10865" y="8924"/>
                  </a:lnTo>
                  <a:lnTo>
                    <a:pt x="10779" y="8966"/>
                  </a:lnTo>
                  <a:lnTo>
                    <a:pt x="10563" y="9216"/>
                  </a:lnTo>
                  <a:lnTo>
                    <a:pt x="10520" y="9299"/>
                  </a:lnTo>
                  <a:lnTo>
                    <a:pt x="10304" y="9132"/>
                  </a:lnTo>
                  <a:lnTo>
                    <a:pt x="9787" y="8799"/>
                  </a:lnTo>
                  <a:lnTo>
                    <a:pt x="9830" y="8464"/>
                  </a:lnTo>
                  <a:lnTo>
                    <a:pt x="9830" y="8424"/>
                  </a:lnTo>
                  <a:lnTo>
                    <a:pt x="9787" y="8339"/>
                  </a:lnTo>
                  <a:lnTo>
                    <a:pt x="9743" y="8299"/>
                  </a:lnTo>
                  <a:lnTo>
                    <a:pt x="9614" y="8299"/>
                  </a:lnTo>
                  <a:lnTo>
                    <a:pt x="9528" y="8339"/>
                  </a:lnTo>
                  <a:lnTo>
                    <a:pt x="9485" y="8464"/>
                  </a:lnTo>
                  <a:lnTo>
                    <a:pt x="9443" y="8590"/>
                  </a:lnTo>
                  <a:lnTo>
                    <a:pt x="9356" y="8549"/>
                  </a:lnTo>
                  <a:lnTo>
                    <a:pt x="8709" y="8089"/>
                  </a:lnTo>
                  <a:lnTo>
                    <a:pt x="8753" y="8048"/>
                  </a:lnTo>
                  <a:lnTo>
                    <a:pt x="8838" y="7923"/>
                  </a:lnTo>
                  <a:lnTo>
                    <a:pt x="8838" y="7798"/>
                  </a:lnTo>
                  <a:lnTo>
                    <a:pt x="8882" y="7673"/>
                  </a:lnTo>
                  <a:lnTo>
                    <a:pt x="8838" y="7631"/>
                  </a:lnTo>
                  <a:lnTo>
                    <a:pt x="8795" y="7631"/>
                  </a:lnTo>
                  <a:lnTo>
                    <a:pt x="8709" y="7673"/>
                  </a:lnTo>
                  <a:lnTo>
                    <a:pt x="8623" y="7673"/>
                  </a:lnTo>
                  <a:lnTo>
                    <a:pt x="8494" y="7756"/>
                  </a:lnTo>
                  <a:lnTo>
                    <a:pt x="8364" y="7839"/>
                  </a:lnTo>
                  <a:lnTo>
                    <a:pt x="7804" y="7547"/>
                  </a:lnTo>
                  <a:lnTo>
                    <a:pt x="7804" y="7506"/>
                  </a:lnTo>
                  <a:lnTo>
                    <a:pt x="8364" y="7006"/>
                  </a:lnTo>
                  <a:lnTo>
                    <a:pt x="8882" y="6422"/>
                  </a:lnTo>
                  <a:lnTo>
                    <a:pt x="8924" y="6505"/>
                  </a:lnTo>
                  <a:lnTo>
                    <a:pt x="8968" y="6547"/>
                  </a:lnTo>
                  <a:lnTo>
                    <a:pt x="9097" y="6547"/>
                  </a:lnTo>
                  <a:lnTo>
                    <a:pt x="9443" y="6339"/>
                  </a:lnTo>
                  <a:lnTo>
                    <a:pt x="9787" y="6130"/>
                  </a:lnTo>
                  <a:lnTo>
                    <a:pt x="10131" y="5921"/>
                  </a:lnTo>
                  <a:lnTo>
                    <a:pt x="10477" y="5712"/>
                  </a:lnTo>
                  <a:lnTo>
                    <a:pt x="10865" y="5546"/>
                  </a:lnTo>
                  <a:lnTo>
                    <a:pt x="11252" y="5379"/>
                  </a:lnTo>
                  <a:lnTo>
                    <a:pt x="11684" y="5296"/>
                  </a:lnTo>
                  <a:lnTo>
                    <a:pt x="12115" y="5254"/>
                  </a:lnTo>
                  <a:lnTo>
                    <a:pt x="12330" y="5254"/>
                  </a:lnTo>
                  <a:lnTo>
                    <a:pt x="12547" y="5296"/>
                  </a:lnTo>
                  <a:lnTo>
                    <a:pt x="12718" y="5379"/>
                  </a:lnTo>
                  <a:lnTo>
                    <a:pt x="12847" y="5504"/>
                  </a:lnTo>
                  <a:lnTo>
                    <a:pt x="12977" y="5671"/>
                  </a:lnTo>
                  <a:lnTo>
                    <a:pt x="13020" y="5839"/>
                  </a:lnTo>
                  <a:lnTo>
                    <a:pt x="13106" y="6255"/>
                  </a:lnTo>
                  <a:lnTo>
                    <a:pt x="13106" y="7589"/>
                  </a:lnTo>
                  <a:lnTo>
                    <a:pt x="13149" y="7964"/>
                  </a:lnTo>
                  <a:lnTo>
                    <a:pt x="13235" y="8381"/>
                  </a:lnTo>
                  <a:lnTo>
                    <a:pt x="13452" y="8757"/>
                  </a:lnTo>
                  <a:lnTo>
                    <a:pt x="13408" y="8882"/>
                  </a:lnTo>
                  <a:lnTo>
                    <a:pt x="13366" y="9007"/>
                  </a:lnTo>
                  <a:lnTo>
                    <a:pt x="13366" y="9257"/>
                  </a:lnTo>
                  <a:lnTo>
                    <a:pt x="13452" y="9382"/>
                  </a:lnTo>
                  <a:lnTo>
                    <a:pt x="13495" y="9466"/>
                  </a:lnTo>
                  <a:lnTo>
                    <a:pt x="13624" y="9549"/>
                  </a:lnTo>
                  <a:lnTo>
                    <a:pt x="13710" y="9633"/>
                  </a:lnTo>
                  <a:lnTo>
                    <a:pt x="13839" y="9674"/>
                  </a:lnTo>
                  <a:lnTo>
                    <a:pt x="14227" y="9674"/>
                  </a:lnTo>
                  <a:lnTo>
                    <a:pt x="14615" y="9883"/>
                  </a:lnTo>
                  <a:lnTo>
                    <a:pt x="15003" y="10049"/>
                  </a:lnTo>
                  <a:lnTo>
                    <a:pt x="15305" y="10091"/>
                  </a:lnTo>
                  <a:lnTo>
                    <a:pt x="15651" y="10091"/>
                  </a:lnTo>
                  <a:lnTo>
                    <a:pt x="16038" y="10008"/>
                  </a:lnTo>
                  <a:lnTo>
                    <a:pt x="16383" y="9883"/>
                  </a:lnTo>
                  <a:lnTo>
                    <a:pt x="16728" y="9758"/>
                  </a:lnTo>
                  <a:lnTo>
                    <a:pt x="17029" y="9549"/>
                  </a:lnTo>
                  <a:lnTo>
                    <a:pt x="17331" y="9341"/>
                  </a:lnTo>
                  <a:lnTo>
                    <a:pt x="17548" y="9132"/>
                  </a:lnTo>
                  <a:lnTo>
                    <a:pt x="17590" y="9091"/>
                  </a:lnTo>
                  <a:lnTo>
                    <a:pt x="17590" y="9007"/>
                  </a:lnTo>
                  <a:lnTo>
                    <a:pt x="17548" y="8882"/>
                  </a:lnTo>
                  <a:lnTo>
                    <a:pt x="17418" y="8841"/>
                  </a:lnTo>
                  <a:lnTo>
                    <a:pt x="17289" y="8841"/>
                  </a:lnTo>
                  <a:lnTo>
                    <a:pt x="16599" y="9257"/>
                  </a:lnTo>
                  <a:lnTo>
                    <a:pt x="16253" y="9424"/>
                  </a:lnTo>
                  <a:lnTo>
                    <a:pt x="15822" y="9549"/>
                  </a:lnTo>
                  <a:lnTo>
                    <a:pt x="15521" y="9633"/>
                  </a:lnTo>
                  <a:lnTo>
                    <a:pt x="15176" y="9591"/>
                  </a:lnTo>
                  <a:lnTo>
                    <a:pt x="14917" y="9507"/>
                  </a:lnTo>
                  <a:lnTo>
                    <a:pt x="14659" y="9341"/>
                  </a:lnTo>
                  <a:lnTo>
                    <a:pt x="14744" y="9216"/>
                  </a:lnTo>
                  <a:lnTo>
                    <a:pt x="14788" y="9049"/>
                  </a:lnTo>
                  <a:lnTo>
                    <a:pt x="14788" y="8924"/>
                  </a:lnTo>
                  <a:lnTo>
                    <a:pt x="14744" y="8841"/>
                  </a:lnTo>
                  <a:lnTo>
                    <a:pt x="14702" y="8799"/>
                  </a:lnTo>
                  <a:lnTo>
                    <a:pt x="14486" y="8674"/>
                  </a:lnTo>
                  <a:lnTo>
                    <a:pt x="14271" y="8549"/>
                  </a:lnTo>
                  <a:lnTo>
                    <a:pt x="13883" y="8549"/>
                  </a:lnTo>
                  <a:lnTo>
                    <a:pt x="13667" y="8089"/>
                  </a:lnTo>
                  <a:lnTo>
                    <a:pt x="13537" y="7631"/>
                  </a:lnTo>
                  <a:lnTo>
                    <a:pt x="13537" y="6839"/>
                  </a:lnTo>
                  <a:lnTo>
                    <a:pt x="13581" y="6422"/>
                  </a:lnTo>
                  <a:lnTo>
                    <a:pt x="13537" y="6004"/>
                  </a:lnTo>
                  <a:lnTo>
                    <a:pt x="13452" y="5671"/>
                  </a:lnTo>
                  <a:lnTo>
                    <a:pt x="13322" y="5379"/>
                  </a:lnTo>
                  <a:lnTo>
                    <a:pt x="13149" y="5171"/>
                  </a:lnTo>
                  <a:lnTo>
                    <a:pt x="12934" y="5004"/>
                  </a:lnTo>
                  <a:lnTo>
                    <a:pt x="12676" y="4921"/>
                  </a:lnTo>
                  <a:lnTo>
                    <a:pt x="12417" y="4837"/>
                  </a:lnTo>
                  <a:lnTo>
                    <a:pt x="11813" y="4837"/>
                  </a:lnTo>
                  <a:lnTo>
                    <a:pt x="11469" y="4879"/>
                  </a:lnTo>
                  <a:lnTo>
                    <a:pt x="11123" y="4962"/>
                  </a:lnTo>
                  <a:lnTo>
                    <a:pt x="10477" y="5212"/>
                  </a:lnTo>
                  <a:lnTo>
                    <a:pt x="9873" y="5546"/>
                  </a:lnTo>
                  <a:lnTo>
                    <a:pt x="9356" y="5921"/>
                  </a:lnTo>
                  <a:lnTo>
                    <a:pt x="9743" y="5421"/>
                  </a:lnTo>
                  <a:lnTo>
                    <a:pt x="10650" y="4254"/>
                  </a:lnTo>
                  <a:lnTo>
                    <a:pt x="11123" y="3627"/>
                  </a:lnTo>
                  <a:lnTo>
                    <a:pt x="11555" y="3002"/>
                  </a:lnTo>
                  <a:lnTo>
                    <a:pt x="11598" y="2919"/>
                  </a:lnTo>
                  <a:lnTo>
                    <a:pt x="11598" y="2877"/>
                  </a:lnTo>
                  <a:lnTo>
                    <a:pt x="11511" y="2752"/>
                  </a:lnTo>
                  <a:lnTo>
                    <a:pt x="11425" y="2710"/>
                  </a:lnTo>
                  <a:lnTo>
                    <a:pt x="11382" y="2669"/>
                  </a:lnTo>
                  <a:close/>
                  <a:moveTo>
                    <a:pt x="18409" y="11217"/>
                  </a:moveTo>
                  <a:lnTo>
                    <a:pt x="18452" y="11259"/>
                  </a:lnTo>
                  <a:lnTo>
                    <a:pt x="18367" y="11801"/>
                  </a:lnTo>
                  <a:lnTo>
                    <a:pt x="18409" y="11843"/>
                  </a:lnTo>
                  <a:lnTo>
                    <a:pt x="18409" y="11884"/>
                  </a:lnTo>
                  <a:lnTo>
                    <a:pt x="18538" y="11926"/>
                  </a:lnTo>
                  <a:lnTo>
                    <a:pt x="18150" y="12385"/>
                  </a:lnTo>
                  <a:lnTo>
                    <a:pt x="18150" y="12301"/>
                  </a:lnTo>
                  <a:lnTo>
                    <a:pt x="18021" y="11926"/>
                  </a:lnTo>
                  <a:lnTo>
                    <a:pt x="17978" y="11884"/>
                  </a:lnTo>
                  <a:lnTo>
                    <a:pt x="17935" y="11884"/>
                  </a:lnTo>
                  <a:lnTo>
                    <a:pt x="17892" y="11926"/>
                  </a:lnTo>
                  <a:lnTo>
                    <a:pt x="17892" y="11968"/>
                  </a:lnTo>
                  <a:lnTo>
                    <a:pt x="17848" y="12301"/>
                  </a:lnTo>
                  <a:lnTo>
                    <a:pt x="17848" y="12718"/>
                  </a:lnTo>
                  <a:lnTo>
                    <a:pt x="17892" y="12760"/>
                  </a:lnTo>
                  <a:lnTo>
                    <a:pt x="17331" y="13469"/>
                  </a:lnTo>
                  <a:lnTo>
                    <a:pt x="17331" y="12635"/>
                  </a:lnTo>
                  <a:lnTo>
                    <a:pt x="17289" y="12593"/>
                  </a:lnTo>
                  <a:lnTo>
                    <a:pt x="18021" y="11718"/>
                  </a:lnTo>
                  <a:lnTo>
                    <a:pt x="18409" y="11217"/>
                  </a:lnTo>
                  <a:close/>
                  <a:moveTo>
                    <a:pt x="17073" y="12843"/>
                  </a:moveTo>
                  <a:lnTo>
                    <a:pt x="16987" y="13136"/>
                  </a:lnTo>
                  <a:lnTo>
                    <a:pt x="16943" y="13386"/>
                  </a:lnTo>
                  <a:lnTo>
                    <a:pt x="16987" y="13511"/>
                  </a:lnTo>
                  <a:lnTo>
                    <a:pt x="17029" y="13594"/>
                  </a:lnTo>
                  <a:lnTo>
                    <a:pt x="17116" y="13636"/>
                  </a:lnTo>
                  <a:lnTo>
                    <a:pt x="17160" y="13636"/>
                  </a:lnTo>
                  <a:lnTo>
                    <a:pt x="16599" y="14345"/>
                  </a:lnTo>
                  <a:lnTo>
                    <a:pt x="16512" y="14386"/>
                  </a:lnTo>
                  <a:lnTo>
                    <a:pt x="16512" y="13678"/>
                  </a:lnTo>
                  <a:lnTo>
                    <a:pt x="16470" y="13553"/>
                  </a:lnTo>
                  <a:lnTo>
                    <a:pt x="17073" y="12843"/>
                  </a:lnTo>
                  <a:close/>
                  <a:moveTo>
                    <a:pt x="5649" y="9091"/>
                  </a:moveTo>
                  <a:lnTo>
                    <a:pt x="5605" y="9132"/>
                  </a:lnTo>
                  <a:lnTo>
                    <a:pt x="5605" y="9174"/>
                  </a:lnTo>
                  <a:lnTo>
                    <a:pt x="5820" y="9341"/>
                  </a:lnTo>
                  <a:lnTo>
                    <a:pt x="5993" y="9466"/>
                  </a:lnTo>
                  <a:lnTo>
                    <a:pt x="6554" y="9758"/>
                  </a:lnTo>
                  <a:lnTo>
                    <a:pt x="7200" y="10049"/>
                  </a:lnTo>
                  <a:lnTo>
                    <a:pt x="7804" y="10383"/>
                  </a:lnTo>
                  <a:lnTo>
                    <a:pt x="8364" y="10801"/>
                  </a:lnTo>
                  <a:lnTo>
                    <a:pt x="8882" y="11176"/>
                  </a:lnTo>
                  <a:lnTo>
                    <a:pt x="9916" y="12093"/>
                  </a:lnTo>
                  <a:lnTo>
                    <a:pt x="10865" y="12926"/>
                  </a:lnTo>
                  <a:lnTo>
                    <a:pt x="11857" y="13761"/>
                  </a:lnTo>
                  <a:lnTo>
                    <a:pt x="12157" y="14011"/>
                  </a:lnTo>
                  <a:lnTo>
                    <a:pt x="12632" y="14386"/>
                  </a:lnTo>
                  <a:lnTo>
                    <a:pt x="12847" y="14511"/>
                  </a:lnTo>
                  <a:lnTo>
                    <a:pt x="13064" y="14595"/>
                  </a:lnTo>
                  <a:lnTo>
                    <a:pt x="13193" y="14595"/>
                  </a:lnTo>
                  <a:lnTo>
                    <a:pt x="13279" y="14553"/>
                  </a:lnTo>
                  <a:lnTo>
                    <a:pt x="13322" y="14511"/>
                  </a:lnTo>
                  <a:lnTo>
                    <a:pt x="13366" y="14428"/>
                  </a:lnTo>
                  <a:lnTo>
                    <a:pt x="13366" y="14303"/>
                  </a:lnTo>
                  <a:lnTo>
                    <a:pt x="13322" y="14178"/>
                  </a:lnTo>
                  <a:lnTo>
                    <a:pt x="13106" y="14011"/>
                  </a:lnTo>
                  <a:lnTo>
                    <a:pt x="12589" y="13636"/>
                  </a:lnTo>
                  <a:lnTo>
                    <a:pt x="12072" y="13219"/>
                  </a:lnTo>
                  <a:lnTo>
                    <a:pt x="11037" y="12343"/>
                  </a:lnTo>
                  <a:lnTo>
                    <a:pt x="10045" y="11426"/>
                  </a:lnTo>
                  <a:lnTo>
                    <a:pt x="9528" y="11009"/>
                  </a:lnTo>
                  <a:lnTo>
                    <a:pt x="9053" y="10633"/>
                  </a:lnTo>
                  <a:lnTo>
                    <a:pt x="8494" y="10258"/>
                  </a:lnTo>
                  <a:lnTo>
                    <a:pt x="7976" y="9883"/>
                  </a:lnTo>
                  <a:lnTo>
                    <a:pt x="7415" y="9591"/>
                  </a:lnTo>
                  <a:lnTo>
                    <a:pt x="6856" y="9341"/>
                  </a:lnTo>
                  <a:lnTo>
                    <a:pt x="6295" y="9132"/>
                  </a:lnTo>
                  <a:lnTo>
                    <a:pt x="6122" y="9091"/>
                  </a:lnTo>
                  <a:close/>
                  <a:moveTo>
                    <a:pt x="1121" y="14303"/>
                  </a:moveTo>
                  <a:lnTo>
                    <a:pt x="1294" y="14428"/>
                  </a:lnTo>
                  <a:lnTo>
                    <a:pt x="1251" y="14511"/>
                  </a:lnTo>
                  <a:lnTo>
                    <a:pt x="1251" y="14636"/>
                  </a:lnTo>
                  <a:lnTo>
                    <a:pt x="1294" y="14595"/>
                  </a:lnTo>
                  <a:lnTo>
                    <a:pt x="1423" y="14678"/>
                  </a:lnTo>
                  <a:lnTo>
                    <a:pt x="1466" y="14761"/>
                  </a:lnTo>
                  <a:lnTo>
                    <a:pt x="1466" y="14845"/>
                  </a:lnTo>
                  <a:lnTo>
                    <a:pt x="1509" y="15053"/>
                  </a:lnTo>
                  <a:lnTo>
                    <a:pt x="1165" y="14886"/>
                  </a:lnTo>
                  <a:lnTo>
                    <a:pt x="992" y="14845"/>
                  </a:lnTo>
                  <a:lnTo>
                    <a:pt x="819" y="14803"/>
                  </a:lnTo>
                  <a:lnTo>
                    <a:pt x="992" y="14511"/>
                  </a:lnTo>
                  <a:lnTo>
                    <a:pt x="1121" y="14303"/>
                  </a:lnTo>
                  <a:close/>
                  <a:moveTo>
                    <a:pt x="3191" y="12343"/>
                  </a:moveTo>
                  <a:lnTo>
                    <a:pt x="3104" y="12426"/>
                  </a:lnTo>
                  <a:lnTo>
                    <a:pt x="3104" y="12468"/>
                  </a:lnTo>
                  <a:lnTo>
                    <a:pt x="3277" y="12676"/>
                  </a:lnTo>
                  <a:lnTo>
                    <a:pt x="3450" y="12801"/>
                  </a:lnTo>
                  <a:lnTo>
                    <a:pt x="3881" y="13010"/>
                  </a:lnTo>
                  <a:lnTo>
                    <a:pt x="4440" y="13386"/>
                  </a:lnTo>
                  <a:lnTo>
                    <a:pt x="5001" y="13761"/>
                  </a:lnTo>
                  <a:lnTo>
                    <a:pt x="5993" y="14511"/>
                  </a:lnTo>
                  <a:lnTo>
                    <a:pt x="6510" y="14886"/>
                  </a:lnTo>
                  <a:lnTo>
                    <a:pt x="6769" y="15053"/>
                  </a:lnTo>
                  <a:lnTo>
                    <a:pt x="6898" y="15095"/>
                  </a:lnTo>
                  <a:lnTo>
                    <a:pt x="7114" y="15095"/>
                  </a:lnTo>
                  <a:lnTo>
                    <a:pt x="7200" y="15053"/>
                  </a:lnTo>
                  <a:lnTo>
                    <a:pt x="7243" y="14970"/>
                  </a:lnTo>
                  <a:lnTo>
                    <a:pt x="7200" y="14845"/>
                  </a:lnTo>
                  <a:lnTo>
                    <a:pt x="7157" y="14761"/>
                  </a:lnTo>
                  <a:lnTo>
                    <a:pt x="7071" y="14636"/>
                  </a:lnTo>
                  <a:lnTo>
                    <a:pt x="6898" y="14470"/>
                  </a:lnTo>
                  <a:lnTo>
                    <a:pt x="6467" y="14178"/>
                  </a:lnTo>
                  <a:lnTo>
                    <a:pt x="5303" y="13344"/>
                  </a:lnTo>
                  <a:lnTo>
                    <a:pt x="4742" y="12968"/>
                  </a:lnTo>
                  <a:lnTo>
                    <a:pt x="4139" y="12593"/>
                  </a:lnTo>
                  <a:lnTo>
                    <a:pt x="3923" y="12510"/>
                  </a:lnTo>
                  <a:lnTo>
                    <a:pt x="3665" y="12385"/>
                  </a:lnTo>
                  <a:lnTo>
                    <a:pt x="3450" y="12343"/>
                  </a:lnTo>
                  <a:close/>
                  <a:moveTo>
                    <a:pt x="16168" y="13928"/>
                  </a:moveTo>
                  <a:lnTo>
                    <a:pt x="16124" y="14053"/>
                  </a:lnTo>
                  <a:lnTo>
                    <a:pt x="16124" y="14678"/>
                  </a:lnTo>
                  <a:lnTo>
                    <a:pt x="16168" y="14761"/>
                  </a:lnTo>
                  <a:lnTo>
                    <a:pt x="16211" y="14803"/>
                  </a:lnTo>
                  <a:lnTo>
                    <a:pt x="16124" y="14886"/>
                  </a:lnTo>
                  <a:lnTo>
                    <a:pt x="15736" y="15387"/>
                  </a:lnTo>
                  <a:lnTo>
                    <a:pt x="15780" y="14928"/>
                  </a:lnTo>
                  <a:lnTo>
                    <a:pt x="15822" y="14678"/>
                  </a:lnTo>
                  <a:lnTo>
                    <a:pt x="15822" y="14511"/>
                  </a:lnTo>
                  <a:lnTo>
                    <a:pt x="15780" y="14386"/>
                  </a:lnTo>
                  <a:lnTo>
                    <a:pt x="16168" y="13928"/>
                  </a:lnTo>
                  <a:close/>
                  <a:moveTo>
                    <a:pt x="5174" y="9883"/>
                  </a:moveTo>
                  <a:lnTo>
                    <a:pt x="5088" y="9924"/>
                  </a:lnTo>
                  <a:lnTo>
                    <a:pt x="5001" y="10008"/>
                  </a:lnTo>
                  <a:lnTo>
                    <a:pt x="5001" y="10216"/>
                  </a:lnTo>
                  <a:lnTo>
                    <a:pt x="5044" y="10299"/>
                  </a:lnTo>
                  <a:lnTo>
                    <a:pt x="5130" y="10383"/>
                  </a:lnTo>
                  <a:lnTo>
                    <a:pt x="5303" y="10466"/>
                  </a:lnTo>
                  <a:lnTo>
                    <a:pt x="5691" y="10633"/>
                  </a:lnTo>
                  <a:lnTo>
                    <a:pt x="6036" y="10801"/>
                  </a:lnTo>
                  <a:lnTo>
                    <a:pt x="6337" y="10967"/>
                  </a:lnTo>
                  <a:lnTo>
                    <a:pt x="6898" y="11384"/>
                  </a:lnTo>
                  <a:lnTo>
                    <a:pt x="7459" y="11843"/>
                  </a:lnTo>
                  <a:lnTo>
                    <a:pt x="7976" y="12343"/>
                  </a:lnTo>
                  <a:lnTo>
                    <a:pt x="10089" y="14094"/>
                  </a:lnTo>
                  <a:lnTo>
                    <a:pt x="11167" y="14970"/>
                  </a:lnTo>
                  <a:lnTo>
                    <a:pt x="11425" y="15136"/>
                  </a:lnTo>
                  <a:lnTo>
                    <a:pt x="11684" y="15303"/>
                  </a:lnTo>
                  <a:lnTo>
                    <a:pt x="11942" y="15428"/>
                  </a:lnTo>
                  <a:lnTo>
                    <a:pt x="12072" y="15470"/>
                  </a:lnTo>
                  <a:lnTo>
                    <a:pt x="12201" y="15470"/>
                  </a:lnTo>
                  <a:lnTo>
                    <a:pt x="12287" y="15428"/>
                  </a:lnTo>
                  <a:lnTo>
                    <a:pt x="12330" y="15387"/>
                  </a:lnTo>
                  <a:lnTo>
                    <a:pt x="12374" y="15303"/>
                  </a:lnTo>
                  <a:lnTo>
                    <a:pt x="12330" y="15220"/>
                  </a:lnTo>
                  <a:lnTo>
                    <a:pt x="12244" y="15053"/>
                  </a:lnTo>
                  <a:lnTo>
                    <a:pt x="12072" y="14928"/>
                  </a:lnTo>
                  <a:lnTo>
                    <a:pt x="11727" y="14720"/>
                  </a:lnTo>
                  <a:lnTo>
                    <a:pt x="11209" y="14345"/>
                  </a:lnTo>
                  <a:lnTo>
                    <a:pt x="10735" y="13969"/>
                  </a:lnTo>
                  <a:lnTo>
                    <a:pt x="8882" y="12426"/>
                  </a:lnTo>
                  <a:lnTo>
                    <a:pt x="8019" y="11676"/>
                  </a:lnTo>
                  <a:lnTo>
                    <a:pt x="7157" y="10967"/>
                  </a:lnTo>
                  <a:lnTo>
                    <a:pt x="6683" y="10633"/>
                  </a:lnTo>
                  <a:lnTo>
                    <a:pt x="6166" y="10341"/>
                  </a:lnTo>
                  <a:lnTo>
                    <a:pt x="5605" y="10174"/>
                  </a:lnTo>
                  <a:lnTo>
                    <a:pt x="5347" y="10049"/>
                  </a:lnTo>
                  <a:lnTo>
                    <a:pt x="5260" y="9966"/>
                  </a:lnTo>
                  <a:lnTo>
                    <a:pt x="5217" y="9883"/>
                  </a:lnTo>
                  <a:close/>
                  <a:moveTo>
                    <a:pt x="1811" y="14803"/>
                  </a:moveTo>
                  <a:lnTo>
                    <a:pt x="2458" y="15220"/>
                  </a:lnTo>
                  <a:lnTo>
                    <a:pt x="2458" y="15428"/>
                  </a:lnTo>
                  <a:lnTo>
                    <a:pt x="2499" y="15630"/>
                  </a:lnTo>
                  <a:lnTo>
                    <a:pt x="1768" y="15220"/>
                  </a:lnTo>
                  <a:lnTo>
                    <a:pt x="1855" y="15178"/>
                  </a:lnTo>
                  <a:lnTo>
                    <a:pt x="1897" y="15136"/>
                  </a:lnTo>
                  <a:lnTo>
                    <a:pt x="1897" y="15011"/>
                  </a:lnTo>
                  <a:lnTo>
                    <a:pt x="1811" y="14886"/>
                  </a:lnTo>
                  <a:lnTo>
                    <a:pt x="1811" y="14803"/>
                  </a:lnTo>
                  <a:close/>
                  <a:moveTo>
                    <a:pt x="15521" y="14720"/>
                  </a:moveTo>
                  <a:lnTo>
                    <a:pt x="15478" y="14803"/>
                  </a:lnTo>
                  <a:lnTo>
                    <a:pt x="15348" y="15638"/>
                  </a:lnTo>
                  <a:lnTo>
                    <a:pt x="15348" y="15721"/>
                  </a:lnTo>
                  <a:lnTo>
                    <a:pt x="15392" y="15763"/>
                  </a:lnTo>
                  <a:lnTo>
                    <a:pt x="15176" y="16013"/>
                  </a:lnTo>
                  <a:lnTo>
                    <a:pt x="15176" y="15596"/>
                  </a:lnTo>
                  <a:lnTo>
                    <a:pt x="15132" y="15178"/>
                  </a:lnTo>
                  <a:lnTo>
                    <a:pt x="15521" y="14720"/>
                  </a:lnTo>
                  <a:close/>
                  <a:moveTo>
                    <a:pt x="2889" y="15513"/>
                  </a:moveTo>
                  <a:lnTo>
                    <a:pt x="3104" y="15679"/>
                  </a:lnTo>
                  <a:lnTo>
                    <a:pt x="3277" y="15804"/>
                  </a:lnTo>
                  <a:lnTo>
                    <a:pt x="3277" y="16013"/>
                  </a:lnTo>
                  <a:lnTo>
                    <a:pt x="3320" y="16180"/>
                  </a:lnTo>
                  <a:lnTo>
                    <a:pt x="3062" y="16013"/>
                  </a:lnTo>
                  <a:lnTo>
                    <a:pt x="2803" y="15846"/>
                  </a:lnTo>
                  <a:lnTo>
                    <a:pt x="2932" y="15846"/>
                  </a:lnTo>
                  <a:lnTo>
                    <a:pt x="3018" y="15763"/>
                  </a:lnTo>
                  <a:lnTo>
                    <a:pt x="3018" y="15638"/>
                  </a:lnTo>
                  <a:lnTo>
                    <a:pt x="2889" y="15513"/>
                  </a:lnTo>
                  <a:close/>
                  <a:moveTo>
                    <a:pt x="4225" y="11134"/>
                  </a:moveTo>
                  <a:lnTo>
                    <a:pt x="4182" y="11176"/>
                  </a:lnTo>
                  <a:lnTo>
                    <a:pt x="4139" y="11217"/>
                  </a:lnTo>
                  <a:lnTo>
                    <a:pt x="4182" y="11342"/>
                  </a:lnTo>
                  <a:lnTo>
                    <a:pt x="4225" y="11468"/>
                  </a:lnTo>
                  <a:lnTo>
                    <a:pt x="4484" y="11634"/>
                  </a:lnTo>
                  <a:lnTo>
                    <a:pt x="5476" y="12301"/>
                  </a:lnTo>
                  <a:lnTo>
                    <a:pt x="6424" y="13093"/>
                  </a:lnTo>
                  <a:lnTo>
                    <a:pt x="7329" y="13844"/>
                  </a:lnTo>
                  <a:lnTo>
                    <a:pt x="8321" y="14595"/>
                  </a:lnTo>
                  <a:lnTo>
                    <a:pt x="9312" y="15303"/>
                  </a:lnTo>
                  <a:lnTo>
                    <a:pt x="10261" y="15971"/>
                  </a:lnTo>
                  <a:lnTo>
                    <a:pt x="10735" y="16305"/>
                  </a:lnTo>
                  <a:lnTo>
                    <a:pt x="11252" y="16555"/>
                  </a:lnTo>
                  <a:lnTo>
                    <a:pt x="11382" y="16555"/>
                  </a:lnTo>
                  <a:lnTo>
                    <a:pt x="11511" y="16513"/>
                  </a:lnTo>
                  <a:lnTo>
                    <a:pt x="11598" y="16430"/>
                  </a:lnTo>
                  <a:lnTo>
                    <a:pt x="11640" y="16388"/>
                  </a:lnTo>
                  <a:lnTo>
                    <a:pt x="11640" y="16263"/>
                  </a:lnTo>
                  <a:lnTo>
                    <a:pt x="11598" y="16221"/>
                  </a:lnTo>
                  <a:lnTo>
                    <a:pt x="11511" y="16138"/>
                  </a:lnTo>
                  <a:lnTo>
                    <a:pt x="11425" y="16096"/>
                  </a:lnTo>
                  <a:lnTo>
                    <a:pt x="11167" y="15929"/>
                  </a:lnTo>
                  <a:lnTo>
                    <a:pt x="10908" y="15763"/>
                  </a:lnTo>
                  <a:lnTo>
                    <a:pt x="9743" y="15011"/>
                  </a:lnTo>
                  <a:lnTo>
                    <a:pt x="8666" y="14219"/>
                  </a:lnTo>
                  <a:lnTo>
                    <a:pt x="7631" y="13428"/>
                  </a:lnTo>
                  <a:lnTo>
                    <a:pt x="6639" y="12635"/>
                  </a:lnTo>
                  <a:lnTo>
                    <a:pt x="5605" y="11843"/>
                  </a:lnTo>
                  <a:lnTo>
                    <a:pt x="5347" y="11634"/>
                  </a:lnTo>
                  <a:lnTo>
                    <a:pt x="4872" y="11342"/>
                  </a:lnTo>
                  <a:lnTo>
                    <a:pt x="4613" y="11217"/>
                  </a:lnTo>
                  <a:lnTo>
                    <a:pt x="4398" y="11134"/>
                  </a:lnTo>
                  <a:close/>
                  <a:moveTo>
                    <a:pt x="3708" y="16054"/>
                  </a:moveTo>
                  <a:lnTo>
                    <a:pt x="4440" y="16555"/>
                  </a:lnTo>
                  <a:lnTo>
                    <a:pt x="4398" y="16763"/>
                  </a:lnTo>
                  <a:lnTo>
                    <a:pt x="4398" y="16888"/>
                  </a:lnTo>
                  <a:lnTo>
                    <a:pt x="3923" y="16555"/>
                  </a:lnTo>
                  <a:lnTo>
                    <a:pt x="3923" y="16471"/>
                  </a:lnTo>
                  <a:lnTo>
                    <a:pt x="3881" y="16388"/>
                  </a:lnTo>
                  <a:lnTo>
                    <a:pt x="3752" y="16221"/>
                  </a:lnTo>
                  <a:lnTo>
                    <a:pt x="3708" y="16054"/>
                  </a:lnTo>
                  <a:close/>
                  <a:moveTo>
                    <a:pt x="14917" y="15387"/>
                  </a:moveTo>
                  <a:lnTo>
                    <a:pt x="14831" y="15888"/>
                  </a:lnTo>
                  <a:lnTo>
                    <a:pt x="14788" y="16388"/>
                  </a:lnTo>
                  <a:lnTo>
                    <a:pt x="14788" y="16471"/>
                  </a:lnTo>
                  <a:lnTo>
                    <a:pt x="14271" y="17097"/>
                  </a:lnTo>
                  <a:lnTo>
                    <a:pt x="14271" y="16555"/>
                  </a:lnTo>
                  <a:lnTo>
                    <a:pt x="14227" y="16221"/>
                  </a:lnTo>
                  <a:lnTo>
                    <a:pt x="14917" y="15387"/>
                  </a:lnTo>
                  <a:close/>
                  <a:moveTo>
                    <a:pt x="4742" y="16763"/>
                  </a:moveTo>
                  <a:lnTo>
                    <a:pt x="5174" y="17055"/>
                  </a:lnTo>
                  <a:lnTo>
                    <a:pt x="5174" y="17222"/>
                  </a:lnTo>
                  <a:lnTo>
                    <a:pt x="5217" y="17305"/>
                  </a:lnTo>
                  <a:lnTo>
                    <a:pt x="5347" y="17472"/>
                  </a:lnTo>
                  <a:lnTo>
                    <a:pt x="5476" y="17680"/>
                  </a:lnTo>
                  <a:lnTo>
                    <a:pt x="5001" y="17305"/>
                  </a:lnTo>
                  <a:lnTo>
                    <a:pt x="5001" y="17222"/>
                  </a:lnTo>
                  <a:lnTo>
                    <a:pt x="4959" y="17138"/>
                  </a:lnTo>
                  <a:lnTo>
                    <a:pt x="4829" y="17013"/>
                  </a:lnTo>
                  <a:lnTo>
                    <a:pt x="4742" y="16888"/>
                  </a:lnTo>
                  <a:lnTo>
                    <a:pt x="4742" y="16763"/>
                  </a:lnTo>
                  <a:close/>
                  <a:moveTo>
                    <a:pt x="14012" y="16471"/>
                  </a:moveTo>
                  <a:lnTo>
                    <a:pt x="13969" y="16888"/>
                  </a:lnTo>
                  <a:lnTo>
                    <a:pt x="13925" y="17180"/>
                  </a:lnTo>
                  <a:lnTo>
                    <a:pt x="13925" y="17472"/>
                  </a:lnTo>
                  <a:lnTo>
                    <a:pt x="13581" y="17847"/>
                  </a:lnTo>
                  <a:lnTo>
                    <a:pt x="13624" y="17597"/>
                  </a:lnTo>
                  <a:lnTo>
                    <a:pt x="13581" y="17305"/>
                  </a:lnTo>
                  <a:lnTo>
                    <a:pt x="13581" y="17222"/>
                  </a:lnTo>
                  <a:lnTo>
                    <a:pt x="13495" y="17180"/>
                  </a:lnTo>
                  <a:lnTo>
                    <a:pt x="13452" y="17180"/>
                  </a:lnTo>
                  <a:lnTo>
                    <a:pt x="14012" y="16471"/>
                  </a:lnTo>
                  <a:close/>
                  <a:moveTo>
                    <a:pt x="5605" y="17305"/>
                  </a:moveTo>
                  <a:lnTo>
                    <a:pt x="5907" y="17513"/>
                  </a:lnTo>
                  <a:lnTo>
                    <a:pt x="6554" y="17973"/>
                  </a:lnTo>
                  <a:lnTo>
                    <a:pt x="6554" y="18515"/>
                  </a:lnTo>
                  <a:lnTo>
                    <a:pt x="5778" y="17930"/>
                  </a:lnTo>
                  <a:lnTo>
                    <a:pt x="5820" y="17805"/>
                  </a:lnTo>
                  <a:lnTo>
                    <a:pt x="5820" y="17680"/>
                  </a:lnTo>
                  <a:lnTo>
                    <a:pt x="5778" y="17597"/>
                  </a:lnTo>
                  <a:lnTo>
                    <a:pt x="5734" y="17472"/>
                  </a:lnTo>
                  <a:lnTo>
                    <a:pt x="5605" y="17305"/>
                  </a:lnTo>
                  <a:close/>
                  <a:moveTo>
                    <a:pt x="6856" y="18181"/>
                  </a:moveTo>
                  <a:lnTo>
                    <a:pt x="7588" y="18765"/>
                  </a:lnTo>
                  <a:lnTo>
                    <a:pt x="7546" y="18848"/>
                  </a:lnTo>
                  <a:lnTo>
                    <a:pt x="7502" y="18973"/>
                  </a:lnTo>
                  <a:lnTo>
                    <a:pt x="7459" y="19182"/>
                  </a:lnTo>
                  <a:lnTo>
                    <a:pt x="6898" y="18765"/>
                  </a:lnTo>
                  <a:lnTo>
                    <a:pt x="6898" y="18348"/>
                  </a:lnTo>
                  <a:lnTo>
                    <a:pt x="6856" y="18181"/>
                  </a:lnTo>
                  <a:close/>
                  <a:moveTo>
                    <a:pt x="13279" y="17347"/>
                  </a:moveTo>
                  <a:lnTo>
                    <a:pt x="13279" y="17555"/>
                  </a:lnTo>
                  <a:lnTo>
                    <a:pt x="13193" y="18140"/>
                  </a:lnTo>
                  <a:lnTo>
                    <a:pt x="13193" y="18223"/>
                  </a:lnTo>
                  <a:lnTo>
                    <a:pt x="13235" y="18265"/>
                  </a:lnTo>
                  <a:lnTo>
                    <a:pt x="11857" y="19765"/>
                  </a:lnTo>
                  <a:lnTo>
                    <a:pt x="11857" y="19307"/>
                  </a:lnTo>
                  <a:lnTo>
                    <a:pt x="12115" y="18931"/>
                  </a:lnTo>
                  <a:lnTo>
                    <a:pt x="12718" y="18098"/>
                  </a:lnTo>
                  <a:lnTo>
                    <a:pt x="12676" y="18265"/>
                  </a:lnTo>
                  <a:lnTo>
                    <a:pt x="12589" y="18515"/>
                  </a:lnTo>
                  <a:lnTo>
                    <a:pt x="12589" y="18765"/>
                  </a:lnTo>
                  <a:lnTo>
                    <a:pt x="12632" y="18806"/>
                  </a:lnTo>
                  <a:lnTo>
                    <a:pt x="12676" y="18806"/>
                  </a:lnTo>
                  <a:lnTo>
                    <a:pt x="12805" y="18723"/>
                  </a:lnTo>
                  <a:lnTo>
                    <a:pt x="12891" y="18598"/>
                  </a:lnTo>
                  <a:lnTo>
                    <a:pt x="12934" y="18306"/>
                  </a:lnTo>
                  <a:lnTo>
                    <a:pt x="12934" y="17805"/>
                  </a:lnTo>
                  <a:lnTo>
                    <a:pt x="13193" y="17472"/>
                  </a:lnTo>
                  <a:lnTo>
                    <a:pt x="13279" y="17347"/>
                  </a:lnTo>
                  <a:close/>
                  <a:moveTo>
                    <a:pt x="7717" y="18848"/>
                  </a:moveTo>
                  <a:lnTo>
                    <a:pt x="8234" y="19348"/>
                  </a:lnTo>
                  <a:lnTo>
                    <a:pt x="8234" y="19848"/>
                  </a:lnTo>
                  <a:lnTo>
                    <a:pt x="8105" y="19723"/>
                  </a:lnTo>
                  <a:lnTo>
                    <a:pt x="7804" y="19473"/>
                  </a:lnTo>
                  <a:lnTo>
                    <a:pt x="7804" y="19348"/>
                  </a:lnTo>
                  <a:lnTo>
                    <a:pt x="7761" y="19098"/>
                  </a:lnTo>
                  <a:lnTo>
                    <a:pt x="7717" y="18848"/>
                  </a:lnTo>
                  <a:close/>
                  <a:moveTo>
                    <a:pt x="11123" y="459"/>
                  </a:moveTo>
                  <a:lnTo>
                    <a:pt x="11382" y="500"/>
                  </a:lnTo>
                  <a:lnTo>
                    <a:pt x="11598" y="542"/>
                  </a:lnTo>
                  <a:lnTo>
                    <a:pt x="11813" y="667"/>
                  </a:lnTo>
                  <a:lnTo>
                    <a:pt x="12244" y="959"/>
                  </a:lnTo>
                  <a:lnTo>
                    <a:pt x="12589" y="1210"/>
                  </a:lnTo>
                  <a:lnTo>
                    <a:pt x="14788" y="2752"/>
                  </a:lnTo>
                  <a:lnTo>
                    <a:pt x="17029" y="4337"/>
                  </a:lnTo>
                  <a:lnTo>
                    <a:pt x="18150" y="5129"/>
                  </a:lnTo>
                  <a:lnTo>
                    <a:pt x="18452" y="5379"/>
                  </a:lnTo>
                  <a:lnTo>
                    <a:pt x="18625" y="5462"/>
                  </a:lnTo>
                  <a:lnTo>
                    <a:pt x="18797" y="5546"/>
                  </a:lnTo>
                  <a:lnTo>
                    <a:pt x="18323" y="6089"/>
                  </a:lnTo>
                  <a:lnTo>
                    <a:pt x="17892" y="6672"/>
                  </a:lnTo>
                  <a:lnTo>
                    <a:pt x="17677" y="6922"/>
                  </a:lnTo>
                  <a:lnTo>
                    <a:pt x="17461" y="7256"/>
                  </a:lnTo>
                  <a:lnTo>
                    <a:pt x="17375" y="7422"/>
                  </a:lnTo>
                  <a:lnTo>
                    <a:pt x="17331" y="7547"/>
                  </a:lnTo>
                  <a:lnTo>
                    <a:pt x="17331" y="7714"/>
                  </a:lnTo>
                  <a:lnTo>
                    <a:pt x="17461" y="7839"/>
                  </a:lnTo>
                  <a:lnTo>
                    <a:pt x="17590" y="7964"/>
                  </a:lnTo>
                  <a:lnTo>
                    <a:pt x="17719" y="8048"/>
                  </a:lnTo>
                  <a:lnTo>
                    <a:pt x="18065" y="8173"/>
                  </a:lnTo>
                  <a:lnTo>
                    <a:pt x="18755" y="8299"/>
                  </a:lnTo>
                  <a:lnTo>
                    <a:pt x="19660" y="8464"/>
                  </a:lnTo>
                  <a:lnTo>
                    <a:pt x="20005" y="8549"/>
                  </a:lnTo>
                  <a:lnTo>
                    <a:pt x="19962" y="8632"/>
                  </a:lnTo>
                  <a:lnTo>
                    <a:pt x="19357" y="9257"/>
                  </a:lnTo>
                  <a:lnTo>
                    <a:pt x="18797" y="9924"/>
                  </a:lnTo>
                  <a:lnTo>
                    <a:pt x="17677" y="11259"/>
                  </a:lnTo>
                  <a:lnTo>
                    <a:pt x="15176" y="14219"/>
                  </a:lnTo>
                  <a:lnTo>
                    <a:pt x="13925" y="15679"/>
                  </a:lnTo>
                  <a:lnTo>
                    <a:pt x="12718" y="17180"/>
                  </a:lnTo>
                  <a:lnTo>
                    <a:pt x="12157" y="17888"/>
                  </a:lnTo>
                  <a:lnTo>
                    <a:pt x="11640" y="18640"/>
                  </a:lnTo>
                  <a:lnTo>
                    <a:pt x="11123" y="19390"/>
                  </a:lnTo>
                  <a:lnTo>
                    <a:pt x="10950" y="19640"/>
                  </a:lnTo>
                  <a:lnTo>
                    <a:pt x="10821" y="19890"/>
                  </a:lnTo>
                  <a:lnTo>
                    <a:pt x="10563" y="19765"/>
                  </a:lnTo>
                  <a:lnTo>
                    <a:pt x="10304" y="19723"/>
                  </a:lnTo>
                  <a:lnTo>
                    <a:pt x="9743" y="19557"/>
                  </a:lnTo>
                  <a:lnTo>
                    <a:pt x="9399" y="19432"/>
                  </a:lnTo>
                  <a:lnTo>
                    <a:pt x="9097" y="19223"/>
                  </a:lnTo>
                  <a:lnTo>
                    <a:pt x="8795" y="19015"/>
                  </a:lnTo>
                  <a:lnTo>
                    <a:pt x="8494" y="18765"/>
                  </a:lnTo>
                  <a:lnTo>
                    <a:pt x="7933" y="18265"/>
                  </a:lnTo>
                  <a:lnTo>
                    <a:pt x="7373" y="17805"/>
                  </a:lnTo>
                  <a:lnTo>
                    <a:pt x="6726" y="17388"/>
                  </a:lnTo>
                  <a:lnTo>
                    <a:pt x="6122" y="16971"/>
                  </a:lnTo>
                  <a:lnTo>
                    <a:pt x="3579" y="15303"/>
                  </a:lnTo>
                  <a:lnTo>
                    <a:pt x="2243" y="14345"/>
                  </a:lnTo>
                  <a:lnTo>
                    <a:pt x="1553" y="13886"/>
                  </a:lnTo>
                  <a:lnTo>
                    <a:pt x="819" y="13469"/>
                  </a:lnTo>
                  <a:lnTo>
                    <a:pt x="733" y="13428"/>
                  </a:lnTo>
                  <a:lnTo>
                    <a:pt x="1897" y="11801"/>
                  </a:lnTo>
                  <a:lnTo>
                    <a:pt x="3104" y="10174"/>
                  </a:lnTo>
                  <a:lnTo>
                    <a:pt x="4311" y="8590"/>
                  </a:lnTo>
                  <a:lnTo>
                    <a:pt x="5562" y="7006"/>
                  </a:lnTo>
                  <a:lnTo>
                    <a:pt x="8192" y="3795"/>
                  </a:lnTo>
                  <a:lnTo>
                    <a:pt x="9572" y="2210"/>
                  </a:lnTo>
                  <a:lnTo>
                    <a:pt x="10261" y="1460"/>
                  </a:lnTo>
                  <a:lnTo>
                    <a:pt x="10865" y="625"/>
                  </a:lnTo>
                  <a:lnTo>
                    <a:pt x="10908" y="542"/>
                  </a:lnTo>
                  <a:lnTo>
                    <a:pt x="10908" y="459"/>
                  </a:lnTo>
                  <a:close/>
                  <a:moveTo>
                    <a:pt x="8494" y="19557"/>
                  </a:moveTo>
                  <a:lnTo>
                    <a:pt x="9011" y="19848"/>
                  </a:lnTo>
                  <a:lnTo>
                    <a:pt x="9528" y="20099"/>
                  </a:lnTo>
                  <a:lnTo>
                    <a:pt x="9485" y="20390"/>
                  </a:lnTo>
                  <a:lnTo>
                    <a:pt x="9528" y="20683"/>
                  </a:lnTo>
                  <a:lnTo>
                    <a:pt x="9226" y="20558"/>
                  </a:lnTo>
                  <a:lnTo>
                    <a:pt x="8753" y="20224"/>
                  </a:lnTo>
                  <a:lnTo>
                    <a:pt x="8709" y="20057"/>
                  </a:lnTo>
                  <a:lnTo>
                    <a:pt x="8623" y="19890"/>
                  </a:lnTo>
                  <a:lnTo>
                    <a:pt x="8494" y="19557"/>
                  </a:lnTo>
                  <a:close/>
                  <a:moveTo>
                    <a:pt x="11555" y="19848"/>
                  </a:moveTo>
                  <a:lnTo>
                    <a:pt x="11598" y="19932"/>
                  </a:lnTo>
                  <a:lnTo>
                    <a:pt x="11640" y="19974"/>
                  </a:lnTo>
                  <a:lnTo>
                    <a:pt x="11123" y="20558"/>
                  </a:lnTo>
                  <a:lnTo>
                    <a:pt x="10821" y="20850"/>
                  </a:lnTo>
                  <a:lnTo>
                    <a:pt x="10779" y="20725"/>
                  </a:lnTo>
                  <a:lnTo>
                    <a:pt x="10735" y="20600"/>
                  </a:lnTo>
                  <a:lnTo>
                    <a:pt x="10735" y="20433"/>
                  </a:lnTo>
                  <a:lnTo>
                    <a:pt x="10950" y="20433"/>
                  </a:lnTo>
                  <a:lnTo>
                    <a:pt x="10950" y="20390"/>
                  </a:lnTo>
                  <a:lnTo>
                    <a:pt x="11037" y="20390"/>
                  </a:lnTo>
                  <a:lnTo>
                    <a:pt x="11123" y="20350"/>
                  </a:lnTo>
                  <a:lnTo>
                    <a:pt x="11252" y="20265"/>
                  </a:lnTo>
                  <a:lnTo>
                    <a:pt x="11338" y="20099"/>
                  </a:lnTo>
                  <a:lnTo>
                    <a:pt x="11511" y="19848"/>
                  </a:lnTo>
                  <a:close/>
                  <a:moveTo>
                    <a:pt x="11123" y="0"/>
                  </a:moveTo>
                  <a:lnTo>
                    <a:pt x="10908" y="42"/>
                  </a:lnTo>
                  <a:lnTo>
                    <a:pt x="10735" y="125"/>
                  </a:lnTo>
                  <a:lnTo>
                    <a:pt x="10606" y="167"/>
                  </a:lnTo>
                  <a:lnTo>
                    <a:pt x="10520" y="292"/>
                  </a:lnTo>
                  <a:lnTo>
                    <a:pt x="10477" y="334"/>
                  </a:lnTo>
                  <a:lnTo>
                    <a:pt x="10477" y="375"/>
                  </a:lnTo>
                  <a:lnTo>
                    <a:pt x="9787" y="1084"/>
                  </a:lnTo>
                  <a:lnTo>
                    <a:pt x="9097" y="1835"/>
                  </a:lnTo>
                  <a:lnTo>
                    <a:pt x="7804" y="3377"/>
                  </a:lnTo>
                  <a:lnTo>
                    <a:pt x="6467" y="4962"/>
                  </a:lnTo>
                  <a:lnTo>
                    <a:pt x="5174" y="6547"/>
                  </a:lnTo>
                  <a:lnTo>
                    <a:pt x="2845" y="9549"/>
                  </a:lnTo>
                  <a:lnTo>
                    <a:pt x="561" y="12551"/>
                  </a:lnTo>
                  <a:lnTo>
                    <a:pt x="388" y="12801"/>
                  </a:lnTo>
                  <a:lnTo>
                    <a:pt x="43" y="13301"/>
                  </a:lnTo>
                  <a:lnTo>
                    <a:pt x="0" y="13386"/>
                  </a:lnTo>
                  <a:lnTo>
                    <a:pt x="0" y="13511"/>
                  </a:lnTo>
                  <a:lnTo>
                    <a:pt x="43" y="13594"/>
                  </a:lnTo>
                  <a:lnTo>
                    <a:pt x="87" y="13678"/>
                  </a:lnTo>
                  <a:lnTo>
                    <a:pt x="173" y="13719"/>
                  </a:lnTo>
                  <a:lnTo>
                    <a:pt x="259" y="13761"/>
                  </a:lnTo>
                  <a:lnTo>
                    <a:pt x="346" y="13761"/>
                  </a:lnTo>
                  <a:lnTo>
                    <a:pt x="475" y="13719"/>
                  </a:lnTo>
                  <a:lnTo>
                    <a:pt x="517" y="13803"/>
                  </a:lnTo>
                  <a:lnTo>
                    <a:pt x="819" y="14094"/>
                  </a:lnTo>
                  <a:lnTo>
                    <a:pt x="690" y="14219"/>
                  </a:lnTo>
                  <a:lnTo>
                    <a:pt x="604" y="14386"/>
                  </a:lnTo>
                  <a:lnTo>
                    <a:pt x="517" y="14553"/>
                  </a:lnTo>
                  <a:lnTo>
                    <a:pt x="475" y="14720"/>
                  </a:lnTo>
                  <a:lnTo>
                    <a:pt x="475" y="14803"/>
                  </a:lnTo>
                  <a:lnTo>
                    <a:pt x="517" y="14845"/>
                  </a:lnTo>
                  <a:lnTo>
                    <a:pt x="604" y="14886"/>
                  </a:lnTo>
                  <a:lnTo>
                    <a:pt x="646" y="14886"/>
                  </a:lnTo>
                  <a:lnTo>
                    <a:pt x="733" y="15011"/>
                  </a:lnTo>
                  <a:lnTo>
                    <a:pt x="819" y="15136"/>
                  </a:lnTo>
                  <a:lnTo>
                    <a:pt x="1035" y="15303"/>
                  </a:lnTo>
                  <a:lnTo>
                    <a:pt x="1509" y="15596"/>
                  </a:lnTo>
                  <a:lnTo>
                    <a:pt x="2803" y="16388"/>
                  </a:lnTo>
                  <a:lnTo>
                    <a:pt x="4182" y="17305"/>
                  </a:lnTo>
                  <a:lnTo>
                    <a:pt x="5476" y="18306"/>
                  </a:lnTo>
                  <a:lnTo>
                    <a:pt x="7546" y="19932"/>
                  </a:lnTo>
                  <a:lnTo>
                    <a:pt x="7546" y="19974"/>
                  </a:lnTo>
                  <a:lnTo>
                    <a:pt x="7631" y="20057"/>
                  </a:lnTo>
                  <a:lnTo>
                    <a:pt x="7717" y="20057"/>
                  </a:lnTo>
                  <a:lnTo>
                    <a:pt x="8019" y="20307"/>
                  </a:lnTo>
                  <a:lnTo>
                    <a:pt x="8580" y="20725"/>
                  </a:lnTo>
                  <a:lnTo>
                    <a:pt x="9140" y="21100"/>
                  </a:lnTo>
                  <a:lnTo>
                    <a:pt x="9443" y="21225"/>
                  </a:lnTo>
                  <a:lnTo>
                    <a:pt x="9701" y="21350"/>
                  </a:lnTo>
                  <a:lnTo>
                    <a:pt x="10002" y="21433"/>
                  </a:lnTo>
                  <a:lnTo>
                    <a:pt x="10131" y="21433"/>
                  </a:lnTo>
                  <a:lnTo>
                    <a:pt x="10304" y="21392"/>
                  </a:lnTo>
                  <a:lnTo>
                    <a:pt x="10348" y="21308"/>
                  </a:lnTo>
                  <a:lnTo>
                    <a:pt x="10390" y="21267"/>
                  </a:lnTo>
                  <a:lnTo>
                    <a:pt x="10390" y="21183"/>
                  </a:lnTo>
                  <a:lnTo>
                    <a:pt x="10348" y="21100"/>
                  </a:lnTo>
                  <a:lnTo>
                    <a:pt x="10261" y="21017"/>
                  </a:lnTo>
                  <a:lnTo>
                    <a:pt x="10131" y="20933"/>
                  </a:lnTo>
                  <a:lnTo>
                    <a:pt x="9916" y="20850"/>
                  </a:lnTo>
                  <a:lnTo>
                    <a:pt x="9873" y="20850"/>
                  </a:lnTo>
                  <a:lnTo>
                    <a:pt x="9873" y="20433"/>
                  </a:lnTo>
                  <a:lnTo>
                    <a:pt x="9830" y="20224"/>
                  </a:lnTo>
                  <a:lnTo>
                    <a:pt x="10131" y="20307"/>
                  </a:lnTo>
                  <a:lnTo>
                    <a:pt x="10520" y="20390"/>
                  </a:lnTo>
                  <a:lnTo>
                    <a:pt x="10433" y="20600"/>
                  </a:lnTo>
                  <a:lnTo>
                    <a:pt x="10433" y="20766"/>
                  </a:lnTo>
                  <a:lnTo>
                    <a:pt x="10477" y="20975"/>
                  </a:lnTo>
                  <a:lnTo>
                    <a:pt x="10563" y="21142"/>
                  </a:lnTo>
                  <a:lnTo>
                    <a:pt x="10433" y="21350"/>
                  </a:lnTo>
                  <a:lnTo>
                    <a:pt x="10433" y="21433"/>
                  </a:lnTo>
                  <a:lnTo>
                    <a:pt x="10477" y="21558"/>
                  </a:lnTo>
                  <a:lnTo>
                    <a:pt x="10606" y="21600"/>
                  </a:lnTo>
                  <a:lnTo>
                    <a:pt x="10692" y="21558"/>
                  </a:lnTo>
                  <a:lnTo>
                    <a:pt x="10908" y="21433"/>
                  </a:lnTo>
                  <a:lnTo>
                    <a:pt x="11080" y="21267"/>
                  </a:lnTo>
                  <a:lnTo>
                    <a:pt x="11425" y="20933"/>
                  </a:lnTo>
                  <a:lnTo>
                    <a:pt x="12157" y="20140"/>
                  </a:lnTo>
                  <a:lnTo>
                    <a:pt x="13581" y="18640"/>
                  </a:lnTo>
                  <a:lnTo>
                    <a:pt x="15046" y="16971"/>
                  </a:lnTo>
                  <a:lnTo>
                    <a:pt x="16470" y="15303"/>
                  </a:lnTo>
                  <a:lnTo>
                    <a:pt x="17806" y="13594"/>
                  </a:lnTo>
                  <a:lnTo>
                    <a:pt x="19057" y="11884"/>
                  </a:lnTo>
                  <a:lnTo>
                    <a:pt x="20349" y="10174"/>
                  </a:lnTo>
                  <a:lnTo>
                    <a:pt x="20910" y="9382"/>
                  </a:lnTo>
                  <a:lnTo>
                    <a:pt x="21169" y="8966"/>
                  </a:lnTo>
                  <a:lnTo>
                    <a:pt x="21427" y="8507"/>
                  </a:lnTo>
                  <a:lnTo>
                    <a:pt x="21513" y="8507"/>
                  </a:lnTo>
                  <a:lnTo>
                    <a:pt x="21557" y="8464"/>
                  </a:lnTo>
                  <a:lnTo>
                    <a:pt x="21600" y="8381"/>
                  </a:lnTo>
                  <a:lnTo>
                    <a:pt x="21600" y="8299"/>
                  </a:lnTo>
                  <a:lnTo>
                    <a:pt x="21471" y="8048"/>
                  </a:lnTo>
                  <a:lnTo>
                    <a:pt x="21341" y="7798"/>
                  </a:lnTo>
                  <a:lnTo>
                    <a:pt x="20954" y="7381"/>
                  </a:lnTo>
                  <a:lnTo>
                    <a:pt x="20737" y="7214"/>
                  </a:lnTo>
                  <a:lnTo>
                    <a:pt x="20479" y="7047"/>
                  </a:lnTo>
                  <a:lnTo>
                    <a:pt x="20306" y="6964"/>
                  </a:lnTo>
                  <a:lnTo>
                    <a:pt x="20134" y="6922"/>
                  </a:lnTo>
                  <a:lnTo>
                    <a:pt x="19875" y="6339"/>
                  </a:lnTo>
                  <a:lnTo>
                    <a:pt x="19789" y="6047"/>
                  </a:lnTo>
                  <a:lnTo>
                    <a:pt x="19745" y="5754"/>
                  </a:lnTo>
                  <a:lnTo>
                    <a:pt x="19745" y="5587"/>
                  </a:lnTo>
                  <a:lnTo>
                    <a:pt x="19660" y="5421"/>
                  </a:lnTo>
                  <a:lnTo>
                    <a:pt x="19574" y="5337"/>
                  </a:lnTo>
                  <a:lnTo>
                    <a:pt x="19357" y="5337"/>
                  </a:lnTo>
                  <a:lnTo>
                    <a:pt x="19272" y="5379"/>
                  </a:lnTo>
                  <a:lnTo>
                    <a:pt x="19228" y="5421"/>
                  </a:lnTo>
                  <a:lnTo>
                    <a:pt x="19272" y="5504"/>
                  </a:lnTo>
                  <a:lnTo>
                    <a:pt x="19315" y="5546"/>
                  </a:lnTo>
                  <a:lnTo>
                    <a:pt x="19315" y="6089"/>
                  </a:lnTo>
                  <a:lnTo>
                    <a:pt x="19357" y="6297"/>
                  </a:lnTo>
                  <a:lnTo>
                    <a:pt x="19444" y="6547"/>
                  </a:lnTo>
                  <a:lnTo>
                    <a:pt x="19616" y="6964"/>
                  </a:lnTo>
                  <a:lnTo>
                    <a:pt x="19962" y="7964"/>
                  </a:lnTo>
                  <a:lnTo>
                    <a:pt x="20005" y="8048"/>
                  </a:lnTo>
                  <a:lnTo>
                    <a:pt x="19444" y="7923"/>
                  </a:lnTo>
                  <a:lnTo>
                    <a:pt x="18711" y="7798"/>
                  </a:lnTo>
                  <a:lnTo>
                    <a:pt x="17978" y="7631"/>
                  </a:lnTo>
                  <a:lnTo>
                    <a:pt x="17848" y="7547"/>
                  </a:lnTo>
                  <a:lnTo>
                    <a:pt x="17892" y="7506"/>
                  </a:lnTo>
                  <a:lnTo>
                    <a:pt x="18021" y="7297"/>
                  </a:lnTo>
                  <a:lnTo>
                    <a:pt x="18452" y="6714"/>
                  </a:lnTo>
                  <a:lnTo>
                    <a:pt x="18840" y="6130"/>
                  </a:lnTo>
                  <a:lnTo>
                    <a:pt x="19142" y="5587"/>
                  </a:lnTo>
                  <a:lnTo>
                    <a:pt x="19228" y="5504"/>
                  </a:lnTo>
                  <a:lnTo>
                    <a:pt x="19228" y="5379"/>
                  </a:lnTo>
                  <a:lnTo>
                    <a:pt x="19186" y="5254"/>
                  </a:lnTo>
                  <a:lnTo>
                    <a:pt x="19099" y="5129"/>
                  </a:lnTo>
                  <a:lnTo>
                    <a:pt x="18884" y="4921"/>
                  </a:lnTo>
                  <a:lnTo>
                    <a:pt x="18323" y="4587"/>
                  </a:lnTo>
                  <a:lnTo>
                    <a:pt x="17073" y="3712"/>
                  </a:lnTo>
                  <a:lnTo>
                    <a:pt x="14615" y="1960"/>
                  </a:lnTo>
                  <a:lnTo>
                    <a:pt x="13452" y="1167"/>
                  </a:lnTo>
                  <a:lnTo>
                    <a:pt x="12287" y="375"/>
                  </a:lnTo>
                  <a:lnTo>
                    <a:pt x="11899" y="167"/>
                  </a:lnTo>
                  <a:lnTo>
                    <a:pt x="11511" y="42"/>
                  </a:lnTo>
                  <a:lnTo>
                    <a:pt x="11296"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A4C2F4"/>
                  </a:solidFill>
                </a:defRPr>
              </a:pPr>
            </a:p>
          </p:txBody>
        </p:sp>
        <p:sp>
          <p:nvSpPr>
            <p:cNvPr id="775" name="Google Shape;302;p5"/>
            <p:cNvSpPr/>
            <p:nvPr/>
          </p:nvSpPr>
          <p:spPr>
            <a:xfrm>
              <a:off x="1100105" y="929060"/>
              <a:ext cx="588227" cy="46694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826" y="3478"/>
                  </a:moveTo>
                  <a:lnTo>
                    <a:pt x="13094" y="3535"/>
                  </a:lnTo>
                  <a:lnTo>
                    <a:pt x="13584" y="3703"/>
                  </a:lnTo>
                  <a:lnTo>
                    <a:pt x="14028" y="3983"/>
                  </a:lnTo>
                  <a:lnTo>
                    <a:pt x="13895" y="3983"/>
                  </a:lnTo>
                  <a:lnTo>
                    <a:pt x="12915" y="4433"/>
                  </a:lnTo>
                  <a:lnTo>
                    <a:pt x="11980" y="4881"/>
                  </a:lnTo>
                  <a:lnTo>
                    <a:pt x="11224" y="5274"/>
                  </a:lnTo>
                  <a:lnTo>
                    <a:pt x="10421" y="5667"/>
                  </a:lnTo>
                  <a:lnTo>
                    <a:pt x="9665" y="6172"/>
                  </a:lnTo>
                  <a:lnTo>
                    <a:pt x="9308" y="6452"/>
                  </a:lnTo>
                  <a:lnTo>
                    <a:pt x="8996" y="6788"/>
                  </a:lnTo>
                  <a:lnTo>
                    <a:pt x="9264" y="6228"/>
                  </a:lnTo>
                  <a:lnTo>
                    <a:pt x="9575" y="5723"/>
                  </a:lnTo>
                  <a:lnTo>
                    <a:pt x="9887" y="5217"/>
                  </a:lnTo>
                  <a:lnTo>
                    <a:pt x="10244" y="4826"/>
                  </a:lnTo>
                  <a:lnTo>
                    <a:pt x="10645" y="4433"/>
                  </a:lnTo>
                  <a:lnTo>
                    <a:pt x="11045" y="4096"/>
                  </a:lnTo>
                  <a:lnTo>
                    <a:pt x="11535" y="3815"/>
                  </a:lnTo>
                  <a:lnTo>
                    <a:pt x="12025" y="3591"/>
                  </a:lnTo>
                  <a:lnTo>
                    <a:pt x="12292" y="3535"/>
                  </a:lnTo>
                  <a:lnTo>
                    <a:pt x="12559" y="3478"/>
                  </a:lnTo>
                  <a:close/>
                  <a:moveTo>
                    <a:pt x="1559" y="3255"/>
                  </a:moveTo>
                  <a:lnTo>
                    <a:pt x="1514" y="3310"/>
                  </a:lnTo>
                  <a:lnTo>
                    <a:pt x="1336" y="3478"/>
                  </a:lnTo>
                  <a:lnTo>
                    <a:pt x="1202" y="3703"/>
                  </a:lnTo>
                  <a:lnTo>
                    <a:pt x="980" y="4151"/>
                  </a:lnTo>
                  <a:lnTo>
                    <a:pt x="713" y="3983"/>
                  </a:lnTo>
                  <a:lnTo>
                    <a:pt x="534" y="3703"/>
                  </a:lnTo>
                  <a:lnTo>
                    <a:pt x="312" y="3423"/>
                  </a:lnTo>
                  <a:lnTo>
                    <a:pt x="222" y="3366"/>
                  </a:lnTo>
                  <a:lnTo>
                    <a:pt x="134" y="3366"/>
                  </a:lnTo>
                  <a:lnTo>
                    <a:pt x="44" y="3423"/>
                  </a:lnTo>
                  <a:lnTo>
                    <a:pt x="0" y="3535"/>
                  </a:lnTo>
                  <a:lnTo>
                    <a:pt x="0" y="3815"/>
                  </a:lnTo>
                  <a:lnTo>
                    <a:pt x="89" y="4039"/>
                  </a:lnTo>
                  <a:lnTo>
                    <a:pt x="177" y="4264"/>
                  </a:lnTo>
                  <a:lnTo>
                    <a:pt x="312" y="4489"/>
                  </a:lnTo>
                  <a:lnTo>
                    <a:pt x="489" y="4657"/>
                  </a:lnTo>
                  <a:lnTo>
                    <a:pt x="713" y="4769"/>
                  </a:lnTo>
                  <a:lnTo>
                    <a:pt x="356" y="5667"/>
                  </a:lnTo>
                  <a:lnTo>
                    <a:pt x="89" y="6565"/>
                  </a:lnTo>
                  <a:lnTo>
                    <a:pt x="89" y="6845"/>
                  </a:lnTo>
                  <a:lnTo>
                    <a:pt x="177" y="6956"/>
                  </a:lnTo>
                  <a:lnTo>
                    <a:pt x="267" y="7013"/>
                  </a:lnTo>
                  <a:lnTo>
                    <a:pt x="356" y="7069"/>
                  </a:lnTo>
                  <a:lnTo>
                    <a:pt x="446" y="7013"/>
                  </a:lnTo>
                  <a:lnTo>
                    <a:pt x="534" y="6956"/>
                  </a:lnTo>
                  <a:lnTo>
                    <a:pt x="623" y="6845"/>
                  </a:lnTo>
                  <a:lnTo>
                    <a:pt x="1202" y="5106"/>
                  </a:lnTo>
                  <a:lnTo>
                    <a:pt x="1514" y="4264"/>
                  </a:lnTo>
                  <a:lnTo>
                    <a:pt x="1603" y="3815"/>
                  </a:lnTo>
                  <a:lnTo>
                    <a:pt x="1693" y="3366"/>
                  </a:lnTo>
                  <a:lnTo>
                    <a:pt x="1648" y="3310"/>
                  </a:lnTo>
                  <a:lnTo>
                    <a:pt x="1603" y="3255"/>
                  </a:lnTo>
                  <a:close/>
                  <a:moveTo>
                    <a:pt x="14207" y="4151"/>
                  </a:moveTo>
                  <a:lnTo>
                    <a:pt x="14519" y="4489"/>
                  </a:lnTo>
                  <a:lnTo>
                    <a:pt x="14741" y="4826"/>
                  </a:lnTo>
                  <a:lnTo>
                    <a:pt x="14831" y="4994"/>
                  </a:lnTo>
                  <a:lnTo>
                    <a:pt x="14341" y="5217"/>
                  </a:lnTo>
                  <a:lnTo>
                    <a:pt x="13895" y="5442"/>
                  </a:lnTo>
                  <a:lnTo>
                    <a:pt x="11847" y="6396"/>
                  </a:lnTo>
                  <a:lnTo>
                    <a:pt x="10021" y="7294"/>
                  </a:lnTo>
                  <a:lnTo>
                    <a:pt x="9086" y="7799"/>
                  </a:lnTo>
                  <a:lnTo>
                    <a:pt x="8640" y="8079"/>
                  </a:lnTo>
                  <a:lnTo>
                    <a:pt x="8239" y="8415"/>
                  </a:lnTo>
                  <a:lnTo>
                    <a:pt x="8907" y="6956"/>
                  </a:lnTo>
                  <a:lnTo>
                    <a:pt x="8952" y="6956"/>
                  </a:lnTo>
                  <a:lnTo>
                    <a:pt x="10154" y="6228"/>
                  </a:lnTo>
                  <a:lnTo>
                    <a:pt x="11357" y="5554"/>
                  </a:lnTo>
                  <a:lnTo>
                    <a:pt x="13851" y="4376"/>
                  </a:lnTo>
                  <a:lnTo>
                    <a:pt x="13895" y="4489"/>
                  </a:lnTo>
                  <a:lnTo>
                    <a:pt x="13985" y="4544"/>
                  </a:lnTo>
                  <a:lnTo>
                    <a:pt x="14073" y="4601"/>
                  </a:lnTo>
                  <a:lnTo>
                    <a:pt x="14163" y="4544"/>
                  </a:lnTo>
                  <a:lnTo>
                    <a:pt x="14252" y="4433"/>
                  </a:lnTo>
                  <a:lnTo>
                    <a:pt x="14252" y="4264"/>
                  </a:lnTo>
                  <a:lnTo>
                    <a:pt x="14207" y="4151"/>
                  </a:lnTo>
                  <a:close/>
                  <a:moveTo>
                    <a:pt x="14965" y="5385"/>
                  </a:moveTo>
                  <a:lnTo>
                    <a:pt x="15053" y="5499"/>
                  </a:lnTo>
                  <a:lnTo>
                    <a:pt x="15098" y="5499"/>
                  </a:lnTo>
                  <a:lnTo>
                    <a:pt x="15277" y="6003"/>
                  </a:lnTo>
                  <a:lnTo>
                    <a:pt x="15232" y="6003"/>
                  </a:lnTo>
                  <a:lnTo>
                    <a:pt x="15143" y="6060"/>
                  </a:lnTo>
                  <a:lnTo>
                    <a:pt x="14920" y="6283"/>
                  </a:lnTo>
                  <a:lnTo>
                    <a:pt x="14697" y="6452"/>
                  </a:lnTo>
                  <a:lnTo>
                    <a:pt x="14207" y="6733"/>
                  </a:lnTo>
                  <a:lnTo>
                    <a:pt x="13673" y="7013"/>
                  </a:lnTo>
                  <a:lnTo>
                    <a:pt x="13138" y="7238"/>
                  </a:lnTo>
                  <a:lnTo>
                    <a:pt x="12069" y="7686"/>
                  </a:lnTo>
                  <a:lnTo>
                    <a:pt x="11000" y="8247"/>
                  </a:lnTo>
                  <a:lnTo>
                    <a:pt x="9976" y="8752"/>
                  </a:lnTo>
                  <a:lnTo>
                    <a:pt x="8952" y="9370"/>
                  </a:lnTo>
                  <a:lnTo>
                    <a:pt x="8194" y="9763"/>
                  </a:lnTo>
                  <a:lnTo>
                    <a:pt x="7794" y="10043"/>
                  </a:lnTo>
                  <a:lnTo>
                    <a:pt x="7393" y="10323"/>
                  </a:lnTo>
                  <a:lnTo>
                    <a:pt x="7660" y="9763"/>
                  </a:lnTo>
                  <a:lnTo>
                    <a:pt x="8106" y="8640"/>
                  </a:lnTo>
                  <a:lnTo>
                    <a:pt x="8996" y="8360"/>
                  </a:lnTo>
                  <a:lnTo>
                    <a:pt x="9842" y="7911"/>
                  </a:lnTo>
                  <a:lnTo>
                    <a:pt x="11491" y="7069"/>
                  </a:lnTo>
                  <a:lnTo>
                    <a:pt x="13272" y="6228"/>
                  </a:lnTo>
                  <a:lnTo>
                    <a:pt x="14118" y="5835"/>
                  </a:lnTo>
                  <a:lnTo>
                    <a:pt x="14965" y="5385"/>
                  </a:lnTo>
                  <a:close/>
                  <a:moveTo>
                    <a:pt x="6191" y="12848"/>
                  </a:moveTo>
                  <a:lnTo>
                    <a:pt x="6056" y="12905"/>
                  </a:lnTo>
                  <a:lnTo>
                    <a:pt x="6013" y="12960"/>
                  </a:lnTo>
                  <a:lnTo>
                    <a:pt x="6013" y="13016"/>
                  </a:lnTo>
                  <a:lnTo>
                    <a:pt x="5968" y="13409"/>
                  </a:lnTo>
                  <a:lnTo>
                    <a:pt x="5923" y="13746"/>
                  </a:lnTo>
                  <a:lnTo>
                    <a:pt x="5923" y="14139"/>
                  </a:lnTo>
                  <a:lnTo>
                    <a:pt x="5968" y="14307"/>
                  </a:lnTo>
                  <a:lnTo>
                    <a:pt x="6056" y="14475"/>
                  </a:lnTo>
                  <a:lnTo>
                    <a:pt x="6101" y="14531"/>
                  </a:lnTo>
                  <a:lnTo>
                    <a:pt x="6280" y="14531"/>
                  </a:lnTo>
                  <a:lnTo>
                    <a:pt x="6325" y="14475"/>
                  </a:lnTo>
                  <a:lnTo>
                    <a:pt x="6413" y="14362"/>
                  </a:lnTo>
                  <a:lnTo>
                    <a:pt x="6458" y="14194"/>
                  </a:lnTo>
                  <a:lnTo>
                    <a:pt x="6458" y="13409"/>
                  </a:lnTo>
                  <a:lnTo>
                    <a:pt x="6413" y="13016"/>
                  </a:lnTo>
                  <a:lnTo>
                    <a:pt x="6368" y="12960"/>
                  </a:lnTo>
                  <a:lnTo>
                    <a:pt x="6325" y="12905"/>
                  </a:lnTo>
                  <a:lnTo>
                    <a:pt x="6191" y="12848"/>
                  </a:lnTo>
                  <a:close/>
                  <a:moveTo>
                    <a:pt x="6325" y="14812"/>
                  </a:moveTo>
                  <a:lnTo>
                    <a:pt x="6235" y="14869"/>
                  </a:lnTo>
                  <a:lnTo>
                    <a:pt x="6146" y="14924"/>
                  </a:lnTo>
                  <a:lnTo>
                    <a:pt x="6101" y="14980"/>
                  </a:lnTo>
                  <a:lnTo>
                    <a:pt x="6056" y="15148"/>
                  </a:lnTo>
                  <a:lnTo>
                    <a:pt x="6056" y="15260"/>
                  </a:lnTo>
                  <a:lnTo>
                    <a:pt x="5968" y="15765"/>
                  </a:lnTo>
                  <a:lnTo>
                    <a:pt x="5968" y="16271"/>
                  </a:lnTo>
                  <a:lnTo>
                    <a:pt x="6013" y="16439"/>
                  </a:lnTo>
                  <a:lnTo>
                    <a:pt x="6056" y="16494"/>
                  </a:lnTo>
                  <a:lnTo>
                    <a:pt x="6146" y="16551"/>
                  </a:lnTo>
                  <a:lnTo>
                    <a:pt x="6280" y="16551"/>
                  </a:lnTo>
                  <a:lnTo>
                    <a:pt x="6368" y="16494"/>
                  </a:lnTo>
                  <a:lnTo>
                    <a:pt x="6413" y="16439"/>
                  </a:lnTo>
                  <a:lnTo>
                    <a:pt x="6413" y="15710"/>
                  </a:lnTo>
                  <a:lnTo>
                    <a:pt x="6502" y="15148"/>
                  </a:lnTo>
                  <a:lnTo>
                    <a:pt x="6502" y="15037"/>
                  </a:lnTo>
                  <a:lnTo>
                    <a:pt x="6458" y="14924"/>
                  </a:lnTo>
                  <a:lnTo>
                    <a:pt x="6413" y="14869"/>
                  </a:lnTo>
                  <a:lnTo>
                    <a:pt x="6325" y="14812"/>
                  </a:lnTo>
                  <a:close/>
                  <a:moveTo>
                    <a:pt x="17726" y="14531"/>
                  </a:moveTo>
                  <a:lnTo>
                    <a:pt x="17681" y="14644"/>
                  </a:lnTo>
                  <a:lnTo>
                    <a:pt x="17592" y="15092"/>
                  </a:lnTo>
                  <a:lnTo>
                    <a:pt x="17503" y="15485"/>
                  </a:lnTo>
                  <a:lnTo>
                    <a:pt x="17458" y="16383"/>
                  </a:lnTo>
                  <a:lnTo>
                    <a:pt x="17503" y="16494"/>
                  </a:lnTo>
                  <a:lnTo>
                    <a:pt x="17547" y="16608"/>
                  </a:lnTo>
                  <a:lnTo>
                    <a:pt x="17637" y="16663"/>
                  </a:lnTo>
                  <a:lnTo>
                    <a:pt x="17726" y="16719"/>
                  </a:lnTo>
                  <a:lnTo>
                    <a:pt x="17814" y="16719"/>
                  </a:lnTo>
                  <a:lnTo>
                    <a:pt x="17904" y="16663"/>
                  </a:lnTo>
                  <a:lnTo>
                    <a:pt x="17948" y="16608"/>
                  </a:lnTo>
                  <a:lnTo>
                    <a:pt x="17993" y="16494"/>
                  </a:lnTo>
                  <a:lnTo>
                    <a:pt x="17993" y="15037"/>
                  </a:lnTo>
                  <a:lnTo>
                    <a:pt x="17904" y="14644"/>
                  </a:lnTo>
                  <a:lnTo>
                    <a:pt x="17859" y="14531"/>
                  </a:lnTo>
                  <a:close/>
                  <a:moveTo>
                    <a:pt x="15454" y="6396"/>
                  </a:moveTo>
                  <a:lnTo>
                    <a:pt x="15766" y="7463"/>
                  </a:lnTo>
                  <a:lnTo>
                    <a:pt x="15499" y="7631"/>
                  </a:lnTo>
                  <a:lnTo>
                    <a:pt x="15187" y="7799"/>
                  </a:lnTo>
                  <a:lnTo>
                    <a:pt x="14608" y="8136"/>
                  </a:lnTo>
                  <a:lnTo>
                    <a:pt x="13317" y="8920"/>
                  </a:lnTo>
                  <a:lnTo>
                    <a:pt x="12114" y="9650"/>
                  </a:lnTo>
                  <a:lnTo>
                    <a:pt x="10912" y="10268"/>
                  </a:lnTo>
                  <a:lnTo>
                    <a:pt x="9798" y="10716"/>
                  </a:lnTo>
                  <a:lnTo>
                    <a:pt x="8640" y="11166"/>
                  </a:lnTo>
                  <a:lnTo>
                    <a:pt x="8106" y="11445"/>
                  </a:lnTo>
                  <a:lnTo>
                    <a:pt x="7572" y="11782"/>
                  </a:lnTo>
                  <a:lnTo>
                    <a:pt x="7036" y="12118"/>
                  </a:lnTo>
                  <a:lnTo>
                    <a:pt x="6592" y="12568"/>
                  </a:lnTo>
                  <a:lnTo>
                    <a:pt x="6547" y="12623"/>
                  </a:lnTo>
                  <a:lnTo>
                    <a:pt x="6547" y="12680"/>
                  </a:lnTo>
                  <a:lnTo>
                    <a:pt x="6592" y="12736"/>
                  </a:lnTo>
                  <a:lnTo>
                    <a:pt x="6635" y="12736"/>
                  </a:lnTo>
                  <a:lnTo>
                    <a:pt x="7794" y="12175"/>
                  </a:lnTo>
                  <a:lnTo>
                    <a:pt x="8907" y="11614"/>
                  </a:lnTo>
                  <a:lnTo>
                    <a:pt x="10154" y="11109"/>
                  </a:lnTo>
                  <a:lnTo>
                    <a:pt x="11401" y="10548"/>
                  </a:lnTo>
                  <a:lnTo>
                    <a:pt x="12559" y="9986"/>
                  </a:lnTo>
                  <a:lnTo>
                    <a:pt x="13673" y="9313"/>
                  </a:lnTo>
                  <a:lnTo>
                    <a:pt x="14965" y="8529"/>
                  </a:lnTo>
                  <a:lnTo>
                    <a:pt x="15454" y="8247"/>
                  </a:lnTo>
                  <a:lnTo>
                    <a:pt x="15677" y="8079"/>
                  </a:lnTo>
                  <a:lnTo>
                    <a:pt x="15944" y="7967"/>
                  </a:lnTo>
                  <a:lnTo>
                    <a:pt x="15988" y="8191"/>
                  </a:lnTo>
                  <a:lnTo>
                    <a:pt x="16300" y="8977"/>
                  </a:lnTo>
                  <a:lnTo>
                    <a:pt x="16256" y="8977"/>
                  </a:lnTo>
                  <a:lnTo>
                    <a:pt x="16212" y="8865"/>
                  </a:lnTo>
                  <a:lnTo>
                    <a:pt x="16123" y="8809"/>
                  </a:lnTo>
                  <a:lnTo>
                    <a:pt x="16033" y="8752"/>
                  </a:lnTo>
                  <a:lnTo>
                    <a:pt x="15944" y="8809"/>
                  </a:lnTo>
                  <a:lnTo>
                    <a:pt x="14831" y="9538"/>
                  </a:lnTo>
                  <a:lnTo>
                    <a:pt x="13718" y="10211"/>
                  </a:lnTo>
                  <a:lnTo>
                    <a:pt x="12559" y="10829"/>
                  </a:lnTo>
                  <a:lnTo>
                    <a:pt x="11446" y="11445"/>
                  </a:lnTo>
                  <a:lnTo>
                    <a:pt x="10288" y="12007"/>
                  </a:lnTo>
                  <a:lnTo>
                    <a:pt x="9129" y="12512"/>
                  </a:lnTo>
                  <a:lnTo>
                    <a:pt x="8061" y="12960"/>
                  </a:lnTo>
                  <a:lnTo>
                    <a:pt x="7482" y="13241"/>
                  </a:lnTo>
                  <a:lnTo>
                    <a:pt x="7259" y="13409"/>
                  </a:lnTo>
                  <a:lnTo>
                    <a:pt x="6992" y="13578"/>
                  </a:lnTo>
                  <a:lnTo>
                    <a:pt x="6992" y="13689"/>
                  </a:lnTo>
                  <a:lnTo>
                    <a:pt x="7615" y="13689"/>
                  </a:lnTo>
                  <a:lnTo>
                    <a:pt x="8149" y="13466"/>
                  </a:lnTo>
                  <a:lnTo>
                    <a:pt x="9264" y="13016"/>
                  </a:lnTo>
                  <a:lnTo>
                    <a:pt x="10466" y="12455"/>
                  </a:lnTo>
                  <a:lnTo>
                    <a:pt x="11668" y="11894"/>
                  </a:lnTo>
                  <a:lnTo>
                    <a:pt x="12782" y="11334"/>
                  </a:lnTo>
                  <a:lnTo>
                    <a:pt x="13851" y="10716"/>
                  </a:lnTo>
                  <a:lnTo>
                    <a:pt x="14920" y="10099"/>
                  </a:lnTo>
                  <a:lnTo>
                    <a:pt x="15944" y="9425"/>
                  </a:lnTo>
                  <a:lnTo>
                    <a:pt x="16033" y="9482"/>
                  </a:lnTo>
                  <a:lnTo>
                    <a:pt x="16167" y="9482"/>
                  </a:lnTo>
                  <a:lnTo>
                    <a:pt x="16256" y="9425"/>
                  </a:lnTo>
                  <a:lnTo>
                    <a:pt x="16345" y="9313"/>
                  </a:lnTo>
                  <a:lnTo>
                    <a:pt x="16390" y="9257"/>
                  </a:lnTo>
                  <a:lnTo>
                    <a:pt x="16834" y="10268"/>
                  </a:lnTo>
                  <a:lnTo>
                    <a:pt x="16567" y="10379"/>
                  </a:lnTo>
                  <a:lnTo>
                    <a:pt x="16345" y="10491"/>
                  </a:lnTo>
                  <a:lnTo>
                    <a:pt x="15677" y="10829"/>
                  </a:lnTo>
                  <a:lnTo>
                    <a:pt x="15053" y="11221"/>
                  </a:lnTo>
                  <a:lnTo>
                    <a:pt x="13628" y="12175"/>
                  </a:lnTo>
                  <a:lnTo>
                    <a:pt x="12960" y="12623"/>
                  </a:lnTo>
                  <a:lnTo>
                    <a:pt x="12204" y="13073"/>
                  </a:lnTo>
                  <a:lnTo>
                    <a:pt x="11446" y="13409"/>
                  </a:lnTo>
                  <a:lnTo>
                    <a:pt x="10688" y="13689"/>
                  </a:lnTo>
                  <a:lnTo>
                    <a:pt x="9129" y="14251"/>
                  </a:lnTo>
                  <a:lnTo>
                    <a:pt x="7527" y="14869"/>
                  </a:lnTo>
                  <a:lnTo>
                    <a:pt x="7036" y="15092"/>
                  </a:lnTo>
                  <a:lnTo>
                    <a:pt x="6859" y="15317"/>
                  </a:lnTo>
                  <a:lnTo>
                    <a:pt x="6769" y="15373"/>
                  </a:lnTo>
                  <a:lnTo>
                    <a:pt x="6769" y="15317"/>
                  </a:lnTo>
                  <a:lnTo>
                    <a:pt x="6725" y="15260"/>
                  </a:lnTo>
                  <a:lnTo>
                    <a:pt x="6725" y="15317"/>
                  </a:lnTo>
                  <a:lnTo>
                    <a:pt x="6680" y="15428"/>
                  </a:lnTo>
                  <a:lnTo>
                    <a:pt x="6680" y="15597"/>
                  </a:lnTo>
                  <a:lnTo>
                    <a:pt x="6725" y="15653"/>
                  </a:lnTo>
                  <a:lnTo>
                    <a:pt x="6769" y="15653"/>
                  </a:lnTo>
                  <a:lnTo>
                    <a:pt x="7036" y="15485"/>
                  </a:lnTo>
                  <a:lnTo>
                    <a:pt x="7304" y="15373"/>
                  </a:lnTo>
                  <a:lnTo>
                    <a:pt x="7927" y="15205"/>
                  </a:lnTo>
                  <a:lnTo>
                    <a:pt x="9353" y="14644"/>
                  </a:lnTo>
                  <a:lnTo>
                    <a:pt x="10778" y="14194"/>
                  </a:lnTo>
                  <a:lnTo>
                    <a:pt x="11491" y="13914"/>
                  </a:lnTo>
                  <a:lnTo>
                    <a:pt x="12159" y="13578"/>
                  </a:lnTo>
                  <a:lnTo>
                    <a:pt x="12782" y="13298"/>
                  </a:lnTo>
                  <a:lnTo>
                    <a:pt x="13361" y="12905"/>
                  </a:lnTo>
                  <a:lnTo>
                    <a:pt x="14519" y="12118"/>
                  </a:lnTo>
                  <a:lnTo>
                    <a:pt x="15143" y="11725"/>
                  </a:lnTo>
                  <a:lnTo>
                    <a:pt x="15766" y="11334"/>
                  </a:lnTo>
                  <a:lnTo>
                    <a:pt x="16479" y="10997"/>
                  </a:lnTo>
                  <a:lnTo>
                    <a:pt x="16701" y="10884"/>
                  </a:lnTo>
                  <a:lnTo>
                    <a:pt x="17013" y="10772"/>
                  </a:lnTo>
                  <a:lnTo>
                    <a:pt x="17058" y="10829"/>
                  </a:lnTo>
                  <a:lnTo>
                    <a:pt x="17191" y="10829"/>
                  </a:lnTo>
                  <a:lnTo>
                    <a:pt x="17236" y="10997"/>
                  </a:lnTo>
                  <a:lnTo>
                    <a:pt x="16791" y="11277"/>
                  </a:lnTo>
                  <a:lnTo>
                    <a:pt x="16390" y="11614"/>
                  </a:lnTo>
                  <a:lnTo>
                    <a:pt x="15098" y="12568"/>
                  </a:lnTo>
                  <a:lnTo>
                    <a:pt x="13761" y="13409"/>
                  </a:lnTo>
                  <a:lnTo>
                    <a:pt x="12381" y="14139"/>
                  </a:lnTo>
                  <a:lnTo>
                    <a:pt x="11000" y="14812"/>
                  </a:lnTo>
                  <a:lnTo>
                    <a:pt x="9575" y="15428"/>
                  </a:lnTo>
                  <a:lnTo>
                    <a:pt x="8194" y="15990"/>
                  </a:lnTo>
                  <a:lnTo>
                    <a:pt x="7527" y="16271"/>
                  </a:lnTo>
                  <a:lnTo>
                    <a:pt x="7170" y="16439"/>
                  </a:lnTo>
                  <a:lnTo>
                    <a:pt x="6859" y="16663"/>
                  </a:lnTo>
                  <a:lnTo>
                    <a:pt x="6814" y="16719"/>
                  </a:lnTo>
                  <a:lnTo>
                    <a:pt x="6814" y="16831"/>
                  </a:lnTo>
                  <a:lnTo>
                    <a:pt x="6903" y="16888"/>
                  </a:lnTo>
                  <a:lnTo>
                    <a:pt x="7215" y="16831"/>
                  </a:lnTo>
                  <a:lnTo>
                    <a:pt x="7527" y="16776"/>
                  </a:lnTo>
                  <a:lnTo>
                    <a:pt x="8149" y="16551"/>
                  </a:lnTo>
                  <a:lnTo>
                    <a:pt x="8907" y="16215"/>
                  </a:lnTo>
                  <a:lnTo>
                    <a:pt x="9665" y="15935"/>
                  </a:lnTo>
                  <a:lnTo>
                    <a:pt x="11179" y="15317"/>
                  </a:lnTo>
                  <a:lnTo>
                    <a:pt x="12648" y="14587"/>
                  </a:lnTo>
                  <a:lnTo>
                    <a:pt x="13895" y="13858"/>
                  </a:lnTo>
                  <a:lnTo>
                    <a:pt x="15143" y="13128"/>
                  </a:lnTo>
                  <a:lnTo>
                    <a:pt x="16479" y="12175"/>
                  </a:lnTo>
                  <a:lnTo>
                    <a:pt x="17013" y="11839"/>
                  </a:lnTo>
                  <a:lnTo>
                    <a:pt x="17280" y="11614"/>
                  </a:lnTo>
                  <a:lnTo>
                    <a:pt x="17503" y="11389"/>
                  </a:lnTo>
                  <a:lnTo>
                    <a:pt x="17637" y="11614"/>
                  </a:lnTo>
                  <a:lnTo>
                    <a:pt x="17637" y="11670"/>
                  </a:lnTo>
                  <a:lnTo>
                    <a:pt x="17503" y="12175"/>
                  </a:lnTo>
                  <a:lnTo>
                    <a:pt x="17503" y="12736"/>
                  </a:lnTo>
                  <a:lnTo>
                    <a:pt x="17414" y="12623"/>
                  </a:lnTo>
                  <a:lnTo>
                    <a:pt x="17280" y="12623"/>
                  </a:lnTo>
                  <a:lnTo>
                    <a:pt x="16791" y="12905"/>
                  </a:lnTo>
                  <a:lnTo>
                    <a:pt x="16300" y="13241"/>
                  </a:lnTo>
                  <a:lnTo>
                    <a:pt x="15410" y="13971"/>
                  </a:lnTo>
                  <a:lnTo>
                    <a:pt x="14875" y="14419"/>
                  </a:lnTo>
                  <a:lnTo>
                    <a:pt x="14297" y="14812"/>
                  </a:lnTo>
                  <a:lnTo>
                    <a:pt x="13718" y="15205"/>
                  </a:lnTo>
                  <a:lnTo>
                    <a:pt x="13138" y="15485"/>
                  </a:lnTo>
                  <a:lnTo>
                    <a:pt x="10511" y="16551"/>
                  </a:lnTo>
                  <a:lnTo>
                    <a:pt x="9398" y="16999"/>
                  </a:lnTo>
                  <a:lnTo>
                    <a:pt x="8862" y="17224"/>
                  </a:lnTo>
                  <a:lnTo>
                    <a:pt x="8328" y="17505"/>
                  </a:lnTo>
                  <a:lnTo>
                    <a:pt x="6413" y="17449"/>
                  </a:lnTo>
                  <a:lnTo>
                    <a:pt x="6368" y="17112"/>
                  </a:lnTo>
                  <a:lnTo>
                    <a:pt x="6280" y="16999"/>
                  </a:lnTo>
                  <a:lnTo>
                    <a:pt x="6101" y="16999"/>
                  </a:lnTo>
                  <a:lnTo>
                    <a:pt x="6056" y="17112"/>
                  </a:lnTo>
                  <a:lnTo>
                    <a:pt x="6013" y="17449"/>
                  </a:lnTo>
                  <a:lnTo>
                    <a:pt x="5076" y="17337"/>
                  </a:lnTo>
                  <a:lnTo>
                    <a:pt x="4632" y="17337"/>
                  </a:lnTo>
                  <a:lnTo>
                    <a:pt x="4142" y="17392"/>
                  </a:lnTo>
                  <a:lnTo>
                    <a:pt x="3786" y="17449"/>
                  </a:lnTo>
                  <a:lnTo>
                    <a:pt x="3474" y="17674"/>
                  </a:lnTo>
                  <a:lnTo>
                    <a:pt x="3429" y="16831"/>
                  </a:lnTo>
                  <a:lnTo>
                    <a:pt x="3295" y="14419"/>
                  </a:lnTo>
                  <a:lnTo>
                    <a:pt x="3295" y="14026"/>
                  </a:lnTo>
                  <a:lnTo>
                    <a:pt x="3607" y="14026"/>
                  </a:lnTo>
                  <a:lnTo>
                    <a:pt x="3963" y="13971"/>
                  </a:lnTo>
                  <a:lnTo>
                    <a:pt x="4275" y="13858"/>
                  </a:lnTo>
                  <a:lnTo>
                    <a:pt x="4587" y="13746"/>
                  </a:lnTo>
                  <a:lnTo>
                    <a:pt x="4899" y="13521"/>
                  </a:lnTo>
                  <a:lnTo>
                    <a:pt x="5211" y="13298"/>
                  </a:lnTo>
                  <a:lnTo>
                    <a:pt x="5745" y="12848"/>
                  </a:lnTo>
                  <a:lnTo>
                    <a:pt x="6146" y="12400"/>
                  </a:lnTo>
                  <a:lnTo>
                    <a:pt x="6502" y="11894"/>
                  </a:lnTo>
                  <a:lnTo>
                    <a:pt x="6814" y="11389"/>
                  </a:lnTo>
                  <a:lnTo>
                    <a:pt x="7126" y="10884"/>
                  </a:lnTo>
                  <a:lnTo>
                    <a:pt x="7615" y="10716"/>
                  </a:lnTo>
                  <a:lnTo>
                    <a:pt x="8061" y="10436"/>
                  </a:lnTo>
                  <a:lnTo>
                    <a:pt x="8996" y="9818"/>
                  </a:lnTo>
                  <a:lnTo>
                    <a:pt x="10199" y="9145"/>
                  </a:lnTo>
                  <a:lnTo>
                    <a:pt x="11357" y="8529"/>
                  </a:lnTo>
                  <a:lnTo>
                    <a:pt x="12514" y="8022"/>
                  </a:lnTo>
                  <a:lnTo>
                    <a:pt x="13673" y="7463"/>
                  </a:lnTo>
                  <a:lnTo>
                    <a:pt x="14608" y="7069"/>
                  </a:lnTo>
                  <a:lnTo>
                    <a:pt x="15098" y="6733"/>
                  </a:lnTo>
                  <a:lnTo>
                    <a:pt x="15320" y="6452"/>
                  </a:lnTo>
                  <a:lnTo>
                    <a:pt x="15454" y="6396"/>
                  </a:lnTo>
                  <a:close/>
                  <a:moveTo>
                    <a:pt x="2895" y="0"/>
                  </a:moveTo>
                  <a:lnTo>
                    <a:pt x="2716" y="57"/>
                  </a:lnTo>
                  <a:lnTo>
                    <a:pt x="2672" y="112"/>
                  </a:lnTo>
                  <a:lnTo>
                    <a:pt x="2627" y="168"/>
                  </a:lnTo>
                  <a:lnTo>
                    <a:pt x="2494" y="561"/>
                  </a:lnTo>
                  <a:lnTo>
                    <a:pt x="2405" y="786"/>
                  </a:lnTo>
                  <a:lnTo>
                    <a:pt x="1915" y="2189"/>
                  </a:lnTo>
                  <a:lnTo>
                    <a:pt x="1870" y="2357"/>
                  </a:lnTo>
                  <a:lnTo>
                    <a:pt x="1915" y="2469"/>
                  </a:lnTo>
                  <a:lnTo>
                    <a:pt x="1960" y="2580"/>
                  </a:lnTo>
                  <a:lnTo>
                    <a:pt x="2048" y="2693"/>
                  </a:lnTo>
                  <a:lnTo>
                    <a:pt x="2137" y="2749"/>
                  </a:lnTo>
                  <a:lnTo>
                    <a:pt x="2227" y="2749"/>
                  </a:lnTo>
                  <a:lnTo>
                    <a:pt x="2315" y="2693"/>
                  </a:lnTo>
                  <a:lnTo>
                    <a:pt x="2405" y="2525"/>
                  </a:lnTo>
                  <a:lnTo>
                    <a:pt x="2583" y="2076"/>
                  </a:lnTo>
                  <a:lnTo>
                    <a:pt x="2539" y="3310"/>
                  </a:lnTo>
                  <a:lnTo>
                    <a:pt x="2539" y="4544"/>
                  </a:lnTo>
                  <a:lnTo>
                    <a:pt x="2494" y="6228"/>
                  </a:lnTo>
                  <a:lnTo>
                    <a:pt x="2405" y="6283"/>
                  </a:lnTo>
                  <a:lnTo>
                    <a:pt x="2227" y="6228"/>
                  </a:lnTo>
                  <a:lnTo>
                    <a:pt x="2093" y="6115"/>
                  </a:lnTo>
                  <a:lnTo>
                    <a:pt x="1960" y="6115"/>
                  </a:lnTo>
                  <a:lnTo>
                    <a:pt x="1870" y="6172"/>
                  </a:lnTo>
                  <a:lnTo>
                    <a:pt x="1826" y="6283"/>
                  </a:lnTo>
                  <a:lnTo>
                    <a:pt x="1870" y="6452"/>
                  </a:lnTo>
                  <a:lnTo>
                    <a:pt x="2003" y="6565"/>
                  </a:lnTo>
                  <a:lnTo>
                    <a:pt x="2137" y="6676"/>
                  </a:lnTo>
                  <a:lnTo>
                    <a:pt x="2315" y="6733"/>
                  </a:lnTo>
                  <a:lnTo>
                    <a:pt x="2494" y="6788"/>
                  </a:lnTo>
                  <a:lnTo>
                    <a:pt x="2494" y="8472"/>
                  </a:lnTo>
                  <a:lnTo>
                    <a:pt x="2315" y="8529"/>
                  </a:lnTo>
                  <a:lnTo>
                    <a:pt x="2003" y="8584"/>
                  </a:lnTo>
                  <a:lnTo>
                    <a:pt x="1960" y="8697"/>
                  </a:lnTo>
                  <a:lnTo>
                    <a:pt x="1870" y="8752"/>
                  </a:lnTo>
                  <a:lnTo>
                    <a:pt x="1870" y="8809"/>
                  </a:lnTo>
                  <a:lnTo>
                    <a:pt x="1826" y="8865"/>
                  </a:lnTo>
                  <a:lnTo>
                    <a:pt x="1870" y="8920"/>
                  </a:lnTo>
                  <a:lnTo>
                    <a:pt x="1915" y="8920"/>
                  </a:lnTo>
                  <a:lnTo>
                    <a:pt x="2003" y="9033"/>
                  </a:lnTo>
                  <a:lnTo>
                    <a:pt x="2494" y="9033"/>
                  </a:lnTo>
                  <a:lnTo>
                    <a:pt x="2539" y="9482"/>
                  </a:lnTo>
                  <a:lnTo>
                    <a:pt x="2539" y="10941"/>
                  </a:lnTo>
                  <a:lnTo>
                    <a:pt x="2227" y="11052"/>
                  </a:lnTo>
                  <a:lnTo>
                    <a:pt x="1870" y="11277"/>
                  </a:lnTo>
                  <a:lnTo>
                    <a:pt x="1826" y="11334"/>
                  </a:lnTo>
                  <a:lnTo>
                    <a:pt x="1826" y="11389"/>
                  </a:lnTo>
                  <a:lnTo>
                    <a:pt x="1870" y="11445"/>
                  </a:lnTo>
                  <a:lnTo>
                    <a:pt x="1915" y="11502"/>
                  </a:lnTo>
                  <a:lnTo>
                    <a:pt x="2539" y="11502"/>
                  </a:lnTo>
                  <a:lnTo>
                    <a:pt x="2627" y="13689"/>
                  </a:lnTo>
                  <a:lnTo>
                    <a:pt x="2627" y="13746"/>
                  </a:lnTo>
                  <a:lnTo>
                    <a:pt x="2405" y="13689"/>
                  </a:lnTo>
                  <a:lnTo>
                    <a:pt x="1915" y="13689"/>
                  </a:lnTo>
                  <a:lnTo>
                    <a:pt x="1826" y="13746"/>
                  </a:lnTo>
                  <a:lnTo>
                    <a:pt x="1781" y="13858"/>
                  </a:lnTo>
                  <a:lnTo>
                    <a:pt x="1781" y="13971"/>
                  </a:lnTo>
                  <a:lnTo>
                    <a:pt x="1870" y="14082"/>
                  </a:lnTo>
                  <a:lnTo>
                    <a:pt x="2048" y="14139"/>
                  </a:lnTo>
                  <a:lnTo>
                    <a:pt x="2227" y="14251"/>
                  </a:lnTo>
                  <a:lnTo>
                    <a:pt x="2672" y="14362"/>
                  </a:lnTo>
                  <a:lnTo>
                    <a:pt x="2716" y="15935"/>
                  </a:lnTo>
                  <a:lnTo>
                    <a:pt x="2449" y="15935"/>
                  </a:lnTo>
                  <a:lnTo>
                    <a:pt x="2182" y="15990"/>
                  </a:lnTo>
                  <a:lnTo>
                    <a:pt x="2093" y="16103"/>
                  </a:lnTo>
                  <a:lnTo>
                    <a:pt x="2003" y="16215"/>
                  </a:lnTo>
                  <a:lnTo>
                    <a:pt x="1915" y="16326"/>
                  </a:lnTo>
                  <a:lnTo>
                    <a:pt x="1960" y="16439"/>
                  </a:lnTo>
                  <a:lnTo>
                    <a:pt x="2048" y="16551"/>
                  </a:lnTo>
                  <a:lnTo>
                    <a:pt x="2583" y="16551"/>
                  </a:lnTo>
                  <a:lnTo>
                    <a:pt x="2761" y="16608"/>
                  </a:lnTo>
                  <a:lnTo>
                    <a:pt x="2761" y="16663"/>
                  </a:lnTo>
                  <a:lnTo>
                    <a:pt x="2806" y="17897"/>
                  </a:lnTo>
                  <a:lnTo>
                    <a:pt x="2850" y="18290"/>
                  </a:lnTo>
                  <a:lnTo>
                    <a:pt x="2895" y="18515"/>
                  </a:lnTo>
                  <a:lnTo>
                    <a:pt x="3028" y="18683"/>
                  </a:lnTo>
                  <a:lnTo>
                    <a:pt x="3117" y="18740"/>
                  </a:lnTo>
                  <a:lnTo>
                    <a:pt x="3252" y="18740"/>
                  </a:lnTo>
                  <a:lnTo>
                    <a:pt x="3340" y="18683"/>
                  </a:lnTo>
                  <a:lnTo>
                    <a:pt x="3385" y="18572"/>
                  </a:lnTo>
                  <a:lnTo>
                    <a:pt x="3429" y="18515"/>
                  </a:lnTo>
                  <a:lnTo>
                    <a:pt x="3652" y="18290"/>
                  </a:lnTo>
                  <a:lnTo>
                    <a:pt x="3963" y="18178"/>
                  </a:lnTo>
                  <a:lnTo>
                    <a:pt x="4231" y="18122"/>
                  </a:lnTo>
                  <a:lnTo>
                    <a:pt x="4542" y="18122"/>
                  </a:lnTo>
                  <a:lnTo>
                    <a:pt x="4542" y="18683"/>
                  </a:lnTo>
                  <a:lnTo>
                    <a:pt x="4632" y="18908"/>
                  </a:lnTo>
                  <a:lnTo>
                    <a:pt x="4721" y="19131"/>
                  </a:lnTo>
                  <a:lnTo>
                    <a:pt x="4809" y="19245"/>
                  </a:lnTo>
                  <a:lnTo>
                    <a:pt x="4899" y="19188"/>
                  </a:lnTo>
                  <a:lnTo>
                    <a:pt x="4988" y="19131"/>
                  </a:lnTo>
                  <a:lnTo>
                    <a:pt x="5033" y="19020"/>
                  </a:lnTo>
                  <a:lnTo>
                    <a:pt x="4943" y="18683"/>
                  </a:lnTo>
                  <a:lnTo>
                    <a:pt x="4899" y="18458"/>
                  </a:lnTo>
                  <a:lnTo>
                    <a:pt x="4899" y="18178"/>
                  </a:lnTo>
                  <a:lnTo>
                    <a:pt x="6146" y="18234"/>
                  </a:lnTo>
                  <a:lnTo>
                    <a:pt x="6146" y="18572"/>
                  </a:lnTo>
                  <a:lnTo>
                    <a:pt x="6191" y="19300"/>
                  </a:lnTo>
                  <a:lnTo>
                    <a:pt x="6235" y="19413"/>
                  </a:lnTo>
                  <a:lnTo>
                    <a:pt x="6280" y="19524"/>
                  </a:lnTo>
                  <a:lnTo>
                    <a:pt x="6458" y="19524"/>
                  </a:lnTo>
                  <a:lnTo>
                    <a:pt x="6635" y="19468"/>
                  </a:lnTo>
                  <a:lnTo>
                    <a:pt x="6680" y="19300"/>
                  </a:lnTo>
                  <a:lnTo>
                    <a:pt x="6725" y="19076"/>
                  </a:lnTo>
                  <a:lnTo>
                    <a:pt x="6635" y="18908"/>
                  </a:lnTo>
                  <a:lnTo>
                    <a:pt x="6547" y="18851"/>
                  </a:lnTo>
                  <a:lnTo>
                    <a:pt x="6502" y="18515"/>
                  </a:lnTo>
                  <a:lnTo>
                    <a:pt x="6413" y="18234"/>
                  </a:lnTo>
                  <a:lnTo>
                    <a:pt x="7170" y="18290"/>
                  </a:lnTo>
                  <a:lnTo>
                    <a:pt x="7882" y="18290"/>
                  </a:lnTo>
                  <a:lnTo>
                    <a:pt x="7882" y="18347"/>
                  </a:lnTo>
                  <a:lnTo>
                    <a:pt x="7839" y="18627"/>
                  </a:lnTo>
                  <a:lnTo>
                    <a:pt x="7794" y="18963"/>
                  </a:lnTo>
                  <a:lnTo>
                    <a:pt x="7839" y="19245"/>
                  </a:lnTo>
                  <a:lnTo>
                    <a:pt x="7972" y="19524"/>
                  </a:lnTo>
                  <a:lnTo>
                    <a:pt x="8016" y="19638"/>
                  </a:lnTo>
                  <a:lnTo>
                    <a:pt x="8106" y="19693"/>
                  </a:lnTo>
                  <a:lnTo>
                    <a:pt x="8194" y="19693"/>
                  </a:lnTo>
                  <a:lnTo>
                    <a:pt x="8284" y="19638"/>
                  </a:lnTo>
                  <a:lnTo>
                    <a:pt x="8373" y="19524"/>
                  </a:lnTo>
                  <a:lnTo>
                    <a:pt x="8373" y="19356"/>
                  </a:lnTo>
                  <a:lnTo>
                    <a:pt x="8284" y="19300"/>
                  </a:lnTo>
                  <a:lnTo>
                    <a:pt x="8239" y="19245"/>
                  </a:lnTo>
                  <a:lnTo>
                    <a:pt x="8149" y="18963"/>
                  </a:lnTo>
                  <a:lnTo>
                    <a:pt x="8106" y="18683"/>
                  </a:lnTo>
                  <a:lnTo>
                    <a:pt x="8061" y="18347"/>
                  </a:lnTo>
                  <a:lnTo>
                    <a:pt x="8061" y="18290"/>
                  </a:lnTo>
                  <a:lnTo>
                    <a:pt x="9620" y="18347"/>
                  </a:lnTo>
                  <a:lnTo>
                    <a:pt x="9531" y="18403"/>
                  </a:lnTo>
                  <a:lnTo>
                    <a:pt x="9486" y="18515"/>
                  </a:lnTo>
                  <a:lnTo>
                    <a:pt x="9441" y="18740"/>
                  </a:lnTo>
                  <a:lnTo>
                    <a:pt x="9441" y="19131"/>
                  </a:lnTo>
                  <a:lnTo>
                    <a:pt x="9486" y="19300"/>
                  </a:lnTo>
                  <a:lnTo>
                    <a:pt x="9575" y="19468"/>
                  </a:lnTo>
                  <a:lnTo>
                    <a:pt x="9665" y="19524"/>
                  </a:lnTo>
                  <a:lnTo>
                    <a:pt x="9753" y="19468"/>
                  </a:lnTo>
                  <a:lnTo>
                    <a:pt x="9842" y="19413"/>
                  </a:lnTo>
                  <a:lnTo>
                    <a:pt x="9887" y="19300"/>
                  </a:lnTo>
                  <a:lnTo>
                    <a:pt x="9842" y="19076"/>
                  </a:lnTo>
                  <a:lnTo>
                    <a:pt x="9798" y="18795"/>
                  </a:lnTo>
                  <a:lnTo>
                    <a:pt x="9798" y="18627"/>
                  </a:lnTo>
                  <a:lnTo>
                    <a:pt x="9753" y="18515"/>
                  </a:lnTo>
                  <a:lnTo>
                    <a:pt x="9753" y="18347"/>
                  </a:lnTo>
                  <a:lnTo>
                    <a:pt x="11401" y="18347"/>
                  </a:lnTo>
                  <a:lnTo>
                    <a:pt x="11312" y="18683"/>
                  </a:lnTo>
                  <a:lnTo>
                    <a:pt x="11312" y="19076"/>
                  </a:lnTo>
                  <a:lnTo>
                    <a:pt x="11357" y="19188"/>
                  </a:lnTo>
                  <a:lnTo>
                    <a:pt x="11446" y="19245"/>
                  </a:lnTo>
                  <a:lnTo>
                    <a:pt x="11668" y="19245"/>
                  </a:lnTo>
                  <a:lnTo>
                    <a:pt x="11758" y="19188"/>
                  </a:lnTo>
                  <a:lnTo>
                    <a:pt x="11802" y="19076"/>
                  </a:lnTo>
                  <a:lnTo>
                    <a:pt x="11802" y="18908"/>
                  </a:lnTo>
                  <a:lnTo>
                    <a:pt x="11668" y="18851"/>
                  </a:lnTo>
                  <a:lnTo>
                    <a:pt x="11668" y="18347"/>
                  </a:lnTo>
                  <a:lnTo>
                    <a:pt x="12915" y="18347"/>
                  </a:lnTo>
                  <a:lnTo>
                    <a:pt x="12960" y="18740"/>
                  </a:lnTo>
                  <a:lnTo>
                    <a:pt x="13049" y="19131"/>
                  </a:lnTo>
                  <a:lnTo>
                    <a:pt x="13138" y="19245"/>
                  </a:lnTo>
                  <a:lnTo>
                    <a:pt x="13317" y="19245"/>
                  </a:lnTo>
                  <a:lnTo>
                    <a:pt x="13361" y="19131"/>
                  </a:lnTo>
                  <a:lnTo>
                    <a:pt x="13406" y="18963"/>
                  </a:lnTo>
                  <a:lnTo>
                    <a:pt x="13317" y="18627"/>
                  </a:lnTo>
                  <a:lnTo>
                    <a:pt x="13227" y="18347"/>
                  </a:lnTo>
                  <a:lnTo>
                    <a:pt x="14697" y="18347"/>
                  </a:lnTo>
                  <a:lnTo>
                    <a:pt x="14653" y="18458"/>
                  </a:lnTo>
                  <a:lnTo>
                    <a:pt x="14608" y="18572"/>
                  </a:lnTo>
                  <a:lnTo>
                    <a:pt x="14564" y="18908"/>
                  </a:lnTo>
                  <a:lnTo>
                    <a:pt x="14608" y="19076"/>
                  </a:lnTo>
                  <a:lnTo>
                    <a:pt x="14653" y="19300"/>
                  </a:lnTo>
                  <a:lnTo>
                    <a:pt x="14741" y="19468"/>
                  </a:lnTo>
                  <a:lnTo>
                    <a:pt x="14831" y="19581"/>
                  </a:lnTo>
                  <a:lnTo>
                    <a:pt x="14920" y="19638"/>
                  </a:lnTo>
                  <a:lnTo>
                    <a:pt x="15008" y="19581"/>
                  </a:lnTo>
                  <a:lnTo>
                    <a:pt x="15053" y="19524"/>
                  </a:lnTo>
                  <a:lnTo>
                    <a:pt x="15053" y="19413"/>
                  </a:lnTo>
                  <a:lnTo>
                    <a:pt x="15008" y="19188"/>
                  </a:lnTo>
                  <a:lnTo>
                    <a:pt x="14920" y="18908"/>
                  </a:lnTo>
                  <a:lnTo>
                    <a:pt x="14875" y="18627"/>
                  </a:lnTo>
                  <a:lnTo>
                    <a:pt x="14875" y="18290"/>
                  </a:lnTo>
                  <a:lnTo>
                    <a:pt x="16212" y="18290"/>
                  </a:lnTo>
                  <a:lnTo>
                    <a:pt x="16123" y="18515"/>
                  </a:lnTo>
                  <a:lnTo>
                    <a:pt x="16078" y="18740"/>
                  </a:lnTo>
                  <a:lnTo>
                    <a:pt x="16078" y="19020"/>
                  </a:lnTo>
                  <a:lnTo>
                    <a:pt x="16167" y="19245"/>
                  </a:lnTo>
                  <a:lnTo>
                    <a:pt x="16212" y="19300"/>
                  </a:lnTo>
                  <a:lnTo>
                    <a:pt x="16300" y="19356"/>
                  </a:lnTo>
                  <a:lnTo>
                    <a:pt x="16390" y="19356"/>
                  </a:lnTo>
                  <a:lnTo>
                    <a:pt x="16479" y="19245"/>
                  </a:lnTo>
                  <a:lnTo>
                    <a:pt x="16524" y="19020"/>
                  </a:lnTo>
                  <a:lnTo>
                    <a:pt x="16434" y="18683"/>
                  </a:lnTo>
                  <a:lnTo>
                    <a:pt x="16434" y="18458"/>
                  </a:lnTo>
                  <a:lnTo>
                    <a:pt x="16479" y="18234"/>
                  </a:lnTo>
                  <a:lnTo>
                    <a:pt x="17681" y="18178"/>
                  </a:lnTo>
                  <a:lnTo>
                    <a:pt x="17637" y="18908"/>
                  </a:lnTo>
                  <a:lnTo>
                    <a:pt x="17681" y="19020"/>
                  </a:lnTo>
                  <a:lnTo>
                    <a:pt x="17771" y="19131"/>
                  </a:lnTo>
                  <a:lnTo>
                    <a:pt x="17904" y="19131"/>
                  </a:lnTo>
                  <a:lnTo>
                    <a:pt x="17993" y="19076"/>
                  </a:lnTo>
                  <a:lnTo>
                    <a:pt x="18081" y="18963"/>
                  </a:lnTo>
                  <a:lnTo>
                    <a:pt x="18171" y="18795"/>
                  </a:lnTo>
                  <a:lnTo>
                    <a:pt x="18171" y="18458"/>
                  </a:lnTo>
                  <a:lnTo>
                    <a:pt x="18126" y="18347"/>
                  </a:lnTo>
                  <a:lnTo>
                    <a:pt x="18038" y="18290"/>
                  </a:lnTo>
                  <a:lnTo>
                    <a:pt x="18038" y="18178"/>
                  </a:lnTo>
                  <a:lnTo>
                    <a:pt x="20176" y="18010"/>
                  </a:lnTo>
                  <a:lnTo>
                    <a:pt x="20219" y="18065"/>
                  </a:lnTo>
                  <a:lnTo>
                    <a:pt x="20086" y="18347"/>
                  </a:lnTo>
                  <a:lnTo>
                    <a:pt x="19864" y="18627"/>
                  </a:lnTo>
                  <a:lnTo>
                    <a:pt x="19774" y="18795"/>
                  </a:lnTo>
                  <a:lnTo>
                    <a:pt x="19730" y="18908"/>
                  </a:lnTo>
                  <a:lnTo>
                    <a:pt x="19774" y="19020"/>
                  </a:lnTo>
                  <a:lnTo>
                    <a:pt x="19819" y="19131"/>
                  </a:lnTo>
                  <a:lnTo>
                    <a:pt x="19907" y="19188"/>
                  </a:lnTo>
                  <a:lnTo>
                    <a:pt x="19997" y="19245"/>
                  </a:lnTo>
                  <a:lnTo>
                    <a:pt x="20086" y="19245"/>
                  </a:lnTo>
                  <a:lnTo>
                    <a:pt x="20131" y="19188"/>
                  </a:lnTo>
                  <a:lnTo>
                    <a:pt x="20309" y="19076"/>
                  </a:lnTo>
                  <a:lnTo>
                    <a:pt x="20398" y="18908"/>
                  </a:lnTo>
                  <a:lnTo>
                    <a:pt x="20620" y="18515"/>
                  </a:lnTo>
                  <a:lnTo>
                    <a:pt x="21199" y="17561"/>
                  </a:lnTo>
                  <a:lnTo>
                    <a:pt x="21199" y="17224"/>
                  </a:lnTo>
                  <a:lnTo>
                    <a:pt x="21156" y="17112"/>
                  </a:lnTo>
                  <a:lnTo>
                    <a:pt x="20710" y="16663"/>
                  </a:lnTo>
                  <a:lnTo>
                    <a:pt x="20309" y="16271"/>
                  </a:lnTo>
                  <a:lnTo>
                    <a:pt x="20219" y="16215"/>
                  </a:lnTo>
                  <a:lnTo>
                    <a:pt x="20131" y="16215"/>
                  </a:lnTo>
                  <a:lnTo>
                    <a:pt x="20086" y="16271"/>
                  </a:lnTo>
                  <a:lnTo>
                    <a:pt x="19997" y="16326"/>
                  </a:lnTo>
                  <a:lnTo>
                    <a:pt x="19952" y="16494"/>
                  </a:lnTo>
                  <a:lnTo>
                    <a:pt x="19952" y="16608"/>
                  </a:lnTo>
                  <a:lnTo>
                    <a:pt x="19997" y="16719"/>
                  </a:lnTo>
                  <a:lnTo>
                    <a:pt x="20398" y="17169"/>
                  </a:lnTo>
                  <a:lnTo>
                    <a:pt x="16924" y="17392"/>
                  </a:lnTo>
                  <a:lnTo>
                    <a:pt x="17058" y="17337"/>
                  </a:lnTo>
                  <a:lnTo>
                    <a:pt x="17325" y="17112"/>
                  </a:lnTo>
                  <a:lnTo>
                    <a:pt x="17414" y="16999"/>
                  </a:lnTo>
                  <a:lnTo>
                    <a:pt x="17503" y="16831"/>
                  </a:lnTo>
                  <a:lnTo>
                    <a:pt x="17503" y="16719"/>
                  </a:lnTo>
                  <a:lnTo>
                    <a:pt x="17458" y="16663"/>
                  </a:lnTo>
                  <a:lnTo>
                    <a:pt x="17280" y="16663"/>
                  </a:lnTo>
                  <a:lnTo>
                    <a:pt x="17146" y="16719"/>
                  </a:lnTo>
                  <a:lnTo>
                    <a:pt x="16879" y="16944"/>
                  </a:lnTo>
                  <a:lnTo>
                    <a:pt x="16657" y="17169"/>
                  </a:lnTo>
                  <a:lnTo>
                    <a:pt x="16479" y="17449"/>
                  </a:lnTo>
                  <a:lnTo>
                    <a:pt x="14920" y="17505"/>
                  </a:lnTo>
                  <a:lnTo>
                    <a:pt x="15232" y="17337"/>
                  </a:lnTo>
                  <a:lnTo>
                    <a:pt x="15587" y="17169"/>
                  </a:lnTo>
                  <a:lnTo>
                    <a:pt x="15988" y="16944"/>
                  </a:lnTo>
                  <a:lnTo>
                    <a:pt x="16390" y="16663"/>
                  </a:lnTo>
                  <a:lnTo>
                    <a:pt x="16746" y="16326"/>
                  </a:lnTo>
                  <a:lnTo>
                    <a:pt x="17058" y="15935"/>
                  </a:lnTo>
                  <a:lnTo>
                    <a:pt x="17103" y="15765"/>
                  </a:lnTo>
                  <a:lnTo>
                    <a:pt x="17058" y="15653"/>
                  </a:lnTo>
                  <a:lnTo>
                    <a:pt x="16968" y="15597"/>
                  </a:lnTo>
                  <a:lnTo>
                    <a:pt x="16879" y="15653"/>
                  </a:lnTo>
                  <a:lnTo>
                    <a:pt x="16567" y="15878"/>
                  </a:lnTo>
                  <a:lnTo>
                    <a:pt x="16256" y="16158"/>
                  </a:lnTo>
                  <a:lnTo>
                    <a:pt x="15944" y="16439"/>
                  </a:lnTo>
                  <a:lnTo>
                    <a:pt x="15632" y="16663"/>
                  </a:lnTo>
                  <a:lnTo>
                    <a:pt x="15277" y="16888"/>
                  </a:lnTo>
                  <a:lnTo>
                    <a:pt x="14920" y="17056"/>
                  </a:lnTo>
                  <a:lnTo>
                    <a:pt x="14564" y="17281"/>
                  </a:lnTo>
                  <a:lnTo>
                    <a:pt x="14207" y="17505"/>
                  </a:lnTo>
                  <a:lnTo>
                    <a:pt x="12337" y="17561"/>
                  </a:lnTo>
                  <a:lnTo>
                    <a:pt x="12871" y="17281"/>
                  </a:lnTo>
                  <a:lnTo>
                    <a:pt x="14831" y="16271"/>
                  </a:lnTo>
                  <a:lnTo>
                    <a:pt x="15499" y="15990"/>
                  </a:lnTo>
                  <a:lnTo>
                    <a:pt x="16167" y="15542"/>
                  </a:lnTo>
                  <a:lnTo>
                    <a:pt x="16479" y="15317"/>
                  </a:lnTo>
                  <a:lnTo>
                    <a:pt x="16746" y="15037"/>
                  </a:lnTo>
                  <a:lnTo>
                    <a:pt x="16968" y="14700"/>
                  </a:lnTo>
                  <a:lnTo>
                    <a:pt x="17103" y="14307"/>
                  </a:lnTo>
                  <a:lnTo>
                    <a:pt x="17103" y="14139"/>
                  </a:lnTo>
                  <a:lnTo>
                    <a:pt x="17058" y="14082"/>
                  </a:lnTo>
                  <a:lnTo>
                    <a:pt x="16924" y="14026"/>
                  </a:lnTo>
                  <a:lnTo>
                    <a:pt x="16834" y="14082"/>
                  </a:lnTo>
                  <a:lnTo>
                    <a:pt x="16345" y="14700"/>
                  </a:lnTo>
                  <a:lnTo>
                    <a:pt x="16078" y="14980"/>
                  </a:lnTo>
                  <a:lnTo>
                    <a:pt x="15766" y="15260"/>
                  </a:lnTo>
                  <a:lnTo>
                    <a:pt x="15410" y="15485"/>
                  </a:lnTo>
                  <a:lnTo>
                    <a:pt x="15053" y="15653"/>
                  </a:lnTo>
                  <a:lnTo>
                    <a:pt x="14297" y="16046"/>
                  </a:lnTo>
                  <a:lnTo>
                    <a:pt x="12648" y="16888"/>
                  </a:lnTo>
                  <a:lnTo>
                    <a:pt x="12025" y="17224"/>
                  </a:lnTo>
                  <a:lnTo>
                    <a:pt x="11446" y="17561"/>
                  </a:lnTo>
                  <a:lnTo>
                    <a:pt x="9308" y="17561"/>
                  </a:lnTo>
                  <a:lnTo>
                    <a:pt x="10466" y="17056"/>
                  </a:lnTo>
                  <a:lnTo>
                    <a:pt x="13227" y="15935"/>
                  </a:lnTo>
                  <a:lnTo>
                    <a:pt x="13761" y="15653"/>
                  </a:lnTo>
                  <a:lnTo>
                    <a:pt x="14297" y="15373"/>
                  </a:lnTo>
                  <a:lnTo>
                    <a:pt x="14786" y="15037"/>
                  </a:lnTo>
                  <a:lnTo>
                    <a:pt x="15277" y="14644"/>
                  </a:lnTo>
                  <a:lnTo>
                    <a:pt x="16300" y="13802"/>
                  </a:lnTo>
                  <a:lnTo>
                    <a:pt x="16834" y="13409"/>
                  </a:lnTo>
                  <a:lnTo>
                    <a:pt x="17370" y="13073"/>
                  </a:lnTo>
                  <a:lnTo>
                    <a:pt x="17458" y="13016"/>
                  </a:lnTo>
                  <a:lnTo>
                    <a:pt x="17503" y="12960"/>
                  </a:lnTo>
                  <a:lnTo>
                    <a:pt x="17503" y="13521"/>
                  </a:lnTo>
                  <a:lnTo>
                    <a:pt x="17547" y="13634"/>
                  </a:lnTo>
                  <a:lnTo>
                    <a:pt x="17592" y="13689"/>
                  </a:lnTo>
                  <a:lnTo>
                    <a:pt x="17637" y="13746"/>
                  </a:lnTo>
                  <a:lnTo>
                    <a:pt x="17726" y="13802"/>
                  </a:lnTo>
                  <a:lnTo>
                    <a:pt x="17814" y="13746"/>
                  </a:lnTo>
                  <a:lnTo>
                    <a:pt x="17904" y="13689"/>
                  </a:lnTo>
                  <a:lnTo>
                    <a:pt x="17948" y="13634"/>
                  </a:lnTo>
                  <a:lnTo>
                    <a:pt x="17948" y="12680"/>
                  </a:lnTo>
                  <a:lnTo>
                    <a:pt x="17904" y="12287"/>
                  </a:lnTo>
                  <a:lnTo>
                    <a:pt x="17814" y="11894"/>
                  </a:lnTo>
                  <a:lnTo>
                    <a:pt x="18305" y="12512"/>
                  </a:lnTo>
                  <a:lnTo>
                    <a:pt x="18839" y="13128"/>
                  </a:lnTo>
                  <a:lnTo>
                    <a:pt x="19106" y="13409"/>
                  </a:lnTo>
                  <a:lnTo>
                    <a:pt x="19240" y="13521"/>
                  </a:lnTo>
                  <a:lnTo>
                    <a:pt x="19418" y="13578"/>
                  </a:lnTo>
                  <a:lnTo>
                    <a:pt x="19864" y="13634"/>
                  </a:lnTo>
                  <a:lnTo>
                    <a:pt x="20353" y="13634"/>
                  </a:lnTo>
                  <a:lnTo>
                    <a:pt x="20887" y="13578"/>
                  </a:lnTo>
                  <a:lnTo>
                    <a:pt x="21378" y="13353"/>
                  </a:lnTo>
                  <a:lnTo>
                    <a:pt x="21466" y="13298"/>
                  </a:lnTo>
                  <a:lnTo>
                    <a:pt x="21556" y="13128"/>
                  </a:lnTo>
                  <a:lnTo>
                    <a:pt x="21600" y="13016"/>
                  </a:lnTo>
                  <a:lnTo>
                    <a:pt x="21556" y="12905"/>
                  </a:lnTo>
                  <a:lnTo>
                    <a:pt x="21511" y="12736"/>
                  </a:lnTo>
                  <a:lnTo>
                    <a:pt x="21466" y="12680"/>
                  </a:lnTo>
                  <a:lnTo>
                    <a:pt x="21333" y="12623"/>
                  </a:lnTo>
                  <a:lnTo>
                    <a:pt x="21199" y="12623"/>
                  </a:lnTo>
                  <a:lnTo>
                    <a:pt x="20799" y="12791"/>
                  </a:lnTo>
                  <a:lnTo>
                    <a:pt x="20353" y="12848"/>
                  </a:lnTo>
                  <a:lnTo>
                    <a:pt x="19907" y="12905"/>
                  </a:lnTo>
                  <a:lnTo>
                    <a:pt x="19640" y="12848"/>
                  </a:lnTo>
                  <a:lnTo>
                    <a:pt x="19463" y="12791"/>
                  </a:lnTo>
                  <a:lnTo>
                    <a:pt x="18794" y="12063"/>
                  </a:lnTo>
                  <a:lnTo>
                    <a:pt x="18216" y="11277"/>
                  </a:lnTo>
                  <a:lnTo>
                    <a:pt x="17681" y="10436"/>
                  </a:lnTo>
                  <a:lnTo>
                    <a:pt x="17191" y="9538"/>
                  </a:lnTo>
                  <a:lnTo>
                    <a:pt x="16791" y="8584"/>
                  </a:lnTo>
                  <a:lnTo>
                    <a:pt x="16434" y="7631"/>
                  </a:lnTo>
                  <a:lnTo>
                    <a:pt x="15899" y="6003"/>
                  </a:lnTo>
                  <a:lnTo>
                    <a:pt x="15544" y="5217"/>
                  </a:lnTo>
                  <a:lnTo>
                    <a:pt x="15187" y="4489"/>
                  </a:lnTo>
                  <a:lnTo>
                    <a:pt x="14965" y="4208"/>
                  </a:lnTo>
                  <a:lnTo>
                    <a:pt x="14741" y="3871"/>
                  </a:lnTo>
                  <a:lnTo>
                    <a:pt x="14519" y="3591"/>
                  </a:lnTo>
                  <a:lnTo>
                    <a:pt x="14252" y="3366"/>
                  </a:lnTo>
                  <a:lnTo>
                    <a:pt x="13940" y="3198"/>
                  </a:lnTo>
                  <a:lnTo>
                    <a:pt x="13628" y="3030"/>
                  </a:lnTo>
                  <a:lnTo>
                    <a:pt x="13272" y="2917"/>
                  </a:lnTo>
                  <a:lnTo>
                    <a:pt x="12871" y="2862"/>
                  </a:lnTo>
                  <a:lnTo>
                    <a:pt x="12514" y="2862"/>
                  </a:lnTo>
                  <a:lnTo>
                    <a:pt x="12114" y="2917"/>
                  </a:lnTo>
                  <a:lnTo>
                    <a:pt x="11758" y="3030"/>
                  </a:lnTo>
                  <a:lnTo>
                    <a:pt x="11401" y="3142"/>
                  </a:lnTo>
                  <a:lnTo>
                    <a:pt x="11045" y="3366"/>
                  </a:lnTo>
                  <a:lnTo>
                    <a:pt x="10733" y="3591"/>
                  </a:lnTo>
                  <a:lnTo>
                    <a:pt x="10421" y="3815"/>
                  </a:lnTo>
                  <a:lnTo>
                    <a:pt x="10109" y="4151"/>
                  </a:lnTo>
                  <a:lnTo>
                    <a:pt x="9575" y="4769"/>
                  </a:lnTo>
                  <a:lnTo>
                    <a:pt x="9086" y="5554"/>
                  </a:lnTo>
                  <a:lnTo>
                    <a:pt x="8640" y="6340"/>
                  </a:lnTo>
                  <a:lnTo>
                    <a:pt x="8239" y="7126"/>
                  </a:lnTo>
                  <a:lnTo>
                    <a:pt x="7438" y="8920"/>
                  </a:lnTo>
                  <a:lnTo>
                    <a:pt x="7036" y="9875"/>
                  </a:lnTo>
                  <a:lnTo>
                    <a:pt x="6592" y="10772"/>
                  </a:lnTo>
                  <a:lnTo>
                    <a:pt x="6056" y="11614"/>
                  </a:lnTo>
                  <a:lnTo>
                    <a:pt x="5789" y="12007"/>
                  </a:lnTo>
                  <a:lnTo>
                    <a:pt x="5478" y="12343"/>
                  </a:lnTo>
                  <a:lnTo>
                    <a:pt x="5166" y="12680"/>
                  </a:lnTo>
                  <a:lnTo>
                    <a:pt x="4809" y="12960"/>
                  </a:lnTo>
                  <a:lnTo>
                    <a:pt x="4454" y="13185"/>
                  </a:lnTo>
                  <a:lnTo>
                    <a:pt x="4053" y="13353"/>
                  </a:lnTo>
                  <a:lnTo>
                    <a:pt x="3652" y="13521"/>
                  </a:lnTo>
                  <a:lnTo>
                    <a:pt x="3295" y="13634"/>
                  </a:lnTo>
                  <a:lnTo>
                    <a:pt x="3162" y="9482"/>
                  </a:lnTo>
                  <a:lnTo>
                    <a:pt x="3117" y="4769"/>
                  </a:lnTo>
                  <a:lnTo>
                    <a:pt x="3162" y="2300"/>
                  </a:lnTo>
                  <a:lnTo>
                    <a:pt x="3117" y="1739"/>
                  </a:lnTo>
                  <a:lnTo>
                    <a:pt x="3295" y="2132"/>
                  </a:lnTo>
                  <a:lnTo>
                    <a:pt x="3474" y="2525"/>
                  </a:lnTo>
                  <a:lnTo>
                    <a:pt x="3519" y="2637"/>
                  </a:lnTo>
                  <a:lnTo>
                    <a:pt x="3607" y="2693"/>
                  </a:lnTo>
                  <a:lnTo>
                    <a:pt x="3786" y="2693"/>
                  </a:lnTo>
                  <a:lnTo>
                    <a:pt x="3874" y="2580"/>
                  </a:lnTo>
                  <a:lnTo>
                    <a:pt x="3919" y="2525"/>
                  </a:lnTo>
                  <a:lnTo>
                    <a:pt x="3963" y="2412"/>
                  </a:lnTo>
                  <a:lnTo>
                    <a:pt x="3963" y="2300"/>
                  </a:lnTo>
                  <a:lnTo>
                    <a:pt x="3829" y="1739"/>
                  </a:lnTo>
                  <a:lnTo>
                    <a:pt x="3607" y="1178"/>
                  </a:lnTo>
                  <a:lnTo>
                    <a:pt x="3117" y="168"/>
                  </a:lnTo>
                  <a:lnTo>
                    <a:pt x="3028" y="57"/>
                  </a:lnTo>
                  <a:lnTo>
                    <a:pt x="2895" y="0"/>
                  </a:lnTo>
                  <a:close/>
                  <a:moveTo>
                    <a:pt x="18884" y="19188"/>
                  </a:moveTo>
                  <a:lnTo>
                    <a:pt x="18794" y="19245"/>
                  </a:lnTo>
                  <a:lnTo>
                    <a:pt x="18661" y="19300"/>
                  </a:lnTo>
                  <a:lnTo>
                    <a:pt x="18483" y="19524"/>
                  </a:lnTo>
                  <a:lnTo>
                    <a:pt x="18305" y="19749"/>
                  </a:lnTo>
                  <a:lnTo>
                    <a:pt x="18305" y="19806"/>
                  </a:lnTo>
                  <a:lnTo>
                    <a:pt x="17993" y="19581"/>
                  </a:lnTo>
                  <a:lnTo>
                    <a:pt x="17637" y="19413"/>
                  </a:lnTo>
                  <a:lnTo>
                    <a:pt x="17547" y="19413"/>
                  </a:lnTo>
                  <a:lnTo>
                    <a:pt x="17503" y="19468"/>
                  </a:lnTo>
                  <a:lnTo>
                    <a:pt x="17458" y="19581"/>
                  </a:lnTo>
                  <a:lnTo>
                    <a:pt x="17458" y="19693"/>
                  </a:lnTo>
                  <a:lnTo>
                    <a:pt x="17681" y="20029"/>
                  </a:lnTo>
                  <a:lnTo>
                    <a:pt x="17948" y="20366"/>
                  </a:lnTo>
                  <a:lnTo>
                    <a:pt x="17814" y="20591"/>
                  </a:lnTo>
                  <a:lnTo>
                    <a:pt x="17592" y="20984"/>
                  </a:lnTo>
                  <a:lnTo>
                    <a:pt x="17503" y="21208"/>
                  </a:lnTo>
                  <a:lnTo>
                    <a:pt x="17503" y="21432"/>
                  </a:lnTo>
                  <a:lnTo>
                    <a:pt x="17547" y="21545"/>
                  </a:lnTo>
                  <a:lnTo>
                    <a:pt x="17592" y="21600"/>
                  </a:lnTo>
                  <a:lnTo>
                    <a:pt x="17726" y="21600"/>
                  </a:lnTo>
                  <a:lnTo>
                    <a:pt x="17814" y="21545"/>
                  </a:lnTo>
                  <a:lnTo>
                    <a:pt x="17948" y="21488"/>
                  </a:lnTo>
                  <a:lnTo>
                    <a:pt x="18081" y="21264"/>
                  </a:lnTo>
                  <a:lnTo>
                    <a:pt x="18393" y="20759"/>
                  </a:lnTo>
                  <a:lnTo>
                    <a:pt x="18928" y="21264"/>
                  </a:lnTo>
                  <a:lnTo>
                    <a:pt x="19061" y="21320"/>
                  </a:lnTo>
                  <a:lnTo>
                    <a:pt x="19151" y="21320"/>
                  </a:lnTo>
                  <a:lnTo>
                    <a:pt x="19240" y="21264"/>
                  </a:lnTo>
                  <a:lnTo>
                    <a:pt x="19285" y="21152"/>
                  </a:lnTo>
                  <a:lnTo>
                    <a:pt x="19330" y="21040"/>
                  </a:lnTo>
                  <a:lnTo>
                    <a:pt x="19330" y="20759"/>
                  </a:lnTo>
                  <a:lnTo>
                    <a:pt x="19240" y="20647"/>
                  </a:lnTo>
                  <a:lnTo>
                    <a:pt x="18705" y="20142"/>
                  </a:lnTo>
                  <a:lnTo>
                    <a:pt x="18794" y="20029"/>
                  </a:lnTo>
                  <a:lnTo>
                    <a:pt x="18928" y="19693"/>
                  </a:lnTo>
                  <a:lnTo>
                    <a:pt x="19017" y="19581"/>
                  </a:lnTo>
                  <a:lnTo>
                    <a:pt x="19106" y="19524"/>
                  </a:lnTo>
                  <a:lnTo>
                    <a:pt x="19151" y="19468"/>
                  </a:lnTo>
                  <a:lnTo>
                    <a:pt x="19196" y="19413"/>
                  </a:lnTo>
                  <a:lnTo>
                    <a:pt x="19196" y="19356"/>
                  </a:lnTo>
                  <a:lnTo>
                    <a:pt x="19151" y="19356"/>
                  </a:lnTo>
                  <a:lnTo>
                    <a:pt x="19017" y="19245"/>
                  </a:lnTo>
                  <a:lnTo>
                    <a:pt x="18884" y="19188"/>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A4C2F4"/>
                  </a:solidFill>
                </a:defRPr>
              </a:pPr>
            </a:p>
          </p:txBody>
        </p:sp>
        <p:sp>
          <p:nvSpPr>
            <p:cNvPr id="776" name="Google Shape;303;p5"/>
            <p:cNvSpPr/>
            <p:nvPr/>
          </p:nvSpPr>
          <p:spPr>
            <a:xfrm>
              <a:off x="1085556" y="258336"/>
              <a:ext cx="548219" cy="51548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968" y="3558"/>
                  </a:moveTo>
                  <a:lnTo>
                    <a:pt x="18398" y="3659"/>
                  </a:lnTo>
                  <a:lnTo>
                    <a:pt x="18398" y="3710"/>
                  </a:lnTo>
                  <a:lnTo>
                    <a:pt x="18350" y="3914"/>
                  </a:lnTo>
                  <a:lnTo>
                    <a:pt x="18254" y="4066"/>
                  </a:lnTo>
                  <a:lnTo>
                    <a:pt x="18063" y="4219"/>
                  </a:lnTo>
                  <a:lnTo>
                    <a:pt x="17920" y="4269"/>
                  </a:lnTo>
                  <a:lnTo>
                    <a:pt x="17681" y="4116"/>
                  </a:lnTo>
                  <a:lnTo>
                    <a:pt x="17728" y="3863"/>
                  </a:lnTo>
                  <a:lnTo>
                    <a:pt x="17825" y="3710"/>
                  </a:lnTo>
                  <a:lnTo>
                    <a:pt x="17873" y="3609"/>
                  </a:lnTo>
                  <a:lnTo>
                    <a:pt x="17968" y="3558"/>
                  </a:lnTo>
                  <a:close/>
                  <a:moveTo>
                    <a:pt x="12281" y="5133"/>
                  </a:moveTo>
                  <a:lnTo>
                    <a:pt x="12806" y="6200"/>
                  </a:lnTo>
                  <a:lnTo>
                    <a:pt x="13236" y="7268"/>
                  </a:lnTo>
                  <a:lnTo>
                    <a:pt x="10847" y="6099"/>
                  </a:lnTo>
                  <a:lnTo>
                    <a:pt x="11565" y="5591"/>
                  </a:lnTo>
                  <a:lnTo>
                    <a:pt x="12281" y="5133"/>
                  </a:lnTo>
                  <a:close/>
                  <a:moveTo>
                    <a:pt x="6881" y="5082"/>
                  </a:moveTo>
                  <a:lnTo>
                    <a:pt x="8314" y="5642"/>
                  </a:lnTo>
                  <a:lnTo>
                    <a:pt x="9652" y="6251"/>
                  </a:lnTo>
                  <a:lnTo>
                    <a:pt x="8314" y="7369"/>
                  </a:lnTo>
                  <a:lnTo>
                    <a:pt x="7025" y="8539"/>
                  </a:lnTo>
                  <a:lnTo>
                    <a:pt x="6928" y="7318"/>
                  </a:lnTo>
                  <a:lnTo>
                    <a:pt x="6881" y="6048"/>
                  </a:lnTo>
                  <a:lnTo>
                    <a:pt x="6881" y="5082"/>
                  </a:lnTo>
                  <a:close/>
                  <a:moveTo>
                    <a:pt x="17060" y="3455"/>
                  </a:moveTo>
                  <a:lnTo>
                    <a:pt x="16965" y="3659"/>
                  </a:lnTo>
                  <a:lnTo>
                    <a:pt x="16917" y="3914"/>
                  </a:lnTo>
                  <a:lnTo>
                    <a:pt x="16868" y="4168"/>
                  </a:lnTo>
                  <a:lnTo>
                    <a:pt x="16917" y="4421"/>
                  </a:lnTo>
                  <a:lnTo>
                    <a:pt x="17060" y="4727"/>
                  </a:lnTo>
                  <a:lnTo>
                    <a:pt x="17251" y="4981"/>
                  </a:lnTo>
                  <a:lnTo>
                    <a:pt x="17490" y="5133"/>
                  </a:lnTo>
                  <a:lnTo>
                    <a:pt x="17776" y="5234"/>
                  </a:lnTo>
                  <a:lnTo>
                    <a:pt x="17968" y="5286"/>
                  </a:lnTo>
                  <a:lnTo>
                    <a:pt x="17633" y="6251"/>
                  </a:lnTo>
                  <a:lnTo>
                    <a:pt x="17251" y="7217"/>
                  </a:lnTo>
                  <a:lnTo>
                    <a:pt x="16821" y="8132"/>
                  </a:lnTo>
                  <a:lnTo>
                    <a:pt x="16343" y="9046"/>
                  </a:lnTo>
                  <a:lnTo>
                    <a:pt x="15196" y="8335"/>
                  </a:lnTo>
                  <a:lnTo>
                    <a:pt x="14049" y="7726"/>
                  </a:lnTo>
                  <a:lnTo>
                    <a:pt x="13811" y="6964"/>
                  </a:lnTo>
                  <a:lnTo>
                    <a:pt x="13476" y="6200"/>
                  </a:lnTo>
                  <a:lnTo>
                    <a:pt x="13189" y="5489"/>
                  </a:lnTo>
                  <a:lnTo>
                    <a:pt x="12806" y="4777"/>
                  </a:lnTo>
                  <a:lnTo>
                    <a:pt x="13811" y="4219"/>
                  </a:lnTo>
                  <a:lnTo>
                    <a:pt x="14336" y="4015"/>
                  </a:lnTo>
                  <a:lnTo>
                    <a:pt x="14862" y="3812"/>
                  </a:lnTo>
                  <a:lnTo>
                    <a:pt x="15435" y="3659"/>
                  </a:lnTo>
                  <a:lnTo>
                    <a:pt x="15960" y="3558"/>
                  </a:lnTo>
                  <a:lnTo>
                    <a:pt x="16534" y="3455"/>
                  </a:lnTo>
                  <a:close/>
                  <a:moveTo>
                    <a:pt x="3392" y="9301"/>
                  </a:moveTo>
                  <a:lnTo>
                    <a:pt x="3488" y="9352"/>
                  </a:lnTo>
                  <a:lnTo>
                    <a:pt x="3584" y="9453"/>
                  </a:lnTo>
                  <a:lnTo>
                    <a:pt x="3631" y="9657"/>
                  </a:lnTo>
                  <a:lnTo>
                    <a:pt x="3584" y="9859"/>
                  </a:lnTo>
                  <a:lnTo>
                    <a:pt x="3536" y="9911"/>
                  </a:lnTo>
                  <a:lnTo>
                    <a:pt x="3392" y="10012"/>
                  </a:lnTo>
                  <a:lnTo>
                    <a:pt x="3201" y="10164"/>
                  </a:lnTo>
                  <a:lnTo>
                    <a:pt x="2819" y="9859"/>
                  </a:lnTo>
                  <a:lnTo>
                    <a:pt x="2963" y="9657"/>
                  </a:lnTo>
                  <a:lnTo>
                    <a:pt x="2963" y="9554"/>
                  </a:lnTo>
                  <a:lnTo>
                    <a:pt x="3201" y="9505"/>
                  </a:lnTo>
                  <a:lnTo>
                    <a:pt x="3536" y="9505"/>
                  </a:lnTo>
                  <a:lnTo>
                    <a:pt x="3536" y="9453"/>
                  </a:lnTo>
                  <a:lnTo>
                    <a:pt x="3488" y="9402"/>
                  </a:lnTo>
                  <a:lnTo>
                    <a:pt x="3392" y="9301"/>
                  </a:lnTo>
                  <a:close/>
                  <a:moveTo>
                    <a:pt x="10895" y="9046"/>
                  </a:moveTo>
                  <a:lnTo>
                    <a:pt x="11134" y="9097"/>
                  </a:lnTo>
                  <a:lnTo>
                    <a:pt x="11277" y="9148"/>
                  </a:lnTo>
                  <a:lnTo>
                    <a:pt x="11277" y="9301"/>
                  </a:lnTo>
                  <a:lnTo>
                    <a:pt x="11325" y="9505"/>
                  </a:lnTo>
                  <a:lnTo>
                    <a:pt x="11325" y="9859"/>
                  </a:lnTo>
                  <a:lnTo>
                    <a:pt x="11277" y="10012"/>
                  </a:lnTo>
                  <a:lnTo>
                    <a:pt x="11230" y="10164"/>
                  </a:lnTo>
                  <a:lnTo>
                    <a:pt x="11134" y="10316"/>
                  </a:lnTo>
                  <a:lnTo>
                    <a:pt x="10895" y="10316"/>
                  </a:lnTo>
                  <a:lnTo>
                    <a:pt x="10560" y="10419"/>
                  </a:lnTo>
                  <a:lnTo>
                    <a:pt x="10225" y="10520"/>
                  </a:lnTo>
                  <a:lnTo>
                    <a:pt x="10035" y="10368"/>
                  </a:lnTo>
                  <a:lnTo>
                    <a:pt x="9939" y="10164"/>
                  </a:lnTo>
                  <a:lnTo>
                    <a:pt x="9844" y="9962"/>
                  </a:lnTo>
                  <a:lnTo>
                    <a:pt x="9892" y="9707"/>
                  </a:lnTo>
                  <a:lnTo>
                    <a:pt x="9987" y="9352"/>
                  </a:lnTo>
                  <a:lnTo>
                    <a:pt x="10130" y="9352"/>
                  </a:lnTo>
                  <a:lnTo>
                    <a:pt x="10225" y="9402"/>
                  </a:lnTo>
                  <a:lnTo>
                    <a:pt x="10322" y="9352"/>
                  </a:lnTo>
                  <a:lnTo>
                    <a:pt x="10369" y="9301"/>
                  </a:lnTo>
                  <a:lnTo>
                    <a:pt x="10513" y="9097"/>
                  </a:lnTo>
                  <a:lnTo>
                    <a:pt x="10895" y="9046"/>
                  </a:lnTo>
                  <a:close/>
                  <a:moveTo>
                    <a:pt x="4109" y="4421"/>
                  </a:moveTo>
                  <a:lnTo>
                    <a:pt x="4682" y="4472"/>
                  </a:lnTo>
                  <a:lnTo>
                    <a:pt x="5257" y="4574"/>
                  </a:lnTo>
                  <a:lnTo>
                    <a:pt x="5782" y="4727"/>
                  </a:lnTo>
                  <a:lnTo>
                    <a:pt x="6355" y="4880"/>
                  </a:lnTo>
                  <a:lnTo>
                    <a:pt x="6308" y="5642"/>
                  </a:lnTo>
                  <a:lnTo>
                    <a:pt x="6308" y="6455"/>
                  </a:lnTo>
                  <a:lnTo>
                    <a:pt x="6355" y="7318"/>
                  </a:lnTo>
                  <a:lnTo>
                    <a:pt x="6498" y="9046"/>
                  </a:lnTo>
                  <a:lnTo>
                    <a:pt x="5447" y="10063"/>
                  </a:lnTo>
                  <a:lnTo>
                    <a:pt x="4922" y="10571"/>
                  </a:lnTo>
                  <a:lnTo>
                    <a:pt x="4396" y="11130"/>
                  </a:lnTo>
                  <a:lnTo>
                    <a:pt x="4252" y="11029"/>
                  </a:lnTo>
                  <a:lnTo>
                    <a:pt x="3774" y="10623"/>
                  </a:lnTo>
                  <a:lnTo>
                    <a:pt x="3917" y="10419"/>
                  </a:lnTo>
                  <a:lnTo>
                    <a:pt x="4062" y="10267"/>
                  </a:lnTo>
                  <a:lnTo>
                    <a:pt x="4109" y="10164"/>
                  </a:lnTo>
                  <a:lnTo>
                    <a:pt x="4157" y="10114"/>
                  </a:lnTo>
                  <a:lnTo>
                    <a:pt x="4157" y="9911"/>
                  </a:lnTo>
                  <a:lnTo>
                    <a:pt x="4205" y="9606"/>
                  </a:lnTo>
                  <a:lnTo>
                    <a:pt x="4157" y="9453"/>
                  </a:lnTo>
                  <a:lnTo>
                    <a:pt x="4109" y="9250"/>
                  </a:lnTo>
                  <a:lnTo>
                    <a:pt x="4062" y="9097"/>
                  </a:lnTo>
                  <a:lnTo>
                    <a:pt x="3966" y="8945"/>
                  </a:lnTo>
                  <a:lnTo>
                    <a:pt x="3871" y="8844"/>
                  </a:lnTo>
                  <a:lnTo>
                    <a:pt x="3727" y="8741"/>
                  </a:lnTo>
                  <a:lnTo>
                    <a:pt x="3584" y="8691"/>
                  </a:lnTo>
                  <a:lnTo>
                    <a:pt x="3392" y="8640"/>
                  </a:lnTo>
                  <a:lnTo>
                    <a:pt x="3249" y="8640"/>
                  </a:lnTo>
                  <a:lnTo>
                    <a:pt x="3058" y="8691"/>
                  </a:lnTo>
                  <a:lnTo>
                    <a:pt x="2771" y="8844"/>
                  </a:lnTo>
                  <a:lnTo>
                    <a:pt x="2484" y="9046"/>
                  </a:lnTo>
                  <a:lnTo>
                    <a:pt x="2293" y="9301"/>
                  </a:lnTo>
                  <a:lnTo>
                    <a:pt x="1720" y="8741"/>
                  </a:lnTo>
                  <a:lnTo>
                    <a:pt x="1242" y="8082"/>
                  </a:lnTo>
                  <a:lnTo>
                    <a:pt x="955" y="7623"/>
                  </a:lnTo>
                  <a:lnTo>
                    <a:pt x="812" y="7166"/>
                  </a:lnTo>
                  <a:lnTo>
                    <a:pt x="717" y="6657"/>
                  </a:lnTo>
                  <a:lnTo>
                    <a:pt x="668" y="6150"/>
                  </a:lnTo>
                  <a:lnTo>
                    <a:pt x="717" y="5895"/>
                  </a:lnTo>
                  <a:lnTo>
                    <a:pt x="812" y="5642"/>
                  </a:lnTo>
                  <a:lnTo>
                    <a:pt x="955" y="5438"/>
                  </a:lnTo>
                  <a:lnTo>
                    <a:pt x="1098" y="5234"/>
                  </a:lnTo>
                  <a:lnTo>
                    <a:pt x="1290" y="5082"/>
                  </a:lnTo>
                  <a:lnTo>
                    <a:pt x="1528" y="4930"/>
                  </a:lnTo>
                  <a:lnTo>
                    <a:pt x="2006" y="4727"/>
                  </a:lnTo>
                  <a:lnTo>
                    <a:pt x="2484" y="4524"/>
                  </a:lnTo>
                  <a:lnTo>
                    <a:pt x="3011" y="4421"/>
                  </a:lnTo>
                  <a:close/>
                  <a:moveTo>
                    <a:pt x="14336" y="8589"/>
                  </a:moveTo>
                  <a:lnTo>
                    <a:pt x="16008" y="9554"/>
                  </a:lnTo>
                  <a:lnTo>
                    <a:pt x="15482" y="10368"/>
                  </a:lnTo>
                  <a:lnTo>
                    <a:pt x="14957" y="11130"/>
                  </a:lnTo>
                  <a:lnTo>
                    <a:pt x="14766" y="10267"/>
                  </a:lnTo>
                  <a:lnTo>
                    <a:pt x="14574" y="9352"/>
                  </a:lnTo>
                  <a:lnTo>
                    <a:pt x="14336" y="8589"/>
                  </a:lnTo>
                  <a:close/>
                  <a:moveTo>
                    <a:pt x="9462" y="11333"/>
                  </a:moveTo>
                  <a:lnTo>
                    <a:pt x="9652" y="11435"/>
                  </a:lnTo>
                  <a:lnTo>
                    <a:pt x="9892" y="11486"/>
                  </a:lnTo>
                  <a:lnTo>
                    <a:pt x="10369" y="11486"/>
                  </a:lnTo>
                  <a:lnTo>
                    <a:pt x="10035" y="11537"/>
                  </a:lnTo>
                  <a:lnTo>
                    <a:pt x="9844" y="11537"/>
                  </a:lnTo>
                  <a:lnTo>
                    <a:pt x="9700" y="11486"/>
                  </a:lnTo>
                  <a:lnTo>
                    <a:pt x="9557" y="11435"/>
                  </a:lnTo>
                  <a:lnTo>
                    <a:pt x="9462" y="11333"/>
                  </a:lnTo>
                  <a:close/>
                  <a:moveTo>
                    <a:pt x="10657" y="8284"/>
                  </a:moveTo>
                  <a:lnTo>
                    <a:pt x="10417" y="8335"/>
                  </a:lnTo>
                  <a:lnTo>
                    <a:pt x="10179" y="8436"/>
                  </a:lnTo>
                  <a:lnTo>
                    <a:pt x="9987" y="8640"/>
                  </a:lnTo>
                  <a:lnTo>
                    <a:pt x="9652" y="8792"/>
                  </a:lnTo>
                  <a:lnTo>
                    <a:pt x="9366" y="9046"/>
                  </a:lnTo>
                  <a:lnTo>
                    <a:pt x="9079" y="9301"/>
                  </a:lnTo>
                  <a:lnTo>
                    <a:pt x="8841" y="9606"/>
                  </a:lnTo>
                  <a:lnTo>
                    <a:pt x="8697" y="9809"/>
                  </a:lnTo>
                  <a:lnTo>
                    <a:pt x="8649" y="10063"/>
                  </a:lnTo>
                  <a:lnTo>
                    <a:pt x="8554" y="10267"/>
                  </a:lnTo>
                  <a:lnTo>
                    <a:pt x="8554" y="10977"/>
                  </a:lnTo>
                  <a:lnTo>
                    <a:pt x="8697" y="11435"/>
                  </a:lnTo>
                  <a:lnTo>
                    <a:pt x="8841" y="11689"/>
                  </a:lnTo>
                  <a:lnTo>
                    <a:pt x="8984" y="11893"/>
                  </a:lnTo>
                  <a:lnTo>
                    <a:pt x="9174" y="12046"/>
                  </a:lnTo>
                  <a:lnTo>
                    <a:pt x="9366" y="12147"/>
                  </a:lnTo>
                  <a:lnTo>
                    <a:pt x="9605" y="12198"/>
                  </a:lnTo>
                  <a:lnTo>
                    <a:pt x="9844" y="12248"/>
                  </a:lnTo>
                  <a:lnTo>
                    <a:pt x="10322" y="12248"/>
                  </a:lnTo>
                  <a:lnTo>
                    <a:pt x="10752" y="12147"/>
                  </a:lnTo>
                  <a:lnTo>
                    <a:pt x="11182" y="11943"/>
                  </a:lnTo>
                  <a:lnTo>
                    <a:pt x="11612" y="11588"/>
                  </a:lnTo>
                  <a:lnTo>
                    <a:pt x="11995" y="11181"/>
                  </a:lnTo>
                  <a:lnTo>
                    <a:pt x="12328" y="10724"/>
                  </a:lnTo>
                  <a:lnTo>
                    <a:pt x="12425" y="10520"/>
                  </a:lnTo>
                  <a:lnTo>
                    <a:pt x="12520" y="10267"/>
                  </a:lnTo>
                  <a:lnTo>
                    <a:pt x="12568" y="10012"/>
                  </a:lnTo>
                  <a:lnTo>
                    <a:pt x="12568" y="9505"/>
                  </a:lnTo>
                  <a:lnTo>
                    <a:pt x="12471" y="9301"/>
                  </a:lnTo>
                  <a:lnTo>
                    <a:pt x="12328" y="9046"/>
                  </a:lnTo>
                  <a:lnTo>
                    <a:pt x="11995" y="8691"/>
                  </a:lnTo>
                  <a:lnTo>
                    <a:pt x="11803" y="8589"/>
                  </a:lnTo>
                  <a:lnTo>
                    <a:pt x="11373" y="8386"/>
                  </a:lnTo>
                  <a:lnTo>
                    <a:pt x="10895" y="8284"/>
                  </a:lnTo>
                  <a:close/>
                  <a:moveTo>
                    <a:pt x="6595" y="9809"/>
                  </a:moveTo>
                  <a:lnTo>
                    <a:pt x="6833" y="11333"/>
                  </a:lnTo>
                  <a:lnTo>
                    <a:pt x="7120" y="12859"/>
                  </a:lnTo>
                  <a:lnTo>
                    <a:pt x="6020" y="12198"/>
                  </a:lnTo>
                  <a:lnTo>
                    <a:pt x="4922" y="11486"/>
                  </a:lnTo>
                  <a:lnTo>
                    <a:pt x="5782" y="10623"/>
                  </a:lnTo>
                  <a:lnTo>
                    <a:pt x="6595" y="9809"/>
                  </a:lnTo>
                  <a:close/>
                  <a:moveTo>
                    <a:pt x="10274" y="6556"/>
                  </a:moveTo>
                  <a:lnTo>
                    <a:pt x="11946" y="7318"/>
                  </a:lnTo>
                  <a:lnTo>
                    <a:pt x="13523" y="8132"/>
                  </a:lnTo>
                  <a:lnTo>
                    <a:pt x="13811" y="9046"/>
                  </a:lnTo>
                  <a:lnTo>
                    <a:pt x="14049" y="9962"/>
                  </a:lnTo>
                  <a:lnTo>
                    <a:pt x="14241" y="10876"/>
                  </a:lnTo>
                  <a:lnTo>
                    <a:pt x="14431" y="11842"/>
                  </a:lnTo>
                  <a:lnTo>
                    <a:pt x="13763" y="12604"/>
                  </a:lnTo>
                  <a:lnTo>
                    <a:pt x="13046" y="13366"/>
                  </a:lnTo>
                  <a:lnTo>
                    <a:pt x="12281" y="14078"/>
                  </a:lnTo>
                  <a:lnTo>
                    <a:pt x="11517" y="14789"/>
                  </a:lnTo>
                  <a:lnTo>
                    <a:pt x="10560" y="14434"/>
                  </a:lnTo>
                  <a:lnTo>
                    <a:pt x="9605" y="14078"/>
                  </a:lnTo>
                  <a:lnTo>
                    <a:pt x="8697" y="13671"/>
                  </a:lnTo>
                  <a:lnTo>
                    <a:pt x="7789" y="13214"/>
                  </a:lnTo>
                  <a:lnTo>
                    <a:pt x="7454" y="11282"/>
                  </a:lnTo>
                  <a:lnTo>
                    <a:pt x="7120" y="9301"/>
                  </a:lnTo>
                  <a:lnTo>
                    <a:pt x="8697" y="7928"/>
                  </a:lnTo>
                  <a:lnTo>
                    <a:pt x="10274" y="6556"/>
                  </a:lnTo>
                  <a:close/>
                  <a:moveTo>
                    <a:pt x="14527" y="12706"/>
                  </a:moveTo>
                  <a:lnTo>
                    <a:pt x="14622" y="14078"/>
                  </a:lnTo>
                  <a:lnTo>
                    <a:pt x="14622" y="15552"/>
                  </a:lnTo>
                  <a:lnTo>
                    <a:pt x="13428" y="15297"/>
                  </a:lnTo>
                  <a:lnTo>
                    <a:pt x="12233" y="14993"/>
                  </a:lnTo>
                  <a:lnTo>
                    <a:pt x="13046" y="14282"/>
                  </a:lnTo>
                  <a:lnTo>
                    <a:pt x="13763" y="13570"/>
                  </a:lnTo>
                  <a:lnTo>
                    <a:pt x="14527" y="12706"/>
                  </a:lnTo>
                  <a:close/>
                  <a:moveTo>
                    <a:pt x="16582" y="9911"/>
                  </a:moveTo>
                  <a:lnTo>
                    <a:pt x="17251" y="10368"/>
                  </a:lnTo>
                  <a:lnTo>
                    <a:pt x="17920" y="10825"/>
                  </a:lnTo>
                  <a:lnTo>
                    <a:pt x="18541" y="11333"/>
                  </a:lnTo>
                  <a:lnTo>
                    <a:pt x="19114" y="11893"/>
                  </a:lnTo>
                  <a:lnTo>
                    <a:pt x="19688" y="12503"/>
                  </a:lnTo>
                  <a:lnTo>
                    <a:pt x="20166" y="13112"/>
                  </a:lnTo>
                  <a:lnTo>
                    <a:pt x="20596" y="13773"/>
                  </a:lnTo>
                  <a:lnTo>
                    <a:pt x="20930" y="14484"/>
                  </a:lnTo>
                  <a:lnTo>
                    <a:pt x="21170" y="15247"/>
                  </a:lnTo>
                  <a:lnTo>
                    <a:pt x="21074" y="15297"/>
                  </a:lnTo>
                  <a:lnTo>
                    <a:pt x="20787" y="15501"/>
                  </a:lnTo>
                  <a:lnTo>
                    <a:pt x="20452" y="15653"/>
                  </a:lnTo>
                  <a:lnTo>
                    <a:pt x="20119" y="15755"/>
                  </a:lnTo>
                  <a:lnTo>
                    <a:pt x="19784" y="15857"/>
                  </a:lnTo>
                  <a:lnTo>
                    <a:pt x="19688" y="15755"/>
                  </a:lnTo>
                  <a:lnTo>
                    <a:pt x="19641" y="15806"/>
                  </a:lnTo>
                  <a:lnTo>
                    <a:pt x="18541" y="15857"/>
                  </a:lnTo>
                  <a:lnTo>
                    <a:pt x="17442" y="15806"/>
                  </a:lnTo>
                  <a:lnTo>
                    <a:pt x="16390" y="15755"/>
                  </a:lnTo>
                  <a:lnTo>
                    <a:pt x="15292" y="15653"/>
                  </a:lnTo>
                  <a:lnTo>
                    <a:pt x="15244" y="14129"/>
                  </a:lnTo>
                  <a:lnTo>
                    <a:pt x="15196" y="13112"/>
                  </a:lnTo>
                  <a:lnTo>
                    <a:pt x="15100" y="12046"/>
                  </a:lnTo>
                  <a:lnTo>
                    <a:pt x="15865" y="10977"/>
                  </a:lnTo>
                  <a:lnTo>
                    <a:pt x="16582" y="9911"/>
                  </a:lnTo>
                  <a:close/>
                  <a:moveTo>
                    <a:pt x="7979" y="14078"/>
                  </a:moveTo>
                  <a:lnTo>
                    <a:pt x="8841" y="14484"/>
                  </a:lnTo>
                  <a:lnTo>
                    <a:pt x="9700" y="14840"/>
                  </a:lnTo>
                  <a:lnTo>
                    <a:pt x="10847" y="15247"/>
                  </a:lnTo>
                  <a:lnTo>
                    <a:pt x="9844" y="16009"/>
                  </a:lnTo>
                  <a:lnTo>
                    <a:pt x="8744" y="16619"/>
                  </a:lnTo>
                  <a:lnTo>
                    <a:pt x="8601" y="16720"/>
                  </a:lnTo>
                  <a:lnTo>
                    <a:pt x="8266" y="15349"/>
                  </a:lnTo>
                  <a:lnTo>
                    <a:pt x="7979" y="14078"/>
                  </a:lnTo>
                  <a:close/>
                  <a:moveTo>
                    <a:pt x="4492" y="11994"/>
                  </a:moveTo>
                  <a:lnTo>
                    <a:pt x="5065" y="12400"/>
                  </a:lnTo>
                  <a:lnTo>
                    <a:pt x="6165" y="13061"/>
                  </a:lnTo>
                  <a:lnTo>
                    <a:pt x="7311" y="13722"/>
                  </a:lnTo>
                  <a:lnTo>
                    <a:pt x="7646" y="15349"/>
                  </a:lnTo>
                  <a:lnTo>
                    <a:pt x="7836" y="16162"/>
                  </a:lnTo>
                  <a:lnTo>
                    <a:pt x="8076" y="17025"/>
                  </a:lnTo>
                  <a:lnTo>
                    <a:pt x="7406" y="17331"/>
                  </a:lnTo>
                  <a:lnTo>
                    <a:pt x="6690" y="17636"/>
                  </a:lnTo>
                  <a:lnTo>
                    <a:pt x="6020" y="17838"/>
                  </a:lnTo>
                  <a:lnTo>
                    <a:pt x="5304" y="17991"/>
                  </a:lnTo>
                  <a:lnTo>
                    <a:pt x="4825" y="17991"/>
                  </a:lnTo>
                  <a:lnTo>
                    <a:pt x="4396" y="17941"/>
                  </a:lnTo>
                  <a:lnTo>
                    <a:pt x="3966" y="17838"/>
                  </a:lnTo>
                  <a:lnTo>
                    <a:pt x="3536" y="17585"/>
                  </a:lnTo>
                  <a:lnTo>
                    <a:pt x="3344" y="17432"/>
                  </a:lnTo>
                  <a:lnTo>
                    <a:pt x="3201" y="17229"/>
                  </a:lnTo>
                  <a:lnTo>
                    <a:pt x="3058" y="17025"/>
                  </a:lnTo>
                  <a:lnTo>
                    <a:pt x="2963" y="16772"/>
                  </a:lnTo>
                  <a:lnTo>
                    <a:pt x="2819" y="16314"/>
                  </a:lnTo>
                  <a:lnTo>
                    <a:pt x="2819" y="15755"/>
                  </a:lnTo>
                  <a:lnTo>
                    <a:pt x="2866" y="15247"/>
                  </a:lnTo>
                  <a:lnTo>
                    <a:pt x="2963" y="14739"/>
                  </a:lnTo>
                  <a:lnTo>
                    <a:pt x="3106" y="14231"/>
                  </a:lnTo>
                  <a:lnTo>
                    <a:pt x="3297" y="13773"/>
                  </a:lnTo>
                  <a:lnTo>
                    <a:pt x="3536" y="13265"/>
                  </a:lnTo>
                  <a:lnTo>
                    <a:pt x="3822" y="12859"/>
                  </a:lnTo>
                  <a:lnTo>
                    <a:pt x="4157" y="12400"/>
                  </a:lnTo>
                  <a:lnTo>
                    <a:pt x="4492" y="11994"/>
                  </a:lnTo>
                  <a:close/>
                  <a:moveTo>
                    <a:pt x="10800" y="19465"/>
                  </a:moveTo>
                  <a:lnTo>
                    <a:pt x="10943" y="19516"/>
                  </a:lnTo>
                  <a:lnTo>
                    <a:pt x="10943" y="19872"/>
                  </a:lnTo>
                  <a:lnTo>
                    <a:pt x="10895" y="20075"/>
                  </a:lnTo>
                  <a:lnTo>
                    <a:pt x="10800" y="20227"/>
                  </a:lnTo>
                  <a:lnTo>
                    <a:pt x="10657" y="20329"/>
                  </a:lnTo>
                  <a:lnTo>
                    <a:pt x="10369" y="20075"/>
                  </a:lnTo>
                  <a:lnTo>
                    <a:pt x="10130" y="19821"/>
                  </a:lnTo>
                  <a:lnTo>
                    <a:pt x="10225" y="19617"/>
                  </a:lnTo>
                  <a:lnTo>
                    <a:pt x="10417" y="19516"/>
                  </a:lnTo>
                  <a:lnTo>
                    <a:pt x="10608" y="19465"/>
                  </a:lnTo>
                  <a:close/>
                  <a:moveTo>
                    <a:pt x="11612" y="15501"/>
                  </a:moveTo>
                  <a:lnTo>
                    <a:pt x="13093" y="15907"/>
                  </a:lnTo>
                  <a:lnTo>
                    <a:pt x="14622" y="16213"/>
                  </a:lnTo>
                  <a:lnTo>
                    <a:pt x="14574" y="17025"/>
                  </a:lnTo>
                  <a:lnTo>
                    <a:pt x="14479" y="17788"/>
                  </a:lnTo>
                  <a:lnTo>
                    <a:pt x="14288" y="18602"/>
                  </a:lnTo>
                  <a:lnTo>
                    <a:pt x="14097" y="19364"/>
                  </a:lnTo>
                  <a:lnTo>
                    <a:pt x="13858" y="19770"/>
                  </a:lnTo>
                  <a:lnTo>
                    <a:pt x="13619" y="20177"/>
                  </a:lnTo>
                  <a:lnTo>
                    <a:pt x="13284" y="20532"/>
                  </a:lnTo>
                  <a:lnTo>
                    <a:pt x="12903" y="20787"/>
                  </a:lnTo>
                  <a:lnTo>
                    <a:pt x="12568" y="20939"/>
                  </a:lnTo>
                  <a:lnTo>
                    <a:pt x="12233" y="20990"/>
                  </a:lnTo>
                  <a:lnTo>
                    <a:pt x="11851" y="20939"/>
                  </a:lnTo>
                  <a:lnTo>
                    <a:pt x="11517" y="20838"/>
                  </a:lnTo>
                  <a:lnTo>
                    <a:pt x="11660" y="20583"/>
                  </a:lnTo>
                  <a:lnTo>
                    <a:pt x="11708" y="20329"/>
                  </a:lnTo>
                  <a:lnTo>
                    <a:pt x="11803" y="20025"/>
                  </a:lnTo>
                  <a:lnTo>
                    <a:pt x="11803" y="19770"/>
                  </a:lnTo>
                  <a:lnTo>
                    <a:pt x="11755" y="19516"/>
                  </a:lnTo>
                  <a:lnTo>
                    <a:pt x="11660" y="19364"/>
                  </a:lnTo>
                  <a:lnTo>
                    <a:pt x="11517" y="19160"/>
                  </a:lnTo>
                  <a:lnTo>
                    <a:pt x="11373" y="19059"/>
                  </a:lnTo>
                  <a:lnTo>
                    <a:pt x="11134" y="18907"/>
                  </a:lnTo>
                  <a:lnTo>
                    <a:pt x="10943" y="18855"/>
                  </a:lnTo>
                  <a:lnTo>
                    <a:pt x="10752" y="18804"/>
                  </a:lnTo>
                  <a:lnTo>
                    <a:pt x="10513" y="18804"/>
                  </a:lnTo>
                  <a:lnTo>
                    <a:pt x="10274" y="18855"/>
                  </a:lnTo>
                  <a:lnTo>
                    <a:pt x="10082" y="18956"/>
                  </a:lnTo>
                  <a:lnTo>
                    <a:pt x="9892" y="19109"/>
                  </a:lnTo>
                  <a:lnTo>
                    <a:pt x="9700" y="19261"/>
                  </a:lnTo>
                  <a:lnTo>
                    <a:pt x="9462" y="18855"/>
                  </a:lnTo>
                  <a:lnTo>
                    <a:pt x="9222" y="18347"/>
                  </a:lnTo>
                  <a:lnTo>
                    <a:pt x="8984" y="17890"/>
                  </a:lnTo>
                  <a:lnTo>
                    <a:pt x="8792" y="17381"/>
                  </a:lnTo>
                  <a:lnTo>
                    <a:pt x="10179" y="16568"/>
                  </a:lnTo>
                  <a:lnTo>
                    <a:pt x="10895" y="16059"/>
                  </a:lnTo>
                  <a:lnTo>
                    <a:pt x="11612" y="15501"/>
                  </a:lnTo>
                  <a:close/>
                  <a:moveTo>
                    <a:pt x="8458" y="0"/>
                  </a:moveTo>
                  <a:lnTo>
                    <a:pt x="8028" y="407"/>
                  </a:lnTo>
                  <a:lnTo>
                    <a:pt x="7646" y="865"/>
                  </a:lnTo>
                  <a:lnTo>
                    <a:pt x="7311" y="1373"/>
                  </a:lnTo>
                  <a:lnTo>
                    <a:pt x="7071" y="1931"/>
                  </a:lnTo>
                  <a:lnTo>
                    <a:pt x="6833" y="2491"/>
                  </a:lnTo>
                  <a:lnTo>
                    <a:pt x="6642" y="3049"/>
                  </a:lnTo>
                  <a:lnTo>
                    <a:pt x="6546" y="3659"/>
                  </a:lnTo>
                  <a:lnTo>
                    <a:pt x="6451" y="4269"/>
                  </a:lnTo>
                  <a:lnTo>
                    <a:pt x="5495" y="4015"/>
                  </a:lnTo>
                  <a:lnTo>
                    <a:pt x="4539" y="3863"/>
                  </a:lnTo>
                  <a:lnTo>
                    <a:pt x="3584" y="3762"/>
                  </a:lnTo>
                  <a:lnTo>
                    <a:pt x="3106" y="3812"/>
                  </a:lnTo>
                  <a:lnTo>
                    <a:pt x="2676" y="3863"/>
                  </a:lnTo>
                  <a:lnTo>
                    <a:pt x="2246" y="3914"/>
                  </a:lnTo>
                  <a:lnTo>
                    <a:pt x="1815" y="4015"/>
                  </a:lnTo>
                  <a:lnTo>
                    <a:pt x="1433" y="4219"/>
                  </a:lnTo>
                  <a:lnTo>
                    <a:pt x="1051" y="4421"/>
                  </a:lnTo>
                  <a:lnTo>
                    <a:pt x="717" y="4625"/>
                  </a:lnTo>
                  <a:lnTo>
                    <a:pt x="477" y="4930"/>
                  </a:lnTo>
                  <a:lnTo>
                    <a:pt x="238" y="5286"/>
                  </a:lnTo>
                  <a:lnTo>
                    <a:pt x="95" y="5692"/>
                  </a:lnTo>
                  <a:lnTo>
                    <a:pt x="0" y="6099"/>
                  </a:lnTo>
                  <a:lnTo>
                    <a:pt x="0" y="6556"/>
                  </a:lnTo>
                  <a:lnTo>
                    <a:pt x="47" y="6964"/>
                  </a:lnTo>
                  <a:lnTo>
                    <a:pt x="190" y="7421"/>
                  </a:lnTo>
                  <a:lnTo>
                    <a:pt x="334" y="7827"/>
                  </a:lnTo>
                  <a:lnTo>
                    <a:pt x="573" y="8234"/>
                  </a:lnTo>
                  <a:lnTo>
                    <a:pt x="812" y="8640"/>
                  </a:lnTo>
                  <a:lnTo>
                    <a:pt x="1098" y="8996"/>
                  </a:lnTo>
                  <a:lnTo>
                    <a:pt x="1576" y="9505"/>
                  </a:lnTo>
                  <a:lnTo>
                    <a:pt x="2103" y="10063"/>
                  </a:lnTo>
                  <a:lnTo>
                    <a:pt x="2103" y="10419"/>
                  </a:lnTo>
                  <a:lnTo>
                    <a:pt x="2198" y="10775"/>
                  </a:lnTo>
                  <a:lnTo>
                    <a:pt x="2246" y="10927"/>
                  </a:lnTo>
                  <a:lnTo>
                    <a:pt x="2389" y="11029"/>
                  </a:lnTo>
                  <a:lnTo>
                    <a:pt x="2484" y="11130"/>
                  </a:lnTo>
                  <a:lnTo>
                    <a:pt x="2676" y="11181"/>
                  </a:lnTo>
                  <a:lnTo>
                    <a:pt x="2819" y="11232"/>
                  </a:lnTo>
                  <a:lnTo>
                    <a:pt x="2963" y="11181"/>
                  </a:lnTo>
                  <a:lnTo>
                    <a:pt x="3297" y="11080"/>
                  </a:lnTo>
                  <a:lnTo>
                    <a:pt x="3966" y="11638"/>
                  </a:lnTo>
                  <a:lnTo>
                    <a:pt x="3441" y="12350"/>
                  </a:lnTo>
                  <a:lnTo>
                    <a:pt x="3011" y="13112"/>
                  </a:lnTo>
                  <a:lnTo>
                    <a:pt x="2628" y="13926"/>
                  </a:lnTo>
                  <a:lnTo>
                    <a:pt x="2436" y="14332"/>
                  </a:lnTo>
                  <a:lnTo>
                    <a:pt x="2341" y="14789"/>
                  </a:lnTo>
                  <a:lnTo>
                    <a:pt x="2246" y="15196"/>
                  </a:lnTo>
                  <a:lnTo>
                    <a:pt x="2198" y="15602"/>
                  </a:lnTo>
                  <a:lnTo>
                    <a:pt x="2198" y="16009"/>
                  </a:lnTo>
                  <a:lnTo>
                    <a:pt x="2246" y="16467"/>
                  </a:lnTo>
                  <a:lnTo>
                    <a:pt x="2341" y="16823"/>
                  </a:lnTo>
                  <a:lnTo>
                    <a:pt x="2484" y="17229"/>
                  </a:lnTo>
                  <a:lnTo>
                    <a:pt x="2676" y="17585"/>
                  </a:lnTo>
                  <a:lnTo>
                    <a:pt x="2914" y="17890"/>
                  </a:lnTo>
                  <a:lnTo>
                    <a:pt x="3249" y="18194"/>
                  </a:lnTo>
                  <a:lnTo>
                    <a:pt x="3631" y="18398"/>
                  </a:lnTo>
                  <a:lnTo>
                    <a:pt x="3966" y="18551"/>
                  </a:lnTo>
                  <a:lnTo>
                    <a:pt x="4396" y="18602"/>
                  </a:lnTo>
                  <a:lnTo>
                    <a:pt x="4779" y="18652"/>
                  </a:lnTo>
                  <a:lnTo>
                    <a:pt x="5208" y="18652"/>
                  </a:lnTo>
                  <a:lnTo>
                    <a:pt x="5590" y="18602"/>
                  </a:lnTo>
                  <a:lnTo>
                    <a:pt x="5973" y="18551"/>
                  </a:lnTo>
                  <a:lnTo>
                    <a:pt x="6546" y="18347"/>
                  </a:lnTo>
                  <a:lnTo>
                    <a:pt x="7168" y="18143"/>
                  </a:lnTo>
                  <a:lnTo>
                    <a:pt x="7693" y="17941"/>
                  </a:lnTo>
                  <a:lnTo>
                    <a:pt x="8266" y="17636"/>
                  </a:lnTo>
                  <a:lnTo>
                    <a:pt x="8506" y="18246"/>
                  </a:lnTo>
                  <a:lnTo>
                    <a:pt x="8744" y="18804"/>
                  </a:lnTo>
                  <a:lnTo>
                    <a:pt x="9079" y="19364"/>
                  </a:lnTo>
                  <a:lnTo>
                    <a:pt x="9414" y="19872"/>
                  </a:lnTo>
                  <a:lnTo>
                    <a:pt x="9317" y="20126"/>
                  </a:lnTo>
                  <a:lnTo>
                    <a:pt x="9271" y="20379"/>
                  </a:lnTo>
                  <a:lnTo>
                    <a:pt x="9317" y="20634"/>
                  </a:lnTo>
                  <a:lnTo>
                    <a:pt x="9414" y="20888"/>
                  </a:lnTo>
                  <a:lnTo>
                    <a:pt x="9557" y="21092"/>
                  </a:lnTo>
                  <a:lnTo>
                    <a:pt x="9749" y="21244"/>
                  </a:lnTo>
                  <a:lnTo>
                    <a:pt x="9939" y="21345"/>
                  </a:lnTo>
                  <a:lnTo>
                    <a:pt x="10130" y="21448"/>
                  </a:lnTo>
                  <a:lnTo>
                    <a:pt x="10322" y="21497"/>
                  </a:lnTo>
                  <a:lnTo>
                    <a:pt x="10560" y="21497"/>
                  </a:lnTo>
                  <a:lnTo>
                    <a:pt x="10752" y="21448"/>
                  </a:lnTo>
                  <a:lnTo>
                    <a:pt x="10990" y="21345"/>
                  </a:lnTo>
                  <a:lnTo>
                    <a:pt x="11038" y="21345"/>
                  </a:lnTo>
                  <a:lnTo>
                    <a:pt x="11468" y="21497"/>
                  </a:lnTo>
                  <a:lnTo>
                    <a:pt x="11946" y="21600"/>
                  </a:lnTo>
                  <a:lnTo>
                    <a:pt x="12376" y="21600"/>
                  </a:lnTo>
                  <a:lnTo>
                    <a:pt x="12854" y="21497"/>
                  </a:lnTo>
                  <a:lnTo>
                    <a:pt x="13236" y="21345"/>
                  </a:lnTo>
                  <a:lnTo>
                    <a:pt x="13571" y="21143"/>
                  </a:lnTo>
                  <a:lnTo>
                    <a:pt x="13906" y="20838"/>
                  </a:lnTo>
                  <a:lnTo>
                    <a:pt x="14144" y="20532"/>
                  </a:lnTo>
                  <a:lnTo>
                    <a:pt x="14384" y="20177"/>
                  </a:lnTo>
                  <a:lnTo>
                    <a:pt x="14574" y="19770"/>
                  </a:lnTo>
                  <a:lnTo>
                    <a:pt x="14719" y="19364"/>
                  </a:lnTo>
                  <a:lnTo>
                    <a:pt x="14862" y="18956"/>
                  </a:lnTo>
                  <a:lnTo>
                    <a:pt x="15005" y="18347"/>
                  </a:lnTo>
                  <a:lnTo>
                    <a:pt x="15149" y="17686"/>
                  </a:lnTo>
                  <a:lnTo>
                    <a:pt x="15196" y="16975"/>
                  </a:lnTo>
                  <a:lnTo>
                    <a:pt x="15244" y="16314"/>
                  </a:lnTo>
                  <a:lnTo>
                    <a:pt x="16438" y="16415"/>
                  </a:lnTo>
                  <a:lnTo>
                    <a:pt x="17585" y="16518"/>
                  </a:lnTo>
                  <a:lnTo>
                    <a:pt x="18779" y="16518"/>
                  </a:lnTo>
                  <a:lnTo>
                    <a:pt x="19927" y="16467"/>
                  </a:lnTo>
                  <a:lnTo>
                    <a:pt x="19974" y="16415"/>
                  </a:lnTo>
                  <a:lnTo>
                    <a:pt x="19974" y="16314"/>
                  </a:lnTo>
                  <a:lnTo>
                    <a:pt x="20309" y="16213"/>
                  </a:lnTo>
                  <a:lnTo>
                    <a:pt x="20692" y="16111"/>
                  </a:lnTo>
                  <a:lnTo>
                    <a:pt x="21025" y="15907"/>
                  </a:lnTo>
                  <a:lnTo>
                    <a:pt x="21360" y="15705"/>
                  </a:lnTo>
                  <a:lnTo>
                    <a:pt x="21504" y="15705"/>
                  </a:lnTo>
                  <a:lnTo>
                    <a:pt x="21552" y="15653"/>
                  </a:lnTo>
                  <a:lnTo>
                    <a:pt x="21600" y="15552"/>
                  </a:lnTo>
                  <a:lnTo>
                    <a:pt x="21552" y="15145"/>
                  </a:lnTo>
                  <a:lnTo>
                    <a:pt x="21457" y="14739"/>
                  </a:lnTo>
                  <a:lnTo>
                    <a:pt x="21360" y="14332"/>
                  </a:lnTo>
                  <a:lnTo>
                    <a:pt x="21217" y="13977"/>
                  </a:lnTo>
                  <a:lnTo>
                    <a:pt x="20835" y="13214"/>
                  </a:lnTo>
                  <a:lnTo>
                    <a:pt x="20357" y="12553"/>
                  </a:lnTo>
                  <a:lnTo>
                    <a:pt x="19831" y="11893"/>
                  </a:lnTo>
                  <a:lnTo>
                    <a:pt x="19258" y="11282"/>
                  </a:lnTo>
                  <a:lnTo>
                    <a:pt x="18636" y="10724"/>
                  </a:lnTo>
                  <a:lnTo>
                    <a:pt x="17968" y="10164"/>
                  </a:lnTo>
                  <a:lnTo>
                    <a:pt x="16868" y="9402"/>
                  </a:lnTo>
                  <a:lnTo>
                    <a:pt x="17395" y="8386"/>
                  </a:lnTo>
                  <a:lnTo>
                    <a:pt x="17873" y="7369"/>
                  </a:lnTo>
                  <a:lnTo>
                    <a:pt x="18303" y="6303"/>
                  </a:lnTo>
                  <a:lnTo>
                    <a:pt x="18636" y="5234"/>
                  </a:lnTo>
                  <a:lnTo>
                    <a:pt x="18636" y="5032"/>
                  </a:lnTo>
                  <a:lnTo>
                    <a:pt x="18828" y="4880"/>
                  </a:lnTo>
                  <a:lnTo>
                    <a:pt x="19019" y="4676"/>
                  </a:lnTo>
                  <a:lnTo>
                    <a:pt x="19211" y="4371"/>
                  </a:lnTo>
                  <a:lnTo>
                    <a:pt x="19306" y="4066"/>
                  </a:lnTo>
                  <a:lnTo>
                    <a:pt x="19306" y="3710"/>
                  </a:lnTo>
                  <a:lnTo>
                    <a:pt x="19211" y="3354"/>
                  </a:lnTo>
                  <a:lnTo>
                    <a:pt x="19067" y="3101"/>
                  </a:lnTo>
                  <a:lnTo>
                    <a:pt x="18876" y="2846"/>
                  </a:lnTo>
                  <a:lnTo>
                    <a:pt x="18589" y="2693"/>
                  </a:lnTo>
                  <a:lnTo>
                    <a:pt x="18446" y="2644"/>
                  </a:lnTo>
                  <a:lnTo>
                    <a:pt x="18254" y="2644"/>
                  </a:lnTo>
                  <a:lnTo>
                    <a:pt x="18016" y="2693"/>
                  </a:lnTo>
                  <a:lnTo>
                    <a:pt x="17825" y="2796"/>
                  </a:lnTo>
                  <a:lnTo>
                    <a:pt x="17633" y="2897"/>
                  </a:lnTo>
                  <a:lnTo>
                    <a:pt x="17442" y="3049"/>
                  </a:lnTo>
                  <a:lnTo>
                    <a:pt x="16868" y="2948"/>
                  </a:lnTo>
                  <a:lnTo>
                    <a:pt x="16247" y="2998"/>
                  </a:lnTo>
                  <a:lnTo>
                    <a:pt x="15674" y="3049"/>
                  </a:lnTo>
                  <a:lnTo>
                    <a:pt x="15100" y="3151"/>
                  </a:lnTo>
                  <a:lnTo>
                    <a:pt x="14479" y="3354"/>
                  </a:lnTo>
                  <a:lnTo>
                    <a:pt x="13906" y="3558"/>
                  </a:lnTo>
                  <a:lnTo>
                    <a:pt x="13379" y="3812"/>
                  </a:lnTo>
                  <a:lnTo>
                    <a:pt x="12806" y="4116"/>
                  </a:lnTo>
                  <a:lnTo>
                    <a:pt x="12520" y="4269"/>
                  </a:lnTo>
                  <a:lnTo>
                    <a:pt x="11995" y="3354"/>
                  </a:lnTo>
                  <a:lnTo>
                    <a:pt x="11420" y="2440"/>
                  </a:lnTo>
                  <a:lnTo>
                    <a:pt x="10752" y="1575"/>
                  </a:lnTo>
                  <a:lnTo>
                    <a:pt x="10082" y="762"/>
                  </a:lnTo>
                  <a:lnTo>
                    <a:pt x="9939" y="661"/>
                  </a:lnTo>
                  <a:lnTo>
                    <a:pt x="9796" y="661"/>
                  </a:lnTo>
                  <a:lnTo>
                    <a:pt x="9271" y="865"/>
                  </a:lnTo>
                  <a:lnTo>
                    <a:pt x="8744" y="1118"/>
                  </a:lnTo>
                  <a:lnTo>
                    <a:pt x="8649" y="1169"/>
                  </a:lnTo>
                  <a:lnTo>
                    <a:pt x="8601" y="1221"/>
                  </a:lnTo>
                  <a:lnTo>
                    <a:pt x="8649" y="1373"/>
                  </a:lnTo>
                  <a:lnTo>
                    <a:pt x="8697" y="1474"/>
                  </a:lnTo>
                  <a:lnTo>
                    <a:pt x="8841" y="1474"/>
                  </a:lnTo>
                  <a:lnTo>
                    <a:pt x="9317" y="1423"/>
                  </a:lnTo>
                  <a:lnTo>
                    <a:pt x="9749" y="1373"/>
                  </a:lnTo>
                  <a:lnTo>
                    <a:pt x="10369" y="2135"/>
                  </a:lnTo>
                  <a:lnTo>
                    <a:pt x="10943" y="2897"/>
                  </a:lnTo>
                  <a:lnTo>
                    <a:pt x="11517" y="3762"/>
                  </a:lnTo>
                  <a:lnTo>
                    <a:pt x="11995" y="4574"/>
                  </a:lnTo>
                  <a:lnTo>
                    <a:pt x="11087" y="5185"/>
                  </a:lnTo>
                  <a:lnTo>
                    <a:pt x="10225" y="5845"/>
                  </a:lnTo>
                  <a:lnTo>
                    <a:pt x="8601" y="5082"/>
                  </a:lnTo>
                  <a:lnTo>
                    <a:pt x="7789" y="4727"/>
                  </a:lnTo>
                  <a:lnTo>
                    <a:pt x="6928" y="4421"/>
                  </a:lnTo>
                  <a:lnTo>
                    <a:pt x="7025" y="3863"/>
                  </a:lnTo>
                  <a:lnTo>
                    <a:pt x="7120" y="3303"/>
                  </a:lnTo>
                  <a:lnTo>
                    <a:pt x="7263" y="2745"/>
                  </a:lnTo>
                  <a:lnTo>
                    <a:pt x="7454" y="2185"/>
                  </a:lnTo>
                  <a:lnTo>
                    <a:pt x="7693" y="1678"/>
                  </a:lnTo>
                  <a:lnTo>
                    <a:pt x="7979" y="1169"/>
                  </a:lnTo>
                  <a:lnTo>
                    <a:pt x="8314" y="712"/>
                  </a:lnTo>
                  <a:lnTo>
                    <a:pt x="8649" y="255"/>
                  </a:lnTo>
                  <a:lnTo>
                    <a:pt x="8697" y="152"/>
                  </a:lnTo>
                  <a:lnTo>
                    <a:pt x="8697" y="51"/>
                  </a:lnTo>
                  <a:lnTo>
                    <a:pt x="8601"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A4C2F4"/>
                  </a:solidFill>
                </a:defRPr>
              </a:pPr>
            </a:p>
          </p:txBody>
        </p:sp>
        <p:sp>
          <p:nvSpPr>
            <p:cNvPr id="777" name="Google Shape;304;p5"/>
            <p:cNvSpPr/>
            <p:nvPr/>
          </p:nvSpPr>
          <p:spPr>
            <a:xfrm>
              <a:off x="701044" y="1319591"/>
              <a:ext cx="310514" cy="3662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307" y="860"/>
                  </a:moveTo>
                  <a:lnTo>
                    <a:pt x="11560" y="930"/>
                  </a:lnTo>
                  <a:lnTo>
                    <a:pt x="11728" y="1074"/>
                  </a:lnTo>
                  <a:lnTo>
                    <a:pt x="11728" y="1503"/>
                  </a:lnTo>
                  <a:lnTo>
                    <a:pt x="11560" y="1860"/>
                  </a:lnTo>
                  <a:lnTo>
                    <a:pt x="11392" y="2075"/>
                  </a:lnTo>
                  <a:lnTo>
                    <a:pt x="11137" y="2219"/>
                  </a:lnTo>
                  <a:lnTo>
                    <a:pt x="10884" y="2289"/>
                  </a:lnTo>
                  <a:lnTo>
                    <a:pt x="10631" y="2219"/>
                  </a:lnTo>
                  <a:lnTo>
                    <a:pt x="10042" y="2004"/>
                  </a:lnTo>
                  <a:lnTo>
                    <a:pt x="10210" y="1788"/>
                  </a:lnTo>
                  <a:lnTo>
                    <a:pt x="10210" y="1503"/>
                  </a:lnTo>
                  <a:lnTo>
                    <a:pt x="10125" y="1359"/>
                  </a:lnTo>
                  <a:lnTo>
                    <a:pt x="10042" y="1289"/>
                  </a:lnTo>
                  <a:lnTo>
                    <a:pt x="10295" y="1074"/>
                  </a:lnTo>
                  <a:lnTo>
                    <a:pt x="10631" y="930"/>
                  </a:lnTo>
                  <a:lnTo>
                    <a:pt x="10969" y="860"/>
                  </a:lnTo>
                  <a:close/>
                  <a:moveTo>
                    <a:pt x="7763" y="12660"/>
                  </a:moveTo>
                  <a:lnTo>
                    <a:pt x="7763" y="12732"/>
                  </a:lnTo>
                  <a:lnTo>
                    <a:pt x="7680" y="12732"/>
                  </a:lnTo>
                  <a:lnTo>
                    <a:pt x="7763" y="12660"/>
                  </a:lnTo>
                  <a:close/>
                  <a:moveTo>
                    <a:pt x="9872" y="13518"/>
                  </a:moveTo>
                  <a:lnTo>
                    <a:pt x="9789" y="13662"/>
                  </a:lnTo>
                  <a:lnTo>
                    <a:pt x="9704" y="13590"/>
                  </a:lnTo>
                  <a:lnTo>
                    <a:pt x="9872" y="13518"/>
                  </a:lnTo>
                  <a:close/>
                  <a:moveTo>
                    <a:pt x="11981" y="8226"/>
                  </a:moveTo>
                  <a:lnTo>
                    <a:pt x="12487" y="8441"/>
                  </a:lnTo>
                  <a:lnTo>
                    <a:pt x="12993" y="8655"/>
                  </a:lnTo>
                  <a:lnTo>
                    <a:pt x="13078" y="8870"/>
                  </a:lnTo>
                  <a:lnTo>
                    <a:pt x="13163" y="8942"/>
                  </a:lnTo>
                  <a:lnTo>
                    <a:pt x="13331" y="8942"/>
                  </a:lnTo>
                  <a:lnTo>
                    <a:pt x="13837" y="9513"/>
                  </a:lnTo>
                  <a:lnTo>
                    <a:pt x="14175" y="10086"/>
                  </a:lnTo>
                  <a:lnTo>
                    <a:pt x="14260" y="10730"/>
                  </a:lnTo>
                  <a:lnTo>
                    <a:pt x="14260" y="11373"/>
                  </a:lnTo>
                  <a:lnTo>
                    <a:pt x="14007" y="11945"/>
                  </a:lnTo>
                  <a:lnTo>
                    <a:pt x="13669" y="12518"/>
                  </a:lnTo>
                  <a:lnTo>
                    <a:pt x="13331" y="12875"/>
                  </a:lnTo>
                  <a:lnTo>
                    <a:pt x="12993" y="13161"/>
                  </a:lnTo>
                  <a:lnTo>
                    <a:pt x="12993" y="12446"/>
                  </a:lnTo>
                  <a:lnTo>
                    <a:pt x="12910" y="12373"/>
                  </a:lnTo>
                  <a:lnTo>
                    <a:pt x="12825" y="12303"/>
                  </a:lnTo>
                  <a:lnTo>
                    <a:pt x="12740" y="12303"/>
                  </a:lnTo>
                  <a:lnTo>
                    <a:pt x="12657" y="12373"/>
                  </a:lnTo>
                  <a:lnTo>
                    <a:pt x="12404" y="12660"/>
                  </a:lnTo>
                  <a:lnTo>
                    <a:pt x="12319" y="13017"/>
                  </a:lnTo>
                  <a:lnTo>
                    <a:pt x="12234" y="13518"/>
                  </a:lnTo>
                  <a:lnTo>
                    <a:pt x="11728" y="13662"/>
                  </a:lnTo>
                  <a:lnTo>
                    <a:pt x="11728" y="13089"/>
                  </a:lnTo>
                  <a:lnTo>
                    <a:pt x="11813" y="12802"/>
                  </a:lnTo>
                  <a:lnTo>
                    <a:pt x="11981" y="12588"/>
                  </a:lnTo>
                  <a:lnTo>
                    <a:pt x="12066" y="12518"/>
                  </a:lnTo>
                  <a:lnTo>
                    <a:pt x="11981" y="12446"/>
                  </a:lnTo>
                  <a:lnTo>
                    <a:pt x="11898" y="12373"/>
                  </a:lnTo>
                  <a:lnTo>
                    <a:pt x="11813" y="12373"/>
                  </a:lnTo>
                  <a:lnTo>
                    <a:pt x="11392" y="12588"/>
                  </a:lnTo>
                  <a:lnTo>
                    <a:pt x="11137" y="12947"/>
                  </a:lnTo>
                  <a:lnTo>
                    <a:pt x="10969" y="13304"/>
                  </a:lnTo>
                  <a:lnTo>
                    <a:pt x="10969" y="13733"/>
                  </a:lnTo>
                  <a:lnTo>
                    <a:pt x="10801" y="13733"/>
                  </a:lnTo>
                  <a:lnTo>
                    <a:pt x="10716" y="13662"/>
                  </a:lnTo>
                  <a:lnTo>
                    <a:pt x="10631" y="13590"/>
                  </a:lnTo>
                  <a:lnTo>
                    <a:pt x="10548" y="13590"/>
                  </a:lnTo>
                  <a:lnTo>
                    <a:pt x="11560" y="11730"/>
                  </a:lnTo>
                  <a:lnTo>
                    <a:pt x="11560" y="11588"/>
                  </a:lnTo>
                  <a:lnTo>
                    <a:pt x="11475" y="11516"/>
                  </a:lnTo>
                  <a:lnTo>
                    <a:pt x="11392" y="11516"/>
                  </a:lnTo>
                  <a:lnTo>
                    <a:pt x="11307" y="11588"/>
                  </a:lnTo>
                  <a:lnTo>
                    <a:pt x="10125" y="13161"/>
                  </a:lnTo>
                  <a:lnTo>
                    <a:pt x="10042" y="13017"/>
                  </a:lnTo>
                  <a:lnTo>
                    <a:pt x="9957" y="12947"/>
                  </a:lnTo>
                  <a:lnTo>
                    <a:pt x="9789" y="12947"/>
                  </a:lnTo>
                  <a:lnTo>
                    <a:pt x="10210" y="12159"/>
                  </a:lnTo>
                  <a:lnTo>
                    <a:pt x="10716" y="11301"/>
                  </a:lnTo>
                  <a:lnTo>
                    <a:pt x="10801" y="11229"/>
                  </a:lnTo>
                  <a:lnTo>
                    <a:pt x="10716" y="11159"/>
                  </a:lnTo>
                  <a:lnTo>
                    <a:pt x="10548" y="11159"/>
                  </a:lnTo>
                  <a:lnTo>
                    <a:pt x="9619" y="12231"/>
                  </a:lnTo>
                  <a:lnTo>
                    <a:pt x="9198" y="12802"/>
                  </a:lnTo>
                  <a:lnTo>
                    <a:pt x="8860" y="13376"/>
                  </a:lnTo>
                  <a:lnTo>
                    <a:pt x="8439" y="13231"/>
                  </a:lnTo>
                  <a:lnTo>
                    <a:pt x="8692" y="13161"/>
                  </a:lnTo>
                  <a:lnTo>
                    <a:pt x="8860" y="12947"/>
                  </a:lnTo>
                  <a:lnTo>
                    <a:pt x="8945" y="12802"/>
                  </a:lnTo>
                  <a:lnTo>
                    <a:pt x="8945" y="12446"/>
                  </a:lnTo>
                  <a:lnTo>
                    <a:pt x="8775" y="12446"/>
                  </a:lnTo>
                  <a:lnTo>
                    <a:pt x="9198" y="12017"/>
                  </a:lnTo>
                  <a:lnTo>
                    <a:pt x="10378" y="10800"/>
                  </a:lnTo>
                  <a:lnTo>
                    <a:pt x="10378" y="10658"/>
                  </a:lnTo>
                  <a:lnTo>
                    <a:pt x="10295" y="10586"/>
                  </a:lnTo>
                  <a:lnTo>
                    <a:pt x="10125" y="10586"/>
                  </a:lnTo>
                  <a:lnTo>
                    <a:pt x="8692" y="11730"/>
                  </a:lnTo>
                  <a:lnTo>
                    <a:pt x="8354" y="11945"/>
                  </a:lnTo>
                  <a:lnTo>
                    <a:pt x="8269" y="11874"/>
                  </a:lnTo>
                  <a:lnTo>
                    <a:pt x="8186" y="11874"/>
                  </a:lnTo>
                  <a:lnTo>
                    <a:pt x="8016" y="11945"/>
                  </a:lnTo>
                  <a:lnTo>
                    <a:pt x="8439" y="11443"/>
                  </a:lnTo>
                  <a:lnTo>
                    <a:pt x="8945" y="11014"/>
                  </a:lnTo>
                  <a:lnTo>
                    <a:pt x="9536" y="10658"/>
                  </a:lnTo>
                  <a:lnTo>
                    <a:pt x="10125" y="10301"/>
                  </a:lnTo>
                  <a:lnTo>
                    <a:pt x="10210" y="10229"/>
                  </a:lnTo>
                  <a:lnTo>
                    <a:pt x="10125" y="10157"/>
                  </a:lnTo>
                  <a:lnTo>
                    <a:pt x="10125" y="10086"/>
                  </a:lnTo>
                  <a:lnTo>
                    <a:pt x="9957" y="10014"/>
                  </a:lnTo>
                  <a:lnTo>
                    <a:pt x="9113" y="10371"/>
                  </a:lnTo>
                  <a:lnTo>
                    <a:pt x="8354" y="10800"/>
                  </a:lnTo>
                  <a:lnTo>
                    <a:pt x="7680" y="11301"/>
                  </a:lnTo>
                  <a:lnTo>
                    <a:pt x="7089" y="11945"/>
                  </a:lnTo>
                  <a:lnTo>
                    <a:pt x="7004" y="11730"/>
                  </a:lnTo>
                  <a:lnTo>
                    <a:pt x="7089" y="11660"/>
                  </a:lnTo>
                  <a:lnTo>
                    <a:pt x="7680" y="10944"/>
                  </a:lnTo>
                  <a:lnTo>
                    <a:pt x="8354" y="10301"/>
                  </a:lnTo>
                  <a:lnTo>
                    <a:pt x="9113" y="9655"/>
                  </a:lnTo>
                  <a:lnTo>
                    <a:pt x="9872" y="9084"/>
                  </a:lnTo>
                  <a:lnTo>
                    <a:pt x="9872" y="9012"/>
                  </a:lnTo>
                  <a:lnTo>
                    <a:pt x="9789" y="8942"/>
                  </a:lnTo>
                  <a:lnTo>
                    <a:pt x="9704" y="8942"/>
                  </a:lnTo>
                  <a:lnTo>
                    <a:pt x="9028" y="9227"/>
                  </a:lnTo>
                  <a:lnTo>
                    <a:pt x="8354" y="9513"/>
                  </a:lnTo>
                  <a:lnTo>
                    <a:pt x="7763" y="9942"/>
                  </a:lnTo>
                  <a:lnTo>
                    <a:pt x="7257" y="10443"/>
                  </a:lnTo>
                  <a:lnTo>
                    <a:pt x="7425" y="10157"/>
                  </a:lnTo>
                  <a:lnTo>
                    <a:pt x="7680" y="9870"/>
                  </a:lnTo>
                  <a:lnTo>
                    <a:pt x="8186" y="9441"/>
                  </a:lnTo>
                  <a:lnTo>
                    <a:pt x="8860" y="9012"/>
                  </a:lnTo>
                  <a:lnTo>
                    <a:pt x="9536" y="8727"/>
                  </a:lnTo>
                  <a:lnTo>
                    <a:pt x="10125" y="8513"/>
                  </a:lnTo>
                  <a:lnTo>
                    <a:pt x="10716" y="8369"/>
                  </a:lnTo>
                  <a:lnTo>
                    <a:pt x="11392" y="8226"/>
                  </a:lnTo>
                  <a:close/>
                  <a:moveTo>
                    <a:pt x="1856" y="17094"/>
                  </a:moveTo>
                  <a:lnTo>
                    <a:pt x="1856" y="17238"/>
                  </a:lnTo>
                  <a:lnTo>
                    <a:pt x="1941" y="17381"/>
                  </a:lnTo>
                  <a:lnTo>
                    <a:pt x="2111" y="17453"/>
                  </a:lnTo>
                  <a:lnTo>
                    <a:pt x="2617" y="17453"/>
                  </a:lnTo>
                  <a:lnTo>
                    <a:pt x="2785" y="17523"/>
                  </a:lnTo>
                  <a:lnTo>
                    <a:pt x="3038" y="17523"/>
                  </a:lnTo>
                  <a:lnTo>
                    <a:pt x="3038" y="17737"/>
                  </a:lnTo>
                  <a:lnTo>
                    <a:pt x="2870" y="17882"/>
                  </a:lnTo>
                  <a:lnTo>
                    <a:pt x="2700" y="17952"/>
                  </a:lnTo>
                  <a:lnTo>
                    <a:pt x="2194" y="18024"/>
                  </a:lnTo>
                  <a:lnTo>
                    <a:pt x="1941" y="17952"/>
                  </a:lnTo>
                  <a:lnTo>
                    <a:pt x="1603" y="17810"/>
                  </a:lnTo>
                  <a:lnTo>
                    <a:pt x="1350" y="17667"/>
                  </a:lnTo>
                  <a:lnTo>
                    <a:pt x="1267" y="17453"/>
                  </a:lnTo>
                  <a:lnTo>
                    <a:pt x="1520" y="17238"/>
                  </a:lnTo>
                  <a:lnTo>
                    <a:pt x="1856" y="17094"/>
                  </a:lnTo>
                  <a:close/>
                  <a:moveTo>
                    <a:pt x="19576" y="16880"/>
                  </a:moveTo>
                  <a:lnTo>
                    <a:pt x="19829" y="16952"/>
                  </a:lnTo>
                  <a:lnTo>
                    <a:pt x="20082" y="17024"/>
                  </a:lnTo>
                  <a:lnTo>
                    <a:pt x="20335" y="17166"/>
                  </a:lnTo>
                  <a:lnTo>
                    <a:pt x="20588" y="17308"/>
                  </a:lnTo>
                  <a:lnTo>
                    <a:pt x="20671" y="17523"/>
                  </a:lnTo>
                  <a:lnTo>
                    <a:pt x="20756" y="17737"/>
                  </a:lnTo>
                  <a:lnTo>
                    <a:pt x="20756" y="17810"/>
                  </a:lnTo>
                  <a:lnTo>
                    <a:pt x="20671" y="17810"/>
                  </a:lnTo>
                  <a:lnTo>
                    <a:pt x="20418" y="17737"/>
                  </a:lnTo>
                  <a:lnTo>
                    <a:pt x="20250" y="17810"/>
                  </a:lnTo>
                  <a:lnTo>
                    <a:pt x="20082" y="17882"/>
                  </a:lnTo>
                  <a:lnTo>
                    <a:pt x="19829" y="18096"/>
                  </a:lnTo>
                  <a:lnTo>
                    <a:pt x="19491" y="18239"/>
                  </a:lnTo>
                  <a:lnTo>
                    <a:pt x="19153" y="18168"/>
                  </a:lnTo>
                  <a:lnTo>
                    <a:pt x="18985" y="18024"/>
                  </a:lnTo>
                  <a:lnTo>
                    <a:pt x="18900" y="17882"/>
                  </a:lnTo>
                  <a:lnTo>
                    <a:pt x="18900" y="17595"/>
                  </a:lnTo>
                  <a:lnTo>
                    <a:pt x="18985" y="17238"/>
                  </a:lnTo>
                  <a:lnTo>
                    <a:pt x="18985" y="16952"/>
                  </a:lnTo>
                  <a:lnTo>
                    <a:pt x="19576" y="16880"/>
                  </a:lnTo>
                  <a:close/>
                  <a:moveTo>
                    <a:pt x="11560" y="18525"/>
                  </a:moveTo>
                  <a:lnTo>
                    <a:pt x="11645" y="18667"/>
                  </a:lnTo>
                  <a:lnTo>
                    <a:pt x="11475" y="18597"/>
                  </a:lnTo>
                  <a:lnTo>
                    <a:pt x="11560" y="18525"/>
                  </a:lnTo>
                  <a:close/>
                  <a:moveTo>
                    <a:pt x="10801" y="19241"/>
                  </a:moveTo>
                  <a:lnTo>
                    <a:pt x="11392" y="19383"/>
                  </a:lnTo>
                  <a:lnTo>
                    <a:pt x="11307" y="19525"/>
                  </a:lnTo>
                  <a:lnTo>
                    <a:pt x="11222" y="20027"/>
                  </a:lnTo>
                  <a:lnTo>
                    <a:pt x="11137" y="20099"/>
                  </a:lnTo>
                  <a:lnTo>
                    <a:pt x="10463" y="20099"/>
                  </a:lnTo>
                  <a:lnTo>
                    <a:pt x="10210" y="19956"/>
                  </a:lnTo>
                  <a:lnTo>
                    <a:pt x="9957" y="19742"/>
                  </a:lnTo>
                  <a:lnTo>
                    <a:pt x="9872" y="19598"/>
                  </a:lnTo>
                  <a:lnTo>
                    <a:pt x="9789" y="19383"/>
                  </a:lnTo>
                  <a:lnTo>
                    <a:pt x="9957" y="19311"/>
                  </a:lnTo>
                  <a:lnTo>
                    <a:pt x="10210" y="19241"/>
                  </a:lnTo>
                  <a:close/>
                  <a:moveTo>
                    <a:pt x="11054" y="0"/>
                  </a:moveTo>
                  <a:lnTo>
                    <a:pt x="10631" y="72"/>
                  </a:lnTo>
                  <a:lnTo>
                    <a:pt x="10295" y="214"/>
                  </a:lnTo>
                  <a:lnTo>
                    <a:pt x="9872" y="287"/>
                  </a:lnTo>
                  <a:lnTo>
                    <a:pt x="9536" y="501"/>
                  </a:lnTo>
                  <a:lnTo>
                    <a:pt x="9198" y="716"/>
                  </a:lnTo>
                  <a:lnTo>
                    <a:pt x="8945" y="930"/>
                  </a:lnTo>
                  <a:lnTo>
                    <a:pt x="8692" y="1217"/>
                  </a:lnTo>
                  <a:lnTo>
                    <a:pt x="8522" y="1573"/>
                  </a:lnTo>
                  <a:lnTo>
                    <a:pt x="8439" y="1860"/>
                  </a:lnTo>
                  <a:lnTo>
                    <a:pt x="8439" y="2219"/>
                  </a:lnTo>
                  <a:lnTo>
                    <a:pt x="8522" y="2576"/>
                  </a:lnTo>
                  <a:lnTo>
                    <a:pt x="8775" y="3077"/>
                  </a:lnTo>
                  <a:lnTo>
                    <a:pt x="9198" y="3434"/>
                  </a:lnTo>
                  <a:lnTo>
                    <a:pt x="9619" y="3648"/>
                  </a:lnTo>
                  <a:lnTo>
                    <a:pt x="10125" y="3792"/>
                  </a:lnTo>
                  <a:lnTo>
                    <a:pt x="10042" y="4007"/>
                  </a:lnTo>
                  <a:lnTo>
                    <a:pt x="9957" y="4221"/>
                  </a:lnTo>
                  <a:lnTo>
                    <a:pt x="9957" y="7154"/>
                  </a:lnTo>
                  <a:lnTo>
                    <a:pt x="10042" y="7368"/>
                  </a:lnTo>
                  <a:lnTo>
                    <a:pt x="9366" y="7653"/>
                  </a:lnTo>
                  <a:lnTo>
                    <a:pt x="8775" y="8012"/>
                  </a:lnTo>
                  <a:lnTo>
                    <a:pt x="8607" y="8154"/>
                  </a:lnTo>
                  <a:lnTo>
                    <a:pt x="8607" y="8296"/>
                  </a:lnTo>
                  <a:lnTo>
                    <a:pt x="8101" y="8583"/>
                  </a:lnTo>
                  <a:lnTo>
                    <a:pt x="7680" y="8870"/>
                  </a:lnTo>
                  <a:lnTo>
                    <a:pt x="7257" y="9156"/>
                  </a:lnTo>
                  <a:lnTo>
                    <a:pt x="6919" y="9513"/>
                  </a:lnTo>
                  <a:lnTo>
                    <a:pt x="6583" y="9870"/>
                  </a:lnTo>
                  <a:lnTo>
                    <a:pt x="6330" y="10301"/>
                  </a:lnTo>
                  <a:lnTo>
                    <a:pt x="6160" y="10730"/>
                  </a:lnTo>
                  <a:lnTo>
                    <a:pt x="6077" y="11087"/>
                  </a:lnTo>
                  <a:lnTo>
                    <a:pt x="6077" y="11516"/>
                  </a:lnTo>
                  <a:lnTo>
                    <a:pt x="6160" y="11945"/>
                  </a:lnTo>
                  <a:lnTo>
                    <a:pt x="6330" y="12373"/>
                  </a:lnTo>
                  <a:lnTo>
                    <a:pt x="6498" y="12802"/>
                  </a:lnTo>
                  <a:lnTo>
                    <a:pt x="6666" y="13017"/>
                  </a:lnTo>
                  <a:lnTo>
                    <a:pt x="5568" y="13805"/>
                  </a:lnTo>
                  <a:lnTo>
                    <a:pt x="4389" y="14520"/>
                  </a:lnTo>
                  <a:lnTo>
                    <a:pt x="3291" y="15306"/>
                  </a:lnTo>
                  <a:lnTo>
                    <a:pt x="2785" y="15735"/>
                  </a:lnTo>
                  <a:lnTo>
                    <a:pt x="2279" y="16236"/>
                  </a:lnTo>
                  <a:lnTo>
                    <a:pt x="1773" y="16308"/>
                  </a:lnTo>
                  <a:lnTo>
                    <a:pt x="1435" y="16236"/>
                  </a:lnTo>
                  <a:lnTo>
                    <a:pt x="1097" y="16236"/>
                  </a:lnTo>
                  <a:lnTo>
                    <a:pt x="844" y="16308"/>
                  </a:lnTo>
                  <a:lnTo>
                    <a:pt x="591" y="16451"/>
                  </a:lnTo>
                  <a:lnTo>
                    <a:pt x="423" y="16595"/>
                  </a:lnTo>
                  <a:lnTo>
                    <a:pt x="255" y="16737"/>
                  </a:lnTo>
                  <a:lnTo>
                    <a:pt x="85" y="17166"/>
                  </a:lnTo>
                  <a:lnTo>
                    <a:pt x="0" y="17667"/>
                  </a:lnTo>
                  <a:lnTo>
                    <a:pt x="0" y="18168"/>
                  </a:lnTo>
                  <a:lnTo>
                    <a:pt x="170" y="18597"/>
                  </a:lnTo>
                  <a:lnTo>
                    <a:pt x="591" y="18882"/>
                  </a:lnTo>
                  <a:lnTo>
                    <a:pt x="1097" y="19169"/>
                  </a:lnTo>
                  <a:lnTo>
                    <a:pt x="1603" y="19311"/>
                  </a:lnTo>
                  <a:lnTo>
                    <a:pt x="2194" y="19383"/>
                  </a:lnTo>
                  <a:lnTo>
                    <a:pt x="2700" y="19311"/>
                  </a:lnTo>
                  <a:lnTo>
                    <a:pt x="3291" y="19241"/>
                  </a:lnTo>
                  <a:lnTo>
                    <a:pt x="3797" y="19096"/>
                  </a:lnTo>
                  <a:lnTo>
                    <a:pt x="4136" y="18812"/>
                  </a:lnTo>
                  <a:lnTo>
                    <a:pt x="4389" y="18667"/>
                  </a:lnTo>
                  <a:lnTo>
                    <a:pt x="4474" y="18453"/>
                  </a:lnTo>
                  <a:lnTo>
                    <a:pt x="4556" y="18239"/>
                  </a:lnTo>
                  <a:lnTo>
                    <a:pt x="4556" y="17952"/>
                  </a:lnTo>
                  <a:lnTo>
                    <a:pt x="4389" y="17523"/>
                  </a:lnTo>
                  <a:lnTo>
                    <a:pt x="4136" y="17094"/>
                  </a:lnTo>
                  <a:lnTo>
                    <a:pt x="3797" y="16737"/>
                  </a:lnTo>
                  <a:lnTo>
                    <a:pt x="3291" y="16451"/>
                  </a:lnTo>
                  <a:lnTo>
                    <a:pt x="3206" y="16451"/>
                  </a:lnTo>
                  <a:lnTo>
                    <a:pt x="3630" y="16094"/>
                  </a:lnTo>
                  <a:lnTo>
                    <a:pt x="4050" y="15735"/>
                  </a:lnTo>
                  <a:lnTo>
                    <a:pt x="4980" y="15164"/>
                  </a:lnTo>
                  <a:lnTo>
                    <a:pt x="5568" y="14735"/>
                  </a:lnTo>
                  <a:lnTo>
                    <a:pt x="6077" y="14306"/>
                  </a:lnTo>
                  <a:lnTo>
                    <a:pt x="6583" y="13805"/>
                  </a:lnTo>
                  <a:lnTo>
                    <a:pt x="6919" y="13231"/>
                  </a:lnTo>
                  <a:lnTo>
                    <a:pt x="7172" y="13448"/>
                  </a:lnTo>
                  <a:lnTo>
                    <a:pt x="7595" y="13733"/>
                  </a:lnTo>
                  <a:lnTo>
                    <a:pt x="8354" y="14091"/>
                  </a:lnTo>
                  <a:lnTo>
                    <a:pt x="9198" y="14306"/>
                  </a:lnTo>
                  <a:lnTo>
                    <a:pt x="10042" y="14448"/>
                  </a:lnTo>
                  <a:lnTo>
                    <a:pt x="10210" y="14448"/>
                  </a:lnTo>
                  <a:lnTo>
                    <a:pt x="10125" y="15378"/>
                  </a:lnTo>
                  <a:lnTo>
                    <a:pt x="10125" y="16308"/>
                  </a:lnTo>
                  <a:lnTo>
                    <a:pt x="10210" y="18168"/>
                  </a:lnTo>
                  <a:lnTo>
                    <a:pt x="9789" y="18311"/>
                  </a:lnTo>
                  <a:lnTo>
                    <a:pt x="9451" y="18453"/>
                  </a:lnTo>
                  <a:lnTo>
                    <a:pt x="9198" y="18667"/>
                  </a:lnTo>
                  <a:lnTo>
                    <a:pt x="9028" y="18882"/>
                  </a:lnTo>
                  <a:lnTo>
                    <a:pt x="8945" y="19096"/>
                  </a:lnTo>
                  <a:lnTo>
                    <a:pt x="8860" y="19383"/>
                  </a:lnTo>
                  <a:lnTo>
                    <a:pt x="8775" y="19742"/>
                  </a:lnTo>
                  <a:lnTo>
                    <a:pt x="8860" y="20027"/>
                  </a:lnTo>
                  <a:lnTo>
                    <a:pt x="9028" y="20600"/>
                  </a:lnTo>
                  <a:lnTo>
                    <a:pt x="9366" y="21099"/>
                  </a:lnTo>
                  <a:lnTo>
                    <a:pt x="9619" y="21243"/>
                  </a:lnTo>
                  <a:lnTo>
                    <a:pt x="9957" y="21386"/>
                  </a:lnTo>
                  <a:lnTo>
                    <a:pt x="10210" y="21530"/>
                  </a:lnTo>
                  <a:lnTo>
                    <a:pt x="10548" y="21600"/>
                  </a:lnTo>
                  <a:lnTo>
                    <a:pt x="11222" y="21600"/>
                  </a:lnTo>
                  <a:lnTo>
                    <a:pt x="11898" y="21458"/>
                  </a:lnTo>
                  <a:lnTo>
                    <a:pt x="12151" y="21315"/>
                  </a:lnTo>
                  <a:lnTo>
                    <a:pt x="12404" y="21099"/>
                  </a:lnTo>
                  <a:lnTo>
                    <a:pt x="12572" y="20884"/>
                  </a:lnTo>
                  <a:lnTo>
                    <a:pt x="12657" y="20670"/>
                  </a:lnTo>
                  <a:lnTo>
                    <a:pt x="12825" y="20099"/>
                  </a:lnTo>
                  <a:lnTo>
                    <a:pt x="12740" y="19598"/>
                  </a:lnTo>
                  <a:lnTo>
                    <a:pt x="12657" y="19311"/>
                  </a:lnTo>
                  <a:lnTo>
                    <a:pt x="12404" y="19096"/>
                  </a:lnTo>
                  <a:lnTo>
                    <a:pt x="12234" y="18882"/>
                  </a:lnTo>
                  <a:lnTo>
                    <a:pt x="11898" y="18740"/>
                  </a:lnTo>
                  <a:lnTo>
                    <a:pt x="11813" y="18383"/>
                  </a:lnTo>
                  <a:lnTo>
                    <a:pt x="11728" y="18239"/>
                  </a:lnTo>
                  <a:lnTo>
                    <a:pt x="11137" y="18239"/>
                  </a:lnTo>
                  <a:lnTo>
                    <a:pt x="11054" y="16523"/>
                  </a:lnTo>
                  <a:lnTo>
                    <a:pt x="11054" y="15520"/>
                  </a:lnTo>
                  <a:lnTo>
                    <a:pt x="10969" y="14520"/>
                  </a:lnTo>
                  <a:lnTo>
                    <a:pt x="11813" y="14448"/>
                  </a:lnTo>
                  <a:lnTo>
                    <a:pt x="12657" y="14234"/>
                  </a:lnTo>
                  <a:lnTo>
                    <a:pt x="13416" y="13877"/>
                  </a:lnTo>
                  <a:lnTo>
                    <a:pt x="14090" y="13376"/>
                  </a:lnTo>
                  <a:lnTo>
                    <a:pt x="14260" y="13231"/>
                  </a:lnTo>
                  <a:lnTo>
                    <a:pt x="14513" y="13518"/>
                  </a:lnTo>
                  <a:lnTo>
                    <a:pt x="14934" y="13805"/>
                  </a:lnTo>
                  <a:lnTo>
                    <a:pt x="15358" y="14019"/>
                  </a:lnTo>
                  <a:lnTo>
                    <a:pt x="15779" y="14234"/>
                  </a:lnTo>
                  <a:lnTo>
                    <a:pt x="16199" y="14877"/>
                  </a:lnTo>
                  <a:lnTo>
                    <a:pt x="16705" y="15593"/>
                  </a:lnTo>
                  <a:lnTo>
                    <a:pt x="17382" y="16451"/>
                  </a:lnTo>
                  <a:lnTo>
                    <a:pt x="17635" y="16737"/>
                  </a:lnTo>
                  <a:lnTo>
                    <a:pt x="17382" y="17094"/>
                  </a:lnTo>
                  <a:lnTo>
                    <a:pt x="17214" y="17453"/>
                  </a:lnTo>
                  <a:lnTo>
                    <a:pt x="17129" y="17737"/>
                  </a:lnTo>
                  <a:lnTo>
                    <a:pt x="17129" y="18096"/>
                  </a:lnTo>
                  <a:lnTo>
                    <a:pt x="17214" y="18383"/>
                  </a:lnTo>
                  <a:lnTo>
                    <a:pt x="17297" y="18740"/>
                  </a:lnTo>
                  <a:lnTo>
                    <a:pt x="17467" y="19026"/>
                  </a:lnTo>
                  <a:lnTo>
                    <a:pt x="17720" y="19311"/>
                  </a:lnTo>
                  <a:lnTo>
                    <a:pt x="18056" y="19525"/>
                  </a:lnTo>
                  <a:lnTo>
                    <a:pt x="18309" y="19742"/>
                  </a:lnTo>
                  <a:lnTo>
                    <a:pt x="18647" y="19812"/>
                  </a:lnTo>
                  <a:lnTo>
                    <a:pt x="18985" y="19884"/>
                  </a:lnTo>
                  <a:lnTo>
                    <a:pt x="19659" y="19884"/>
                  </a:lnTo>
                  <a:lnTo>
                    <a:pt x="19997" y="19742"/>
                  </a:lnTo>
                  <a:lnTo>
                    <a:pt x="20418" y="19598"/>
                  </a:lnTo>
                  <a:lnTo>
                    <a:pt x="20926" y="19169"/>
                  </a:lnTo>
                  <a:lnTo>
                    <a:pt x="21347" y="18597"/>
                  </a:lnTo>
                  <a:lnTo>
                    <a:pt x="21515" y="18311"/>
                  </a:lnTo>
                  <a:lnTo>
                    <a:pt x="21600" y="18024"/>
                  </a:lnTo>
                  <a:lnTo>
                    <a:pt x="21600" y="17381"/>
                  </a:lnTo>
                  <a:lnTo>
                    <a:pt x="21432" y="17094"/>
                  </a:lnTo>
                  <a:lnTo>
                    <a:pt x="21262" y="16809"/>
                  </a:lnTo>
                  <a:lnTo>
                    <a:pt x="21009" y="16595"/>
                  </a:lnTo>
                  <a:lnTo>
                    <a:pt x="20671" y="16451"/>
                  </a:lnTo>
                  <a:lnTo>
                    <a:pt x="20335" y="16308"/>
                  </a:lnTo>
                  <a:lnTo>
                    <a:pt x="19997" y="16236"/>
                  </a:lnTo>
                  <a:lnTo>
                    <a:pt x="19238" y="16164"/>
                  </a:lnTo>
                  <a:lnTo>
                    <a:pt x="18815" y="16164"/>
                  </a:lnTo>
                  <a:lnTo>
                    <a:pt x="18394" y="16308"/>
                  </a:lnTo>
                  <a:lnTo>
                    <a:pt x="18226" y="16022"/>
                  </a:lnTo>
                  <a:lnTo>
                    <a:pt x="17973" y="15735"/>
                  </a:lnTo>
                  <a:lnTo>
                    <a:pt x="17382" y="14949"/>
                  </a:lnTo>
                  <a:lnTo>
                    <a:pt x="16791" y="14234"/>
                  </a:lnTo>
                  <a:lnTo>
                    <a:pt x="16623" y="13947"/>
                  </a:lnTo>
                  <a:lnTo>
                    <a:pt x="16452" y="13662"/>
                  </a:lnTo>
                  <a:lnTo>
                    <a:pt x="16199" y="13518"/>
                  </a:lnTo>
                  <a:lnTo>
                    <a:pt x="15864" y="13448"/>
                  </a:lnTo>
                  <a:lnTo>
                    <a:pt x="15272" y="13161"/>
                  </a:lnTo>
                  <a:lnTo>
                    <a:pt x="14596" y="12732"/>
                  </a:lnTo>
                  <a:lnTo>
                    <a:pt x="15019" y="12159"/>
                  </a:lnTo>
                  <a:lnTo>
                    <a:pt x="15187" y="11443"/>
                  </a:lnTo>
                  <a:lnTo>
                    <a:pt x="15187" y="10730"/>
                  </a:lnTo>
                  <a:lnTo>
                    <a:pt x="15105" y="10086"/>
                  </a:lnTo>
                  <a:lnTo>
                    <a:pt x="14849" y="9441"/>
                  </a:lnTo>
                  <a:lnTo>
                    <a:pt x="14513" y="8942"/>
                  </a:lnTo>
                  <a:lnTo>
                    <a:pt x="14090" y="8441"/>
                  </a:lnTo>
                  <a:lnTo>
                    <a:pt x="13501" y="8012"/>
                  </a:lnTo>
                  <a:lnTo>
                    <a:pt x="12910" y="7725"/>
                  </a:lnTo>
                  <a:lnTo>
                    <a:pt x="12319" y="7439"/>
                  </a:lnTo>
                  <a:lnTo>
                    <a:pt x="11560" y="7296"/>
                  </a:lnTo>
                  <a:lnTo>
                    <a:pt x="10884" y="7296"/>
                  </a:lnTo>
                  <a:lnTo>
                    <a:pt x="10884" y="6867"/>
                  </a:lnTo>
                  <a:lnTo>
                    <a:pt x="10801" y="5222"/>
                  </a:lnTo>
                  <a:lnTo>
                    <a:pt x="10884" y="4650"/>
                  </a:lnTo>
                  <a:lnTo>
                    <a:pt x="10801" y="4221"/>
                  </a:lnTo>
                  <a:lnTo>
                    <a:pt x="10716" y="3863"/>
                  </a:lnTo>
                  <a:lnTo>
                    <a:pt x="11137" y="3792"/>
                  </a:lnTo>
                  <a:lnTo>
                    <a:pt x="11645" y="3648"/>
                  </a:lnTo>
                  <a:lnTo>
                    <a:pt x="12066" y="3434"/>
                  </a:lnTo>
                  <a:lnTo>
                    <a:pt x="12404" y="3219"/>
                  </a:lnTo>
                  <a:lnTo>
                    <a:pt x="12740" y="2862"/>
                  </a:lnTo>
                  <a:lnTo>
                    <a:pt x="12910" y="2504"/>
                  </a:lnTo>
                  <a:lnTo>
                    <a:pt x="13078" y="2147"/>
                  </a:lnTo>
                  <a:lnTo>
                    <a:pt x="13078" y="1646"/>
                  </a:lnTo>
                  <a:lnTo>
                    <a:pt x="12910" y="1217"/>
                  </a:lnTo>
                  <a:lnTo>
                    <a:pt x="12657" y="788"/>
                  </a:lnTo>
                  <a:lnTo>
                    <a:pt x="12572" y="501"/>
                  </a:lnTo>
                  <a:lnTo>
                    <a:pt x="12487" y="359"/>
                  </a:lnTo>
                  <a:lnTo>
                    <a:pt x="12319" y="287"/>
                  </a:lnTo>
                  <a:lnTo>
                    <a:pt x="11981" y="287"/>
                  </a:lnTo>
                  <a:lnTo>
                    <a:pt x="11645" y="214"/>
                  </a:lnTo>
                  <a:lnTo>
                    <a:pt x="11475" y="72"/>
                  </a:lnTo>
                  <a:lnTo>
                    <a:pt x="11054"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A4C2F4"/>
                  </a:solidFill>
                </a:defRPr>
              </a:pPr>
            </a:p>
          </p:txBody>
        </p:sp>
        <p:sp>
          <p:nvSpPr>
            <p:cNvPr id="778" name="Google Shape;305;p5"/>
            <p:cNvSpPr/>
            <p:nvPr/>
          </p:nvSpPr>
          <p:spPr>
            <a:xfrm>
              <a:off x="787178" y="2259595"/>
              <a:ext cx="539721" cy="20738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464" y="0"/>
                  </a:moveTo>
                  <a:lnTo>
                    <a:pt x="19222" y="251"/>
                  </a:lnTo>
                  <a:lnTo>
                    <a:pt x="19028" y="503"/>
                  </a:lnTo>
                  <a:lnTo>
                    <a:pt x="18882" y="758"/>
                  </a:lnTo>
                  <a:lnTo>
                    <a:pt x="18882" y="882"/>
                  </a:lnTo>
                  <a:lnTo>
                    <a:pt x="18785" y="758"/>
                  </a:lnTo>
                  <a:lnTo>
                    <a:pt x="18640" y="758"/>
                  </a:lnTo>
                  <a:lnTo>
                    <a:pt x="18542" y="1009"/>
                  </a:lnTo>
                  <a:lnTo>
                    <a:pt x="18494" y="1136"/>
                  </a:lnTo>
                  <a:lnTo>
                    <a:pt x="18494" y="1515"/>
                  </a:lnTo>
                  <a:lnTo>
                    <a:pt x="18542" y="1894"/>
                  </a:lnTo>
                  <a:lnTo>
                    <a:pt x="18591" y="2018"/>
                  </a:lnTo>
                  <a:lnTo>
                    <a:pt x="18687" y="2146"/>
                  </a:lnTo>
                  <a:lnTo>
                    <a:pt x="18979" y="2146"/>
                  </a:lnTo>
                  <a:lnTo>
                    <a:pt x="19222" y="1894"/>
                  </a:lnTo>
                  <a:lnTo>
                    <a:pt x="19464" y="1639"/>
                  </a:lnTo>
                  <a:lnTo>
                    <a:pt x="19708" y="1515"/>
                  </a:lnTo>
                  <a:lnTo>
                    <a:pt x="19804" y="1639"/>
                  </a:lnTo>
                  <a:lnTo>
                    <a:pt x="19853" y="1767"/>
                  </a:lnTo>
                  <a:lnTo>
                    <a:pt x="19804" y="2018"/>
                  </a:lnTo>
                  <a:lnTo>
                    <a:pt x="19755" y="2273"/>
                  </a:lnTo>
                  <a:lnTo>
                    <a:pt x="19513" y="3031"/>
                  </a:lnTo>
                  <a:lnTo>
                    <a:pt x="18687" y="5937"/>
                  </a:lnTo>
                  <a:lnTo>
                    <a:pt x="18687" y="6189"/>
                  </a:lnTo>
                  <a:lnTo>
                    <a:pt x="18640" y="6440"/>
                  </a:lnTo>
                  <a:lnTo>
                    <a:pt x="18687" y="6819"/>
                  </a:lnTo>
                  <a:lnTo>
                    <a:pt x="18833" y="7074"/>
                  </a:lnTo>
                  <a:lnTo>
                    <a:pt x="18979" y="7198"/>
                  </a:lnTo>
                  <a:lnTo>
                    <a:pt x="19610" y="7198"/>
                  </a:lnTo>
                  <a:lnTo>
                    <a:pt x="20192" y="7074"/>
                  </a:lnTo>
                  <a:lnTo>
                    <a:pt x="20872" y="6695"/>
                  </a:lnTo>
                  <a:lnTo>
                    <a:pt x="21212" y="6440"/>
                  </a:lnTo>
                  <a:lnTo>
                    <a:pt x="21503" y="6061"/>
                  </a:lnTo>
                  <a:lnTo>
                    <a:pt x="21600" y="5682"/>
                  </a:lnTo>
                  <a:lnTo>
                    <a:pt x="21600" y="5304"/>
                  </a:lnTo>
                  <a:lnTo>
                    <a:pt x="21552" y="5052"/>
                  </a:lnTo>
                  <a:lnTo>
                    <a:pt x="21454" y="4925"/>
                  </a:lnTo>
                  <a:lnTo>
                    <a:pt x="21358" y="4797"/>
                  </a:lnTo>
                  <a:lnTo>
                    <a:pt x="21114" y="4925"/>
                  </a:lnTo>
                  <a:lnTo>
                    <a:pt x="20872" y="5052"/>
                  </a:lnTo>
                  <a:lnTo>
                    <a:pt x="20338" y="5304"/>
                  </a:lnTo>
                  <a:lnTo>
                    <a:pt x="19610" y="5558"/>
                  </a:lnTo>
                  <a:lnTo>
                    <a:pt x="20192" y="3537"/>
                  </a:lnTo>
                  <a:lnTo>
                    <a:pt x="20338" y="2903"/>
                  </a:lnTo>
                  <a:lnTo>
                    <a:pt x="20484" y="2400"/>
                  </a:lnTo>
                  <a:lnTo>
                    <a:pt x="20532" y="1639"/>
                  </a:lnTo>
                  <a:lnTo>
                    <a:pt x="20532" y="1388"/>
                  </a:lnTo>
                  <a:lnTo>
                    <a:pt x="20484" y="1009"/>
                  </a:lnTo>
                  <a:lnTo>
                    <a:pt x="20338" y="630"/>
                  </a:lnTo>
                  <a:lnTo>
                    <a:pt x="20144" y="251"/>
                  </a:lnTo>
                  <a:lnTo>
                    <a:pt x="19950" y="124"/>
                  </a:lnTo>
                  <a:lnTo>
                    <a:pt x="19708" y="0"/>
                  </a:lnTo>
                  <a:close/>
                  <a:moveTo>
                    <a:pt x="8738" y="9598"/>
                  </a:moveTo>
                  <a:lnTo>
                    <a:pt x="8154" y="9977"/>
                  </a:lnTo>
                  <a:lnTo>
                    <a:pt x="7377" y="10232"/>
                  </a:lnTo>
                  <a:lnTo>
                    <a:pt x="6990" y="10483"/>
                  </a:lnTo>
                  <a:lnTo>
                    <a:pt x="6602" y="10735"/>
                  </a:lnTo>
                  <a:lnTo>
                    <a:pt x="6553" y="10862"/>
                  </a:lnTo>
                  <a:lnTo>
                    <a:pt x="6456" y="11117"/>
                  </a:lnTo>
                  <a:lnTo>
                    <a:pt x="6456" y="11747"/>
                  </a:lnTo>
                  <a:lnTo>
                    <a:pt x="6504" y="11998"/>
                  </a:lnTo>
                  <a:lnTo>
                    <a:pt x="6602" y="12126"/>
                  </a:lnTo>
                  <a:lnTo>
                    <a:pt x="6698" y="12126"/>
                  </a:lnTo>
                  <a:lnTo>
                    <a:pt x="7426" y="11998"/>
                  </a:lnTo>
                  <a:lnTo>
                    <a:pt x="8154" y="11747"/>
                  </a:lnTo>
                  <a:lnTo>
                    <a:pt x="8785" y="11496"/>
                  </a:lnTo>
                  <a:lnTo>
                    <a:pt x="9076" y="11241"/>
                  </a:lnTo>
                  <a:lnTo>
                    <a:pt x="9222" y="10989"/>
                  </a:lnTo>
                  <a:lnTo>
                    <a:pt x="9320" y="10735"/>
                  </a:lnTo>
                  <a:lnTo>
                    <a:pt x="9320" y="10232"/>
                  </a:lnTo>
                  <a:lnTo>
                    <a:pt x="9271" y="9977"/>
                  </a:lnTo>
                  <a:lnTo>
                    <a:pt x="9125" y="9853"/>
                  </a:lnTo>
                  <a:lnTo>
                    <a:pt x="9029" y="9726"/>
                  </a:lnTo>
                  <a:lnTo>
                    <a:pt x="8738" y="9598"/>
                  </a:lnTo>
                  <a:close/>
                  <a:moveTo>
                    <a:pt x="17863" y="6695"/>
                  </a:moveTo>
                  <a:lnTo>
                    <a:pt x="17572" y="6819"/>
                  </a:lnTo>
                  <a:lnTo>
                    <a:pt x="17281" y="6946"/>
                  </a:lnTo>
                  <a:lnTo>
                    <a:pt x="17037" y="7074"/>
                  </a:lnTo>
                  <a:lnTo>
                    <a:pt x="16795" y="7577"/>
                  </a:lnTo>
                  <a:lnTo>
                    <a:pt x="16601" y="7831"/>
                  </a:lnTo>
                  <a:lnTo>
                    <a:pt x="16455" y="8338"/>
                  </a:lnTo>
                  <a:lnTo>
                    <a:pt x="16261" y="9219"/>
                  </a:lnTo>
                  <a:lnTo>
                    <a:pt x="16115" y="10356"/>
                  </a:lnTo>
                  <a:lnTo>
                    <a:pt x="16115" y="12126"/>
                  </a:lnTo>
                  <a:lnTo>
                    <a:pt x="16164" y="12632"/>
                  </a:lnTo>
                  <a:lnTo>
                    <a:pt x="16261" y="13135"/>
                  </a:lnTo>
                  <a:lnTo>
                    <a:pt x="16358" y="13641"/>
                  </a:lnTo>
                  <a:lnTo>
                    <a:pt x="16504" y="14147"/>
                  </a:lnTo>
                  <a:lnTo>
                    <a:pt x="16650" y="14526"/>
                  </a:lnTo>
                  <a:lnTo>
                    <a:pt x="16843" y="14778"/>
                  </a:lnTo>
                  <a:lnTo>
                    <a:pt x="17037" y="15033"/>
                  </a:lnTo>
                  <a:lnTo>
                    <a:pt x="17183" y="15157"/>
                  </a:lnTo>
                  <a:lnTo>
                    <a:pt x="17328" y="15157"/>
                  </a:lnTo>
                  <a:lnTo>
                    <a:pt x="17669" y="14905"/>
                  </a:lnTo>
                  <a:lnTo>
                    <a:pt x="18203" y="14275"/>
                  </a:lnTo>
                  <a:lnTo>
                    <a:pt x="18785" y="13769"/>
                  </a:lnTo>
                  <a:lnTo>
                    <a:pt x="19076" y="13262"/>
                  </a:lnTo>
                  <a:lnTo>
                    <a:pt x="19271" y="12756"/>
                  </a:lnTo>
                  <a:lnTo>
                    <a:pt x="19319" y="12505"/>
                  </a:lnTo>
                  <a:lnTo>
                    <a:pt x="19271" y="12253"/>
                  </a:lnTo>
                  <a:lnTo>
                    <a:pt x="19222" y="11998"/>
                  </a:lnTo>
                  <a:lnTo>
                    <a:pt x="19124" y="11874"/>
                  </a:lnTo>
                  <a:lnTo>
                    <a:pt x="18979" y="11747"/>
                  </a:lnTo>
                  <a:lnTo>
                    <a:pt x="18785" y="11874"/>
                  </a:lnTo>
                  <a:lnTo>
                    <a:pt x="18445" y="12126"/>
                  </a:lnTo>
                  <a:lnTo>
                    <a:pt x="17765" y="12884"/>
                  </a:lnTo>
                  <a:lnTo>
                    <a:pt x="17572" y="13135"/>
                  </a:lnTo>
                  <a:lnTo>
                    <a:pt x="17377" y="13262"/>
                  </a:lnTo>
                  <a:lnTo>
                    <a:pt x="17183" y="13262"/>
                  </a:lnTo>
                  <a:lnTo>
                    <a:pt x="16988" y="13011"/>
                  </a:lnTo>
                  <a:lnTo>
                    <a:pt x="16892" y="12632"/>
                  </a:lnTo>
                  <a:lnTo>
                    <a:pt x="16843" y="12253"/>
                  </a:lnTo>
                  <a:lnTo>
                    <a:pt x="16746" y="11496"/>
                  </a:lnTo>
                  <a:lnTo>
                    <a:pt x="16746" y="10735"/>
                  </a:lnTo>
                  <a:lnTo>
                    <a:pt x="16843" y="9977"/>
                  </a:lnTo>
                  <a:lnTo>
                    <a:pt x="16988" y="9347"/>
                  </a:lnTo>
                  <a:lnTo>
                    <a:pt x="17183" y="8716"/>
                  </a:lnTo>
                  <a:lnTo>
                    <a:pt x="17377" y="8462"/>
                  </a:lnTo>
                  <a:lnTo>
                    <a:pt x="17572" y="8338"/>
                  </a:lnTo>
                  <a:lnTo>
                    <a:pt x="18009" y="8210"/>
                  </a:lnTo>
                  <a:lnTo>
                    <a:pt x="18445" y="8083"/>
                  </a:lnTo>
                  <a:lnTo>
                    <a:pt x="18931" y="8083"/>
                  </a:lnTo>
                  <a:lnTo>
                    <a:pt x="18931" y="7704"/>
                  </a:lnTo>
                  <a:lnTo>
                    <a:pt x="18687" y="7325"/>
                  </a:lnTo>
                  <a:lnTo>
                    <a:pt x="18396" y="7074"/>
                  </a:lnTo>
                  <a:lnTo>
                    <a:pt x="18154" y="6819"/>
                  </a:lnTo>
                  <a:lnTo>
                    <a:pt x="17863" y="6695"/>
                  </a:lnTo>
                  <a:close/>
                  <a:moveTo>
                    <a:pt x="8980" y="14399"/>
                  </a:moveTo>
                  <a:lnTo>
                    <a:pt x="8398" y="14778"/>
                  </a:lnTo>
                  <a:lnTo>
                    <a:pt x="7815" y="15033"/>
                  </a:lnTo>
                  <a:lnTo>
                    <a:pt x="7232" y="15284"/>
                  </a:lnTo>
                  <a:lnTo>
                    <a:pt x="6698" y="15663"/>
                  </a:lnTo>
                  <a:lnTo>
                    <a:pt x="6602" y="15914"/>
                  </a:lnTo>
                  <a:lnTo>
                    <a:pt x="6553" y="16169"/>
                  </a:lnTo>
                  <a:lnTo>
                    <a:pt x="6553" y="16548"/>
                  </a:lnTo>
                  <a:lnTo>
                    <a:pt x="6698" y="16675"/>
                  </a:lnTo>
                  <a:lnTo>
                    <a:pt x="6990" y="16799"/>
                  </a:lnTo>
                  <a:lnTo>
                    <a:pt x="7912" y="16799"/>
                  </a:lnTo>
                  <a:lnTo>
                    <a:pt x="8543" y="16420"/>
                  </a:lnTo>
                  <a:lnTo>
                    <a:pt x="9125" y="16042"/>
                  </a:lnTo>
                  <a:lnTo>
                    <a:pt x="9222" y="15914"/>
                  </a:lnTo>
                  <a:lnTo>
                    <a:pt x="9320" y="15790"/>
                  </a:lnTo>
                  <a:lnTo>
                    <a:pt x="9368" y="15535"/>
                  </a:lnTo>
                  <a:lnTo>
                    <a:pt x="9417" y="15284"/>
                  </a:lnTo>
                  <a:lnTo>
                    <a:pt x="9368" y="14778"/>
                  </a:lnTo>
                  <a:lnTo>
                    <a:pt x="9271" y="14526"/>
                  </a:lnTo>
                  <a:lnTo>
                    <a:pt x="9174" y="14399"/>
                  </a:lnTo>
                  <a:close/>
                  <a:moveTo>
                    <a:pt x="14659" y="7074"/>
                  </a:moveTo>
                  <a:lnTo>
                    <a:pt x="14270" y="7198"/>
                  </a:lnTo>
                  <a:lnTo>
                    <a:pt x="13979" y="7453"/>
                  </a:lnTo>
                  <a:lnTo>
                    <a:pt x="13737" y="7955"/>
                  </a:lnTo>
                  <a:lnTo>
                    <a:pt x="13543" y="8589"/>
                  </a:lnTo>
                  <a:lnTo>
                    <a:pt x="13494" y="8210"/>
                  </a:lnTo>
                  <a:lnTo>
                    <a:pt x="13348" y="8083"/>
                  </a:lnTo>
                  <a:lnTo>
                    <a:pt x="13155" y="7955"/>
                  </a:lnTo>
                  <a:lnTo>
                    <a:pt x="12717" y="7955"/>
                  </a:lnTo>
                  <a:lnTo>
                    <a:pt x="12571" y="8083"/>
                  </a:lnTo>
                  <a:lnTo>
                    <a:pt x="12183" y="8589"/>
                  </a:lnTo>
                  <a:lnTo>
                    <a:pt x="11892" y="9219"/>
                  </a:lnTo>
                  <a:lnTo>
                    <a:pt x="11843" y="8840"/>
                  </a:lnTo>
                  <a:lnTo>
                    <a:pt x="11796" y="8716"/>
                  </a:lnTo>
                  <a:lnTo>
                    <a:pt x="11747" y="8716"/>
                  </a:lnTo>
                  <a:lnTo>
                    <a:pt x="11649" y="8840"/>
                  </a:lnTo>
                  <a:lnTo>
                    <a:pt x="11552" y="9474"/>
                  </a:lnTo>
                  <a:lnTo>
                    <a:pt x="11456" y="10104"/>
                  </a:lnTo>
                  <a:lnTo>
                    <a:pt x="11407" y="11496"/>
                  </a:lnTo>
                  <a:lnTo>
                    <a:pt x="11358" y="12756"/>
                  </a:lnTo>
                  <a:lnTo>
                    <a:pt x="11407" y="14020"/>
                  </a:lnTo>
                  <a:lnTo>
                    <a:pt x="11503" y="15284"/>
                  </a:lnTo>
                  <a:lnTo>
                    <a:pt x="11601" y="16548"/>
                  </a:lnTo>
                  <a:lnTo>
                    <a:pt x="11649" y="16799"/>
                  </a:lnTo>
                  <a:lnTo>
                    <a:pt x="11747" y="17054"/>
                  </a:lnTo>
                  <a:lnTo>
                    <a:pt x="11843" y="17178"/>
                  </a:lnTo>
                  <a:lnTo>
                    <a:pt x="11989" y="17054"/>
                  </a:lnTo>
                  <a:lnTo>
                    <a:pt x="12087" y="16927"/>
                  </a:lnTo>
                  <a:lnTo>
                    <a:pt x="12183" y="16799"/>
                  </a:lnTo>
                  <a:lnTo>
                    <a:pt x="12232" y="16420"/>
                  </a:lnTo>
                  <a:lnTo>
                    <a:pt x="12183" y="16042"/>
                  </a:lnTo>
                  <a:lnTo>
                    <a:pt x="12087" y="14399"/>
                  </a:lnTo>
                  <a:lnTo>
                    <a:pt x="12038" y="12632"/>
                  </a:lnTo>
                  <a:lnTo>
                    <a:pt x="12087" y="11496"/>
                  </a:lnTo>
                  <a:lnTo>
                    <a:pt x="12183" y="10735"/>
                  </a:lnTo>
                  <a:lnTo>
                    <a:pt x="12426" y="10232"/>
                  </a:lnTo>
                  <a:lnTo>
                    <a:pt x="12669" y="9726"/>
                  </a:lnTo>
                  <a:lnTo>
                    <a:pt x="12960" y="9598"/>
                  </a:lnTo>
                  <a:lnTo>
                    <a:pt x="13057" y="14020"/>
                  </a:lnTo>
                  <a:lnTo>
                    <a:pt x="13106" y="14275"/>
                  </a:lnTo>
                  <a:lnTo>
                    <a:pt x="13155" y="14526"/>
                  </a:lnTo>
                  <a:lnTo>
                    <a:pt x="13251" y="14778"/>
                  </a:lnTo>
                  <a:lnTo>
                    <a:pt x="13397" y="14778"/>
                  </a:lnTo>
                  <a:lnTo>
                    <a:pt x="13494" y="14905"/>
                  </a:lnTo>
                  <a:lnTo>
                    <a:pt x="13591" y="14778"/>
                  </a:lnTo>
                  <a:lnTo>
                    <a:pt x="13639" y="14526"/>
                  </a:lnTo>
                  <a:lnTo>
                    <a:pt x="13688" y="14275"/>
                  </a:lnTo>
                  <a:lnTo>
                    <a:pt x="13834" y="12253"/>
                  </a:lnTo>
                  <a:lnTo>
                    <a:pt x="13979" y="10356"/>
                  </a:lnTo>
                  <a:lnTo>
                    <a:pt x="14028" y="9853"/>
                  </a:lnTo>
                  <a:lnTo>
                    <a:pt x="14125" y="9474"/>
                  </a:lnTo>
                  <a:lnTo>
                    <a:pt x="14270" y="9095"/>
                  </a:lnTo>
                  <a:lnTo>
                    <a:pt x="14416" y="8840"/>
                  </a:lnTo>
                  <a:lnTo>
                    <a:pt x="14659" y="8840"/>
                  </a:lnTo>
                  <a:lnTo>
                    <a:pt x="14707" y="9095"/>
                  </a:lnTo>
                  <a:lnTo>
                    <a:pt x="14707" y="9853"/>
                  </a:lnTo>
                  <a:lnTo>
                    <a:pt x="14805" y="11874"/>
                  </a:lnTo>
                  <a:lnTo>
                    <a:pt x="14950" y="13896"/>
                  </a:lnTo>
                  <a:lnTo>
                    <a:pt x="15047" y="14654"/>
                  </a:lnTo>
                  <a:lnTo>
                    <a:pt x="15145" y="15535"/>
                  </a:lnTo>
                  <a:lnTo>
                    <a:pt x="15291" y="16293"/>
                  </a:lnTo>
                  <a:lnTo>
                    <a:pt x="15387" y="16548"/>
                  </a:lnTo>
                  <a:lnTo>
                    <a:pt x="15533" y="16675"/>
                  </a:lnTo>
                  <a:lnTo>
                    <a:pt x="15678" y="16675"/>
                  </a:lnTo>
                  <a:lnTo>
                    <a:pt x="15775" y="16548"/>
                  </a:lnTo>
                  <a:lnTo>
                    <a:pt x="15873" y="16420"/>
                  </a:lnTo>
                  <a:lnTo>
                    <a:pt x="15920" y="16169"/>
                  </a:lnTo>
                  <a:lnTo>
                    <a:pt x="15969" y="15790"/>
                  </a:lnTo>
                  <a:lnTo>
                    <a:pt x="15873" y="15411"/>
                  </a:lnTo>
                  <a:lnTo>
                    <a:pt x="15775" y="15157"/>
                  </a:lnTo>
                  <a:lnTo>
                    <a:pt x="15727" y="14654"/>
                  </a:lnTo>
                  <a:lnTo>
                    <a:pt x="15629" y="14020"/>
                  </a:lnTo>
                  <a:lnTo>
                    <a:pt x="15582" y="13011"/>
                  </a:lnTo>
                  <a:lnTo>
                    <a:pt x="15436" y="11496"/>
                  </a:lnTo>
                  <a:lnTo>
                    <a:pt x="15387" y="9853"/>
                  </a:lnTo>
                  <a:lnTo>
                    <a:pt x="15387" y="8716"/>
                  </a:lnTo>
                  <a:lnTo>
                    <a:pt x="15338" y="8210"/>
                  </a:lnTo>
                  <a:lnTo>
                    <a:pt x="15193" y="7831"/>
                  </a:lnTo>
                  <a:lnTo>
                    <a:pt x="14950" y="7325"/>
                  </a:lnTo>
                  <a:lnTo>
                    <a:pt x="14805" y="7198"/>
                  </a:lnTo>
                  <a:lnTo>
                    <a:pt x="14659" y="7074"/>
                  </a:lnTo>
                  <a:close/>
                  <a:moveTo>
                    <a:pt x="3591" y="3916"/>
                  </a:moveTo>
                  <a:lnTo>
                    <a:pt x="3398" y="4040"/>
                  </a:lnTo>
                  <a:lnTo>
                    <a:pt x="3204" y="4418"/>
                  </a:lnTo>
                  <a:lnTo>
                    <a:pt x="3155" y="4673"/>
                  </a:lnTo>
                  <a:lnTo>
                    <a:pt x="2864" y="4418"/>
                  </a:lnTo>
                  <a:lnTo>
                    <a:pt x="2330" y="4418"/>
                  </a:lnTo>
                  <a:lnTo>
                    <a:pt x="2039" y="4673"/>
                  </a:lnTo>
                  <a:lnTo>
                    <a:pt x="1019" y="5176"/>
                  </a:lnTo>
                  <a:lnTo>
                    <a:pt x="486" y="5682"/>
                  </a:lnTo>
                  <a:lnTo>
                    <a:pt x="242" y="5937"/>
                  </a:lnTo>
                  <a:lnTo>
                    <a:pt x="49" y="6316"/>
                  </a:lnTo>
                  <a:lnTo>
                    <a:pt x="0" y="6567"/>
                  </a:lnTo>
                  <a:lnTo>
                    <a:pt x="0" y="6819"/>
                  </a:lnTo>
                  <a:lnTo>
                    <a:pt x="49" y="6946"/>
                  </a:lnTo>
                  <a:lnTo>
                    <a:pt x="146" y="7074"/>
                  </a:lnTo>
                  <a:lnTo>
                    <a:pt x="97" y="8083"/>
                  </a:lnTo>
                  <a:lnTo>
                    <a:pt x="97" y="12756"/>
                  </a:lnTo>
                  <a:lnTo>
                    <a:pt x="146" y="16675"/>
                  </a:lnTo>
                  <a:lnTo>
                    <a:pt x="195" y="20591"/>
                  </a:lnTo>
                  <a:lnTo>
                    <a:pt x="242" y="20970"/>
                  </a:lnTo>
                  <a:lnTo>
                    <a:pt x="388" y="21349"/>
                  </a:lnTo>
                  <a:lnTo>
                    <a:pt x="533" y="21473"/>
                  </a:lnTo>
                  <a:lnTo>
                    <a:pt x="679" y="21349"/>
                  </a:lnTo>
                  <a:lnTo>
                    <a:pt x="824" y="21473"/>
                  </a:lnTo>
                  <a:lnTo>
                    <a:pt x="1117" y="21600"/>
                  </a:lnTo>
                  <a:lnTo>
                    <a:pt x="1359" y="21473"/>
                  </a:lnTo>
                  <a:lnTo>
                    <a:pt x="1845" y="21221"/>
                  </a:lnTo>
                  <a:lnTo>
                    <a:pt x="3155" y="20591"/>
                  </a:lnTo>
                  <a:lnTo>
                    <a:pt x="3446" y="20464"/>
                  </a:lnTo>
                  <a:lnTo>
                    <a:pt x="3640" y="20336"/>
                  </a:lnTo>
                  <a:lnTo>
                    <a:pt x="3835" y="20085"/>
                  </a:lnTo>
                  <a:lnTo>
                    <a:pt x="3931" y="19578"/>
                  </a:lnTo>
                  <a:lnTo>
                    <a:pt x="3931" y="19200"/>
                  </a:lnTo>
                  <a:lnTo>
                    <a:pt x="3883" y="18948"/>
                  </a:lnTo>
                  <a:lnTo>
                    <a:pt x="3737" y="18693"/>
                  </a:lnTo>
                  <a:lnTo>
                    <a:pt x="3544" y="18569"/>
                  </a:lnTo>
                  <a:lnTo>
                    <a:pt x="3349" y="18569"/>
                  </a:lnTo>
                  <a:lnTo>
                    <a:pt x="3155" y="18693"/>
                  </a:lnTo>
                  <a:lnTo>
                    <a:pt x="2718" y="18948"/>
                  </a:lnTo>
                  <a:lnTo>
                    <a:pt x="2330" y="19200"/>
                  </a:lnTo>
                  <a:lnTo>
                    <a:pt x="1359" y="19706"/>
                  </a:lnTo>
                  <a:lnTo>
                    <a:pt x="922" y="19957"/>
                  </a:lnTo>
                  <a:lnTo>
                    <a:pt x="873" y="17054"/>
                  </a:lnTo>
                  <a:lnTo>
                    <a:pt x="824" y="14147"/>
                  </a:lnTo>
                  <a:lnTo>
                    <a:pt x="1117" y="14147"/>
                  </a:lnTo>
                  <a:lnTo>
                    <a:pt x="1359" y="14020"/>
                  </a:lnTo>
                  <a:lnTo>
                    <a:pt x="1892" y="13641"/>
                  </a:lnTo>
                  <a:lnTo>
                    <a:pt x="3253" y="12884"/>
                  </a:lnTo>
                  <a:lnTo>
                    <a:pt x="3300" y="13011"/>
                  </a:lnTo>
                  <a:lnTo>
                    <a:pt x="3446" y="13011"/>
                  </a:lnTo>
                  <a:lnTo>
                    <a:pt x="3544" y="12884"/>
                  </a:lnTo>
                  <a:lnTo>
                    <a:pt x="3640" y="12756"/>
                  </a:lnTo>
                  <a:lnTo>
                    <a:pt x="3689" y="12632"/>
                  </a:lnTo>
                  <a:lnTo>
                    <a:pt x="3786" y="12253"/>
                  </a:lnTo>
                  <a:lnTo>
                    <a:pt x="3835" y="11998"/>
                  </a:lnTo>
                  <a:lnTo>
                    <a:pt x="3835" y="11747"/>
                  </a:lnTo>
                  <a:lnTo>
                    <a:pt x="3786" y="11496"/>
                  </a:lnTo>
                  <a:lnTo>
                    <a:pt x="3737" y="11241"/>
                  </a:lnTo>
                  <a:lnTo>
                    <a:pt x="3591" y="10862"/>
                  </a:lnTo>
                  <a:lnTo>
                    <a:pt x="3349" y="10862"/>
                  </a:lnTo>
                  <a:lnTo>
                    <a:pt x="1892" y="11874"/>
                  </a:lnTo>
                  <a:lnTo>
                    <a:pt x="1359" y="12126"/>
                  </a:lnTo>
                  <a:lnTo>
                    <a:pt x="1068" y="12377"/>
                  </a:lnTo>
                  <a:lnTo>
                    <a:pt x="824" y="12505"/>
                  </a:lnTo>
                  <a:lnTo>
                    <a:pt x="777" y="9598"/>
                  </a:lnTo>
                  <a:lnTo>
                    <a:pt x="777" y="8462"/>
                  </a:lnTo>
                  <a:lnTo>
                    <a:pt x="728" y="7198"/>
                  </a:lnTo>
                  <a:lnTo>
                    <a:pt x="1408" y="6819"/>
                  </a:lnTo>
                  <a:lnTo>
                    <a:pt x="2136" y="6316"/>
                  </a:lnTo>
                  <a:lnTo>
                    <a:pt x="2378" y="6189"/>
                  </a:lnTo>
                  <a:lnTo>
                    <a:pt x="2718" y="6189"/>
                  </a:lnTo>
                  <a:lnTo>
                    <a:pt x="2864" y="6440"/>
                  </a:lnTo>
                  <a:lnTo>
                    <a:pt x="2960" y="6567"/>
                  </a:lnTo>
                  <a:lnTo>
                    <a:pt x="3058" y="6695"/>
                  </a:lnTo>
                  <a:lnTo>
                    <a:pt x="3204" y="6695"/>
                  </a:lnTo>
                  <a:lnTo>
                    <a:pt x="3300" y="6567"/>
                  </a:lnTo>
                  <a:lnTo>
                    <a:pt x="3980" y="5682"/>
                  </a:lnTo>
                  <a:lnTo>
                    <a:pt x="4077" y="5558"/>
                  </a:lnTo>
                  <a:lnTo>
                    <a:pt x="4126" y="5431"/>
                  </a:lnTo>
                  <a:lnTo>
                    <a:pt x="4175" y="4925"/>
                  </a:lnTo>
                  <a:lnTo>
                    <a:pt x="4126" y="4418"/>
                  </a:lnTo>
                  <a:lnTo>
                    <a:pt x="4077" y="4295"/>
                  </a:lnTo>
                  <a:lnTo>
                    <a:pt x="3980" y="4040"/>
                  </a:lnTo>
                  <a:lnTo>
                    <a:pt x="3786" y="3916"/>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A4C2F4"/>
                  </a:solidFill>
                </a:defRPr>
              </a:pPr>
            </a:p>
          </p:txBody>
        </p:sp>
        <p:sp>
          <p:nvSpPr>
            <p:cNvPr id="779" name="Google Shape;306;p5"/>
            <p:cNvSpPr/>
            <p:nvPr/>
          </p:nvSpPr>
          <p:spPr>
            <a:xfrm>
              <a:off x="413610" y="4847857"/>
              <a:ext cx="687686" cy="4827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676" y="651"/>
                  </a:moveTo>
                  <a:lnTo>
                    <a:pt x="5867" y="706"/>
                  </a:lnTo>
                  <a:lnTo>
                    <a:pt x="5791" y="706"/>
                  </a:lnTo>
                  <a:lnTo>
                    <a:pt x="5676" y="651"/>
                  </a:lnTo>
                  <a:close/>
                  <a:moveTo>
                    <a:pt x="5029" y="706"/>
                  </a:moveTo>
                  <a:lnTo>
                    <a:pt x="4990" y="759"/>
                  </a:lnTo>
                  <a:lnTo>
                    <a:pt x="4762" y="814"/>
                  </a:lnTo>
                  <a:lnTo>
                    <a:pt x="5029" y="706"/>
                  </a:lnTo>
                  <a:close/>
                  <a:moveTo>
                    <a:pt x="5371" y="1194"/>
                  </a:moveTo>
                  <a:lnTo>
                    <a:pt x="5410" y="1247"/>
                  </a:lnTo>
                  <a:lnTo>
                    <a:pt x="5447" y="1357"/>
                  </a:lnTo>
                  <a:lnTo>
                    <a:pt x="5561" y="1465"/>
                  </a:lnTo>
                  <a:lnTo>
                    <a:pt x="5714" y="1520"/>
                  </a:lnTo>
                  <a:lnTo>
                    <a:pt x="5981" y="1520"/>
                  </a:lnTo>
                  <a:lnTo>
                    <a:pt x="6095" y="1465"/>
                  </a:lnTo>
                  <a:lnTo>
                    <a:pt x="6210" y="1465"/>
                  </a:lnTo>
                  <a:lnTo>
                    <a:pt x="6248" y="1520"/>
                  </a:lnTo>
                  <a:lnTo>
                    <a:pt x="6285" y="1628"/>
                  </a:lnTo>
                  <a:lnTo>
                    <a:pt x="6400" y="2116"/>
                  </a:lnTo>
                  <a:lnTo>
                    <a:pt x="6400" y="2551"/>
                  </a:lnTo>
                  <a:lnTo>
                    <a:pt x="6362" y="3039"/>
                  </a:lnTo>
                  <a:lnTo>
                    <a:pt x="6285" y="3473"/>
                  </a:lnTo>
                  <a:lnTo>
                    <a:pt x="6210" y="3745"/>
                  </a:lnTo>
                  <a:lnTo>
                    <a:pt x="6134" y="4016"/>
                  </a:lnTo>
                  <a:lnTo>
                    <a:pt x="5867" y="4450"/>
                  </a:lnTo>
                  <a:lnTo>
                    <a:pt x="5600" y="4776"/>
                  </a:lnTo>
                  <a:lnTo>
                    <a:pt x="5257" y="5047"/>
                  </a:lnTo>
                  <a:lnTo>
                    <a:pt x="5257" y="4884"/>
                  </a:lnTo>
                  <a:lnTo>
                    <a:pt x="5219" y="4829"/>
                  </a:lnTo>
                  <a:lnTo>
                    <a:pt x="5143" y="4776"/>
                  </a:lnTo>
                  <a:lnTo>
                    <a:pt x="5067" y="4776"/>
                  </a:lnTo>
                  <a:lnTo>
                    <a:pt x="5257" y="4125"/>
                  </a:lnTo>
                  <a:lnTo>
                    <a:pt x="5257" y="4016"/>
                  </a:lnTo>
                  <a:lnTo>
                    <a:pt x="5181" y="3962"/>
                  </a:lnTo>
                  <a:lnTo>
                    <a:pt x="5143" y="3962"/>
                  </a:lnTo>
                  <a:lnTo>
                    <a:pt x="5067" y="4016"/>
                  </a:lnTo>
                  <a:lnTo>
                    <a:pt x="4723" y="4776"/>
                  </a:lnTo>
                  <a:lnTo>
                    <a:pt x="4495" y="5264"/>
                  </a:lnTo>
                  <a:lnTo>
                    <a:pt x="4266" y="5210"/>
                  </a:lnTo>
                  <a:lnTo>
                    <a:pt x="4001" y="5156"/>
                  </a:lnTo>
                  <a:lnTo>
                    <a:pt x="3848" y="5102"/>
                  </a:lnTo>
                  <a:lnTo>
                    <a:pt x="4152" y="4721"/>
                  </a:lnTo>
                  <a:lnTo>
                    <a:pt x="4762" y="3908"/>
                  </a:lnTo>
                  <a:lnTo>
                    <a:pt x="4762" y="3690"/>
                  </a:lnTo>
                  <a:lnTo>
                    <a:pt x="4686" y="3635"/>
                  </a:lnTo>
                  <a:lnTo>
                    <a:pt x="4609" y="3635"/>
                  </a:lnTo>
                  <a:lnTo>
                    <a:pt x="3619" y="4613"/>
                  </a:lnTo>
                  <a:lnTo>
                    <a:pt x="3428" y="4829"/>
                  </a:lnTo>
                  <a:lnTo>
                    <a:pt x="3352" y="4721"/>
                  </a:lnTo>
                  <a:lnTo>
                    <a:pt x="3391" y="4559"/>
                  </a:lnTo>
                  <a:lnTo>
                    <a:pt x="3428" y="4450"/>
                  </a:lnTo>
                  <a:lnTo>
                    <a:pt x="3391" y="4341"/>
                  </a:lnTo>
                  <a:lnTo>
                    <a:pt x="3352" y="4288"/>
                  </a:lnTo>
                  <a:lnTo>
                    <a:pt x="3467" y="4341"/>
                  </a:lnTo>
                  <a:lnTo>
                    <a:pt x="3809" y="4070"/>
                  </a:lnTo>
                  <a:lnTo>
                    <a:pt x="4914" y="3039"/>
                  </a:lnTo>
                  <a:lnTo>
                    <a:pt x="4953" y="2931"/>
                  </a:lnTo>
                  <a:lnTo>
                    <a:pt x="4953" y="2876"/>
                  </a:lnTo>
                  <a:lnTo>
                    <a:pt x="4914" y="2768"/>
                  </a:lnTo>
                  <a:lnTo>
                    <a:pt x="4839" y="2768"/>
                  </a:lnTo>
                  <a:lnTo>
                    <a:pt x="4495" y="2931"/>
                  </a:lnTo>
                  <a:lnTo>
                    <a:pt x="3962" y="3256"/>
                  </a:lnTo>
                  <a:lnTo>
                    <a:pt x="3428" y="3635"/>
                  </a:lnTo>
                  <a:lnTo>
                    <a:pt x="3200" y="3908"/>
                  </a:lnTo>
                  <a:lnTo>
                    <a:pt x="3047" y="4125"/>
                  </a:lnTo>
                  <a:lnTo>
                    <a:pt x="3010" y="3853"/>
                  </a:lnTo>
                  <a:lnTo>
                    <a:pt x="3010" y="3635"/>
                  </a:lnTo>
                  <a:lnTo>
                    <a:pt x="3200" y="3527"/>
                  </a:lnTo>
                  <a:lnTo>
                    <a:pt x="3391" y="3310"/>
                  </a:lnTo>
                  <a:lnTo>
                    <a:pt x="3771" y="2984"/>
                  </a:lnTo>
                  <a:lnTo>
                    <a:pt x="4266" y="2551"/>
                  </a:lnTo>
                  <a:lnTo>
                    <a:pt x="4762" y="2225"/>
                  </a:lnTo>
                  <a:lnTo>
                    <a:pt x="4839" y="2116"/>
                  </a:lnTo>
                  <a:lnTo>
                    <a:pt x="4839" y="2008"/>
                  </a:lnTo>
                  <a:lnTo>
                    <a:pt x="4762" y="1953"/>
                  </a:lnTo>
                  <a:lnTo>
                    <a:pt x="4686" y="1900"/>
                  </a:lnTo>
                  <a:lnTo>
                    <a:pt x="4419" y="2008"/>
                  </a:lnTo>
                  <a:lnTo>
                    <a:pt x="4115" y="2116"/>
                  </a:lnTo>
                  <a:lnTo>
                    <a:pt x="3848" y="2225"/>
                  </a:lnTo>
                  <a:lnTo>
                    <a:pt x="3581" y="2441"/>
                  </a:lnTo>
                  <a:lnTo>
                    <a:pt x="3277" y="2659"/>
                  </a:lnTo>
                  <a:lnTo>
                    <a:pt x="3428" y="2333"/>
                  </a:lnTo>
                  <a:lnTo>
                    <a:pt x="3619" y="2008"/>
                  </a:lnTo>
                  <a:lnTo>
                    <a:pt x="3924" y="1790"/>
                  </a:lnTo>
                  <a:lnTo>
                    <a:pt x="4266" y="1574"/>
                  </a:lnTo>
                  <a:lnTo>
                    <a:pt x="4914" y="1247"/>
                  </a:lnTo>
                  <a:lnTo>
                    <a:pt x="4953" y="1357"/>
                  </a:lnTo>
                  <a:lnTo>
                    <a:pt x="5029" y="1465"/>
                  </a:lnTo>
                  <a:lnTo>
                    <a:pt x="5105" y="1465"/>
                  </a:lnTo>
                  <a:lnTo>
                    <a:pt x="5181" y="1520"/>
                  </a:lnTo>
                  <a:lnTo>
                    <a:pt x="5257" y="1465"/>
                  </a:lnTo>
                  <a:lnTo>
                    <a:pt x="5296" y="1411"/>
                  </a:lnTo>
                  <a:lnTo>
                    <a:pt x="5371" y="1302"/>
                  </a:lnTo>
                  <a:lnTo>
                    <a:pt x="5371" y="1194"/>
                  </a:lnTo>
                  <a:close/>
                  <a:moveTo>
                    <a:pt x="10019" y="4884"/>
                  </a:moveTo>
                  <a:lnTo>
                    <a:pt x="10286" y="4992"/>
                  </a:lnTo>
                  <a:lnTo>
                    <a:pt x="10286" y="5047"/>
                  </a:lnTo>
                  <a:lnTo>
                    <a:pt x="10514" y="5372"/>
                  </a:lnTo>
                  <a:lnTo>
                    <a:pt x="10704" y="5753"/>
                  </a:lnTo>
                  <a:lnTo>
                    <a:pt x="10553" y="5970"/>
                  </a:lnTo>
                  <a:lnTo>
                    <a:pt x="10362" y="6186"/>
                  </a:lnTo>
                  <a:lnTo>
                    <a:pt x="10172" y="6350"/>
                  </a:lnTo>
                  <a:lnTo>
                    <a:pt x="9982" y="6404"/>
                  </a:lnTo>
                  <a:lnTo>
                    <a:pt x="9866" y="6350"/>
                  </a:lnTo>
                  <a:lnTo>
                    <a:pt x="9791" y="6295"/>
                  </a:lnTo>
                  <a:lnTo>
                    <a:pt x="9866" y="6133"/>
                  </a:lnTo>
                  <a:lnTo>
                    <a:pt x="9866" y="6023"/>
                  </a:lnTo>
                  <a:lnTo>
                    <a:pt x="9829" y="5915"/>
                  </a:lnTo>
                  <a:lnTo>
                    <a:pt x="9752" y="5807"/>
                  </a:lnTo>
                  <a:lnTo>
                    <a:pt x="9600" y="5807"/>
                  </a:lnTo>
                  <a:lnTo>
                    <a:pt x="9829" y="5644"/>
                  </a:lnTo>
                  <a:lnTo>
                    <a:pt x="9866" y="5590"/>
                  </a:lnTo>
                  <a:lnTo>
                    <a:pt x="9905" y="5535"/>
                  </a:lnTo>
                  <a:lnTo>
                    <a:pt x="9905" y="5372"/>
                  </a:lnTo>
                  <a:lnTo>
                    <a:pt x="9829" y="5264"/>
                  </a:lnTo>
                  <a:lnTo>
                    <a:pt x="9752" y="5210"/>
                  </a:lnTo>
                  <a:lnTo>
                    <a:pt x="9715" y="5210"/>
                  </a:lnTo>
                  <a:lnTo>
                    <a:pt x="9409" y="5372"/>
                  </a:lnTo>
                  <a:lnTo>
                    <a:pt x="9562" y="4992"/>
                  </a:lnTo>
                  <a:lnTo>
                    <a:pt x="9638" y="5047"/>
                  </a:lnTo>
                  <a:lnTo>
                    <a:pt x="9715" y="5047"/>
                  </a:lnTo>
                  <a:lnTo>
                    <a:pt x="9866" y="4992"/>
                  </a:lnTo>
                  <a:lnTo>
                    <a:pt x="10019" y="4884"/>
                  </a:lnTo>
                  <a:close/>
                  <a:moveTo>
                    <a:pt x="1562" y="6404"/>
                  </a:moveTo>
                  <a:lnTo>
                    <a:pt x="1676" y="6458"/>
                  </a:lnTo>
                  <a:lnTo>
                    <a:pt x="1790" y="6566"/>
                  </a:lnTo>
                  <a:lnTo>
                    <a:pt x="1943" y="6784"/>
                  </a:lnTo>
                  <a:lnTo>
                    <a:pt x="1981" y="7055"/>
                  </a:lnTo>
                  <a:lnTo>
                    <a:pt x="2019" y="7272"/>
                  </a:lnTo>
                  <a:lnTo>
                    <a:pt x="1981" y="7544"/>
                  </a:lnTo>
                  <a:lnTo>
                    <a:pt x="1943" y="7760"/>
                  </a:lnTo>
                  <a:lnTo>
                    <a:pt x="1829" y="7978"/>
                  </a:lnTo>
                  <a:lnTo>
                    <a:pt x="1676" y="8141"/>
                  </a:lnTo>
                  <a:lnTo>
                    <a:pt x="1524" y="8249"/>
                  </a:lnTo>
                  <a:lnTo>
                    <a:pt x="1486" y="8032"/>
                  </a:lnTo>
                  <a:lnTo>
                    <a:pt x="1486" y="7707"/>
                  </a:lnTo>
                  <a:lnTo>
                    <a:pt x="1448" y="7598"/>
                  </a:lnTo>
                  <a:lnTo>
                    <a:pt x="1448" y="7489"/>
                  </a:lnTo>
                  <a:lnTo>
                    <a:pt x="1371" y="7380"/>
                  </a:lnTo>
                  <a:lnTo>
                    <a:pt x="1334" y="7327"/>
                  </a:lnTo>
                  <a:lnTo>
                    <a:pt x="1219" y="7380"/>
                  </a:lnTo>
                  <a:lnTo>
                    <a:pt x="1067" y="7489"/>
                  </a:lnTo>
                  <a:lnTo>
                    <a:pt x="1181" y="7380"/>
                  </a:lnTo>
                  <a:lnTo>
                    <a:pt x="1371" y="7217"/>
                  </a:lnTo>
                  <a:lnTo>
                    <a:pt x="1524" y="7055"/>
                  </a:lnTo>
                  <a:lnTo>
                    <a:pt x="1600" y="6947"/>
                  </a:lnTo>
                  <a:lnTo>
                    <a:pt x="1562" y="6838"/>
                  </a:lnTo>
                  <a:lnTo>
                    <a:pt x="1524" y="6729"/>
                  </a:lnTo>
                  <a:lnTo>
                    <a:pt x="1448" y="6676"/>
                  </a:lnTo>
                  <a:lnTo>
                    <a:pt x="1486" y="6621"/>
                  </a:lnTo>
                  <a:lnTo>
                    <a:pt x="1524" y="6566"/>
                  </a:lnTo>
                  <a:lnTo>
                    <a:pt x="1524" y="6513"/>
                  </a:lnTo>
                  <a:lnTo>
                    <a:pt x="1486" y="6404"/>
                  </a:lnTo>
                  <a:close/>
                  <a:moveTo>
                    <a:pt x="1181" y="8249"/>
                  </a:moveTo>
                  <a:lnTo>
                    <a:pt x="1181" y="8358"/>
                  </a:lnTo>
                  <a:lnTo>
                    <a:pt x="1067" y="8303"/>
                  </a:lnTo>
                  <a:lnTo>
                    <a:pt x="1181" y="8249"/>
                  </a:lnTo>
                  <a:close/>
                  <a:moveTo>
                    <a:pt x="8190" y="8738"/>
                  </a:moveTo>
                  <a:lnTo>
                    <a:pt x="8534" y="8846"/>
                  </a:lnTo>
                  <a:lnTo>
                    <a:pt x="8610" y="9009"/>
                  </a:lnTo>
                  <a:lnTo>
                    <a:pt x="8724" y="9117"/>
                  </a:lnTo>
                  <a:lnTo>
                    <a:pt x="8838" y="9280"/>
                  </a:lnTo>
                  <a:lnTo>
                    <a:pt x="8952" y="9443"/>
                  </a:lnTo>
                  <a:lnTo>
                    <a:pt x="9028" y="9660"/>
                  </a:lnTo>
                  <a:lnTo>
                    <a:pt x="9105" y="9877"/>
                  </a:lnTo>
                  <a:lnTo>
                    <a:pt x="9143" y="10258"/>
                  </a:lnTo>
                  <a:lnTo>
                    <a:pt x="9105" y="10583"/>
                  </a:lnTo>
                  <a:lnTo>
                    <a:pt x="8991" y="10909"/>
                  </a:lnTo>
                  <a:lnTo>
                    <a:pt x="8877" y="11180"/>
                  </a:lnTo>
                  <a:lnTo>
                    <a:pt x="8762" y="11397"/>
                  </a:lnTo>
                  <a:lnTo>
                    <a:pt x="8610" y="11560"/>
                  </a:lnTo>
                  <a:lnTo>
                    <a:pt x="8457" y="11668"/>
                  </a:lnTo>
                  <a:lnTo>
                    <a:pt x="8305" y="11777"/>
                  </a:lnTo>
                  <a:lnTo>
                    <a:pt x="8381" y="11234"/>
                  </a:lnTo>
                  <a:lnTo>
                    <a:pt x="8381" y="11125"/>
                  </a:lnTo>
                  <a:lnTo>
                    <a:pt x="8343" y="11071"/>
                  </a:lnTo>
                  <a:lnTo>
                    <a:pt x="8267" y="11071"/>
                  </a:lnTo>
                  <a:lnTo>
                    <a:pt x="8229" y="11125"/>
                  </a:lnTo>
                  <a:lnTo>
                    <a:pt x="8038" y="11452"/>
                  </a:lnTo>
                  <a:lnTo>
                    <a:pt x="7847" y="11831"/>
                  </a:lnTo>
                  <a:lnTo>
                    <a:pt x="7543" y="11723"/>
                  </a:lnTo>
                  <a:lnTo>
                    <a:pt x="7772" y="11234"/>
                  </a:lnTo>
                  <a:lnTo>
                    <a:pt x="8038" y="10854"/>
                  </a:lnTo>
                  <a:lnTo>
                    <a:pt x="8038" y="10691"/>
                  </a:lnTo>
                  <a:lnTo>
                    <a:pt x="7924" y="10691"/>
                  </a:lnTo>
                  <a:lnTo>
                    <a:pt x="7733" y="10854"/>
                  </a:lnTo>
                  <a:lnTo>
                    <a:pt x="7543" y="11017"/>
                  </a:lnTo>
                  <a:lnTo>
                    <a:pt x="7352" y="11234"/>
                  </a:lnTo>
                  <a:lnTo>
                    <a:pt x="7200" y="11505"/>
                  </a:lnTo>
                  <a:lnTo>
                    <a:pt x="7123" y="11397"/>
                  </a:lnTo>
                  <a:lnTo>
                    <a:pt x="6972" y="11180"/>
                  </a:lnTo>
                  <a:lnTo>
                    <a:pt x="7505" y="10746"/>
                  </a:lnTo>
                  <a:lnTo>
                    <a:pt x="8038" y="10258"/>
                  </a:lnTo>
                  <a:lnTo>
                    <a:pt x="8038" y="10203"/>
                  </a:lnTo>
                  <a:lnTo>
                    <a:pt x="8000" y="10148"/>
                  </a:lnTo>
                  <a:lnTo>
                    <a:pt x="7696" y="10148"/>
                  </a:lnTo>
                  <a:lnTo>
                    <a:pt x="7352" y="10258"/>
                  </a:lnTo>
                  <a:lnTo>
                    <a:pt x="7048" y="10420"/>
                  </a:lnTo>
                  <a:lnTo>
                    <a:pt x="6781" y="10691"/>
                  </a:lnTo>
                  <a:lnTo>
                    <a:pt x="6743" y="10366"/>
                  </a:lnTo>
                  <a:lnTo>
                    <a:pt x="6743" y="9986"/>
                  </a:lnTo>
                  <a:lnTo>
                    <a:pt x="6858" y="9931"/>
                  </a:lnTo>
                  <a:lnTo>
                    <a:pt x="7238" y="9768"/>
                  </a:lnTo>
                  <a:lnTo>
                    <a:pt x="7390" y="9660"/>
                  </a:lnTo>
                  <a:lnTo>
                    <a:pt x="7581" y="9497"/>
                  </a:lnTo>
                  <a:lnTo>
                    <a:pt x="7619" y="9389"/>
                  </a:lnTo>
                  <a:lnTo>
                    <a:pt x="7619" y="9335"/>
                  </a:lnTo>
                  <a:lnTo>
                    <a:pt x="7581" y="9335"/>
                  </a:lnTo>
                  <a:lnTo>
                    <a:pt x="7276" y="9280"/>
                  </a:lnTo>
                  <a:lnTo>
                    <a:pt x="7009" y="9335"/>
                  </a:lnTo>
                  <a:lnTo>
                    <a:pt x="7123" y="9172"/>
                  </a:lnTo>
                  <a:lnTo>
                    <a:pt x="7238" y="9009"/>
                  </a:lnTo>
                  <a:lnTo>
                    <a:pt x="7390" y="8901"/>
                  </a:lnTo>
                  <a:lnTo>
                    <a:pt x="7543" y="8792"/>
                  </a:lnTo>
                  <a:lnTo>
                    <a:pt x="7847" y="8738"/>
                  </a:lnTo>
                  <a:close/>
                  <a:moveTo>
                    <a:pt x="5143" y="0"/>
                  </a:moveTo>
                  <a:lnTo>
                    <a:pt x="4914" y="53"/>
                  </a:lnTo>
                  <a:lnTo>
                    <a:pt x="4648" y="163"/>
                  </a:lnTo>
                  <a:lnTo>
                    <a:pt x="4419" y="271"/>
                  </a:lnTo>
                  <a:lnTo>
                    <a:pt x="4191" y="434"/>
                  </a:lnTo>
                  <a:lnTo>
                    <a:pt x="3771" y="814"/>
                  </a:lnTo>
                  <a:lnTo>
                    <a:pt x="3428" y="1302"/>
                  </a:lnTo>
                  <a:lnTo>
                    <a:pt x="3086" y="1845"/>
                  </a:lnTo>
                  <a:lnTo>
                    <a:pt x="2781" y="2441"/>
                  </a:lnTo>
                  <a:lnTo>
                    <a:pt x="2667" y="2768"/>
                  </a:lnTo>
                  <a:lnTo>
                    <a:pt x="2590" y="3094"/>
                  </a:lnTo>
                  <a:lnTo>
                    <a:pt x="2514" y="3473"/>
                  </a:lnTo>
                  <a:lnTo>
                    <a:pt x="2476" y="3798"/>
                  </a:lnTo>
                  <a:lnTo>
                    <a:pt x="2514" y="4125"/>
                  </a:lnTo>
                  <a:lnTo>
                    <a:pt x="2553" y="4341"/>
                  </a:lnTo>
                  <a:lnTo>
                    <a:pt x="2629" y="4613"/>
                  </a:lnTo>
                  <a:lnTo>
                    <a:pt x="2704" y="4829"/>
                  </a:lnTo>
                  <a:lnTo>
                    <a:pt x="2590" y="4939"/>
                  </a:lnTo>
                  <a:lnTo>
                    <a:pt x="2095" y="5264"/>
                  </a:lnTo>
                  <a:lnTo>
                    <a:pt x="1866" y="5482"/>
                  </a:lnTo>
                  <a:lnTo>
                    <a:pt x="1752" y="5590"/>
                  </a:lnTo>
                  <a:lnTo>
                    <a:pt x="1638" y="5698"/>
                  </a:lnTo>
                  <a:lnTo>
                    <a:pt x="1105" y="5698"/>
                  </a:lnTo>
                  <a:lnTo>
                    <a:pt x="914" y="5807"/>
                  </a:lnTo>
                  <a:lnTo>
                    <a:pt x="762" y="5915"/>
                  </a:lnTo>
                  <a:lnTo>
                    <a:pt x="610" y="6078"/>
                  </a:lnTo>
                  <a:lnTo>
                    <a:pt x="495" y="6295"/>
                  </a:lnTo>
                  <a:lnTo>
                    <a:pt x="381" y="6513"/>
                  </a:lnTo>
                  <a:lnTo>
                    <a:pt x="190" y="6838"/>
                  </a:lnTo>
                  <a:lnTo>
                    <a:pt x="76" y="7217"/>
                  </a:lnTo>
                  <a:lnTo>
                    <a:pt x="38" y="7380"/>
                  </a:lnTo>
                  <a:lnTo>
                    <a:pt x="0" y="7598"/>
                  </a:lnTo>
                  <a:lnTo>
                    <a:pt x="38" y="7815"/>
                  </a:lnTo>
                  <a:lnTo>
                    <a:pt x="76" y="8032"/>
                  </a:lnTo>
                  <a:lnTo>
                    <a:pt x="190" y="8249"/>
                  </a:lnTo>
                  <a:lnTo>
                    <a:pt x="267" y="8466"/>
                  </a:lnTo>
                  <a:lnTo>
                    <a:pt x="419" y="8629"/>
                  </a:lnTo>
                  <a:lnTo>
                    <a:pt x="533" y="8792"/>
                  </a:lnTo>
                  <a:lnTo>
                    <a:pt x="685" y="8901"/>
                  </a:lnTo>
                  <a:lnTo>
                    <a:pt x="877" y="8954"/>
                  </a:lnTo>
                  <a:lnTo>
                    <a:pt x="1219" y="9064"/>
                  </a:lnTo>
                  <a:lnTo>
                    <a:pt x="1409" y="9064"/>
                  </a:lnTo>
                  <a:lnTo>
                    <a:pt x="1562" y="9009"/>
                  </a:lnTo>
                  <a:lnTo>
                    <a:pt x="1752" y="8954"/>
                  </a:lnTo>
                  <a:lnTo>
                    <a:pt x="1905" y="8846"/>
                  </a:lnTo>
                  <a:lnTo>
                    <a:pt x="2133" y="8521"/>
                  </a:lnTo>
                  <a:lnTo>
                    <a:pt x="2362" y="8141"/>
                  </a:lnTo>
                  <a:lnTo>
                    <a:pt x="2476" y="7707"/>
                  </a:lnTo>
                  <a:lnTo>
                    <a:pt x="2514" y="7489"/>
                  </a:lnTo>
                  <a:lnTo>
                    <a:pt x="2514" y="7217"/>
                  </a:lnTo>
                  <a:lnTo>
                    <a:pt x="2476" y="7001"/>
                  </a:lnTo>
                  <a:lnTo>
                    <a:pt x="2439" y="6784"/>
                  </a:lnTo>
                  <a:lnTo>
                    <a:pt x="2362" y="6513"/>
                  </a:lnTo>
                  <a:lnTo>
                    <a:pt x="2286" y="6295"/>
                  </a:lnTo>
                  <a:lnTo>
                    <a:pt x="2172" y="6133"/>
                  </a:lnTo>
                  <a:lnTo>
                    <a:pt x="2133" y="6078"/>
                  </a:lnTo>
                  <a:lnTo>
                    <a:pt x="2247" y="5970"/>
                  </a:lnTo>
                  <a:lnTo>
                    <a:pt x="2590" y="5644"/>
                  </a:lnTo>
                  <a:lnTo>
                    <a:pt x="2781" y="5427"/>
                  </a:lnTo>
                  <a:lnTo>
                    <a:pt x="2971" y="5210"/>
                  </a:lnTo>
                  <a:lnTo>
                    <a:pt x="3238" y="5482"/>
                  </a:lnTo>
                  <a:lnTo>
                    <a:pt x="3277" y="5590"/>
                  </a:lnTo>
                  <a:lnTo>
                    <a:pt x="3352" y="5644"/>
                  </a:lnTo>
                  <a:lnTo>
                    <a:pt x="3467" y="5644"/>
                  </a:lnTo>
                  <a:lnTo>
                    <a:pt x="3848" y="5861"/>
                  </a:lnTo>
                  <a:lnTo>
                    <a:pt x="4266" y="5970"/>
                  </a:lnTo>
                  <a:lnTo>
                    <a:pt x="4686" y="6023"/>
                  </a:lnTo>
                  <a:lnTo>
                    <a:pt x="5067" y="5915"/>
                  </a:lnTo>
                  <a:lnTo>
                    <a:pt x="5447" y="5753"/>
                  </a:lnTo>
                  <a:lnTo>
                    <a:pt x="5486" y="5861"/>
                  </a:lnTo>
                  <a:lnTo>
                    <a:pt x="5524" y="5970"/>
                  </a:lnTo>
                  <a:lnTo>
                    <a:pt x="5753" y="6241"/>
                  </a:lnTo>
                  <a:lnTo>
                    <a:pt x="5943" y="6566"/>
                  </a:lnTo>
                  <a:lnTo>
                    <a:pt x="6210" y="7272"/>
                  </a:lnTo>
                  <a:lnTo>
                    <a:pt x="6438" y="8032"/>
                  </a:lnTo>
                  <a:lnTo>
                    <a:pt x="6591" y="8358"/>
                  </a:lnTo>
                  <a:lnTo>
                    <a:pt x="6781" y="8683"/>
                  </a:lnTo>
                  <a:lnTo>
                    <a:pt x="6591" y="8901"/>
                  </a:lnTo>
                  <a:lnTo>
                    <a:pt x="6476" y="9172"/>
                  </a:lnTo>
                  <a:lnTo>
                    <a:pt x="6362" y="9443"/>
                  </a:lnTo>
                  <a:lnTo>
                    <a:pt x="6285" y="9715"/>
                  </a:lnTo>
                  <a:lnTo>
                    <a:pt x="6020" y="9931"/>
                  </a:lnTo>
                  <a:lnTo>
                    <a:pt x="5943" y="10095"/>
                  </a:lnTo>
                  <a:lnTo>
                    <a:pt x="5943" y="10258"/>
                  </a:lnTo>
                  <a:lnTo>
                    <a:pt x="5981" y="10420"/>
                  </a:lnTo>
                  <a:lnTo>
                    <a:pt x="6057" y="10474"/>
                  </a:lnTo>
                  <a:lnTo>
                    <a:pt x="6248" y="10474"/>
                  </a:lnTo>
                  <a:lnTo>
                    <a:pt x="6285" y="10799"/>
                  </a:lnTo>
                  <a:lnTo>
                    <a:pt x="6362" y="11125"/>
                  </a:lnTo>
                  <a:lnTo>
                    <a:pt x="6362" y="11452"/>
                  </a:lnTo>
                  <a:lnTo>
                    <a:pt x="6438" y="11560"/>
                  </a:lnTo>
                  <a:lnTo>
                    <a:pt x="6552" y="11614"/>
                  </a:lnTo>
                  <a:lnTo>
                    <a:pt x="6591" y="11614"/>
                  </a:lnTo>
                  <a:lnTo>
                    <a:pt x="6743" y="11885"/>
                  </a:lnTo>
                  <a:lnTo>
                    <a:pt x="6895" y="12048"/>
                  </a:lnTo>
                  <a:lnTo>
                    <a:pt x="7048" y="12211"/>
                  </a:lnTo>
                  <a:lnTo>
                    <a:pt x="7123" y="12265"/>
                  </a:lnTo>
                  <a:lnTo>
                    <a:pt x="7200" y="12319"/>
                  </a:lnTo>
                  <a:lnTo>
                    <a:pt x="7467" y="12483"/>
                  </a:lnTo>
                  <a:lnTo>
                    <a:pt x="7733" y="12536"/>
                  </a:lnTo>
                  <a:lnTo>
                    <a:pt x="8038" y="12536"/>
                  </a:lnTo>
                  <a:lnTo>
                    <a:pt x="8305" y="12483"/>
                  </a:lnTo>
                  <a:lnTo>
                    <a:pt x="8571" y="12374"/>
                  </a:lnTo>
                  <a:lnTo>
                    <a:pt x="8838" y="12211"/>
                  </a:lnTo>
                  <a:lnTo>
                    <a:pt x="9067" y="11940"/>
                  </a:lnTo>
                  <a:lnTo>
                    <a:pt x="9258" y="11668"/>
                  </a:lnTo>
                  <a:lnTo>
                    <a:pt x="9448" y="11289"/>
                  </a:lnTo>
                  <a:lnTo>
                    <a:pt x="9600" y="10799"/>
                  </a:lnTo>
                  <a:lnTo>
                    <a:pt x="9638" y="10366"/>
                  </a:lnTo>
                  <a:lnTo>
                    <a:pt x="9676" y="10095"/>
                  </a:lnTo>
                  <a:lnTo>
                    <a:pt x="9638" y="9877"/>
                  </a:lnTo>
                  <a:lnTo>
                    <a:pt x="9562" y="9552"/>
                  </a:lnTo>
                  <a:lnTo>
                    <a:pt x="9486" y="9172"/>
                  </a:lnTo>
                  <a:lnTo>
                    <a:pt x="9295" y="8846"/>
                  </a:lnTo>
                  <a:lnTo>
                    <a:pt x="9219" y="8738"/>
                  </a:lnTo>
                  <a:lnTo>
                    <a:pt x="9105" y="8629"/>
                  </a:lnTo>
                  <a:lnTo>
                    <a:pt x="9143" y="8411"/>
                  </a:lnTo>
                  <a:lnTo>
                    <a:pt x="9372" y="7760"/>
                  </a:lnTo>
                  <a:lnTo>
                    <a:pt x="9562" y="7055"/>
                  </a:lnTo>
                  <a:lnTo>
                    <a:pt x="9791" y="7109"/>
                  </a:lnTo>
                  <a:lnTo>
                    <a:pt x="10019" y="7109"/>
                  </a:lnTo>
                  <a:lnTo>
                    <a:pt x="10210" y="7001"/>
                  </a:lnTo>
                  <a:lnTo>
                    <a:pt x="10439" y="6892"/>
                  </a:lnTo>
                  <a:lnTo>
                    <a:pt x="10629" y="6729"/>
                  </a:lnTo>
                  <a:lnTo>
                    <a:pt x="10820" y="6513"/>
                  </a:lnTo>
                  <a:lnTo>
                    <a:pt x="11124" y="6078"/>
                  </a:lnTo>
                  <a:lnTo>
                    <a:pt x="11200" y="5861"/>
                  </a:lnTo>
                  <a:lnTo>
                    <a:pt x="11200" y="5644"/>
                  </a:lnTo>
                  <a:lnTo>
                    <a:pt x="11048" y="5264"/>
                  </a:lnTo>
                  <a:lnTo>
                    <a:pt x="10896" y="4939"/>
                  </a:lnTo>
                  <a:lnTo>
                    <a:pt x="10743" y="4667"/>
                  </a:lnTo>
                  <a:lnTo>
                    <a:pt x="10514" y="4396"/>
                  </a:lnTo>
                  <a:lnTo>
                    <a:pt x="10286" y="4178"/>
                  </a:lnTo>
                  <a:lnTo>
                    <a:pt x="10172" y="4125"/>
                  </a:lnTo>
                  <a:lnTo>
                    <a:pt x="10057" y="4070"/>
                  </a:lnTo>
                  <a:lnTo>
                    <a:pt x="9866" y="4233"/>
                  </a:lnTo>
                  <a:lnTo>
                    <a:pt x="9752" y="4178"/>
                  </a:lnTo>
                  <a:lnTo>
                    <a:pt x="9676" y="4233"/>
                  </a:lnTo>
                  <a:lnTo>
                    <a:pt x="9372" y="4450"/>
                  </a:lnTo>
                  <a:lnTo>
                    <a:pt x="9105" y="4721"/>
                  </a:lnTo>
                  <a:lnTo>
                    <a:pt x="8991" y="4884"/>
                  </a:lnTo>
                  <a:lnTo>
                    <a:pt x="8877" y="5102"/>
                  </a:lnTo>
                  <a:lnTo>
                    <a:pt x="8800" y="5264"/>
                  </a:lnTo>
                  <a:lnTo>
                    <a:pt x="8762" y="5535"/>
                  </a:lnTo>
                  <a:lnTo>
                    <a:pt x="8762" y="5861"/>
                  </a:lnTo>
                  <a:lnTo>
                    <a:pt x="8800" y="6186"/>
                  </a:lnTo>
                  <a:lnTo>
                    <a:pt x="8952" y="6513"/>
                  </a:lnTo>
                  <a:lnTo>
                    <a:pt x="9105" y="6729"/>
                  </a:lnTo>
                  <a:lnTo>
                    <a:pt x="9219" y="6838"/>
                  </a:lnTo>
                  <a:lnTo>
                    <a:pt x="9028" y="7217"/>
                  </a:lnTo>
                  <a:lnTo>
                    <a:pt x="8877" y="7598"/>
                  </a:lnTo>
                  <a:lnTo>
                    <a:pt x="8610" y="8303"/>
                  </a:lnTo>
                  <a:lnTo>
                    <a:pt x="8457" y="8195"/>
                  </a:lnTo>
                  <a:lnTo>
                    <a:pt x="8267" y="8141"/>
                  </a:lnTo>
                  <a:lnTo>
                    <a:pt x="8076" y="8086"/>
                  </a:lnTo>
                  <a:lnTo>
                    <a:pt x="7696" y="8086"/>
                  </a:lnTo>
                  <a:lnTo>
                    <a:pt x="7505" y="8141"/>
                  </a:lnTo>
                  <a:lnTo>
                    <a:pt x="7315" y="8195"/>
                  </a:lnTo>
                  <a:lnTo>
                    <a:pt x="7123" y="8358"/>
                  </a:lnTo>
                  <a:lnTo>
                    <a:pt x="7009" y="7870"/>
                  </a:lnTo>
                  <a:lnTo>
                    <a:pt x="6858" y="7435"/>
                  </a:lnTo>
                  <a:lnTo>
                    <a:pt x="6514" y="6621"/>
                  </a:lnTo>
                  <a:lnTo>
                    <a:pt x="6400" y="6295"/>
                  </a:lnTo>
                  <a:lnTo>
                    <a:pt x="6285" y="6023"/>
                  </a:lnTo>
                  <a:lnTo>
                    <a:pt x="6095" y="5753"/>
                  </a:lnTo>
                  <a:lnTo>
                    <a:pt x="5905" y="5590"/>
                  </a:lnTo>
                  <a:lnTo>
                    <a:pt x="5943" y="5482"/>
                  </a:lnTo>
                  <a:lnTo>
                    <a:pt x="5943" y="5372"/>
                  </a:lnTo>
                  <a:lnTo>
                    <a:pt x="6134" y="5156"/>
                  </a:lnTo>
                  <a:lnTo>
                    <a:pt x="6285" y="4939"/>
                  </a:lnTo>
                  <a:lnTo>
                    <a:pt x="6438" y="4667"/>
                  </a:lnTo>
                  <a:lnTo>
                    <a:pt x="6591" y="4396"/>
                  </a:lnTo>
                  <a:lnTo>
                    <a:pt x="6705" y="4070"/>
                  </a:lnTo>
                  <a:lnTo>
                    <a:pt x="6781" y="3745"/>
                  </a:lnTo>
                  <a:lnTo>
                    <a:pt x="6858" y="3419"/>
                  </a:lnTo>
                  <a:lnTo>
                    <a:pt x="6933" y="3039"/>
                  </a:lnTo>
                  <a:lnTo>
                    <a:pt x="6933" y="2008"/>
                  </a:lnTo>
                  <a:lnTo>
                    <a:pt x="6895" y="1682"/>
                  </a:lnTo>
                  <a:lnTo>
                    <a:pt x="6819" y="1302"/>
                  </a:lnTo>
                  <a:lnTo>
                    <a:pt x="6705" y="1031"/>
                  </a:lnTo>
                  <a:lnTo>
                    <a:pt x="6514" y="814"/>
                  </a:lnTo>
                  <a:lnTo>
                    <a:pt x="6438" y="706"/>
                  </a:lnTo>
                  <a:lnTo>
                    <a:pt x="6324" y="706"/>
                  </a:lnTo>
                  <a:lnTo>
                    <a:pt x="6248" y="488"/>
                  </a:lnTo>
                  <a:lnTo>
                    <a:pt x="6134" y="326"/>
                  </a:lnTo>
                  <a:lnTo>
                    <a:pt x="5981" y="217"/>
                  </a:lnTo>
                  <a:lnTo>
                    <a:pt x="5828" y="108"/>
                  </a:lnTo>
                  <a:lnTo>
                    <a:pt x="5486" y="0"/>
                  </a:lnTo>
                  <a:close/>
                  <a:moveTo>
                    <a:pt x="15696" y="9986"/>
                  </a:moveTo>
                  <a:lnTo>
                    <a:pt x="15772" y="10040"/>
                  </a:lnTo>
                  <a:lnTo>
                    <a:pt x="16077" y="10203"/>
                  </a:lnTo>
                  <a:lnTo>
                    <a:pt x="16191" y="10311"/>
                  </a:lnTo>
                  <a:lnTo>
                    <a:pt x="16343" y="10420"/>
                  </a:lnTo>
                  <a:lnTo>
                    <a:pt x="16457" y="10637"/>
                  </a:lnTo>
                  <a:lnTo>
                    <a:pt x="16534" y="10854"/>
                  </a:lnTo>
                  <a:lnTo>
                    <a:pt x="16687" y="11342"/>
                  </a:lnTo>
                  <a:lnTo>
                    <a:pt x="16762" y="11885"/>
                  </a:lnTo>
                  <a:lnTo>
                    <a:pt x="16801" y="12483"/>
                  </a:lnTo>
                  <a:lnTo>
                    <a:pt x="16801" y="12754"/>
                  </a:lnTo>
                  <a:lnTo>
                    <a:pt x="16762" y="13025"/>
                  </a:lnTo>
                  <a:lnTo>
                    <a:pt x="16687" y="13297"/>
                  </a:lnTo>
                  <a:lnTo>
                    <a:pt x="16571" y="13513"/>
                  </a:lnTo>
                  <a:lnTo>
                    <a:pt x="16305" y="13840"/>
                  </a:lnTo>
                  <a:lnTo>
                    <a:pt x="16000" y="14165"/>
                  </a:lnTo>
                  <a:lnTo>
                    <a:pt x="15657" y="14436"/>
                  </a:lnTo>
                  <a:lnTo>
                    <a:pt x="15276" y="14653"/>
                  </a:lnTo>
                  <a:lnTo>
                    <a:pt x="15772" y="13622"/>
                  </a:lnTo>
                  <a:lnTo>
                    <a:pt x="15772" y="13513"/>
                  </a:lnTo>
                  <a:lnTo>
                    <a:pt x="15733" y="13459"/>
                  </a:lnTo>
                  <a:lnTo>
                    <a:pt x="15696" y="13405"/>
                  </a:lnTo>
                  <a:lnTo>
                    <a:pt x="15619" y="13459"/>
                  </a:lnTo>
                  <a:lnTo>
                    <a:pt x="15125" y="14111"/>
                  </a:lnTo>
                  <a:lnTo>
                    <a:pt x="14667" y="14762"/>
                  </a:lnTo>
                  <a:lnTo>
                    <a:pt x="14477" y="14762"/>
                  </a:lnTo>
                  <a:lnTo>
                    <a:pt x="14286" y="14653"/>
                  </a:lnTo>
                  <a:lnTo>
                    <a:pt x="14477" y="14273"/>
                  </a:lnTo>
                  <a:lnTo>
                    <a:pt x="14705" y="13893"/>
                  </a:lnTo>
                  <a:lnTo>
                    <a:pt x="14933" y="13513"/>
                  </a:lnTo>
                  <a:lnTo>
                    <a:pt x="15200" y="13187"/>
                  </a:lnTo>
                  <a:lnTo>
                    <a:pt x="15239" y="13079"/>
                  </a:lnTo>
                  <a:lnTo>
                    <a:pt x="15239" y="13025"/>
                  </a:lnTo>
                  <a:lnTo>
                    <a:pt x="15200" y="12917"/>
                  </a:lnTo>
                  <a:lnTo>
                    <a:pt x="15125" y="12917"/>
                  </a:lnTo>
                  <a:lnTo>
                    <a:pt x="15353" y="12699"/>
                  </a:lnTo>
                  <a:lnTo>
                    <a:pt x="15390" y="12591"/>
                  </a:lnTo>
                  <a:lnTo>
                    <a:pt x="15353" y="12483"/>
                  </a:lnTo>
                  <a:lnTo>
                    <a:pt x="15276" y="12428"/>
                  </a:lnTo>
                  <a:lnTo>
                    <a:pt x="15200" y="12428"/>
                  </a:lnTo>
                  <a:lnTo>
                    <a:pt x="14781" y="12754"/>
                  </a:lnTo>
                  <a:lnTo>
                    <a:pt x="14401" y="13079"/>
                  </a:lnTo>
                  <a:lnTo>
                    <a:pt x="14020" y="13405"/>
                  </a:lnTo>
                  <a:lnTo>
                    <a:pt x="13677" y="13785"/>
                  </a:lnTo>
                  <a:lnTo>
                    <a:pt x="13563" y="13459"/>
                  </a:lnTo>
                  <a:lnTo>
                    <a:pt x="14248" y="12808"/>
                  </a:lnTo>
                  <a:lnTo>
                    <a:pt x="14972" y="12265"/>
                  </a:lnTo>
                  <a:lnTo>
                    <a:pt x="15010" y="12156"/>
                  </a:lnTo>
                  <a:lnTo>
                    <a:pt x="15010" y="12048"/>
                  </a:lnTo>
                  <a:lnTo>
                    <a:pt x="14972" y="11993"/>
                  </a:lnTo>
                  <a:lnTo>
                    <a:pt x="14895" y="11993"/>
                  </a:lnTo>
                  <a:lnTo>
                    <a:pt x="14172" y="12374"/>
                  </a:lnTo>
                  <a:lnTo>
                    <a:pt x="13486" y="12808"/>
                  </a:lnTo>
                  <a:lnTo>
                    <a:pt x="13486" y="12536"/>
                  </a:lnTo>
                  <a:lnTo>
                    <a:pt x="13638" y="12428"/>
                  </a:lnTo>
                  <a:lnTo>
                    <a:pt x="13753" y="12319"/>
                  </a:lnTo>
                  <a:lnTo>
                    <a:pt x="14020" y="12048"/>
                  </a:lnTo>
                  <a:lnTo>
                    <a:pt x="14552" y="11723"/>
                  </a:lnTo>
                  <a:lnTo>
                    <a:pt x="14858" y="11560"/>
                  </a:lnTo>
                  <a:lnTo>
                    <a:pt x="15125" y="11505"/>
                  </a:lnTo>
                  <a:lnTo>
                    <a:pt x="15162" y="11452"/>
                  </a:lnTo>
                  <a:lnTo>
                    <a:pt x="15162" y="11397"/>
                  </a:lnTo>
                  <a:lnTo>
                    <a:pt x="15125" y="11342"/>
                  </a:lnTo>
                  <a:lnTo>
                    <a:pt x="14781" y="11342"/>
                  </a:lnTo>
                  <a:lnTo>
                    <a:pt x="14438" y="11397"/>
                  </a:lnTo>
                  <a:lnTo>
                    <a:pt x="14095" y="11505"/>
                  </a:lnTo>
                  <a:lnTo>
                    <a:pt x="13791" y="11614"/>
                  </a:lnTo>
                  <a:lnTo>
                    <a:pt x="14020" y="11234"/>
                  </a:lnTo>
                  <a:lnTo>
                    <a:pt x="14629" y="11071"/>
                  </a:lnTo>
                  <a:lnTo>
                    <a:pt x="14933" y="10962"/>
                  </a:lnTo>
                  <a:lnTo>
                    <a:pt x="15239" y="10746"/>
                  </a:lnTo>
                  <a:lnTo>
                    <a:pt x="15276" y="10691"/>
                  </a:lnTo>
                  <a:lnTo>
                    <a:pt x="15276" y="10583"/>
                  </a:lnTo>
                  <a:lnTo>
                    <a:pt x="15200" y="10529"/>
                  </a:lnTo>
                  <a:lnTo>
                    <a:pt x="14895" y="10474"/>
                  </a:lnTo>
                  <a:lnTo>
                    <a:pt x="14552" y="10474"/>
                  </a:lnTo>
                  <a:lnTo>
                    <a:pt x="14819" y="10258"/>
                  </a:lnTo>
                  <a:lnTo>
                    <a:pt x="15086" y="10095"/>
                  </a:lnTo>
                  <a:lnTo>
                    <a:pt x="15390" y="9986"/>
                  </a:lnTo>
                  <a:close/>
                  <a:moveTo>
                    <a:pt x="5447" y="13459"/>
                  </a:moveTo>
                  <a:lnTo>
                    <a:pt x="5524" y="13622"/>
                  </a:lnTo>
                  <a:lnTo>
                    <a:pt x="5600" y="13677"/>
                  </a:lnTo>
                  <a:lnTo>
                    <a:pt x="5791" y="13677"/>
                  </a:lnTo>
                  <a:lnTo>
                    <a:pt x="5867" y="13730"/>
                  </a:lnTo>
                  <a:lnTo>
                    <a:pt x="5981" y="13785"/>
                  </a:lnTo>
                  <a:lnTo>
                    <a:pt x="6057" y="13893"/>
                  </a:lnTo>
                  <a:lnTo>
                    <a:pt x="6095" y="14002"/>
                  </a:lnTo>
                  <a:lnTo>
                    <a:pt x="6134" y="14111"/>
                  </a:lnTo>
                  <a:lnTo>
                    <a:pt x="6134" y="14273"/>
                  </a:lnTo>
                  <a:lnTo>
                    <a:pt x="6095" y="14436"/>
                  </a:lnTo>
                  <a:lnTo>
                    <a:pt x="6020" y="14544"/>
                  </a:lnTo>
                  <a:lnTo>
                    <a:pt x="5943" y="14653"/>
                  </a:lnTo>
                  <a:lnTo>
                    <a:pt x="5867" y="14762"/>
                  </a:lnTo>
                  <a:lnTo>
                    <a:pt x="5753" y="14816"/>
                  </a:lnTo>
                  <a:lnTo>
                    <a:pt x="5676" y="14599"/>
                  </a:lnTo>
                  <a:lnTo>
                    <a:pt x="5561" y="14436"/>
                  </a:lnTo>
                  <a:lnTo>
                    <a:pt x="5410" y="14328"/>
                  </a:lnTo>
                  <a:lnTo>
                    <a:pt x="5219" y="14273"/>
                  </a:lnTo>
                  <a:lnTo>
                    <a:pt x="5257" y="14273"/>
                  </a:lnTo>
                  <a:lnTo>
                    <a:pt x="5410" y="14165"/>
                  </a:lnTo>
                  <a:lnTo>
                    <a:pt x="5486" y="14111"/>
                  </a:lnTo>
                  <a:lnTo>
                    <a:pt x="5486" y="13840"/>
                  </a:lnTo>
                  <a:lnTo>
                    <a:pt x="5410" y="13677"/>
                  </a:lnTo>
                  <a:lnTo>
                    <a:pt x="5296" y="13677"/>
                  </a:lnTo>
                  <a:lnTo>
                    <a:pt x="5143" y="13730"/>
                  </a:lnTo>
                  <a:lnTo>
                    <a:pt x="4990" y="13840"/>
                  </a:lnTo>
                  <a:lnTo>
                    <a:pt x="5029" y="13730"/>
                  </a:lnTo>
                  <a:lnTo>
                    <a:pt x="5067" y="13622"/>
                  </a:lnTo>
                  <a:lnTo>
                    <a:pt x="5029" y="13568"/>
                  </a:lnTo>
                  <a:lnTo>
                    <a:pt x="5219" y="13513"/>
                  </a:lnTo>
                  <a:lnTo>
                    <a:pt x="5447" y="13459"/>
                  </a:lnTo>
                  <a:close/>
                  <a:moveTo>
                    <a:pt x="6591" y="11885"/>
                  </a:moveTo>
                  <a:lnTo>
                    <a:pt x="6591" y="11940"/>
                  </a:lnTo>
                  <a:lnTo>
                    <a:pt x="6552" y="12103"/>
                  </a:lnTo>
                  <a:lnTo>
                    <a:pt x="6362" y="12211"/>
                  </a:lnTo>
                  <a:lnTo>
                    <a:pt x="6210" y="12374"/>
                  </a:lnTo>
                  <a:lnTo>
                    <a:pt x="5905" y="12754"/>
                  </a:lnTo>
                  <a:lnTo>
                    <a:pt x="5791" y="12754"/>
                  </a:lnTo>
                  <a:lnTo>
                    <a:pt x="5676" y="12862"/>
                  </a:lnTo>
                  <a:lnTo>
                    <a:pt x="5600" y="12971"/>
                  </a:lnTo>
                  <a:lnTo>
                    <a:pt x="5447" y="12917"/>
                  </a:lnTo>
                  <a:lnTo>
                    <a:pt x="4990" y="12917"/>
                  </a:lnTo>
                  <a:lnTo>
                    <a:pt x="4723" y="13079"/>
                  </a:lnTo>
                  <a:lnTo>
                    <a:pt x="4458" y="13350"/>
                  </a:lnTo>
                  <a:lnTo>
                    <a:pt x="4343" y="13568"/>
                  </a:lnTo>
                  <a:lnTo>
                    <a:pt x="4229" y="13840"/>
                  </a:lnTo>
                  <a:lnTo>
                    <a:pt x="4229" y="14381"/>
                  </a:lnTo>
                  <a:lnTo>
                    <a:pt x="4305" y="14544"/>
                  </a:lnTo>
                  <a:lnTo>
                    <a:pt x="4419" y="14762"/>
                  </a:lnTo>
                  <a:lnTo>
                    <a:pt x="4609" y="15034"/>
                  </a:lnTo>
                  <a:lnTo>
                    <a:pt x="4800" y="15250"/>
                  </a:lnTo>
                  <a:lnTo>
                    <a:pt x="5029" y="15359"/>
                  </a:lnTo>
                  <a:lnTo>
                    <a:pt x="5219" y="15467"/>
                  </a:lnTo>
                  <a:lnTo>
                    <a:pt x="5447" y="15522"/>
                  </a:lnTo>
                  <a:lnTo>
                    <a:pt x="5676" y="15522"/>
                  </a:lnTo>
                  <a:lnTo>
                    <a:pt x="5943" y="15467"/>
                  </a:lnTo>
                  <a:lnTo>
                    <a:pt x="6134" y="15305"/>
                  </a:lnTo>
                  <a:lnTo>
                    <a:pt x="6324" y="15142"/>
                  </a:lnTo>
                  <a:lnTo>
                    <a:pt x="6476" y="14871"/>
                  </a:lnTo>
                  <a:lnTo>
                    <a:pt x="6591" y="14599"/>
                  </a:lnTo>
                  <a:lnTo>
                    <a:pt x="6629" y="14165"/>
                  </a:lnTo>
                  <a:lnTo>
                    <a:pt x="6552" y="13840"/>
                  </a:lnTo>
                  <a:lnTo>
                    <a:pt x="6438" y="13513"/>
                  </a:lnTo>
                  <a:lnTo>
                    <a:pt x="6248" y="13242"/>
                  </a:lnTo>
                  <a:lnTo>
                    <a:pt x="6552" y="12808"/>
                  </a:lnTo>
                  <a:lnTo>
                    <a:pt x="6667" y="12646"/>
                  </a:lnTo>
                  <a:lnTo>
                    <a:pt x="6819" y="12428"/>
                  </a:lnTo>
                  <a:lnTo>
                    <a:pt x="6819" y="12211"/>
                  </a:lnTo>
                  <a:lnTo>
                    <a:pt x="6781" y="12156"/>
                  </a:lnTo>
                  <a:lnTo>
                    <a:pt x="6743" y="12103"/>
                  </a:lnTo>
                  <a:lnTo>
                    <a:pt x="6629" y="11940"/>
                  </a:lnTo>
                  <a:lnTo>
                    <a:pt x="6591" y="11885"/>
                  </a:lnTo>
                  <a:close/>
                  <a:moveTo>
                    <a:pt x="20762" y="15413"/>
                  </a:moveTo>
                  <a:lnTo>
                    <a:pt x="20915" y="15522"/>
                  </a:lnTo>
                  <a:lnTo>
                    <a:pt x="20915" y="15685"/>
                  </a:lnTo>
                  <a:lnTo>
                    <a:pt x="20953" y="15738"/>
                  </a:lnTo>
                  <a:lnTo>
                    <a:pt x="20991" y="15738"/>
                  </a:lnTo>
                  <a:lnTo>
                    <a:pt x="21029" y="15685"/>
                  </a:lnTo>
                  <a:lnTo>
                    <a:pt x="21067" y="15956"/>
                  </a:lnTo>
                  <a:lnTo>
                    <a:pt x="21067" y="16553"/>
                  </a:lnTo>
                  <a:lnTo>
                    <a:pt x="20991" y="16824"/>
                  </a:lnTo>
                  <a:lnTo>
                    <a:pt x="20915" y="17041"/>
                  </a:lnTo>
                  <a:lnTo>
                    <a:pt x="20839" y="17258"/>
                  </a:lnTo>
                  <a:lnTo>
                    <a:pt x="20724" y="17475"/>
                  </a:lnTo>
                  <a:lnTo>
                    <a:pt x="20572" y="17584"/>
                  </a:lnTo>
                  <a:lnTo>
                    <a:pt x="20419" y="17692"/>
                  </a:lnTo>
                  <a:lnTo>
                    <a:pt x="20229" y="17692"/>
                  </a:lnTo>
                  <a:lnTo>
                    <a:pt x="20191" y="17584"/>
                  </a:lnTo>
                  <a:lnTo>
                    <a:pt x="19962" y="17422"/>
                  </a:lnTo>
                  <a:lnTo>
                    <a:pt x="20382" y="17312"/>
                  </a:lnTo>
                  <a:lnTo>
                    <a:pt x="20419" y="17258"/>
                  </a:lnTo>
                  <a:lnTo>
                    <a:pt x="20496" y="17204"/>
                  </a:lnTo>
                  <a:lnTo>
                    <a:pt x="20496" y="16987"/>
                  </a:lnTo>
                  <a:lnTo>
                    <a:pt x="20458" y="16824"/>
                  </a:lnTo>
                  <a:lnTo>
                    <a:pt x="20382" y="16769"/>
                  </a:lnTo>
                  <a:lnTo>
                    <a:pt x="20153" y="16769"/>
                  </a:lnTo>
                  <a:lnTo>
                    <a:pt x="20419" y="16498"/>
                  </a:lnTo>
                  <a:lnTo>
                    <a:pt x="20496" y="16444"/>
                  </a:lnTo>
                  <a:lnTo>
                    <a:pt x="20496" y="16173"/>
                  </a:lnTo>
                  <a:lnTo>
                    <a:pt x="20458" y="16064"/>
                  </a:lnTo>
                  <a:lnTo>
                    <a:pt x="20382" y="16010"/>
                  </a:lnTo>
                  <a:lnTo>
                    <a:pt x="20305" y="16010"/>
                  </a:lnTo>
                  <a:lnTo>
                    <a:pt x="20229" y="16064"/>
                  </a:lnTo>
                  <a:lnTo>
                    <a:pt x="20076" y="16118"/>
                  </a:lnTo>
                  <a:lnTo>
                    <a:pt x="19924" y="16173"/>
                  </a:lnTo>
                  <a:lnTo>
                    <a:pt x="20382" y="15901"/>
                  </a:lnTo>
                  <a:lnTo>
                    <a:pt x="20419" y="15847"/>
                  </a:lnTo>
                  <a:lnTo>
                    <a:pt x="20419" y="15793"/>
                  </a:lnTo>
                  <a:lnTo>
                    <a:pt x="20382" y="15738"/>
                  </a:lnTo>
                  <a:lnTo>
                    <a:pt x="20229" y="15685"/>
                  </a:lnTo>
                  <a:lnTo>
                    <a:pt x="20038" y="15685"/>
                  </a:lnTo>
                  <a:lnTo>
                    <a:pt x="20115" y="15630"/>
                  </a:lnTo>
                  <a:lnTo>
                    <a:pt x="20343" y="15467"/>
                  </a:lnTo>
                  <a:lnTo>
                    <a:pt x="20533" y="15413"/>
                  </a:lnTo>
                  <a:close/>
                  <a:moveTo>
                    <a:pt x="17334" y="19810"/>
                  </a:moveTo>
                  <a:lnTo>
                    <a:pt x="17448" y="19918"/>
                  </a:lnTo>
                  <a:lnTo>
                    <a:pt x="17524" y="20026"/>
                  </a:lnTo>
                  <a:lnTo>
                    <a:pt x="17372" y="20189"/>
                  </a:lnTo>
                  <a:lnTo>
                    <a:pt x="17219" y="20351"/>
                  </a:lnTo>
                  <a:lnTo>
                    <a:pt x="17067" y="20569"/>
                  </a:lnTo>
                  <a:lnTo>
                    <a:pt x="16991" y="20786"/>
                  </a:lnTo>
                  <a:lnTo>
                    <a:pt x="16724" y="20732"/>
                  </a:lnTo>
                  <a:lnTo>
                    <a:pt x="16687" y="20677"/>
                  </a:lnTo>
                  <a:lnTo>
                    <a:pt x="17334" y="19810"/>
                  </a:lnTo>
                  <a:close/>
                  <a:moveTo>
                    <a:pt x="17295" y="17692"/>
                  </a:moveTo>
                  <a:lnTo>
                    <a:pt x="17715" y="18235"/>
                  </a:lnTo>
                  <a:lnTo>
                    <a:pt x="17943" y="18561"/>
                  </a:lnTo>
                  <a:lnTo>
                    <a:pt x="18172" y="18941"/>
                  </a:lnTo>
                  <a:lnTo>
                    <a:pt x="18362" y="19320"/>
                  </a:lnTo>
                  <a:lnTo>
                    <a:pt x="18439" y="19483"/>
                  </a:lnTo>
                  <a:lnTo>
                    <a:pt x="18477" y="19646"/>
                  </a:lnTo>
                  <a:lnTo>
                    <a:pt x="18477" y="19863"/>
                  </a:lnTo>
                  <a:lnTo>
                    <a:pt x="18439" y="20026"/>
                  </a:lnTo>
                  <a:lnTo>
                    <a:pt x="18400" y="20189"/>
                  </a:lnTo>
                  <a:lnTo>
                    <a:pt x="18286" y="20351"/>
                  </a:lnTo>
                  <a:lnTo>
                    <a:pt x="18172" y="20514"/>
                  </a:lnTo>
                  <a:lnTo>
                    <a:pt x="18019" y="20623"/>
                  </a:lnTo>
                  <a:lnTo>
                    <a:pt x="17943" y="20514"/>
                  </a:lnTo>
                  <a:lnTo>
                    <a:pt x="17829" y="20514"/>
                  </a:lnTo>
                  <a:lnTo>
                    <a:pt x="17753" y="20569"/>
                  </a:lnTo>
                  <a:lnTo>
                    <a:pt x="17715" y="20623"/>
                  </a:lnTo>
                  <a:lnTo>
                    <a:pt x="17676" y="20623"/>
                  </a:lnTo>
                  <a:lnTo>
                    <a:pt x="17601" y="20677"/>
                  </a:lnTo>
                  <a:lnTo>
                    <a:pt x="17562" y="20786"/>
                  </a:lnTo>
                  <a:lnTo>
                    <a:pt x="17524" y="20786"/>
                  </a:lnTo>
                  <a:lnTo>
                    <a:pt x="17601" y="20623"/>
                  </a:lnTo>
                  <a:lnTo>
                    <a:pt x="17753" y="20406"/>
                  </a:lnTo>
                  <a:lnTo>
                    <a:pt x="17829" y="20243"/>
                  </a:lnTo>
                  <a:lnTo>
                    <a:pt x="17867" y="20080"/>
                  </a:lnTo>
                  <a:lnTo>
                    <a:pt x="17829" y="19972"/>
                  </a:lnTo>
                  <a:lnTo>
                    <a:pt x="17791" y="19863"/>
                  </a:lnTo>
                  <a:lnTo>
                    <a:pt x="17676" y="19700"/>
                  </a:lnTo>
                  <a:lnTo>
                    <a:pt x="17524" y="19538"/>
                  </a:lnTo>
                  <a:lnTo>
                    <a:pt x="17334" y="19483"/>
                  </a:lnTo>
                  <a:lnTo>
                    <a:pt x="17258" y="19483"/>
                  </a:lnTo>
                  <a:lnTo>
                    <a:pt x="17219" y="19538"/>
                  </a:lnTo>
                  <a:lnTo>
                    <a:pt x="16229" y="20406"/>
                  </a:lnTo>
                  <a:lnTo>
                    <a:pt x="16114" y="20351"/>
                  </a:lnTo>
                  <a:lnTo>
                    <a:pt x="16000" y="20189"/>
                  </a:lnTo>
                  <a:lnTo>
                    <a:pt x="16495" y="19755"/>
                  </a:lnTo>
                  <a:lnTo>
                    <a:pt x="16991" y="19375"/>
                  </a:lnTo>
                  <a:lnTo>
                    <a:pt x="17029" y="19267"/>
                  </a:lnTo>
                  <a:lnTo>
                    <a:pt x="17029" y="19212"/>
                  </a:lnTo>
                  <a:lnTo>
                    <a:pt x="16991" y="19104"/>
                  </a:lnTo>
                  <a:lnTo>
                    <a:pt x="16915" y="19104"/>
                  </a:lnTo>
                  <a:lnTo>
                    <a:pt x="16610" y="19157"/>
                  </a:lnTo>
                  <a:lnTo>
                    <a:pt x="16305" y="19320"/>
                  </a:lnTo>
                  <a:lnTo>
                    <a:pt x="16000" y="19483"/>
                  </a:lnTo>
                  <a:lnTo>
                    <a:pt x="15733" y="19646"/>
                  </a:lnTo>
                  <a:lnTo>
                    <a:pt x="15619" y="19267"/>
                  </a:lnTo>
                  <a:lnTo>
                    <a:pt x="15657" y="19212"/>
                  </a:lnTo>
                  <a:lnTo>
                    <a:pt x="16687" y="18344"/>
                  </a:lnTo>
                  <a:lnTo>
                    <a:pt x="16724" y="18289"/>
                  </a:lnTo>
                  <a:lnTo>
                    <a:pt x="16724" y="18235"/>
                  </a:lnTo>
                  <a:lnTo>
                    <a:pt x="16687" y="18181"/>
                  </a:lnTo>
                  <a:lnTo>
                    <a:pt x="16610" y="18126"/>
                  </a:lnTo>
                  <a:lnTo>
                    <a:pt x="16153" y="18289"/>
                  </a:lnTo>
                  <a:lnTo>
                    <a:pt x="15733" y="18452"/>
                  </a:lnTo>
                  <a:lnTo>
                    <a:pt x="15886" y="18235"/>
                  </a:lnTo>
                  <a:lnTo>
                    <a:pt x="16114" y="18018"/>
                  </a:lnTo>
                  <a:lnTo>
                    <a:pt x="16343" y="17855"/>
                  </a:lnTo>
                  <a:lnTo>
                    <a:pt x="16610" y="17747"/>
                  </a:lnTo>
                  <a:lnTo>
                    <a:pt x="16952" y="17692"/>
                  </a:lnTo>
                  <a:close/>
                  <a:moveTo>
                    <a:pt x="15429" y="9335"/>
                  </a:moveTo>
                  <a:lnTo>
                    <a:pt x="15162" y="9389"/>
                  </a:lnTo>
                  <a:lnTo>
                    <a:pt x="14933" y="9443"/>
                  </a:lnTo>
                  <a:lnTo>
                    <a:pt x="14743" y="9552"/>
                  </a:lnTo>
                  <a:lnTo>
                    <a:pt x="14324" y="9877"/>
                  </a:lnTo>
                  <a:lnTo>
                    <a:pt x="13943" y="10311"/>
                  </a:lnTo>
                  <a:lnTo>
                    <a:pt x="13753" y="10583"/>
                  </a:lnTo>
                  <a:lnTo>
                    <a:pt x="13448" y="10637"/>
                  </a:lnTo>
                  <a:lnTo>
                    <a:pt x="13334" y="10691"/>
                  </a:lnTo>
                  <a:lnTo>
                    <a:pt x="13296" y="10799"/>
                  </a:lnTo>
                  <a:lnTo>
                    <a:pt x="13257" y="10909"/>
                  </a:lnTo>
                  <a:lnTo>
                    <a:pt x="13257" y="11017"/>
                  </a:lnTo>
                  <a:lnTo>
                    <a:pt x="11467" y="11289"/>
                  </a:lnTo>
                  <a:lnTo>
                    <a:pt x="10439" y="11342"/>
                  </a:lnTo>
                  <a:lnTo>
                    <a:pt x="9943" y="11397"/>
                  </a:lnTo>
                  <a:lnTo>
                    <a:pt x="9448" y="11452"/>
                  </a:lnTo>
                  <a:lnTo>
                    <a:pt x="9372" y="11505"/>
                  </a:lnTo>
                  <a:lnTo>
                    <a:pt x="9334" y="11560"/>
                  </a:lnTo>
                  <a:lnTo>
                    <a:pt x="9295" y="11723"/>
                  </a:lnTo>
                  <a:lnTo>
                    <a:pt x="9372" y="11885"/>
                  </a:lnTo>
                  <a:lnTo>
                    <a:pt x="9409" y="11940"/>
                  </a:lnTo>
                  <a:lnTo>
                    <a:pt x="9486" y="11993"/>
                  </a:lnTo>
                  <a:lnTo>
                    <a:pt x="9982" y="12048"/>
                  </a:lnTo>
                  <a:lnTo>
                    <a:pt x="10514" y="12048"/>
                  </a:lnTo>
                  <a:lnTo>
                    <a:pt x="11581" y="11940"/>
                  </a:lnTo>
                  <a:lnTo>
                    <a:pt x="12381" y="11885"/>
                  </a:lnTo>
                  <a:lnTo>
                    <a:pt x="13181" y="11777"/>
                  </a:lnTo>
                  <a:lnTo>
                    <a:pt x="13029" y="12211"/>
                  </a:lnTo>
                  <a:lnTo>
                    <a:pt x="12953" y="12483"/>
                  </a:lnTo>
                  <a:lnTo>
                    <a:pt x="12953" y="12699"/>
                  </a:lnTo>
                  <a:lnTo>
                    <a:pt x="12990" y="13187"/>
                  </a:lnTo>
                  <a:lnTo>
                    <a:pt x="12839" y="13350"/>
                  </a:lnTo>
                  <a:lnTo>
                    <a:pt x="12724" y="13513"/>
                  </a:lnTo>
                  <a:lnTo>
                    <a:pt x="12724" y="13677"/>
                  </a:lnTo>
                  <a:lnTo>
                    <a:pt x="12762" y="13840"/>
                  </a:lnTo>
                  <a:lnTo>
                    <a:pt x="12876" y="13948"/>
                  </a:lnTo>
                  <a:lnTo>
                    <a:pt x="13029" y="14002"/>
                  </a:lnTo>
                  <a:lnTo>
                    <a:pt x="13181" y="14002"/>
                  </a:lnTo>
                  <a:lnTo>
                    <a:pt x="13296" y="14328"/>
                  </a:lnTo>
                  <a:lnTo>
                    <a:pt x="13448" y="14599"/>
                  </a:lnTo>
                  <a:lnTo>
                    <a:pt x="13600" y="14871"/>
                  </a:lnTo>
                  <a:lnTo>
                    <a:pt x="13753" y="15087"/>
                  </a:lnTo>
                  <a:lnTo>
                    <a:pt x="13943" y="15250"/>
                  </a:lnTo>
                  <a:lnTo>
                    <a:pt x="14172" y="15413"/>
                  </a:lnTo>
                  <a:lnTo>
                    <a:pt x="14401" y="15467"/>
                  </a:lnTo>
                  <a:lnTo>
                    <a:pt x="14629" y="15522"/>
                  </a:lnTo>
                  <a:lnTo>
                    <a:pt x="14781" y="15522"/>
                  </a:lnTo>
                  <a:lnTo>
                    <a:pt x="15162" y="15413"/>
                  </a:lnTo>
                  <a:lnTo>
                    <a:pt x="15543" y="15305"/>
                  </a:lnTo>
                  <a:lnTo>
                    <a:pt x="15505" y="15467"/>
                  </a:lnTo>
                  <a:lnTo>
                    <a:pt x="15505" y="15685"/>
                  </a:lnTo>
                  <a:lnTo>
                    <a:pt x="15582" y="16118"/>
                  </a:lnTo>
                  <a:lnTo>
                    <a:pt x="15657" y="16390"/>
                  </a:lnTo>
                  <a:lnTo>
                    <a:pt x="15733" y="16716"/>
                  </a:lnTo>
                  <a:lnTo>
                    <a:pt x="15886" y="16987"/>
                  </a:lnTo>
                  <a:lnTo>
                    <a:pt x="16077" y="17204"/>
                  </a:lnTo>
                  <a:lnTo>
                    <a:pt x="16077" y="17258"/>
                  </a:lnTo>
                  <a:lnTo>
                    <a:pt x="15848" y="17367"/>
                  </a:lnTo>
                  <a:lnTo>
                    <a:pt x="15657" y="17584"/>
                  </a:lnTo>
                  <a:lnTo>
                    <a:pt x="15467" y="17747"/>
                  </a:lnTo>
                  <a:lnTo>
                    <a:pt x="15353" y="17963"/>
                  </a:lnTo>
                  <a:lnTo>
                    <a:pt x="15239" y="18235"/>
                  </a:lnTo>
                  <a:lnTo>
                    <a:pt x="15162" y="18506"/>
                  </a:lnTo>
                  <a:lnTo>
                    <a:pt x="15125" y="18778"/>
                  </a:lnTo>
                  <a:lnTo>
                    <a:pt x="15086" y="19049"/>
                  </a:lnTo>
                  <a:lnTo>
                    <a:pt x="15086" y="19320"/>
                  </a:lnTo>
                  <a:lnTo>
                    <a:pt x="15162" y="19755"/>
                  </a:lnTo>
                  <a:lnTo>
                    <a:pt x="15315" y="20135"/>
                  </a:lnTo>
                  <a:lnTo>
                    <a:pt x="15315" y="20298"/>
                  </a:lnTo>
                  <a:lnTo>
                    <a:pt x="15353" y="20461"/>
                  </a:lnTo>
                  <a:lnTo>
                    <a:pt x="15505" y="20569"/>
                  </a:lnTo>
                  <a:lnTo>
                    <a:pt x="15582" y="20677"/>
                  </a:lnTo>
                  <a:lnTo>
                    <a:pt x="15886" y="21004"/>
                  </a:lnTo>
                  <a:lnTo>
                    <a:pt x="16229" y="21274"/>
                  </a:lnTo>
                  <a:lnTo>
                    <a:pt x="16610" y="21492"/>
                  </a:lnTo>
                  <a:lnTo>
                    <a:pt x="17029" y="21600"/>
                  </a:lnTo>
                  <a:lnTo>
                    <a:pt x="17448" y="21600"/>
                  </a:lnTo>
                  <a:lnTo>
                    <a:pt x="17867" y="21492"/>
                  </a:lnTo>
                  <a:lnTo>
                    <a:pt x="18248" y="21329"/>
                  </a:lnTo>
                  <a:lnTo>
                    <a:pt x="18591" y="21057"/>
                  </a:lnTo>
                  <a:lnTo>
                    <a:pt x="18820" y="20732"/>
                  </a:lnTo>
                  <a:lnTo>
                    <a:pt x="18971" y="20406"/>
                  </a:lnTo>
                  <a:lnTo>
                    <a:pt x="19010" y="20026"/>
                  </a:lnTo>
                  <a:lnTo>
                    <a:pt x="19010" y="19700"/>
                  </a:lnTo>
                  <a:lnTo>
                    <a:pt x="18934" y="19320"/>
                  </a:lnTo>
                  <a:lnTo>
                    <a:pt x="18820" y="18941"/>
                  </a:lnTo>
                  <a:lnTo>
                    <a:pt x="18667" y="18561"/>
                  </a:lnTo>
                  <a:lnTo>
                    <a:pt x="18477" y="18235"/>
                  </a:lnTo>
                  <a:lnTo>
                    <a:pt x="18591" y="18181"/>
                  </a:lnTo>
                  <a:lnTo>
                    <a:pt x="18934" y="17910"/>
                  </a:lnTo>
                  <a:lnTo>
                    <a:pt x="19315" y="17530"/>
                  </a:lnTo>
                  <a:lnTo>
                    <a:pt x="19429" y="17801"/>
                  </a:lnTo>
                  <a:lnTo>
                    <a:pt x="19581" y="18018"/>
                  </a:lnTo>
                  <a:lnTo>
                    <a:pt x="19734" y="18181"/>
                  </a:lnTo>
                  <a:lnTo>
                    <a:pt x="19886" y="18289"/>
                  </a:lnTo>
                  <a:lnTo>
                    <a:pt x="20153" y="18398"/>
                  </a:lnTo>
                  <a:lnTo>
                    <a:pt x="20419" y="18344"/>
                  </a:lnTo>
                  <a:lnTo>
                    <a:pt x="20686" y="18235"/>
                  </a:lnTo>
                  <a:lnTo>
                    <a:pt x="20915" y="18018"/>
                  </a:lnTo>
                  <a:lnTo>
                    <a:pt x="21143" y="17747"/>
                  </a:lnTo>
                  <a:lnTo>
                    <a:pt x="21334" y="17422"/>
                  </a:lnTo>
                  <a:lnTo>
                    <a:pt x="21448" y="17041"/>
                  </a:lnTo>
                  <a:lnTo>
                    <a:pt x="21524" y="16607"/>
                  </a:lnTo>
                  <a:lnTo>
                    <a:pt x="21600" y="16064"/>
                  </a:lnTo>
                  <a:lnTo>
                    <a:pt x="21563" y="15793"/>
                  </a:lnTo>
                  <a:lnTo>
                    <a:pt x="21524" y="15575"/>
                  </a:lnTo>
                  <a:lnTo>
                    <a:pt x="21486" y="15359"/>
                  </a:lnTo>
                  <a:lnTo>
                    <a:pt x="21372" y="15196"/>
                  </a:lnTo>
                  <a:lnTo>
                    <a:pt x="21143" y="14924"/>
                  </a:lnTo>
                  <a:lnTo>
                    <a:pt x="20839" y="14762"/>
                  </a:lnTo>
                  <a:lnTo>
                    <a:pt x="20686" y="14707"/>
                  </a:lnTo>
                  <a:lnTo>
                    <a:pt x="20382" y="14707"/>
                  </a:lnTo>
                  <a:lnTo>
                    <a:pt x="20268" y="14816"/>
                  </a:lnTo>
                  <a:lnTo>
                    <a:pt x="20229" y="14924"/>
                  </a:lnTo>
                  <a:lnTo>
                    <a:pt x="19924" y="15087"/>
                  </a:lnTo>
                  <a:lnTo>
                    <a:pt x="19658" y="15250"/>
                  </a:lnTo>
                  <a:lnTo>
                    <a:pt x="19544" y="15413"/>
                  </a:lnTo>
                  <a:lnTo>
                    <a:pt x="19391" y="15575"/>
                  </a:lnTo>
                  <a:lnTo>
                    <a:pt x="19315" y="15793"/>
                  </a:lnTo>
                  <a:lnTo>
                    <a:pt x="19238" y="16010"/>
                  </a:lnTo>
                  <a:lnTo>
                    <a:pt x="19162" y="16444"/>
                  </a:lnTo>
                  <a:lnTo>
                    <a:pt x="19162" y="16879"/>
                  </a:lnTo>
                  <a:lnTo>
                    <a:pt x="18743" y="17312"/>
                  </a:lnTo>
                  <a:lnTo>
                    <a:pt x="18324" y="17747"/>
                  </a:lnTo>
                  <a:lnTo>
                    <a:pt x="18286" y="17801"/>
                  </a:lnTo>
                  <a:lnTo>
                    <a:pt x="18286" y="17910"/>
                  </a:lnTo>
                  <a:lnTo>
                    <a:pt x="17905" y="17422"/>
                  </a:lnTo>
                  <a:lnTo>
                    <a:pt x="17562" y="17041"/>
                  </a:lnTo>
                  <a:lnTo>
                    <a:pt x="17486" y="16987"/>
                  </a:lnTo>
                  <a:lnTo>
                    <a:pt x="17334" y="16987"/>
                  </a:lnTo>
                  <a:lnTo>
                    <a:pt x="17295" y="17095"/>
                  </a:lnTo>
                  <a:lnTo>
                    <a:pt x="17067" y="17041"/>
                  </a:lnTo>
                  <a:lnTo>
                    <a:pt x="16838" y="17041"/>
                  </a:lnTo>
                  <a:lnTo>
                    <a:pt x="16381" y="17095"/>
                  </a:lnTo>
                  <a:lnTo>
                    <a:pt x="16420" y="16932"/>
                  </a:lnTo>
                  <a:lnTo>
                    <a:pt x="16381" y="16769"/>
                  </a:lnTo>
                  <a:lnTo>
                    <a:pt x="16267" y="16498"/>
                  </a:lnTo>
                  <a:lnTo>
                    <a:pt x="16153" y="16281"/>
                  </a:lnTo>
                  <a:lnTo>
                    <a:pt x="16039" y="16010"/>
                  </a:lnTo>
                  <a:lnTo>
                    <a:pt x="15963" y="15685"/>
                  </a:lnTo>
                  <a:lnTo>
                    <a:pt x="15924" y="15413"/>
                  </a:lnTo>
                  <a:lnTo>
                    <a:pt x="15886" y="15250"/>
                  </a:lnTo>
                  <a:lnTo>
                    <a:pt x="15810" y="15142"/>
                  </a:lnTo>
                  <a:lnTo>
                    <a:pt x="16229" y="14816"/>
                  </a:lnTo>
                  <a:lnTo>
                    <a:pt x="16648" y="14436"/>
                  </a:lnTo>
                  <a:lnTo>
                    <a:pt x="16991" y="13948"/>
                  </a:lnTo>
                  <a:lnTo>
                    <a:pt x="17105" y="13730"/>
                  </a:lnTo>
                  <a:lnTo>
                    <a:pt x="17219" y="13459"/>
                  </a:lnTo>
                  <a:lnTo>
                    <a:pt x="17295" y="13134"/>
                  </a:lnTo>
                  <a:lnTo>
                    <a:pt x="17334" y="12754"/>
                  </a:lnTo>
                  <a:lnTo>
                    <a:pt x="17334" y="11993"/>
                  </a:lnTo>
                  <a:lnTo>
                    <a:pt x="17219" y="11289"/>
                  </a:lnTo>
                  <a:lnTo>
                    <a:pt x="17029" y="10637"/>
                  </a:lnTo>
                  <a:lnTo>
                    <a:pt x="16877" y="10203"/>
                  </a:lnTo>
                  <a:lnTo>
                    <a:pt x="16648" y="9823"/>
                  </a:lnTo>
                  <a:lnTo>
                    <a:pt x="16495" y="9660"/>
                  </a:lnTo>
                  <a:lnTo>
                    <a:pt x="16343" y="9552"/>
                  </a:lnTo>
                  <a:lnTo>
                    <a:pt x="16191" y="9497"/>
                  </a:lnTo>
                  <a:lnTo>
                    <a:pt x="16000" y="9443"/>
                  </a:lnTo>
                  <a:lnTo>
                    <a:pt x="15657" y="9335"/>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A4C2F4"/>
                  </a:solidFill>
                </a:defRPr>
              </a:pPr>
            </a:p>
          </p:txBody>
        </p:sp>
        <p:sp>
          <p:nvSpPr>
            <p:cNvPr id="780" name="Google Shape;307;p5"/>
            <p:cNvSpPr/>
            <p:nvPr/>
          </p:nvSpPr>
          <p:spPr>
            <a:xfrm>
              <a:off x="531255" y="3816924"/>
              <a:ext cx="452396" cy="4766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52" y="3461"/>
                  </a:moveTo>
                  <a:lnTo>
                    <a:pt x="14477" y="3572"/>
                  </a:lnTo>
                  <a:lnTo>
                    <a:pt x="14420" y="3737"/>
                  </a:lnTo>
                  <a:lnTo>
                    <a:pt x="14362" y="3846"/>
                  </a:lnTo>
                  <a:lnTo>
                    <a:pt x="14362" y="4011"/>
                  </a:lnTo>
                  <a:lnTo>
                    <a:pt x="14420" y="4287"/>
                  </a:lnTo>
                  <a:lnTo>
                    <a:pt x="14535" y="4617"/>
                  </a:lnTo>
                  <a:lnTo>
                    <a:pt x="14941" y="5606"/>
                  </a:lnTo>
                  <a:lnTo>
                    <a:pt x="15347" y="6595"/>
                  </a:lnTo>
                  <a:lnTo>
                    <a:pt x="15230" y="6650"/>
                  </a:lnTo>
                  <a:lnTo>
                    <a:pt x="14303" y="7915"/>
                  </a:lnTo>
                  <a:lnTo>
                    <a:pt x="13899" y="8463"/>
                  </a:lnTo>
                  <a:lnTo>
                    <a:pt x="13725" y="8739"/>
                  </a:lnTo>
                  <a:lnTo>
                    <a:pt x="13667" y="8904"/>
                  </a:lnTo>
                  <a:lnTo>
                    <a:pt x="13725" y="9069"/>
                  </a:lnTo>
                  <a:lnTo>
                    <a:pt x="13899" y="9013"/>
                  </a:lnTo>
                  <a:lnTo>
                    <a:pt x="14014" y="8959"/>
                  </a:lnTo>
                  <a:lnTo>
                    <a:pt x="14246" y="8739"/>
                  </a:lnTo>
                  <a:lnTo>
                    <a:pt x="14652" y="8244"/>
                  </a:lnTo>
                  <a:lnTo>
                    <a:pt x="15694" y="6980"/>
                  </a:lnTo>
                  <a:lnTo>
                    <a:pt x="15809" y="6980"/>
                  </a:lnTo>
                  <a:lnTo>
                    <a:pt x="15983" y="6924"/>
                  </a:lnTo>
                  <a:lnTo>
                    <a:pt x="16041" y="6815"/>
                  </a:lnTo>
                  <a:lnTo>
                    <a:pt x="16041" y="6650"/>
                  </a:lnTo>
                  <a:lnTo>
                    <a:pt x="15288" y="4837"/>
                  </a:lnTo>
                  <a:lnTo>
                    <a:pt x="14883" y="4067"/>
                  </a:lnTo>
                  <a:lnTo>
                    <a:pt x="14767" y="3793"/>
                  </a:lnTo>
                  <a:lnTo>
                    <a:pt x="14709" y="3628"/>
                  </a:lnTo>
                  <a:lnTo>
                    <a:pt x="14709" y="3461"/>
                  </a:lnTo>
                  <a:close/>
                  <a:moveTo>
                    <a:pt x="13725" y="2418"/>
                  </a:moveTo>
                  <a:lnTo>
                    <a:pt x="13841" y="2693"/>
                  </a:lnTo>
                  <a:lnTo>
                    <a:pt x="13899" y="2858"/>
                  </a:lnTo>
                  <a:lnTo>
                    <a:pt x="14073" y="2967"/>
                  </a:lnTo>
                  <a:lnTo>
                    <a:pt x="14246" y="3078"/>
                  </a:lnTo>
                  <a:lnTo>
                    <a:pt x="14477" y="3022"/>
                  </a:lnTo>
                  <a:lnTo>
                    <a:pt x="14826" y="2858"/>
                  </a:lnTo>
                  <a:lnTo>
                    <a:pt x="15173" y="2583"/>
                  </a:lnTo>
                  <a:lnTo>
                    <a:pt x="15577" y="3407"/>
                  </a:lnTo>
                  <a:lnTo>
                    <a:pt x="16041" y="4122"/>
                  </a:lnTo>
                  <a:lnTo>
                    <a:pt x="16504" y="4891"/>
                  </a:lnTo>
                  <a:lnTo>
                    <a:pt x="16851" y="5661"/>
                  </a:lnTo>
                  <a:lnTo>
                    <a:pt x="16621" y="5880"/>
                  </a:lnTo>
                  <a:lnTo>
                    <a:pt x="16389" y="6100"/>
                  </a:lnTo>
                  <a:lnTo>
                    <a:pt x="16215" y="6376"/>
                  </a:lnTo>
                  <a:lnTo>
                    <a:pt x="16157" y="6706"/>
                  </a:lnTo>
                  <a:lnTo>
                    <a:pt x="16215" y="6870"/>
                  </a:lnTo>
                  <a:lnTo>
                    <a:pt x="16330" y="6980"/>
                  </a:lnTo>
                  <a:lnTo>
                    <a:pt x="16330" y="7200"/>
                  </a:lnTo>
                  <a:lnTo>
                    <a:pt x="16389" y="7309"/>
                  </a:lnTo>
                  <a:lnTo>
                    <a:pt x="16562" y="7365"/>
                  </a:lnTo>
                  <a:lnTo>
                    <a:pt x="16562" y="7420"/>
                  </a:lnTo>
                  <a:lnTo>
                    <a:pt x="16330" y="7750"/>
                  </a:lnTo>
                  <a:lnTo>
                    <a:pt x="15751" y="8463"/>
                  </a:lnTo>
                  <a:lnTo>
                    <a:pt x="15230" y="9233"/>
                  </a:lnTo>
                  <a:lnTo>
                    <a:pt x="14999" y="9124"/>
                  </a:lnTo>
                  <a:lnTo>
                    <a:pt x="14709" y="9069"/>
                  </a:lnTo>
                  <a:lnTo>
                    <a:pt x="14420" y="9178"/>
                  </a:lnTo>
                  <a:lnTo>
                    <a:pt x="14130" y="9289"/>
                  </a:lnTo>
                  <a:lnTo>
                    <a:pt x="13956" y="9508"/>
                  </a:lnTo>
                  <a:lnTo>
                    <a:pt x="13782" y="9728"/>
                  </a:lnTo>
                  <a:lnTo>
                    <a:pt x="13146" y="9728"/>
                  </a:lnTo>
                  <a:lnTo>
                    <a:pt x="11929" y="9783"/>
                  </a:lnTo>
                  <a:lnTo>
                    <a:pt x="11872" y="9672"/>
                  </a:lnTo>
                  <a:lnTo>
                    <a:pt x="11698" y="9563"/>
                  </a:lnTo>
                  <a:lnTo>
                    <a:pt x="11177" y="9398"/>
                  </a:lnTo>
                  <a:lnTo>
                    <a:pt x="11119" y="9398"/>
                  </a:lnTo>
                  <a:lnTo>
                    <a:pt x="11004" y="9343"/>
                  </a:lnTo>
                  <a:lnTo>
                    <a:pt x="10713" y="9343"/>
                  </a:lnTo>
                  <a:lnTo>
                    <a:pt x="10481" y="9289"/>
                  </a:lnTo>
                  <a:lnTo>
                    <a:pt x="9207" y="8134"/>
                  </a:lnTo>
                  <a:lnTo>
                    <a:pt x="8282" y="7309"/>
                  </a:lnTo>
                  <a:lnTo>
                    <a:pt x="8397" y="7035"/>
                  </a:lnTo>
                  <a:lnTo>
                    <a:pt x="8397" y="6759"/>
                  </a:lnTo>
                  <a:lnTo>
                    <a:pt x="8339" y="6650"/>
                  </a:lnTo>
                  <a:lnTo>
                    <a:pt x="8282" y="6541"/>
                  </a:lnTo>
                  <a:lnTo>
                    <a:pt x="8050" y="6376"/>
                  </a:lnTo>
                  <a:lnTo>
                    <a:pt x="8339" y="5715"/>
                  </a:lnTo>
                  <a:lnTo>
                    <a:pt x="9150" y="4067"/>
                  </a:lnTo>
                  <a:lnTo>
                    <a:pt x="9671" y="3022"/>
                  </a:lnTo>
                  <a:lnTo>
                    <a:pt x="9903" y="3022"/>
                  </a:lnTo>
                  <a:lnTo>
                    <a:pt x="10134" y="2967"/>
                  </a:lnTo>
                  <a:lnTo>
                    <a:pt x="10366" y="2858"/>
                  </a:lnTo>
                  <a:lnTo>
                    <a:pt x="10598" y="2693"/>
                  </a:lnTo>
                  <a:lnTo>
                    <a:pt x="10772" y="2528"/>
                  </a:lnTo>
                  <a:lnTo>
                    <a:pt x="11814" y="2472"/>
                  </a:lnTo>
                  <a:lnTo>
                    <a:pt x="13725" y="2418"/>
                  </a:lnTo>
                  <a:close/>
                  <a:moveTo>
                    <a:pt x="10772" y="10222"/>
                  </a:moveTo>
                  <a:lnTo>
                    <a:pt x="10945" y="10333"/>
                  </a:lnTo>
                  <a:lnTo>
                    <a:pt x="10655" y="10333"/>
                  </a:lnTo>
                  <a:lnTo>
                    <a:pt x="10598" y="10278"/>
                  </a:lnTo>
                  <a:lnTo>
                    <a:pt x="10772" y="10222"/>
                  </a:lnTo>
                  <a:close/>
                  <a:moveTo>
                    <a:pt x="4285" y="8080"/>
                  </a:moveTo>
                  <a:lnTo>
                    <a:pt x="4169" y="8134"/>
                  </a:lnTo>
                  <a:lnTo>
                    <a:pt x="3996" y="8244"/>
                  </a:lnTo>
                  <a:lnTo>
                    <a:pt x="3880" y="8354"/>
                  </a:lnTo>
                  <a:lnTo>
                    <a:pt x="3590" y="8683"/>
                  </a:lnTo>
                  <a:lnTo>
                    <a:pt x="3127" y="9454"/>
                  </a:lnTo>
                  <a:lnTo>
                    <a:pt x="2606" y="10278"/>
                  </a:lnTo>
                  <a:lnTo>
                    <a:pt x="2374" y="10607"/>
                  </a:lnTo>
                  <a:lnTo>
                    <a:pt x="2259" y="10772"/>
                  </a:lnTo>
                  <a:lnTo>
                    <a:pt x="2201" y="10882"/>
                  </a:lnTo>
                  <a:lnTo>
                    <a:pt x="2201" y="10993"/>
                  </a:lnTo>
                  <a:lnTo>
                    <a:pt x="2085" y="11048"/>
                  </a:lnTo>
                  <a:lnTo>
                    <a:pt x="2085" y="11267"/>
                  </a:lnTo>
                  <a:lnTo>
                    <a:pt x="2201" y="11322"/>
                  </a:lnTo>
                  <a:lnTo>
                    <a:pt x="2374" y="11378"/>
                  </a:lnTo>
                  <a:lnTo>
                    <a:pt x="2548" y="11267"/>
                  </a:lnTo>
                  <a:lnTo>
                    <a:pt x="2722" y="11157"/>
                  </a:lnTo>
                  <a:lnTo>
                    <a:pt x="2895" y="10993"/>
                  </a:lnTo>
                  <a:lnTo>
                    <a:pt x="3186" y="10552"/>
                  </a:lnTo>
                  <a:lnTo>
                    <a:pt x="3360" y="10222"/>
                  </a:lnTo>
                  <a:lnTo>
                    <a:pt x="4054" y="9289"/>
                  </a:lnTo>
                  <a:lnTo>
                    <a:pt x="4343" y="8794"/>
                  </a:lnTo>
                  <a:lnTo>
                    <a:pt x="4517" y="8574"/>
                  </a:lnTo>
                  <a:lnTo>
                    <a:pt x="4517" y="8189"/>
                  </a:lnTo>
                  <a:lnTo>
                    <a:pt x="4401" y="8134"/>
                  </a:lnTo>
                  <a:lnTo>
                    <a:pt x="4285" y="8080"/>
                  </a:lnTo>
                  <a:close/>
                  <a:moveTo>
                    <a:pt x="6429" y="7255"/>
                  </a:moveTo>
                  <a:lnTo>
                    <a:pt x="6602" y="7530"/>
                  </a:lnTo>
                  <a:lnTo>
                    <a:pt x="6833" y="7750"/>
                  </a:lnTo>
                  <a:lnTo>
                    <a:pt x="7065" y="7804"/>
                  </a:lnTo>
                  <a:lnTo>
                    <a:pt x="7297" y="7859"/>
                  </a:lnTo>
                  <a:lnTo>
                    <a:pt x="7529" y="7859"/>
                  </a:lnTo>
                  <a:lnTo>
                    <a:pt x="7759" y="7804"/>
                  </a:lnTo>
                  <a:lnTo>
                    <a:pt x="8397" y="8354"/>
                  </a:lnTo>
                  <a:lnTo>
                    <a:pt x="9730" y="9672"/>
                  </a:lnTo>
                  <a:lnTo>
                    <a:pt x="9671" y="9783"/>
                  </a:lnTo>
                  <a:lnTo>
                    <a:pt x="9613" y="9948"/>
                  </a:lnTo>
                  <a:lnTo>
                    <a:pt x="9671" y="10168"/>
                  </a:lnTo>
                  <a:lnTo>
                    <a:pt x="9730" y="10333"/>
                  </a:lnTo>
                  <a:lnTo>
                    <a:pt x="9845" y="10498"/>
                  </a:lnTo>
                  <a:lnTo>
                    <a:pt x="9845" y="10607"/>
                  </a:lnTo>
                  <a:lnTo>
                    <a:pt x="9381" y="11102"/>
                  </a:lnTo>
                  <a:lnTo>
                    <a:pt x="8977" y="11652"/>
                  </a:lnTo>
                  <a:lnTo>
                    <a:pt x="8165" y="12752"/>
                  </a:lnTo>
                  <a:lnTo>
                    <a:pt x="7412" y="13685"/>
                  </a:lnTo>
                  <a:lnTo>
                    <a:pt x="7238" y="13576"/>
                  </a:lnTo>
                  <a:lnTo>
                    <a:pt x="7008" y="13576"/>
                  </a:lnTo>
                  <a:lnTo>
                    <a:pt x="6717" y="13631"/>
                  </a:lnTo>
                  <a:lnTo>
                    <a:pt x="6485" y="13796"/>
                  </a:lnTo>
                  <a:lnTo>
                    <a:pt x="6312" y="14015"/>
                  </a:lnTo>
                  <a:lnTo>
                    <a:pt x="6196" y="14291"/>
                  </a:lnTo>
                  <a:lnTo>
                    <a:pt x="5675" y="14235"/>
                  </a:lnTo>
                  <a:lnTo>
                    <a:pt x="4460" y="14291"/>
                  </a:lnTo>
                  <a:lnTo>
                    <a:pt x="4401" y="14015"/>
                  </a:lnTo>
                  <a:lnTo>
                    <a:pt x="4228" y="13796"/>
                  </a:lnTo>
                  <a:lnTo>
                    <a:pt x="3996" y="13631"/>
                  </a:lnTo>
                  <a:lnTo>
                    <a:pt x="3764" y="13576"/>
                  </a:lnTo>
                  <a:lnTo>
                    <a:pt x="3533" y="13576"/>
                  </a:lnTo>
                  <a:lnTo>
                    <a:pt x="3243" y="13631"/>
                  </a:lnTo>
                  <a:lnTo>
                    <a:pt x="2490" y="12641"/>
                  </a:lnTo>
                  <a:lnTo>
                    <a:pt x="2201" y="12146"/>
                  </a:lnTo>
                  <a:lnTo>
                    <a:pt x="1795" y="11652"/>
                  </a:lnTo>
                  <a:lnTo>
                    <a:pt x="1912" y="11378"/>
                  </a:lnTo>
                  <a:lnTo>
                    <a:pt x="1969" y="11157"/>
                  </a:lnTo>
                  <a:lnTo>
                    <a:pt x="1912" y="10882"/>
                  </a:lnTo>
                  <a:lnTo>
                    <a:pt x="1853" y="10663"/>
                  </a:lnTo>
                  <a:lnTo>
                    <a:pt x="1680" y="10498"/>
                  </a:lnTo>
                  <a:lnTo>
                    <a:pt x="1738" y="10387"/>
                  </a:lnTo>
                  <a:lnTo>
                    <a:pt x="1853" y="10222"/>
                  </a:lnTo>
                  <a:lnTo>
                    <a:pt x="1969" y="9948"/>
                  </a:lnTo>
                  <a:lnTo>
                    <a:pt x="2548" y="8959"/>
                  </a:lnTo>
                  <a:lnTo>
                    <a:pt x="3069" y="8024"/>
                  </a:lnTo>
                  <a:lnTo>
                    <a:pt x="3416" y="8024"/>
                  </a:lnTo>
                  <a:lnTo>
                    <a:pt x="3764" y="7915"/>
                  </a:lnTo>
                  <a:lnTo>
                    <a:pt x="3996" y="7694"/>
                  </a:lnTo>
                  <a:lnTo>
                    <a:pt x="4111" y="7585"/>
                  </a:lnTo>
                  <a:lnTo>
                    <a:pt x="4169" y="7420"/>
                  </a:lnTo>
                  <a:lnTo>
                    <a:pt x="4228" y="7365"/>
                  </a:lnTo>
                  <a:lnTo>
                    <a:pt x="4922" y="7420"/>
                  </a:lnTo>
                  <a:lnTo>
                    <a:pt x="5849" y="7365"/>
                  </a:lnTo>
                  <a:lnTo>
                    <a:pt x="6429" y="7255"/>
                  </a:lnTo>
                  <a:close/>
                  <a:moveTo>
                    <a:pt x="14014" y="11596"/>
                  </a:moveTo>
                  <a:lnTo>
                    <a:pt x="14014" y="11707"/>
                  </a:lnTo>
                  <a:lnTo>
                    <a:pt x="14073" y="11982"/>
                  </a:lnTo>
                  <a:lnTo>
                    <a:pt x="14073" y="12091"/>
                  </a:lnTo>
                  <a:lnTo>
                    <a:pt x="14130" y="12257"/>
                  </a:lnTo>
                  <a:lnTo>
                    <a:pt x="14826" y="13081"/>
                  </a:lnTo>
                  <a:lnTo>
                    <a:pt x="15462" y="13906"/>
                  </a:lnTo>
                  <a:lnTo>
                    <a:pt x="15694" y="14180"/>
                  </a:lnTo>
                  <a:lnTo>
                    <a:pt x="15809" y="14291"/>
                  </a:lnTo>
                  <a:lnTo>
                    <a:pt x="15983" y="14345"/>
                  </a:lnTo>
                  <a:lnTo>
                    <a:pt x="16157" y="14345"/>
                  </a:lnTo>
                  <a:lnTo>
                    <a:pt x="16273" y="14291"/>
                  </a:lnTo>
                  <a:lnTo>
                    <a:pt x="16389" y="14235"/>
                  </a:lnTo>
                  <a:lnTo>
                    <a:pt x="16447" y="14070"/>
                  </a:lnTo>
                  <a:lnTo>
                    <a:pt x="16447" y="13850"/>
                  </a:lnTo>
                  <a:lnTo>
                    <a:pt x="16389" y="13741"/>
                  </a:lnTo>
                  <a:lnTo>
                    <a:pt x="16273" y="13685"/>
                  </a:lnTo>
                  <a:lnTo>
                    <a:pt x="16100" y="13631"/>
                  </a:lnTo>
                  <a:lnTo>
                    <a:pt x="15926" y="13411"/>
                  </a:lnTo>
                  <a:lnTo>
                    <a:pt x="15809" y="13246"/>
                  </a:lnTo>
                  <a:lnTo>
                    <a:pt x="15230" y="12587"/>
                  </a:lnTo>
                  <a:lnTo>
                    <a:pt x="14652" y="11872"/>
                  </a:lnTo>
                  <a:lnTo>
                    <a:pt x="14535" y="11761"/>
                  </a:lnTo>
                  <a:lnTo>
                    <a:pt x="14420" y="11707"/>
                  </a:lnTo>
                  <a:lnTo>
                    <a:pt x="14130" y="11596"/>
                  </a:lnTo>
                  <a:close/>
                  <a:moveTo>
                    <a:pt x="3360" y="14565"/>
                  </a:moveTo>
                  <a:lnTo>
                    <a:pt x="3243" y="14620"/>
                  </a:lnTo>
                  <a:lnTo>
                    <a:pt x="3243" y="14565"/>
                  </a:lnTo>
                  <a:close/>
                  <a:moveTo>
                    <a:pt x="8860" y="13906"/>
                  </a:moveTo>
                  <a:lnTo>
                    <a:pt x="8803" y="13961"/>
                  </a:lnTo>
                  <a:lnTo>
                    <a:pt x="8803" y="14291"/>
                  </a:lnTo>
                  <a:lnTo>
                    <a:pt x="8918" y="14509"/>
                  </a:lnTo>
                  <a:lnTo>
                    <a:pt x="9150" y="14894"/>
                  </a:lnTo>
                  <a:lnTo>
                    <a:pt x="9730" y="15665"/>
                  </a:lnTo>
                  <a:lnTo>
                    <a:pt x="10192" y="16324"/>
                  </a:lnTo>
                  <a:lnTo>
                    <a:pt x="10424" y="16654"/>
                  </a:lnTo>
                  <a:lnTo>
                    <a:pt x="10772" y="16928"/>
                  </a:lnTo>
                  <a:lnTo>
                    <a:pt x="10830" y="17039"/>
                  </a:lnTo>
                  <a:lnTo>
                    <a:pt x="11004" y="17204"/>
                  </a:lnTo>
                  <a:lnTo>
                    <a:pt x="11119" y="17259"/>
                  </a:lnTo>
                  <a:lnTo>
                    <a:pt x="11234" y="17259"/>
                  </a:lnTo>
                  <a:lnTo>
                    <a:pt x="11351" y="17204"/>
                  </a:lnTo>
                  <a:lnTo>
                    <a:pt x="11408" y="17093"/>
                  </a:lnTo>
                  <a:lnTo>
                    <a:pt x="11466" y="16763"/>
                  </a:lnTo>
                  <a:lnTo>
                    <a:pt x="11408" y="16598"/>
                  </a:lnTo>
                  <a:lnTo>
                    <a:pt x="11293" y="16433"/>
                  </a:lnTo>
                  <a:lnTo>
                    <a:pt x="11177" y="16379"/>
                  </a:lnTo>
                  <a:lnTo>
                    <a:pt x="11060" y="16324"/>
                  </a:lnTo>
                  <a:lnTo>
                    <a:pt x="10945" y="16159"/>
                  </a:lnTo>
                  <a:lnTo>
                    <a:pt x="10830" y="15994"/>
                  </a:lnTo>
                  <a:lnTo>
                    <a:pt x="10598" y="15665"/>
                  </a:lnTo>
                  <a:lnTo>
                    <a:pt x="9903" y="14730"/>
                  </a:lnTo>
                  <a:lnTo>
                    <a:pt x="9498" y="14235"/>
                  </a:lnTo>
                  <a:lnTo>
                    <a:pt x="9265" y="14070"/>
                  </a:lnTo>
                  <a:lnTo>
                    <a:pt x="9033" y="13906"/>
                  </a:lnTo>
                  <a:close/>
                  <a:moveTo>
                    <a:pt x="13782" y="10443"/>
                  </a:moveTo>
                  <a:lnTo>
                    <a:pt x="13899" y="10607"/>
                  </a:lnTo>
                  <a:lnTo>
                    <a:pt x="14073" y="10717"/>
                  </a:lnTo>
                  <a:lnTo>
                    <a:pt x="14188" y="10828"/>
                  </a:lnTo>
                  <a:lnTo>
                    <a:pt x="14362" y="10882"/>
                  </a:lnTo>
                  <a:lnTo>
                    <a:pt x="14826" y="10828"/>
                  </a:lnTo>
                  <a:lnTo>
                    <a:pt x="14999" y="10882"/>
                  </a:lnTo>
                  <a:lnTo>
                    <a:pt x="15115" y="10937"/>
                  </a:lnTo>
                  <a:lnTo>
                    <a:pt x="15347" y="11322"/>
                  </a:lnTo>
                  <a:lnTo>
                    <a:pt x="15577" y="11707"/>
                  </a:lnTo>
                  <a:lnTo>
                    <a:pt x="16157" y="12531"/>
                  </a:lnTo>
                  <a:lnTo>
                    <a:pt x="16910" y="13631"/>
                  </a:lnTo>
                  <a:lnTo>
                    <a:pt x="16794" y="13906"/>
                  </a:lnTo>
                  <a:lnTo>
                    <a:pt x="16736" y="14126"/>
                  </a:lnTo>
                  <a:lnTo>
                    <a:pt x="16678" y="14620"/>
                  </a:lnTo>
                  <a:lnTo>
                    <a:pt x="16621" y="14894"/>
                  </a:lnTo>
                  <a:lnTo>
                    <a:pt x="16621" y="15335"/>
                  </a:lnTo>
                  <a:lnTo>
                    <a:pt x="16678" y="15389"/>
                  </a:lnTo>
                  <a:lnTo>
                    <a:pt x="16330" y="15939"/>
                  </a:lnTo>
                  <a:lnTo>
                    <a:pt x="15462" y="17313"/>
                  </a:lnTo>
                  <a:lnTo>
                    <a:pt x="15288" y="17259"/>
                  </a:lnTo>
                  <a:lnTo>
                    <a:pt x="15056" y="17259"/>
                  </a:lnTo>
                  <a:lnTo>
                    <a:pt x="14826" y="17313"/>
                  </a:lnTo>
                  <a:lnTo>
                    <a:pt x="14652" y="17424"/>
                  </a:lnTo>
                  <a:lnTo>
                    <a:pt x="14477" y="17533"/>
                  </a:lnTo>
                  <a:lnTo>
                    <a:pt x="14362" y="17698"/>
                  </a:lnTo>
                  <a:lnTo>
                    <a:pt x="14246" y="17863"/>
                  </a:lnTo>
                  <a:lnTo>
                    <a:pt x="14188" y="18028"/>
                  </a:lnTo>
                  <a:lnTo>
                    <a:pt x="13261" y="18083"/>
                  </a:lnTo>
                  <a:lnTo>
                    <a:pt x="11814" y="18193"/>
                  </a:lnTo>
                  <a:lnTo>
                    <a:pt x="11060" y="18193"/>
                  </a:lnTo>
                  <a:lnTo>
                    <a:pt x="11004" y="17918"/>
                  </a:lnTo>
                  <a:lnTo>
                    <a:pt x="10772" y="17643"/>
                  </a:lnTo>
                  <a:lnTo>
                    <a:pt x="10655" y="17589"/>
                  </a:lnTo>
                  <a:lnTo>
                    <a:pt x="10540" y="17533"/>
                  </a:lnTo>
                  <a:lnTo>
                    <a:pt x="10251" y="17478"/>
                  </a:lnTo>
                  <a:lnTo>
                    <a:pt x="10134" y="17424"/>
                  </a:lnTo>
                  <a:lnTo>
                    <a:pt x="10019" y="17478"/>
                  </a:lnTo>
                  <a:lnTo>
                    <a:pt x="9903" y="17589"/>
                  </a:lnTo>
                  <a:lnTo>
                    <a:pt x="9786" y="17589"/>
                  </a:lnTo>
                  <a:lnTo>
                    <a:pt x="9439" y="16818"/>
                  </a:lnTo>
                  <a:lnTo>
                    <a:pt x="9033" y="16050"/>
                  </a:lnTo>
                  <a:lnTo>
                    <a:pt x="8629" y="15444"/>
                  </a:lnTo>
                  <a:lnTo>
                    <a:pt x="8165" y="14785"/>
                  </a:lnTo>
                  <a:lnTo>
                    <a:pt x="8224" y="14620"/>
                  </a:lnTo>
                  <a:lnTo>
                    <a:pt x="8282" y="14455"/>
                  </a:lnTo>
                  <a:lnTo>
                    <a:pt x="8282" y="14235"/>
                  </a:lnTo>
                  <a:lnTo>
                    <a:pt x="8224" y="14070"/>
                  </a:lnTo>
                  <a:lnTo>
                    <a:pt x="8107" y="13961"/>
                  </a:lnTo>
                  <a:lnTo>
                    <a:pt x="8050" y="13961"/>
                  </a:lnTo>
                  <a:lnTo>
                    <a:pt x="8224" y="13741"/>
                  </a:lnTo>
                  <a:lnTo>
                    <a:pt x="9092" y="12587"/>
                  </a:lnTo>
                  <a:lnTo>
                    <a:pt x="9730" y="11761"/>
                  </a:lnTo>
                  <a:lnTo>
                    <a:pt x="10077" y="11378"/>
                  </a:lnTo>
                  <a:lnTo>
                    <a:pt x="10307" y="10937"/>
                  </a:lnTo>
                  <a:lnTo>
                    <a:pt x="10540" y="10993"/>
                  </a:lnTo>
                  <a:lnTo>
                    <a:pt x="10945" y="10993"/>
                  </a:lnTo>
                  <a:lnTo>
                    <a:pt x="11177" y="10937"/>
                  </a:lnTo>
                  <a:lnTo>
                    <a:pt x="11351" y="10882"/>
                  </a:lnTo>
                  <a:lnTo>
                    <a:pt x="11525" y="10717"/>
                  </a:lnTo>
                  <a:lnTo>
                    <a:pt x="11698" y="10607"/>
                  </a:lnTo>
                  <a:lnTo>
                    <a:pt x="11814" y="10443"/>
                  </a:lnTo>
                  <a:close/>
                  <a:moveTo>
                    <a:pt x="7529" y="0"/>
                  </a:moveTo>
                  <a:lnTo>
                    <a:pt x="7529" y="54"/>
                  </a:lnTo>
                  <a:lnTo>
                    <a:pt x="7586" y="274"/>
                  </a:lnTo>
                  <a:lnTo>
                    <a:pt x="7703" y="439"/>
                  </a:lnTo>
                  <a:lnTo>
                    <a:pt x="7876" y="548"/>
                  </a:lnTo>
                  <a:lnTo>
                    <a:pt x="8050" y="604"/>
                  </a:lnTo>
                  <a:lnTo>
                    <a:pt x="8165" y="824"/>
                  </a:lnTo>
                  <a:lnTo>
                    <a:pt x="8339" y="1043"/>
                  </a:lnTo>
                  <a:lnTo>
                    <a:pt x="8629" y="1483"/>
                  </a:lnTo>
                  <a:lnTo>
                    <a:pt x="8745" y="1648"/>
                  </a:lnTo>
                  <a:lnTo>
                    <a:pt x="8629" y="1922"/>
                  </a:lnTo>
                  <a:lnTo>
                    <a:pt x="8629" y="2198"/>
                  </a:lnTo>
                  <a:lnTo>
                    <a:pt x="8745" y="2528"/>
                  </a:lnTo>
                  <a:lnTo>
                    <a:pt x="8918" y="2748"/>
                  </a:lnTo>
                  <a:lnTo>
                    <a:pt x="9033" y="2858"/>
                  </a:lnTo>
                  <a:lnTo>
                    <a:pt x="8456" y="3902"/>
                  </a:lnTo>
                  <a:lnTo>
                    <a:pt x="7703" y="5385"/>
                  </a:lnTo>
                  <a:lnTo>
                    <a:pt x="7529" y="5770"/>
                  </a:lnTo>
                  <a:lnTo>
                    <a:pt x="7297" y="6100"/>
                  </a:lnTo>
                  <a:lnTo>
                    <a:pt x="6950" y="6100"/>
                  </a:lnTo>
                  <a:lnTo>
                    <a:pt x="6776" y="6156"/>
                  </a:lnTo>
                  <a:lnTo>
                    <a:pt x="6602" y="6265"/>
                  </a:lnTo>
                  <a:lnTo>
                    <a:pt x="6485" y="6430"/>
                  </a:lnTo>
                  <a:lnTo>
                    <a:pt x="6429" y="6595"/>
                  </a:lnTo>
                  <a:lnTo>
                    <a:pt x="5502" y="6706"/>
                  </a:lnTo>
                  <a:lnTo>
                    <a:pt x="4807" y="6759"/>
                  </a:lnTo>
                  <a:lnTo>
                    <a:pt x="4228" y="6815"/>
                  </a:lnTo>
                  <a:lnTo>
                    <a:pt x="4054" y="6541"/>
                  </a:lnTo>
                  <a:lnTo>
                    <a:pt x="3880" y="6320"/>
                  </a:lnTo>
                  <a:lnTo>
                    <a:pt x="3590" y="6211"/>
                  </a:lnTo>
                  <a:lnTo>
                    <a:pt x="3301" y="6156"/>
                  </a:lnTo>
                  <a:lnTo>
                    <a:pt x="3011" y="6156"/>
                  </a:lnTo>
                  <a:lnTo>
                    <a:pt x="2837" y="6265"/>
                  </a:lnTo>
                  <a:lnTo>
                    <a:pt x="2606" y="6430"/>
                  </a:lnTo>
                  <a:lnTo>
                    <a:pt x="2490" y="6595"/>
                  </a:lnTo>
                  <a:lnTo>
                    <a:pt x="2374" y="6759"/>
                  </a:lnTo>
                  <a:lnTo>
                    <a:pt x="2374" y="6924"/>
                  </a:lnTo>
                  <a:lnTo>
                    <a:pt x="2259" y="7145"/>
                  </a:lnTo>
                  <a:lnTo>
                    <a:pt x="2259" y="7420"/>
                  </a:lnTo>
                  <a:lnTo>
                    <a:pt x="2316" y="7639"/>
                  </a:lnTo>
                  <a:lnTo>
                    <a:pt x="2374" y="7750"/>
                  </a:lnTo>
                  <a:lnTo>
                    <a:pt x="2374" y="7804"/>
                  </a:lnTo>
                  <a:lnTo>
                    <a:pt x="1969" y="8630"/>
                  </a:lnTo>
                  <a:lnTo>
                    <a:pt x="1389" y="9618"/>
                  </a:lnTo>
                  <a:lnTo>
                    <a:pt x="1216" y="9948"/>
                  </a:lnTo>
                  <a:lnTo>
                    <a:pt x="1216" y="10058"/>
                  </a:lnTo>
                  <a:lnTo>
                    <a:pt x="1159" y="10222"/>
                  </a:lnTo>
                  <a:lnTo>
                    <a:pt x="1159" y="10168"/>
                  </a:lnTo>
                  <a:lnTo>
                    <a:pt x="985" y="10168"/>
                  </a:lnTo>
                  <a:lnTo>
                    <a:pt x="868" y="10222"/>
                  </a:lnTo>
                  <a:lnTo>
                    <a:pt x="638" y="10387"/>
                  </a:lnTo>
                  <a:lnTo>
                    <a:pt x="521" y="10443"/>
                  </a:lnTo>
                  <a:lnTo>
                    <a:pt x="406" y="10498"/>
                  </a:lnTo>
                  <a:lnTo>
                    <a:pt x="289" y="10663"/>
                  </a:lnTo>
                  <a:lnTo>
                    <a:pt x="174" y="10828"/>
                  </a:lnTo>
                  <a:lnTo>
                    <a:pt x="174" y="11157"/>
                  </a:lnTo>
                  <a:lnTo>
                    <a:pt x="0" y="11652"/>
                  </a:lnTo>
                  <a:lnTo>
                    <a:pt x="58" y="11761"/>
                  </a:lnTo>
                  <a:lnTo>
                    <a:pt x="115" y="11817"/>
                  </a:lnTo>
                  <a:lnTo>
                    <a:pt x="174" y="11926"/>
                  </a:lnTo>
                  <a:lnTo>
                    <a:pt x="289" y="11926"/>
                  </a:lnTo>
                  <a:lnTo>
                    <a:pt x="579" y="12037"/>
                  </a:lnTo>
                  <a:lnTo>
                    <a:pt x="1042" y="12037"/>
                  </a:lnTo>
                  <a:lnTo>
                    <a:pt x="1042" y="11982"/>
                  </a:lnTo>
                  <a:lnTo>
                    <a:pt x="1216" y="11982"/>
                  </a:lnTo>
                  <a:lnTo>
                    <a:pt x="1389" y="12257"/>
                  </a:lnTo>
                  <a:lnTo>
                    <a:pt x="1563" y="12531"/>
                  </a:lnTo>
                  <a:lnTo>
                    <a:pt x="1912" y="12970"/>
                  </a:lnTo>
                  <a:lnTo>
                    <a:pt x="2606" y="13906"/>
                  </a:lnTo>
                  <a:lnTo>
                    <a:pt x="2663" y="14015"/>
                  </a:lnTo>
                  <a:lnTo>
                    <a:pt x="2606" y="14235"/>
                  </a:lnTo>
                  <a:lnTo>
                    <a:pt x="2548" y="14455"/>
                  </a:lnTo>
                  <a:lnTo>
                    <a:pt x="2490" y="14730"/>
                  </a:lnTo>
                  <a:lnTo>
                    <a:pt x="2490" y="14894"/>
                  </a:lnTo>
                  <a:lnTo>
                    <a:pt x="2548" y="15059"/>
                  </a:lnTo>
                  <a:lnTo>
                    <a:pt x="2433" y="15335"/>
                  </a:lnTo>
                  <a:lnTo>
                    <a:pt x="2259" y="15609"/>
                  </a:lnTo>
                  <a:lnTo>
                    <a:pt x="2142" y="15883"/>
                  </a:lnTo>
                  <a:lnTo>
                    <a:pt x="1912" y="16159"/>
                  </a:lnTo>
                  <a:lnTo>
                    <a:pt x="1795" y="16269"/>
                  </a:lnTo>
                  <a:lnTo>
                    <a:pt x="1795" y="16433"/>
                  </a:lnTo>
                  <a:lnTo>
                    <a:pt x="1853" y="16598"/>
                  </a:lnTo>
                  <a:lnTo>
                    <a:pt x="1969" y="16709"/>
                  </a:lnTo>
                  <a:lnTo>
                    <a:pt x="2142" y="16763"/>
                  </a:lnTo>
                  <a:lnTo>
                    <a:pt x="2316" y="16709"/>
                  </a:lnTo>
                  <a:lnTo>
                    <a:pt x="2433" y="16598"/>
                  </a:lnTo>
                  <a:lnTo>
                    <a:pt x="2490" y="16433"/>
                  </a:lnTo>
                  <a:lnTo>
                    <a:pt x="2548" y="16379"/>
                  </a:lnTo>
                  <a:lnTo>
                    <a:pt x="2663" y="16215"/>
                  </a:lnTo>
                  <a:lnTo>
                    <a:pt x="2780" y="15939"/>
                  </a:lnTo>
                  <a:lnTo>
                    <a:pt x="2895" y="15719"/>
                  </a:lnTo>
                  <a:lnTo>
                    <a:pt x="3011" y="15280"/>
                  </a:lnTo>
                  <a:lnTo>
                    <a:pt x="3416" y="15280"/>
                  </a:lnTo>
                  <a:lnTo>
                    <a:pt x="3707" y="15224"/>
                  </a:lnTo>
                  <a:lnTo>
                    <a:pt x="3937" y="15115"/>
                  </a:lnTo>
                  <a:lnTo>
                    <a:pt x="4169" y="15005"/>
                  </a:lnTo>
                  <a:lnTo>
                    <a:pt x="4285" y="14841"/>
                  </a:lnTo>
                  <a:lnTo>
                    <a:pt x="5270" y="14841"/>
                  </a:lnTo>
                  <a:lnTo>
                    <a:pt x="6312" y="14894"/>
                  </a:lnTo>
                  <a:lnTo>
                    <a:pt x="6370" y="15059"/>
                  </a:lnTo>
                  <a:lnTo>
                    <a:pt x="6429" y="15115"/>
                  </a:lnTo>
                  <a:lnTo>
                    <a:pt x="6544" y="15224"/>
                  </a:lnTo>
                  <a:lnTo>
                    <a:pt x="6776" y="15335"/>
                  </a:lnTo>
                  <a:lnTo>
                    <a:pt x="7008" y="15444"/>
                  </a:lnTo>
                  <a:lnTo>
                    <a:pt x="7297" y="15444"/>
                  </a:lnTo>
                  <a:lnTo>
                    <a:pt x="7586" y="15389"/>
                  </a:lnTo>
                  <a:lnTo>
                    <a:pt x="7703" y="15335"/>
                  </a:lnTo>
                  <a:lnTo>
                    <a:pt x="8339" y="16215"/>
                  </a:lnTo>
                  <a:lnTo>
                    <a:pt x="8571" y="16654"/>
                  </a:lnTo>
                  <a:lnTo>
                    <a:pt x="8803" y="17093"/>
                  </a:lnTo>
                  <a:lnTo>
                    <a:pt x="9150" y="17972"/>
                  </a:lnTo>
                  <a:lnTo>
                    <a:pt x="9092" y="18137"/>
                  </a:lnTo>
                  <a:lnTo>
                    <a:pt x="9092" y="18742"/>
                  </a:lnTo>
                  <a:lnTo>
                    <a:pt x="9033" y="18907"/>
                  </a:lnTo>
                  <a:lnTo>
                    <a:pt x="9033" y="19017"/>
                  </a:lnTo>
                  <a:lnTo>
                    <a:pt x="9092" y="19128"/>
                  </a:lnTo>
                  <a:lnTo>
                    <a:pt x="9439" y="19292"/>
                  </a:lnTo>
                  <a:lnTo>
                    <a:pt x="9092" y="19731"/>
                  </a:lnTo>
                  <a:lnTo>
                    <a:pt x="8860" y="20172"/>
                  </a:lnTo>
                  <a:lnTo>
                    <a:pt x="8686" y="20666"/>
                  </a:lnTo>
                  <a:lnTo>
                    <a:pt x="8571" y="21161"/>
                  </a:lnTo>
                  <a:lnTo>
                    <a:pt x="8512" y="21270"/>
                  </a:lnTo>
                  <a:lnTo>
                    <a:pt x="8571" y="21381"/>
                  </a:lnTo>
                  <a:lnTo>
                    <a:pt x="8686" y="21491"/>
                  </a:lnTo>
                  <a:lnTo>
                    <a:pt x="8803" y="21546"/>
                  </a:lnTo>
                  <a:lnTo>
                    <a:pt x="8918" y="21600"/>
                  </a:lnTo>
                  <a:lnTo>
                    <a:pt x="9033" y="21600"/>
                  </a:lnTo>
                  <a:lnTo>
                    <a:pt x="9092" y="21546"/>
                  </a:lnTo>
                  <a:lnTo>
                    <a:pt x="9207" y="21435"/>
                  </a:lnTo>
                  <a:lnTo>
                    <a:pt x="9207" y="21326"/>
                  </a:lnTo>
                  <a:lnTo>
                    <a:pt x="9265" y="21106"/>
                  </a:lnTo>
                  <a:lnTo>
                    <a:pt x="9439" y="20666"/>
                  </a:lnTo>
                  <a:lnTo>
                    <a:pt x="9613" y="20172"/>
                  </a:lnTo>
                  <a:lnTo>
                    <a:pt x="9960" y="19511"/>
                  </a:lnTo>
                  <a:lnTo>
                    <a:pt x="10366" y="19511"/>
                  </a:lnTo>
                  <a:lnTo>
                    <a:pt x="10598" y="19457"/>
                  </a:lnTo>
                  <a:lnTo>
                    <a:pt x="10713" y="19292"/>
                  </a:lnTo>
                  <a:lnTo>
                    <a:pt x="10830" y="18852"/>
                  </a:lnTo>
                  <a:lnTo>
                    <a:pt x="11987" y="18852"/>
                  </a:lnTo>
                  <a:lnTo>
                    <a:pt x="13029" y="18798"/>
                  </a:lnTo>
                  <a:lnTo>
                    <a:pt x="14073" y="18742"/>
                  </a:lnTo>
                  <a:lnTo>
                    <a:pt x="14130" y="18742"/>
                  </a:lnTo>
                  <a:lnTo>
                    <a:pt x="14130" y="18907"/>
                  </a:lnTo>
                  <a:lnTo>
                    <a:pt x="14246" y="19017"/>
                  </a:lnTo>
                  <a:lnTo>
                    <a:pt x="14477" y="19182"/>
                  </a:lnTo>
                  <a:lnTo>
                    <a:pt x="14767" y="19292"/>
                  </a:lnTo>
                  <a:lnTo>
                    <a:pt x="15056" y="19346"/>
                  </a:lnTo>
                  <a:lnTo>
                    <a:pt x="15230" y="19896"/>
                  </a:lnTo>
                  <a:lnTo>
                    <a:pt x="15462" y="20720"/>
                  </a:lnTo>
                  <a:lnTo>
                    <a:pt x="15636" y="21052"/>
                  </a:lnTo>
                  <a:lnTo>
                    <a:pt x="15751" y="21216"/>
                  </a:lnTo>
                  <a:lnTo>
                    <a:pt x="15868" y="21381"/>
                  </a:lnTo>
                  <a:lnTo>
                    <a:pt x="16100" y="21381"/>
                  </a:lnTo>
                  <a:lnTo>
                    <a:pt x="16215" y="21326"/>
                  </a:lnTo>
                  <a:lnTo>
                    <a:pt x="16273" y="21216"/>
                  </a:lnTo>
                  <a:lnTo>
                    <a:pt x="16273" y="20831"/>
                  </a:lnTo>
                  <a:lnTo>
                    <a:pt x="16100" y="20391"/>
                  </a:lnTo>
                  <a:lnTo>
                    <a:pt x="15751" y="19402"/>
                  </a:lnTo>
                  <a:lnTo>
                    <a:pt x="15636" y="19072"/>
                  </a:lnTo>
                  <a:lnTo>
                    <a:pt x="15751" y="18907"/>
                  </a:lnTo>
                  <a:lnTo>
                    <a:pt x="15926" y="18578"/>
                  </a:lnTo>
                  <a:lnTo>
                    <a:pt x="15983" y="18302"/>
                  </a:lnTo>
                  <a:lnTo>
                    <a:pt x="16041" y="18028"/>
                  </a:lnTo>
                  <a:lnTo>
                    <a:pt x="16041" y="17807"/>
                  </a:lnTo>
                  <a:lnTo>
                    <a:pt x="15983" y="17754"/>
                  </a:lnTo>
                  <a:lnTo>
                    <a:pt x="16736" y="16544"/>
                  </a:lnTo>
                  <a:lnTo>
                    <a:pt x="17547" y="15335"/>
                  </a:lnTo>
                  <a:lnTo>
                    <a:pt x="17952" y="15115"/>
                  </a:lnTo>
                  <a:lnTo>
                    <a:pt x="18184" y="14950"/>
                  </a:lnTo>
                  <a:lnTo>
                    <a:pt x="18357" y="14785"/>
                  </a:lnTo>
                  <a:lnTo>
                    <a:pt x="18416" y="14730"/>
                  </a:lnTo>
                  <a:lnTo>
                    <a:pt x="18531" y="14620"/>
                  </a:lnTo>
                  <a:lnTo>
                    <a:pt x="18648" y="14400"/>
                  </a:lnTo>
                  <a:lnTo>
                    <a:pt x="18763" y="14180"/>
                  </a:lnTo>
                  <a:lnTo>
                    <a:pt x="19052" y="14235"/>
                  </a:lnTo>
                  <a:lnTo>
                    <a:pt x="19399" y="14235"/>
                  </a:lnTo>
                  <a:lnTo>
                    <a:pt x="20326" y="14291"/>
                  </a:lnTo>
                  <a:lnTo>
                    <a:pt x="21196" y="14235"/>
                  </a:lnTo>
                  <a:lnTo>
                    <a:pt x="21311" y="14235"/>
                  </a:lnTo>
                  <a:lnTo>
                    <a:pt x="21426" y="14180"/>
                  </a:lnTo>
                  <a:lnTo>
                    <a:pt x="21543" y="14070"/>
                  </a:lnTo>
                  <a:lnTo>
                    <a:pt x="21543" y="13961"/>
                  </a:lnTo>
                  <a:lnTo>
                    <a:pt x="21600" y="13850"/>
                  </a:lnTo>
                  <a:lnTo>
                    <a:pt x="21543" y="13741"/>
                  </a:lnTo>
                  <a:lnTo>
                    <a:pt x="21485" y="13631"/>
                  </a:lnTo>
                  <a:lnTo>
                    <a:pt x="21370" y="13520"/>
                  </a:lnTo>
                  <a:lnTo>
                    <a:pt x="21196" y="13520"/>
                  </a:lnTo>
                  <a:lnTo>
                    <a:pt x="20616" y="13466"/>
                  </a:lnTo>
                  <a:lnTo>
                    <a:pt x="19979" y="13466"/>
                  </a:lnTo>
                  <a:lnTo>
                    <a:pt x="18763" y="13520"/>
                  </a:lnTo>
                  <a:lnTo>
                    <a:pt x="18648" y="13411"/>
                  </a:lnTo>
                  <a:lnTo>
                    <a:pt x="18531" y="13300"/>
                  </a:lnTo>
                  <a:lnTo>
                    <a:pt x="18184" y="13135"/>
                  </a:lnTo>
                  <a:lnTo>
                    <a:pt x="18068" y="13135"/>
                  </a:lnTo>
                  <a:lnTo>
                    <a:pt x="17895" y="13191"/>
                  </a:lnTo>
                  <a:lnTo>
                    <a:pt x="17721" y="13135"/>
                  </a:lnTo>
                  <a:lnTo>
                    <a:pt x="17489" y="13191"/>
                  </a:lnTo>
                  <a:lnTo>
                    <a:pt x="16794" y="12146"/>
                  </a:lnTo>
                  <a:lnTo>
                    <a:pt x="16215" y="11378"/>
                  </a:lnTo>
                  <a:lnTo>
                    <a:pt x="15926" y="10937"/>
                  </a:lnTo>
                  <a:lnTo>
                    <a:pt x="15636" y="10607"/>
                  </a:lnTo>
                  <a:lnTo>
                    <a:pt x="15751" y="10443"/>
                  </a:lnTo>
                  <a:lnTo>
                    <a:pt x="15868" y="10222"/>
                  </a:lnTo>
                  <a:lnTo>
                    <a:pt x="15926" y="10058"/>
                  </a:lnTo>
                  <a:lnTo>
                    <a:pt x="15983" y="9839"/>
                  </a:lnTo>
                  <a:lnTo>
                    <a:pt x="15926" y="9728"/>
                  </a:lnTo>
                  <a:lnTo>
                    <a:pt x="15868" y="9672"/>
                  </a:lnTo>
                  <a:lnTo>
                    <a:pt x="15694" y="9672"/>
                  </a:lnTo>
                  <a:lnTo>
                    <a:pt x="15983" y="9343"/>
                  </a:lnTo>
                  <a:lnTo>
                    <a:pt x="16273" y="8959"/>
                  </a:lnTo>
                  <a:lnTo>
                    <a:pt x="16794" y="8244"/>
                  </a:lnTo>
                  <a:lnTo>
                    <a:pt x="17374" y="7420"/>
                  </a:lnTo>
                  <a:lnTo>
                    <a:pt x="17489" y="7420"/>
                  </a:lnTo>
                  <a:lnTo>
                    <a:pt x="17604" y="7365"/>
                  </a:lnTo>
                  <a:lnTo>
                    <a:pt x="17721" y="7255"/>
                  </a:lnTo>
                  <a:lnTo>
                    <a:pt x="17836" y="7145"/>
                  </a:lnTo>
                  <a:lnTo>
                    <a:pt x="18184" y="6870"/>
                  </a:lnTo>
                  <a:lnTo>
                    <a:pt x="18299" y="6706"/>
                  </a:lnTo>
                  <a:lnTo>
                    <a:pt x="18416" y="6541"/>
                  </a:lnTo>
                  <a:lnTo>
                    <a:pt x="18474" y="6376"/>
                  </a:lnTo>
                  <a:lnTo>
                    <a:pt x="18474" y="6211"/>
                  </a:lnTo>
                  <a:lnTo>
                    <a:pt x="18416" y="5991"/>
                  </a:lnTo>
                  <a:lnTo>
                    <a:pt x="18299" y="5826"/>
                  </a:lnTo>
                  <a:lnTo>
                    <a:pt x="18184" y="5661"/>
                  </a:lnTo>
                  <a:lnTo>
                    <a:pt x="18010" y="5606"/>
                  </a:lnTo>
                  <a:lnTo>
                    <a:pt x="17836" y="5550"/>
                  </a:lnTo>
                  <a:lnTo>
                    <a:pt x="17604" y="5496"/>
                  </a:lnTo>
                  <a:lnTo>
                    <a:pt x="17257" y="4782"/>
                  </a:lnTo>
                  <a:lnTo>
                    <a:pt x="16851" y="4122"/>
                  </a:lnTo>
                  <a:lnTo>
                    <a:pt x="16330" y="3132"/>
                  </a:lnTo>
                  <a:lnTo>
                    <a:pt x="15983" y="2583"/>
                  </a:lnTo>
                  <a:lnTo>
                    <a:pt x="15636" y="2143"/>
                  </a:lnTo>
                  <a:lnTo>
                    <a:pt x="15694" y="1922"/>
                  </a:lnTo>
                  <a:lnTo>
                    <a:pt x="15694" y="1813"/>
                  </a:lnTo>
                  <a:lnTo>
                    <a:pt x="15751" y="1593"/>
                  </a:lnTo>
                  <a:lnTo>
                    <a:pt x="15694" y="1428"/>
                  </a:lnTo>
                  <a:lnTo>
                    <a:pt x="15636" y="1263"/>
                  </a:lnTo>
                  <a:lnTo>
                    <a:pt x="15520" y="1043"/>
                  </a:lnTo>
                  <a:lnTo>
                    <a:pt x="15347" y="878"/>
                  </a:lnTo>
                  <a:lnTo>
                    <a:pt x="15115" y="769"/>
                  </a:lnTo>
                  <a:lnTo>
                    <a:pt x="14883" y="713"/>
                  </a:lnTo>
                  <a:lnTo>
                    <a:pt x="14594" y="769"/>
                  </a:lnTo>
                  <a:lnTo>
                    <a:pt x="14362" y="824"/>
                  </a:lnTo>
                  <a:lnTo>
                    <a:pt x="14188" y="989"/>
                  </a:lnTo>
                  <a:lnTo>
                    <a:pt x="14073" y="1209"/>
                  </a:lnTo>
                  <a:lnTo>
                    <a:pt x="14014" y="1428"/>
                  </a:lnTo>
                  <a:lnTo>
                    <a:pt x="13956" y="1539"/>
                  </a:lnTo>
                  <a:lnTo>
                    <a:pt x="12451" y="1648"/>
                  </a:lnTo>
                  <a:lnTo>
                    <a:pt x="11177" y="1758"/>
                  </a:lnTo>
                  <a:lnTo>
                    <a:pt x="10945" y="1758"/>
                  </a:lnTo>
                  <a:lnTo>
                    <a:pt x="10830" y="1593"/>
                  </a:lnTo>
                  <a:lnTo>
                    <a:pt x="10655" y="1374"/>
                  </a:lnTo>
                  <a:lnTo>
                    <a:pt x="10598" y="1319"/>
                  </a:lnTo>
                  <a:lnTo>
                    <a:pt x="10481" y="1209"/>
                  </a:lnTo>
                  <a:lnTo>
                    <a:pt x="10307" y="1154"/>
                  </a:lnTo>
                  <a:lnTo>
                    <a:pt x="10192" y="1154"/>
                  </a:lnTo>
                  <a:lnTo>
                    <a:pt x="10077" y="1209"/>
                  </a:lnTo>
                  <a:lnTo>
                    <a:pt x="9381" y="1209"/>
                  </a:lnTo>
                  <a:lnTo>
                    <a:pt x="8977" y="713"/>
                  </a:lnTo>
                  <a:lnTo>
                    <a:pt x="8803" y="439"/>
                  </a:lnTo>
                  <a:lnTo>
                    <a:pt x="8629" y="165"/>
                  </a:lnTo>
                  <a:lnTo>
                    <a:pt x="8571" y="54"/>
                  </a:lnTo>
                  <a:lnTo>
                    <a:pt x="8456" y="0"/>
                  </a:lnTo>
                  <a:lnTo>
                    <a:pt x="8224" y="0"/>
                  </a:lnTo>
                  <a:lnTo>
                    <a:pt x="7933" y="54"/>
                  </a:lnTo>
                  <a:lnTo>
                    <a:pt x="7759"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A4C2F4"/>
                  </a:solidFill>
                </a:defRPr>
              </a:pPr>
            </a:p>
          </p:txBody>
        </p:sp>
        <p:sp>
          <p:nvSpPr>
            <p:cNvPr id="781" name="Google Shape;308;p5"/>
            <p:cNvSpPr/>
            <p:nvPr/>
          </p:nvSpPr>
          <p:spPr>
            <a:xfrm>
              <a:off x="1012780" y="3362081"/>
              <a:ext cx="346886" cy="24620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028" y="5108"/>
                  </a:moveTo>
                  <a:lnTo>
                    <a:pt x="14651" y="5213"/>
                  </a:lnTo>
                  <a:lnTo>
                    <a:pt x="14198" y="5320"/>
                  </a:lnTo>
                  <a:lnTo>
                    <a:pt x="13819" y="5532"/>
                  </a:lnTo>
                  <a:lnTo>
                    <a:pt x="13443" y="5851"/>
                  </a:lnTo>
                  <a:lnTo>
                    <a:pt x="13140" y="6173"/>
                  </a:lnTo>
                  <a:lnTo>
                    <a:pt x="12913" y="6597"/>
                  </a:lnTo>
                  <a:lnTo>
                    <a:pt x="12763" y="7130"/>
                  </a:lnTo>
                  <a:lnTo>
                    <a:pt x="12763" y="7342"/>
                  </a:lnTo>
                  <a:lnTo>
                    <a:pt x="12839" y="7554"/>
                  </a:lnTo>
                  <a:lnTo>
                    <a:pt x="12990" y="7661"/>
                  </a:lnTo>
                  <a:lnTo>
                    <a:pt x="13140" y="7661"/>
                  </a:lnTo>
                  <a:lnTo>
                    <a:pt x="13443" y="7554"/>
                  </a:lnTo>
                  <a:lnTo>
                    <a:pt x="13669" y="7342"/>
                  </a:lnTo>
                  <a:lnTo>
                    <a:pt x="14122" y="6916"/>
                  </a:lnTo>
                  <a:lnTo>
                    <a:pt x="14425" y="6811"/>
                  </a:lnTo>
                  <a:lnTo>
                    <a:pt x="14727" y="6597"/>
                  </a:lnTo>
                  <a:lnTo>
                    <a:pt x="15407" y="6597"/>
                  </a:lnTo>
                  <a:lnTo>
                    <a:pt x="15784" y="6704"/>
                  </a:lnTo>
                  <a:lnTo>
                    <a:pt x="16162" y="6916"/>
                  </a:lnTo>
                  <a:lnTo>
                    <a:pt x="16313" y="7130"/>
                  </a:lnTo>
                  <a:lnTo>
                    <a:pt x="16389" y="7342"/>
                  </a:lnTo>
                  <a:lnTo>
                    <a:pt x="16463" y="7661"/>
                  </a:lnTo>
                  <a:lnTo>
                    <a:pt x="16463" y="7980"/>
                  </a:lnTo>
                  <a:lnTo>
                    <a:pt x="16389" y="8407"/>
                  </a:lnTo>
                  <a:lnTo>
                    <a:pt x="16237" y="8833"/>
                  </a:lnTo>
                  <a:lnTo>
                    <a:pt x="15784" y="9683"/>
                  </a:lnTo>
                  <a:lnTo>
                    <a:pt x="14801" y="11598"/>
                  </a:lnTo>
                  <a:lnTo>
                    <a:pt x="13819" y="13408"/>
                  </a:lnTo>
                  <a:lnTo>
                    <a:pt x="11705" y="17025"/>
                  </a:lnTo>
                  <a:lnTo>
                    <a:pt x="11555" y="17452"/>
                  </a:lnTo>
                  <a:lnTo>
                    <a:pt x="11631" y="17875"/>
                  </a:lnTo>
                  <a:lnTo>
                    <a:pt x="11705" y="18090"/>
                  </a:lnTo>
                  <a:lnTo>
                    <a:pt x="11781" y="18197"/>
                  </a:lnTo>
                  <a:lnTo>
                    <a:pt x="11931" y="18302"/>
                  </a:lnTo>
                  <a:lnTo>
                    <a:pt x="12084" y="18302"/>
                  </a:lnTo>
                  <a:lnTo>
                    <a:pt x="13519" y="18197"/>
                  </a:lnTo>
                  <a:lnTo>
                    <a:pt x="14954" y="18302"/>
                  </a:lnTo>
                  <a:lnTo>
                    <a:pt x="16539" y="18409"/>
                  </a:lnTo>
                  <a:lnTo>
                    <a:pt x="17295" y="18621"/>
                  </a:lnTo>
                  <a:lnTo>
                    <a:pt x="17595" y="18621"/>
                  </a:lnTo>
                  <a:lnTo>
                    <a:pt x="17974" y="18516"/>
                  </a:lnTo>
                  <a:lnTo>
                    <a:pt x="18201" y="18302"/>
                  </a:lnTo>
                  <a:lnTo>
                    <a:pt x="18277" y="17983"/>
                  </a:lnTo>
                  <a:lnTo>
                    <a:pt x="18277" y="17663"/>
                  </a:lnTo>
                  <a:lnTo>
                    <a:pt x="18050" y="17452"/>
                  </a:lnTo>
                  <a:lnTo>
                    <a:pt x="17824" y="17237"/>
                  </a:lnTo>
                  <a:lnTo>
                    <a:pt x="17445" y="17025"/>
                  </a:lnTo>
                  <a:lnTo>
                    <a:pt x="16690" y="16814"/>
                  </a:lnTo>
                  <a:lnTo>
                    <a:pt x="15254" y="16706"/>
                  </a:lnTo>
                  <a:lnTo>
                    <a:pt x="13292" y="16706"/>
                  </a:lnTo>
                  <a:lnTo>
                    <a:pt x="15557" y="12662"/>
                  </a:lnTo>
                  <a:lnTo>
                    <a:pt x="16162" y="11598"/>
                  </a:lnTo>
                  <a:lnTo>
                    <a:pt x="16766" y="10429"/>
                  </a:lnTo>
                  <a:lnTo>
                    <a:pt x="17068" y="9790"/>
                  </a:lnTo>
                  <a:lnTo>
                    <a:pt x="17295" y="9257"/>
                  </a:lnTo>
                  <a:lnTo>
                    <a:pt x="17445" y="8514"/>
                  </a:lnTo>
                  <a:lnTo>
                    <a:pt x="17521" y="7873"/>
                  </a:lnTo>
                  <a:lnTo>
                    <a:pt x="17521" y="7235"/>
                  </a:lnTo>
                  <a:lnTo>
                    <a:pt x="17369" y="6704"/>
                  </a:lnTo>
                  <a:lnTo>
                    <a:pt x="17142" y="6278"/>
                  </a:lnTo>
                  <a:lnTo>
                    <a:pt x="16916" y="5851"/>
                  </a:lnTo>
                  <a:lnTo>
                    <a:pt x="16615" y="5532"/>
                  </a:lnTo>
                  <a:lnTo>
                    <a:pt x="16237" y="5320"/>
                  </a:lnTo>
                  <a:lnTo>
                    <a:pt x="15784" y="5213"/>
                  </a:lnTo>
                  <a:lnTo>
                    <a:pt x="15407" y="5108"/>
                  </a:lnTo>
                  <a:close/>
                  <a:moveTo>
                    <a:pt x="1962" y="0"/>
                  </a:moveTo>
                  <a:lnTo>
                    <a:pt x="1585" y="107"/>
                  </a:lnTo>
                  <a:lnTo>
                    <a:pt x="1283" y="319"/>
                  </a:lnTo>
                  <a:lnTo>
                    <a:pt x="906" y="531"/>
                  </a:lnTo>
                  <a:lnTo>
                    <a:pt x="603" y="746"/>
                  </a:lnTo>
                  <a:lnTo>
                    <a:pt x="301" y="1172"/>
                  </a:lnTo>
                  <a:lnTo>
                    <a:pt x="74" y="1491"/>
                  </a:lnTo>
                  <a:lnTo>
                    <a:pt x="0" y="1703"/>
                  </a:lnTo>
                  <a:lnTo>
                    <a:pt x="0" y="1915"/>
                  </a:lnTo>
                  <a:lnTo>
                    <a:pt x="150" y="2234"/>
                  </a:lnTo>
                  <a:lnTo>
                    <a:pt x="377" y="2448"/>
                  </a:lnTo>
                  <a:lnTo>
                    <a:pt x="527" y="2448"/>
                  </a:lnTo>
                  <a:lnTo>
                    <a:pt x="679" y="2341"/>
                  </a:lnTo>
                  <a:lnTo>
                    <a:pt x="1359" y="1915"/>
                  </a:lnTo>
                  <a:lnTo>
                    <a:pt x="1736" y="1810"/>
                  </a:lnTo>
                  <a:lnTo>
                    <a:pt x="2114" y="1703"/>
                  </a:lnTo>
                  <a:lnTo>
                    <a:pt x="2038" y="1810"/>
                  </a:lnTo>
                  <a:lnTo>
                    <a:pt x="2038" y="3087"/>
                  </a:lnTo>
                  <a:lnTo>
                    <a:pt x="2265" y="4256"/>
                  </a:lnTo>
                  <a:lnTo>
                    <a:pt x="2794" y="7661"/>
                  </a:lnTo>
                  <a:lnTo>
                    <a:pt x="4758" y="21069"/>
                  </a:lnTo>
                  <a:lnTo>
                    <a:pt x="4832" y="21281"/>
                  </a:lnTo>
                  <a:lnTo>
                    <a:pt x="4985" y="21496"/>
                  </a:lnTo>
                  <a:lnTo>
                    <a:pt x="5135" y="21600"/>
                  </a:lnTo>
                  <a:lnTo>
                    <a:pt x="5512" y="21600"/>
                  </a:lnTo>
                  <a:lnTo>
                    <a:pt x="5664" y="21496"/>
                  </a:lnTo>
                  <a:lnTo>
                    <a:pt x="5814" y="21281"/>
                  </a:lnTo>
                  <a:lnTo>
                    <a:pt x="5891" y="21069"/>
                  </a:lnTo>
                  <a:lnTo>
                    <a:pt x="8382" y="11917"/>
                  </a:lnTo>
                  <a:lnTo>
                    <a:pt x="10799" y="2872"/>
                  </a:lnTo>
                  <a:lnTo>
                    <a:pt x="13292" y="2660"/>
                  </a:lnTo>
                  <a:lnTo>
                    <a:pt x="15784" y="2553"/>
                  </a:lnTo>
                  <a:lnTo>
                    <a:pt x="18503" y="2660"/>
                  </a:lnTo>
                  <a:lnTo>
                    <a:pt x="19862" y="2872"/>
                  </a:lnTo>
                  <a:lnTo>
                    <a:pt x="20542" y="2872"/>
                  </a:lnTo>
                  <a:lnTo>
                    <a:pt x="21221" y="2767"/>
                  </a:lnTo>
                  <a:lnTo>
                    <a:pt x="21374" y="2660"/>
                  </a:lnTo>
                  <a:lnTo>
                    <a:pt x="21524" y="2553"/>
                  </a:lnTo>
                  <a:lnTo>
                    <a:pt x="21600" y="2341"/>
                  </a:lnTo>
                  <a:lnTo>
                    <a:pt x="21600" y="2129"/>
                  </a:lnTo>
                  <a:lnTo>
                    <a:pt x="21448" y="1703"/>
                  </a:lnTo>
                  <a:lnTo>
                    <a:pt x="21374" y="1491"/>
                  </a:lnTo>
                  <a:lnTo>
                    <a:pt x="21221" y="1384"/>
                  </a:lnTo>
                  <a:lnTo>
                    <a:pt x="20618" y="1172"/>
                  </a:lnTo>
                  <a:lnTo>
                    <a:pt x="20013" y="1065"/>
                  </a:lnTo>
                  <a:lnTo>
                    <a:pt x="18804" y="957"/>
                  </a:lnTo>
                  <a:lnTo>
                    <a:pt x="16086" y="850"/>
                  </a:lnTo>
                  <a:lnTo>
                    <a:pt x="13216" y="957"/>
                  </a:lnTo>
                  <a:lnTo>
                    <a:pt x="10346" y="1172"/>
                  </a:lnTo>
                  <a:lnTo>
                    <a:pt x="10120" y="1276"/>
                  </a:lnTo>
                  <a:lnTo>
                    <a:pt x="9969" y="1384"/>
                  </a:lnTo>
                  <a:lnTo>
                    <a:pt x="9893" y="1595"/>
                  </a:lnTo>
                  <a:lnTo>
                    <a:pt x="9743" y="1810"/>
                  </a:lnTo>
                  <a:lnTo>
                    <a:pt x="5512" y="17875"/>
                  </a:lnTo>
                  <a:lnTo>
                    <a:pt x="4379" y="10748"/>
                  </a:lnTo>
                  <a:lnTo>
                    <a:pt x="3550" y="5747"/>
                  </a:lnTo>
                  <a:lnTo>
                    <a:pt x="3171" y="3510"/>
                  </a:lnTo>
                  <a:lnTo>
                    <a:pt x="3020" y="2448"/>
                  </a:lnTo>
                  <a:lnTo>
                    <a:pt x="2944" y="1915"/>
                  </a:lnTo>
                  <a:lnTo>
                    <a:pt x="2870" y="1595"/>
                  </a:lnTo>
                  <a:lnTo>
                    <a:pt x="2944" y="1595"/>
                  </a:lnTo>
                  <a:lnTo>
                    <a:pt x="3020" y="1491"/>
                  </a:lnTo>
                  <a:lnTo>
                    <a:pt x="3020" y="1384"/>
                  </a:lnTo>
                  <a:lnTo>
                    <a:pt x="3097" y="1065"/>
                  </a:lnTo>
                  <a:lnTo>
                    <a:pt x="3097" y="638"/>
                  </a:lnTo>
                  <a:lnTo>
                    <a:pt x="3020" y="319"/>
                  </a:lnTo>
                  <a:lnTo>
                    <a:pt x="2870" y="212"/>
                  </a:lnTo>
                  <a:lnTo>
                    <a:pt x="2718" y="107"/>
                  </a:lnTo>
                  <a:lnTo>
                    <a:pt x="2341"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A4C2F4"/>
                  </a:solidFill>
                </a:defRPr>
              </a:pPr>
            </a:p>
          </p:txBody>
        </p:sp>
        <p:sp>
          <p:nvSpPr>
            <p:cNvPr id="782" name="Google Shape;309;p5"/>
            <p:cNvSpPr/>
            <p:nvPr/>
          </p:nvSpPr>
          <p:spPr>
            <a:xfrm>
              <a:off x="1226248" y="4993409"/>
              <a:ext cx="335941" cy="21465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624" y="1950"/>
                  </a:moveTo>
                  <a:lnTo>
                    <a:pt x="17624" y="2319"/>
                  </a:lnTo>
                  <a:lnTo>
                    <a:pt x="17701" y="2562"/>
                  </a:lnTo>
                  <a:lnTo>
                    <a:pt x="17858" y="2685"/>
                  </a:lnTo>
                  <a:lnTo>
                    <a:pt x="18013" y="2685"/>
                  </a:lnTo>
                  <a:lnTo>
                    <a:pt x="18639" y="2562"/>
                  </a:lnTo>
                  <a:lnTo>
                    <a:pt x="18949" y="2562"/>
                  </a:lnTo>
                  <a:lnTo>
                    <a:pt x="19106" y="2685"/>
                  </a:lnTo>
                  <a:lnTo>
                    <a:pt x="19183" y="2805"/>
                  </a:lnTo>
                  <a:lnTo>
                    <a:pt x="19574" y="3660"/>
                  </a:lnTo>
                  <a:lnTo>
                    <a:pt x="19808" y="4392"/>
                  </a:lnTo>
                  <a:lnTo>
                    <a:pt x="20120" y="5370"/>
                  </a:lnTo>
                  <a:lnTo>
                    <a:pt x="20276" y="6222"/>
                  </a:lnTo>
                  <a:lnTo>
                    <a:pt x="20431" y="7200"/>
                  </a:lnTo>
                  <a:lnTo>
                    <a:pt x="20509" y="8175"/>
                  </a:lnTo>
                  <a:lnTo>
                    <a:pt x="20509" y="9030"/>
                  </a:lnTo>
                  <a:lnTo>
                    <a:pt x="20354" y="9885"/>
                  </a:lnTo>
                  <a:lnTo>
                    <a:pt x="20197" y="10740"/>
                  </a:lnTo>
                  <a:lnTo>
                    <a:pt x="19884" y="11592"/>
                  </a:lnTo>
                  <a:lnTo>
                    <a:pt x="19495" y="12204"/>
                  </a:lnTo>
                  <a:lnTo>
                    <a:pt x="19106" y="12813"/>
                  </a:lnTo>
                  <a:lnTo>
                    <a:pt x="18560" y="13179"/>
                  </a:lnTo>
                  <a:lnTo>
                    <a:pt x="18013" y="13302"/>
                  </a:lnTo>
                  <a:lnTo>
                    <a:pt x="17701" y="13302"/>
                  </a:lnTo>
                  <a:lnTo>
                    <a:pt x="17467" y="13056"/>
                  </a:lnTo>
                  <a:lnTo>
                    <a:pt x="17233" y="12813"/>
                  </a:lnTo>
                  <a:lnTo>
                    <a:pt x="16999" y="12447"/>
                  </a:lnTo>
                  <a:lnTo>
                    <a:pt x="16689" y="11592"/>
                  </a:lnTo>
                  <a:lnTo>
                    <a:pt x="16453" y="10740"/>
                  </a:lnTo>
                  <a:lnTo>
                    <a:pt x="16219" y="9762"/>
                  </a:lnTo>
                  <a:lnTo>
                    <a:pt x="16143" y="8664"/>
                  </a:lnTo>
                  <a:lnTo>
                    <a:pt x="16064" y="7686"/>
                  </a:lnTo>
                  <a:lnTo>
                    <a:pt x="16143" y="6588"/>
                  </a:lnTo>
                  <a:lnTo>
                    <a:pt x="16219" y="5247"/>
                  </a:lnTo>
                  <a:lnTo>
                    <a:pt x="16532" y="4026"/>
                  </a:lnTo>
                  <a:lnTo>
                    <a:pt x="16766" y="3417"/>
                  </a:lnTo>
                  <a:lnTo>
                    <a:pt x="16999" y="2805"/>
                  </a:lnTo>
                  <a:lnTo>
                    <a:pt x="17233" y="2319"/>
                  </a:lnTo>
                  <a:lnTo>
                    <a:pt x="17624" y="1950"/>
                  </a:lnTo>
                  <a:close/>
                  <a:moveTo>
                    <a:pt x="17858" y="486"/>
                  </a:moveTo>
                  <a:lnTo>
                    <a:pt x="17391" y="732"/>
                  </a:lnTo>
                  <a:lnTo>
                    <a:pt x="16923" y="975"/>
                  </a:lnTo>
                  <a:lnTo>
                    <a:pt x="16610" y="1341"/>
                  </a:lnTo>
                  <a:lnTo>
                    <a:pt x="16298" y="1830"/>
                  </a:lnTo>
                  <a:lnTo>
                    <a:pt x="15985" y="2319"/>
                  </a:lnTo>
                  <a:lnTo>
                    <a:pt x="15751" y="2928"/>
                  </a:lnTo>
                  <a:lnTo>
                    <a:pt x="15441" y="4269"/>
                  </a:lnTo>
                  <a:lnTo>
                    <a:pt x="15207" y="5613"/>
                  </a:lnTo>
                  <a:lnTo>
                    <a:pt x="15129" y="6834"/>
                  </a:lnTo>
                  <a:lnTo>
                    <a:pt x="15050" y="8175"/>
                  </a:lnTo>
                  <a:lnTo>
                    <a:pt x="15207" y="9762"/>
                  </a:lnTo>
                  <a:lnTo>
                    <a:pt x="15441" y="11226"/>
                  </a:lnTo>
                  <a:lnTo>
                    <a:pt x="15751" y="12570"/>
                  </a:lnTo>
                  <a:lnTo>
                    <a:pt x="15985" y="13179"/>
                  </a:lnTo>
                  <a:lnTo>
                    <a:pt x="16298" y="13791"/>
                  </a:lnTo>
                  <a:lnTo>
                    <a:pt x="16610" y="14277"/>
                  </a:lnTo>
                  <a:lnTo>
                    <a:pt x="16923" y="14643"/>
                  </a:lnTo>
                  <a:lnTo>
                    <a:pt x="17312" y="14889"/>
                  </a:lnTo>
                  <a:lnTo>
                    <a:pt x="17780" y="15009"/>
                  </a:lnTo>
                  <a:lnTo>
                    <a:pt x="18247" y="15009"/>
                  </a:lnTo>
                  <a:lnTo>
                    <a:pt x="18639" y="14889"/>
                  </a:lnTo>
                  <a:lnTo>
                    <a:pt x="19106" y="14766"/>
                  </a:lnTo>
                  <a:lnTo>
                    <a:pt x="19417" y="14523"/>
                  </a:lnTo>
                  <a:lnTo>
                    <a:pt x="19808" y="14157"/>
                  </a:lnTo>
                  <a:lnTo>
                    <a:pt x="20120" y="13791"/>
                  </a:lnTo>
                  <a:lnTo>
                    <a:pt x="20665" y="12813"/>
                  </a:lnTo>
                  <a:lnTo>
                    <a:pt x="21056" y="11715"/>
                  </a:lnTo>
                  <a:lnTo>
                    <a:pt x="21366" y="10371"/>
                  </a:lnTo>
                  <a:lnTo>
                    <a:pt x="21600" y="9153"/>
                  </a:lnTo>
                  <a:lnTo>
                    <a:pt x="21600" y="7809"/>
                  </a:lnTo>
                  <a:lnTo>
                    <a:pt x="21523" y="6954"/>
                  </a:lnTo>
                  <a:lnTo>
                    <a:pt x="21366" y="5856"/>
                  </a:lnTo>
                  <a:lnTo>
                    <a:pt x="21132" y="4635"/>
                  </a:lnTo>
                  <a:lnTo>
                    <a:pt x="20743" y="3537"/>
                  </a:lnTo>
                  <a:lnTo>
                    <a:pt x="20354" y="2439"/>
                  </a:lnTo>
                  <a:lnTo>
                    <a:pt x="19884" y="1464"/>
                  </a:lnTo>
                  <a:lnTo>
                    <a:pt x="19650" y="1098"/>
                  </a:lnTo>
                  <a:lnTo>
                    <a:pt x="19340" y="852"/>
                  </a:lnTo>
                  <a:lnTo>
                    <a:pt x="19106" y="732"/>
                  </a:lnTo>
                  <a:lnTo>
                    <a:pt x="18794" y="609"/>
                  </a:lnTo>
                  <a:lnTo>
                    <a:pt x="18326" y="486"/>
                  </a:lnTo>
                  <a:close/>
                  <a:moveTo>
                    <a:pt x="8500" y="0"/>
                  </a:moveTo>
                  <a:lnTo>
                    <a:pt x="8344" y="120"/>
                  </a:lnTo>
                  <a:lnTo>
                    <a:pt x="8187" y="366"/>
                  </a:lnTo>
                  <a:lnTo>
                    <a:pt x="8111" y="1341"/>
                  </a:lnTo>
                  <a:lnTo>
                    <a:pt x="8032" y="2439"/>
                  </a:lnTo>
                  <a:lnTo>
                    <a:pt x="7875" y="4392"/>
                  </a:lnTo>
                  <a:lnTo>
                    <a:pt x="7719" y="8175"/>
                  </a:lnTo>
                  <a:lnTo>
                    <a:pt x="6159" y="7932"/>
                  </a:lnTo>
                  <a:lnTo>
                    <a:pt x="4522" y="7932"/>
                  </a:lnTo>
                  <a:lnTo>
                    <a:pt x="2964" y="8055"/>
                  </a:lnTo>
                  <a:lnTo>
                    <a:pt x="2183" y="8298"/>
                  </a:lnTo>
                  <a:lnTo>
                    <a:pt x="1403" y="8541"/>
                  </a:lnTo>
                  <a:lnTo>
                    <a:pt x="1403" y="8298"/>
                  </a:lnTo>
                  <a:lnTo>
                    <a:pt x="1248" y="8175"/>
                  </a:lnTo>
                  <a:lnTo>
                    <a:pt x="1169" y="8298"/>
                  </a:lnTo>
                  <a:lnTo>
                    <a:pt x="1014" y="5490"/>
                  </a:lnTo>
                  <a:lnTo>
                    <a:pt x="935" y="3051"/>
                  </a:lnTo>
                  <a:lnTo>
                    <a:pt x="857" y="1830"/>
                  </a:lnTo>
                  <a:lnTo>
                    <a:pt x="778" y="609"/>
                  </a:lnTo>
                  <a:lnTo>
                    <a:pt x="702" y="366"/>
                  </a:lnTo>
                  <a:lnTo>
                    <a:pt x="310" y="366"/>
                  </a:lnTo>
                  <a:lnTo>
                    <a:pt x="234" y="609"/>
                  </a:lnTo>
                  <a:lnTo>
                    <a:pt x="77" y="1707"/>
                  </a:lnTo>
                  <a:lnTo>
                    <a:pt x="0" y="2928"/>
                  </a:lnTo>
                  <a:lnTo>
                    <a:pt x="0" y="5247"/>
                  </a:lnTo>
                  <a:lnTo>
                    <a:pt x="77" y="7566"/>
                  </a:lnTo>
                  <a:lnTo>
                    <a:pt x="234" y="9885"/>
                  </a:lnTo>
                  <a:lnTo>
                    <a:pt x="389" y="12081"/>
                  </a:lnTo>
                  <a:lnTo>
                    <a:pt x="623" y="14400"/>
                  </a:lnTo>
                  <a:lnTo>
                    <a:pt x="857" y="16596"/>
                  </a:lnTo>
                  <a:lnTo>
                    <a:pt x="1014" y="17817"/>
                  </a:lnTo>
                  <a:lnTo>
                    <a:pt x="1169" y="18306"/>
                  </a:lnTo>
                  <a:lnTo>
                    <a:pt x="1248" y="18795"/>
                  </a:lnTo>
                  <a:lnTo>
                    <a:pt x="1169" y="19038"/>
                  </a:lnTo>
                  <a:lnTo>
                    <a:pt x="1248" y="19404"/>
                  </a:lnTo>
                  <a:lnTo>
                    <a:pt x="1403" y="19647"/>
                  </a:lnTo>
                  <a:lnTo>
                    <a:pt x="1558" y="19770"/>
                  </a:lnTo>
                  <a:lnTo>
                    <a:pt x="1871" y="19770"/>
                  </a:lnTo>
                  <a:lnTo>
                    <a:pt x="2026" y="19647"/>
                  </a:lnTo>
                  <a:lnTo>
                    <a:pt x="2183" y="19404"/>
                  </a:lnTo>
                  <a:lnTo>
                    <a:pt x="2260" y="19161"/>
                  </a:lnTo>
                  <a:lnTo>
                    <a:pt x="2260" y="18183"/>
                  </a:lnTo>
                  <a:lnTo>
                    <a:pt x="1871" y="15621"/>
                  </a:lnTo>
                  <a:lnTo>
                    <a:pt x="1558" y="12936"/>
                  </a:lnTo>
                  <a:lnTo>
                    <a:pt x="1324" y="10251"/>
                  </a:lnTo>
                  <a:lnTo>
                    <a:pt x="1248" y="9762"/>
                  </a:lnTo>
                  <a:lnTo>
                    <a:pt x="2105" y="9885"/>
                  </a:lnTo>
                  <a:lnTo>
                    <a:pt x="2885" y="9762"/>
                  </a:lnTo>
                  <a:lnTo>
                    <a:pt x="4522" y="9639"/>
                  </a:lnTo>
                  <a:lnTo>
                    <a:pt x="6082" y="9639"/>
                  </a:lnTo>
                  <a:lnTo>
                    <a:pt x="7719" y="9885"/>
                  </a:lnTo>
                  <a:lnTo>
                    <a:pt x="7564" y="14157"/>
                  </a:lnTo>
                  <a:lnTo>
                    <a:pt x="7407" y="16110"/>
                  </a:lnTo>
                  <a:lnTo>
                    <a:pt x="7407" y="16596"/>
                  </a:lnTo>
                  <a:lnTo>
                    <a:pt x="7486" y="17208"/>
                  </a:lnTo>
                  <a:lnTo>
                    <a:pt x="7564" y="17574"/>
                  </a:lnTo>
                  <a:lnTo>
                    <a:pt x="7719" y="17940"/>
                  </a:lnTo>
                  <a:lnTo>
                    <a:pt x="7798" y="18060"/>
                  </a:lnTo>
                  <a:lnTo>
                    <a:pt x="7953" y="18183"/>
                  </a:lnTo>
                  <a:lnTo>
                    <a:pt x="8187" y="17940"/>
                  </a:lnTo>
                  <a:lnTo>
                    <a:pt x="8344" y="17694"/>
                  </a:lnTo>
                  <a:lnTo>
                    <a:pt x="8500" y="17328"/>
                  </a:lnTo>
                  <a:lnTo>
                    <a:pt x="8578" y="16353"/>
                  </a:lnTo>
                  <a:lnTo>
                    <a:pt x="8578" y="14523"/>
                  </a:lnTo>
                  <a:lnTo>
                    <a:pt x="8734" y="9762"/>
                  </a:lnTo>
                  <a:lnTo>
                    <a:pt x="8812" y="4881"/>
                  </a:lnTo>
                  <a:lnTo>
                    <a:pt x="8889" y="2562"/>
                  </a:lnTo>
                  <a:lnTo>
                    <a:pt x="8889" y="1464"/>
                  </a:lnTo>
                  <a:lnTo>
                    <a:pt x="8812" y="366"/>
                  </a:lnTo>
                  <a:lnTo>
                    <a:pt x="8655" y="120"/>
                  </a:lnTo>
                  <a:lnTo>
                    <a:pt x="8500" y="0"/>
                  </a:lnTo>
                  <a:close/>
                  <a:moveTo>
                    <a:pt x="11697" y="12570"/>
                  </a:moveTo>
                  <a:lnTo>
                    <a:pt x="11151" y="12690"/>
                  </a:lnTo>
                  <a:lnTo>
                    <a:pt x="10683" y="13056"/>
                  </a:lnTo>
                  <a:lnTo>
                    <a:pt x="10371" y="13302"/>
                  </a:lnTo>
                  <a:lnTo>
                    <a:pt x="10215" y="13668"/>
                  </a:lnTo>
                  <a:lnTo>
                    <a:pt x="10215" y="13791"/>
                  </a:lnTo>
                  <a:lnTo>
                    <a:pt x="10294" y="13911"/>
                  </a:lnTo>
                  <a:lnTo>
                    <a:pt x="10449" y="14157"/>
                  </a:lnTo>
                  <a:lnTo>
                    <a:pt x="11151" y="14157"/>
                  </a:lnTo>
                  <a:lnTo>
                    <a:pt x="12165" y="14034"/>
                  </a:lnTo>
                  <a:lnTo>
                    <a:pt x="12086" y="14400"/>
                  </a:lnTo>
                  <a:lnTo>
                    <a:pt x="11852" y="14766"/>
                  </a:lnTo>
                  <a:lnTo>
                    <a:pt x="11463" y="15375"/>
                  </a:lnTo>
                  <a:lnTo>
                    <a:pt x="10683" y="16962"/>
                  </a:lnTo>
                  <a:lnTo>
                    <a:pt x="9903" y="18672"/>
                  </a:lnTo>
                  <a:lnTo>
                    <a:pt x="9280" y="20379"/>
                  </a:lnTo>
                  <a:lnTo>
                    <a:pt x="9201" y="20868"/>
                  </a:lnTo>
                  <a:lnTo>
                    <a:pt x="9280" y="21357"/>
                  </a:lnTo>
                  <a:lnTo>
                    <a:pt x="9514" y="21600"/>
                  </a:lnTo>
                  <a:lnTo>
                    <a:pt x="9826" y="21600"/>
                  </a:lnTo>
                  <a:lnTo>
                    <a:pt x="13413" y="20379"/>
                  </a:lnTo>
                  <a:lnTo>
                    <a:pt x="13568" y="20259"/>
                  </a:lnTo>
                  <a:lnTo>
                    <a:pt x="13725" y="20013"/>
                  </a:lnTo>
                  <a:lnTo>
                    <a:pt x="13802" y="19770"/>
                  </a:lnTo>
                  <a:lnTo>
                    <a:pt x="13725" y="19404"/>
                  </a:lnTo>
                  <a:lnTo>
                    <a:pt x="13647" y="19161"/>
                  </a:lnTo>
                  <a:lnTo>
                    <a:pt x="13568" y="18915"/>
                  </a:lnTo>
                  <a:lnTo>
                    <a:pt x="13334" y="18795"/>
                  </a:lnTo>
                  <a:lnTo>
                    <a:pt x="13100" y="18795"/>
                  </a:lnTo>
                  <a:lnTo>
                    <a:pt x="10683" y="19647"/>
                  </a:lnTo>
                  <a:lnTo>
                    <a:pt x="11306" y="18183"/>
                  </a:lnTo>
                  <a:lnTo>
                    <a:pt x="12010" y="16842"/>
                  </a:lnTo>
                  <a:lnTo>
                    <a:pt x="12477" y="15987"/>
                  </a:lnTo>
                  <a:lnTo>
                    <a:pt x="12866" y="15132"/>
                  </a:lnTo>
                  <a:lnTo>
                    <a:pt x="13022" y="14643"/>
                  </a:lnTo>
                  <a:lnTo>
                    <a:pt x="13179" y="14157"/>
                  </a:lnTo>
                  <a:lnTo>
                    <a:pt x="13179" y="13056"/>
                  </a:lnTo>
                  <a:lnTo>
                    <a:pt x="13100" y="12936"/>
                  </a:lnTo>
                  <a:lnTo>
                    <a:pt x="13022" y="12690"/>
                  </a:lnTo>
                  <a:lnTo>
                    <a:pt x="12711" y="1257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A4C2F4"/>
                  </a:solidFill>
                </a:defRPr>
              </a:pPr>
            </a:p>
          </p:txBody>
        </p:sp>
        <p:sp>
          <p:nvSpPr>
            <p:cNvPr id="783" name="Google Shape;310;p5"/>
            <p:cNvSpPr/>
            <p:nvPr/>
          </p:nvSpPr>
          <p:spPr>
            <a:xfrm>
              <a:off x="36404" y="328699"/>
              <a:ext cx="377207" cy="37475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793" y="8039"/>
                  </a:moveTo>
                  <a:lnTo>
                    <a:pt x="9723" y="8109"/>
                  </a:lnTo>
                  <a:lnTo>
                    <a:pt x="9654" y="8178"/>
                  </a:lnTo>
                  <a:lnTo>
                    <a:pt x="9446" y="8319"/>
                  </a:lnTo>
                  <a:lnTo>
                    <a:pt x="9306" y="8528"/>
                  </a:lnTo>
                  <a:lnTo>
                    <a:pt x="9306" y="8597"/>
                  </a:lnTo>
                  <a:lnTo>
                    <a:pt x="9168" y="8877"/>
                  </a:lnTo>
                  <a:lnTo>
                    <a:pt x="9168" y="9087"/>
                  </a:lnTo>
                  <a:lnTo>
                    <a:pt x="9238" y="9228"/>
                  </a:lnTo>
                  <a:lnTo>
                    <a:pt x="9446" y="9367"/>
                  </a:lnTo>
                  <a:lnTo>
                    <a:pt x="9654" y="9506"/>
                  </a:lnTo>
                  <a:lnTo>
                    <a:pt x="10001" y="9506"/>
                  </a:lnTo>
                  <a:lnTo>
                    <a:pt x="10279" y="9367"/>
                  </a:lnTo>
                  <a:lnTo>
                    <a:pt x="10488" y="9087"/>
                  </a:lnTo>
                  <a:lnTo>
                    <a:pt x="10558" y="8948"/>
                  </a:lnTo>
                  <a:lnTo>
                    <a:pt x="10626" y="8808"/>
                  </a:lnTo>
                  <a:lnTo>
                    <a:pt x="10558" y="8667"/>
                  </a:lnTo>
                  <a:lnTo>
                    <a:pt x="10558" y="8528"/>
                  </a:lnTo>
                  <a:lnTo>
                    <a:pt x="10279" y="8387"/>
                  </a:lnTo>
                  <a:lnTo>
                    <a:pt x="10071" y="8319"/>
                  </a:lnTo>
                  <a:lnTo>
                    <a:pt x="10071" y="8178"/>
                  </a:lnTo>
                  <a:lnTo>
                    <a:pt x="9931" y="8109"/>
                  </a:lnTo>
                  <a:lnTo>
                    <a:pt x="9793" y="8039"/>
                  </a:lnTo>
                  <a:close/>
                  <a:moveTo>
                    <a:pt x="11321" y="11463"/>
                  </a:moveTo>
                  <a:lnTo>
                    <a:pt x="11391" y="11534"/>
                  </a:lnTo>
                  <a:lnTo>
                    <a:pt x="11459" y="11673"/>
                  </a:lnTo>
                  <a:lnTo>
                    <a:pt x="11459" y="11814"/>
                  </a:lnTo>
                  <a:lnTo>
                    <a:pt x="11182" y="11884"/>
                  </a:lnTo>
                  <a:lnTo>
                    <a:pt x="11251" y="11604"/>
                  </a:lnTo>
                  <a:lnTo>
                    <a:pt x="11321" y="11463"/>
                  </a:lnTo>
                  <a:close/>
                  <a:moveTo>
                    <a:pt x="11042" y="10695"/>
                  </a:moveTo>
                  <a:lnTo>
                    <a:pt x="10834" y="10766"/>
                  </a:lnTo>
                  <a:lnTo>
                    <a:pt x="10696" y="10905"/>
                  </a:lnTo>
                  <a:lnTo>
                    <a:pt x="10626" y="11044"/>
                  </a:lnTo>
                  <a:lnTo>
                    <a:pt x="10626" y="11185"/>
                  </a:lnTo>
                  <a:lnTo>
                    <a:pt x="10766" y="11324"/>
                  </a:lnTo>
                  <a:lnTo>
                    <a:pt x="10558" y="11743"/>
                  </a:lnTo>
                  <a:lnTo>
                    <a:pt x="10488" y="12233"/>
                  </a:lnTo>
                  <a:lnTo>
                    <a:pt x="10558" y="12443"/>
                  </a:lnTo>
                  <a:lnTo>
                    <a:pt x="10766" y="12513"/>
                  </a:lnTo>
                  <a:lnTo>
                    <a:pt x="11042" y="12582"/>
                  </a:lnTo>
                  <a:lnTo>
                    <a:pt x="11321" y="12582"/>
                  </a:lnTo>
                  <a:lnTo>
                    <a:pt x="11529" y="12513"/>
                  </a:lnTo>
                  <a:lnTo>
                    <a:pt x="11807" y="12443"/>
                  </a:lnTo>
                  <a:lnTo>
                    <a:pt x="12016" y="12304"/>
                  </a:lnTo>
                  <a:lnTo>
                    <a:pt x="12154" y="12094"/>
                  </a:lnTo>
                  <a:lnTo>
                    <a:pt x="12224" y="11814"/>
                  </a:lnTo>
                  <a:lnTo>
                    <a:pt x="12224" y="11534"/>
                  </a:lnTo>
                  <a:lnTo>
                    <a:pt x="12154" y="11324"/>
                  </a:lnTo>
                  <a:lnTo>
                    <a:pt x="12016" y="11114"/>
                  </a:lnTo>
                  <a:lnTo>
                    <a:pt x="11877" y="10975"/>
                  </a:lnTo>
                  <a:lnTo>
                    <a:pt x="11667" y="10834"/>
                  </a:lnTo>
                  <a:lnTo>
                    <a:pt x="11459" y="10766"/>
                  </a:lnTo>
                  <a:lnTo>
                    <a:pt x="11251" y="10695"/>
                  </a:lnTo>
                  <a:close/>
                  <a:moveTo>
                    <a:pt x="7432" y="839"/>
                  </a:moveTo>
                  <a:lnTo>
                    <a:pt x="8751" y="909"/>
                  </a:lnTo>
                  <a:lnTo>
                    <a:pt x="10139" y="909"/>
                  </a:lnTo>
                  <a:lnTo>
                    <a:pt x="12919" y="1048"/>
                  </a:lnTo>
                  <a:lnTo>
                    <a:pt x="14447" y="1048"/>
                  </a:lnTo>
                  <a:lnTo>
                    <a:pt x="14585" y="1397"/>
                  </a:lnTo>
                  <a:lnTo>
                    <a:pt x="14723" y="2026"/>
                  </a:lnTo>
                  <a:lnTo>
                    <a:pt x="14238" y="2235"/>
                  </a:lnTo>
                  <a:lnTo>
                    <a:pt x="13614" y="2306"/>
                  </a:lnTo>
                  <a:lnTo>
                    <a:pt x="13335" y="2306"/>
                  </a:lnTo>
                  <a:lnTo>
                    <a:pt x="12987" y="2235"/>
                  </a:lnTo>
                  <a:lnTo>
                    <a:pt x="12710" y="2235"/>
                  </a:lnTo>
                  <a:lnTo>
                    <a:pt x="12362" y="2306"/>
                  </a:lnTo>
                  <a:lnTo>
                    <a:pt x="12294" y="2376"/>
                  </a:lnTo>
                  <a:lnTo>
                    <a:pt x="12224" y="2516"/>
                  </a:lnTo>
                  <a:lnTo>
                    <a:pt x="12154" y="2657"/>
                  </a:lnTo>
                  <a:lnTo>
                    <a:pt x="12224" y="2796"/>
                  </a:lnTo>
                  <a:lnTo>
                    <a:pt x="12224" y="2866"/>
                  </a:lnTo>
                  <a:lnTo>
                    <a:pt x="12294" y="3005"/>
                  </a:lnTo>
                  <a:lnTo>
                    <a:pt x="12432" y="3145"/>
                  </a:lnTo>
                  <a:lnTo>
                    <a:pt x="12432" y="3985"/>
                  </a:lnTo>
                  <a:lnTo>
                    <a:pt x="12570" y="5033"/>
                  </a:lnTo>
                  <a:lnTo>
                    <a:pt x="12640" y="6081"/>
                  </a:lnTo>
                  <a:lnTo>
                    <a:pt x="12710" y="6920"/>
                  </a:lnTo>
                  <a:lnTo>
                    <a:pt x="12710" y="7758"/>
                  </a:lnTo>
                  <a:lnTo>
                    <a:pt x="12640" y="8738"/>
                  </a:lnTo>
                  <a:lnTo>
                    <a:pt x="12570" y="9228"/>
                  </a:lnTo>
                  <a:lnTo>
                    <a:pt x="12570" y="9716"/>
                  </a:lnTo>
                  <a:lnTo>
                    <a:pt x="12640" y="9996"/>
                  </a:lnTo>
                  <a:lnTo>
                    <a:pt x="12570" y="10135"/>
                  </a:lnTo>
                  <a:lnTo>
                    <a:pt x="12570" y="10415"/>
                  </a:lnTo>
                  <a:lnTo>
                    <a:pt x="12710" y="10556"/>
                  </a:lnTo>
                  <a:lnTo>
                    <a:pt x="13473" y="11044"/>
                  </a:lnTo>
                  <a:lnTo>
                    <a:pt x="14168" y="11463"/>
                  </a:lnTo>
                  <a:lnTo>
                    <a:pt x="14863" y="12024"/>
                  </a:lnTo>
                  <a:lnTo>
                    <a:pt x="15558" y="12652"/>
                  </a:lnTo>
                  <a:lnTo>
                    <a:pt x="16878" y="13910"/>
                  </a:lnTo>
                  <a:lnTo>
                    <a:pt x="16321" y="13981"/>
                  </a:lnTo>
                  <a:lnTo>
                    <a:pt x="15766" y="13910"/>
                  </a:lnTo>
                  <a:lnTo>
                    <a:pt x="15350" y="13771"/>
                  </a:lnTo>
                  <a:lnTo>
                    <a:pt x="14931" y="13632"/>
                  </a:lnTo>
                  <a:lnTo>
                    <a:pt x="14168" y="13211"/>
                  </a:lnTo>
                  <a:lnTo>
                    <a:pt x="13473" y="13001"/>
                  </a:lnTo>
                  <a:lnTo>
                    <a:pt x="12779" y="12933"/>
                  </a:lnTo>
                  <a:lnTo>
                    <a:pt x="12086" y="13001"/>
                  </a:lnTo>
                  <a:lnTo>
                    <a:pt x="11321" y="13211"/>
                  </a:lnTo>
                  <a:lnTo>
                    <a:pt x="10558" y="13422"/>
                  </a:lnTo>
                  <a:lnTo>
                    <a:pt x="9863" y="13771"/>
                  </a:lnTo>
                  <a:lnTo>
                    <a:pt x="9168" y="14051"/>
                  </a:lnTo>
                  <a:lnTo>
                    <a:pt x="8403" y="14329"/>
                  </a:lnTo>
                  <a:lnTo>
                    <a:pt x="7778" y="14400"/>
                  </a:lnTo>
                  <a:lnTo>
                    <a:pt x="7223" y="14471"/>
                  </a:lnTo>
                  <a:lnTo>
                    <a:pt x="7362" y="14400"/>
                  </a:lnTo>
                  <a:lnTo>
                    <a:pt x="7432" y="14261"/>
                  </a:lnTo>
                  <a:lnTo>
                    <a:pt x="7432" y="13910"/>
                  </a:lnTo>
                  <a:lnTo>
                    <a:pt x="7362" y="13771"/>
                  </a:lnTo>
                  <a:lnTo>
                    <a:pt x="7223" y="13701"/>
                  </a:lnTo>
                  <a:lnTo>
                    <a:pt x="5279" y="13701"/>
                  </a:lnTo>
                  <a:lnTo>
                    <a:pt x="5555" y="13422"/>
                  </a:lnTo>
                  <a:lnTo>
                    <a:pt x="6182" y="12723"/>
                  </a:lnTo>
                  <a:lnTo>
                    <a:pt x="6737" y="12792"/>
                  </a:lnTo>
                  <a:lnTo>
                    <a:pt x="7293" y="12792"/>
                  </a:lnTo>
                  <a:lnTo>
                    <a:pt x="8335" y="12723"/>
                  </a:lnTo>
                  <a:lnTo>
                    <a:pt x="8611" y="12652"/>
                  </a:lnTo>
                  <a:lnTo>
                    <a:pt x="8751" y="12443"/>
                  </a:lnTo>
                  <a:lnTo>
                    <a:pt x="8751" y="12304"/>
                  </a:lnTo>
                  <a:lnTo>
                    <a:pt x="8681" y="12163"/>
                  </a:lnTo>
                  <a:lnTo>
                    <a:pt x="8543" y="12024"/>
                  </a:lnTo>
                  <a:lnTo>
                    <a:pt x="8335" y="11953"/>
                  </a:lnTo>
                  <a:lnTo>
                    <a:pt x="6945" y="11953"/>
                  </a:lnTo>
                  <a:lnTo>
                    <a:pt x="7432" y="11463"/>
                  </a:lnTo>
                  <a:lnTo>
                    <a:pt x="7918" y="10905"/>
                  </a:lnTo>
                  <a:lnTo>
                    <a:pt x="8127" y="10905"/>
                  </a:lnTo>
                  <a:lnTo>
                    <a:pt x="8265" y="10834"/>
                  </a:lnTo>
                  <a:lnTo>
                    <a:pt x="8403" y="10625"/>
                  </a:lnTo>
                  <a:lnTo>
                    <a:pt x="8473" y="10415"/>
                  </a:lnTo>
                  <a:lnTo>
                    <a:pt x="8335" y="6571"/>
                  </a:lnTo>
                  <a:lnTo>
                    <a:pt x="8265" y="4753"/>
                  </a:lnTo>
                  <a:lnTo>
                    <a:pt x="8195" y="3844"/>
                  </a:lnTo>
                  <a:lnTo>
                    <a:pt x="8127" y="2935"/>
                  </a:lnTo>
                  <a:lnTo>
                    <a:pt x="8056" y="2725"/>
                  </a:lnTo>
                  <a:lnTo>
                    <a:pt x="8611" y="2866"/>
                  </a:lnTo>
                  <a:lnTo>
                    <a:pt x="9376" y="3005"/>
                  </a:lnTo>
                  <a:lnTo>
                    <a:pt x="9793" y="3005"/>
                  </a:lnTo>
                  <a:lnTo>
                    <a:pt x="10139" y="2866"/>
                  </a:lnTo>
                  <a:lnTo>
                    <a:pt x="10209" y="2796"/>
                  </a:lnTo>
                  <a:lnTo>
                    <a:pt x="10279" y="2725"/>
                  </a:lnTo>
                  <a:lnTo>
                    <a:pt x="10279" y="2586"/>
                  </a:lnTo>
                  <a:lnTo>
                    <a:pt x="10209" y="2516"/>
                  </a:lnTo>
                  <a:lnTo>
                    <a:pt x="9931" y="2306"/>
                  </a:lnTo>
                  <a:lnTo>
                    <a:pt x="9584" y="2235"/>
                  </a:lnTo>
                  <a:lnTo>
                    <a:pt x="8960" y="2167"/>
                  </a:lnTo>
                  <a:lnTo>
                    <a:pt x="7986" y="2026"/>
                  </a:lnTo>
                  <a:lnTo>
                    <a:pt x="7918" y="1957"/>
                  </a:lnTo>
                  <a:lnTo>
                    <a:pt x="7848" y="1887"/>
                  </a:lnTo>
                  <a:lnTo>
                    <a:pt x="7570" y="1887"/>
                  </a:lnTo>
                  <a:lnTo>
                    <a:pt x="7293" y="1957"/>
                  </a:lnTo>
                  <a:lnTo>
                    <a:pt x="7015" y="2026"/>
                  </a:lnTo>
                  <a:lnTo>
                    <a:pt x="6807" y="2026"/>
                  </a:lnTo>
                  <a:lnTo>
                    <a:pt x="6667" y="1957"/>
                  </a:lnTo>
                  <a:lnTo>
                    <a:pt x="6599" y="1887"/>
                  </a:lnTo>
                  <a:lnTo>
                    <a:pt x="6458" y="1677"/>
                  </a:lnTo>
                  <a:lnTo>
                    <a:pt x="6458" y="1328"/>
                  </a:lnTo>
                  <a:lnTo>
                    <a:pt x="6599" y="1187"/>
                  </a:lnTo>
                  <a:lnTo>
                    <a:pt x="6737" y="1048"/>
                  </a:lnTo>
                  <a:lnTo>
                    <a:pt x="7083" y="909"/>
                  </a:lnTo>
                  <a:lnTo>
                    <a:pt x="7432" y="839"/>
                  </a:lnTo>
                  <a:close/>
                  <a:moveTo>
                    <a:pt x="11529" y="15380"/>
                  </a:moveTo>
                  <a:lnTo>
                    <a:pt x="11599" y="15519"/>
                  </a:lnTo>
                  <a:lnTo>
                    <a:pt x="11599" y="15658"/>
                  </a:lnTo>
                  <a:lnTo>
                    <a:pt x="11529" y="15799"/>
                  </a:lnTo>
                  <a:lnTo>
                    <a:pt x="11459" y="15938"/>
                  </a:lnTo>
                  <a:lnTo>
                    <a:pt x="11321" y="16008"/>
                  </a:lnTo>
                  <a:lnTo>
                    <a:pt x="11182" y="16008"/>
                  </a:lnTo>
                  <a:lnTo>
                    <a:pt x="11042" y="15938"/>
                  </a:lnTo>
                  <a:lnTo>
                    <a:pt x="10904" y="15799"/>
                  </a:lnTo>
                  <a:lnTo>
                    <a:pt x="10904" y="15589"/>
                  </a:lnTo>
                  <a:lnTo>
                    <a:pt x="11042" y="15519"/>
                  </a:lnTo>
                  <a:lnTo>
                    <a:pt x="11251" y="15380"/>
                  </a:lnTo>
                  <a:lnTo>
                    <a:pt x="11391" y="15448"/>
                  </a:lnTo>
                  <a:lnTo>
                    <a:pt x="11459" y="15448"/>
                  </a:lnTo>
                  <a:lnTo>
                    <a:pt x="11529" y="15380"/>
                  </a:lnTo>
                  <a:close/>
                  <a:moveTo>
                    <a:pt x="11182" y="14539"/>
                  </a:moveTo>
                  <a:lnTo>
                    <a:pt x="10974" y="14610"/>
                  </a:lnTo>
                  <a:lnTo>
                    <a:pt x="10766" y="14680"/>
                  </a:lnTo>
                  <a:lnTo>
                    <a:pt x="10558" y="14819"/>
                  </a:lnTo>
                  <a:lnTo>
                    <a:pt x="10349" y="15029"/>
                  </a:lnTo>
                  <a:lnTo>
                    <a:pt x="10349" y="15099"/>
                  </a:lnTo>
                  <a:lnTo>
                    <a:pt x="10279" y="15239"/>
                  </a:lnTo>
                  <a:lnTo>
                    <a:pt x="10418" y="15380"/>
                  </a:lnTo>
                  <a:lnTo>
                    <a:pt x="10279" y="15658"/>
                  </a:lnTo>
                  <a:lnTo>
                    <a:pt x="10279" y="15938"/>
                  </a:lnTo>
                  <a:lnTo>
                    <a:pt x="10349" y="16148"/>
                  </a:lnTo>
                  <a:lnTo>
                    <a:pt x="10488" y="16357"/>
                  </a:lnTo>
                  <a:lnTo>
                    <a:pt x="10696" y="16567"/>
                  </a:lnTo>
                  <a:lnTo>
                    <a:pt x="10974" y="16637"/>
                  </a:lnTo>
                  <a:lnTo>
                    <a:pt x="11182" y="16708"/>
                  </a:lnTo>
                  <a:lnTo>
                    <a:pt x="11459" y="16708"/>
                  </a:lnTo>
                  <a:lnTo>
                    <a:pt x="11737" y="16637"/>
                  </a:lnTo>
                  <a:lnTo>
                    <a:pt x="11946" y="16498"/>
                  </a:lnTo>
                  <a:lnTo>
                    <a:pt x="12086" y="16357"/>
                  </a:lnTo>
                  <a:lnTo>
                    <a:pt x="12224" y="16148"/>
                  </a:lnTo>
                  <a:lnTo>
                    <a:pt x="12294" y="15867"/>
                  </a:lnTo>
                  <a:lnTo>
                    <a:pt x="12294" y="15380"/>
                  </a:lnTo>
                  <a:lnTo>
                    <a:pt x="12224" y="15170"/>
                  </a:lnTo>
                  <a:lnTo>
                    <a:pt x="12086" y="14960"/>
                  </a:lnTo>
                  <a:lnTo>
                    <a:pt x="11946" y="14819"/>
                  </a:lnTo>
                  <a:lnTo>
                    <a:pt x="11737" y="14680"/>
                  </a:lnTo>
                  <a:lnTo>
                    <a:pt x="11459" y="14610"/>
                  </a:lnTo>
                  <a:lnTo>
                    <a:pt x="11182" y="14539"/>
                  </a:lnTo>
                  <a:close/>
                  <a:moveTo>
                    <a:pt x="8473" y="17405"/>
                  </a:moveTo>
                  <a:lnTo>
                    <a:pt x="8543" y="17686"/>
                  </a:lnTo>
                  <a:lnTo>
                    <a:pt x="8473" y="17895"/>
                  </a:lnTo>
                  <a:lnTo>
                    <a:pt x="8335" y="18175"/>
                  </a:lnTo>
                  <a:lnTo>
                    <a:pt x="8056" y="18385"/>
                  </a:lnTo>
                  <a:lnTo>
                    <a:pt x="7918" y="18455"/>
                  </a:lnTo>
                  <a:lnTo>
                    <a:pt x="7778" y="18455"/>
                  </a:lnTo>
                  <a:lnTo>
                    <a:pt x="7640" y="18385"/>
                  </a:lnTo>
                  <a:lnTo>
                    <a:pt x="7502" y="18246"/>
                  </a:lnTo>
                  <a:lnTo>
                    <a:pt x="7432" y="18105"/>
                  </a:lnTo>
                  <a:lnTo>
                    <a:pt x="7432" y="17966"/>
                  </a:lnTo>
                  <a:lnTo>
                    <a:pt x="7502" y="17825"/>
                  </a:lnTo>
                  <a:lnTo>
                    <a:pt x="7640" y="17686"/>
                  </a:lnTo>
                  <a:lnTo>
                    <a:pt x="7986" y="17546"/>
                  </a:lnTo>
                  <a:lnTo>
                    <a:pt x="8335" y="17476"/>
                  </a:lnTo>
                  <a:lnTo>
                    <a:pt x="8403" y="17476"/>
                  </a:lnTo>
                  <a:lnTo>
                    <a:pt x="8473" y="17405"/>
                  </a:lnTo>
                  <a:close/>
                  <a:moveTo>
                    <a:pt x="14655" y="17895"/>
                  </a:moveTo>
                  <a:lnTo>
                    <a:pt x="14793" y="18034"/>
                  </a:lnTo>
                  <a:lnTo>
                    <a:pt x="14863" y="18246"/>
                  </a:lnTo>
                  <a:lnTo>
                    <a:pt x="14863" y="18455"/>
                  </a:lnTo>
                  <a:lnTo>
                    <a:pt x="14793" y="18665"/>
                  </a:lnTo>
                  <a:lnTo>
                    <a:pt x="14585" y="18804"/>
                  </a:lnTo>
                  <a:lnTo>
                    <a:pt x="14307" y="18875"/>
                  </a:lnTo>
                  <a:lnTo>
                    <a:pt x="14098" y="18875"/>
                  </a:lnTo>
                  <a:lnTo>
                    <a:pt x="13822" y="18804"/>
                  </a:lnTo>
                  <a:lnTo>
                    <a:pt x="13682" y="18665"/>
                  </a:lnTo>
                  <a:lnTo>
                    <a:pt x="13822" y="18385"/>
                  </a:lnTo>
                  <a:lnTo>
                    <a:pt x="13960" y="18175"/>
                  </a:lnTo>
                  <a:lnTo>
                    <a:pt x="14168" y="18034"/>
                  </a:lnTo>
                  <a:lnTo>
                    <a:pt x="14447" y="17966"/>
                  </a:lnTo>
                  <a:lnTo>
                    <a:pt x="14585" y="17895"/>
                  </a:lnTo>
                  <a:close/>
                  <a:moveTo>
                    <a:pt x="8403" y="16498"/>
                  </a:moveTo>
                  <a:lnTo>
                    <a:pt x="8127" y="16567"/>
                  </a:lnTo>
                  <a:lnTo>
                    <a:pt x="7848" y="16567"/>
                  </a:lnTo>
                  <a:lnTo>
                    <a:pt x="7710" y="16637"/>
                  </a:lnTo>
                  <a:lnTo>
                    <a:pt x="7570" y="16776"/>
                  </a:lnTo>
                  <a:lnTo>
                    <a:pt x="7502" y="17057"/>
                  </a:lnTo>
                  <a:lnTo>
                    <a:pt x="7083" y="17266"/>
                  </a:lnTo>
                  <a:lnTo>
                    <a:pt x="6807" y="17615"/>
                  </a:lnTo>
                  <a:lnTo>
                    <a:pt x="6737" y="17825"/>
                  </a:lnTo>
                  <a:lnTo>
                    <a:pt x="6667" y="18105"/>
                  </a:lnTo>
                  <a:lnTo>
                    <a:pt x="6737" y="18314"/>
                  </a:lnTo>
                  <a:lnTo>
                    <a:pt x="6807" y="18595"/>
                  </a:lnTo>
                  <a:lnTo>
                    <a:pt x="7015" y="18804"/>
                  </a:lnTo>
                  <a:lnTo>
                    <a:pt x="7153" y="19014"/>
                  </a:lnTo>
                  <a:lnTo>
                    <a:pt x="7432" y="19153"/>
                  </a:lnTo>
                  <a:lnTo>
                    <a:pt x="7640" y="19224"/>
                  </a:lnTo>
                  <a:lnTo>
                    <a:pt x="8265" y="19224"/>
                  </a:lnTo>
                  <a:lnTo>
                    <a:pt x="8543" y="19084"/>
                  </a:lnTo>
                  <a:lnTo>
                    <a:pt x="8751" y="18875"/>
                  </a:lnTo>
                  <a:lnTo>
                    <a:pt x="8960" y="18665"/>
                  </a:lnTo>
                  <a:lnTo>
                    <a:pt x="9168" y="18385"/>
                  </a:lnTo>
                  <a:lnTo>
                    <a:pt x="9238" y="18105"/>
                  </a:lnTo>
                  <a:lnTo>
                    <a:pt x="9306" y="17825"/>
                  </a:lnTo>
                  <a:lnTo>
                    <a:pt x="9306" y="17476"/>
                  </a:lnTo>
                  <a:lnTo>
                    <a:pt x="9238" y="17196"/>
                  </a:lnTo>
                  <a:lnTo>
                    <a:pt x="9098" y="16918"/>
                  </a:lnTo>
                  <a:lnTo>
                    <a:pt x="8960" y="16708"/>
                  </a:lnTo>
                  <a:lnTo>
                    <a:pt x="8681" y="16567"/>
                  </a:lnTo>
                  <a:lnTo>
                    <a:pt x="8403" y="16498"/>
                  </a:lnTo>
                  <a:close/>
                  <a:moveTo>
                    <a:pt x="14098" y="17057"/>
                  </a:moveTo>
                  <a:lnTo>
                    <a:pt x="13890" y="17127"/>
                  </a:lnTo>
                  <a:lnTo>
                    <a:pt x="13752" y="17266"/>
                  </a:lnTo>
                  <a:lnTo>
                    <a:pt x="13682" y="17405"/>
                  </a:lnTo>
                  <a:lnTo>
                    <a:pt x="13682" y="17546"/>
                  </a:lnTo>
                  <a:lnTo>
                    <a:pt x="13473" y="17756"/>
                  </a:lnTo>
                  <a:lnTo>
                    <a:pt x="13265" y="17895"/>
                  </a:lnTo>
                  <a:lnTo>
                    <a:pt x="13127" y="18105"/>
                  </a:lnTo>
                  <a:lnTo>
                    <a:pt x="13057" y="18314"/>
                  </a:lnTo>
                  <a:lnTo>
                    <a:pt x="13057" y="18246"/>
                  </a:lnTo>
                  <a:lnTo>
                    <a:pt x="12987" y="18314"/>
                  </a:lnTo>
                  <a:lnTo>
                    <a:pt x="12919" y="18595"/>
                  </a:lnTo>
                  <a:lnTo>
                    <a:pt x="12919" y="18875"/>
                  </a:lnTo>
                  <a:lnTo>
                    <a:pt x="12987" y="19014"/>
                  </a:lnTo>
                  <a:lnTo>
                    <a:pt x="13057" y="19153"/>
                  </a:lnTo>
                  <a:lnTo>
                    <a:pt x="13265" y="19294"/>
                  </a:lnTo>
                  <a:lnTo>
                    <a:pt x="13335" y="19363"/>
                  </a:lnTo>
                  <a:lnTo>
                    <a:pt x="13335" y="19433"/>
                  </a:lnTo>
                  <a:lnTo>
                    <a:pt x="13682" y="19572"/>
                  </a:lnTo>
                  <a:lnTo>
                    <a:pt x="13960" y="19713"/>
                  </a:lnTo>
                  <a:lnTo>
                    <a:pt x="14585" y="19713"/>
                  </a:lnTo>
                  <a:lnTo>
                    <a:pt x="14863" y="19572"/>
                  </a:lnTo>
                  <a:lnTo>
                    <a:pt x="15142" y="19433"/>
                  </a:lnTo>
                  <a:lnTo>
                    <a:pt x="15350" y="19224"/>
                  </a:lnTo>
                  <a:lnTo>
                    <a:pt x="15488" y="18943"/>
                  </a:lnTo>
                  <a:lnTo>
                    <a:pt x="15626" y="18665"/>
                  </a:lnTo>
                  <a:lnTo>
                    <a:pt x="15696" y="18314"/>
                  </a:lnTo>
                  <a:lnTo>
                    <a:pt x="15626" y="18034"/>
                  </a:lnTo>
                  <a:lnTo>
                    <a:pt x="15558" y="17756"/>
                  </a:lnTo>
                  <a:lnTo>
                    <a:pt x="15418" y="17476"/>
                  </a:lnTo>
                  <a:lnTo>
                    <a:pt x="15142" y="17196"/>
                  </a:lnTo>
                  <a:lnTo>
                    <a:pt x="15001" y="17127"/>
                  </a:lnTo>
                  <a:lnTo>
                    <a:pt x="14863" y="17057"/>
                  </a:lnTo>
                  <a:close/>
                  <a:moveTo>
                    <a:pt x="13195" y="13771"/>
                  </a:moveTo>
                  <a:lnTo>
                    <a:pt x="13682" y="13910"/>
                  </a:lnTo>
                  <a:lnTo>
                    <a:pt x="14655" y="14329"/>
                  </a:lnTo>
                  <a:lnTo>
                    <a:pt x="15280" y="14610"/>
                  </a:lnTo>
                  <a:lnTo>
                    <a:pt x="16043" y="14749"/>
                  </a:lnTo>
                  <a:lnTo>
                    <a:pt x="16391" y="14819"/>
                  </a:lnTo>
                  <a:lnTo>
                    <a:pt x="16808" y="14819"/>
                  </a:lnTo>
                  <a:lnTo>
                    <a:pt x="17154" y="14749"/>
                  </a:lnTo>
                  <a:lnTo>
                    <a:pt x="17503" y="14610"/>
                  </a:lnTo>
                  <a:lnTo>
                    <a:pt x="18127" y="15380"/>
                  </a:lnTo>
                  <a:lnTo>
                    <a:pt x="19169" y="16847"/>
                  </a:lnTo>
                  <a:lnTo>
                    <a:pt x="20142" y="18385"/>
                  </a:lnTo>
                  <a:lnTo>
                    <a:pt x="20419" y="18804"/>
                  </a:lnTo>
                  <a:lnTo>
                    <a:pt x="20489" y="19084"/>
                  </a:lnTo>
                  <a:lnTo>
                    <a:pt x="20419" y="19363"/>
                  </a:lnTo>
                  <a:lnTo>
                    <a:pt x="20350" y="19504"/>
                  </a:lnTo>
                  <a:lnTo>
                    <a:pt x="20142" y="19713"/>
                  </a:lnTo>
                  <a:lnTo>
                    <a:pt x="19794" y="19923"/>
                  </a:lnTo>
                  <a:lnTo>
                    <a:pt x="19377" y="20203"/>
                  </a:lnTo>
                  <a:lnTo>
                    <a:pt x="18474" y="20133"/>
                  </a:lnTo>
                  <a:lnTo>
                    <a:pt x="17571" y="19993"/>
                  </a:lnTo>
                  <a:lnTo>
                    <a:pt x="15766" y="19923"/>
                  </a:lnTo>
                  <a:lnTo>
                    <a:pt x="13960" y="19993"/>
                  </a:lnTo>
                  <a:lnTo>
                    <a:pt x="12154" y="20062"/>
                  </a:lnTo>
                  <a:lnTo>
                    <a:pt x="3959" y="20342"/>
                  </a:lnTo>
                  <a:lnTo>
                    <a:pt x="2015" y="20413"/>
                  </a:lnTo>
                  <a:lnTo>
                    <a:pt x="1390" y="20413"/>
                  </a:lnTo>
                  <a:lnTo>
                    <a:pt x="1181" y="20272"/>
                  </a:lnTo>
                  <a:lnTo>
                    <a:pt x="1111" y="20203"/>
                  </a:lnTo>
                  <a:lnTo>
                    <a:pt x="1041" y="20133"/>
                  </a:lnTo>
                  <a:lnTo>
                    <a:pt x="1111" y="19852"/>
                  </a:lnTo>
                  <a:lnTo>
                    <a:pt x="1390" y="19433"/>
                  </a:lnTo>
                  <a:lnTo>
                    <a:pt x="2015" y="18455"/>
                  </a:lnTo>
                  <a:lnTo>
                    <a:pt x="2918" y="18246"/>
                  </a:lnTo>
                  <a:lnTo>
                    <a:pt x="3334" y="18175"/>
                  </a:lnTo>
                  <a:lnTo>
                    <a:pt x="3819" y="18105"/>
                  </a:lnTo>
                  <a:lnTo>
                    <a:pt x="3959" y="18034"/>
                  </a:lnTo>
                  <a:lnTo>
                    <a:pt x="4027" y="17966"/>
                  </a:lnTo>
                  <a:lnTo>
                    <a:pt x="4097" y="17686"/>
                  </a:lnTo>
                  <a:lnTo>
                    <a:pt x="4027" y="17476"/>
                  </a:lnTo>
                  <a:lnTo>
                    <a:pt x="3959" y="17405"/>
                  </a:lnTo>
                  <a:lnTo>
                    <a:pt x="3819" y="17337"/>
                  </a:lnTo>
                  <a:lnTo>
                    <a:pt x="3543" y="17266"/>
                  </a:lnTo>
                  <a:lnTo>
                    <a:pt x="3264" y="17266"/>
                  </a:lnTo>
                  <a:lnTo>
                    <a:pt x="2639" y="17405"/>
                  </a:lnTo>
                  <a:lnTo>
                    <a:pt x="3402" y="16287"/>
                  </a:lnTo>
                  <a:lnTo>
                    <a:pt x="3473" y="16218"/>
                  </a:lnTo>
                  <a:lnTo>
                    <a:pt x="3681" y="16287"/>
                  </a:lnTo>
                  <a:lnTo>
                    <a:pt x="3959" y="16357"/>
                  </a:lnTo>
                  <a:lnTo>
                    <a:pt x="4654" y="16428"/>
                  </a:lnTo>
                  <a:lnTo>
                    <a:pt x="5625" y="16428"/>
                  </a:lnTo>
                  <a:lnTo>
                    <a:pt x="5834" y="16357"/>
                  </a:lnTo>
                  <a:lnTo>
                    <a:pt x="5974" y="16218"/>
                  </a:lnTo>
                  <a:lnTo>
                    <a:pt x="6042" y="16008"/>
                  </a:lnTo>
                  <a:lnTo>
                    <a:pt x="5974" y="15799"/>
                  </a:lnTo>
                  <a:lnTo>
                    <a:pt x="5834" y="15658"/>
                  </a:lnTo>
                  <a:lnTo>
                    <a:pt x="5625" y="15589"/>
                  </a:lnTo>
                  <a:lnTo>
                    <a:pt x="3889" y="15589"/>
                  </a:lnTo>
                  <a:lnTo>
                    <a:pt x="4792" y="14329"/>
                  </a:lnTo>
                  <a:lnTo>
                    <a:pt x="5209" y="14400"/>
                  </a:lnTo>
                  <a:lnTo>
                    <a:pt x="5487" y="14680"/>
                  </a:lnTo>
                  <a:lnTo>
                    <a:pt x="5765" y="14819"/>
                  </a:lnTo>
                  <a:lnTo>
                    <a:pt x="6042" y="14960"/>
                  </a:lnTo>
                  <a:lnTo>
                    <a:pt x="6390" y="15099"/>
                  </a:lnTo>
                  <a:lnTo>
                    <a:pt x="7083" y="15170"/>
                  </a:lnTo>
                  <a:lnTo>
                    <a:pt x="7710" y="15170"/>
                  </a:lnTo>
                  <a:lnTo>
                    <a:pt x="8611" y="15029"/>
                  </a:lnTo>
                  <a:lnTo>
                    <a:pt x="9376" y="14819"/>
                  </a:lnTo>
                  <a:lnTo>
                    <a:pt x="10974" y="14120"/>
                  </a:lnTo>
                  <a:lnTo>
                    <a:pt x="11807" y="13842"/>
                  </a:lnTo>
                  <a:lnTo>
                    <a:pt x="12294" y="13771"/>
                  </a:lnTo>
                  <a:close/>
                  <a:moveTo>
                    <a:pt x="7640" y="0"/>
                  </a:moveTo>
                  <a:lnTo>
                    <a:pt x="7223" y="69"/>
                  </a:lnTo>
                  <a:lnTo>
                    <a:pt x="6807" y="139"/>
                  </a:lnTo>
                  <a:lnTo>
                    <a:pt x="6458" y="278"/>
                  </a:lnTo>
                  <a:lnTo>
                    <a:pt x="6112" y="488"/>
                  </a:lnTo>
                  <a:lnTo>
                    <a:pt x="5904" y="768"/>
                  </a:lnTo>
                  <a:lnTo>
                    <a:pt x="5695" y="1048"/>
                  </a:lnTo>
                  <a:lnTo>
                    <a:pt x="5625" y="1467"/>
                  </a:lnTo>
                  <a:lnTo>
                    <a:pt x="5695" y="1887"/>
                  </a:lnTo>
                  <a:lnTo>
                    <a:pt x="5834" y="2235"/>
                  </a:lnTo>
                  <a:lnTo>
                    <a:pt x="5974" y="2447"/>
                  </a:lnTo>
                  <a:lnTo>
                    <a:pt x="6182" y="2586"/>
                  </a:lnTo>
                  <a:lnTo>
                    <a:pt x="6458" y="2725"/>
                  </a:lnTo>
                  <a:lnTo>
                    <a:pt x="6737" y="2796"/>
                  </a:lnTo>
                  <a:lnTo>
                    <a:pt x="7015" y="2796"/>
                  </a:lnTo>
                  <a:lnTo>
                    <a:pt x="7293" y="2725"/>
                  </a:lnTo>
                  <a:lnTo>
                    <a:pt x="7570" y="2657"/>
                  </a:lnTo>
                  <a:lnTo>
                    <a:pt x="7710" y="2657"/>
                  </a:lnTo>
                  <a:lnTo>
                    <a:pt x="7502" y="2796"/>
                  </a:lnTo>
                  <a:lnTo>
                    <a:pt x="7432" y="3005"/>
                  </a:lnTo>
                  <a:lnTo>
                    <a:pt x="7362" y="3914"/>
                  </a:lnTo>
                  <a:lnTo>
                    <a:pt x="7362" y="4824"/>
                  </a:lnTo>
                  <a:lnTo>
                    <a:pt x="7432" y="6571"/>
                  </a:lnTo>
                  <a:lnTo>
                    <a:pt x="7432" y="10066"/>
                  </a:lnTo>
                  <a:lnTo>
                    <a:pt x="7502" y="10415"/>
                  </a:lnTo>
                  <a:lnTo>
                    <a:pt x="7502" y="10486"/>
                  </a:lnTo>
                  <a:lnTo>
                    <a:pt x="7083" y="10695"/>
                  </a:lnTo>
                  <a:lnTo>
                    <a:pt x="6737" y="10905"/>
                  </a:lnTo>
                  <a:lnTo>
                    <a:pt x="6112" y="11463"/>
                  </a:lnTo>
                  <a:lnTo>
                    <a:pt x="5487" y="12094"/>
                  </a:lnTo>
                  <a:lnTo>
                    <a:pt x="4930" y="12723"/>
                  </a:lnTo>
                  <a:lnTo>
                    <a:pt x="4237" y="13491"/>
                  </a:lnTo>
                  <a:lnTo>
                    <a:pt x="3611" y="14261"/>
                  </a:lnTo>
                  <a:lnTo>
                    <a:pt x="2431" y="15938"/>
                  </a:lnTo>
                  <a:lnTo>
                    <a:pt x="1320" y="17615"/>
                  </a:lnTo>
                  <a:lnTo>
                    <a:pt x="278" y="19294"/>
                  </a:lnTo>
                  <a:lnTo>
                    <a:pt x="70" y="19643"/>
                  </a:lnTo>
                  <a:lnTo>
                    <a:pt x="0" y="19993"/>
                  </a:lnTo>
                  <a:lnTo>
                    <a:pt x="70" y="20342"/>
                  </a:lnTo>
                  <a:lnTo>
                    <a:pt x="208" y="20691"/>
                  </a:lnTo>
                  <a:lnTo>
                    <a:pt x="417" y="20971"/>
                  </a:lnTo>
                  <a:lnTo>
                    <a:pt x="695" y="21181"/>
                  </a:lnTo>
                  <a:lnTo>
                    <a:pt x="1041" y="21390"/>
                  </a:lnTo>
                  <a:lnTo>
                    <a:pt x="1458" y="21461"/>
                  </a:lnTo>
                  <a:lnTo>
                    <a:pt x="2499" y="21531"/>
                  </a:lnTo>
                  <a:lnTo>
                    <a:pt x="3543" y="21461"/>
                  </a:lnTo>
                  <a:lnTo>
                    <a:pt x="5695" y="21322"/>
                  </a:lnTo>
                  <a:lnTo>
                    <a:pt x="10418" y="21181"/>
                  </a:lnTo>
                  <a:lnTo>
                    <a:pt x="14098" y="21042"/>
                  </a:lnTo>
                  <a:lnTo>
                    <a:pt x="15905" y="20971"/>
                  </a:lnTo>
                  <a:lnTo>
                    <a:pt x="17711" y="21042"/>
                  </a:lnTo>
                  <a:lnTo>
                    <a:pt x="17779" y="21251"/>
                  </a:lnTo>
                  <a:lnTo>
                    <a:pt x="17919" y="21390"/>
                  </a:lnTo>
                  <a:lnTo>
                    <a:pt x="18198" y="21531"/>
                  </a:lnTo>
                  <a:lnTo>
                    <a:pt x="18544" y="21600"/>
                  </a:lnTo>
                  <a:lnTo>
                    <a:pt x="18891" y="21600"/>
                  </a:lnTo>
                  <a:lnTo>
                    <a:pt x="19169" y="21531"/>
                  </a:lnTo>
                  <a:lnTo>
                    <a:pt x="19447" y="21531"/>
                  </a:lnTo>
                  <a:lnTo>
                    <a:pt x="19655" y="21461"/>
                  </a:lnTo>
                  <a:lnTo>
                    <a:pt x="19794" y="21322"/>
                  </a:lnTo>
                  <a:lnTo>
                    <a:pt x="20002" y="21181"/>
                  </a:lnTo>
                  <a:lnTo>
                    <a:pt x="20419" y="20901"/>
                  </a:lnTo>
                  <a:lnTo>
                    <a:pt x="20767" y="20552"/>
                  </a:lnTo>
                  <a:lnTo>
                    <a:pt x="21113" y="20203"/>
                  </a:lnTo>
                  <a:lnTo>
                    <a:pt x="21392" y="19923"/>
                  </a:lnTo>
                  <a:lnTo>
                    <a:pt x="21462" y="19643"/>
                  </a:lnTo>
                  <a:lnTo>
                    <a:pt x="21530" y="19433"/>
                  </a:lnTo>
                  <a:lnTo>
                    <a:pt x="21600" y="19153"/>
                  </a:lnTo>
                  <a:lnTo>
                    <a:pt x="21530" y="18943"/>
                  </a:lnTo>
                  <a:lnTo>
                    <a:pt x="21392" y="18455"/>
                  </a:lnTo>
                  <a:lnTo>
                    <a:pt x="21183" y="18034"/>
                  </a:lnTo>
                  <a:lnTo>
                    <a:pt x="20559" y="16986"/>
                  </a:lnTo>
                  <a:lnTo>
                    <a:pt x="19864" y="15938"/>
                  </a:lnTo>
                  <a:lnTo>
                    <a:pt x="19169" y="15029"/>
                  </a:lnTo>
                  <a:lnTo>
                    <a:pt x="18406" y="14120"/>
                  </a:lnTo>
                  <a:lnTo>
                    <a:pt x="17641" y="13211"/>
                  </a:lnTo>
                  <a:lnTo>
                    <a:pt x="16808" y="12372"/>
                  </a:lnTo>
                  <a:lnTo>
                    <a:pt x="16043" y="11673"/>
                  </a:lnTo>
                  <a:lnTo>
                    <a:pt x="15280" y="10975"/>
                  </a:lnTo>
                  <a:lnTo>
                    <a:pt x="14863" y="10625"/>
                  </a:lnTo>
                  <a:lnTo>
                    <a:pt x="14377" y="10346"/>
                  </a:lnTo>
                  <a:lnTo>
                    <a:pt x="13960" y="10135"/>
                  </a:lnTo>
                  <a:lnTo>
                    <a:pt x="13473" y="9925"/>
                  </a:lnTo>
                  <a:lnTo>
                    <a:pt x="13473" y="9857"/>
                  </a:lnTo>
                  <a:lnTo>
                    <a:pt x="13614" y="9437"/>
                  </a:lnTo>
                  <a:lnTo>
                    <a:pt x="13682" y="8948"/>
                  </a:lnTo>
                  <a:lnTo>
                    <a:pt x="13682" y="6990"/>
                  </a:lnTo>
                  <a:lnTo>
                    <a:pt x="13614" y="6081"/>
                  </a:lnTo>
                  <a:lnTo>
                    <a:pt x="13544" y="5382"/>
                  </a:lnTo>
                  <a:lnTo>
                    <a:pt x="13473" y="4543"/>
                  </a:lnTo>
                  <a:lnTo>
                    <a:pt x="13335" y="4124"/>
                  </a:lnTo>
                  <a:lnTo>
                    <a:pt x="13265" y="3705"/>
                  </a:lnTo>
                  <a:lnTo>
                    <a:pt x="13127" y="3354"/>
                  </a:lnTo>
                  <a:lnTo>
                    <a:pt x="12919" y="3076"/>
                  </a:lnTo>
                  <a:lnTo>
                    <a:pt x="13614" y="3145"/>
                  </a:lnTo>
                  <a:lnTo>
                    <a:pt x="14238" y="3145"/>
                  </a:lnTo>
                  <a:lnTo>
                    <a:pt x="14863" y="2935"/>
                  </a:lnTo>
                  <a:lnTo>
                    <a:pt x="15142" y="2796"/>
                  </a:lnTo>
                  <a:lnTo>
                    <a:pt x="15418" y="2586"/>
                  </a:lnTo>
                  <a:lnTo>
                    <a:pt x="15626" y="2376"/>
                  </a:lnTo>
                  <a:lnTo>
                    <a:pt x="15626" y="2096"/>
                  </a:lnTo>
                  <a:lnTo>
                    <a:pt x="15418" y="1187"/>
                  </a:lnTo>
                  <a:lnTo>
                    <a:pt x="15280" y="768"/>
                  </a:lnTo>
                  <a:lnTo>
                    <a:pt x="15142" y="558"/>
                  </a:lnTo>
                  <a:lnTo>
                    <a:pt x="15001" y="419"/>
                  </a:lnTo>
                  <a:lnTo>
                    <a:pt x="14863" y="278"/>
                  </a:lnTo>
                  <a:lnTo>
                    <a:pt x="14723" y="278"/>
                  </a:lnTo>
                  <a:lnTo>
                    <a:pt x="14447" y="210"/>
                  </a:lnTo>
                  <a:lnTo>
                    <a:pt x="12919" y="139"/>
                  </a:lnTo>
                  <a:lnTo>
                    <a:pt x="7640"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A4C2F4"/>
                  </a:solidFill>
                </a:defRPr>
              </a:pPr>
            </a:p>
          </p:txBody>
        </p:sp>
        <p:sp>
          <p:nvSpPr>
            <p:cNvPr id="784" name="Google Shape;311;p5"/>
            <p:cNvSpPr/>
            <p:nvPr/>
          </p:nvSpPr>
          <p:spPr>
            <a:xfrm>
              <a:off x="1092831" y="3689557"/>
              <a:ext cx="357797" cy="44875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428" y="2160"/>
                  </a:moveTo>
                  <a:lnTo>
                    <a:pt x="20648" y="2628"/>
                  </a:lnTo>
                  <a:lnTo>
                    <a:pt x="20648" y="3678"/>
                  </a:lnTo>
                  <a:lnTo>
                    <a:pt x="20428" y="4144"/>
                  </a:lnTo>
                  <a:lnTo>
                    <a:pt x="20428" y="4087"/>
                  </a:lnTo>
                  <a:lnTo>
                    <a:pt x="20354" y="3094"/>
                  </a:lnTo>
                  <a:lnTo>
                    <a:pt x="20428" y="2160"/>
                  </a:lnTo>
                  <a:close/>
                  <a:moveTo>
                    <a:pt x="19037" y="3328"/>
                  </a:moveTo>
                  <a:lnTo>
                    <a:pt x="19037" y="4437"/>
                  </a:lnTo>
                  <a:lnTo>
                    <a:pt x="18891" y="3503"/>
                  </a:lnTo>
                  <a:lnTo>
                    <a:pt x="19037" y="3328"/>
                  </a:lnTo>
                  <a:close/>
                  <a:moveTo>
                    <a:pt x="19841" y="2044"/>
                  </a:moveTo>
                  <a:lnTo>
                    <a:pt x="19696" y="2919"/>
                  </a:lnTo>
                  <a:lnTo>
                    <a:pt x="19622" y="3387"/>
                  </a:lnTo>
                  <a:lnTo>
                    <a:pt x="19622" y="4203"/>
                  </a:lnTo>
                  <a:lnTo>
                    <a:pt x="19696" y="4437"/>
                  </a:lnTo>
                  <a:lnTo>
                    <a:pt x="19841" y="4671"/>
                  </a:lnTo>
                  <a:lnTo>
                    <a:pt x="19989" y="4846"/>
                  </a:lnTo>
                  <a:lnTo>
                    <a:pt x="20061" y="4846"/>
                  </a:lnTo>
                  <a:lnTo>
                    <a:pt x="19841" y="5137"/>
                  </a:lnTo>
                  <a:lnTo>
                    <a:pt x="19257" y="5779"/>
                  </a:lnTo>
                  <a:lnTo>
                    <a:pt x="19111" y="4846"/>
                  </a:lnTo>
                  <a:lnTo>
                    <a:pt x="19183" y="4962"/>
                  </a:lnTo>
                  <a:lnTo>
                    <a:pt x="19257" y="5021"/>
                  </a:lnTo>
                  <a:lnTo>
                    <a:pt x="19402" y="5079"/>
                  </a:lnTo>
                  <a:lnTo>
                    <a:pt x="19550" y="5021"/>
                  </a:lnTo>
                  <a:lnTo>
                    <a:pt x="19696" y="5021"/>
                  </a:lnTo>
                  <a:lnTo>
                    <a:pt x="19770" y="4903"/>
                  </a:lnTo>
                  <a:lnTo>
                    <a:pt x="19770" y="4728"/>
                  </a:lnTo>
                  <a:lnTo>
                    <a:pt x="19696" y="4671"/>
                  </a:lnTo>
                  <a:lnTo>
                    <a:pt x="19622" y="4612"/>
                  </a:lnTo>
                  <a:lnTo>
                    <a:pt x="19476" y="4612"/>
                  </a:lnTo>
                  <a:lnTo>
                    <a:pt x="19476" y="4203"/>
                  </a:lnTo>
                  <a:lnTo>
                    <a:pt x="19402" y="3328"/>
                  </a:lnTo>
                  <a:lnTo>
                    <a:pt x="19330" y="3210"/>
                  </a:lnTo>
                  <a:lnTo>
                    <a:pt x="19135" y="3210"/>
                  </a:lnTo>
                  <a:lnTo>
                    <a:pt x="19183" y="3153"/>
                  </a:lnTo>
                  <a:lnTo>
                    <a:pt x="19402" y="2803"/>
                  </a:lnTo>
                  <a:lnTo>
                    <a:pt x="19622" y="2453"/>
                  </a:lnTo>
                  <a:lnTo>
                    <a:pt x="19841" y="2044"/>
                  </a:lnTo>
                  <a:close/>
                  <a:moveTo>
                    <a:pt x="18598" y="3794"/>
                  </a:moveTo>
                  <a:lnTo>
                    <a:pt x="18524" y="4962"/>
                  </a:lnTo>
                  <a:lnTo>
                    <a:pt x="18598" y="6188"/>
                  </a:lnTo>
                  <a:lnTo>
                    <a:pt x="18670" y="6306"/>
                  </a:lnTo>
                  <a:lnTo>
                    <a:pt x="18159" y="6656"/>
                  </a:lnTo>
                  <a:lnTo>
                    <a:pt x="18159" y="5955"/>
                  </a:lnTo>
                  <a:lnTo>
                    <a:pt x="18011" y="5254"/>
                  </a:lnTo>
                  <a:lnTo>
                    <a:pt x="17939" y="4319"/>
                  </a:lnTo>
                  <a:lnTo>
                    <a:pt x="18231" y="4087"/>
                  </a:lnTo>
                  <a:lnTo>
                    <a:pt x="18598" y="3794"/>
                  </a:lnTo>
                  <a:close/>
                  <a:moveTo>
                    <a:pt x="16181" y="5721"/>
                  </a:moveTo>
                  <a:lnTo>
                    <a:pt x="15961" y="6188"/>
                  </a:lnTo>
                  <a:lnTo>
                    <a:pt x="15815" y="6713"/>
                  </a:lnTo>
                  <a:lnTo>
                    <a:pt x="15741" y="6013"/>
                  </a:lnTo>
                  <a:lnTo>
                    <a:pt x="16181" y="5721"/>
                  </a:lnTo>
                  <a:close/>
                  <a:moveTo>
                    <a:pt x="17426" y="4728"/>
                  </a:moveTo>
                  <a:lnTo>
                    <a:pt x="17426" y="6072"/>
                  </a:lnTo>
                  <a:lnTo>
                    <a:pt x="17500" y="6538"/>
                  </a:lnTo>
                  <a:lnTo>
                    <a:pt x="17646" y="6947"/>
                  </a:lnTo>
                  <a:lnTo>
                    <a:pt x="17646" y="7006"/>
                  </a:lnTo>
                  <a:lnTo>
                    <a:pt x="17207" y="7297"/>
                  </a:lnTo>
                  <a:lnTo>
                    <a:pt x="17280" y="6713"/>
                  </a:lnTo>
                  <a:lnTo>
                    <a:pt x="17352" y="6072"/>
                  </a:lnTo>
                  <a:lnTo>
                    <a:pt x="17352" y="5488"/>
                  </a:lnTo>
                  <a:lnTo>
                    <a:pt x="17280" y="4903"/>
                  </a:lnTo>
                  <a:lnTo>
                    <a:pt x="17426" y="4728"/>
                  </a:lnTo>
                  <a:close/>
                  <a:moveTo>
                    <a:pt x="16694" y="5312"/>
                  </a:moveTo>
                  <a:lnTo>
                    <a:pt x="16474" y="7531"/>
                  </a:lnTo>
                  <a:lnTo>
                    <a:pt x="16548" y="7647"/>
                  </a:lnTo>
                  <a:lnTo>
                    <a:pt x="16548" y="7706"/>
                  </a:lnTo>
                  <a:lnTo>
                    <a:pt x="16400" y="7822"/>
                  </a:lnTo>
                  <a:lnTo>
                    <a:pt x="16328" y="7765"/>
                  </a:lnTo>
                  <a:lnTo>
                    <a:pt x="16620" y="5604"/>
                  </a:lnTo>
                  <a:lnTo>
                    <a:pt x="16548" y="5546"/>
                  </a:lnTo>
                  <a:lnTo>
                    <a:pt x="16474" y="5488"/>
                  </a:lnTo>
                  <a:lnTo>
                    <a:pt x="16694" y="5312"/>
                  </a:lnTo>
                  <a:close/>
                  <a:moveTo>
                    <a:pt x="15376" y="6306"/>
                  </a:moveTo>
                  <a:lnTo>
                    <a:pt x="15302" y="6888"/>
                  </a:lnTo>
                  <a:lnTo>
                    <a:pt x="15157" y="7472"/>
                  </a:lnTo>
                  <a:lnTo>
                    <a:pt x="15009" y="7997"/>
                  </a:lnTo>
                  <a:lnTo>
                    <a:pt x="14789" y="8581"/>
                  </a:lnTo>
                  <a:lnTo>
                    <a:pt x="14789" y="8699"/>
                  </a:lnTo>
                  <a:lnTo>
                    <a:pt x="14644" y="8640"/>
                  </a:lnTo>
                  <a:lnTo>
                    <a:pt x="14570" y="8640"/>
                  </a:lnTo>
                  <a:lnTo>
                    <a:pt x="14570" y="7940"/>
                  </a:lnTo>
                  <a:lnTo>
                    <a:pt x="14498" y="7472"/>
                  </a:lnTo>
                  <a:lnTo>
                    <a:pt x="14424" y="6947"/>
                  </a:lnTo>
                  <a:lnTo>
                    <a:pt x="15376" y="6306"/>
                  </a:lnTo>
                  <a:close/>
                  <a:moveTo>
                    <a:pt x="14059" y="7181"/>
                  </a:moveTo>
                  <a:lnTo>
                    <a:pt x="13911" y="7997"/>
                  </a:lnTo>
                  <a:lnTo>
                    <a:pt x="13911" y="8815"/>
                  </a:lnTo>
                  <a:lnTo>
                    <a:pt x="13985" y="8990"/>
                  </a:lnTo>
                  <a:lnTo>
                    <a:pt x="14131" y="9166"/>
                  </a:lnTo>
                  <a:lnTo>
                    <a:pt x="13326" y="9632"/>
                  </a:lnTo>
                  <a:lnTo>
                    <a:pt x="13398" y="9224"/>
                  </a:lnTo>
                  <a:lnTo>
                    <a:pt x="13472" y="8815"/>
                  </a:lnTo>
                  <a:lnTo>
                    <a:pt x="13472" y="8231"/>
                  </a:lnTo>
                  <a:lnTo>
                    <a:pt x="13326" y="7706"/>
                  </a:lnTo>
                  <a:lnTo>
                    <a:pt x="14059" y="7181"/>
                  </a:lnTo>
                  <a:close/>
                  <a:moveTo>
                    <a:pt x="13178" y="7822"/>
                  </a:moveTo>
                  <a:lnTo>
                    <a:pt x="13107" y="8231"/>
                  </a:lnTo>
                  <a:lnTo>
                    <a:pt x="13033" y="8640"/>
                  </a:lnTo>
                  <a:lnTo>
                    <a:pt x="12887" y="8932"/>
                  </a:lnTo>
                  <a:lnTo>
                    <a:pt x="12739" y="9166"/>
                  </a:lnTo>
                  <a:lnTo>
                    <a:pt x="12594" y="9457"/>
                  </a:lnTo>
                  <a:lnTo>
                    <a:pt x="12594" y="9866"/>
                  </a:lnTo>
                  <a:lnTo>
                    <a:pt x="12739" y="9925"/>
                  </a:lnTo>
                  <a:lnTo>
                    <a:pt x="11935" y="10334"/>
                  </a:lnTo>
                  <a:lnTo>
                    <a:pt x="12081" y="9691"/>
                  </a:lnTo>
                  <a:lnTo>
                    <a:pt x="12081" y="9166"/>
                  </a:lnTo>
                  <a:lnTo>
                    <a:pt x="12007" y="8581"/>
                  </a:lnTo>
                  <a:lnTo>
                    <a:pt x="13178" y="7822"/>
                  </a:lnTo>
                  <a:close/>
                  <a:moveTo>
                    <a:pt x="11715" y="8815"/>
                  </a:moveTo>
                  <a:lnTo>
                    <a:pt x="11568" y="9457"/>
                  </a:lnTo>
                  <a:lnTo>
                    <a:pt x="11348" y="10100"/>
                  </a:lnTo>
                  <a:lnTo>
                    <a:pt x="11202" y="10450"/>
                  </a:lnTo>
                  <a:lnTo>
                    <a:pt x="11202" y="10741"/>
                  </a:lnTo>
                  <a:lnTo>
                    <a:pt x="10324" y="11268"/>
                  </a:lnTo>
                  <a:lnTo>
                    <a:pt x="10763" y="9457"/>
                  </a:lnTo>
                  <a:lnTo>
                    <a:pt x="11715" y="8815"/>
                  </a:lnTo>
                  <a:close/>
                  <a:moveTo>
                    <a:pt x="18231" y="759"/>
                  </a:moveTo>
                  <a:lnTo>
                    <a:pt x="18817" y="934"/>
                  </a:lnTo>
                  <a:lnTo>
                    <a:pt x="18598" y="1168"/>
                  </a:lnTo>
                  <a:lnTo>
                    <a:pt x="18598" y="1343"/>
                  </a:lnTo>
                  <a:lnTo>
                    <a:pt x="18670" y="1459"/>
                  </a:lnTo>
                  <a:lnTo>
                    <a:pt x="18817" y="1518"/>
                  </a:lnTo>
                  <a:lnTo>
                    <a:pt x="19037" y="1518"/>
                  </a:lnTo>
                  <a:lnTo>
                    <a:pt x="19037" y="1751"/>
                  </a:lnTo>
                  <a:lnTo>
                    <a:pt x="18891" y="2044"/>
                  </a:lnTo>
                  <a:lnTo>
                    <a:pt x="18598" y="2569"/>
                  </a:lnTo>
                  <a:lnTo>
                    <a:pt x="18231" y="3035"/>
                  </a:lnTo>
                  <a:lnTo>
                    <a:pt x="17791" y="3503"/>
                  </a:lnTo>
                  <a:lnTo>
                    <a:pt x="17646" y="3444"/>
                  </a:lnTo>
                  <a:lnTo>
                    <a:pt x="17572" y="3503"/>
                  </a:lnTo>
                  <a:lnTo>
                    <a:pt x="17500" y="3503"/>
                  </a:lnTo>
                  <a:lnTo>
                    <a:pt x="17426" y="3619"/>
                  </a:lnTo>
                  <a:lnTo>
                    <a:pt x="17426" y="3737"/>
                  </a:lnTo>
                  <a:lnTo>
                    <a:pt x="16694" y="4319"/>
                  </a:lnTo>
                  <a:lnTo>
                    <a:pt x="15448" y="5312"/>
                  </a:lnTo>
                  <a:lnTo>
                    <a:pt x="15302" y="5312"/>
                  </a:lnTo>
                  <a:lnTo>
                    <a:pt x="15302" y="5429"/>
                  </a:lnTo>
                  <a:lnTo>
                    <a:pt x="12959" y="7063"/>
                  </a:lnTo>
                  <a:lnTo>
                    <a:pt x="11276" y="8231"/>
                  </a:lnTo>
                  <a:lnTo>
                    <a:pt x="9591" y="9341"/>
                  </a:lnTo>
                  <a:lnTo>
                    <a:pt x="9517" y="9341"/>
                  </a:lnTo>
                  <a:lnTo>
                    <a:pt x="9446" y="9399"/>
                  </a:lnTo>
                  <a:lnTo>
                    <a:pt x="9226" y="9575"/>
                  </a:lnTo>
                  <a:lnTo>
                    <a:pt x="7761" y="10450"/>
                  </a:lnTo>
                  <a:lnTo>
                    <a:pt x="7687" y="10450"/>
                  </a:lnTo>
                  <a:lnTo>
                    <a:pt x="7615" y="10509"/>
                  </a:lnTo>
                  <a:lnTo>
                    <a:pt x="7248" y="10684"/>
                  </a:lnTo>
                  <a:lnTo>
                    <a:pt x="6663" y="10975"/>
                  </a:lnTo>
                  <a:lnTo>
                    <a:pt x="6296" y="11150"/>
                  </a:lnTo>
                  <a:lnTo>
                    <a:pt x="6076" y="11384"/>
                  </a:lnTo>
                  <a:lnTo>
                    <a:pt x="5930" y="11325"/>
                  </a:lnTo>
                  <a:lnTo>
                    <a:pt x="5198" y="10859"/>
                  </a:lnTo>
                  <a:lnTo>
                    <a:pt x="4613" y="10275"/>
                  </a:lnTo>
                  <a:lnTo>
                    <a:pt x="4246" y="9984"/>
                  </a:lnTo>
                  <a:lnTo>
                    <a:pt x="3880" y="9691"/>
                  </a:lnTo>
                  <a:lnTo>
                    <a:pt x="4393" y="9457"/>
                  </a:lnTo>
                  <a:lnTo>
                    <a:pt x="4904" y="9107"/>
                  </a:lnTo>
                  <a:lnTo>
                    <a:pt x="5198" y="9457"/>
                  </a:lnTo>
                  <a:lnTo>
                    <a:pt x="5637" y="9750"/>
                  </a:lnTo>
                  <a:lnTo>
                    <a:pt x="5857" y="9866"/>
                  </a:lnTo>
                  <a:lnTo>
                    <a:pt x="6150" y="9925"/>
                  </a:lnTo>
                  <a:lnTo>
                    <a:pt x="6443" y="9925"/>
                  </a:lnTo>
                  <a:lnTo>
                    <a:pt x="6663" y="9750"/>
                  </a:lnTo>
                  <a:lnTo>
                    <a:pt x="6735" y="9691"/>
                  </a:lnTo>
                  <a:lnTo>
                    <a:pt x="6809" y="9575"/>
                  </a:lnTo>
                  <a:lnTo>
                    <a:pt x="6735" y="9341"/>
                  </a:lnTo>
                  <a:lnTo>
                    <a:pt x="6663" y="9224"/>
                  </a:lnTo>
                  <a:lnTo>
                    <a:pt x="6515" y="9166"/>
                  </a:lnTo>
                  <a:lnTo>
                    <a:pt x="6224" y="9166"/>
                  </a:lnTo>
                  <a:lnTo>
                    <a:pt x="6150" y="9224"/>
                  </a:lnTo>
                  <a:lnTo>
                    <a:pt x="6150" y="9166"/>
                  </a:lnTo>
                  <a:lnTo>
                    <a:pt x="5857" y="8990"/>
                  </a:lnTo>
                  <a:lnTo>
                    <a:pt x="5491" y="8756"/>
                  </a:lnTo>
                  <a:lnTo>
                    <a:pt x="5637" y="8640"/>
                  </a:lnTo>
                  <a:lnTo>
                    <a:pt x="6589" y="7940"/>
                  </a:lnTo>
                  <a:lnTo>
                    <a:pt x="6735" y="8231"/>
                  </a:lnTo>
                  <a:lnTo>
                    <a:pt x="6883" y="8406"/>
                  </a:lnTo>
                  <a:lnTo>
                    <a:pt x="7102" y="8581"/>
                  </a:lnTo>
                  <a:lnTo>
                    <a:pt x="7322" y="8756"/>
                  </a:lnTo>
                  <a:lnTo>
                    <a:pt x="7615" y="8815"/>
                  </a:lnTo>
                  <a:lnTo>
                    <a:pt x="7835" y="8815"/>
                  </a:lnTo>
                  <a:lnTo>
                    <a:pt x="7980" y="8699"/>
                  </a:lnTo>
                  <a:lnTo>
                    <a:pt x="8054" y="8581"/>
                  </a:lnTo>
                  <a:lnTo>
                    <a:pt x="8054" y="8406"/>
                  </a:lnTo>
                  <a:lnTo>
                    <a:pt x="7761" y="8172"/>
                  </a:lnTo>
                  <a:lnTo>
                    <a:pt x="7467" y="7940"/>
                  </a:lnTo>
                  <a:lnTo>
                    <a:pt x="7248" y="7706"/>
                  </a:lnTo>
                  <a:lnTo>
                    <a:pt x="7174" y="7590"/>
                  </a:lnTo>
                  <a:lnTo>
                    <a:pt x="7174" y="7531"/>
                  </a:lnTo>
                  <a:lnTo>
                    <a:pt x="7835" y="7063"/>
                  </a:lnTo>
                  <a:lnTo>
                    <a:pt x="8274" y="6772"/>
                  </a:lnTo>
                  <a:lnTo>
                    <a:pt x="8346" y="7006"/>
                  </a:lnTo>
                  <a:lnTo>
                    <a:pt x="8493" y="7181"/>
                  </a:lnTo>
                  <a:lnTo>
                    <a:pt x="8639" y="7356"/>
                  </a:lnTo>
                  <a:lnTo>
                    <a:pt x="8859" y="7590"/>
                  </a:lnTo>
                  <a:lnTo>
                    <a:pt x="9152" y="7706"/>
                  </a:lnTo>
                  <a:lnTo>
                    <a:pt x="9372" y="7765"/>
                  </a:lnTo>
                  <a:lnTo>
                    <a:pt x="9591" y="7706"/>
                  </a:lnTo>
                  <a:lnTo>
                    <a:pt x="9665" y="7590"/>
                  </a:lnTo>
                  <a:lnTo>
                    <a:pt x="9737" y="7531"/>
                  </a:lnTo>
                  <a:lnTo>
                    <a:pt x="9737" y="7356"/>
                  </a:lnTo>
                  <a:lnTo>
                    <a:pt x="9665" y="7238"/>
                  </a:lnTo>
                  <a:lnTo>
                    <a:pt x="9517" y="7122"/>
                  </a:lnTo>
                  <a:lnTo>
                    <a:pt x="9226" y="6888"/>
                  </a:lnTo>
                  <a:lnTo>
                    <a:pt x="9006" y="6713"/>
                  </a:lnTo>
                  <a:lnTo>
                    <a:pt x="8933" y="6481"/>
                  </a:lnTo>
                  <a:lnTo>
                    <a:pt x="8933" y="6363"/>
                  </a:lnTo>
                  <a:lnTo>
                    <a:pt x="9957" y="5604"/>
                  </a:lnTo>
                  <a:lnTo>
                    <a:pt x="10104" y="5779"/>
                  </a:lnTo>
                  <a:lnTo>
                    <a:pt x="10324" y="6131"/>
                  </a:lnTo>
                  <a:lnTo>
                    <a:pt x="10689" y="6422"/>
                  </a:lnTo>
                  <a:lnTo>
                    <a:pt x="10837" y="6481"/>
                  </a:lnTo>
                  <a:lnTo>
                    <a:pt x="10983" y="6538"/>
                  </a:lnTo>
                  <a:lnTo>
                    <a:pt x="11128" y="6481"/>
                  </a:lnTo>
                  <a:lnTo>
                    <a:pt x="11276" y="6422"/>
                  </a:lnTo>
                  <a:lnTo>
                    <a:pt x="11348" y="6306"/>
                  </a:lnTo>
                  <a:lnTo>
                    <a:pt x="11348" y="6131"/>
                  </a:lnTo>
                  <a:lnTo>
                    <a:pt x="11276" y="6013"/>
                  </a:lnTo>
                  <a:lnTo>
                    <a:pt x="10470" y="5254"/>
                  </a:lnTo>
                  <a:lnTo>
                    <a:pt x="11935" y="4203"/>
                  </a:lnTo>
                  <a:lnTo>
                    <a:pt x="12007" y="4319"/>
                  </a:lnTo>
                  <a:lnTo>
                    <a:pt x="12300" y="4903"/>
                  </a:lnTo>
                  <a:lnTo>
                    <a:pt x="12374" y="5021"/>
                  </a:lnTo>
                  <a:lnTo>
                    <a:pt x="12448" y="5079"/>
                  </a:lnTo>
                  <a:lnTo>
                    <a:pt x="12739" y="5079"/>
                  </a:lnTo>
                  <a:lnTo>
                    <a:pt x="12887" y="5021"/>
                  </a:lnTo>
                  <a:lnTo>
                    <a:pt x="12959" y="4903"/>
                  </a:lnTo>
                  <a:lnTo>
                    <a:pt x="13033" y="4787"/>
                  </a:lnTo>
                  <a:lnTo>
                    <a:pt x="12959" y="4671"/>
                  </a:lnTo>
                  <a:lnTo>
                    <a:pt x="12739" y="4144"/>
                  </a:lnTo>
                  <a:lnTo>
                    <a:pt x="12520" y="3853"/>
                  </a:lnTo>
                  <a:lnTo>
                    <a:pt x="13985" y="2744"/>
                  </a:lnTo>
                  <a:lnTo>
                    <a:pt x="14059" y="3094"/>
                  </a:lnTo>
                  <a:lnTo>
                    <a:pt x="14131" y="3387"/>
                  </a:lnTo>
                  <a:lnTo>
                    <a:pt x="14278" y="3737"/>
                  </a:lnTo>
                  <a:lnTo>
                    <a:pt x="14424" y="4028"/>
                  </a:lnTo>
                  <a:lnTo>
                    <a:pt x="14570" y="4144"/>
                  </a:lnTo>
                  <a:lnTo>
                    <a:pt x="14789" y="4203"/>
                  </a:lnTo>
                  <a:lnTo>
                    <a:pt x="15083" y="4087"/>
                  </a:lnTo>
                  <a:lnTo>
                    <a:pt x="15228" y="3969"/>
                  </a:lnTo>
                  <a:lnTo>
                    <a:pt x="15302" y="3794"/>
                  </a:lnTo>
                  <a:lnTo>
                    <a:pt x="15302" y="3678"/>
                  </a:lnTo>
                  <a:lnTo>
                    <a:pt x="15228" y="3562"/>
                  </a:lnTo>
                  <a:lnTo>
                    <a:pt x="15083" y="3444"/>
                  </a:lnTo>
                  <a:lnTo>
                    <a:pt x="14937" y="3444"/>
                  </a:lnTo>
                  <a:lnTo>
                    <a:pt x="14644" y="2919"/>
                  </a:lnTo>
                  <a:lnTo>
                    <a:pt x="14424" y="2453"/>
                  </a:lnTo>
                  <a:lnTo>
                    <a:pt x="15448" y="1751"/>
                  </a:lnTo>
                  <a:lnTo>
                    <a:pt x="16400" y="1168"/>
                  </a:lnTo>
                  <a:lnTo>
                    <a:pt x="16694" y="993"/>
                  </a:lnTo>
                  <a:lnTo>
                    <a:pt x="16987" y="875"/>
                  </a:lnTo>
                  <a:lnTo>
                    <a:pt x="17646" y="759"/>
                  </a:lnTo>
                  <a:close/>
                  <a:moveTo>
                    <a:pt x="6954" y="11559"/>
                  </a:moveTo>
                  <a:lnTo>
                    <a:pt x="6883" y="11850"/>
                  </a:lnTo>
                  <a:lnTo>
                    <a:pt x="6589" y="11675"/>
                  </a:lnTo>
                  <a:lnTo>
                    <a:pt x="6954" y="11559"/>
                  </a:lnTo>
                  <a:close/>
                  <a:moveTo>
                    <a:pt x="10176" y="9807"/>
                  </a:moveTo>
                  <a:lnTo>
                    <a:pt x="9446" y="11559"/>
                  </a:lnTo>
                  <a:lnTo>
                    <a:pt x="9446" y="11675"/>
                  </a:lnTo>
                  <a:lnTo>
                    <a:pt x="9152" y="11850"/>
                  </a:lnTo>
                  <a:lnTo>
                    <a:pt x="9152" y="11618"/>
                  </a:lnTo>
                  <a:lnTo>
                    <a:pt x="9226" y="10916"/>
                  </a:lnTo>
                  <a:lnTo>
                    <a:pt x="9446" y="10275"/>
                  </a:lnTo>
                  <a:lnTo>
                    <a:pt x="10030" y="9925"/>
                  </a:lnTo>
                  <a:lnTo>
                    <a:pt x="10176" y="9807"/>
                  </a:lnTo>
                  <a:close/>
                  <a:moveTo>
                    <a:pt x="8565" y="10741"/>
                  </a:moveTo>
                  <a:lnTo>
                    <a:pt x="8420" y="11325"/>
                  </a:lnTo>
                  <a:lnTo>
                    <a:pt x="8420" y="12084"/>
                  </a:lnTo>
                  <a:lnTo>
                    <a:pt x="8565" y="12143"/>
                  </a:lnTo>
                  <a:lnTo>
                    <a:pt x="7761" y="12610"/>
                  </a:lnTo>
                  <a:lnTo>
                    <a:pt x="7615" y="12493"/>
                  </a:lnTo>
                  <a:lnTo>
                    <a:pt x="7761" y="12376"/>
                  </a:lnTo>
                  <a:lnTo>
                    <a:pt x="7835" y="12201"/>
                  </a:lnTo>
                  <a:lnTo>
                    <a:pt x="7835" y="12084"/>
                  </a:lnTo>
                  <a:lnTo>
                    <a:pt x="7761" y="11968"/>
                  </a:lnTo>
                  <a:lnTo>
                    <a:pt x="7687" y="11909"/>
                  </a:lnTo>
                  <a:lnTo>
                    <a:pt x="7615" y="11909"/>
                  </a:lnTo>
                  <a:lnTo>
                    <a:pt x="7761" y="11500"/>
                  </a:lnTo>
                  <a:lnTo>
                    <a:pt x="7835" y="11150"/>
                  </a:lnTo>
                  <a:lnTo>
                    <a:pt x="7835" y="11091"/>
                  </a:lnTo>
                  <a:lnTo>
                    <a:pt x="8565" y="10741"/>
                  </a:lnTo>
                  <a:close/>
                  <a:moveTo>
                    <a:pt x="2196" y="9750"/>
                  </a:moveTo>
                  <a:lnTo>
                    <a:pt x="2709" y="9866"/>
                  </a:lnTo>
                  <a:lnTo>
                    <a:pt x="3148" y="10041"/>
                  </a:lnTo>
                  <a:lnTo>
                    <a:pt x="3513" y="10275"/>
                  </a:lnTo>
                  <a:lnTo>
                    <a:pt x="3880" y="10625"/>
                  </a:lnTo>
                  <a:lnTo>
                    <a:pt x="4613" y="11268"/>
                  </a:lnTo>
                  <a:lnTo>
                    <a:pt x="5417" y="11850"/>
                  </a:lnTo>
                  <a:lnTo>
                    <a:pt x="6296" y="12376"/>
                  </a:lnTo>
                  <a:lnTo>
                    <a:pt x="6663" y="12668"/>
                  </a:lnTo>
                  <a:lnTo>
                    <a:pt x="7028" y="12960"/>
                  </a:lnTo>
                  <a:lnTo>
                    <a:pt x="7028" y="13019"/>
                  </a:lnTo>
                  <a:lnTo>
                    <a:pt x="6954" y="13194"/>
                  </a:lnTo>
                  <a:lnTo>
                    <a:pt x="6954" y="13369"/>
                  </a:lnTo>
                  <a:lnTo>
                    <a:pt x="7102" y="13485"/>
                  </a:lnTo>
                  <a:lnTo>
                    <a:pt x="7322" y="13544"/>
                  </a:lnTo>
                  <a:lnTo>
                    <a:pt x="7322" y="13778"/>
                  </a:lnTo>
                  <a:lnTo>
                    <a:pt x="7174" y="13837"/>
                  </a:lnTo>
                  <a:lnTo>
                    <a:pt x="6443" y="13894"/>
                  </a:lnTo>
                  <a:lnTo>
                    <a:pt x="6004" y="13485"/>
                  </a:lnTo>
                  <a:lnTo>
                    <a:pt x="5637" y="13135"/>
                  </a:lnTo>
                  <a:lnTo>
                    <a:pt x="4320" y="11909"/>
                  </a:lnTo>
                  <a:lnTo>
                    <a:pt x="3222" y="10975"/>
                  </a:lnTo>
                  <a:lnTo>
                    <a:pt x="2635" y="10509"/>
                  </a:lnTo>
                  <a:lnTo>
                    <a:pt x="2341" y="10334"/>
                  </a:lnTo>
                  <a:lnTo>
                    <a:pt x="1976" y="10216"/>
                  </a:lnTo>
                  <a:lnTo>
                    <a:pt x="2196" y="9750"/>
                  </a:lnTo>
                  <a:close/>
                  <a:moveTo>
                    <a:pt x="17426" y="0"/>
                  </a:moveTo>
                  <a:lnTo>
                    <a:pt x="16913" y="116"/>
                  </a:lnTo>
                  <a:lnTo>
                    <a:pt x="16400" y="291"/>
                  </a:lnTo>
                  <a:lnTo>
                    <a:pt x="15961" y="525"/>
                  </a:lnTo>
                  <a:lnTo>
                    <a:pt x="15522" y="759"/>
                  </a:lnTo>
                  <a:lnTo>
                    <a:pt x="14278" y="1634"/>
                  </a:lnTo>
                  <a:lnTo>
                    <a:pt x="13033" y="2510"/>
                  </a:lnTo>
                  <a:lnTo>
                    <a:pt x="8054" y="6013"/>
                  </a:lnTo>
                  <a:lnTo>
                    <a:pt x="5637" y="7706"/>
                  </a:lnTo>
                  <a:lnTo>
                    <a:pt x="4613" y="8406"/>
                  </a:lnTo>
                  <a:lnTo>
                    <a:pt x="4174" y="8815"/>
                  </a:lnTo>
                  <a:lnTo>
                    <a:pt x="3733" y="9224"/>
                  </a:lnTo>
                  <a:lnTo>
                    <a:pt x="3513" y="9282"/>
                  </a:lnTo>
                  <a:lnTo>
                    <a:pt x="3441" y="9457"/>
                  </a:lnTo>
                  <a:lnTo>
                    <a:pt x="3074" y="9282"/>
                  </a:lnTo>
                  <a:lnTo>
                    <a:pt x="2709" y="9224"/>
                  </a:lnTo>
                  <a:lnTo>
                    <a:pt x="2341" y="9166"/>
                  </a:lnTo>
                  <a:lnTo>
                    <a:pt x="1902" y="9166"/>
                  </a:lnTo>
                  <a:lnTo>
                    <a:pt x="1683" y="9224"/>
                  </a:lnTo>
                  <a:lnTo>
                    <a:pt x="1537" y="9399"/>
                  </a:lnTo>
                  <a:lnTo>
                    <a:pt x="1244" y="10216"/>
                  </a:lnTo>
                  <a:lnTo>
                    <a:pt x="1244" y="10334"/>
                  </a:lnTo>
                  <a:lnTo>
                    <a:pt x="1317" y="10450"/>
                  </a:lnTo>
                  <a:lnTo>
                    <a:pt x="1391" y="10509"/>
                  </a:lnTo>
                  <a:lnTo>
                    <a:pt x="1537" y="10566"/>
                  </a:lnTo>
                  <a:lnTo>
                    <a:pt x="1830" y="10916"/>
                  </a:lnTo>
                  <a:lnTo>
                    <a:pt x="2196" y="11268"/>
                  </a:lnTo>
                  <a:lnTo>
                    <a:pt x="3002" y="11909"/>
                  </a:lnTo>
                  <a:lnTo>
                    <a:pt x="4759" y="13544"/>
                  </a:lnTo>
                  <a:lnTo>
                    <a:pt x="5417" y="14244"/>
                  </a:lnTo>
                  <a:lnTo>
                    <a:pt x="5857" y="14594"/>
                  </a:lnTo>
                  <a:lnTo>
                    <a:pt x="6296" y="14828"/>
                  </a:lnTo>
                  <a:lnTo>
                    <a:pt x="6589" y="14887"/>
                  </a:lnTo>
                  <a:lnTo>
                    <a:pt x="6809" y="14887"/>
                  </a:lnTo>
                  <a:lnTo>
                    <a:pt x="7028" y="14769"/>
                  </a:lnTo>
                  <a:lnTo>
                    <a:pt x="7174" y="14594"/>
                  </a:lnTo>
                  <a:lnTo>
                    <a:pt x="7615" y="14537"/>
                  </a:lnTo>
                  <a:lnTo>
                    <a:pt x="7907" y="14419"/>
                  </a:lnTo>
                  <a:lnTo>
                    <a:pt x="8126" y="14244"/>
                  </a:lnTo>
                  <a:lnTo>
                    <a:pt x="8274" y="14012"/>
                  </a:lnTo>
                  <a:lnTo>
                    <a:pt x="8274" y="13603"/>
                  </a:lnTo>
                  <a:lnTo>
                    <a:pt x="8200" y="13253"/>
                  </a:lnTo>
                  <a:lnTo>
                    <a:pt x="10617" y="12025"/>
                  </a:lnTo>
                  <a:lnTo>
                    <a:pt x="13033" y="10741"/>
                  </a:lnTo>
                  <a:lnTo>
                    <a:pt x="15302" y="9399"/>
                  </a:lnTo>
                  <a:lnTo>
                    <a:pt x="17572" y="7997"/>
                  </a:lnTo>
                  <a:lnTo>
                    <a:pt x="18524" y="7415"/>
                  </a:lnTo>
                  <a:lnTo>
                    <a:pt x="19402" y="6713"/>
                  </a:lnTo>
                  <a:lnTo>
                    <a:pt x="20209" y="5955"/>
                  </a:lnTo>
                  <a:lnTo>
                    <a:pt x="20574" y="5546"/>
                  </a:lnTo>
                  <a:lnTo>
                    <a:pt x="20867" y="5137"/>
                  </a:lnTo>
                  <a:lnTo>
                    <a:pt x="21161" y="4728"/>
                  </a:lnTo>
                  <a:lnTo>
                    <a:pt x="21380" y="4262"/>
                  </a:lnTo>
                  <a:lnTo>
                    <a:pt x="21526" y="3794"/>
                  </a:lnTo>
                  <a:lnTo>
                    <a:pt x="21600" y="3387"/>
                  </a:lnTo>
                  <a:lnTo>
                    <a:pt x="21600" y="2919"/>
                  </a:lnTo>
                  <a:lnTo>
                    <a:pt x="21526" y="2453"/>
                  </a:lnTo>
                  <a:lnTo>
                    <a:pt x="21307" y="1985"/>
                  </a:lnTo>
                  <a:lnTo>
                    <a:pt x="21013" y="1518"/>
                  </a:lnTo>
                  <a:lnTo>
                    <a:pt x="20722" y="1168"/>
                  </a:lnTo>
                  <a:lnTo>
                    <a:pt x="20354" y="818"/>
                  </a:lnTo>
                  <a:lnTo>
                    <a:pt x="19915" y="584"/>
                  </a:lnTo>
                  <a:lnTo>
                    <a:pt x="19476" y="350"/>
                  </a:lnTo>
                  <a:lnTo>
                    <a:pt x="18963" y="175"/>
                  </a:lnTo>
                  <a:lnTo>
                    <a:pt x="18524" y="59"/>
                  </a:lnTo>
                  <a:lnTo>
                    <a:pt x="17939" y="0"/>
                  </a:lnTo>
                  <a:close/>
                  <a:moveTo>
                    <a:pt x="3952" y="19732"/>
                  </a:moveTo>
                  <a:lnTo>
                    <a:pt x="3952" y="20141"/>
                  </a:lnTo>
                  <a:lnTo>
                    <a:pt x="3807" y="20550"/>
                  </a:lnTo>
                  <a:lnTo>
                    <a:pt x="3587" y="20550"/>
                  </a:lnTo>
                  <a:lnTo>
                    <a:pt x="3733" y="20141"/>
                  </a:lnTo>
                  <a:lnTo>
                    <a:pt x="3952" y="19732"/>
                  </a:lnTo>
                  <a:close/>
                  <a:moveTo>
                    <a:pt x="3294" y="14944"/>
                  </a:moveTo>
                  <a:lnTo>
                    <a:pt x="3367" y="15237"/>
                  </a:lnTo>
                  <a:lnTo>
                    <a:pt x="3807" y="16229"/>
                  </a:lnTo>
                  <a:lnTo>
                    <a:pt x="4685" y="18097"/>
                  </a:lnTo>
                  <a:lnTo>
                    <a:pt x="4833" y="18681"/>
                  </a:lnTo>
                  <a:lnTo>
                    <a:pt x="4904" y="19265"/>
                  </a:lnTo>
                  <a:lnTo>
                    <a:pt x="4833" y="19790"/>
                  </a:lnTo>
                  <a:lnTo>
                    <a:pt x="4685" y="20082"/>
                  </a:lnTo>
                  <a:lnTo>
                    <a:pt x="4539" y="20316"/>
                  </a:lnTo>
                  <a:lnTo>
                    <a:pt x="4613" y="20024"/>
                  </a:lnTo>
                  <a:lnTo>
                    <a:pt x="4539" y="19790"/>
                  </a:lnTo>
                  <a:lnTo>
                    <a:pt x="4393" y="19615"/>
                  </a:lnTo>
                  <a:lnTo>
                    <a:pt x="4246" y="19440"/>
                  </a:lnTo>
                  <a:lnTo>
                    <a:pt x="4026" y="19381"/>
                  </a:lnTo>
                  <a:lnTo>
                    <a:pt x="3733" y="19381"/>
                  </a:lnTo>
                  <a:lnTo>
                    <a:pt x="3661" y="19499"/>
                  </a:lnTo>
                  <a:lnTo>
                    <a:pt x="3661" y="19615"/>
                  </a:lnTo>
                  <a:lnTo>
                    <a:pt x="3148" y="20141"/>
                  </a:lnTo>
                  <a:lnTo>
                    <a:pt x="3002" y="20433"/>
                  </a:lnTo>
                  <a:lnTo>
                    <a:pt x="2854" y="20725"/>
                  </a:lnTo>
                  <a:lnTo>
                    <a:pt x="2709" y="20725"/>
                  </a:lnTo>
                  <a:lnTo>
                    <a:pt x="3148" y="19907"/>
                  </a:lnTo>
                  <a:lnTo>
                    <a:pt x="3513" y="19090"/>
                  </a:lnTo>
                  <a:lnTo>
                    <a:pt x="3513" y="19031"/>
                  </a:lnTo>
                  <a:lnTo>
                    <a:pt x="3441" y="18972"/>
                  </a:lnTo>
                  <a:lnTo>
                    <a:pt x="3367" y="18972"/>
                  </a:lnTo>
                  <a:lnTo>
                    <a:pt x="3294" y="19031"/>
                  </a:lnTo>
                  <a:lnTo>
                    <a:pt x="2635" y="19732"/>
                  </a:lnTo>
                  <a:lnTo>
                    <a:pt x="2050" y="20550"/>
                  </a:lnTo>
                  <a:lnTo>
                    <a:pt x="1757" y="20433"/>
                  </a:lnTo>
                  <a:lnTo>
                    <a:pt x="1757" y="20257"/>
                  </a:lnTo>
                  <a:lnTo>
                    <a:pt x="2050" y="19790"/>
                  </a:lnTo>
                  <a:lnTo>
                    <a:pt x="2341" y="19324"/>
                  </a:lnTo>
                  <a:lnTo>
                    <a:pt x="2709" y="18856"/>
                  </a:lnTo>
                  <a:lnTo>
                    <a:pt x="3074" y="18390"/>
                  </a:lnTo>
                  <a:lnTo>
                    <a:pt x="3074" y="18331"/>
                  </a:lnTo>
                  <a:lnTo>
                    <a:pt x="3002" y="18272"/>
                  </a:lnTo>
                  <a:lnTo>
                    <a:pt x="2928" y="18331"/>
                  </a:lnTo>
                  <a:lnTo>
                    <a:pt x="2270" y="18797"/>
                  </a:lnTo>
                  <a:lnTo>
                    <a:pt x="1902" y="19090"/>
                  </a:lnTo>
                  <a:lnTo>
                    <a:pt x="1611" y="19381"/>
                  </a:lnTo>
                  <a:lnTo>
                    <a:pt x="1391" y="19732"/>
                  </a:lnTo>
                  <a:lnTo>
                    <a:pt x="1172" y="20082"/>
                  </a:lnTo>
                  <a:lnTo>
                    <a:pt x="1098" y="20024"/>
                  </a:lnTo>
                  <a:lnTo>
                    <a:pt x="1244" y="19849"/>
                  </a:lnTo>
                  <a:lnTo>
                    <a:pt x="1317" y="19674"/>
                  </a:lnTo>
                  <a:lnTo>
                    <a:pt x="2270" y="18506"/>
                  </a:lnTo>
                  <a:lnTo>
                    <a:pt x="2635" y="17922"/>
                  </a:lnTo>
                  <a:lnTo>
                    <a:pt x="2928" y="17281"/>
                  </a:lnTo>
                  <a:lnTo>
                    <a:pt x="2854" y="17222"/>
                  </a:lnTo>
                  <a:lnTo>
                    <a:pt x="2783" y="17222"/>
                  </a:lnTo>
                  <a:lnTo>
                    <a:pt x="2122" y="17806"/>
                  </a:lnTo>
                  <a:lnTo>
                    <a:pt x="1463" y="18390"/>
                  </a:lnTo>
                  <a:lnTo>
                    <a:pt x="1683" y="18097"/>
                  </a:lnTo>
                  <a:lnTo>
                    <a:pt x="2489" y="17106"/>
                  </a:lnTo>
                  <a:lnTo>
                    <a:pt x="3294" y="16112"/>
                  </a:lnTo>
                  <a:lnTo>
                    <a:pt x="3294" y="15996"/>
                  </a:lnTo>
                  <a:lnTo>
                    <a:pt x="3222" y="15879"/>
                  </a:lnTo>
                  <a:lnTo>
                    <a:pt x="3002" y="15879"/>
                  </a:lnTo>
                  <a:lnTo>
                    <a:pt x="2635" y="16171"/>
                  </a:lnTo>
                  <a:lnTo>
                    <a:pt x="3002" y="15587"/>
                  </a:lnTo>
                  <a:lnTo>
                    <a:pt x="3294" y="14944"/>
                  </a:lnTo>
                  <a:close/>
                  <a:moveTo>
                    <a:pt x="3074" y="13953"/>
                  </a:moveTo>
                  <a:lnTo>
                    <a:pt x="2928" y="14012"/>
                  </a:lnTo>
                  <a:lnTo>
                    <a:pt x="2783" y="14187"/>
                  </a:lnTo>
                  <a:lnTo>
                    <a:pt x="2783" y="14419"/>
                  </a:lnTo>
                  <a:lnTo>
                    <a:pt x="2415" y="14887"/>
                  </a:lnTo>
                  <a:lnTo>
                    <a:pt x="2196" y="15353"/>
                  </a:lnTo>
                  <a:lnTo>
                    <a:pt x="1317" y="16872"/>
                  </a:lnTo>
                  <a:lnTo>
                    <a:pt x="585" y="18156"/>
                  </a:lnTo>
                  <a:lnTo>
                    <a:pt x="291" y="18797"/>
                  </a:lnTo>
                  <a:lnTo>
                    <a:pt x="72" y="19499"/>
                  </a:lnTo>
                  <a:lnTo>
                    <a:pt x="0" y="19732"/>
                  </a:lnTo>
                  <a:lnTo>
                    <a:pt x="0" y="19907"/>
                  </a:lnTo>
                  <a:lnTo>
                    <a:pt x="146" y="20257"/>
                  </a:lnTo>
                  <a:lnTo>
                    <a:pt x="439" y="20550"/>
                  </a:lnTo>
                  <a:lnTo>
                    <a:pt x="804" y="20841"/>
                  </a:lnTo>
                  <a:lnTo>
                    <a:pt x="878" y="20959"/>
                  </a:lnTo>
                  <a:lnTo>
                    <a:pt x="1024" y="21016"/>
                  </a:lnTo>
                  <a:lnTo>
                    <a:pt x="1172" y="21075"/>
                  </a:lnTo>
                  <a:lnTo>
                    <a:pt x="1317" y="21075"/>
                  </a:lnTo>
                  <a:lnTo>
                    <a:pt x="1463" y="21134"/>
                  </a:lnTo>
                  <a:lnTo>
                    <a:pt x="1757" y="21250"/>
                  </a:lnTo>
                  <a:lnTo>
                    <a:pt x="1902" y="21366"/>
                  </a:lnTo>
                  <a:lnTo>
                    <a:pt x="2196" y="21366"/>
                  </a:lnTo>
                  <a:lnTo>
                    <a:pt x="2854" y="21541"/>
                  </a:lnTo>
                  <a:lnTo>
                    <a:pt x="2928" y="21600"/>
                  </a:lnTo>
                  <a:lnTo>
                    <a:pt x="3367" y="21600"/>
                  </a:lnTo>
                  <a:lnTo>
                    <a:pt x="3807" y="21541"/>
                  </a:lnTo>
                  <a:lnTo>
                    <a:pt x="4246" y="21425"/>
                  </a:lnTo>
                  <a:lnTo>
                    <a:pt x="4613" y="21309"/>
                  </a:lnTo>
                  <a:lnTo>
                    <a:pt x="4978" y="21134"/>
                  </a:lnTo>
                  <a:lnTo>
                    <a:pt x="5198" y="20900"/>
                  </a:lnTo>
                  <a:lnTo>
                    <a:pt x="5417" y="20666"/>
                  </a:lnTo>
                  <a:lnTo>
                    <a:pt x="5563" y="20433"/>
                  </a:lnTo>
                  <a:lnTo>
                    <a:pt x="5711" y="20199"/>
                  </a:lnTo>
                  <a:lnTo>
                    <a:pt x="5857" y="19615"/>
                  </a:lnTo>
                  <a:lnTo>
                    <a:pt x="5857" y="19031"/>
                  </a:lnTo>
                  <a:lnTo>
                    <a:pt x="5711" y="18447"/>
                  </a:lnTo>
                  <a:lnTo>
                    <a:pt x="5563" y="17865"/>
                  </a:lnTo>
                  <a:lnTo>
                    <a:pt x="5344" y="17338"/>
                  </a:lnTo>
                  <a:lnTo>
                    <a:pt x="4100" y="14419"/>
                  </a:lnTo>
                  <a:lnTo>
                    <a:pt x="3952" y="14244"/>
                  </a:lnTo>
                  <a:lnTo>
                    <a:pt x="3733" y="14128"/>
                  </a:lnTo>
                  <a:lnTo>
                    <a:pt x="3513" y="14012"/>
                  </a:lnTo>
                  <a:lnTo>
                    <a:pt x="3294" y="13953"/>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A4C2F4"/>
                  </a:solidFill>
                </a:defRPr>
              </a:pPr>
            </a:p>
          </p:txBody>
        </p:sp>
        <p:sp>
          <p:nvSpPr>
            <p:cNvPr id="785" name="Google Shape;312;p5"/>
            <p:cNvSpPr/>
            <p:nvPr/>
          </p:nvSpPr>
          <p:spPr>
            <a:xfrm>
              <a:off x="433019" y="3226251"/>
              <a:ext cx="485163" cy="4778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609" y="5647"/>
                  </a:moveTo>
                  <a:lnTo>
                    <a:pt x="11718" y="5702"/>
                  </a:lnTo>
                  <a:lnTo>
                    <a:pt x="11880" y="5811"/>
                  </a:lnTo>
                  <a:lnTo>
                    <a:pt x="12096" y="6085"/>
                  </a:lnTo>
                  <a:lnTo>
                    <a:pt x="12204" y="6413"/>
                  </a:lnTo>
                  <a:lnTo>
                    <a:pt x="12311" y="6744"/>
                  </a:lnTo>
                  <a:lnTo>
                    <a:pt x="12366" y="7017"/>
                  </a:lnTo>
                  <a:lnTo>
                    <a:pt x="12366" y="7619"/>
                  </a:lnTo>
                  <a:lnTo>
                    <a:pt x="12204" y="7894"/>
                  </a:lnTo>
                  <a:lnTo>
                    <a:pt x="11987" y="6962"/>
                  </a:lnTo>
                  <a:lnTo>
                    <a:pt x="11825" y="6304"/>
                  </a:lnTo>
                  <a:lnTo>
                    <a:pt x="11718" y="5975"/>
                  </a:lnTo>
                  <a:lnTo>
                    <a:pt x="11609" y="5647"/>
                  </a:lnTo>
                  <a:close/>
                  <a:moveTo>
                    <a:pt x="6371" y="7566"/>
                  </a:moveTo>
                  <a:lnTo>
                    <a:pt x="6588" y="7784"/>
                  </a:lnTo>
                  <a:lnTo>
                    <a:pt x="6750" y="8004"/>
                  </a:lnTo>
                  <a:lnTo>
                    <a:pt x="6911" y="8223"/>
                  </a:lnTo>
                  <a:lnTo>
                    <a:pt x="7019" y="8497"/>
                  </a:lnTo>
                  <a:lnTo>
                    <a:pt x="7019" y="9045"/>
                  </a:lnTo>
                  <a:lnTo>
                    <a:pt x="6857" y="9154"/>
                  </a:lnTo>
                  <a:lnTo>
                    <a:pt x="6695" y="9320"/>
                  </a:lnTo>
                  <a:lnTo>
                    <a:pt x="6533" y="8936"/>
                  </a:lnTo>
                  <a:lnTo>
                    <a:pt x="6371" y="8497"/>
                  </a:lnTo>
                  <a:lnTo>
                    <a:pt x="6318" y="8059"/>
                  </a:lnTo>
                  <a:lnTo>
                    <a:pt x="6318" y="7675"/>
                  </a:lnTo>
                  <a:lnTo>
                    <a:pt x="6371" y="7566"/>
                  </a:lnTo>
                  <a:close/>
                  <a:moveTo>
                    <a:pt x="9720" y="11349"/>
                  </a:moveTo>
                  <a:lnTo>
                    <a:pt x="9882" y="11458"/>
                  </a:lnTo>
                  <a:lnTo>
                    <a:pt x="9990" y="11677"/>
                  </a:lnTo>
                  <a:lnTo>
                    <a:pt x="10206" y="12061"/>
                  </a:lnTo>
                  <a:lnTo>
                    <a:pt x="10799" y="12993"/>
                  </a:lnTo>
                  <a:lnTo>
                    <a:pt x="10475" y="13268"/>
                  </a:lnTo>
                  <a:lnTo>
                    <a:pt x="10421" y="13103"/>
                  </a:lnTo>
                  <a:lnTo>
                    <a:pt x="10097" y="12664"/>
                  </a:lnTo>
                  <a:lnTo>
                    <a:pt x="9828" y="12171"/>
                  </a:lnTo>
                  <a:lnTo>
                    <a:pt x="9666" y="11786"/>
                  </a:lnTo>
                  <a:lnTo>
                    <a:pt x="9449" y="11458"/>
                  </a:lnTo>
                  <a:lnTo>
                    <a:pt x="9720" y="11349"/>
                  </a:lnTo>
                  <a:close/>
                  <a:moveTo>
                    <a:pt x="7776" y="12115"/>
                  </a:moveTo>
                  <a:lnTo>
                    <a:pt x="7883" y="12171"/>
                  </a:lnTo>
                  <a:lnTo>
                    <a:pt x="8585" y="14090"/>
                  </a:lnTo>
                  <a:lnTo>
                    <a:pt x="8316" y="14199"/>
                  </a:lnTo>
                  <a:lnTo>
                    <a:pt x="8369" y="13925"/>
                  </a:lnTo>
                  <a:lnTo>
                    <a:pt x="8316" y="13761"/>
                  </a:lnTo>
                  <a:lnTo>
                    <a:pt x="8261" y="13541"/>
                  </a:lnTo>
                  <a:lnTo>
                    <a:pt x="8099" y="13103"/>
                  </a:lnTo>
                  <a:lnTo>
                    <a:pt x="7721" y="12115"/>
                  </a:lnTo>
                  <a:close/>
                  <a:moveTo>
                    <a:pt x="10799" y="14803"/>
                  </a:moveTo>
                  <a:lnTo>
                    <a:pt x="10799" y="15296"/>
                  </a:lnTo>
                  <a:lnTo>
                    <a:pt x="10583" y="14912"/>
                  </a:lnTo>
                  <a:lnTo>
                    <a:pt x="10799" y="14803"/>
                  </a:lnTo>
                  <a:close/>
                  <a:moveTo>
                    <a:pt x="14309" y="13541"/>
                  </a:moveTo>
                  <a:lnTo>
                    <a:pt x="14472" y="13870"/>
                  </a:lnTo>
                  <a:lnTo>
                    <a:pt x="14634" y="14199"/>
                  </a:lnTo>
                  <a:lnTo>
                    <a:pt x="14796" y="14474"/>
                  </a:lnTo>
                  <a:lnTo>
                    <a:pt x="14958" y="14747"/>
                  </a:lnTo>
                  <a:lnTo>
                    <a:pt x="15011" y="14967"/>
                  </a:lnTo>
                  <a:lnTo>
                    <a:pt x="15011" y="15405"/>
                  </a:lnTo>
                  <a:lnTo>
                    <a:pt x="14903" y="15625"/>
                  </a:lnTo>
                  <a:lnTo>
                    <a:pt x="14796" y="15460"/>
                  </a:lnTo>
                  <a:lnTo>
                    <a:pt x="14687" y="15405"/>
                  </a:lnTo>
                  <a:lnTo>
                    <a:pt x="14363" y="14583"/>
                  </a:lnTo>
                  <a:lnTo>
                    <a:pt x="14256" y="14143"/>
                  </a:lnTo>
                  <a:lnTo>
                    <a:pt x="14094" y="13706"/>
                  </a:lnTo>
                  <a:lnTo>
                    <a:pt x="14201" y="13650"/>
                  </a:lnTo>
                  <a:lnTo>
                    <a:pt x="14309" y="13541"/>
                  </a:lnTo>
                  <a:close/>
                  <a:moveTo>
                    <a:pt x="11285" y="14583"/>
                  </a:moveTo>
                  <a:lnTo>
                    <a:pt x="11447" y="14638"/>
                  </a:lnTo>
                  <a:lnTo>
                    <a:pt x="11663" y="14747"/>
                  </a:lnTo>
                  <a:lnTo>
                    <a:pt x="11880" y="14967"/>
                  </a:lnTo>
                  <a:lnTo>
                    <a:pt x="12042" y="15296"/>
                  </a:lnTo>
                  <a:lnTo>
                    <a:pt x="12204" y="15898"/>
                  </a:lnTo>
                  <a:lnTo>
                    <a:pt x="12258" y="16173"/>
                  </a:lnTo>
                  <a:lnTo>
                    <a:pt x="12258" y="16391"/>
                  </a:lnTo>
                  <a:lnTo>
                    <a:pt x="12204" y="16611"/>
                  </a:lnTo>
                  <a:lnTo>
                    <a:pt x="12042" y="16722"/>
                  </a:lnTo>
                  <a:lnTo>
                    <a:pt x="12042" y="16611"/>
                  </a:lnTo>
                  <a:lnTo>
                    <a:pt x="11987" y="16447"/>
                  </a:lnTo>
                  <a:lnTo>
                    <a:pt x="11880" y="16391"/>
                  </a:lnTo>
                  <a:lnTo>
                    <a:pt x="11771" y="16282"/>
                  </a:lnTo>
                  <a:lnTo>
                    <a:pt x="11609" y="15953"/>
                  </a:lnTo>
                  <a:lnTo>
                    <a:pt x="11501" y="15515"/>
                  </a:lnTo>
                  <a:lnTo>
                    <a:pt x="11394" y="14692"/>
                  </a:lnTo>
                  <a:lnTo>
                    <a:pt x="11285" y="14583"/>
                  </a:lnTo>
                  <a:close/>
                  <a:moveTo>
                    <a:pt x="14958" y="1973"/>
                  </a:moveTo>
                  <a:lnTo>
                    <a:pt x="15011" y="2302"/>
                  </a:lnTo>
                  <a:lnTo>
                    <a:pt x="15120" y="2577"/>
                  </a:lnTo>
                  <a:lnTo>
                    <a:pt x="15389" y="3125"/>
                  </a:lnTo>
                  <a:lnTo>
                    <a:pt x="16091" y="4825"/>
                  </a:lnTo>
                  <a:lnTo>
                    <a:pt x="16146" y="4934"/>
                  </a:lnTo>
                  <a:lnTo>
                    <a:pt x="15822" y="5043"/>
                  </a:lnTo>
                  <a:lnTo>
                    <a:pt x="15497" y="5153"/>
                  </a:lnTo>
                  <a:lnTo>
                    <a:pt x="14363" y="5591"/>
                  </a:lnTo>
                  <a:lnTo>
                    <a:pt x="13230" y="6195"/>
                  </a:lnTo>
                  <a:lnTo>
                    <a:pt x="13013" y="6304"/>
                  </a:lnTo>
                  <a:lnTo>
                    <a:pt x="12851" y="6469"/>
                  </a:lnTo>
                  <a:lnTo>
                    <a:pt x="12744" y="6085"/>
                  </a:lnTo>
                  <a:lnTo>
                    <a:pt x="12527" y="5702"/>
                  </a:lnTo>
                  <a:lnTo>
                    <a:pt x="12311" y="5372"/>
                  </a:lnTo>
                  <a:lnTo>
                    <a:pt x="12149" y="5262"/>
                  </a:lnTo>
                  <a:lnTo>
                    <a:pt x="11987" y="5153"/>
                  </a:lnTo>
                  <a:lnTo>
                    <a:pt x="11771" y="5098"/>
                  </a:lnTo>
                  <a:lnTo>
                    <a:pt x="11556" y="5043"/>
                  </a:lnTo>
                  <a:lnTo>
                    <a:pt x="11447" y="5043"/>
                  </a:lnTo>
                  <a:lnTo>
                    <a:pt x="11340" y="5098"/>
                  </a:lnTo>
                  <a:lnTo>
                    <a:pt x="11285" y="5207"/>
                  </a:lnTo>
                  <a:lnTo>
                    <a:pt x="11285" y="5318"/>
                  </a:lnTo>
                  <a:lnTo>
                    <a:pt x="11016" y="5372"/>
                  </a:lnTo>
                  <a:lnTo>
                    <a:pt x="10799" y="5538"/>
                  </a:lnTo>
                  <a:lnTo>
                    <a:pt x="10583" y="5756"/>
                  </a:lnTo>
                  <a:lnTo>
                    <a:pt x="10368" y="5975"/>
                  </a:lnTo>
                  <a:lnTo>
                    <a:pt x="10313" y="6140"/>
                  </a:lnTo>
                  <a:lnTo>
                    <a:pt x="10368" y="6304"/>
                  </a:lnTo>
                  <a:lnTo>
                    <a:pt x="10692" y="7017"/>
                  </a:lnTo>
                  <a:lnTo>
                    <a:pt x="10421" y="7126"/>
                  </a:lnTo>
                  <a:lnTo>
                    <a:pt x="9287" y="7510"/>
                  </a:lnTo>
                  <a:lnTo>
                    <a:pt x="8207" y="7894"/>
                  </a:lnTo>
                  <a:lnTo>
                    <a:pt x="7830" y="8004"/>
                  </a:lnTo>
                  <a:lnTo>
                    <a:pt x="7668" y="8059"/>
                  </a:lnTo>
                  <a:lnTo>
                    <a:pt x="7559" y="8168"/>
                  </a:lnTo>
                  <a:lnTo>
                    <a:pt x="7506" y="8004"/>
                  </a:lnTo>
                  <a:lnTo>
                    <a:pt x="7235" y="7566"/>
                  </a:lnTo>
                  <a:lnTo>
                    <a:pt x="7073" y="7291"/>
                  </a:lnTo>
                  <a:lnTo>
                    <a:pt x="6857" y="7072"/>
                  </a:lnTo>
                  <a:lnTo>
                    <a:pt x="6642" y="6908"/>
                  </a:lnTo>
                  <a:lnTo>
                    <a:pt x="6371" y="6797"/>
                  </a:lnTo>
                  <a:lnTo>
                    <a:pt x="6156" y="6744"/>
                  </a:lnTo>
                  <a:lnTo>
                    <a:pt x="5940" y="6853"/>
                  </a:lnTo>
                  <a:lnTo>
                    <a:pt x="5669" y="6853"/>
                  </a:lnTo>
                  <a:lnTo>
                    <a:pt x="5562" y="6908"/>
                  </a:lnTo>
                  <a:lnTo>
                    <a:pt x="5507" y="7017"/>
                  </a:lnTo>
                  <a:lnTo>
                    <a:pt x="5454" y="7455"/>
                  </a:lnTo>
                  <a:lnTo>
                    <a:pt x="5454" y="7894"/>
                  </a:lnTo>
                  <a:lnTo>
                    <a:pt x="5507" y="8332"/>
                  </a:lnTo>
                  <a:lnTo>
                    <a:pt x="5616" y="8772"/>
                  </a:lnTo>
                  <a:lnTo>
                    <a:pt x="5292" y="8717"/>
                  </a:lnTo>
                  <a:lnTo>
                    <a:pt x="4968" y="8772"/>
                  </a:lnTo>
                  <a:lnTo>
                    <a:pt x="4374" y="8990"/>
                  </a:lnTo>
                  <a:lnTo>
                    <a:pt x="3564" y="9210"/>
                  </a:lnTo>
                  <a:lnTo>
                    <a:pt x="3186" y="9374"/>
                  </a:lnTo>
                  <a:lnTo>
                    <a:pt x="3024" y="9485"/>
                  </a:lnTo>
                  <a:lnTo>
                    <a:pt x="2862" y="9649"/>
                  </a:lnTo>
                  <a:lnTo>
                    <a:pt x="2862" y="9758"/>
                  </a:lnTo>
                  <a:lnTo>
                    <a:pt x="2916" y="9814"/>
                  </a:lnTo>
                  <a:lnTo>
                    <a:pt x="3293" y="9867"/>
                  </a:lnTo>
                  <a:lnTo>
                    <a:pt x="3618" y="9814"/>
                  </a:lnTo>
                  <a:lnTo>
                    <a:pt x="4374" y="9649"/>
                  </a:lnTo>
                  <a:lnTo>
                    <a:pt x="5076" y="9485"/>
                  </a:lnTo>
                  <a:lnTo>
                    <a:pt x="5454" y="9320"/>
                  </a:lnTo>
                  <a:lnTo>
                    <a:pt x="5616" y="9210"/>
                  </a:lnTo>
                  <a:lnTo>
                    <a:pt x="5723" y="9101"/>
                  </a:lnTo>
                  <a:lnTo>
                    <a:pt x="5994" y="9539"/>
                  </a:lnTo>
                  <a:lnTo>
                    <a:pt x="6264" y="9978"/>
                  </a:lnTo>
                  <a:lnTo>
                    <a:pt x="6318" y="10032"/>
                  </a:lnTo>
                  <a:lnTo>
                    <a:pt x="6426" y="10196"/>
                  </a:lnTo>
                  <a:lnTo>
                    <a:pt x="6695" y="10416"/>
                  </a:lnTo>
                  <a:lnTo>
                    <a:pt x="6857" y="10471"/>
                  </a:lnTo>
                  <a:lnTo>
                    <a:pt x="6966" y="10526"/>
                  </a:lnTo>
                  <a:lnTo>
                    <a:pt x="7073" y="10471"/>
                  </a:lnTo>
                  <a:lnTo>
                    <a:pt x="7181" y="10361"/>
                  </a:lnTo>
                  <a:lnTo>
                    <a:pt x="7452" y="9923"/>
                  </a:lnTo>
                  <a:lnTo>
                    <a:pt x="7614" y="9485"/>
                  </a:lnTo>
                  <a:lnTo>
                    <a:pt x="7668" y="9045"/>
                  </a:lnTo>
                  <a:lnTo>
                    <a:pt x="7668" y="8607"/>
                  </a:lnTo>
                  <a:lnTo>
                    <a:pt x="7830" y="8607"/>
                  </a:lnTo>
                  <a:lnTo>
                    <a:pt x="7992" y="8552"/>
                  </a:lnTo>
                  <a:lnTo>
                    <a:pt x="8369" y="8443"/>
                  </a:lnTo>
                  <a:lnTo>
                    <a:pt x="9504" y="8114"/>
                  </a:lnTo>
                  <a:lnTo>
                    <a:pt x="10583" y="7730"/>
                  </a:lnTo>
                  <a:lnTo>
                    <a:pt x="10961" y="7566"/>
                  </a:lnTo>
                  <a:lnTo>
                    <a:pt x="11232" y="8114"/>
                  </a:lnTo>
                  <a:lnTo>
                    <a:pt x="11340" y="8388"/>
                  </a:lnTo>
                  <a:lnTo>
                    <a:pt x="11501" y="8607"/>
                  </a:lnTo>
                  <a:lnTo>
                    <a:pt x="11663" y="8717"/>
                  </a:lnTo>
                  <a:lnTo>
                    <a:pt x="12096" y="8717"/>
                  </a:lnTo>
                  <a:lnTo>
                    <a:pt x="12258" y="8607"/>
                  </a:lnTo>
                  <a:lnTo>
                    <a:pt x="12582" y="8332"/>
                  </a:lnTo>
                  <a:lnTo>
                    <a:pt x="12851" y="8004"/>
                  </a:lnTo>
                  <a:lnTo>
                    <a:pt x="12959" y="7730"/>
                  </a:lnTo>
                  <a:lnTo>
                    <a:pt x="13013" y="7455"/>
                  </a:lnTo>
                  <a:lnTo>
                    <a:pt x="13013" y="7182"/>
                  </a:lnTo>
                  <a:lnTo>
                    <a:pt x="12959" y="6853"/>
                  </a:lnTo>
                  <a:lnTo>
                    <a:pt x="13121" y="6853"/>
                  </a:lnTo>
                  <a:lnTo>
                    <a:pt x="13337" y="6744"/>
                  </a:lnTo>
                  <a:lnTo>
                    <a:pt x="14634" y="6140"/>
                  </a:lnTo>
                  <a:lnTo>
                    <a:pt x="15660" y="5756"/>
                  </a:lnTo>
                  <a:lnTo>
                    <a:pt x="16037" y="5591"/>
                  </a:lnTo>
                  <a:lnTo>
                    <a:pt x="16361" y="5482"/>
                  </a:lnTo>
                  <a:lnTo>
                    <a:pt x="16956" y="6853"/>
                  </a:lnTo>
                  <a:lnTo>
                    <a:pt x="17441" y="8279"/>
                  </a:lnTo>
                  <a:lnTo>
                    <a:pt x="17765" y="9320"/>
                  </a:lnTo>
                  <a:lnTo>
                    <a:pt x="17711" y="9485"/>
                  </a:lnTo>
                  <a:lnTo>
                    <a:pt x="17658" y="9649"/>
                  </a:lnTo>
                  <a:lnTo>
                    <a:pt x="17603" y="9649"/>
                  </a:lnTo>
                  <a:lnTo>
                    <a:pt x="17063" y="9867"/>
                  </a:lnTo>
                  <a:lnTo>
                    <a:pt x="16146" y="10142"/>
                  </a:lnTo>
                  <a:lnTo>
                    <a:pt x="14256" y="10800"/>
                  </a:lnTo>
                  <a:lnTo>
                    <a:pt x="12420" y="11402"/>
                  </a:lnTo>
                  <a:lnTo>
                    <a:pt x="11609" y="11622"/>
                  </a:lnTo>
                  <a:lnTo>
                    <a:pt x="11232" y="11842"/>
                  </a:lnTo>
                  <a:lnTo>
                    <a:pt x="11070" y="11951"/>
                  </a:lnTo>
                  <a:lnTo>
                    <a:pt x="10961" y="12115"/>
                  </a:lnTo>
                  <a:lnTo>
                    <a:pt x="10961" y="12171"/>
                  </a:lnTo>
                  <a:lnTo>
                    <a:pt x="11232" y="12226"/>
                  </a:lnTo>
                  <a:lnTo>
                    <a:pt x="11771" y="12226"/>
                  </a:lnTo>
                  <a:lnTo>
                    <a:pt x="12042" y="12115"/>
                  </a:lnTo>
                  <a:lnTo>
                    <a:pt x="13121" y="11786"/>
                  </a:lnTo>
                  <a:lnTo>
                    <a:pt x="15551" y="11020"/>
                  </a:lnTo>
                  <a:lnTo>
                    <a:pt x="17982" y="10251"/>
                  </a:lnTo>
                  <a:lnTo>
                    <a:pt x="18089" y="10196"/>
                  </a:lnTo>
                  <a:lnTo>
                    <a:pt x="18467" y="11622"/>
                  </a:lnTo>
                  <a:lnTo>
                    <a:pt x="18791" y="12664"/>
                  </a:lnTo>
                  <a:lnTo>
                    <a:pt x="18737" y="12719"/>
                  </a:lnTo>
                  <a:lnTo>
                    <a:pt x="18684" y="12828"/>
                  </a:lnTo>
                  <a:lnTo>
                    <a:pt x="17117" y="13432"/>
                  </a:lnTo>
                  <a:lnTo>
                    <a:pt x="16253" y="13761"/>
                  </a:lnTo>
                  <a:lnTo>
                    <a:pt x="15984" y="13870"/>
                  </a:lnTo>
                  <a:lnTo>
                    <a:pt x="15822" y="14034"/>
                  </a:lnTo>
                  <a:lnTo>
                    <a:pt x="15389" y="14309"/>
                  </a:lnTo>
                  <a:lnTo>
                    <a:pt x="15389" y="14363"/>
                  </a:lnTo>
                  <a:lnTo>
                    <a:pt x="15335" y="14199"/>
                  </a:lnTo>
                  <a:lnTo>
                    <a:pt x="15011" y="13486"/>
                  </a:lnTo>
                  <a:lnTo>
                    <a:pt x="14796" y="13157"/>
                  </a:lnTo>
                  <a:lnTo>
                    <a:pt x="14634" y="13048"/>
                  </a:lnTo>
                  <a:lnTo>
                    <a:pt x="14472" y="12993"/>
                  </a:lnTo>
                  <a:lnTo>
                    <a:pt x="14363" y="12993"/>
                  </a:lnTo>
                  <a:lnTo>
                    <a:pt x="14309" y="13103"/>
                  </a:lnTo>
                  <a:lnTo>
                    <a:pt x="14256" y="13212"/>
                  </a:lnTo>
                  <a:lnTo>
                    <a:pt x="13985" y="13212"/>
                  </a:lnTo>
                  <a:lnTo>
                    <a:pt x="13770" y="13157"/>
                  </a:lnTo>
                  <a:lnTo>
                    <a:pt x="13554" y="13212"/>
                  </a:lnTo>
                  <a:lnTo>
                    <a:pt x="13337" y="13268"/>
                  </a:lnTo>
                  <a:lnTo>
                    <a:pt x="13230" y="13432"/>
                  </a:lnTo>
                  <a:lnTo>
                    <a:pt x="13121" y="13596"/>
                  </a:lnTo>
                  <a:lnTo>
                    <a:pt x="13121" y="13761"/>
                  </a:lnTo>
                  <a:lnTo>
                    <a:pt x="13284" y="14363"/>
                  </a:lnTo>
                  <a:lnTo>
                    <a:pt x="13446" y="15021"/>
                  </a:lnTo>
                  <a:lnTo>
                    <a:pt x="12797" y="15185"/>
                  </a:lnTo>
                  <a:lnTo>
                    <a:pt x="12744" y="15240"/>
                  </a:lnTo>
                  <a:lnTo>
                    <a:pt x="12689" y="15296"/>
                  </a:lnTo>
                  <a:lnTo>
                    <a:pt x="12635" y="15460"/>
                  </a:lnTo>
                  <a:lnTo>
                    <a:pt x="12527" y="15131"/>
                  </a:lnTo>
                  <a:lnTo>
                    <a:pt x="12366" y="14803"/>
                  </a:lnTo>
                  <a:lnTo>
                    <a:pt x="12149" y="14474"/>
                  </a:lnTo>
                  <a:lnTo>
                    <a:pt x="11825" y="14199"/>
                  </a:lnTo>
                  <a:lnTo>
                    <a:pt x="11447" y="14034"/>
                  </a:lnTo>
                  <a:lnTo>
                    <a:pt x="11123" y="14034"/>
                  </a:lnTo>
                  <a:lnTo>
                    <a:pt x="10908" y="14090"/>
                  </a:lnTo>
                  <a:lnTo>
                    <a:pt x="10745" y="14143"/>
                  </a:lnTo>
                  <a:lnTo>
                    <a:pt x="10583" y="14254"/>
                  </a:lnTo>
                  <a:lnTo>
                    <a:pt x="10421" y="14363"/>
                  </a:lnTo>
                  <a:lnTo>
                    <a:pt x="10368" y="14528"/>
                  </a:lnTo>
                  <a:lnTo>
                    <a:pt x="10313" y="14747"/>
                  </a:lnTo>
                  <a:lnTo>
                    <a:pt x="10368" y="14856"/>
                  </a:lnTo>
                  <a:lnTo>
                    <a:pt x="10475" y="14912"/>
                  </a:lnTo>
                  <a:lnTo>
                    <a:pt x="10368" y="15296"/>
                  </a:lnTo>
                  <a:lnTo>
                    <a:pt x="10421" y="15680"/>
                  </a:lnTo>
                  <a:lnTo>
                    <a:pt x="7073" y="16666"/>
                  </a:lnTo>
                  <a:lnTo>
                    <a:pt x="6209" y="16940"/>
                  </a:lnTo>
                  <a:lnTo>
                    <a:pt x="5345" y="17215"/>
                  </a:lnTo>
                  <a:lnTo>
                    <a:pt x="5076" y="17379"/>
                  </a:lnTo>
                  <a:lnTo>
                    <a:pt x="4697" y="15844"/>
                  </a:lnTo>
                  <a:lnTo>
                    <a:pt x="4212" y="14363"/>
                  </a:lnTo>
                  <a:lnTo>
                    <a:pt x="4914" y="14254"/>
                  </a:lnTo>
                  <a:lnTo>
                    <a:pt x="5616" y="14090"/>
                  </a:lnTo>
                  <a:lnTo>
                    <a:pt x="7019" y="13650"/>
                  </a:lnTo>
                  <a:lnTo>
                    <a:pt x="7128" y="13925"/>
                  </a:lnTo>
                  <a:lnTo>
                    <a:pt x="7290" y="14199"/>
                  </a:lnTo>
                  <a:lnTo>
                    <a:pt x="7452" y="14474"/>
                  </a:lnTo>
                  <a:lnTo>
                    <a:pt x="7721" y="14692"/>
                  </a:lnTo>
                  <a:lnTo>
                    <a:pt x="7883" y="14747"/>
                  </a:lnTo>
                  <a:lnTo>
                    <a:pt x="8045" y="14803"/>
                  </a:lnTo>
                  <a:lnTo>
                    <a:pt x="8261" y="14803"/>
                  </a:lnTo>
                  <a:lnTo>
                    <a:pt x="8423" y="14747"/>
                  </a:lnTo>
                  <a:lnTo>
                    <a:pt x="8802" y="14583"/>
                  </a:lnTo>
                  <a:lnTo>
                    <a:pt x="9071" y="14418"/>
                  </a:lnTo>
                  <a:lnTo>
                    <a:pt x="9180" y="14254"/>
                  </a:lnTo>
                  <a:lnTo>
                    <a:pt x="9233" y="14199"/>
                  </a:lnTo>
                  <a:lnTo>
                    <a:pt x="9180" y="14090"/>
                  </a:lnTo>
                  <a:lnTo>
                    <a:pt x="8802" y="13048"/>
                  </a:lnTo>
                  <a:lnTo>
                    <a:pt x="9125" y="13048"/>
                  </a:lnTo>
                  <a:lnTo>
                    <a:pt x="9395" y="12939"/>
                  </a:lnTo>
                  <a:lnTo>
                    <a:pt x="9720" y="13815"/>
                  </a:lnTo>
                  <a:lnTo>
                    <a:pt x="9828" y="13925"/>
                  </a:lnTo>
                  <a:lnTo>
                    <a:pt x="9882" y="13979"/>
                  </a:lnTo>
                  <a:lnTo>
                    <a:pt x="9990" y="13979"/>
                  </a:lnTo>
                  <a:lnTo>
                    <a:pt x="10368" y="13925"/>
                  </a:lnTo>
                  <a:lnTo>
                    <a:pt x="10745" y="13761"/>
                  </a:lnTo>
                  <a:lnTo>
                    <a:pt x="11070" y="13541"/>
                  </a:lnTo>
                  <a:lnTo>
                    <a:pt x="11340" y="13268"/>
                  </a:lnTo>
                  <a:lnTo>
                    <a:pt x="11394" y="13212"/>
                  </a:lnTo>
                  <a:lnTo>
                    <a:pt x="11447" y="13103"/>
                  </a:lnTo>
                  <a:lnTo>
                    <a:pt x="11394" y="12939"/>
                  </a:lnTo>
                  <a:lnTo>
                    <a:pt x="10692" y="11786"/>
                  </a:lnTo>
                  <a:lnTo>
                    <a:pt x="10421" y="11238"/>
                  </a:lnTo>
                  <a:lnTo>
                    <a:pt x="10259" y="10964"/>
                  </a:lnTo>
                  <a:lnTo>
                    <a:pt x="10044" y="10800"/>
                  </a:lnTo>
                  <a:lnTo>
                    <a:pt x="9773" y="10691"/>
                  </a:lnTo>
                  <a:lnTo>
                    <a:pt x="9504" y="10745"/>
                  </a:lnTo>
                  <a:lnTo>
                    <a:pt x="9395" y="10800"/>
                  </a:lnTo>
                  <a:lnTo>
                    <a:pt x="9287" y="10855"/>
                  </a:lnTo>
                  <a:lnTo>
                    <a:pt x="9180" y="10964"/>
                  </a:lnTo>
                  <a:lnTo>
                    <a:pt x="9125" y="11074"/>
                  </a:lnTo>
                  <a:lnTo>
                    <a:pt x="8856" y="11129"/>
                  </a:lnTo>
                  <a:lnTo>
                    <a:pt x="8802" y="11184"/>
                  </a:lnTo>
                  <a:lnTo>
                    <a:pt x="8747" y="11238"/>
                  </a:lnTo>
                  <a:lnTo>
                    <a:pt x="8694" y="11349"/>
                  </a:lnTo>
                  <a:lnTo>
                    <a:pt x="8694" y="11458"/>
                  </a:lnTo>
                  <a:lnTo>
                    <a:pt x="9125" y="12390"/>
                  </a:lnTo>
                  <a:lnTo>
                    <a:pt x="9071" y="12499"/>
                  </a:lnTo>
                  <a:lnTo>
                    <a:pt x="9018" y="12555"/>
                  </a:lnTo>
                  <a:lnTo>
                    <a:pt x="8964" y="12555"/>
                  </a:lnTo>
                  <a:lnTo>
                    <a:pt x="8909" y="12608"/>
                  </a:lnTo>
                  <a:lnTo>
                    <a:pt x="8747" y="12664"/>
                  </a:lnTo>
                  <a:lnTo>
                    <a:pt x="8694" y="12719"/>
                  </a:lnTo>
                  <a:lnTo>
                    <a:pt x="8261" y="11677"/>
                  </a:lnTo>
                  <a:lnTo>
                    <a:pt x="8207" y="11622"/>
                  </a:lnTo>
                  <a:lnTo>
                    <a:pt x="8154" y="11513"/>
                  </a:lnTo>
                  <a:lnTo>
                    <a:pt x="7938" y="11513"/>
                  </a:lnTo>
                  <a:lnTo>
                    <a:pt x="7883" y="11458"/>
                  </a:lnTo>
                  <a:lnTo>
                    <a:pt x="7614" y="11458"/>
                  </a:lnTo>
                  <a:lnTo>
                    <a:pt x="7344" y="11513"/>
                  </a:lnTo>
                  <a:lnTo>
                    <a:pt x="7128" y="11677"/>
                  </a:lnTo>
                  <a:lnTo>
                    <a:pt x="6966" y="11897"/>
                  </a:lnTo>
                  <a:lnTo>
                    <a:pt x="6857" y="12171"/>
                  </a:lnTo>
                  <a:lnTo>
                    <a:pt x="6804" y="12444"/>
                  </a:lnTo>
                  <a:lnTo>
                    <a:pt x="6804" y="12993"/>
                  </a:lnTo>
                  <a:lnTo>
                    <a:pt x="5400" y="13377"/>
                  </a:lnTo>
                  <a:lnTo>
                    <a:pt x="4752" y="13650"/>
                  </a:lnTo>
                  <a:lnTo>
                    <a:pt x="4050" y="13925"/>
                  </a:lnTo>
                  <a:lnTo>
                    <a:pt x="3455" y="11951"/>
                  </a:lnTo>
                  <a:lnTo>
                    <a:pt x="2807" y="9978"/>
                  </a:lnTo>
                  <a:lnTo>
                    <a:pt x="2267" y="8004"/>
                  </a:lnTo>
                  <a:lnTo>
                    <a:pt x="2052" y="7017"/>
                  </a:lnTo>
                  <a:lnTo>
                    <a:pt x="1890" y="5975"/>
                  </a:lnTo>
                  <a:lnTo>
                    <a:pt x="2214" y="5920"/>
                  </a:lnTo>
                  <a:lnTo>
                    <a:pt x="2538" y="5866"/>
                  </a:lnTo>
                  <a:lnTo>
                    <a:pt x="3186" y="5702"/>
                  </a:lnTo>
                  <a:lnTo>
                    <a:pt x="4859" y="5207"/>
                  </a:lnTo>
                  <a:lnTo>
                    <a:pt x="8478" y="4221"/>
                  </a:lnTo>
                  <a:lnTo>
                    <a:pt x="10206" y="3728"/>
                  </a:lnTo>
                  <a:lnTo>
                    <a:pt x="11880" y="3125"/>
                  </a:lnTo>
                  <a:lnTo>
                    <a:pt x="13446" y="2577"/>
                  </a:lnTo>
                  <a:lnTo>
                    <a:pt x="14363" y="2248"/>
                  </a:lnTo>
                  <a:lnTo>
                    <a:pt x="14687" y="2083"/>
                  </a:lnTo>
                  <a:lnTo>
                    <a:pt x="14849" y="2028"/>
                  </a:lnTo>
                  <a:lnTo>
                    <a:pt x="14958" y="1973"/>
                  </a:lnTo>
                  <a:close/>
                  <a:moveTo>
                    <a:pt x="18953" y="13432"/>
                  </a:moveTo>
                  <a:lnTo>
                    <a:pt x="19170" y="14309"/>
                  </a:lnTo>
                  <a:lnTo>
                    <a:pt x="19277" y="14803"/>
                  </a:lnTo>
                  <a:lnTo>
                    <a:pt x="19439" y="15240"/>
                  </a:lnTo>
                  <a:lnTo>
                    <a:pt x="18575" y="15350"/>
                  </a:lnTo>
                  <a:lnTo>
                    <a:pt x="17765" y="15569"/>
                  </a:lnTo>
                  <a:lnTo>
                    <a:pt x="16956" y="15789"/>
                  </a:lnTo>
                  <a:lnTo>
                    <a:pt x="16146" y="16062"/>
                  </a:lnTo>
                  <a:lnTo>
                    <a:pt x="14256" y="16775"/>
                  </a:lnTo>
                  <a:lnTo>
                    <a:pt x="12420" y="17488"/>
                  </a:lnTo>
                  <a:lnTo>
                    <a:pt x="8802" y="18859"/>
                  </a:lnTo>
                  <a:lnTo>
                    <a:pt x="7181" y="19463"/>
                  </a:lnTo>
                  <a:lnTo>
                    <a:pt x="6371" y="19792"/>
                  </a:lnTo>
                  <a:lnTo>
                    <a:pt x="5616" y="20174"/>
                  </a:lnTo>
                  <a:lnTo>
                    <a:pt x="5400" y="18968"/>
                  </a:lnTo>
                  <a:lnTo>
                    <a:pt x="5183" y="17762"/>
                  </a:lnTo>
                  <a:lnTo>
                    <a:pt x="5507" y="17762"/>
                  </a:lnTo>
                  <a:lnTo>
                    <a:pt x="5885" y="17653"/>
                  </a:lnTo>
                  <a:lnTo>
                    <a:pt x="7614" y="17160"/>
                  </a:lnTo>
                  <a:lnTo>
                    <a:pt x="10583" y="16338"/>
                  </a:lnTo>
                  <a:lnTo>
                    <a:pt x="10854" y="16940"/>
                  </a:lnTo>
                  <a:lnTo>
                    <a:pt x="11178" y="17488"/>
                  </a:lnTo>
                  <a:lnTo>
                    <a:pt x="11232" y="17597"/>
                  </a:lnTo>
                  <a:lnTo>
                    <a:pt x="11501" y="17597"/>
                  </a:lnTo>
                  <a:lnTo>
                    <a:pt x="11609" y="17488"/>
                  </a:lnTo>
                  <a:lnTo>
                    <a:pt x="11718" y="17379"/>
                  </a:lnTo>
                  <a:lnTo>
                    <a:pt x="11933" y="17324"/>
                  </a:lnTo>
                  <a:lnTo>
                    <a:pt x="12366" y="17215"/>
                  </a:lnTo>
                  <a:lnTo>
                    <a:pt x="12473" y="17104"/>
                  </a:lnTo>
                  <a:lnTo>
                    <a:pt x="12582" y="16995"/>
                  </a:lnTo>
                  <a:lnTo>
                    <a:pt x="12744" y="16722"/>
                  </a:lnTo>
                  <a:lnTo>
                    <a:pt x="12797" y="16447"/>
                  </a:lnTo>
                  <a:lnTo>
                    <a:pt x="12797" y="16118"/>
                  </a:lnTo>
                  <a:lnTo>
                    <a:pt x="12744" y="15844"/>
                  </a:lnTo>
                  <a:lnTo>
                    <a:pt x="12689" y="15569"/>
                  </a:lnTo>
                  <a:lnTo>
                    <a:pt x="12744" y="15680"/>
                  </a:lnTo>
                  <a:lnTo>
                    <a:pt x="12906" y="15734"/>
                  </a:lnTo>
                  <a:lnTo>
                    <a:pt x="13284" y="15680"/>
                  </a:lnTo>
                  <a:lnTo>
                    <a:pt x="13661" y="15569"/>
                  </a:lnTo>
                  <a:lnTo>
                    <a:pt x="13877" y="15898"/>
                  </a:lnTo>
                  <a:lnTo>
                    <a:pt x="14147" y="16173"/>
                  </a:lnTo>
                  <a:lnTo>
                    <a:pt x="14363" y="16282"/>
                  </a:lnTo>
                  <a:lnTo>
                    <a:pt x="14634" y="16338"/>
                  </a:lnTo>
                  <a:lnTo>
                    <a:pt x="14849" y="16338"/>
                  </a:lnTo>
                  <a:lnTo>
                    <a:pt x="15065" y="16227"/>
                  </a:lnTo>
                  <a:lnTo>
                    <a:pt x="15282" y="16118"/>
                  </a:lnTo>
                  <a:lnTo>
                    <a:pt x="15444" y="15898"/>
                  </a:lnTo>
                  <a:lnTo>
                    <a:pt x="15551" y="15680"/>
                  </a:lnTo>
                  <a:lnTo>
                    <a:pt x="15606" y="15460"/>
                  </a:lnTo>
                  <a:lnTo>
                    <a:pt x="15660" y="15185"/>
                  </a:lnTo>
                  <a:lnTo>
                    <a:pt x="15606" y="14912"/>
                  </a:lnTo>
                  <a:lnTo>
                    <a:pt x="15444" y="14418"/>
                  </a:lnTo>
                  <a:lnTo>
                    <a:pt x="15822" y="14418"/>
                  </a:lnTo>
                  <a:lnTo>
                    <a:pt x="16199" y="14363"/>
                  </a:lnTo>
                  <a:lnTo>
                    <a:pt x="17117" y="14090"/>
                  </a:lnTo>
                  <a:lnTo>
                    <a:pt x="18953" y="13432"/>
                  </a:lnTo>
                  <a:close/>
                  <a:moveTo>
                    <a:pt x="19439" y="15953"/>
                  </a:moveTo>
                  <a:lnTo>
                    <a:pt x="19277" y="16009"/>
                  </a:lnTo>
                  <a:lnTo>
                    <a:pt x="17063" y="16831"/>
                  </a:lnTo>
                  <a:lnTo>
                    <a:pt x="12851" y="18475"/>
                  </a:lnTo>
                  <a:lnTo>
                    <a:pt x="10745" y="19243"/>
                  </a:lnTo>
                  <a:lnTo>
                    <a:pt x="9720" y="19627"/>
                  </a:lnTo>
                  <a:lnTo>
                    <a:pt x="8640" y="19901"/>
                  </a:lnTo>
                  <a:lnTo>
                    <a:pt x="6911" y="20285"/>
                  </a:lnTo>
                  <a:lnTo>
                    <a:pt x="7938" y="19845"/>
                  </a:lnTo>
                  <a:lnTo>
                    <a:pt x="8964" y="19463"/>
                  </a:lnTo>
                  <a:lnTo>
                    <a:pt x="12420" y="18201"/>
                  </a:lnTo>
                  <a:lnTo>
                    <a:pt x="14147" y="17488"/>
                  </a:lnTo>
                  <a:lnTo>
                    <a:pt x="15930" y="16886"/>
                  </a:lnTo>
                  <a:lnTo>
                    <a:pt x="16794" y="16556"/>
                  </a:lnTo>
                  <a:lnTo>
                    <a:pt x="17658" y="16282"/>
                  </a:lnTo>
                  <a:lnTo>
                    <a:pt x="18575" y="16062"/>
                  </a:lnTo>
                  <a:lnTo>
                    <a:pt x="19439" y="15953"/>
                  </a:lnTo>
                  <a:close/>
                  <a:moveTo>
                    <a:pt x="15444" y="713"/>
                  </a:moveTo>
                  <a:lnTo>
                    <a:pt x="15768" y="1589"/>
                  </a:lnTo>
                  <a:lnTo>
                    <a:pt x="16146" y="2521"/>
                  </a:lnTo>
                  <a:lnTo>
                    <a:pt x="16901" y="4276"/>
                  </a:lnTo>
                  <a:lnTo>
                    <a:pt x="17658" y="6249"/>
                  </a:lnTo>
                  <a:lnTo>
                    <a:pt x="18360" y="8168"/>
                  </a:lnTo>
                  <a:lnTo>
                    <a:pt x="18953" y="10032"/>
                  </a:lnTo>
                  <a:lnTo>
                    <a:pt x="19548" y="11842"/>
                  </a:lnTo>
                  <a:lnTo>
                    <a:pt x="20141" y="13706"/>
                  </a:lnTo>
                  <a:lnTo>
                    <a:pt x="20627" y="15569"/>
                  </a:lnTo>
                  <a:lnTo>
                    <a:pt x="20303" y="15569"/>
                  </a:lnTo>
                  <a:lnTo>
                    <a:pt x="19979" y="15680"/>
                  </a:lnTo>
                  <a:lnTo>
                    <a:pt x="19979" y="15405"/>
                  </a:lnTo>
                  <a:lnTo>
                    <a:pt x="20087" y="15296"/>
                  </a:lnTo>
                  <a:lnTo>
                    <a:pt x="20087" y="15131"/>
                  </a:lnTo>
                  <a:lnTo>
                    <a:pt x="20034" y="14692"/>
                  </a:lnTo>
                  <a:lnTo>
                    <a:pt x="20034" y="14528"/>
                  </a:lnTo>
                  <a:lnTo>
                    <a:pt x="19763" y="13486"/>
                  </a:lnTo>
                  <a:lnTo>
                    <a:pt x="19277" y="11622"/>
                  </a:lnTo>
                  <a:lnTo>
                    <a:pt x="18684" y="9867"/>
                  </a:lnTo>
                  <a:lnTo>
                    <a:pt x="18089" y="8114"/>
                  </a:lnTo>
                  <a:lnTo>
                    <a:pt x="17441" y="6360"/>
                  </a:lnTo>
                  <a:lnTo>
                    <a:pt x="16739" y="4660"/>
                  </a:lnTo>
                  <a:lnTo>
                    <a:pt x="15984" y="2959"/>
                  </a:lnTo>
                  <a:lnTo>
                    <a:pt x="15713" y="2466"/>
                  </a:lnTo>
                  <a:lnTo>
                    <a:pt x="15444" y="2028"/>
                  </a:lnTo>
                  <a:lnTo>
                    <a:pt x="15606" y="1919"/>
                  </a:lnTo>
                  <a:lnTo>
                    <a:pt x="15660" y="1753"/>
                  </a:lnTo>
                  <a:lnTo>
                    <a:pt x="15606" y="1589"/>
                  </a:lnTo>
                  <a:lnTo>
                    <a:pt x="15551" y="1480"/>
                  </a:lnTo>
                  <a:lnTo>
                    <a:pt x="15497" y="1424"/>
                  </a:lnTo>
                  <a:lnTo>
                    <a:pt x="15389" y="1371"/>
                  </a:lnTo>
                  <a:lnTo>
                    <a:pt x="15120" y="1315"/>
                  </a:lnTo>
                  <a:lnTo>
                    <a:pt x="14849" y="1371"/>
                  </a:lnTo>
                  <a:lnTo>
                    <a:pt x="13823" y="1699"/>
                  </a:lnTo>
                  <a:lnTo>
                    <a:pt x="12744" y="2137"/>
                  </a:lnTo>
                  <a:lnTo>
                    <a:pt x="11663" y="2521"/>
                  </a:lnTo>
                  <a:lnTo>
                    <a:pt x="10583" y="2906"/>
                  </a:lnTo>
                  <a:lnTo>
                    <a:pt x="8316" y="3618"/>
                  </a:lnTo>
                  <a:lnTo>
                    <a:pt x="6047" y="4276"/>
                  </a:lnTo>
                  <a:lnTo>
                    <a:pt x="3780" y="4878"/>
                  </a:lnTo>
                  <a:lnTo>
                    <a:pt x="2592" y="5207"/>
                  </a:lnTo>
                  <a:lnTo>
                    <a:pt x="1998" y="5427"/>
                  </a:lnTo>
                  <a:lnTo>
                    <a:pt x="1728" y="5538"/>
                  </a:lnTo>
                  <a:lnTo>
                    <a:pt x="1512" y="5702"/>
                  </a:lnTo>
                  <a:lnTo>
                    <a:pt x="1457" y="5702"/>
                  </a:lnTo>
                  <a:lnTo>
                    <a:pt x="1404" y="5811"/>
                  </a:lnTo>
                  <a:lnTo>
                    <a:pt x="1350" y="5920"/>
                  </a:lnTo>
                  <a:lnTo>
                    <a:pt x="1457" y="6853"/>
                  </a:lnTo>
                  <a:lnTo>
                    <a:pt x="1619" y="7784"/>
                  </a:lnTo>
                  <a:lnTo>
                    <a:pt x="1836" y="8661"/>
                  </a:lnTo>
                  <a:lnTo>
                    <a:pt x="2052" y="9594"/>
                  </a:lnTo>
                  <a:lnTo>
                    <a:pt x="2538" y="11349"/>
                  </a:lnTo>
                  <a:lnTo>
                    <a:pt x="3131" y="13103"/>
                  </a:lnTo>
                  <a:lnTo>
                    <a:pt x="3726" y="14912"/>
                  </a:lnTo>
                  <a:lnTo>
                    <a:pt x="4266" y="16666"/>
                  </a:lnTo>
                  <a:lnTo>
                    <a:pt x="4481" y="17544"/>
                  </a:lnTo>
                  <a:lnTo>
                    <a:pt x="4697" y="18475"/>
                  </a:lnTo>
                  <a:lnTo>
                    <a:pt x="4859" y="19352"/>
                  </a:lnTo>
                  <a:lnTo>
                    <a:pt x="5021" y="20285"/>
                  </a:lnTo>
                  <a:lnTo>
                    <a:pt x="5021" y="20449"/>
                  </a:lnTo>
                  <a:lnTo>
                    <a:pt x="5130" y="20504"/>
                  </a:lnTo>
                  <a:lnTo>
                    <a:pt x="5238" y="20558"/>
                  </a:lnTo>
                  <a:lnTo>
                    <a:pt x="5345" y="20614"/>
                  </a:lnTo>
                  <a:lnTo>
                    <a:pt x="5400" y="20669"/>
                  </a:lnTo>
                  <a:lnTo>
                    <a:pt x="5507" y="20669"/>
                  </a:lnTo>
                  <a:lnTo>
                    <a:pt x="5940" y="20558"/>
                  </a:lnTo>
                  <a:lnTo>
                    <a:pt x="5454" y="20778"/>
                  </a:lnTo>
                  <a:lnTo>
                    <a:pt x="5021" y="21051"/>
                  </a:lnTo>
                  <a:lnTo>
                    <a:pt x="3780" y="16611"/>
                  </a:lnTo>
                  <a:lnTo>
                    <a:pt x="3131" y="14363"/>
                  </a:lnTo>
                  <a:lnTo>
                    <a:pt x="2538" y="12171"/>
                  </a:lnTo>
                  <a:lnTo>
                    <a:pt x="1404" y="7675"/>
                  </a:lnTo>
                  <a:lnTo>
                    <a:pt x="1188" y="6633"/>
                  </a:lnTo>
                  <a:lnTo>
                    <a:pt x="972" y="5975"/>
                  </a:lnTo>
                  <a:lnTo>
                    <a:pt x="864" y="5647"/>
                  </a:lnTo>
                  <a:lnTo>
                    <a:pt x="702" y="5427"/>
                  </a:lnTo>
                  <a:lnTo>
                    <a:pt x="1566" y="5262"/>
                  </a:lnTo>
                  <a:lnTo>
                    <a:pt x="2430" y="5098"/>
                  </a:lnTo>
                  <a:lnTo>
                    <a:pt x="4157" y="4550"/>
                  </a:lnTo>
                  <a:lnTo>
                    <a:pt x="6156" y="3947"/>
                  </a:lnTo>
                  <a:lnTo>
                    <a:pt x="8099" y="3290"/>
                  </a:lnTo>
                  <a:lnTo>
                    <a:pt x="11825" y="2028"/>
                  </a:lnTo>
                  <a:lnTo>
                    <a:pt x="13661" y="1371"/>
                  </a:lnTo>
                  <a:lnTo>
                    <a:pt x="14580" y="1096"/>
                  </a:lnTo>
                  <a:lnTo>
                    <a:pt x="15011" y="931"/>
                  </a:lnTo>
                  <a:lnTo>
                    <a:pt x="15444" y="713"/>
                  </a:lnTo>
                  <a:close/>
                  <a:moveTo>
                    <a:pt x="15389" y="0"/>
                  </a:moveTo>
                  <a:lnTo>
                    <a:pt x="14958" y="54"/>
                  </a:lnTo>
                  <a:lnTo>
                    <a:pt x="14472" y="218"/>
                  </a:lnTo>
                  <a:lnTo>
                    <a:pt x="13608" y="547"/>
                  </a:lnTo>
                  <a:lnTo>
                    <a:pt x="11771" y="1206"/>
                  </a:lnTo>
                  <a:lnTo>
                    <a:pt x="8099" y="2466"/>
                  </a:lnTo>
                  <a:lnTo>
                    <a:pt x="4319" y="3728"/>
                  </a:lnTo>
                  <a:lnTo>
                    <a:pt x="2376" y="4331"/>
                  </a:lnTo>
                  <a:lnTo>
                    <a:pt x="1350" y="4605"/>
                  </a:lnTo>
                  <a:lnTo>
                    <a:pt x="378" y="4989"/>
                  </a:lnTo>
                  <a:lnTo>
                    <a:pt x="269" y="5098"/>
                  </a:lnTo>
                  <a:lnTo>
                    <a:pt x="216" y="5262"/>
                  </a:lnTo>
                  <a:lnTo>
                    <a:pt x="54" y="5318"/>
                  </a:lnTo>
                  <a:lnTo>
                    <a:pt x="0" y="5372"/>
                  </a:lnTo>
                  <a:lnTo>
                    <a:pt x="0" y="5427"/>
                  </a:lnTo>
                  <a:lnTo>
                    <a:pt x="54" y="5647"/>
                  </a:lnTo>
                  <a:lnTo>
                    <a:pt x="162" y="5866"/>
                  </a:lnTo>
                  <a:lnTo>
                    <a:pt x="269" y="6031"/>
                  </a:lnTo>
                  <a:lnTo>
                    <a:pt x="324" y="6195"/>
                  </a:lnTo>
                  <a:lnTo>
                    <a:pt x="431" y="6524"/>
                  </a:lnTo>
                  <a:lnTo>
                    <a:pt x="864" y="8661"/>
                  </a:lnTo>
                  <a:lnTo>
                    <a:pt x="1404" y="10800"/>
                  </a:lnTo>
                  <a:lnTo>
                    <a:pt x="1890" y="12939"/>
                  </a:lnTo>
                  <a:lnTo>
                    <a:pt x="3024" y="17160"/>
                  </a:lnTo>
                  <a:lnTo>
                    <a:pt x="3618" y="19243"/>
                  </a:lnTo>
                  <a:lnTo>
                    <a:pt x="4266" y="21271"/>
                  </a:lnTo>
                  <a:lnTo>
                    <a:pt x="4319" y="21491"/>
                  </a:lnTo>
                  <a:lnTo>
                    <a:pt x="4481" y="21545"/>
                  </a:lnTo>
                  <a:lnTo>
                    <a:pt x="4643" y="21600"/>
                  </a:lnTo>
                  <a:lnTo>
                    <a:pt x="4859" y="21545"/>
                  </a:lnTo>
                  <a:lnTo>
                    <a:pt x="5292" y="21436"/>
                  </a:lnTo>
                  <a:lnTo>
                    <a:pt x="5723" y="21326"/>
                  </a:lnTo>
                  <a:lnTo>
                    <a:pt x="6642" y="21051"/>
                  </a:lnTo>
                  <a:lnTo>
                    <a:pt x="8802" y="20614"/>
                  </a:lnTo>
                  <a:lnTo>
                    <a:pt x="9882" y="20340"/>
                  </a:lnTo>
                  <a:lnTo>
                    <a:pt x="10961" y="19956"/>
                  </a:lnTo>
                  <a:lnTo>
                    <a:pt x="13068" y="19188"/>
                  </a:lnTo>
                  <a:lnTo>
                    <a:pt x="17279" y="17597"/>
                  </a:lnTo>
                  <a:lnTo>
                    <a:pt x="19332" y="16775"/>
                  </a:lnTo>
                  <a:lnTo>
                    <a:pt x="20087" y="16556"/>
                  </a:lnTo>
                  <a:lnTo>
                    <a:pt x="20465" y="16391"/>
                  </a:lnTo>
                  <a:lnTo>
                    <a:pt x="20843" y="16173"/>
                  </a:lnTo>
                  <a:lnTo>
                    <a:pt x="20898" y="16338"/>
                  </a:lnTo>
                  <a:lnTo>
                    <a:pt x="21005" y="16391"/>
                  </a:lnTo>
                  <a:lnTo>
                    <a:pt x="21167" y="16447"/>
                  </a:lnTo>
                  <a:lnTo>
                    <a:pt x="21329" y="16447"/>
                  </a:lnTo>
                  <a:lnTo>
                    <a:pt x="21437" y="16338"/>
                  </a:lnTo>
                  <a:lnTo>
                    <a:pt x="21546" y="16282"/>
                  </a:lnTo>
                  <a:lnTo>
                    <a:pt x="21600" y="16118"/>
                  </a:lnTo>
                  <a:lnTo>
                    <a:pt x="21546" y="15953"/>
                  </a:lnTo>
                  <a:lnTo>
                    <a:pt x="21005" y="13925"/>
                  </a:lnTo>
                  <a:lnTo>
                    <a:pt x="20412" y="11951"/>
                  </a:lnTo>
                  <a:lnTo>
                    <a:pt x="19763" y="9923"/>
                  </a:lnTo>
                  <a:lnTo>
                    <a:pt x="19061" y="8004"/>
                  </a:lnTo>
                  <a:lnTo>
                    <a:pt x="18360" y="6031"/>
                  </a:lnTo>
                  <a:lnTo>
                    <a:pt x="17549" y="4112"/>
                  </a:lnTo>
                  <a:lnTo>
                    <a:pt x="16794" y="2193"/>
                  </a:lnTo>
                  <a:lnTo>
                    <a:pt x="16361" y="1315"/>
                  </a:lnTo>
                  <a:lnTo>
                    <a:pt x="15875" y="383"/>
                  </a:lnTo>
                  <a:lnTo>
                    <a:pt x="15822" y="329"/>
                  </a:lnTo>
                  <a:lnTo>
                    <a:pt x="15713" y="274"/>
                  </a:lnTo>
                  <a:lnTo>
                    <a:pt x="15660" y="164"/>
                  </a:lnTo>
                  <a:lnTo>
                    <a:pt x="15606" y="109"/>
                  </a:lnTo>
                  <a:lnTo>
                    <a:pt x="15497" y="54"/>
                  </a:lnTo>
                  <a:lnTo>
                    <a:pt x="15389"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A4C2F4"/>
                  </a:solidFill>
                </a:defRPr>
              </a:pPr>
            </a:p>
          </p:txBody>
        </p:sp>
        <p:sp>
          <p:nvSpPr>
            <p:cNvPr id="786" name="Google Shape;313;p5"/>
            <p:cNvSpPr/>
            <p:nvPr/>
          </p:nvSpPr>
          <p:spPr>
            <a:xfrm>
              <a:off x="386926" y="2907239"/>
              <a:ext cx="181925" cy="1613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304" y="0"/>
                  </a:moveTo>
                  <a:lnTo>
                    <a:pt x="19873" y="164"/>
                  </a:lnTo>
                  <a:lnTo>
                    <a:pt x="19586" y="487"/>
                  </a:lnTo>
                  <a:lnTo>
                    <a:pt x="18722" y="1789"/>
                  </a:lnTo>
                  <a:lnTo>
                    <a:pt x="17713" y="2763"/>
                  </a:lnTo>
                  <a:lnTo>
                    <a:pt x="16559" y="3737"/>
                  </a:lnTo>
                  <a:lnTo>
                    <a:pt x="15409" y="4387"/>
                  </a:lnTo>
                  <a:lnTo>
                    <a:pt x="14687" y="4710"/>
                  </a:lnTo>
                  <a:lnTo>
                    <a:pt x="13968" y="4874"/>
                  </a:lnTo>
                  <a:lnTo>
                    <a:pt x="12673" y="4874"/>
                  </a:lnTo>
                  <a:lnTo>
                    <a:pt x="11232" y="4551"/>
                  </a:lnTo>
                  <a:lnTo>
                    <a:pt x="9936" y="4060"/>
                  </a:lnTo>
                  <a:lnTo>
                    <a:pt x="8786" y="3573"/>
                  </a:lnTo>
                  <a:lnTo>
                    <a:pt x="7487" y="3250"/>
                  </a:lnTo>
                  <a:lnTo>
                    <a:pt x="6191" y="2926"/>
                  </a:lnTo>
                  <a:lnTo>
                    <a:pt x="4896" y="2763"/>
                  </a:lnTo>
                  <a:lnTo>
                    <a:pt x="3600" y="2926"/>
                  </a:lnTo>
                  <a:lnTo>
                    <a:pt x="2450" y="3413"/>
                  </a:lnTo>
                  <a:lnTo>
                    <a:pt x="1873" y="3737"/>
                  </a:lnTo>
                  <a:lnTo>
                    <a:pt x="1441" y="4223"/>
                  </a:lnTo>
                  <a:lnTo>
                    <a:pt x="1009" y="4710"/>
                  </a:lnTo>
                  <a:lnTo>
                    <a:pt x="577" y="5361"/>
                  </a:lnTo>
                  <a:lnTo>
                    <a:pt x="432" y="5684"/>
                  </a:lnTo>
                  <a:lnTo>
                    <a:pt x="432" y="5848"/>
                  </a:lnTo>
                  <a:lnTo>
                    <a:pt x="577" y="6335"/>
                  </a:lnTo>
                  <a:lnTo>
                    <a:pt x="1009" y="6499"/>
                  </a:lnTo>
                  <a:lnTo>
                    <a:pt x="1441" y="6499"/>
                  </a:lnTo>
                  <a:lnTo>
                    <a:pt x="2736" y="5684"/>
                  </a:lnTo>
                  <a:lnTo>
                    <a:pt x="4032" y="5197"/>
                  </a:lnTo>
                  <a:lnTo>
                    <a:pt x="4032" y="11205"/>
                  </a:lnTo>
                  <a:lnTo>
                    <a:pt x="3745" y="14291"/>
                  </a:lnTo>
                  <a:lnTo>
                    <a:pt x="3455" y="17377"/>
                  </a:lnTo>
                  <a:lnTo>
                    <a:pt x="2736" y="17053"/>
                  </a:lnTo>
                  <a:lnTo>
                    <a:pt x="2159" y="16566"/>
                  </a:lnTo>
                  <a:lnTo>
                    <a:pt x="1441" y="16079"/>
                  </a:lnTo>
                  <a:lnTo>
                    <a:pt x="718" y="15592"/>
                  </a:lnTo>
                  <a:lnTo>
                    <a:pt x="432" y="15592"/>
                  </a:lnTo>
                  <a:lnTo>
                    <a:pt x="145" y="15916"/>
                  </a:lnTo>
                  <a:lnTo>
                    <a:pt x="0" y="16243"/>
                  </a:lnTo>
                  <a:lnTo>
                    <a:pt x="0" y="16730"/>
                  </a:lnTo>
                  <a:lnTo>
                    <a:pt x="145" y="17540"/>
                  </a:lnTo>
                  <a:lnTo>
                    <a:pt x="577" y="18350"/>
                  </a:lnTo>
                  <a:lnTo>
                    <a:pt x="1150" y="18842"/>
                  </a:lnTo>
                  <a:lnTo>
                    <a:pt x="2014" y="19488"/>
                  </a:lnTo>
                  <a:lnTo>
                    <a:pt x="2882" y="19816"/>
                  </a:lnTo>
                  <a:lnTo>
                    <a:pt x="4609" y="19816"/>
                  </a:lnTo>
                  <a:lnTo>
                    <a:pt x="4896" y="19652"/>
                  </a:lnTo>
                  <a:lnTo>
                    <a:pt x="5182" y="19488"/>
                  </a:lnTo>
                  <a:lnTo>
                    <a:pt x="5473" y="18842"/>
                  </a:lnTo>
                  <a:lnTo>
                    <a:pt x="5904" y="15429"/>
                  </a:lnTo>
                  <a:lnTo>
                    <a:pt x="6191" y="12020"/>
                  </a:lnTo>
                  <a:lnTo>
                    <a:pt x="6191" y="8447"/>
                  </a:lnTo>
                  <a:lnTo>
                    <a:pt x="6050" y="6658"/>
                  </a:lnTo>
                  <a:lnTo>
                    <a:pt x="5904" y="5038"/>
                  </a:lnTo>
                  <a:lnTo>
                    <a:pt x="6913" y="5197"/>
                  </a:lnTo>
                  <a:lnTo>
                    <a:pt x="8350" y="5848"/>
                  </a:lnTo>
                  <a:lnTo>
                    <a:pt x="9650" y="6335"/>
                  </a:lnTo>
                  <a:lnTo>
                    <a:pt x="11087" y="6986"/>
                  </a:lnTo>
                  <a:lnTo>
                    <a:pt x="12527" y="7309"/>
                  </a:lnTo>
                  <a:lnTo>
                    <a:pt x="13682" y="7309"/>
                  </a:lnTo>
                  <a:lnTo>
                    <a:pt x="13536" y="11205"/>
                  </a:lnTo>
                  <a:lnTo>
                    <a:pt x="13391" y="15269"/>
                  </a:lnTo>
                  <a:lnTo>
                    <a:pt x="13391" y="19488"/>
                  </a:lnTo>
                  <a:lnTo>
                    <a:pt x="13536" y="19488"/>
                  </a:lnTo>
                  <a:lnTo>
                    <a:pt x="13391" y="19816"/>
                  </a:lnTo>
                  <a:lnTo>
                    <a:pt x="13250" y="19975"/>
                  </a:lnTo>
                  <a:lnTo>
                    <a:pt x="13250" y="20790"/>
                  </a:lnTo>
                  <a:lnTo>
                    <a:pt x="13391" y="21277"/>
                  </a:lnTo>
                  <a:lnTo>
                    <a:pt x="13823" y="21600"/>
                  </a:lnTo>
                  <a:lnTo>
                    <a:pt x="14255" y="21600"/>
                  </a:lnTo>
                  <a:lnTo>
                    <a:pt x="14687" y="21436"/>
                  </a:lnTo>
                  <a:lnTo>
                    <a:pt x="15122" y="20949"/>
                  </a:lnTo>
                  <a:lnTo>
                    <a:pt x="15409" y="20303"/>
                  </a:lnTo>
                  <a:lnTo>
                    <a:pt x="15409" y="18842"/>
                  </a:lnTo>
                  <a:lnTo>
                    <a:pt x="15554" y="13481"/>
                  </a:lnTo>
                  <a:lnTo>
                    <a:pt x="15554" y="6822"/>
                  </a:lnTo>
                  <a:lnTo>
                    <a:pt x="17136" y="6171"/>
                  </a:lnTo>
                  <a:lnTo>
                    <a:pt x="18577" y="5038"/>
                  </a:lnTo>
                  <a:lnTo>
                    <a:pt x="19873" y="3737"/>
                  </a:lnTo>
                  <a:lnTo>
                    <a:pt x="20882" y="2439"/>
                  </a:lnTo>
                  <a:lnTo>
                    <a:pt x="21459" y="1625"/>
                  </a:lnTo>
                  <a:lnTo>
                    <a:pt x="21600" y="1138"/>
                  </a:lnTo>
                  <a:lnTo>
                    <a:pt x="21600" y="815"/>
                  </a:lnTo>
                  <a:lnTo>
                    <a:pt x="21313" y="328"/>
                  </a:lnTo>
                  <a:lnTo>
                    <a:pt x="21023" y="164"/>
                  </a:lnTo>
                  <a:lnTo>
                    <a:pt x="20736"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A4C2F4"/>
                  </a:solidFill>
                </a:defRPr>
              </a:pPr>
            </a:p>
          </p:txBody>
        </p:sp>
        <p:sp>
          <p:nvSpPr>
            <p:cNvPr id="787" name="Google Shape;314;p5"/>
            <p:cNvSpPr/>
            <p:nvPr/>
          </p:nvSpPr>
          <p:spPr>
            <a:xfrm>
              <a:off x="1131616" y="4566474"/>
              <a:ext cx="456066" cy="33716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46" y="4506"/>
                  </a:moveTo>
                  <a:lnTo>
                    <a:pt x="8618" y="4584"/>
                  </a:lnTo>
                  <a:lnTo>
                    <a:pt x="8388" y="4739"/>
                  </a:lnTo>
                  <a:lnTo>
                    <a:pt x="8157" y="4895"/>
                  </a:lnTo>
                  <a:lnTo>
                    <a:pt x="7985" y="5128"/>
                  </a:lnTo>
                  <a:lnTo>
                    <a:pt x="7813" y="5361"/>
                  </a:lnTo>
                  <a:lnTo>
                    <a:pt x="7699" y="5594"/>
                  </a:lnTo>
                  <a:lnTo>
                    <a:pt x="7641" y="5904"/>
                  </a:lnTo>
                  <a:lnTo>
                    <a:pt x="7583" y="6215"/>
                  </a:lnTo>
                  <a:lnTo>
                    <a:pt x="7583" y="6605"/>
                  </a:lnTo>
                  <a:lnTo>
                    <a:pt x="7641" y="6914"/>
                  </a:lnTo>
                  <a:lnTo>
                    <a:pt x="7699" y="7147"/>
                  </a:lnTo>
                  <a:lnTo>
                    <a:pt x="7871" y="7380"/>
                  </a:lnTo>
                  <a:lnTo>
                    <a:pt x="8043" y="7458"/>
                  </a:lnTo>
                  <a:lnTo>
                    <a:pt x="8157" y="7458"/>
                  </a:lnTo>
                  <a:lnTo>
                    <a:pt x="8330" y="7304"/>
                  </a:lnTo>
                  <a:lnTo>
                    <a:pt x="8388" y="7147"/>
                  </a:lnTo>
                  <a:lnTo>
                    <a:pt x="8446" y="6605"/>
                  </a:lnTo>
                  <a:lnTo>
                    <a:pt x="8446" y="6139"/>
                  </a:lnTo>
                  <a:lnTo>
                    <a:pt x="8502" y="6448"/>
                  </a:lnTo>
                  <a:lnTo>
                    <a:pt x="8560" y="6838"/>
                  </a:lnTo>
                  <a:lnTo>
                    <a:pt x="8618" y="7691"/>
                  </a:lnTo>
                  <a:lnTo>
                    <a:pt x="8732" y="8314"/>
                  </a:lnTo>
                  <a:lnTo>
                    <a:pt x="8790" y="8623"/>
                  </a:lnTo>
                  <a:lnTo>
                    <a:pt x="8962" y="8935"/>
                  </a:lnTo>
                  <a:lnTo>
                    <a:pt x="9077" y="9013"/>
                  </a:lnTo>
                  <a:lnTo>
                    <a:pt x="9135" y="9013"/>
                  </a:lnTo>
                  <a:lnTo>
                    <a:pt x="9249" y="8935"/>
                  </a:lnTo>
                  <a:lnTo>
                    <a:pt x="9307" y="8780"/>
                  </a:lnTo>
                  <a:lnTo>
                    <a:pt x="9365" y="8547"/>
                  </a:lnTo>
                  <a:lnTo>
                    <a:pt x="9365" y="8314"/>
                  </a:lnTo>
                  <a:lnTo>
                    <a:pt x="9307" y="7770"/>
                  </a:lnTo>
                  <a:lnTo>
                    <a:pt x="9135" y="6526"/>
                  </a:lnTo>
                  <a:lnTo>
                    <a:pt x="9019" y="5982"/>
                  </a:lnTo>
                  <a:lnTo>
                    <a:pt x="8904" y="5749"/>
                  </a:lnTo>
                  <a:lnTo>
                    <a:pt x="8790" y="5594"/>
                  </a:lnTo>
                  <a:lnTo>
                    <a:pt x="8962" y="5516"/>
                  </a:lnTo>
                  <a:lnTo>
                    <a:pt x="9421" y="5516"/>
                  </a:lnTo>
                  <a:lnTo>
                    <a:pt x="9651" y="5594"/>
                  </a:lnTo>
                  <a:lnTo>
                    <a:pt x="9882" y="6448"/>
                  </a:lnTo>
                  <a:lnTo>
                    <a:pt x="10110" y="7458"/>
                  </a:lnTo>
                  <a:lnTo>
                    <a:pt x="10340" y="8469"/>
                  </a:lnTo>
                  <a:lnTo>
                    <a:pt x="10398" y="8623"/>
                  </a:lnTo>
                  <a:lnTo>
                    <a:pt x="10456" y="8702"/>
                  </a:lnTo>
                  <a:lnTo>
                    <a:pt x="10571" y="8780"/>
                  </a:lnTo>
                  <a:lnTo>
                    <a:pt x="10685" y="8702"/>
                  </a:lnTo>
                  <a:lnTo>
                    <a:pt x="10801" y="8623"/>
                  </a:lnTo>
                  <a:lnTo>
                    <a:pt x="10915" y="8547"/>
                  </a:lnTo>
                  <a:lnTo>
                    <a:pt x="10973" y="8314"/>
                  </a:lnTo>
                  <a:lnTo>
                    <a:pt x="10973" y="8157"/>
                  </a:lnTo>
                  <a:lnTo>
                    <a:pt x="10743" y="7225"/>
                  </a:lnTo>
                  <a:lnTo>
                    <a:pt x="10571" y="6372"/>
                  </a:lnTo>
                  <a:lnTo>
                    <a:pt x="10456" y="6060"/>
                  </a:lnTo>
                  <a:lnTo>
                    <a:pt x="10915" y="6448"/>
                  </a:lnTo>
                  <a:lnTo>
                    <a:pt x="11318" y="6838"/>
                  </a:lnTo>
                  <a:lnTo>
                    <a:pt x="11318" y="7304"/>
                  </a:lnTo>
                  <a:lnTo>
                    <a:pt x="11374" y="7770"/>
                  </a:lnTo>
                  <a:lnTo>
                    <a:pt x="11604" y="8623"/>
                  </a:lnTo>
                  <a:lnTo>
                    <a:pt x="11720" y="8780"/>
                  </a:lnTo>
                  <a:lnTo>
                    <a:pt x="11776" y="8856"/>
                  </a:lnTo>
                  <a:lnTo>
                    <a:pt x="12007" y="8856"/>
                  </a:lnTo>
                  <a:lnTo>
                    <a:pt x="12121" y="8780"/>
                  </a:lnTo>
                  <a:lnTo>
                    <a:pt x="12179" y="8702"/>
                  </a:lnTo>
                  <a:lnTo>
                    <a:pt x="12237" y="8547"/>
                  </a:lnTo>
                  <a:lnTo>
                    <a:pt x="12179" y="8314"/>
                  </a:lnTo>
                  <a:lnTo>
                    <a:pt x="12065" y="7770"/>
                  </a:lnTo>
                  <a:lnTo>
                    <a:pt x="12581" y="8390"/>
                  </a:lnTo>
                  <a:lnTo>
                    <a:pt x="12638" y="8469"/>
                  </a:lnTo>
                  <a:lnTo>
                    <a:pt x="12696" y="8469"/>
                  </a:lnTo>
                  <a:lnTo>
                    <a:pt x="12754" y="8390"/>
                  </a:lnTo>
                  <a:lnTo>
                    <a:pt x="12754" y="7924"/>
                  </a:lnTo>
                  <a:lnTo>
                    <a:pt x="12696" y="7613"/>
                  </a:lnTo>
                  <a:lnTo>
                    <a:pt x="12465" y="6992"/>
                  </a:lnTo>
                  <a:lnTo>
                    <a:pt x="12121" y="6372"/>
                  </a:lnTo>
                  <a:lnTo>
                    <a:pt x="11720" y="5904"/>
                  </a:lnTo>
                  <a:lnTo>
                    <a:pt x="11260" y="5438"/>
                  </a:lnTo>
                  <a:lnTo>
                    <a:pt x="10801" y="5128"/>
                  </a:lnTo>
                  <a:lnTo>
                    <a:pt x="10282" y="4817"/>
                  </a:lnTo>
                  <a:lnTo>
                    <a:pt x="9824" y="4584"/>
                  </a:lnTo>
                  <a:lnTo>
                    <a:pt x="9307" y="4506"/>
                  </a:lnTo>
                  <a:close/>
                  <a:moveTo>
                    <a:pt x="19129" y="7380"/>
                  </a:moveTo>
                  <a:lnTo>
                    <a:pt x="19015" y="7458"/>
                  </a:lnTo>
                  <a:lnTo>
                    <a:pt x="19015" y="8314"/>
                  </a:lnTo>
                  <a:lnTo>
                    <a:pt x="19187" y="9089"/>
                  </a:lnTo>
                  <a:lnTo>
                    <a:pt x="19475" y="10100"/>
                  </a:lnTo>
                  <a:lnTo>
                    <a:pt x="19704" y="10877"/>
                  </a:lnTo>
                  <a:lnTo>
                    <a:pt x="19647" y="11032"/>
                  </a:lnTo>
                  <a:lnTo>
                    <a:pt x="19647" y="11267"/>
                  </a:lnTo>
                  <a:lnTo>
                    <a:pt x="19704" y="11343"/>
                  </a:lnTo>
                  <a:lnTo>
                    <a:pt x="19704" y="11500"/>
                  </a:lnTo>
                  <a:lnTo>
                    <a:pt x="18612" y="11888"/>
                  </a:lnTo>
                  <a:lnTo>
                    <a:pt x="18612" y="11500"/>
                  </a:lnTo>
                  <a:lnTo>
                    <a:pt x="18556" y="11110"/>
                  </a:lnTo>
                  <a:lnTo>
                    <a:pt x="18325" y="10257"/>
                  </a:lnTo>
                  <a:lnTo>
                    <a:pt x="18211" y="9634"/>
                  </a:lnTo>
                  <a:lnTo>
                    <a:pt x="17981" y="9013"/>
                  </a:lnTo>
                  <a:lnTo>
                    <a:pt x="17751" y="8469"/>
                  </a:lnTo>
                  <a:lnTo>
                    <a:pt x="17406" y="7924"/>
                  </a:lnTo>
                  <a:lnTo>
                    <a:pt x="17234" y="7924"/>
                  </a:lnTo>
                  <a:lnTo>
                    <a:pt x="17176" y="8003"/>
                  </a:lnTo>
                  <a:lnTo>
                    <a:pt x="17120" y="8157"/>
                  </a:lnTo>
                  <a:lnTo>
                    <a:pt x="17176" y="8702"/>
                  </a:lnTo>
                  <a:lnTo>
                    <a:pt x="17348" y="9246"/>
                  </a:lnTo>
                  <a:lnTo>
                    <a:pt x="17636" y="10333"/>
                  </a:lnTo>
                  <a:lnTo>
                    <a:pt x="17809" y="11267"/>
                  </a:lnTo>
                  <a:lnTo>
                    <a:pt x="17923" y="11733"/>
                  </a:lnTo>
                  <a:lnTo>
                    <a:pt x="18095" y="12042"/>
                  </a:lnTo>
                  <a:lnTo>
                    <a:pt x="17981" y="12121"/>
                  </a:lnTo>
                  <a:lnTo>
                    <a:pt x="17809" y="12121"/>
                  </a:lnTo>
                  <a:lnTo>
                    <a:pt x="17636" y="12042"/>
                  </a:lnTo>
                  <a:lnTo>
                    <a:pt x="17464" y="11966"/>
                  </a:lnTo>
                  <a:lnTo>
                    <a:pt x="17348" y="11809"/>
                  </a:lnTo>
                  <a:lnTo>
                    <a:pt x="17062" y="11422"/>
                  </a:lnTo>
                  <a:lnTo>
                    <a:pt x="16889" y="11032"/>
                  </a:lnTo>
                  <a:lnTo>
                    <a:pt x="16775" y="10956"/>
                  </a:lnTo>
                  <a:lnTo>
                    <a:pt x="16717" y="10411"/>
                  </a:lnTo>
                  <a:lnTo>
                    <a:pt x="16601" y="9945"/>
                  </a:lnTo>
                  <a:lnTo>
                    <a:pt x="16315" y="9089"/>
                  </a:lnTo>
                  <a:lnTo>
                    <a:pt x="16257" y="9013"/>
                  </a:lnTo>
                  <a:lnTo>
                    <a:pt x="16200" y="8935"/>
                  </a:lnTo>
                  <a:lnTo>
                    <a:pt x="15970" y="8935"/>
                  </a:lnTo>
                  <a:lnTo>
                    <a:pt x="15856" y="9089"/>
                  </a:lnTo>
                  <a:lnTo>
                    <a:pt x="15798" y="9246"/>
                  </a:lnTo>
                  <a:lnTo>
                    <a:pt x="15798" y="9323"/>
                  </a:lnTo>
                  <a:lnTo>
                    <a:pt x="15856" y="9867"/>
                  </a:lnTo>
                  <a:lnTo>
                    <a:pt x="15740" y="9791"/>
                  </a:lnTo>
                  <a:lnTo>
                    <a:pt x="15568" y="9712"/>
                  </a:lnTo>
                  <a:lnTo>
                    <a:pt x="15453" y="9791"/>
                  </a:lnTo>
                  <a:lnTo>
                    <a:pt x="15338" y="9945"/>
                  </a:lnTo>
                  <a:lnTo>
                    <a:pt x="15223" y="10178"/>
                  </a:lnTo>
                  <a:lnTo>
                    <a:pt x="15165" y="10411"/>
                  </a:lnTo>
                  <a:lnTo>
                    <a:pt x="15223" y="10644"/>
                  </a:lnTo>
                  <a:lnTo>
                    <a:pt x="15281" y="10799"/>
                  </a:lnTo>
                  <a:lnTo>
                    <a:pt x="15511" y="11110"/>
                  </a:lnTo>
                  <a:lnTo>
                    <a:pt x="15856" y="11343"/>
                  </a:lnTo>
                  <a:lnTo>
                    <a:pt x="16085" y="11500"/>
                  </a:lnTo>
                  <a:lnTo>
                    <a:pt x="16200" y="11733"/>
                  </a:lnTo>
                  <a:lnTo>
                    <a:pt x="16487" y="12275"/>
                  </a:lnTo>
                  <a:lnTo>
                    <a:pt x="16775" y="12665"/>
                  </a:lnTo>
                  <a:lnTo>
                    <a:pt x="17120" y="13053"/>
                  </a:lnTo>
                  <a:lnTo>
                    <a:pt x="17348" y="13131"/>
                  </a:lnTo>
                  <a:lnTo>
                    <a:pt x="17578" y="13210"/>
                  </a:lnTo>
                  <a:lnTo>
                    <a:pt x="18039" y="13210"/>
                  </a:lnTo>
                  <a:lnTo>
                    <a:pt x="18556" y="13053"/>
                  </a:lnTo>
                  <a:lnTo>
                    <a:pt x="19015" y="12898"/>
                  </a:lnTo>
                  <a:lnTo>
                    <a:pt x="20336" y="12354"/>
                  </a:lnTo>
                  <a:lnTo>
                    <a:pt x="20911" y="12042"/>
                  </a:lnTo>
                  <a:lnTo>
                    <a:pt x="21198" y="11888"/>
                  </a:lnTo>
                  <a:lnTo>
                    <a:pt x="21484" y="11733"/>
                  </a:lnTo>
                  <a:lnTo>
                    <a:pt x="21600" y="11576"/>
                  </a:lnTo>
                  <a:lnTo>
                    <a:pt x="21600" y="11343"/>
                  </a:lnTo>
                  <a:lnTo>
                    <a:pt x="21542" y="11189"/>
                  </a:lnTo>
                  <a:lnTo>
                    <a:pt x="21370" y="11110"/>
                  </a:lnTo>
                  <a:lnTo>
                    <a:pt x="20911" y="11110"/>
                  </a:lnTo>
                  <a:lnTo>
                    <a:pt x="20451" y="11267"/>
                  </a:lnTo>
                  <a:lnTo>
                    <a:pt x="20451" y="10799"/>
                  </a:lnTo>
                  <a:lnTo>
                    <a:pt x="20336" y="10333"/>
                  </a:lnTo>
                  <a:lnTo>
                    <a:pt x="20106" y="9558"/>
                  </a:lnTo>
                  <a:lnTo>
                    <a:pt x="19762" y="8390"/>
                  </a:lnTo>
                  <a:lnTo>
                    <a:pt x="19589" y="7848"/>
                  </a:lnTo>
                  <a:lnTo>
                    <a:pt x="19303" y="7380"/>
                  </a:lnTo>
                  <a:close/>
                  <a:moveTo>
                    <a:pt x="18900" y="0"/>
                  </a:moveTo>
                  <a:lnTo>
                    <a:pt x="18325" y="76"/>
                  </a:lnTo>
                  <a:lnTo>
                    <a:pt x="17751" y="309"/>
                  </a:lnTo>
                  <a:lnTo>
                    <a:pt x="16659" y="777"/>
                  </a:lnTo>
                  <a:lnTo>
                    <a:pt x="15511" y="1243"/>
                  </a:lnTo>
                  <a:lnTo>
                    <a:pt x="14937" y="1476"/>
                  </a:lnTo>
                  <a:lnTo>
                    <a:pt x="14362" y="1786"/>
                  </a:lnTo>
                  <a:lnTo>
                    <a:pt x="13959" y="2175"/>
                  </a:lnTo>
                  <a:lnTo>
                    <a:pt x="13615" y="2563"/>
                  </a:lnTo>
                  <a:lnTo>
                    <a:pt x="13385" y="3029"/>
                  </a:lnTo>
                  <a:lnTo>
                    <a:pt x="13212" y="3574"/>
                  </a:lnTo>
                  <a:lnTo>
                    <a:pt x="13156" y="4118"/>
                  </a:lnTo>
                  <a:lnTo>
                    <a:pt x="13156" y="5361"/>
                  </a:lnTo>
                  <a:lnTo>
                    <a:pt x="13270" y="5982"/>
                  </a:lnTo>
                  <a:lnTo>
                    <a:pt x="13787" y="9323"/>
                  </a:lnTo>
                  <a:lnTo>
                    <a:pt x="14017" y="10956"/>
                  </a:lnTo>
                  <a:lnTo>
                    <a:pt x="14248" y="12665"/>
                  </a:lnTo>
                  <a:lnTo>
                    <a:pt x="14304" y="13443"/>
                  </a:lnTo>
                  <a:lnTo>
                    <a:pt x="14304" y="14218"/>
                  </a:lnTo>
                  <a:lnTo>
                    <a:pt x="13959" y="12974"/>
                  </a:lnTo>
                  <a:lnTo>
                    <a:pt x="13845" y="12275"/>
                  </a:lnTo>
                  <a:lnTo>
                    <a:pt x="13673" y="11500"/>
                  </a:lnTo>
                  <a:lnTo>
                    <a:pt x="13557" y="11110"/>
                  </a:lnTo>
                  <a:lnTo>
                    <a:pt x="13385" y="10799"/>
                  </a:lnTo>
                  <a:lnTo>
                    <a:pt x="13212" y="10490"/>
                  </a:lnTo>
                  <a:lnTo>
                    <a:pt x="13040" y="10333"/>
                  </a:lnTo>
                  <a:lnTo>
                    <a:pt x="12926" y="10333"/>
                  </a:lnTo>
                  <a:lnTo>
                    <a:pt x="12868" y="10411"/>
                  </a:lnTo>
                  <a:lnTo>
                    <a:pt x="12810" y="10644"/>
                  </a:lnTo>
                  <a:lnTo>
                    <a:pt x="12810" y="10877"/>
                  </a:lnTo>
                  <a:lnTo>
                    <a:pt x="12868" y="11422"/>
                  </a:lnTo>
                  <a:lnTo>
                    <a:pt x="13098" y="12508"/>
                  </a:lnTo>
                  <a:lnTo>
                    <a:pt x="13443" y="13909"/>
                  </a:lnTo>
                  <a:lnTo>
                    <a:pt x="13729" y="15307"/>
                  </a:lnTo>
                  <a:lnTo>
                    <a:pt x="13673" y="15618"/>
                  </a:lnTo>
                  <a:lnTo>
                    <a:pt x="13673" y="15927"/>
                  </a:lnTo>
                  <a:lnTo>
                    <a:pt x="13787" y="16084"/>
                  </a:lnTo>
                  <a:lnTo>
                    <a:pt x="13615" y="16393"/>
                  </a:lnTo>
                  <a:lnTo>
                    <a:pt x="13385" y="16705"/>
                  </a:lnTo>
                  <a:lnTo>
                    <a:pt x="13156" y="16938"/>
                  </a:lnTo>
                  <a:lnTo>
                    <a:pt x="12810" y="17171"/>
                  </a:lnTo>
                  <a:lnTo>
                    <a:pt x="12754" y="17016"/>
                  </a:lnTo>
                  <a:lnTo>
                    <a:pt x="12754" y="16938"/>
                  </a:lnTo>
                  <a:lnTo>
                    <a:pt x="12638" y="16861"/>
                  </a:lnTo>
                  <a:lnTo>
                    <a:pt x="11949" y="13830"/>
                  </a:lnTo>
                  <a:lnTo>
                    <a:pt x="11490" y="11966"/>
                  </a:lnTo>
                  <a:lnTo>
                    <a:pt x="11202" y="11189"/>
                  </a:lnTo>
                  <a:lnTo>
                    <a:pt x="11087" y="10644"/>
                  </a:lnTo>
                  <a:lnTo>
                    <a:pt x="11087" y="10333"/>
                  </a:lnTo>
                  <a:lnTo>
                    <a:pt x="11145" y="10178"/>
                  </a:lnTo>
                  <a:lnTo>
                    <a:pt x="11202" y="10024"/>
                  </a:lnTo>
                  <a:lnTo>
                    <a:pt x="11145" y="9867"/>
                  </a:lnTo>
                  <a:lnTo>
                    <a:pt x="11087" y="9791"/>
                  </a:lnTo>
                  <a:lnTo>
                    <a:pt x="10743" y="9479"/>
                  </a:lnTo>
                  <a:lnTo>
                    <a:pt x="10571" y="9401"/>
                  </a:lnTo>
                  <a:lnTo>
                    <a:pt x="10398" y="9479"/>
                  </a:lnTo>
                  <a:lnTo>
                    <a:pt x="10340" y="9634"/>
                  </a:lnTo>
                  <a:lnTo>
                    <a:pt x="10340" y="9791"/>
                  </a:lnTo>
                  <a:lnTo>
                    <a:pt x="10398" y="9867"/>
                  </a:lnTo>
                  <a:lnTo>
                    <a:pt x="10456" y="10100"/>
                  </a:lnTo>
                  <a:lnTo>
                    <a:pt x="10398" y="10333"/>
                  </a:lnTo>
                  <a:lnTo>
                    <a:pt x="10398" y="10723"/>
                  </a:lnTo>
                  <a:lnTo>
                    <a:pt x="10513" y="11267"/>
                  </a:lnTo>
                  <a:lnTo>
                    <a:pt x="10629" y="11809"/>
                  </a:lnTo>
                  <a:lnTo>
                    <a:pt x="10915" y="12898"/>
                  </a:lnTo>
                  <a:lnTo>
                    <a:pt x="12007" y="17482"/>
                  </a:lnTo>
                  <a:lnTo>
                    <a:pt x="11432" y="17482"/>
                  </a:lnTo>
                  <a:lnTo>
                    <a:pt x="10915" y="17327"/>
                  </a:lnTo>
                  <a:lnTo>
                    <a:pt x="10915" y="17016"/>
                  </a:lnTo>
                  <a:lnTo>
                    <a:pt x="10801" y="16938"/>
                  </a:lnTo>
                  <a:lnTo>
                    <a:pt x="10226" y="13519"/>
                  </a:lnTo>
                  <a:lnTo>
                    <a:pt x="9882" y="11655"/>
                  </a:lnTo>
                  <a:lnTo>
                    <a:pt x="9709" y="10799"/>
                  </a:lnTo>
                  <a:lnTo>
                    <a:pt x="9537" y="10411"/>
                  </a:lnTo>
                  <a:lnTo>
                    <a:pt x="9365" y="10024"/>
                  </a:lnTo>
                  <a:lnTo>
                    <a:pt x="9307" y="9945"/>
                  </a:lnTo>
                  <a:lnTo>
                    <a:pt x="9249" y="9945"/>
                  </a:lnTo>
                  <a:lnTo>
                    <a:pt x="9135" y="10024"/>
                  </a:lnTo>
                  <a:lnTo>
                    <a:pt x="9135" y="10100"/>
                  </a:lnTo>
                  <a:lnTo>
                    <a:pt x="9077" y="10566"/>
                  </a:lnTo>
                  <a:lnTo>
                    <a:pt x="9077" y="10956"/>
                  </a:lnTo>
                  <a:lnTo>
                    <a:pt x="9192" y="11809"/>
                  </a:lnTo>
                  <a:lnTo>
                    <a:pt x="9479" y="13519"/>
                  </a:lnTo>
                  <a:lnTo>
                    <a:pt x="10054" y="16705"/>
                  </a:lnTo>
                  <a:lnTo>
                    <a:pt x="9651" y="16393"/>
                  </a:lnTo>
                  <a:lnTo>
                    <a:pt x="9365" y="15927"/>
                  </a:lnTo>
                  <a:lnTo>
                    <a:pt x="9019" y="15307"/>
                  </a:lnTo>
                  <a:lnTo>
                    <a:pt x="8732" y="14608"/>
                  </a:lnTo>
                  <a:lnTo>
                    <a:pt x="8560" y="13909"/>
                  </a:lnTo>
                  <a:lnTo>
                    <a:pt x="8446" y="13210"/>
                  </a:lnTo>
                  <a:lnTo>
                    <a:pt x="8215" y="11733"/>
                  </a:lnTo>
                  <a:lnTo>
                    <a:pt x="8101" y="11032"/>
                  </a:lnTo>
                  <a:lnTo>
                    <a:pt x="7929" y="10333"/>
                  </a:lnTo>
                  <a:lnTo>
                    <a:pt x="7699" y="9712"/>
                  </a:lnTo>
                  <a:lnTo>
                    <a:pt x="7410" y="9246"/>
                  </a:lnTo>
                  <a:lnTo>
                    <a:pt x="7066" y="8780"/>
                  </a:lnTo>
                  <a:lnTo>
                    <a:pt x="6721" y="8390"/>
                  </a:lnTo>
                  <a:lnTo>
                    <a:pt x="6319" y="8081"/>
                  </a:lnTo>
                  <a:lnTo>
                    <a:pt x="5918" y="7848"/>
                  </a:lnTo>
                  <a:lnTo>
                    <a:pt x="5458" y="7613"/>
                  </a:lnTo>
                  <a:lnTo>
                    <a:pt x="4999" y="7458"/>
                  </a:lnTo>
                  <a:lnTo>
                    <a:pt x="4482" y="7304"/>
                  </a:lnTo>
                  <a:lnTo>
                    <a:pt x="3332" y="7304"/>
                  </a:lnTo>
                  <a:lnTo>
                    <a:pt x="2816" y="7458"/>
                  </a:lnTo>
                  <a:lnTo>
                    <a:pt x="1724" y="7770"/>
                  </a:lnTo>
                  <a:lnTo>
                    <a:pt x="633" y="8236"/>
                  </a:lnTo>
                  <a:lnTo>
                    <a:pt x="288" y="8390"/>
                  </a:lnTo>
                  <a:lnTo>
                    <a:pt x="116" y="8547"/>
                  </a:lnTo>
                  <a:lnTo>
                    <a:pt x="0" y="8702"/>
                  </a:lnTo>
                  <a:lnTo>
                    <a:pt x="0" y="9323"/>
                  </a:lnTo>
                  <a:lnTo>
                    <a:pt x="58" y="9401"/>
                  </a:lnTo>
                  <a:lnTo>
                    <a:pt x="116" y="9558"/>
                  </a:lnTo>
                  <a:lnTo>
                    <a:pt x="402" y="9712"/>
                  </a:lnTo>
                  <a:lnTo>
                    <a:pt x="633" y="9712"/>
                  </a:lnTo>
                  <a:lnTo>
                    <a:pt x="805" y="9558"/>
                  </a:lnTo>
                  <a:lnTo>
                    <a:pt x="977" y="9401"/>
                  </a:lnTo>
                  <a:lnTo>
                    <a:pt x="1380" y="9168"/>
                  </a:lnTo>
                  <a:lnTo>
                    <a:pt x="1380" y="9945"/>
                  </a:lnTo>
                  <a:lnTo>
                    <a:pt x="1494" y="10644"/>
                  </a:lnTo>
                  <a:lnTo>
                    <a:pt x="1896" y="12042"/>
                  </a:lnTo>
                  <a:lnTo>
                    <a:pt x="2299" y="13752"/>
                  </a:lnTo>
                  <a:lnTo>
                    <a:pt x="2758" y="15461"/>
                  </a:lnTo>
                  <a:lnTo>
                    <a:pt x="2816" y="15618"/>
                  </a:lnTo>
                  <a:lnTo>
                    <a:pt x="2930" y="15773"/>
                  </a:lnTo>
                  <a:lnTo>
                    <a:pt x="3218" y="15773"/>
                  </a:lnTo>
                  <a:lnTo>
                    <a:pt x="3332" y="15694"/>
                  </a:lnTo>
                  <a:lnTo>
                    <a:pt x="3390" y="15540"/>
                  </a:lnTo>
                  <a:lnTo>
                    <a:pt x="3447" y="15307"/>
                  </a:lnTo>
                  <a:lnTo>
                    <a:pt x="3447" y="15152"/>
                  </a:lnTo>
                  <a:lnTo>
                    <a:pt x="3046" y="13519"/>
                  </a:lnTo>
                  <a:lnTo>
                    <a:pt x="2643" y="11966"/>
                  </a:lnTo>
                  <a:lnTo>
                    <a:pt x="2299" y="10566"/>
                  </a:lnTo>
                  <a:lnTo>
                    <a:pt x="2069" y="9945"/>
                  </a:lnTo>
                  <a:lnTo>
                    <a:pt x="1782" y="9323"/>
                  </a:lnTo>
                  <a:lnTo>
                    <a:pt x="1896" y="9168"/>
                  </a:lnTo>
                  <a:lnTo>
                    <a:pt x="1954" y="9168"/>
                  </a:lnTo>
                  <a:lnTo>
                    <a:pt x="1954" y="9089"/>
                  </a:lnTo>
                  <a:lnTo>
                    <a:pt x="1896" y="9089"/>
                  </a:lnTo>
                  <a:lnTo>
                    <a:pt x="1838" y="9013"/>
                  </a:lnTo>
                  <a:lnTo>
                    <a:pt x="1782" y="9013"/>
                  </a:lnTo>
                  <a:lnTo>
                    <a:pt x="2355" y="8856"/>
                  </a:lnTo>
                  <a:lnTo>
                    <a:pt x="2930" y="8702"/>
                  </a:lnTo>
                  <a:lnTo>
                    <a:pt x="3046" y="9013"/>
                  </a:lnTo>
                  <a:lnTo>
                    <a:pt x="3218" y="9401"/>
                  </a:lnTo>
                  <a:lnTo>
                    <a:pt x="3505" y="10333"/>
                  </a:lnTo>
                  <a:lnTo>
                    <a:pt x="3791" y="11267"/>
                  </a:lnTo>
                  <a:lnTo>
                    <a:pt x="3907" y="12199"/>
                  </a:lnTo>
                  <a:lnTo>
                    <a:pt x="4079" y="13131"/>
                  </a:lnTo>
                  <a:lnTo>
                    <a:pt x="4252" y="13597"/>
                  </a:lnTo>
                  <a:lnTo>
                    <a:pt x="4366" y="13985"/>
                  </a:lnTo>
                  <a:lnTo>
                    <a:pt x="4596" y="14375"/>
                  </a:lnTo>
                  <a:lnTo>
                    <a:pt x="4826" y="14684"/>
                  </a:lnTo>
                  <a:lnTo>
                    <a:pt x="5055" y="14762"/>
                  </a:lnTo>
                  <a:lnTo>
                    <a:pt x="5171" y="14684"/>
                  </a:lnTo>
                  <a:lnTo>
                    <a:pt x="5285" y="14529"/>
                  </a:lnTo>
                  <a:lnTo>
                    <a:pt x="5285" y="14296"/>
                  </a:lnTo>
                  <a:lnTo>
                    <a:pt x="5171" y="13830"/>
                  </a:lnTo>
                  <a:lnTo>
                    <a:pt x="4999" y="13443"/>
                  </a:lnTo>
                  <a:lnTo>
                    <a:pt x="4826" y="12974"/>
                  </a:lnTo>
                  <a:lnTo>
                    <a:pt x="4711" y="12587"/>
                  </a:lnTo>
                  <a:lnTo>
                    <a:pt x="4538" y="11655"/>
                  </a:lnTo>
                  <a:lnTo>
                    <a:pt x="4366" y="10723"/>
                  </a:lnTo>
                  <a:lnTo>
                    <a:pt x="4079" y="9634"/>
                  </a:lnTo>
                  <a:lnTo>
                    <a:pt x="3849" y="9089"/>
                  </a:lnTo>
                  <a:lnTo>
                    <a:pt x="3619" y="8547"/>
                  </a:lnTo>
                  <a:lnTo>
                    <a:pt x="4310" y="8547"/>
                  </a:lnTo>
                  <a:lnTo>
                    <a:pt x="4999" y="8702"/>
                  </a:lnTo>
                  <a:lnTo>
                    <a:pt x="4999" y="8935"/>
                  </a:lnTo>
                  <a:lnTo>
                    <a:pt x="5055" y="9246"/>
                  </a:lnTo>
                  <a:lnTo>
                    <a:pt x="5171" y="9791"/>
                  </a:lnTo>
                  <a:lnTo>
                    <a:pt x="5515" y="10723"/>
                  </a:lnTo>
                  <a:lnTo>
                    <a:pt x="5918" y="12354"/>
                  </a:lnTo>
                  <a:lnTo>
                    <a:pt x="6032" y="12587"/>
                  </a:lnTo>
                  <a:lnTo>
                    <a:pt x="6090" y="12741"/>
                  </a:lnTo>
                  <a:lnTo>
                    <a:pt x="6205" y="12898"/>
                  </a:lnTo>
                  <a:lnTo>
                    <a:pt x="6435" y="12974"/>
                  </a:lnTo>
                  <a:lnTo>
                    <a:pt x="6493" y="12898"/>
                  </a:lnTo>
                  <a:lnTo>
                    <a:pt x="6607" y="12820"/>
                  </a:lnTo>
                  <a:lnTo>
                    <a:pt x="6721" y="12587"/>
                  </a:lnTo>
                  <a:lnTo>
                    <a:pt x="6721" y="12275"/>
                  </a:lnTo>
                  <a:lnTo>
                    <a:pt x="6665" y="12042"/>
                  </a:lnTo>
                  <a:lnTo>
                    <a:pt x="6549" y="11733"/>
                  </a:lnTo>
                  <a:lnTo>
                    <a:pt x="6032" y="9867"/>
                  </a:lnTo>
                  <a:lnTo>
                    <a:pt x="5746" y="9089"/>
                  </a:lnTo>
                  <a:lnTo>
                    <a:pt x="6319" y="9558"/>
                  </a:lnTo>
                  <a:lnTo>
                    <a:pt x="6549" y="9791"/>
                  </a:lnTo>
                  <a:lnTo>
                    <a:pt x="6779" y="10100"/>
                  </a:lnTo>
                  <a:lnTo>
                    <a:pt x="6952" y="10490"/>
                  </a:lnTo>
                  <a:lnTo>
                    <a:pt x="7066" y="10877"/>
                  </a:lnTo>
                  <a:lnTo>
                    <a:pt x="7296" y="11733"/>
                  </a:lnTo>
                  <a:lnTo>
                    <a:pt x="7526" y="13443"/>
                  </a:lnTo>
                  <a:lnTo>
                    <a:pt x="7583" y="14063"/>
                  </a:lnTo>
                  <a:lnTo>
                    <a:pt x="7755" y="14684"/>
                  </a:lnTo>
                  <a:lnTo>
                    <a:pt x="7929" y="15228"/>
                  </a:lnTo>
                  <a:lnTo>
                    <a:pt x="8157" y="15773"/>
                  </a:lnTo>
                  <a:lnTo>
                    <a:pt x="8446" y="16317"/>
                  </a:lnTo>
                  <a:lnTo>
                    <a:pt x="8732" y="16783"/>
                  </a:lnTo>
                  <a:lnTo>
                    <a:pt x="9019" y="17249"/>
                  </a:lnTo>
                  <a:lnTo>
                    <a:pt x="9365" y="17637"/>
                  </a:lnTo>
                  <a:lnTo>
                    <a:pt x="9766" y="17948"/>
                  </a:lnTo>
                  <a:lnTo>
                    <a:pt x="10168" y="18259"/>
                  </a:lnTo>
                  <a:lnTo>
                    <a:pt x="10571" y="18414"/>
                  </a:lnTo>
                  <a:lnTo>
                    <a:pt x="11029" y="18571"/>
                  </a:lnTo>
                  <a:lnTo>
                    <a:pt x="11432" y="18647"/>
                  </a:lnTo>
                  <a:lnTo>
                    <a:pt x="12409" y="18647"/>
                  </a:lnTo>
                  <a:lnTo>
                    <a:pt x="12868" y="18414"/>
                  </a:lnTo>
                  <a:lnTo>
                    <a:pt x="13328" y="18259"/>
                  </a:lnTo>
                  <a:lnTo>
                    <a:pt x="13673" y="17948"/>
                  </a:lnTo>
                  <a:lnTo>
                    <a:pt x="14017" y="17560"/>
                  </a:lnTo>
                  <a:lnTo>
                    <a:pt x="14362" y="17171"/>
                  </a:lnTo>
                  <a:lnTo>
                    <a:pt x="14648" y="16705"/>
                  </a:lnTo>
                  <a:lnTo>
                    <a:pt x="14821" y="16239"/>
                  </a:lnTo>
                  <a:lnTo>
                    <a:pt x="15051" y="15694"/>
                  </a:lnTo>
                  <a:lnTo>
                    <a:pt x="15165" y="15074"/>
                  </a:lnTo>
                  <a:lnTo>
                    <a:pt x="15223" y="14375"/>
                  </a:lnTo>
                  <a:lnTo>
                    <a:pt x="15281" y="13676"/>
                  </a:lnTo>
                  <a:lnTo>
                    <a:pt x="15223" y="12898"/>
                  </a:lnTo>
                  <a:lnTo>
                    <a:pt x="15165" y="12199"/>
                  </a:lnTo>
                  <a:lnTo>
                    <a:pt x="14937" y="10723"/>
                  </a:lnTo>
                  <a:lnTo>
                    <a:pt x="14648" y="9246"/>
                  </a:lnTo>
                  <a:lnTo>
                    <a:pt x="14132" y="5904"/>
                  </a:lnTo>
                  <a:lnTo>
                    <a:pt x="14017" y="5128"/>
                  </a:lnTo>
                  <a:lnTo>
                    <a:pt x="14017" y="4351"/>
                  </a:lnTo>
                  <a:lnTo>
                    <a:pt x="14132" y="4972"/>
                  </a:lnTo>
                  <a:lnTo>
                    <a:pt x="14248" y="5438"/>
                  </a:lnTo>
                  <a:lnTo>
                    <a:pt x="14476" y="5904"/>
                  </a:lnTo>
                  <a:lnTo>
                    <a:pt x="14706" y="6372"/>
                  </a:lnTo>
                  <a:lnTo>
                    <a:pt x="14879" y="6526"/>
                  </a:lnTo>
                  <a:lnTo>
                    <a:pt x="15051" y="6605"/>
                  </a:lnTo>
                  <a:lnTo>
                    <a:pt x="15165" y="6605"/>
                  </a:lnTo>
                  <a:lnTo>
                    <a:pt x="15281" y="6526"/>
                  </a:lnTo>
                  <a:lnTo>
                    <a:pt x="15338" y="6448"/>
                  </a:lnTo>
                  <a:lnTo>
                    <a:pt x="15395" y="6293"/>
                  </a:lnTo>
                  <a:lnTo>
                    <a:pt x="15281" y="5904"/>
                  </a:lnTo>
                  <a:lnTo>
                    <a:pt x="15109" y="5516"/>
                  </a:lnTo>
                  <a:lnTo>
                    <a:pt x="14821" y="4817"/>
                  </a:lnTo>
                  <a:lnTo>
                    <a:pt x="14592" y="4040"/>
                  </a:lnTo>
                  <a:lnTo>
                    <a:pt x="14476" y="3652"/>
                  </a:lnTo>
                  <a:lnTo>
                    <a:pt x="14304" y="3262"/>
                  </a:lnTo>
                  <a:lnTo>
                    <a:pt x="14362" y="3186"/>
                  </a:lnTo>
                  <a:lnTo>
                    <a:pt x="14648" y="2874"/>
                  </a:lnTo>
                  <a:lnTo>
                    <a:pt x="14937" y="2641"/>
                  </a:lnTo>
                  <a:lnTo>
                    <a:pt x="15626" y="2330"/>
                  </a:lnTo>
                  <a:lnTo>
                    <a:pt x="15740" y="2953"/>
                  </a:lnTo>
                  <a:lnTo>
                    <a:pt x="15856" y="3574"/>
                  </a:lnTo>
                  <a:lnTo>
                    <a:pt x="16200" y="4739"/>
                  </a:lnTo>
                  <a:lnTo>
                    <a:pt x="16315" y="5283"/>
                  </a:lnTo>
                  <a:lnTo>
                    <a:pt x="16429" y="5982"/>
                  </a:lnTo>
                  <a:lnTo>
                    <a:pt x="16545" y="6293"/>
                  </a:lnTo>
                  <a:lnTo>
                    <a:pt x="16659" y="6526"/>
                  </a:lnTo>
                  <a:lnTo>
                    <a:pt x="16831" y="6759"/>
                  </a:lnTo>
                  <a:lnTo>
                    <a:pt x="17004" y="6838"/>
                  </a:lnTo>
                  <a:lnTo>
                    <a:pt x="17176" y="6838"/>
                  </a:lnTo>
                  <a:lnTo>
                    <a:pt x="17292" y="6759"/>
                  </a:lnTo>
                  <a:lnTo>
                    <a:pt x="17406" y="6605"/>
                  </a:lnTo>
                  <a:lnTo>
                    <a:pt x="17406" y="6293"/>
                  </a:lnTo>
                  <a:lnTo>
                    <a:pt x="17348" y="6139"/>
                  </a:lnTo>
                  <a:lnTo>
                    <a:pt x="17234" y="5982"/>
                  </a:lnTo>
                  <a:lnTo>
                    <a:pt x="17120" y="5594"/>
                  </a:lnTo>
                  <a:lnTo>
                    <a:pt x="17062" y="5205"/>
                  </a:lnTo>
                  <a:lnTo>
                    <a:pt x="16717" y="3885"/>
                  </a:lnTo>
                  <a:lnTo>
                    <a:pt x="16487" y="2953"/>
                  </a:lnTo>
                  <a:lnTo>
                    <a:pt x="16315" y="2485"/>
                  </a:lnTo>
                  <a:lnTo>
                    <a:pt x="16142" y="2097"/>
                  </a:lnTo>
                  <a:lnTo>
                    <a:pt x="16373" y="1942"/>
                  </a:lnTo>
                  <a:lnTo>
                    <a:pt x="17234" y="1553"/>
                  </a:lnTo>
                  <a:lnTo>
                    <a:pt x="17464" y="2485"/>
                  </a:lnTo>
                  <a:lnTo>
                    <a:pt x="17693" y="3419"/>
                  </a:lnTo>
                  <a:lnTo>
                    <a:pt x="18095" y="4972"/>
                  </a:lnTo>
                  <a:lnTo>
                    <a:pt x="18325" y="5671"/>
                  </a:lnTo>
                  <a:lnTo>
                    <a:pt x="18440" y="5904"/>
                  </a:lnTo>
                  <a:lnTo>
                    <a:pt x="18670" y="6139"/>
                  </a:lnTo>
                  <a:lnTo>
                    <a:pt x="18728" y="6215"/>
                  </a:lnTo>
                  <a:lnTo>
                    <a:pt x="18842" y="6139"/>
                  </a:lnTo>
                  <a:lnTo>
                    <a:pt x="18900" y="6139"/>
                  </a:lnTo>
                  <a:lnTo>
                    <a:pt x="18957" y="5982"/>
                  </a:lnTo>
                  <a:lnTo>
                    <a:pt x="19015" y="5749"/>
                  </a:lnTo>
                  <a:lnTo>
                    <a:pt x="19015" y="5438"/>
                  </a:lnTo>
                  <a:lnTo>
                    <a:pt x="18900" y="4817"/>
                  </a:lnTo>
                  <a:lnTo>
                    <a:pt x="18498" y="3574"/>
                  </a:lnTo>
                  <a:lnTo>
                    <a:pt x="18153" y="2330"/>
                  </a:lnTo>
                  <a:lnTo>
                    <a:pt x="17923" y="1476"/>
                  </a:lnTo>
                  <a:lnTo>
                    <a:pt x="17809" y="1243"/>
                  </a:lnTo>
                  <a:lnTo>
                    <a:pt x="18268" y="932"/>
                  </a:lnTo>
                  <a:lnTo>
                    <a:pt x="18670" y="621"/>
                  </a:lnTo>
                  <a:lnTo>
                    <a:pt x="18957" y="309"/>
                  </a:lnTo>
                  <a:lnTo>
                    <a:pt x="19015" y="233"/>
                  </a:lnTo>
                  <a:lnTo>
                    <a:pt x="19015" y="155"/>
                  </a:lnTo>
                  <a:lnTo>
                    <a:pt x="18957" y="76"/>
                  </a:lnTo>
                  <a:lnTo>
                    <a:pt x="18900" y="0"/>
                  </a:lnTo>
                  <a:close/>
                  <a:moveTo>
                    <a:pt x="6377" y="14995"/>
                  </a:moveTo>
                  <a:lnTo>
                    <a:pt x="6319" y="15074"/>
                  </a:lnTo>
                  <a:lnTo>
                    <a:pt x="6262" y="15152"/>
                  </a:lnTo>
                  <a:lnTo>
                    <a:pt x="6262" y="16006"/>
                  </a:lnTo>
                  <a:lnTo>
                    <a:pt x="6377" y="16861"/>
                  </a:lnTo>
                  <a:lnTo>
                    <a:pt x="6607" y="17637"/>
                  </a:lnTo>
                  <a:lnTo>
                    <a:pt x="6837" y="18492"/>
                  </a:lnTo>
                  <a:lnTo>
                    <a:pt x="6952" y="18647"/>
                  </a:lnTo>
                  <a:lnTo>
                    <a:pt x="6549" y="19037"/>
                  </a:lnTo>
                  <a:lnTo>
                    <a:pt x="6090" y="19270"/>
                  </a:lnTo>
                  <a:lnTo>
                    <a:pt x="6032" y="18959"/>
                  </a:lnTo>
                  <a:lnTo>
                    <a:pt x="5974" y="18647"/>
                  </a:lnTo>
                  <a:lnTo>
                    <a:pt x="5746" y="18026"/>
                  </a:lnTo>
                  <a:lnTo>
                    <a:pt x="5515" y="17094"/>
                  </a:lnTo>
                  <a:lnTo>
                    <a:pt x="5401" y="16705"/>
                  </a:lnTo>
                  <a:lnTo>
                    <a:pt x="5229" y="16239"/>
                  </a:lnTo>
                  <a:lnTo>
                    <a:pt x="5055" y="16160"/>
                  </a:lnTo>
                  <a:lnTo>
                    <a:pt x="4941" y="16160"/>
                  </a:lnTo>
                  <a:lnTo>
                    <a:pt x="4769" y="16317"/>
                  </a:lnTo>
                  <a:lnTo>
                    <a:pt x="4769" y="16472"/>
                  </a:lnTo>
                  <a:lnTo>
                    <a:pt x="4826" y="16938"/>
                  </a:lnTo>
                  <a:lnTo>
                    <a:pt x="4883" y="17404"/>
                  </a:lnTo>
                  <a:lnTo>
                    <a:pt x="5113" y="18338"/>
                  </a:lnTo>
                  <a:lnTo>
                    <a:pt x="5229" y="18959"/>
                  </a:lnTo>
                  <a:lnTo>
                    <a:pt x="5343" y="19270"/>
                  </a:lnTo>
                  <a:lnTo>
                    <a:pt x="5458" y="19579"/>
                  </a:lnTo>
                  <a:lnTo>
                    <a:pt x="4424" y="19969"/>
                  </a:lnTo>
                  <a:lnTo>
                    <a:pt x="4366" y="19658"/>
                  </a:lnTo>
                  <a:lnTo>
                    <a:pt x="4137" y="18571"/>
                  </a:lnTo>
                  <a:lnTo>
                    <a:pt x="3965" y="18103"/>
                  </a:lnTo>
                  <a:lnTo>
                    <a:pt x="3735" y="17637"/>
                  </a:lnTo>
                  <a:lnTo>
                    <a:pt x="3735" y="17404"/>
                  </a:lnTo>
                  <a:lnTo>
                    <a:pt x="3791" y="17327"/>
                  </a:lnTo>
                  <a:lnTo>
                    <a:pt x="3791" y="17171"/>
                  </a:lnTo>
                  <a:lnTo>
                    <a:pt x="3735" y="17171"/>
                  </a:lnTo>
                  <a:lnTo>
                    <a:pt x="3563" y="17249"/>
                  </a:lnTo>
                  <a:lnTo>
                    <a:pt x="3332" y="17249"/>
                  </a:lnTo>
                  <a:lnTo>
                    <a:pt x="3218" y="17327"/>
                  </a:lnTo>
                  <a:lnTo>
                    <a:pt x="3160" y="17482"/>
                  </a:lnTo>
                  <a:lnTo>
                    <a:pt x="3102" y="17637"/>
                  </a:lnTo>
                  <a:lnTo>
                    <a:pt x="3102" y="17793"/>
                  </a:lnTo>
                  <a:lnTo>
                    <a:pt x="3390" y="18726"/>
                  </a:lnTo>
                  <a:lnTo>
                    <a:pt x="3677" y="19736"/>
                  </a:lnTo>
                  <a:lnTo>
                    <a:pt x="3735" y="20280"/>
                  </a:lnTo>
                  <a:lnTo>
                    <a:pt x="3046" y="20513"/>
                  </a:lnTo>
                  <a:lnTo>
                    <a:pt x="2930" y="20590"/>
                  </a:lnTo>
                  <a:lnTo>
                    <a:pt x="2816" y="20746"/>
                  </a:lnTo>
                  <a:lnTo>
                    <a:pt x="2816" y="20901"/>
                  </a:lnTo>
                  <a:lnTo>
                    <a:pt x="2758" y="21056"/>
                  </a:lnTo>
                  <a:lnTo>
                    <a:pt x="2816" y="21212"/>
                  </a:lnTo>
                  <a:lnTo>
                    <a:pt x="2874" y="21367"/>
                  </a:lnTo>
                  <a:lnTo>
                    <a:pt x="2988" y="21522"/>
                  </a:lnTo>
                  <a:lnTo>
                    <a:pt x="3102" y="21600"/>
                  </a:lnTo>
                  <a:lnTo>
                    <a:pt x="3563" y="21600"/>
                  </a:lnTo>
                  <a:lnTo>
                    <a:pt x="3735" y="21445"/>
                  </a:lnTo>
                  <a:lnTo>
                    <a:pt x="3907" y="21367"/>
                  </a:lnTo>
                  <a:lnTo>
                    <a:pt x="3965" y="21289"/>
                  </a:lnTo>
                  <a:lnTo>
                    <a:pt x="4022" y="21367"/>
                  </a:lnTo>
                  <a:lnTo>
                    <a:pt x="4079" y="21445"/>
                  </a:lnTo>
                  <a:lnTo>
                    <a:pt x="4194" y="21445"/>
                  </a:lnTo>
                  <a:lnTo>
                    <a:pt x="4366" y="21367"/>
                  </a:lnTo>
                  <a:lnTo>
                    <a:pt x="4424" y="21134"/>
                  </a:lnTo>
                  <a:lnTo>
                    <a:pt x="5113" y="20901"/>
                  </a:lnTo>
                  <a:lnTo>
                    <a:pt x="5860" y="20590"/>
                  </a:lnTo>
                  <a:lnTo>
                    <a:pt x="6493" y="20280"/>
                  </a:lnTo>
                  <a:lnTo>
                    <a:pt x="7124" y="19812"/>
                  </a:lnTo>
                  <a:lnTo>
                    <a:pt x="7410" y="19503"/>
                  </a:lnTo>
                  <a:lnTo>
                    <a:pt x="7641" y="19192"/>
                  </a:lnTo>
                  <a:lnTo>
                    <a:pt x="7871" y="18726"/>
                  </a:lnTo>
                  <a:lnTo>
                    <a:pt x="8043" y="18259"/>
                  </a:lnTo>
                  <a:lnTo>
                    <a:pt x="8157" y="17793"/>
                  </a:lnTo>
                  <a:lnTo>
                    <a:pt x="8101" y="17327"/>
                  </a:lnTo>
                  <a:lnTo>
                    <a:pt x="7985" y="16938"/>
                  </a:lnTo>
                  <a:lnTo>
                    <a:pt x="7871" y="16705"/>
                  </a:lnTo>
                  <a:lnTo>
                    <a:pt x="7755" y="16550"/>
                  </a:lnTo>
                  <a:lnTo>
                    <a:pt x="7583" y="16550"/>
                  </a:lnTo>
                  <a:lnTo>
                    <a:pt x="7526" y="16628"/>
                  </a:lnTo>
                  <a:lnTo>
                    <a:pt x="7526" y="16705"/>
                  </a:lnTo>
                  <a:lnTo>
                    <a:pt x="7410" y="17637"/>
                  </a:lnTo>
                  <a:lnTo>
                    <a:pt x="7066" y="16239"/>
                  </a:lnTo>
                  <a:lnTo>
                    <a:pt x="6837" y="15618"/>
                  </a:lnTo>
                  <a:lnTo>
                    <a:pt x="6549" y="15074"/>
                  </a:lnTo>
                  <a:lnTo>
                    <a:pt x="6493" y="14995"/>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A4C2F4"/>
                  </a:solidFill>
                </a:defRPr>
              </a:pPr>
            </a:p>
          </p:txBody>
        </p:sp>
        <p:sp>
          <p:nvSpPr>
            <p:cNvPr id="788" name="Google Shape;315;p5"/>
            <p:cNvSpPr/>
            <p:nvPr/>
          </p:nvSpPr>
          <p:spPr>
            <a:xfrm>
              <a:off x="120092" y="1959993"/>
              <a:ext cx="209831" cy="43543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98" y="541"/>
                  </a:moveTo>
                  <a:lnTo>
                    <a:pt x="2747" y="602"/>
                  </a:lnTo>
                  <a:lnTo>
                    <a:pt x="3496" y="722"/>
                  </a:lnTo>
                  <a:lnTo>
                    <a:pt x="4118" y="902"/>
                  </a:lnTo>
                  <a:lnTo>
                    <a:pt x="4745" y="1204"/>
                  </a:lnTo>
                  <a:lnTo>
                    <a:pt x="5368" y="1504"/>
                  </a:lnTo>
                  <a:lnTo>
                    <a:pt x="5742" y="1806"/>
                  </a:lnTo>
                  <a:lnTo>
                    <a:pt x="6116" y="2167"/>
                  </a:lnTo>
                  <a:lnTo>
                    <a:pt x="6491" y="2528"/>
                  </a:lnTo>
                  <a:lnTo>
                    <a:pt x="6743" y="2888"/>
                  </a:lnTo>
                  <a:lnTo>
                    <a:pt x="6865" y="3310"/>
                  </a:lnTo>
                  <a:lnTo>
                    <a:pt x="6865" y="4092"/>
                  </a:lnTo>
                  <a:lnTo>
                    <a:pt x="6743" y="3971"/>
                  </a:lnTo>
                  <a:lnTo>
                    <a:pt x="5994" y="3189"/>
                  </a:lnTo>
                  <a:lnTo>
                    <a:pt x="5494" y="2828"/>
                  </a:lnTo>
                  <a:lnTo>
                    <a:pt x="4871" y="2467"/>
                  </a:lnTo>
                  <a:lnTo>
                    <a:pt x="4745" y="2406"/>
                  </a:lnTo>
                  <a:lnTo>
                    <a:pt x="4496" y="2406"/>
                  </a:lnTo>
                  <a:lnTo>
                    <a:pt x="4370" y="2467"/>
                  </a:lnTo>
                  <a:lnTo>
                    <a:pt x="4370" y="2588"/>
                  </a:lnTo>
                  <a:lnTo>
                    <a:pt x="4496" y="3008"/>
                  </a:lnTo>
                  <a:lnTo>
                    <a:pt x="4745" y="3490"/>
                  </a:lnTo>
                  <a:lnTo>
                    <a:pt x="5494" y="4332"/>
                  </a:lnTo>
                  <a:lnTo>
                    <a:pt x="5868" y="4814"/>
                  </a:lnTo>
                  <a:lnTo>
                    <a:pt x="5494" y="4693"/>
                  </a:lnTo>
                  <a:lnTo>
                    <a:pt x="4993" y="4453"/>
                  </a:lnTo>
                  <a:lnTo>
                    <a:pt x="4244" y="3851"/>
                  </a:lnTo>
                  <a:lnTo>
                    <a:pt x="3622" y="3249"/>
                  </a:lnTo>
                  <a:lnTo>
                    <a:pt x="3247" y="2828"/>
                  </a:lnTo>
                  <a:lnTo>
                    <a:pt x="2873" y="2286"/>
                  </a:lnTo>
                  <a:lnTo>
                    <a:pt x="2498" y="1685"/>
                  </a:lnTo>
                  <a:lnTo>
                    <a:pt x="2246" y="1143"/>
                  </a:lnTo>
                  <a:lnTo>
                    <a:pt x="1998" y="541"/>
                  </a:lnTo>
                  <a:close/>
                  <a:moveTo>
                    <a:pt x="12611" y="4634"/>
                  </a:moveTo>
                  <a:lnTo>
                    <a:pt x="13360" y="4693"/>
                  </a:lnTo>
                  <a:lnTo>
                    <a:pt x="13982" y="4814"/>
                  </a:lnTo>
                  <a:lnTo>
                    <a:pt x="16106" y="5114"/>
                  </a:lnTo>
                  <a:lnTo>
                    <a:pt x="16981" y="5295"/>
                  </a:lnTo>
                  <a:lnTo>
                    <a:pt x="17978" y="5536"/>
                  </a:lnTo>
                  <a:lnTo>
                    <a:pt x="18727" y="5777"/>
                  </a:lnTo>
                  <a:lnTo>
                    <a:pt x="19354" y="6016"/>
                  </a:lnTo>
                  <a:lnTo>
                    <a:pt x="18853" y="5957"/>
                  </a:lnTo>
                  <a:lnTo>
                    <a:pt x="18605" y="5957"/>
                  </a:lnTo>
                  <a:lnTo>
                    <a:pt x="18353" y="6077"/>
                  </a:lnTo>
                  <a:lnTo>
                    <a:pt x="18227" y="6197"/>
                  </a:lnTo>
                  <a:lnTo>
                    <a:pt x="18353" y="6377"/>
                  </a:lnTo>
                  <a:lnTo>
                    <a:pt x="17104" y="6618"/>
                  </a:lnTo>
                  <a:lnTo>
                    <a:pt x="15858" y="6740"/>
                  </a:lnTo>
                  <a:lnTo>
                    <a:pt x="14609" y="6859"/>
                  </a:lnTo>
                  <a:lnTo>
                    <a:pt x="13234" y="6859"/>
                  </a:lnTo>
                  <a:lnTo>
                    <a:pt x="11736" y="6740"/>
                  </a:lnTo>
                  <a:lnTo>
                    <a:pt x="10364" y="6559"/>
                  </a:lnTo>
                  <a:lnTo>
                    <a:pt x="9738" y="6438"/>
                  </a:lnTo>
                  <a:lnTo>
                    <a:pt x="8989" y="6257"/>
                  </a:lnTo>
                  <a:lnTo>
                    <a:pt x="8366" y="6016"/>
                  </a:lnTo>
                  <a:lnTo>
                    <a:pt x="7992" y="5897"/>
                  </a:lnTo>
                  <a:lnTo>
                    <a:pt x="7866" y="5777"/>
                  </a:lnTo>
                  <a:lnTo>
                    <a:pt x="8615" y="6016"/>
                  </a:lnTo>
                  <a:lnTo>
                    <a:pt x="9490" y="6257"/>
                  </a:lnTo>
                  <a:lnTo>
                    <a:pt x="10364" y="6377"/>
                  </a:lnTo>
                  <a:lnTo>
                    <a:pt x="11362" y="6559"/>
                  </a:lnTo>
                  <a:lnTo>
                    <a:pt x="12236" y="6618"/>
                  </a:lnTo>
                  <a:lnTo>
                    <a:pt x="13234" y="6740"/>
                  </a:lnTo>
                  <a:lnTo>
                    <a:pt x="13860" y="6740"/>
                  </a:lnTo>
                  <a:lnTo>
                    <a:pt x="14234" y="6679"/>
                  </a:lnTo>
                  <a:lnTo>
                    <a:pt x="14731" y="6618"/>
                  </a:lnTo>
                  <a:lnTo>
                    <a:pt x="15106" y="6499"/>
                  </a:lnTo>
                  <a:lnTo>
                    <a:pt x="15232" y="6377"/>
                  </a:lnTo>
                  <a:lnTo>
                    <a:pt x="15106" y="6197"/>
                  </a:lnTo>
                  <a:lnTo>
                    <a:pt x="14731" y="6077"/>
                  </a:lnTo>
                  <a:lnTo>
                    <a:pt x="14357" y="5957"/>
                  </a:lnTo>
                  <a:lnTo>
                    <a:pt x="13486" y="5897"/>
                  </a:lnTo>
                  <a:lnTo>
                    <a:pt x="12611" y="5836"/>
                  </a:lnTo>
                  <a:lnTo>
                    <a:pt x="11736" y="5777"/>
                  </a:lnTo>
                  <a:lnTo>
                    <a:pt x="9238" y="5475"/>
                  </a:lnTo>
                  <a:lnTo>
                    <a:pt x="9738" y="5295"/>
                  </a:lnTo>
                  <a:lnTo>
                    <a:pt x="10487" y="5054"/>
                  </a:lnTo>
                  <a:lnTo>
                    <a:pt x="11236" y="4814"/>
                  </a:lnTo>
                  <a:lnTo>
                    <a:pt x="11862" y="4693"/>
                  </a:lnTo>
                  <a:lnTo>
                    <a:pt x="12611" y="4634"/>
                  </a:lnTo>
                  <a:close/>
                  <a:moveTo>
                    <a:pt x="4370" y="9326"/>
                  </a:moveTo>
                  <a:lnTo>
                    <a:pt x="5868" y="9387"/>
                  </a:lnTo>
                  <a:lnTo>
                    <a:pt x="5994" y="9387"/>
                  </a:lnTo>
                  <a:lnTo>
                    <a:pt x="6242" y="9626"/>
                  </a:lnTo>
                  <a:lnTo>
                    <a:pt x="6491" y="9748"/>
                  </a:lnTo>
                  <a:lnTo>
                    <a:pt x="6865" y="9748"/>
                  </a:lnTo>
                  <a:lnTo>
                    <a:pt x="7243" y="9626"/>
                  </a:lnTo>
                  <a:lnTo>
                    <a:pt x="7366" y="9446"/>
                  </a:lnTo>
                  <a:lnTo>
                    <a:pt x="8989" y="9507"/>
                  </a:lnTo>
                  <a:lnTo>
                    <a:pt x="10487" y="9507"/>
                  </a:lnTo>
                  <a:lnTo>
                    <a:pt x="11362" y="9567"/>
                  </a:lnTo>
                  <a:lnTo>
                    <a:pt x="11984" y="9626"/>
                  </a:lnTo>
                  <a:lnTo>
                    <a:pt x="11984" y="9868"/>
                  </a:lnTo>
                  <a:lnTo>
                    <a:pt x="11488" y="9807"/>
                  </a:lnTo>
                  <a:lnTo>
                    <a:pt x="11113" y="9868"/>
                  </a:lnTo>
                  <a:lnTo>
                    <a:pt x="10613" y="9987"/>
                  </a:lnTo>
                  <a:lnTo>
                    <a:pt x="10487" y="10109"/>
                  </a:lnTo>
                  <a:lnTo>
                    <a:pt x="10487" y="10228"/>
                  </a:lnTo>
                  <a:lnTo>
                    <a:pt x="9364" y="10228"/>
                  </a:lnTo>
                  <a:lnTo>
                    <a:pt x="4496" y="10109"/>
                  </a:lnTo>
                  <a:lnTo>
                    <a:pt x="2747" y="9987"/>
                  </a:lnTo>
                  <a:lnTo>
                    <a:pt x="1750" y="9928"/>
                  </a:lnTo>
                  <a:lnTo>
                    <a:pt x="875" y="9987"/>
                  </a:lnTo>
                  <a:lnTo>
                    <a:pt x="1249" y="9748"/>
                  </a:lnTo>
                  <a:lnTo>
                    <a:pt x="1750" y="9567"/>
                  </a:lnTo>
                  <a:lnTo>
                    <a:pt x="2246" y="9387"/>
                  </a:lnTo>
                  <a:lnTo>
                    <a:pt x="2747" y="9326"/>
                  </a:lnTo>
                  <a:close/>
                  <a:moveTo>
                    <a:pt x="7618" y="10950"/>
                  </a:moveTo>
                  <a:lnTo>
                    <a:pt x="10238" y="11011"/>
                  </a:lnTo>
                  <a:lnTo>
                    <a:pt x="10739" y="11071"/>
                  </a:lnTo>
                  <a:lnTo>
                    <a:pt x="10739" y="13117"/>
                  </a:lnTo>
                  <a:lnTo>
                    <a:pt x="10613" y="15162"/>
                  </a:lnTo>
                  <a:lnTo>
                    <a:pt x="8240" y="15343"/>
                  </a:lnTo>
                  <a:lnTo>
                    <a:pt x="8240" y="14682"/>
                  </a:lnTo>
                  <a:lnTo>
                    <a:pt x="7866" y="12515"/>
                  </a:lnTo>
                  <a:lnTo>
                    <a:pt x="7740" y="11372"/>
                  </a:lnTo>
                  <a:lnTo>
                    <a:pt x="7618" y="10950"/>
                  </a:lnTo>
                  <a:close/>
                  <a:moveTo>
                    <a:pt x="3622" y="10770"/>
                  </a:moveTo>
                  <a:lnTo>
                    <a:pt x="6368" y="10950"/>
                  </a:lnTo>
                  <a:lnTo>
                    <a:pt x="6242" y="11131"/>
                  </a:lnTo>
                  <a:lnTo>
                    <a:pt x="6242" y="11372"/>
                  </a:lnTo>
                  <a:lnTo>
                    <a:pt x="6368" y="11852"/>
                  </a:lnTo>
                  <a:lnTo>
                    <a:pt x="6617" y="14440"/>
                  </a:lnTo>
                  <a:lnTo>
                    <a:pt x="6743" y="15403"/>
                  </a:lnTo>
                  <a:lnTo>
                    <a:pt x="5245" y="15403"/>
                  </a:lnTo>
                  <a:lnTo>
                    <a:pt x="3744" y="15462"/>
                  </a:lnTo>
                  <a:lnTo>
                    <a:pt x="3496" y="13538"/>
                  </a:lnTo>
                  <a:lnTo>
                    <a:pt x="3247" y="12154"/>
                  </a:lnTo>
                  <a:lnTo>
                    <a:pt x="3121" y="11432"/>
                  </a:lnTo>
                  <a:lnTo>
                    <a:pt x="2747" y="10770"/>
                  </a:lnTo>
                  <a:close/>
                  <a:moveTo>
                    <a:pt x="10487" y="15945"/>
                  </a:moveTo>
                  <a:lnTo>
                    <a:pt x="10238" y="17147"/>
                  </a:lnTo>
                  <a:lnTo>
                    <a:pt x="10112" y="17147"/>
                  </a:lnTo>
                  <a:lnTo>
                    <a:pt x="9738" y="17088"/>
                  </a:lnTo>
                  <a:lnTo>
                    <a:pt x="9364" y="17088"/>
                  </a:lnTo>
                  <a:lnTo>
                    <a:pt x="8863" y="17147"/>
                  </a:lnTo>
                  <a:lnTo>
                    <a:pt x="8489" y="17268"/>
                  </a:lnTo>
                  <a:lnTo>
                    <a:pt x="8489" y="17088"/>
                  </a:lnTo>
                  <a:lnTo>
                    <a:pt x="8366" y="16125"/>
                  </a:lnTo>
                  <a:lnTo>
                    <a:pt x="9490" y="16064"/>
                  </a:lnTo>
                  <a:lnTo>
                    <a:pt x="10487" y="15945"/>
                  </a:lnTo>
                  <a:close/>
                  <a:moveTo>
                    <a:pt x="3870" y="16005"/>
                  </a:moveTo>
                  <a:lnTo>
                    <a:pt x="4619" y="16125"/>
                  </a:lnTo>
                  <a:lnTo>
                    <a:pt x="5245" y="16125"/>
                  </a:lnTo>
                  <a:lnTo>
                    <a:pt x="6743" y="16186"/>
                  </a:lnTo>
                  <a:lnTo>
                    <a:pt x="6865" y="16546"/>
                  </a:lnTo>
                  <a:lnTo>
                    <a:pt x="6743" y="16606"/>
                  </a:lnTo>
                  <a:lnTo>
                    <a:pt x="5742" y="16546"/>
                  </a:lnTo>
                  <a:lnTo>
                    <a:pt x="5494" y="16606"/>
                  </a:lnTo>
                  <a:lnTo>
                    <a:pt x="5245" y="16666"/>
                  </a:lnTo>
                  <a:lnTo>
                    <a:pt x="5245" y="16786"/>
                  </a:lnTo>
                  <a:lnTo>
                    <a:pt x="5368" y="16907"/>
                  </a:lnTo>
                  <a:lnTo>
                    <a:pt x="5868" y="17147"/>
                  </a:lnTo>
                  <a:lnTo>
                    <a:pt x="6617" y="17208"/>
                  </a:lnTo>
                  <a:lnTo>
                    <a:pt x="6865" y="17208"/>
                  </a:lnTo>
                  <a:lnTo>
                    <a:pt x="6865" y="17629"/>
                  </a:lnTo>
                  <a:lnTo>
                    <a:pt x="6116" y="17690"/>
                  </a:lnTo>
                  <a:lnTo>
                    <a:pt x="6116" y="17629"/>
                  </a:lnTo>
                  <a:lnTo>
                    <a:pt x="5994" y="17629"/>
                  </a:lnTo>
                  <a:lnTo>
                    <a:pt x="5742" y="17690"/>
                  </a:lnTo>
                  <a:lnTo>
                    <a:pt x="5494" y="17749"/>
                  </a:lnTo>
                  <a:lnTo>
                    <a:pt x="5245" y="17870"/>
                  </a:lnTo>
                  <a:lnTo>
                    <a:pt x="5119" y="18051"/>
                  </a:lnTo>
                  <a:lnTo>
                    <a:pt x="5245" y="18170"/>
                  </a:lnTo>
                  <a:lnTo>
                    <a:pt x="5620" y="18290"/>
                  </a:lnTo>
                  <a:lnTo>
                    <a:pt x="6991" y="18290"/>
                  </a:lnTo>
                  <a:lnTo>
                    <a:pt x="7243" y="18712"/>
                  </a:lnTo>
                  <a:lnTo>
                    <a:pt x="7618" y="19013"/>
                  </a:lnTo>
                  <a:lnTo>
                    <a:pt x="7740" y="19072"/>
                  </a:lnTo>
                  <a:lnTo>
                    <a:pt x="7992" y="19072"/>
                  </a:lnTo>
                  <a:lnTo>
                    <a:pt x="8240" y="19013"/>
                  </a:lnTo>
                  <a:lnTo>
                    <a:pt x="8366" y="18953"/>
                  </a:lnTo>
                  <a:lnTo>
                    <a:pt x="8615" y="18651"/>
                  </a:lnTo>
                  <a:lnTo>
                    <a:pt x="8741" y="18351"/>
                  </a:lnTo>
                  <a:lnTo>
                    <a:pt x="8741" y="18051"/>
                  </a:lnTo>
                  <a:lnTo>
                    <a:pt x="8615" y="17690"/>
                  </a:lnTo>
                  <a:lnTo>
                    <a:pt x="9115" y="17749"/>
                  </a:lnTo>
                  <a:lnTo>
                    <a:pt x="10238" y="17749"/>
                  </a:lnTo>
                  <a:lnTo>
                    <a:pt x="9990" y="18712"/>
                  </a:lnTo>
                  <a:lnTo>
                    <a:pt x="9738" y="19374"/>
                  </a:lnTo>
                  <a:lnTo>
                    <a:pt x="9612" y="19674"/>
                  </a:lnTo>
                  <a:lnTo>
                    <a:pt x="9364" y="19975"/>
                  </a:lnTo>
                  <a:lnTo>
                    <a:pt x="8989" y="20276"/>
                  </a:lnTo>
                  <a:lnTo>
                    <a:pt x="8615" y="20457"/>
                  </a:lnTo>
                  <a:lnTo>
                    <a:pt x="7992" y="20637"/>
                  </a:lnTo>
                  <a:lnTo>
                    <a:pt x="7243" y="20698"/>
                  </a:lnTo>
                  <a:lnTo>
                    <a:pt x="6617" y="20698"/>
                  </a:lnTo>
                  <a:lnTo>
                    <a:pt x="6116" y="20637"/>
                  </a:lnTo>
                  <a:lnTo>
                    <a:pt x="5620" y="20457"/>
                  </a:lnTo>
                  <a:lnTo>
                    <a:pt x="5119" y="20276"/>
                  </a:lnTo>
                  <a:lnTo>
                    <a:pt x="4871" y="20035"/>
                  </a:lnTo>
                  <a:lnTo>
                    <a:pt x="4496" y="19794"/>
                  </a:lnTo>
                  <a:lnTo>
                    <a:pt x="4118" y="19253"/>
                  </a:lnTo>
                  <a:lnTo>
                    <a:pt x="3870" y="18592"/>
                  </a:lnTo>
                  <a:lnTo>
                    <a:pt x="3870" y="16005"/>
                  </a:lnTo>
                  <a:close/>
                  <a:moveTo>
                    <a:pt x="2124" y="0"/>
                  </a:moveTo>
                  <a:lnTo>
                    <a:pt x="1624" y="61"/>
                  </a:lnTo>
                  <a:lnTo>
                    <a:pt x="1123" y="180"/>
                  </a:lnTo>
                  <a:lnTo>
                    <a:pt x="997" y="302"/>
                  </a:lnTo>
                  <a:lnTo>
                    <a:pt x="997" y="482"/>
                  </a:lnTo>
                  <a:lnTo>
                    <a:pt x="1123" y="541"/>
                  </a:lnTo>
                  <a:lnTo>
                    <a:pt x="997" y="963"/>
                  </a:lnTo>
                  <a:lnTo>
                    <a:pt x="997" y="1384"/>
                  </a:lnTo>
                  <a:lnTo>
                    <a:pt x="1123" y="1806"/>
                  </a:lnTo>
                  <a:lnTo>
                    <a:pt x="1249" y="2167"/>
                  </a:lnTo>
                  <a:lnTo>
                    <a:pt x="1872" y="3008"/>
                  </a:lnTo>
                  <a:lnTo>
                    <a:pt x="2498" y="3730"/>
                  </a:lnTo>
                  <a:lnTo>
                    <a:pt x="3121" y="4332"/>
                  </a:lnTo>
                  <a:lnTo>
                    <a:pt x="3996" y="4934"/>
                  </a:lnTo>
                  <a:lnTo>
                    <a:pt x="4496" y="5175"/>
                  </a:lnTo>
                  <a:lnTo>
                    <a:pt x="5119" y="5355"/>
                  </a:lnTo>
                  <a:lnTo>
                    <a:pt x="5620" y="5536"/>
                  </a:lnTo>
                  <a:lnTo>
                    <a:pt x="6368" y="5536"/>
                  </a:lnTo>
                  <a:lnTo>
                    <a:pt x="6116" y="6257"/>
                  </a:lnTo>
                  <a:lnTo>
                    <a:pt x="5868" y="7160"/>
                  </a:lnTo>
                  <a:lnTo>
                    <a:pt x="5868" y="7642"/>
                  </a:lnTo>
                  <a:lnTo>
                    <a:pt x="5994" y="7883"/>
                  </a:lnTo>
                  <a:lnTo>
                    <a:pt x="6116" y="8063"/>
                  </a:lnTo>
                  <a:lnTo>
                    <a:pt x="5994" y="8724"/>
                  </a:lnTo>
                  <a:lnTo>
                    <a:pt x="5494" y="8724"/>
                  </a:lnTo>
                  <a:lnTo>
                    <a:pt x="3870" y="8664"/>
                  </a:lnTo>
                  <a:lnTo>
                    <a:pt x="3121" y="8605"/>
                  </a:lnTo>
                  <a:lnTo>
                    <a:pt x="2372" y="8664"/>
                  </a:lnTo>
                  <a:lnTo>
                    <a:pt x="1372" y="8844"/>
                  </a:lnTo>
                  <a:lnTo>
                    <a:pt x="997" y="8965"/>
                  </a:lnTo>
                  <a:lnTo>
                    <a:pt x="623" y="9146"/>
                  </a:lnTo>
                  <a:lnTo>
                    <a:pt x="374" y="9326"/>
                  </a:lnTo>
                  <a:lnTo>
                    <a:pt x="248" y="9507"/>
                  </a:lnTo>
                  <a:lnTo>
                    <a:pt x="126" y="9748"/>
                  </a:lnTo>
                  <a:lnTo>
                    <a:pt x="0" y="9987"/>
                  </a:lnTo>
                  <a:lnTo>
                    <a:pt x="126" y="10109"/>
                  </a:lnTo>
                  <a:lnTo>
                    <a:pt x="374" y="10168"/>
                  </a:lnTo>
                  <a:lnTo>
                    <a:pt x="126" y="10289"/>
                  </a:lnTo>
                  <a:lnTo>
                    <a:pt x="126" y="10589"/>
                  </a:lnTo>
                  <a:lnTo>
                    <a:pt x="374" y="10711"/>
                  </a:lnTo>
                  <a:lnTo>
                    <a:pt x="623" y="10770"/>
                  </a:lnTo>
                  <a:lnTo>
                    <a:pt x="997" y="10770"/>
                  </a:lnTo>
                  <a:lnTo>
                    <a:pt x="1249" y="10650"/>
                  </a:lnTo>
                  <a:lnTo>
                    <a:pt x="1498" y="10650"/>
                  </a:lnTo>
                  <a:lnTo>
                    <a:pt x="1498" y="11613"/>
                  </a:lnTo>
                  <a:lnTo>
                    <a:pt x="1750" y="12454"/>
                  </a:lnTo>
                  <a:lnTo>
                    <a:pt x="1998" y="14199"/>
                  </a:lnTo>
                  <a:lnTo>
                    <a:pt x="2124" y="15945"/>
                  </a:lnTo>
                  <a:lnTo>
                    <a:pt x="2124" y="17690"/>
                  </a:lnTo>
                  <a:lnTo>
                    <a:pt x="2246" y="18411"/>
                  </a:lnTo>
                  <a:lnTo>
                    <a:pt x="2372" y="19133"/>
                  </a:lnTo>
                  <a:lnTo>
                    <a:pt x="2747" y="19855"/>
                  </a:lnTo>
                  <a:lnTo>
                    <a:pt x="2995" y="20157"/>
                  </a:lnTo>
                  <a:lnTo>
                    <a:pt x="3370" y="20517"/>
                  </a:lnTo>
                  <a:lnTo>
                    <a:pt x="3622" y="20757"/>
                  </a:lnTo>
                  <a:lnTo>
                    <a:pt x="3996" y="20937"/>
                  </a:lnTo>
                  <a:lnTo>
                    <a:pt x="4496" y="21178"/>
                  </a:lnTo>
                  <a:lnTo>
                    <a:pt x="4993" y="21298"/>
                  </a:lnTo>
                  <a:lnTo>
                    <a:pt x="5494" y="21420"/>
                  </a:lnTo>
                  <a:lnTo>
                    <a:pt x="6116" y="21480"/>
                  </a:lnTo>
                  <a:lnTo>
                    <a:pt x="6617" y="21539"/>
                  </a:lnTo>
                  <a:lnTo>
                    <a:pt x="7243" y="21600"/>
                  </a:lnTo>
                  <a:lnTo>
                    <a:pt x="7992" y="21539"/>
                  </a:lnTo>
                  <a:lnTo>
                    <a:pt x="8741" y="21480"/>
                  </a:lnTo>
                  <a:lnTo>
                    <a:pt x="9364" y="21298"/>
                  </a:lnTo>
                  <a:lnTo>
                    <a:pt x="9864" y="21118"/>
                  </a:lnTo>
                  <a:lnTo>
                    <a:pt x="10238" y="20937"/>
                  </a:lnTo>
                  <a:lnTo>
                    <a:pt x="10613" y="20637"/>
                  </a:lnTo>
                  <a:lnTo>
                    <a:pt x="11236" y="20035"/>
                  </a:lnTo>
                  <a:lnTo>
                    <a:pt x="11610" y="19374"/>
                  </a:lnTo>
                  <a:lnTo>
                    <a:pt x="11736" y="18712"/>
                  </a:lnTo>
                  <a:lnTo>
                    <a:pt x="11984" y="17388"/>
                  </a:lnTo>
                  <a:lnTo>
                    <a:pt x="12359" y="15823"/>
                  </a:lnTo>
                  <a:lnTo>
                    <a:pt x="12485" y="14199"/>
                  </a:lnTo>
                  <a:lnTo>
                    <a:pt x="12485" y="10950"/>
                  </a:lnTo>
                  <a:lnTo>
                    <a:pt x="12737" y="10830"/>
                  </a:lnTo>
                  <a:lnTo>
                    <a:pt x="12859" y="10711"/>
                  </a:lnTo>
                  <a:lnTo>
                    <a:pt x="12859" y="10589"/>
                  </a:lnTo>
                  <a:lnTo>
                    <a:pt x="13234" y="10289"/>
                  </a:lnTo>
                  <a:lnTo>
                    <a:pt x="13486" y="9928"/>
                  </a:lnTo>
                  <a:lnTo>
                    <a:pt x="13608" y="9567"/>
                  </a:lnTo>
                  <a:lnTo>
                    <a:pt x="13486" y="9387"/>
                  </a:lnTo>
                  <a:lnTo>
                    <a:pt x="13360" y="9205"/>
                  </a:lnTo>
                  <a:lnTo>
                    <a:pt x="12985" y="9024"/>
                  </a:lnTo>
                  <a:lnTo>
                    <a:pt x="12485" y="8905"/>
                  </a:lnTo>
                  <a:lnTo>
                    <a:pt x="11862" y="8844"/>
                  </a:lnTo>
                  <a:lnTo>
                    <a:pt x="11113" y="8785"/>
                  </a:lnTo>
                  <a:lnTo>
                    <a:pt x="8615" y="8785"/>
                  </a:lnTo>
                  <a:lnTo>
                    <a:pt x="7366" y="8724"/>
                  </a:lnTo>
                  <a:lnTo>
                    <a:pt x="7117" y="7883"/>
                  </a:lnTo>
                  <a:lnTo>
                    <a:pt x="7366" y="7520"/>
                  </a:lnTo>
                  <a:lnTo>
                    <a:pt x="7366" y="7160"/>
                  </a:lnTo>
                  <a:lnTo>
                    <a:pt x="7492" y="6499"/>
                  </a:lnTo>
                  <a:lnTo>
                    <a:pt x="8366" y="6799"/>
                  </a:lnTo>
                  <a:lnTo>
                    <a:pt x="9238" y="7040"/>
                  </a:lnTo>
                  <a:lnTo>
                    <a:pt x="10112" y="7220"/>
                  </a:lnTo>
                  <a:lnTo>
                    <a:pt x="11113" y="7340"/>
                  </a:lnTo>
                  <a:lnTo>
                    <a:pt x="11984" y="7461"/>
                  </a:lnTo>
                  <a:lnTo>
                    <a:pt x="12985" y="7520"/>
                  </a:lnTo>
                  <a:lnTo>
                    <a:pt x="14983" y="7520"/>
                  </a:lnTo>
                  <a:lnTo>
                    <a:pt x="15858" y="7461"/>
                  </a:lnTo>
                  <a:lnTo>
                    <a:pt x="16855" y="7340"/>
                  </a:lnTo>
                  <a:lnTo>
                    <a:pt x="17730" y="7220"/>
                  </a:lnTo>
                  <a:lnTo>
                    <a:pt x="18727" y="7040"/>
                  </a:lnTo>
                  <a:lnTo>
                    <a:pt x="19602" y="6859"/>
                  </a:lnTo>
                  <a:lnTo>
                    <a:pt x="19850" y="6740"/>
                  </a:lnTo>
                  <a:lnTo>
                    <a:pt x="19850" y="6377"/>
                  </a:lnTo>
                  <a:lnTo>
                    <a:pt x="19728" y="6197"/>
                  </a:lnTo>
                  <a:lnTo>
                    <a:pt x="19850" y="6257"/>
                  </a:lnTo>
                  <a:lnTo>
                    <a:pt x="20351" y="6499"/>
                  </a:lnTo>
                  <a:lnTo>
                    <a:pt x="20599" y="6559"/>
                  </a:lnTo>
                  <a:lnTo>
                    <a:pt x="21100" y="6618"/>
                  </a:lnTo>
                  <a:lnTo>
                    <a:pt x="21226" y="6618"/>
                  </a:lnTo>
                  <a:lnTo>
                    <a:pt x="21352" y="6559"/>
                  </a:lnTo>
                  <a:lnTo>
                    <a:pt x="21600" y="6377"/>
                  </a:lnTo>
                  <a:lnTo>
                    <a:pt x="21474" y="6138"/>
                  </a:lnTo>
                  <a:lnTo>
                    <a:pt x="21352" y="5957"/>
                  </a:lnTo>
                  <a:lnTo>
                    <a:pt x="21100" y="5777"/>
                  </a:lnTo>
                  <a:lnTo>
                    <a:pt x="20725" y="5536"/>
                  </a:lnTo>
                  <a:lnTo>
                    <a:pt x="19850" y="5236"/>
                  </a:lnTo>
                  <a:lnTo>
                    <a:pt x="19102" y="4994"/>
                  </a:lnTo>
                  <a:lnTo>
                    <a:pt x="17978" y="4693"/>
                  </a:lnTo>
                  <a:lnTo>
                    <a:pt x="16855" y="4453"/>
                  </a:lnTo>
                  <a:lnTo>
                    <a:pt x="14483" y="4092"/>
                  </a:lnTo>
                  <a:lnTo>
                    <a:pt x="13360" y="3971"/>
                  </a:lnTo>
                  <a:lnTo>
                    <a:pt x="12236" y="3912"/>
                  </a:lnTo>
                  <a:lnTo>
                    <a:pt x="11236" y="4032"/>
                  </a:lnTo>
                  <a:lnTo>
                    <a:pt x="10112" y="4273"/>
                  </a:lnTo>
                  <a:lnTo>
                    <a:pt x="9115" y="4573"/>
                  </a:lnTo>
                  <a:lnTo>
                    <a:pt x="7992" y="5054"/>
                  </a:lnTo>
                  <a:lnTo>
                    <a:pt x="7992" y="4994"/>
                  </a:lnTo>
                  <a:lnTo>
                    <a:pt x="8114" y="4573"/>
                  </a:lnTo>
                  <a:lnTo>
                    <a:pt x="8366" y="4212"/>
                  </a:lnTo>
                  <a:lnTo>
                    <a:pt x="8489" y="4032"/>
                  </a:lnTo>
                  <a:lnTo>
                    <a:pt x="8489" y="3610"/>
                  </a:lnTo>
                  <a:lnTo>
                    <a:pt x="8240" y="3490"/>
                  </a:lnTo>
                  <a:lnTo>
                    <a:pt x="8114" y="3069"/>
                  </a:lnTo>
                  <a:lnTo>
                    <a:pt x="7866" y="2647"/>
                  </a:lnTo>
                  <a:lnTo>
                    <a:pt x="7243" y="1865"/>
                  </a:lnTo>
                  <a:lnTo>
                    <a:pt x="6865" y="1504"/>
                  </a:lnTo>
                  <a:lnTo>
                    <a:pt x="6242" y="1084"/>
                  </a:lnTo>
                  <a:lnTo>
                    <a:pt x="5620" y="722"/>
                  </a:lnTo>
                  <a:lnTo>
                    <a:pt x="4745" y="361"/>
                  </a:lnTo>
                  <a:lnTo>
                    <a:pt x="3870" y="121"/>
                  </a:lnTo>
                  <a:lnTo>
                    <a:pt x="2995"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A4C2F4"/>
                  </a:solidFill>
                </a:defRPr>
              </a:pPr>
            </a:p>
          </p:txBody>
        </p:sp>
        <p:sp>
          <p:nvSpPr>
            <p:cNvPr id="789" name="Google Shape;316;p5"/>
            <p:cNvSpPr/>
            <p:nvPr/>
          </p:nvSpPr>
          <p:spPr>
            <a:xfrm>
              <a:off x="412386" y="744689"/>
              <a:ext cx="584623" cy="49607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335" y="2852"/>
                  </a:moveTo>
                  <a:lnTo>
                    <a:pt x="8156" y="2905"/>
                  </a:lnTo>
                  <a:lnTo>
                    <a:pt x="8021" y="2959"/>
                  </a:lnTo>
                  <a:lnTo>
                    <a:pt x="7932" y="3169"/>
                  </a:lnTo>
                  <a:lnTo>
                    <a:pt x="7843" y="3434"/>
                  </a:lnTo>
                  <a:lnTo>
                    <a:pt x="7798" y="3644"/>
                  </a:lnTo>
                  <a:lnTo>
                    <a:pt x="7798" y="3802"/>
                  </a:lnTo>
                  <a:lnTo>
                    <a:pt x="7843" y="3962"/>
                  </a:lnTo>
                  <a:lnTo>
                    <a:pt x="7932" y="4067"/>
                  </a:lnTo>
                  <a:lnTo>
                    <a:pt x="8021" y="4120"/>
                  </a:lnTo>
                  <a:lnTo>
                    <a:pt x="8201" y="4120"/>
                  </a:lnTo>
                  <a:lnTo>
                    <a:pt x="8381" y="4067"/>
                  </a:lnTo>
                  <a:lnTo>
                    <a:pt x="8470" y="3962"/>
                  </a:lnTo>
                  <a:lnTo>
                    <a:pt x="8559" y="3802"/>
                  </a:lnTo>
                  <a:lnTo>
                    <a:pt x="8649" y="3644"/>
                  </a:lnTo>
                  <a:lnTo>
                    <a:pt x="8649" y="3275"/>
                  </a:lnTo>
                  <a:lnTo>
                    <a:pt x="8559" y="3117"/>
                  </a:lnTo>
                  <a:lnTo>
                    <a:pt x="8470" y="2959"/>
                  </a:lnTo>
                  <a:lnTo>
                    <a:pt x="8335" y="2852"/>
                  </a:lnTo>
                  <a:close/>
                  <a:moveTo>
                    <a:pt x="6453" y="3802"/>
                  </a:moveTo>
                  <a:lnTo>
                    <a:pt x="6364" y="3856"/>
                  </a:lnTo>
                  <a:lnTo>
                    <a:pt x="6274" y="3909"/>
                  </a:lnTo>
                  <a:lnTo>
                    <a:pt x="6184" y="4014"/>
                  </a:lnTo>
                  <a:lnTo>
                    <a:pt x="6184" y="4226"/>
                  </a:lnTo>
                  <a:lnTo>
                    <a:pt x="6095" y="4279"/>
                  </a:lnTo>
                  <a:lnTo>
                    <a:pt x="6050" y="4384"/>
                  </a:lnTo>
                  <a:lnTo>
                    <a:pt x="6050" y="4647"/>
                  </a:lnTo>
                  <a:lnTo>
                    <a:pt x="6140" y="4806"/>
                  </a:lnTo>
                  <a:lnTo>
                    <a:pt x="6229" y="4912"/>
                  </a:lnTo>
                  <a:lnTo>
                    <a:pt x="6498" y="4912"/>
                  </a:lnTo>
                  <a:lnTo>
                    <a:pt x="6632" y="4806"/>
                  </a:lnTo>
                  <a:lnTo>
                    <a:pt x="6722" y="4701"/>
                  </a:lnTo>
                  <a:lnTo>
                    <a:pt x="6812" y="4542"/>
                  </a:lnTo>
                  <a:lnTo>
                    <a:pt x="6857" y="4331"/>
                  </a:lnTo>
                  <a:lnTo>
                    <a:pt x="6812" y="4120"/>
                  </a:lnTo>
                  <a:lnTo>
                    <a:pt x="6722" y="3962"/>
                  </a:lnTo>
                  <a:lnTo>
                    <a:pt x="6587" y="3856"/>
                  </a:lnTo>
                  <a:lnTo>
                    <a:pt x="6453" y="3802"/>
                  </a:lnTo>
                  <a:close/>
                  <a:moveTo>
                    <a:pt x="8290" y="5124"/>
                  </a:moveTo>
                  <a:lnTo>
                    <a:pt x="8112" y="5176"/>
                  </a:lnTo>
                  <a:lnTo>
                    <a:pt x="7932" y="5334"/>
                  </a:lnTo>
                  <a:lnTo>
                    <a:pt x="7798" y="5493"/>
                  </a:lnTo>
                  <a:lnTo>
                    <a:pt x="7707" y="5704"/>
                  </a:lnTo>
                  <a:lnTo>
                    <a:pt x="7663" y="5916"/>
                  </a:lnTo>
                  <a:lnTo>
                    <a:pt x="7663" y="6286"/>
                  </a:lnTo>
                  <a:lnTo>
                    <a:pt x="7798" y="6391"/>
                  </a:lnTo>
                  <a:lnTo>
                    <a:pt x="7932" y="6444"/>
                  </a:lnTo>
                  <a:lnTo>
                    <a:pt x="8067" y="6391"/>
                  </a:lnTo>
                  <a:lnTo>
                    <a:pt x="8246" y="6233"/>
                  </a:lnTo>
                  <a:lnTo>
                    <a:pt x="8381" y="6233"/>
                  </a:lnTo>
                  <a:lnTo>
                    <a:pt x="8515" y="6179"/>
                  </a:lnTo>
                  <a:lnTo>
                    <a:pt x="8649" y="6021"/>
                  </a:lnTo>
                  <a:lnTo>
                    <a:pt x="8738" y="5809"/>
                  </a:lnTo>
                  <a:lnTo>
                    <a:pt x="8738" y="5546"/>
                  </a:lnTo>
                  <a:lnTo>
                    <a:pt x="8649" y="5334"/>
                  </a:lnTo>
                  <a:lnTo>
                    <a:pt x="8604" y="5229"/>
                  </a:lnTo>
                  <a:lnTo>
                    <a:pt x="8515" y="5176"/>
                  </a:lnTo>
                  <a:lnTo>
                    <a:pt x="8290" y="5124"/>
                  </a:lnTo>
                  <a:close/>
                  <a:moveTo>
                    <a:pt x="5871" y="8608"/>
                  </a:moveTo>
                  <a:lnTo>
                    <a:pt x="5646" y="8768"/>
                  </a:lnTo>
                  <a:lnTo>
                    <a:pt x="5423" y="8926"/>
                  </a:lnTo>
                  <a:lnTo>
                    <a:pt x="5378" y="8978"/>
                  </a:lnTo>
                  <a:lnTo>
                    <a:pt x="5289" y="9085"/>
                  </a:lnTo>
                  <a:lnTo>
                    <a:pt x="5198" y="9190"/>
                  </a:lnTo>
                  <a:lnTo>
                    <a:pt x="5154" y="9348"/>
                  </a:lnTo>
                  <a:lnTo>
                    <a:pt x="5154" y="9453"/>
                  </a:lnTo>
                  <a:lnTo>
                    <a:pt x="5198" y="9665"/>
                  </a:lnTo>
                  <a:lnTo>
                    <a:pt x="5289" y="9876"/>
                  </a:lnTo>
                  <a:lnTo>
                    <a:pt x="5333" y="9930"/>
                  </a:lnTo>
                  <a:lnTo>
                    <a:pt x="5467" y="10035"/>
                  </a:lnTo>
                  <a:lnTo>
                    <a:pt x="5601" y="10088"/>
                  </a:lnTo>
                  <a:lnTo>
                    <a:pt x="5737" y="10140"/>
                  </a:lnTo>
                  <a:lnTo>
                    <a:pt x="5915" y="10088"/>
                  </a:lnTo>
                  <a:lnTo>
                    <a:pt x="6050" y="10035"/>
                  </a:lnTo>
                  <a:lnTo>
                    <a:pt x="6140" y="9930"/>
                  </a:lnTo>
                  <a:lnTo>
                    <a:pt x="6364" y="9718"/>
                  </a:lnTo>
                  <a:lnTo>
                    <a:pt x="6453" y="9560"/>
                  </a:lnTo>
                  <a:lnTo>
                    <a:pt x="6498" y="9348"/>
                  </a:lnTo>
                  <a:lnTo>
                    <a:pt x="6543" y="9136"/>
                  </a:lnTo>
                  <a:lnTo>
                    <a:pt x="6543" y="8978"/>
                  </a:lnTo>
                  <a:lnTo>
                    <a:pt x="6453" y="8820"/>
                  </a:lnTo>
                  <a:lnTo>
                    <a:pt x="6364" y="8715"/>
                  </a:lnTo>
                  <a:lnTo>
                    <a:pt x="6274" y="8608"/>
                  </a:lnTo>
                  <a:close/>
                  <a:moveTo>
                    <a:pt x="5154" y="7078"/>
                  </a:moveTo>
                  <a:lnTo>
                    <a:pt x="5154" y="7288"/>
                  </a:lnTo>
                  <a:lnTo>
                    <a:pt x="5198" y="7394"/>
                  </a:lnTo>
                  <a:lnTo>
                    <a:pt x="5243" y="7448"/>
                  </a:lnTo>
                  <a:lnTo>
                    <a:pt x="5423" y="7499"/>
                  </a:lnTo>
                  <a:lnTo>
                    <a:pt x="5557" y="7448"/>
                  </a:lnTo>
                  <a:lnTo>
                    <a:pt x="5601" y="7394"/>
                  </a:lnTo>
                  <a:lnTo>
                    <a:pt x="5646" y="7288"/>
                  </a:lnTo>
                  <a:lnTo>
                    <a:pt x="5692" y="7236"/>
                  </a:lnTo>
                  <a:lnTo>
                    <a:pt x="6095" y="7394"/>
                  </a:lnTo>
                  <a:lnTo>
                    <a:pt x="6498" y="7499"/>
                  </a:lnTo>
                  <a:lnTo>
                    <a:pt x="6587" y="7658"/>
                  </a:lnTo>
                  <a:lnTo>
                    <a:pt x="6678" y="7816"/>
                  </a:lnTo>
                  <a:lnTo>
                    <a:pt x="6946" y="8081"/>
                  </a:lnTo>
                  <a:lnTo>
                    <a:pt x="7170" y="8398"/>
                  </a:lnTo>
                  <a:lnTo>
                    <a:pt x="7304" y="8715"/>
                  </a:lnTo>
                  <a:lnTo>
                    <a:pt x="7349" y="9031"/>
                  </a:lnTo>
                  <a:lnTo>
                    <a:pt x="7304" y="9401"/>
                  </a:lnTo>
                  <a:lnTo>
                    <a:pt x="7260" y="9612"/>
                  </a:lnTo>
                  <a:lnTo>
                    <a:pt x="7170" y="9823"/>
                  </a:lnTo>
                  <a:lnTo>
                    <a:pt x="6946" y="10193"/>
                  </a:lnTo>
                  <a:lnTo>
                    <a:pt x="6678" y="10405"/>
                  </a:lnTo>
                  <a:lnTo>
                    <a:pt x="6364" y="10615"/>
                  </a:lnTo>
                  <a:lnTo>
                    <a:pt x="6006" y="10722"/>
                  </a:lnTo>
                  <a:lnTo>
                    <a:pt x="5646" y="10773"/>
                  </a:lnTo>
                  <a:lnTo>
                    <a:pt x="5289" y="10827"/>
                  </a:lnTo>
                  <a:lnTo>
                    <a:pt x="4929" y="10773"/>
                  </a:lnTo>
                  <a:lnTo>
                    <a:pt x="4615" y="10722"/>
                  </a:lnTo>
                  <a:lnTo>
                    <a:pt x="4257" y="10563"/>
                  </a:lnTo>
                  <a:lnTo>
                    <a:pt x="4078" y="10405"/>
                  </a:lnTo>
                  <a:lnTo>
                    <a:pt x="3943" y="10193"/>
                  </a:lnTo>
                  <a:lnTo>
                    <a:pt x="3854" y="9930"/>
                  </a:lnTo>
                  <a:lnTo>
                    <a:pt x="3809" y="9665"/>
                  </a:lnTo>
                  <a:lnTo>
                    <a:pt x="3765" y="9190"/>
                  </a:lnTo>
                  <a:lnTo>
                    <a:pt x="3854" y="8768"/>
                  </a:lnTo>
                  <a:lnTo>
                    <a:pt x="3943" y="8345"/>
                  </a:lnTo>
                  <a:lnTo>
                    <a:pt x="4123" y="7975"/>
                  </a:lnTo>
                  <a:lnTo>
                    <a:pt x="4347" y="7658"/>
                  </a:lnTo>
                  <a:lnTo>
                    <a:pt x="4571" y="7448"/>
                  </a:lnTo>
                  <a:lnTo>
                    <a:pt x="4840" y="7236"/>
                  </a:lnTo>
                  <a:lnTo>
                    <a:pt x="5154" y="7078"/>
                  </a:lnTo>
                  <a:close/>
                  <a:moveTo>
                    <a:pt x="14205" y="10352"/>
                  </a:moveTo>
                  <a:lnTo>
                    <a:pt x="14608" y="10457"/>
                  </a:lnTo>
                  <a:lnTo>
                    <a:pt x="14968" y="10457"/>
                  </a:lnTo>
                  <a:lnTo>
                    <a:pt x="15102" y="10405"/>
                  </a:lnTo>
                  <a:lnTo>
                    <a:pt x="15191" y="10722"/>
                  </a:lnTo>
                  <a:lnTo>
                    <a:pt x="15282" y="11092"/>
                  </a:lnTo>
                  <a:lnTo>
                    <a:pt x="15282" y="11250"/>
                  </a:lnTo>
                  <a:lnTo>
                    <a:pt x="15236" y="11250"/>
                  </a:lnTo>
                  <a:lnTo>
                    <a:pt x="15147" y="11302"/>
                  </a:lnTo>
                  <a:lnTo>
                    <a:pt x="15147" y="11355"/>
                  </a:lnTo>
                  <a:lnTo>
                    <a:pt x="14968" y="11250"/>
                  </a:lnTo>
                  <a:lnTo>
                    <a:pt x="14340" y="10880"/>
                  </a:lnTo>
                  <a:lnTo>
                    <a:pt x="14296" y="10773"/>
                  </a:lnTo>
                  <a:lnTo>
                    <a:pt x="14205" y="10615"/>
                  </a:lnTo>
                  <a:lnTo>
                    <a:pt x="14205" y="10352"/>
                  </a:lnTo>
                  <a:close/>
                  <a:moveTo>
                    <a:pt x="5289" y="6338"/>
                  </a:moveTo>
                  <a:lnTo>
                    <a:pt x="5198" y="6444"/>
                  </a:lnTo>
                  <a:lnTo>
                    <a:pt x="4929" y="6496"/>
                  </a:lnTo>
                  <a:lnTo>
                    <a:pt x="4661" y="6654"/>
                  </a:lnTo>
                  <a:lnTo>
                    <a:pt x="4437" y="6813"/>
                  </a:lnTo>
                  <a:lnTo>
                    <a:pt x="4212" y="6971"/>
                  </a:lnTo>
                  <a:lnTo>
                    <a:pt x="3989" y="7183"/>
                  </a:lnTo>
                  <a:lnTo>
                    <a:pt x="3765" y="7448"/>
                  </a:lnTo>
                  <a:lnTo>
                    <a:pt x="3630" y="7711"/>
                  </a:lnTo>
                  <a:lnTo>
                    <a:pt x="3451" y="8028"/>
                  </a:lnTo>
                  <a:lnTo>
                    <a:pt x="3317" y="8503"/>
                  </a:lnTo>
                  <a:lnTo>
                    <a:pt x="3226" y="8978"/>
                  </a:lnTo>
                  <a:lnTo>
                    <a:pt x="3226" y="9506"/>
                  </a:lnTo>
                  <a:lnTo>
                    <a:pt x="3272" y="9982"/>
                  </a:lnTo>
                  <a:lnTo>
                    <a:pt x="3451" y="10457"/>
                  </a:lnTo>
                  <a:lnTo>
                    <a:pt x="3675" y="10827"/>
                  </a:lnTo>
                  <a:lnTo>
                    <a:pt x="3809" y="11038"/>
                  </a:lnTo>
                  <a:lnTo>
                    <a:pt x="3989" y="11143"/>
                  </a:lnTo>
                  <a:lnTo>
                    <a:pt x="4168" y="11302"/>
                  </a:lnTo>
                  <a:lnTo>
                    <a:pt x="4392" y="11355"/>
                  </a:lnTo>
                  <a:lnTo>
                    <a:pt x="4840" y="11513"/>
                  </a:lnTo>
                  <a:lnTo>
                    <a:pt x="5243" y="11567"/>
                  </a:lnTo>
                  <a:lnTo>
                    <a:pt x="5692" y="11513"/>
                  </a:lnTo>
                  <a:lnTo>
                    <a:pt x="6140" y="11460"/>
                  </a:lnTo>
                  <a:lnTo>
                    <a:pt x="6543" y="11302"/>
                  </a:lnTo>
                  <a:lnTo>
                    <a:pt x="6946" y="11092"/>
                  </a:lnTo>
                  <a:lnTo>
                    <a:pt x="7304" y="10773"/>
                  </a:lnTo>
                  <a:lnTo>
                    <a:pt x="7618" y="10405"/>
                  </a:lnTo>
                  <a:lnTo>
                    <a:pt x="7798" y="9982"/>
                  </a:lnTo>
                  <a:lnTo>
                    <a:pt x="7887" y="9560"/>
                  </a:lnTo>
                  <a:lnTo>
                    <a:pt x="7977" y="9136"/>
                  </a:lnTo>
                  <a:lnTo>
                    <a:pt x="7932" y="8661"/>
                  </a:lnTo>
                  <a:lnTo>
                    <a:pt x="7843" y="8291"/>
                  </a:lnTo>
                  <a:lnTo>
                    <a:pt x="7663" y="7923"/>
                  </a:lnTo>
                  <a:lnTo>
                    <a:pt x="7529" y="7764"/>
                  </a:lnTo>
                  <a:lnTo>
                    <a:pt x="7304" y="7553"/>
                  </a:lnTo>
                  <a:lnTo>
                    <a:pt x="7126" y="7341"/>
                  </a:lnTo>
                  <a:lnTo>
                    <a:pt x="7081" y="7236"/>
                  </a:lnTo>
                  <a:lnTo>
                    <a:pt x="7081" y="7129"/>
                  </a:lnTo>
                  <a:lnTo>
                    <a:pt x="7035" y="7024"/>
                  </a:lnTo>
                  <a:lnTo>
                    <a:pt x="6992" y="6919"/>
                  </a:lnTo>
                  <a:lnTo>
                    <a:pt x="6901" y="6813"/>
                  </a:lnTo>
                  <a:lnTo>
                    <a:pt x="6767" y="6761"/>
                  </a:lnTo>
                  <a:lnTo>
                    <a:pt x="6364" y="6708"/>
                  </a:lnTo>
                  <a:lnTo>
                    <a:pt x="6274" y="6603"/>
                  </a:lnTo>
                  <a:lnTo>
                    <a:pt x="6274" y="6496"/>
                  </a:lnTo>
                  <a:lnTo>
                    <a:pt x="6184" y="6391"/>
                  </a:lnTo>
                  <a:lnTo>
                    <a:pt x="5601" y="6391"/>
                  </a:lnTo>
                  <a:lnTo>
                    <a:pt x="5467" y="6338"/>
                  </a:lnTo>
                  <a:close/>
                  <a:moveTo>
                    <a:pt x="2151" y="10722"/>
                  </a:moveTo>
                  <a:lnTo>
                    <a:pt x="2331" y="10773"/>
                  </a:lnTo>
                  <a:lnTo>
                    <a:pt x="2509" y="10827"/>
                  </a:lnTo>
                  <a:lnTo>
                    <a:pt x="2644" y="10985"/>
                  </a:lnTo>
                  <a:lnTo>
                    <a:pt x="2779" y="11143"/>
                  </a:lnTo>
                  <a:lnTo>
                    <a:pt x="2868" y="11355"/>
                  </a:lnTo>
                  <a:lnTo>
                    <a:pt x="2868" y="11672"/>
                  </a:lnTo>
                  <a:lnTo>
                    <a:pt x="2823" y="11725"/>
                  </a:lnTo>
                  <a:lnTo>
                    <a:pt x="2734" y="11725"/>
                  </a:lnTo>
                  <a:lnTo>
                    <a:pt x="2600" y="11618"/>
                  </a:lnTo>
                  <a:lnTo>
                    <a:pt x="2465" y="11460"/>
                  </a:lnTo>
                  <a:lnTo>
                    <a:pt x="2331" y="11250"/>
                  </a:lnTo>
                  <a:lnTo>
                    <a:pt x="2106" y="10827"/>
                  </a:lnTo>
                  <a:lnTo>
                    <a:pt x="2017" y="10722"/>
                  </a:lnTo>
                  <a:close/>
                  <a:moveTo>
                    <a:pt x="17388" y="10985"/>
                  </a:moveTo>
                  <a:lnTo>
                    <a:pt x="17297" y="11038"/>
                  </a:lnTo>
                  <a:lnTo>
                    <a:pt x="17253" y="11143"/>
                  </a:lnTo>
                  <a:lnTo>
                    <a:pt x="17119" y="11460"/>
                  </a:lnTo>
                  <a:lnTo>
                    <a:pt x="17119" y="11618"/>
                  </a:lnTo>
                  <a:lnTo>
                    <a:pt x="17163" y="11777"/>
                  </a:lnTo>
                  <a:lnTo>
                    <a:pt x="17208" y="11883"/>
                  </a:lnTo>
                  <a:lnTo>
                    <a:pt x="17297" y="11935"/>
                  </a:lnTo>
                  <a:lnTo>
                    <a:pt x="17477" y="11935"/>
                  </a:lnTo>
                  <a:lnTo>
                    <a:pt x="17611" y="11883"/>
                  </a:lnTo>
                  <a:lnTo>
                    <a:pt x="17657" y="11777"/>
                  </a:lnTo>
                  <a:lnTo>
                    <a:pt x="17702" y="11672"/>
                  </a:lnTo>
                  <a:lnTo>
                    <a:pt x="17702" y="11197"/>
                  </a:lnTo>
                  <a:lnTo>
                    <a:pt x="17657" y="11092"/>
                  </a:lnTo>
                  <a:lnTo>
                    <a:pt x="17611" y="11038"/>
                  </a:lnTo>
                  <a:lnTo>
                    <a:pt x="17477" y="10985"/>
                  </a:lnTo>
                  <a:close/>
                  <a:moveTo>
                    <a:pt x="9052" y="8978"/>
                  </a:moveTo>
                  <a:lnTo>
                    <a:pt x="8918" y="9085"/>
                  </a:lnTo>
                  <a:lnTo>
                    <a:pt x="8829" y="9136"/>
                  </a:lnTo>
                  <a:lnTo>
                    <a:pt x="8784" y="9243"/>
                  </a:lnTo>
                  <a:lnTo>
                    <a:pt x="8738" y="9453"/>
                  </a:lnTo>
                  <a:lnTo>
                    <a:pt x="8738" y="9718"/>
                  </a:lnTo>
                  <a:lnTo>
                    <a:pt x="8784" y="9982"/>
                  </a:lnTo>
                  <a:lnTo>
                    <a:pt x="8829" y="10088"/>
                  </a:lnTo>
                  <a:lnTo>
                    <a:pt x="8918" y="10193"/>
                  </a:lnTo>
                  <a:lnTo>
                    <a:pt x="9366" y="10298"/>
                  </a:lnTo>
                  <a:lnTo>
                    <a:pt x="9052" y="10615"/>
                  </a:lnTo>
                  <a:lnTo>
                    <a:pt x="8873" y="10827"/>
                  </a:lnTo>
                  <a:lnTo>
                    <a:pt x="8784" y="10932"/>
                  </a:lnTo>
                  <a:lnTo>
                    <a:pt x="8738" y="11092"/>
                  </a:lnTo>
                  <a:lnTo>
                    <a:pt x="8738" y="11355"/>
                  </a:lnTo>
                  <a:lnTo>
                    <a:pt x="8829" y="11618"/>
                  </a:lnTo>
                  <a:lnTo>
                    <a:pt x="8963" y="11777"/>
                  </a:lnTo>
                  <a:lnTo>
                    <a:pt x="9142" y="11935"/>
                  </a:lnTo>
                  <a:lnTo>
                    <a:pt x="9187" y="12094"/>
                  </a:lnTo>
                  <a:lnTo>
                    <a:pt x="9232" y="12200"/>
                  </a:lnTo>
                  <a:lnTo>
                    <a:pt x="9276" y="12253"/>
                  </a:lnTo>
                  <a:lnTo>
                    <a:pt x="9456" y="12253"/>
                  </a:lnTo>
                  <a:lnTo>
                    <a:pt x="9545" y="12147"/>
                  </a:lnTo>
                  <a:lnTo>
                    <a:pt x="9590" y="12042"/>
                  </a:lnTo>
                  <a:lnTo>
                    <a:pt x="9679" y="11830"/>
                  </a:lnTo>
                  <a:lnTo>
                    <a:pt x="9679" y="11725"/>
                  </a:lnTo>
                  <a:lnTo>
                    <a:pt x="9635" y="11618"/>
                  </a:lnTo>
                  <a:lnTo>
                    <a:pt x="9590" y="11513"/>
                  </a:lnTo>
                  <a:lnTo>
                    <a:pt x="9501" y="11460"/>
                  </a:lnTo>
                  <a:lnTo>
                    <a:pt x="9366" y="11408"/>
                  </a:lnTo>
                  <a:lnTo>
                    <a:pt x="9321" y="11355"/>
                  </a:lnTo>
                  <a:lnTo>
                    <a:pt x="9321" y="11197"/>
                  </a:lnTo>
                  <a:lnTo>
                    <a:pt x="9410" y="11038"/>
                  </a:lnTo>
                  <a:lnTo>
                    <a:pt x="9590" y="10932"/>
                  </a:lnTo>
                  <a:lnTo>
                    <a:pt x="9770" y="10668"/>
                  </a:lnTo>
                  <a:lnTo>
                    <a:pt x="9904" y="10352"/>
                  </a:lnTo>
                  <a:lnTo>
                    <a:pt x="9904" y="10193"/>
                  </a:lnTo>
                  <a:lnTo>
                    <a:pt x="9859" y="10035"/>
                  </a:lnTo>
                  <a:lnTo>
                    <a:pt x="9815" y="9930"/>
                  </a:lnTo>
                  <a:lnTo>
                    <a:pt x="9724" y="9823"/>
                  </a:lnTo>
                  <a:lnTo>
                    <a:pt x="9456" y="9718"/>
                  </a:lnTo>
                  <a:lnTo>
                    <a:pt x="9187" y="9665"/>
                  </a:lnTo>
                  <a:lnTo>
                    <a:pt x="9232" y="9453"/>
                  </a:lnTo>
                  <a:lnTo>
                    <a:pt x="9276" y="9348"/>
                  </a:lnTo>
                  <a:lnTo>
                    <a:pt x="9366" y="9295"/>
                  </a:lnTo>
                  <a:lnTo>
                    <a:pt x="9410" y="9190"/>
                  </a:lnTo>
                  <a:lnTo>
                    <a:pt x="9366" y="9085"/>
                  </a:lnTo>
                  <a:lnTo>
                    <a:pt x="9276" y="8978"/>
                  </a:lnTo>
                  <a:close/>
                  <a:moveTo>
                    <a:pt x="2017" y="9930"/>
                  </a:moveTo>
                  <a:lnTo>
                    <a:pt x="1928" y="9982"/>
                  </a:lnTo>
                  <a:lnTo>
                    <a:pt x="1883" y="10088"/>
                  </a:lnTo>
                  <a:lnTo>
                    <a:pt x="1837" y="10193"/>
                  </a:lnTo>
                  <a:lnTo>
                    <a:pt x="1837" y="10405"/>
                  </a:lnTo>
                  <a:lnTo>
                    <a:pt x="1883" y="10510"/>
                  </a:lnTo>
                  <a:lnTo>
                    <a:pt x="1928" y="10615"/>
                  </a:lnTo>
                  <a:lnTo>
                    <a:pt x="1883" y="10668"/>
                  </a:lnTo>
                  <a:lnTo>
                    <a:pt x="1837" y="10668"/>
                  </a:lnTo>
                  <a:lnTo>
                    <a:pt x="1793" y="10773"/>
                  </a:lnTo>
                  <a:lnTo>
                    <a:pt x="1748" y="10880"/>
                  </a:lnTo>
                  <a:lnTo>
                    <a:pt x="1793" y="11250"/>
                  </a:lnTo>
                  <a:lnTo>
                    <a:pt x="1928" y="11567"/>
                  </a:lnTo>
                  <a:lnTo>
                    <a:pt x="2106" y="11883"/>
                  </a:lnTo>
                  <a:lnTo>
                    <a:pt x="2331" y="12147"/>
                  </a:lnTo>
                  <a:lnTo>
                    <a:pt x="2600" y="12305"/>
                  </a:lnTo>
                  <a:lnTo>
                    <a:pt x="2734" y="12358"/>
                  </a:lnTo>
                  <a:lnTo>
                    <a:pt x="2868" y="12412"/>
                  </a:lnTo>
                  <a:lnTo>
                    <a:pt x="3003" y="12412"/>
                  </a:lnTo>
                  <a:lnTo>
                    <a:pt x="3137" y="12305"/>
                  </a:lnTo>
                  <a:lnTo>
                    <a:pt x="3226" y="12200"/>
                  </a:lnTo>
                  <a:lnTo>
                    <a:pt x="3317" y="12042"/>
                  </a:lnTo>
                  <a:lnTo>
                    <a:pt x="3406" y="11725"/>
                  </a:lnTo>
                  <a:lnTo>
                    <a:pt x="3406" y="11460"/>
                  </a:lnTo>
                  <a:lnTo>
                    <a:pt x="3361" y="11143"/>
                  </a:lnTo>
                  <a:lnTo>
                    <a:pt x="3272" y="10880"/>
                  </a:lnTo>
                  <a:lnTo>
                    <a:pt x="3092" y="10615"/>
                  </a:lnTo>
                  <a:lnTo>
                    <a:pt x="2914" y="10405"/>
                  </a:lnTo>
                  <a:lnTo>
                    <a:pt x="2689" y="10246"/>
                  </a:lnTo>
                  <a:lnTo>
                    <a:pt x="2420" y="10140"/>
                  </a:lnTo>
                  <a:lnTo>
                    <a:pt x="2331" y="9982"/>
                  </a:lnTo>
                  <a:lnTo>
                    <a:pt x="2241" y="9930"/>
                  </a:lnTo>
                  <a:close/>
                  <a:moveTo>
                    <a:pt x="17477" y="10405"/>
                  </a:moveTo>
                  <a:lnTo>
                    <a:pt x="17657" y="10457"/>
                  </a:lnTo>
                  <a:lnTo>
                    <a:pt x="17791" y="10510"/>
                  </a:lnTo>
                  <a:lnTo>
                    <a:pt x="17880" y="10668"/>
                  </a:lnTo>
                  <a:lnTo>
                    <a:pt x="17925" y="10827"/>
                  </a:lnTo>
                  <a:lnTo>
                    <a:pt x="17925" y="11250"/>
                  </a:lnTo>
                  <a:lnTo>
                    <a:pt x="17836" y="11618"/>
                  </a:lnTo>
                  <a:lnTo>
                    <a:pt x="17702" y="11935"/>
                  </a:lnTo>
                  <a:lnTo>
                    <a:pt x="17522" y="12253"/>
                  </a:lnTo>
                  <a:lnTo>
                    <a:pt x="17432" y="12358"/>
                  </a:lnTo>
                  <a:lnTo>
                    <a:pt x="17343" y="12412"/>
                  </a:lnTo>
                  <a:lnTo>
                    <a:pt x="17253" y="12412"/>
                  </a:lnTo>
                  <a:lnTo>
                    <a:pt x="17163" y="12358"/>
                  </a:lnTo>
                  <a:lnTo>
                    <a:pt x="17119" y="12305"/>
                  </a:lnTo>
                  <a:lnTo>
                    <a:pt x="17074" y="12200"/>
                  </a:lnTo>
                  <a:lnTo>
                    <a:pt x="16985" y="11935"/>
                  </a:lnTo>
                  <a:lnTo>
                    <a:pt x="17029" y="11567"/>
                  </a:lnTo>
                  <a:lnTo>
                    <a:pt x="17074" y="11197"/>
                  </a:lnTo>
                  <a:lnTo>
                    <a:pt x="17208" y="10457"/>
                  </a:lnTo>
                  <a:lnTo>
                    <a:pt x="17477" y="10405"/>
                  </a:lnTo>
                  <a:close/>
                  <a:moveTo>
                    <a:pt x="17388" y="9718"/>
                  </a:moveTo>
                  <a:lnTo>
                    <a:pt x="17253" y="9770"/>
                  </a:lnTo>
                  <a:lnTo>
                    <a:pt x="16939" y="9770"/>
                  </a:lnTo>
                  <a:lnTo>
                    <a:pt x="16894" y="9823"/>
                  </a:lnTo>
                  <a:lnTo>
                    <a:pt x="16805" y="9982"/>
                  </a:lnTo>
                  <a:lnTo>
                    <a:pt x="16625" y="10615"/>
                  </a:lnTo>
                  <a:lnTo>
                    <a:pt x="16491" y="11302"/>
                  </a:lnTo>
                  <a:lnTo>
                    <a:pt x="16446" y="11672"/>
                  </a:lnTo>
                  <a:lnTo>
                    <a:pt x="16446" y="11988"/>
                  </a:lnTo>
                  <a:lnTo>
                    <a:pt x="16491" y="12358"/>
                  </a:lnTo>
                  <a:lnTo>
                    <a:pt x="16580" y="12675"/>
                  </a:lnTo>
                  <a:lnTo>
                    <a:pt x="16716" y="12834"/>
                  </a:lnTo>
                  <a:lnTo>
                    <a:pt x="16894" y="12992"/>
                  </a:lnTo>
                  <a:lnTo>
                    <a:pt x="17074" y="13097"/>
                  </a:lnTo>
                  <a:lnTo>
                    <a:pt x="17253" y="13150"/>
                  </a:lnTo>
                  <a:lnTo>
                    <a:pt x="17522" y="13097"/>
                  </a:lnTo>
                  <a:lnTo>
                    <a:pt x="17702" y="12992"/>
                  </a:lnTo>
                  <a:lnTo>
                    <a:pt x="17836" y="12780"/>
                  </a:lnTo>
                  <a:lnTo>
                    <a:pt x="18014" y="12570"/>
                  </a:lnTo>
                  <a:lnTo>
                    <a:pt x="18283" y="12094"/>
                  </a:lnTo>
                  <a:lnTo>
                    <a:pt x="18418" y="11777"/>
                  </a:lnTo>
                  <a:lnTo>
                    <a:pt x="18463" y="11513"/>
                  </a:lnTo>
                  <a:lnTo>
                    <a:pt x="18508" y="11250"/>
                  </a:lnTo>
                  <a:lnTo>
                    <a:pt x="18508" y="10932"/>
                  </a:lnTo>
                  <a:lnTo>
                    <a:pt x="18463" y="10668"/>
                  </a:lnTo>
                  <a:lnTo>
                    <a:pt x="18374" y="10352"/>
                  </a:lnTo>
                  <a:lnTo>
                    <a:pt x="18328" y="10193"/>
                  </a:lnTo>
                  <a:lnTo>
                    <a:pt x="18194" y="10088"/>
                  </a:lnTo>
                  <a:lnTo>
                    <a:pt x="17925" y="9823"/>
                  </a:lnTo>
                  <a:lnTo>
                    <a:pt x="17746" y="9770"/>
                  </a:lnTo>
                  <a:lnTo>
                    <a:pt x="17566" y="9718"/>
                  </a:lnTo>
                  <a:close/>
                  <a:moveTo>
                    <a:pt x="7663" y="11355"/>
                  </a:moveTo>
                  <a:lnTo>
                    <a:pt x="7573" y="11408"/>
                  </a:lnTo>
                  <a:lnTo>
                    <a:pt x="7484" y="11513"/>
                  </a:lnTo>
                  <a:lnTo>
                    <a:pt x="7304" y="11672"/>
                  </a:lnTo>
                  <a:lnTo>
                    <a:pt x="7170" y="11935"/>
                  </a:lnTo>
                  <a:lnTo>
                    <a:pt x="7081" y="12200"/>
                  </a:lnTo>
                  <a:lnTo>
                    <a:pt x="7081" y="12358"/>
                  </a:lnTo>
                  <a:lnTo>
                    <a:pt x="7126" y="12464"/>
                  </a:lnTo>
                  <a:lnTo>
                    <a:pt x="7215" y="12517"/>
                  </a:lnTo>
                  <a:lnTo>
                    <a:pt x="7618" y="12517"/>
                  </a:lnTo>
                  <a:lnTo>
                    <a:pt x="7843" y="12622"/>
                  </a:lnTo>
                  <a:lnTo>
                    <a:pt x="7573" y="12992"/>
                  </a:lnTo>
                  <a:lnTo>
                    <a:pt x="7573" y="13150"/>
                  </a:lnTo>
                  <a:lnTo>
                    <a:pt x="7618" y="13309"/>
                  </a:lnTo>
                  <a:lnTo>
                    <a:pt x="7753" y="13467"/>
                  </a:lnTo>
                  <a:lnTo>
                    <a:pt x="7887" y="13520"/>
                  </a:lnTo>
                  <a:lnTo>
                    <a:pt x="8201" y="13520"/>
                  </a:lnTo>
                  <a:lnTo>
                    <a:pt x="8290" y="13415"/>
                  </a:lnTo>
                  <a:lnTo>
                    <a:pt x="8381" y="13255"/>
                  </a:lnTo>
                  <a:lnTo>
                    <a:pt x="8335" y="13097"/>
                  </a:lnTo>
                  <a:lnTo>
                    <a:pt x="8246" y="12992"/>
                  </a:lnTo>
                  <a:lnTo>
                    <a:pt x="8381" y="12887"/>
                  </a:lnTo>
                  <a:lnTo>
                    <a:pt x="8470" y="12780"/>
                  </a:lnTo>
                  <a:lnTo>
                    <a:pt x="8470" y="12570"/>
                  </a:lnTo>
                  <a:lnTo>
                    <a:pt x="8425" y="12412"/>
                  </a:lnTo>
                  <a:lnTo>
                    <a:pt x="8246" y="12253"/>
                  </a:lnTo>
                  <a:lnTo>
                    <a:pt x="8067" y="12147"/>
                  </a:lnTo>
                  <a:lnTo>
                    <a:pt x="7887" y="12042"/>
                  </a:lnTo>
                  <a:lnTo>
                    <a:pt x="7663" y="11988"/>
                  </a:lnTo>
                  <a:lnTo>
                    <a:pt x="7753" y="11777"/>
                  </a:lnTo>
                  <a:lnTo>
                    <a:pt x="7843" y="11567"/>
                  </a:lnTo>
                  <a:lnTo>
                    <a:pt x="7843" y="11460"/>
                  </a:lnTo>
                  <a:lnTo>
                    <a:pt x="7798" y="11408"/>
                  </a:lnTo>
                  <a:lnTo>
                    <a:pt x="7753" y="11408"/>
                  </a:lnTo>
                  <a:lnTo>
                    <a:pt x="7663" y="11355"/>
                  </a:lnTo>
                  <a:close/>
                  <a:moveTo>
                    <a:pt x="9321" y="793"/>
                  </a:moveTo>
                  <a:lnTo>
                    <a:pt x="9501" y="845"/>
                  </a:lnTo>
                  <a:lnTo>
                    <a:pt x="9679" y="952"/>
                  </a:lnTo>
                  <a:lnTo>
                    <a:pt x="10307" y="1585"/>
                  </a:lnTo>
                  <a:lnTo>
                    <a:pt x="10576" y="1902"/>
                  </a:lnTo>
                  <a:lnTo>
                    <a:pt x="10845" y="2272"/>
                  </a:lnTo>
                  <a:lnTo>
                    <a:pt x="11069" y="2640"/>
                  </a:lnTo>
                  <a:lnTo>
                    <a:pt x="11248" y="3064"/>
                  </a:lnTo>
                  <a:lnTo>
                    <a:pt x="11338" y="3486"/>
                  </a:lnTo>
                  <a:lnTo>
                    <a:pt x="11382" y="3962"/>
                  </a:lnTo>
                  <a:lnTo>
                    <a:pt x="11338" y="4437"/>
                  </a:lnTo>
                  <a:lnTo>
                    <a:pt x="11293" y="4859"/>
                  </a:lnTo>
                  <a:lnTo>
                    <a:pt x="11024" y="5704"/>
                  </a:lnTo>
                  <a:lnTo>
                    <a:pt x="10755" y="6496"/>
                  </a:lnTo>
                  <a:lnTo>
                    <a:pt x="10487" y="7341"/>
                  </a:lnTo>
                  <a:lnTo>
                    <a:pt x="10441" y="7711"/>
                  </a:lnTo>
                  <a:lnTo>
                    <a:pt x="10396" y="8081"/>
                  </a:lnTo>
                  <a:lnTo>
                    <a:pt x="10396" y="8450"/>
                  </a:lnTo>
                  <a:lnTo>
                    <a:pt x="10441" y="8873"/>
                  </a:lnTo>
                  <a:lnTo>
                    <a:pt x="10487" y="9085"/>
                  </a:lnTo>
                  <a:lnTo>
                    <a:pt x="10576" y="9348"/>
                  </a:lnTo>
                  <a:lnTo>
                    <a:pt x="10755" y="9823"/>
                  </a:lnTo>
                  <a:lnTo>
                    <a:pt x="10979" y="10246"/>
                  </a:lnTo>
                  <a:lnTo>
                    <a:pt x="11159" y="10722"/>
                  </a:lnTo>
                  <a:lnTo>
                    <a:pt x="11248" y="11197"/>
                  </a:lnTo>
                  <a:lnTo>
                    <a:pt x="11293" y="11725"/>
                  </a:lnTo>
                  <a:lnTo>
                    <a:pt x="11248" y="12200"/>
                  </a:lnTo>
                  <a:lnTo>
                    <a:pt x="11113" y="12675"/>
                  </a:lnTo>
                  <a:lnTo>
                    <a:pt x="10935" y="13150"/>
                  </a:lnTo>
                  <a:lnTo>
                    <a:pt x="10710" y="13574"/>
                  </a:lnTo>
                  <a:lnTo>
                    <a:pt x="10396" y="13942"/>
                  </a:lnTo>
                  <a:lnTo>
                    <a:pt x="10084" y="14259"/>
                  </a:lnTo>
                  <a:lnTo>
                    <a:pt x="9724" y="14471"/>
                  </a:lnTo>
                  <a:lnTo>
                    <a:pt x="9366" y="14682"/>
                  </a:lnTo>
                  <a:lnTo>
                    <a:pt x="9007" y="14841"/>
                  </a:lnTo>
                  <a:lnTo>
                    <a:pt x="8604" y="14894"/>
                  </a:lnTo>
                  <a:lnTo>
                    <a:pt x="8156" y="14999"/>
                  </a:lnTo>
                  <a:lnTo>
                    <a:pt x="7932" y="14946"/>
                  </a:lnTo>
                  <a:lnTo>
                    <a:pt x="7707" y="14894"/>
                  </a:lnTo>
                  <a:lnTo>
                    <a:pt x="7529" y="14735"/>
                  </a:lnTo>
                  <a:lnTo>
                    <a:pt x="7349" y="14524"/>
                  </a:lnTo>
                  <a:lnTo>
                    <a:pt x="7215" y="14312"/>
                  </a:lnTo>
                  <a:lnTo>
                    <a:pt x="7035" y="14154"/>
                  </a:lnTo>
                  <a:lnTo>
                    <a:pt x="6901" y="14049"/>
                  </a:lnTo>
                  <a:lnTo>
                    <a:pt x="6722" y="13942"/>
                  </a:lnTo>
                  <a:lnTo>
                    <a:pt x="6364" y="13837"/>
                  </a:lnTo>
                  <a:lnTo>
                    <a:pt x="6006" y="13837"/>
                  </a:lnTo>
                  <a:lnTo>
                    <a:pt x="5646" y="13942"/>
                  </a:lnTo>
                  <a:lnTo>
                    <a:pt x="4885" y="14207"/>
                  </a:lnTo>
                  <a:lnTo>
                    <a:pt x="4526" y="14365"/>
                  </a:lnTo>
                  <a:lnTo>
                    <a:pt x="4168" y="14471"/>
                  </a:lnTo>
                  <a:lnTo>
                    <a:pt x="3809" y="14524"/>
                  </a:lnTo>
                  <a:lnTo>
                    <a:pt x="3451" y="14471"/>
                  </a:lnTo>
                  <a:lnTo>
                    <a:pt x="3048" y="14417"/>
                  </a:lnTo>
                  <a:lnTo>
                    <a:pt x="2689" y="14259"/>
                  </a:lnTo>
                  <a:lnTo>
                    <a:pt x="2375" y="14101"/>
                  </a:lnTo>
                  <a:lnTo>
                    <a:pt x="2017" y="13890"/>
                  </a:lnTo>
                  <a:lnTo>
                    <a:pt x="1703" y="13625"/>
                  </a:lnTo>
                  <a:lnTo>
                    <a:pt x="1434" y="13362"/>
                  </a:lnTo>
                  <a:lnTo>
                    <a:pt x="1165" y="12939"/>
                  </a:lnTo>
                  <a:lnTo>
                    <a:pt x="942" y="12517"/>
                  </a:lnTo>
                  <a:lnTo>
                    <a:pt x="762" y="12042"/>
                  </a:lnTo>
                  <a:lnTo>
                    <a:pt x="672" y="11567"/>
                  </a:lnTo>
                  <a:lnTo>
                    <a:pt x="628" y="11038"/>
                  </a:lnTo>
                  <a:lnTo>
                    <a:pt x="628" y="10563"/>
                  </a:lnTo>
                  <a:lnTo>
                    <a:pt x="717" y="10035"/>
                  </a:lnTo>
                  <a:lnTo>
                    <a:pt x="808" y="9560"/>
                  </a:lnTo>
                  <a:lnTo>
                    <a:pt x="986" y="9085"/>
                  </a:lnTo>
                  <a:lnTo>
                    <a:pt x="1211" y="8661"/>
                  </a:lnTo>
                  <a:lnTo>
                    <a:pt x="1479" y="8291"/>
                  </a:lnTo>
                  <a:lnTo>
                    <a:pt x="1793" y="7975"/>
                  </a:lnTo>
                  <a:lnTo>
                    <a:pt x="2465" y="7341"/>
                  </a:lnTo>
                  <a:lnTo>
                    <a:pt x="3137" y="6654"/>
                  </a:lnTo>
                  <a:lnTo>
                    <a:pt x="3406" y="6286"/>
                  </a:lnTo>
                  <a:lnTo>
                    <a:pt x="3630" y="5916"/>
                  </a:lnTo>
                  <a:lnTo>
                    <a:pt x="3765" y="5493"/>
                  </a:lnTo>
                  <a:lnTo>
                    <a:pt x="3900" y="5017"/>
                  </a:lnTo>
                  <a:lnTo>
                    <a:pt x="3989" y="4489"/>
                  </a:lnTo>
                  <a:lnTo>
                    <a:pt x="4034" y="3909"/>
                  </a:lnTo>
                  <a:lnTo>
                    <a:pt x="4123" y="3380"/>
                  </a:lnTo>
                  <a:lnTo>
                    <a:pt x="4212" y="3117"/>
                  </a:lnTo>
                  <a:lnTo>
                    <a:pt x="4347" y="2852"/>
                  </a:lnTo>
                  <a:lnTo>
                    <a:pt x="4526" y="2589"/>
                  </a:lnTo>
                  <a:lnTo>
                    <a:pt x="4706" y="2377"/>
                  </a:lnTo>
                  <a:lnTo>
                    <a:pt x="4975" y="2219"/>
                  </a:lnTo>
                  <a:lnTo>
                    <a:pt x="5243" y="2113"/>
                  </a:lnTo>
                  <a:lnTo>
                    <a:pt x="5512" y="2060"/>
                  </a:lnTo>
                  <a:lnTo>
                    <a:pt x="5826" y="2007"/>
                  </a:lnTo>
                  <a:lnTo>
                    <a:pt x="6095" y="2007"/>
                  </a:lnTo>
                  <a:lnTo>
                    <a:pt x="6364" y="2113"/>
                  </a:lnTo>
                  <a:lnTo>
                    <a:pt x="6050" y="2430"/>
                  </a:lnTo>
                  <a:lnTo>
                    <a:pt x="6006" y="2535"/>
                  </a:lnTo>
                  <a:lnTo>
                    <a:pt x="5960" y="2640"/>
                  </a:lnTo>
                  <a:lnTo>
                    <a:pt x="6006" y="2852"/>
                  </a:lnTo>
                  <a:lnTo>
                    <a:pt x="6095" y="3010"/>
                  </a:lnTo>
                  <a:lnTo>
                    <a:pt x="6184" y="3064"/>
                  </a:lnTo>
                  <a:lnTo>
                    <a:pt x="6274" y="3064"/>
                  </a:lnTo>
                  <a:lnTo>
                    <a:pt x="6498" y="3010"/>
                  </a:lnTo>
                  <a:lnTo>
                    <a:pt x="6632" y="2905"/>
                  </a:lnTo>
                  <a:lnTo>
                    <a:pt x="6767" y="2800"/>
                  </a:lnTo>
                  <a:lnTo>
                    <a:pt x="6857" y="2589"/>
                  </a:lnTo>
                  <a:lnTo>
                    <a:pt x="7035" y="2377"/>
                  </a:lnTo>
                  <a:lnTo>
                    <a:pt x="7126" y="2324"/>
                  </a:lnTo>
                  <a:lnTo>
                    <a:pt x="7170" y="2272"/>
                  </a:lnTo>
                  <a:lnTo>
                    <a:pt x="7843" y="1638"/>
                  </a:lnTo>
                  <a:lnTo>
                    <a:pt x="8559" y="1110"/>
                  </a:lnTo>
                  <a:lnTo>
                    <a:pt x="8963" y="898"/>
                  </a:lnTo>
                  <a:lnTo>
                    <a:pt x="9142" y="793"/>
                  </a:lnTo>
                  <a:close/>
                  <a:moveTo>
                    <a:pt x="13219" y="13362"/>
                  </a:moveTo>
                  <a:lnTo>
                    <a:pt x="13399" y="13732"/>
                  </a:lnTo>
                  <a:lnTo>
                    <a:pt x="13579" y="14049"/>
                  </a:lnTo>
                  <a:lnTo>
                    <a:pt x="13847" y="14365"/>
                  </a:lnTo>
                  <a:lnTo>
                    <a:pt x="14161" y="14629"/>
                  </a:lnTo>
                  <a:lnTo>
                    <a:pt x="13937" y="14999"/>
                  </a:lnTo>
                  <a:lnTo>
                    <a:pt x="13668" y="14682"/>
                  </a:lnTo>
                  <a:lnTo>
                    <a:pt x="13399" y="14365"/>
                  </a:lnTo>
                  <a:lnTo>
                    <a:pt x="13085" y="14154"/>
                  </a:lnTo>
                  <a:lnTo>
                    <a:pt x="12772" y="13890"/>
                  </a:lnTo>
                  <a:lnTo>
                    <a:pt x="12951" y="13625"/>
                  </a:lnTo>
                  <a:lnTo>
                    <a:pt x="13219" y="13362"/>
                  </a:lnTo>
                  <a:close/>
                  <a:moveTo>
                    <a:pt x="16985" y="14312"/>
                  </a:moveTo>
                  <a:lnTo>
                    <a:pt x="16894" y="14365"/>
                  </a:lnTo>
                  <a:lnTo>
                    <a:pt x="16805" y="14417"/>
                  </a:lnTo>
                  <a:lnTo>
                    <a:pt x="16760" y="14417"/>
                  </a:lnTo>
                  <a:lnTo>
                    <a:pt x="16760" y="14471"/>
                  </a:lnTo>
                  <a:lnTo>
                    <a:pt x="16671" y="14629"/>
                  </a:lnTo>
                  <a:lnTo>
                    <a:pt x="16625" y="14787"/>
                  </a:lnTo>
                  <a:lnTo>
                    <a:pt x="16671" y="14999"/>
                  </a:lnTo>
                  <a:lnTo>
                    <a:pt x="16760" y="15211"/>
                  </a:lnTo>
                  <a:lnTo>
                    <a:pt x="16894" y="15316"/>
                  </a:lnTo>
                  <a:lnTo>
                    <a:pt x="17029" y="15369"/>
                  </a:lnTo>
                  <a:lnTo>
                    <a:pt x="17163" y="15316"/>
                  </a:lnTo>
                  <a:lnTo>
                    <a:pt x="17297" y="15262"/>
                  </a:lnTo>
                  <a:lnTo>
                    <a:pt x="17432" y="15104"/>
                  </a:lnTo>
                  <a:lnTo>
                    <a:pt x="17522" y="14999"/>
                  </a:lnTo>
                  <a:lnTo>
                    <a:pt x="17566" y="14841"/>
                  </a:lnTo>
                  <a:lnTo>
                    <a:pt x="17566" y="14682"/>
                  </a:lnTo>
                  <a:lnTo>
                    <a:pt x="17477" y="14576"/>
                  </a:lnTo>
                  <a:lnTo>
                    <a:pt x="17388" y="14471"/>
                  </a:lnTo>
                  <a:lnTo>
                    <a:pt x="17297" y="14417"/>
                  </a:lnTo>
                  <a:lnTo>
                    <a:pt x="17208" y="14365"/>
                  </a:lnTo>
                  <a:lnTo>
                    <a:pt x="17029" y="14312"/>
                  </a:lnTo>
                  <a:close/>
                  <a:moveTo>
                    <a:pt x="9276" y="0"/>
                  </a:moveTo>
                  <a:lnTo>
                    <a:pt x="9098" y="53"/>
                  </a:lnTo>
                  <a:lnTo>
                    <a:pt x="8784" y="158"/>
                  </a:lnTo>
                  <a:lnTo>
                    <a:pt x="8515" y="318"/>
                  </a:lnTo>
                  <a:lnTo>
                    <a:pt x="8021" y="635"/>
                  </a:lnTo>
                  <a:lnTo>
                    <a:pt x="7573" y="1003"/>
                  </a:lnTo>
                  <a:lnTo>
                    <a:pt x="6722" y="1743"/>
                  </a:lnTo>
                  <a:lnTo>
                    <a:pt x="6364" y="1532"/>
                  </a:lnTo>
                  <a:lnTo>
                    <a:pt x="6006" y="1427"/>
                  </a:lnTo>
                  <a:lnTo>
                    <a:pt x="5601" y="1427"/>
                  </a:lnTo>
                  <a:lnTo>
                    <a:pt x="5198" y="1479"/>
                  </a:lnTo>
                  <a:lnTo>
                    <a:pt x="4885" y="1585"/>
                  </a:lnTo>
                  <a:lnTo>
                    <a:pt x="4615" y="1743"/>
                  </a:lnTo>
                  <a:lnTo>
                    <a:pt x="4392" y="1955"/>
                  </a:lnTo>
                  <a:lnTo>
                    <a:pt x="4168" y="2165"/>
                  </a:lnTo>
                  <a:lnTo>
                    <a:pt x="3943" y="2430"/>
                  </a:lnTo>
                  <a:lnTo>
                    <a:pt x="3809" y="2747"/>
                  </a:lnTo>
                  <a:lnTo>
                    <a:pt x="3675" y="3064"/>
                  </a:lnTo>
                  <a:lnTo>
                    <a:pt x="3586" y="3380"/>
                  </a:lnTo>
                  <a:lnTo>
                    <a:pt x="3495" y="3856"/>
                  </a:lnTo>
                  <a:lnTo>
                    <a:pt x="3406" y="4331"/>
                  </a:lnTo>
                  <a:lnTo>
                    <a:pt x="3361" y="4806"/>
                  </a:lnTo>
                  <a:lnTo>
                    <a:pt x="3226" y="5282"/>
                  </a:lnTo>
                  <a:lnTo>
                    <a:pt x="3182" y="5546"/>
                  </a:lnTo>
                  <a:lnTo>
                    <a:pt x="3048" y="5757"/>
                  </a:lnTo>
                  <a:lnTo>
                    <a:pt x="2779" y="6126"/>
                  </a:lnTo>
                  <a:lnTo>
                    <a:pt x="2465" y="6444"/>
                  </a:lnTo>
                  <a:lnTo>
                    <a:pt x="2151" y="6761"/>
                  </a:lnTo>
                  <a:lnTo>
                    <a:pt x="1569" y="7288"/>
                  </a:lnTo>
                  <a:lnTo>
                    <a:pt x="1031" y="7869"/>
                  </a:lnTo>
                  <a:lnTo>
                    <a:pt x="808" y="8133"/>
                  </a:lnTo>
                  <a:lnTo>
                    <a:pt x="628" y="8503"/>
                  </a:lnTo>
                  <a:lnTo>
                    <a:pt x="448" y="8820"/>
                  </a:lnTo>
                  <a:lnTo>
                    <a:pt x="269" y="9243"/>
                  </a:lnTo>
                  <a:lnTo>
                    <a:pt x="134" y="9665"/>
                  </a:lnTo>
                  <a:lnTo>
                    <a:pt x="45" y="10088"/>
                  </a:lnTo>
                  <a:lnTo>
                    <a:pt x="0" y="10457"/>
                  </a:lnTo>
                  <a:lnTo>
                    <a:pt x="0" y="10880"/>
                  </a:lnTo>
                  <a:lnTo>
                    <a:pt x="45" y="11302"/>
                  </a:lnTo>
                  <a:lnTo>
                    <a:pt x="90" y="11725"/>
                  </a:lnTo>
                  <a:lnTo>
                    <a:pt x="180" y="12094"/>
                  </a:lnTo>
                  <a:lnTo>
                    <a:pt x="269" y="12464"/>
                  </a:lnTo>
                  <a:lnTo>
                    <a:pt x="448" y="12834"/>
                  </a:lnTo>
                  <a:lnTo>
                    <a:pt x="628" y="13204"/>
                  </a:lnTo>
                  <a:lnTo>
                    <a:pt x="808" y="13520"/>
                  </a:lnTo>
                  <a:lnTo>
                    <a:pt x="1031" y="13837"/>
                  </a:lnTo>
                  <a:lnTo>
                    <a:pt x="1300" y="14154"/>
                  </a:lnTo>
                  <a:lnTo>
                    <a:pt x="1569" y="14417"/>
                  </a:lnTo>
                  <a:lnTo>
                    <a:pt x="1883" y="14629"/>
                  </a:lnTo>
                  <a:lnTo>
                    <a:pt x="2197" y="14841"/>
                  </a:lnTo>
                  <a:lnTo>
                    <a:pt x="2509" y="14946"/>
                  </a:lnTo>
                  <a:lnTo>
                    <a:pt x="2868" y="15104"/>
                  </a:lnTo>
                  <a:lnTo>
                    <a:pt x="3226" y="15157"/>
                  </a:lnTo>
                  <a:lnTo>
                    <a:pt x="3540" y="15211"/>
                  </a:lnTo>
                  <a:lnTo>
                    <a:pt x="3900" y="15211"/>
                  </a:lnTo>
                  <a:lnTo>
                    <a:pt x="4257" y="15157"/>
                  </a:lnTo>
                  <a:lnTo>
                    <a:pt x="4571" y="15104"/>
                  </a:lnTo>
                  <a:lnTo>
                    <a:pt x="4929" y="14999"/>
                  </a:lnTo>
                  <a:lnTo>
                    <a:pt x="5333" y="14787"/>
                  </a:lnTo>
                  <a:lnTo>
                    <a:pt x="5737" y="14629"/>
                  </a:lnTo>
                  <a:lnTo>
                    <a:pt x="5960" y="14576"/>
                  </a:lnTo>
                  <a:lnTo>
                    <a:pt x="6364" y="14576"/>
                  </a:lnTo>
                  <a:lnTo>
                    <a:pt x="6587" y="14629"/>
                  </a:lnTo>
                  <a:lnTo>
                    <a:pt x="6722" y="14787"/>
                  </a:lnTo>
                  <a:lnTo>
                    <a:pt x="6857" y="14946"/>
                  </a:lnTo>
                  <a:lnTo>
                    <a:pt x="7126" y="15262"/>
                  </a:lnTo>
                  <a:lnTo>
                    <a:pt x="7304" y="15421"/>
                  </a:lnTo>
                  <a:lnTo>
                    <a:pt x="7439" y="15527"/>
                  </a:lnTo>
                  <a:lnTo>
                    <a:pt x="7663" y="15632"/>
                  </a:lnTo>
                  <a:lnTo>
                    <a:pt x="7843" y="15686"/>
                  </a:lnTo>
                  <a:lnTo>
                    <a:pt x="8470" y="15686"/>
                  </a:lnTo>
                  <a:lnTo>
                    <a:pt x="8829" y="15632"/>
                  </a:lnTo>
                  <a:lnTo>
                    <a:pt x="9142" y="15579"/>
                  </a:lnTo>
                  <a:lnTo>
                    <a:pt x="9456" y="15474"/>
                  </a:lnTo>
                  <a:lnTo>
                    <a:pt x="9770" y="15316"/>
                  </a:lnTo>
                  <a:lnTo>
                    <a:pt x="10038" y="15157"/>
                  </a:lnTo>
                  <a:lnTo>
                    <a:pt x="10307" y="14946"/>
                  </a:lnTo>
                  <a:lnTo>
                    <a:pt x="10576" y="14682"/>
                  </a:lnTo>
                  <a:lnTo>
                    <a:pt x="10845" y="14417"/>
                  </a:lnTo>
                  <a:lnTo>
                    <a:pt x="11069" y="14154"/>
                  </a:lnTo>
                  <a:lnTo>
                    <a:pt x="11248" y="13837"/>
                  </a:lnTo>
                  <a:lnTo>
                    <a:pt x="11427" y="13520"/>
                  </a:lnTo>
                  <a:lnTo>
                    <a:pt x="11607" y="13204"/>
                  </a:lnTo>
                  <a:lnTo>
                    <a:pt x="11696" y="12834"/>
                  </a:lnTo>
                  <a:lnTo>
                    <a:pt x="11830" y="12517"/>
                  </a:lnTo>
                  <a:lnTo>
                    <a:pt x="11876" y="12094"/>
                  </a:lnTo>
                  <a:lnTo>
                    <a:pt x="11876" y="11355"/>
                  </a:lnTo>
                  <a:lnTo>
                    <a:pt x="11830" y="10985"/>
                  </a:lnTo>
                  <a:lnTo>
                    <a:pt x="11741" y="10615"/>
                  </a:lnTo>
                  <a:lnTo>
                    <a:pt x="11651" y="10246"/>
                  </a:lnTo>
                  <a:lnTo>
                    <a:pt x="11338" y="9560"/>
                  </a:lnTo>
                  <a:lnTo>
                    <a:pt x="11204" y="9190"/>
                  </a:lnTo>
                  <a:lnTo>
                    <a:pt x="11069" y="8768"/>
                  </a:lnTo>
                  <a:lnTo>
                    <a:pt x="11069" y="8028"/>
                  </a:lnTo>
                  <a:lnTo>
                    <a:pt x="11113" y="7658"/>
                  </a:lnTo>
                  <a:lnTo>
                    <a:pt x="11159" y="7288"/>
                  </a:lnTo>
                  <a:lnTo>
                    <a:pt x="11382" y="6496"/>
                  </a:lnTo>
                  <a:lnTo>
                    <a:pt x="11607" y="5809"/>
                  </a:lnTo>
                  <a:lnTo>
                    <a:pt x="11830" y="5124"/>
                  </a:lnTo>
                  <a:lnTo>
                    <a:pt x="11965" y="4437"/>
                  </a:lnTo>
                  <a:lnTo>
                    <a:pt x="12010" y="4067"/>
                  </a:lnTo>
                  <a:lnTo>
                    <a:pt x="12010" y="3697"/>
                  </a:lnTo>
                  <a:lnTo>
                    <a:pt x="11965" y="3327"/>
                  </a:lnTo>
                  <a:lnTo>
                    <a:pt x="11876" y="2959"/>
                  </a:lnTo>
                  <a:lnTo>
                    <a:pt x="11741" y="2640"/>
                  </a:lnTo>
                  <a:lnTo>
                    <a:pt x="11607" y="2272"/>
                  </a:lnTo>
                  <a:lnTo>
                    <a:pt x="11427" y="1955"/>
                  </a:lnTo>
                  <a:lnTo>
                    <a:pt x="11248" y="1690"/>
                  </a:lnTo>
                  <a:lnTo>
                    <a:pt x="10801" y="1110"/>
                  </a:lnTo>
                  <a:lnTo>
                    <a:pt x="10262" y="582"/>
                  </a:lnTo>
                  <a:lnTo>
                    <a:pt x="9724" y="158"/>
                  </a:lnTo>
                  <a:lnTo>
                    <a:pt x="9590" y="53"/>
                  </a:lnTo>
                  <a:lnTo>
                    <a:pt x="9410" y="0"/>
                  </a:lnTo>
                  <a:close/>
                  <a:moveTo>
                    <a:pt x="15774" y="15369"/>
                  </a:moveTo>
                  <a:lnTo>
                    <a:pt x="15685" y="15421"/>
                  </a:lnTo>
                  <a:lnTo>
                    <a:pt x="15594" y="15527"/>
                  </a:lnTo>
                  <a:lnTo>
                    <a:pt x="15550" y="15632"/>
                  </a:lnTo>
                  <a:lnTo>
                    <a:pt x="15550" y="15844"/>
                  </a:lnTo>
                  <a:lnTo>
                    <a:pt x="15594" y="16002"/>
                  </a:lnTo>
                  <a:lnTo>
                    <a:pt x="15730" y="16161"/>
                  </a:lnTo>
                  <a:lnTo>
                    <a:pt x="15908" y="16214"/>
                  </a:lnTo>
                  <a:lnTo>
                    <a:pt x="16043" y="16161"/>
                  </a:lnTo>
                  <a:lnTo>
                    <a:pt x="16177" y="16002"/>
                  </a:lnTo>
                  <a:lnTo>
                    <a:pt x="16222" y="15844"/>
                  </a:lnTo>
                  <a:lnTo>
                    <a:pt x="16222" y="15632"/>
                  </a:lnTo>
                  <a:lnTo>
                    <a:pt x="16177" y="15527"/>
                  </a:lnTo>
                  <a:lnTo>
                    <a:pt x="16088" y="15421"/>
                  </a:lnTo>
                  <a:lnTo>
                    <a:pt x="15999" y="15369"/>
                  </a:lnTo>
                  <a:close/>
                  <a:moveTo>
                    <a:pt x="16580" y="16214"/>
                  </a:moveTo>
                  <a:lnTo>
                    <a:pt x="16491" y="16266"/>
                  </a:lnTo>
                  <a:lnTo>
                    <a:pt x="16446" y="16372"/>
                  </a:lnTo>
                  <a:lnTo>
                    <a:pt x="16357" y="16424"/>
                  </a:lnTo>
                  <a:lnTo>
                    <a:pt x="16267" y="16478"/>
                  </a:lnTo>
                  <a:lnTo>
                    <a:pt x="16177" y="16636"/>
                  </a:lnTo>
                  <a:lnTo>
                    <a:pt x="16177" y="16953"/>
                  </a:lnTo>
                  <a:lnTo>
                    <a:pt x="16222" y="17059"/>
                  </a:lnTo>
                  <a:lnTo>
                    <a:pt x="16311" y="17218"/>
                  </a:lnTo>
                  <a:lnTo>
                    <a:pt x="16625" y="17218"/>
                  </a:lnTo>
                  <a:lnTo>
                    <a:pt x="16760" y="17164"/>
                  </a:lnTo>
                  <a:lnTo>
                    <a:pt x="16894" y="17059"/>
                  </a:lnTo>
                  <a:lnTo>
                    <a:pt x="16939" y="16899"/>
                  </a:lnTo>
                  <a:lnTo>
                    <a:pt x="17029" y="16741"/>
                  </a:lnTo>
                  <a:lnTo>
                    <a:pt x="17029" y="16583"/>
                  </a:lnTo>
                  <a:lnTo>
                    <a:pt x="16985" y="16478"/>
                  </a:lnTo>
                  <a:lnTo>
                    <a:pt x="16939" y="16372"/>
                  </a:lnTo>
                  <a:lnTo>
                    <a:pt x="16894" y="16266"/>
                  </a:lnTo>
                  <a:lnTo>
                    <a:pt x="16760" y="16214"/>
                  </a:lnTo>
                  <a:close/>
                  <a:moveTo>
                    <a:pt x="14922" y="16636"/>
                  </a:moveTo>
                  <a:lnTo>
                    <a:pt x="14833" y="16689"/>
                  </a:lnTo>
                  <a:lnTo>
                    <a:pt x="14744" y="16848"/>
                  </a:lnTo>
                  <a:lnTo>
                    <a:pt x="14699" y="17006"/>
                  </a:lnTo>
                  <a:lnTo>
                    <a:pt x="14699" y="17376"/>
                  </a:lnTo>
                  <a:lnTo>
                    <a:pt x="14788" y="17798"/>
                  </a:lnTo>
                  <a:lnTo>
                    <a:pt x="14968" y="18114"/>
                  </a:lnTo>
                  <a:lnTo>
                    <a:pt x="15057" y="18168"/>
                  </a:lnTo>
                  <a:lnTo>
                    <a:pt x="15147" y="18221"/>
                  </a:lnTo>
                  <a:lnTo>
                    <a:pt x="15282" y="18221"/>
                  </a:lnTo>
                  <a:lnTo>
                    <a:pt x="15371" y="18114"/>
                  </a:lnTo>
                  <a:lnTo>
                    <a:pt x="15416" y="18061"/>
                  </a:lnTo>
                  <a:lnTo>
                    <a:pt x="15505" y="18061"/>
                  </a:lnTo>
                  <a:lnTo>
                    <a:pt x="15640" y="18168"/>
                  </a:lnTo>
                  <a:lnTo>
                    <a:pt x="15730" y="18168"/>
                  </a:lnTo>
                  <a:lnTo>
                    <a:pt x="15819" y="18114"/>
                  </a:lnTo>
                  <a:lnTo>
                    <a:pt x="15864" y="18061"/>
                  </a:lnTo>
                  <a:lnTo>
                    <a:pt x="15908" y="17903"/>
                  </a:lnTo>
                  <a:lnTo>
                    <a:pt x="15864" y="17744"/>
                  </a:lnTo>
                  <a:lnTo>
                    <a:pt x="15774" y="17586"/>
                  </a:lnTo>
                  <a:lnTo>
                    <a:pt x="15640" y="17534"/>
                  </a:lnTo>
                  <a:lnTo>
                    <a:pt x="15460" y="17481"/>
                  </a:lnTo>
                  <a:lnTo>
                    <a:pt x="15326" y="17481"/>
                  </a:lnTo>
                  <a:lnTo>
                    <a:pt x="15236" y="17534"/>
                  </a:lnTo>
                  <a:lnTo>
                    <a:pt x="15147" y="17323"/>
                  </a:lnTo>
                  <a:lnTo>
                    <a:pt x="15147" y="16794"/>
                  </a:lnTo>
                  <a:lnTo>
                    <a:pt x="15102" y="16689"/>
                  </a:lnTo>
                  <a:lnTo>
                    <a:pt x="15013" y="16636"/>
                  </a:lnTo>
                  <a:close/>
                  <a:moveTo>
                    <a:pt x="17163" y="7869"/>
                  </a:moveTo>
                  <a:lnTo>
                    <a:pt x="17343" y="7923"/>
                  </a:lnTo>
                  <a:lnTo>
                    <a:pt x="17702" y="8133"/>
                  </a:lnTo>
                  <a:lnTo>
                    <a:pt x="17925" y="8239"/>
                  </a:lnTo>
                  <a:lnTo>
                    <a:pt x="18239" y="8503"/>
                  </a:lnTo>
                  <a:lnTo>
                    <a:pt x="18508" y="8768"/>
                  </a:lnTo>
                  <a:lnTo>
                    <a:pt x="18777" y="9085"/>
                  </a:lnTo>
                  <a:lnTo>
                    <a:pt x="19046" y="9453"/>
                  </a:lnTo>
                  <a:lnTo>
                    <a:pt x="19269" y="9876"/>
                  </a:lnTo>
                  <a:lnTo>
                    <a:pt x="19403" y="10352"/>
                  </a:lnTo>
                  <a:lnTo>
                    <a:pt x="19538" y="10827"/>
                  </a:lnTo>
                  <a:lnTo>
                    <a:pt x="19628" y="11302"/>
                  </a:lnTo>
                  <a:lnTo>
                    <a:pt x="19673" y="11830"/>
                  </a:lnTo>
                  <a:lnTo>
                    <a:pt x="19673" y="12305"/>
                  </a:lnTo>
                  <a:lnTo>
                    <a:pt x="19628" y="13309"/>
                  </a:lnTo>
                  <a:lnTo>
                    <a:pt x="19494" y="14312"/>
                  </a:lnTo>
                  <a:lnTo>
                    <a:pt x="19269" y="15262"/>
                  </a:lnTo>
                  <a:lnTo>
                    <a:pt x="18956" y="16161"/>
                  </a:lnTo>
                  <a:lnTo>
                    <a:pt x="18777" y="16636"/>
                  </a:lnTo>
                  <a:lnTo>
                    <a:pt x="18552" y="17059"/>
                  </a:lnTo>
                  <a:lnTo>
                    <a:pt x="18328" y="17428"/>
                  </a:lnTo>
                  <a:lnTo>
                    <a:pt x="18060" y="17798"/>
                  </a:lnTo>
                  <a:lnTo>
                    <a:pt x="17746" y="18168"/>
                  </a:lnTo>
                  <a:lnTo>
                    <a:pt x="17432" y="18484"/>
                  </a:lnTo>
                  <a:lnTo>
                    <a:pt x="17119" y="18748"/>
                  </a:lnTo>
                  <a:lnTo>
                    <a:pt x="16760" y="18960"/>
                  </a:lnTo>
                  <a:lnTo>
                    <a:pt x="16357" y="19171"/>
                  </a:lnTo>
                  <a:lnTo>
                    <a:pt x="15954" y="19383"/>
                  </a:lnTo>
                  <a:lnTo>
                    <a:pt x="15640" y="19435"/>
                  </a:lnTo>
                  <a:lnTo>
                    <a:pt x="15282" y="19488"/>
                  </a:lnTo>
                  <a:lnTo>
                    <a:pt x="15057" y="19435"/>
                  </a:lnTo>
                  <a:lnTo>
                    <a:pt x="14878" y="19330"/>
                  </a:lnTo>
                  <a:lnTo>
                    <a:pt x="14699" y="19118"/>
                  </a:lnTo>
                  <a:lnTo>
                    <a:pt x="14565" y="18960"/>
                  </a:lnTo>
                  <a:lnTo>
                    <a:pt x="14027" y="18273"/>
                  </a:lnTo>
                  <a:lnTo>
                    <a:pt x="13802" y="17903"/>
                  </a:lnTo>
                  <a:lnTo>
                    <a:pt x="13713" y="17693"/>
                  </a:lnTo>
                  <a:lnTo>
                    <a:pt x="13668" y="17428"/>
                  </a:lnTo>
                  <a:lnTo>
                    <a:pt x="13668" y="17164"/>
                  </a:lnTo>
                  <a:lnTo>
                    <a:pt x="13758" y="16899"/>
                  </a:lnTo>
                  <a:lnTo>
                    <a:pt x="13982" y="16424"/>
                  </a:lnTo>
                  <a:lnTo>
                    <a:pt x="14430" y="15527"/>
                  </a:lnTo>
                  <a:lnTo>
                    <a:pt x="14833" y="14629"/>
                  </a:lnTo>
                  <a:lnTo>
                    <a:pt x="15236" y="13679"/>
                  </a:lnTo>
                  <a:lnTo>
                    <a:pt x="15594" y="12780"/>
                  </a:lnTo>
                  <a:lnTo>
                    <a:pt x="15730" y="12305"/>
                  </a:lnTo>
                  <a:lnTo>
                    <a:pt x="15819" y="11830"/>
                  </a:lnTo>
                  <a:lnTo>
                    <a:pt x="15864" y="11355"/>
                  </a:lnTo>
                  <a:lnTo>
                    <a:pt x="15819" y="10932"/>
                  </a:lnTo>
                  <a:lnTo>
                    <a:pt x="15730" y="10457"/>
                  </a:lnTo>
                  <a:lnTo>
                    <a:pt x="15594" y="10035"/>
                  </a:lnTo>
                  <a:lnTo>
                    <a:pt x="15550" y="9718"/>
                  </a:lnTo>
                  <a:lnTo>
                    <a:pt x="15505" y="9453"/>
                  </a:lnTo>
                  <a:lnTo>
                    <a:pt x="15550" y="9136"/>
                  </a:lnTo>
                  <a:lnTo>
                    <a:pt x="15640" y="8926"/>
                  </a:lnTo>
                  <a:lnTo>
                    <a:pt x="15730" y="8661"/>
                  </a:lnTo>
                  <a:lnTo>
                    <a:pt x="15864" y="8450"/>
                  </a:lnTo>
                  <a:lnTo>
                    <a:pt x="16043" y="8239"/>
                  </a:lnTo>
                  <a:lnTo>
                    <a:pt x="16222" y="8081"/>
                  </a:lnTo>
                  <a:lnTo>
                    <a:pt x="16267" y="8186"/>
                  </a:lnTo>
                  <a:lnTo>
                    <a:pt x="16357" y="8239"/>
                  </a:lnTo>
                  <a:lnTo>
                    <a:pt x="16536" y="8291"/>
                  </a:lnTo>
                  <a:lnTo>
                    <a:pt x="16671" y="8186"/>
                  </a:lnTo>
                  <a:lnTo>
                    <a:pt x="16760" y="8133"/>
                  </a:lnTo>
                  <a:lnTo>
                    <a:pt x="16805" y="8028"/>
                  </a:lnTo>
                  <a:lnTo>
                    <a:pt x="16894" y="7923"/>
                  </a:lnTo>
                  <a:lnTo>
                    <a:pt x="17029" y="7869"/>
                  </a:lnTo>
                  <a:close/>
                  <a:moveTo>
                    <a:pt x="16671" y="5546"/>
                  </a:moveTo>
                  <a:lnTo>
                    <a:pt x="16625" y="5651"/>
                  </a:lnTo>
                  <a:lnTo>
                    <a:pt x="16491" y="6021"/>
                  </a:lnTo>
                  <a:lnTo>
                    <a:pt x="16446" y="6444"/>
                  </a:lnTo>
                  <a:lnTo>
                    <a:pt x="16446" y="6813"/>
                  </a:lnTo>
                  <a:lnTo>
                    <a:pt x="16491" y="7236"/>
                  </a:lnTo>
                  <a:lnTo>
                    <a:pt x="16267" y="7341"/>
                  </a:lnTo>
                  <a:lnTo>
                    <a:pt x="16043" y="7448"/>
                  </a:lnTo>
                  <a:lnTo>
                    <a:pt x="15908" y="6866"/>
                  </a:lnTo>
                  <a:lnTo>
                    <a:pt x="15685" y="6391"/>
                  </a:lnTo>
                  <a:lnTo>
                    <a:pt x="15640" y="6338"/>
                  </a:lnTo>
                  <a:lnTo>
                    <a:pt x="15550" y="6338"/>
                  </a:lnTo>
                  <a:lnTo>
                    <a:pt x="15505" y="6391"/>
                  </a:lnTo>
                  <a:lnTo>
                    <a:pt x="15505" y="6444"/>
                  </a:lnTo>
                  <a:lnTo>
                    <a:pt x="15460" y="6813"/>
                  </a:lnTo>
                  <a:lnTo>
                    <a:pt x="15505" y="7129"/>
                  </a:lnTo>
                  <a:lnTo>
                    <a:pt x="15640" y="7816"/>
                  </a:lnTo>
                  <a:lnTo>
                    <a:pt x="15371" y="8133"/>
                  </a:lnTo>
                  <a:lnTo>
                    <a:pt x="15147" y="7869"/>
                  </a:lnTo>
                  <a:lnTo>
                    <a:pt x="14833" y="7448"/>
                  </a:lnTo>
                  <a:lnTo>
                    <a:pt x="14788" y="7394"/>
                  </a:lnTo>
                  <a:lnTo>
                    <a:pt x="14699" y="7448"/>
                  </a:lnTo>
                  <a:lnTo>
                    <a:pt x="14654" y="7499"/>
                  </a:lnTo>
                  <a:lnTo>
                    <a:pt x="14654" y="7606"/>
                  </a:lnTo>
                  <a:lnTo>
                    <a:pt x="14699" y="7869"/>
                  </a:lnTo>
                  <a:lnTo>
                    <a:pt x="14833" y="8133"/>
                  </a:lnTo>
                  <a:lnTo>
                    <a:pt x="14968" y="8345"/>
                  </a:lnTo>
                  <a:lnTo>
                    <a:pt x="15191" y="8503"/>
                  </a:lnTo>
                  <a:lnTo>
                    <a:pt x="15147" y="8661"/>
                  </a:lnTo>
                  <a:lnTo>
                    <a:pt x="15102" y="8715"/>
                  </a:lnTo>
                  <a:lnTo>
                    <a:pt x="14833" y="8661"/>
                  </a:lnTo>
                  <a:lnTo>
                    <a:pt x="14340" y="8398"/>
                  </a:lnTo>
                  <a:lnTo>
                    <a:pt x="14251" y="8186"/>
                  </a:lnTo>
                  <a:lnTo>
                    <a:pt x="14205" y="8133"/>
                  </a:lnTo>
                  <a:lnTo>
                    <a:pt x="14161" y="8186"/>
                  </a:lnTo>
                  <a:lnTo>
                    <a:pt x="14116" y="8398"/>
                  </a:lnTo>
                  <a:lnTo>
                    <a:pt x="14071" y="8503"/>
                  </a:lnTo>
                  <a:lnTo>
                    <a:pt x="14071" y="8608"/>
                  </a:lnTo>
                  <a:lnTo>
                    <a:pt x="14116" y="8715"/>
                  </a:lnTo>
                  <a:lnTo>
                    <a:pt x="14205" y="8820"/>
                  </a:lnTo>
                  <a:lnTo>
                    <a:pt x="14385" y="8978"/>
                  </a:lnTo>
                  <a:lnTo>
                    <a:pt x="14654" y="9136"/>
                  </a:lnTo>
                  <a:lnTo>
                    <a:pt x="15013" y="9295"/>
                  </a:lnTo>
                  <a:lnTo>
                    <a:pt x="14968" y="9612"/>
                  </a:lnTo>
                  <a:lnTo>
                    <a:pt x="15013" y="9930"/>
                  </a:lnTo>
                  <a:lnTo>
                    <a:pt x="14116" y="9930"/>
                  </a:lnTo>
                  <a:lnTo>
                    <a:pt x="13982" y="9982"/>
                  </a:lnTo>
                  <a:lnTo>
                    <a:pt x="13937" y="10088"/>
                  </a:lnTo>
                  <a:lnTo>
                    <a:pt x="13937" y="10563"/>
                  </a:lnTo>
                  <a:lnTo>
                    <a:pt x="14027" y="10773"/>
                  </a:lnTo>
                  <a:lnTo>
                    <a:pt x="14116" y="10932"/>
                  </a:lnTo>
                  <a:lnTo>
                    <a:pt x="14161" y="10985"/>
                  </a:lnTo>
                  <a:lnTo>
                    <a:pt x="14565" y="11460"/>
                  </a:lnTo>
                  <a:lnTo>
                    <a:pt x="14833" y="11672"/>
                  </a:lnTo>
                  <a:lnTo>
                    <a:pt x="14968" y="11777"/>
                  </a:lnTo>
                  <a:lnTo>
                    <a:pt x="15102" y="11830"/>
                  </a:lnTo>
                  <a:lnTo>
                    <a:pt x="15236" y="11830"/>
                  </a:lnTo>
                  <a:lnTo>
                    <a:pt x="15102" y="12305"/>
                  </a:lnTo>
                  <a:lnTo>
                    <a:pt x="14968" y="12675"/>
                  </a:lnTo>
                  <a:lnTo>
                    <a:pt x="14922" y="12728"/>
                  </a:lnTo>
                  <a:lnTo>
                    <a:pt x="14878" y="12780"/>
                  </a:lnTo>
                  <a:lnTo>
                    <a:pt x="14430" y="12570"/>
                  </a:lnTo>
                  <a:lnTo>
                    <a:pt x="14116" y="12358"/>
                  </a:lnTo>
                  <a:lnTo>
                    <a:pt x="13847" y="12042"/>
                  </a:lnTo>
                  <a:lnTo>
                    <a:pt x="13713" y="12042"/>
                  </a:lnTo>
                  <a:lnTo>
                    <a:pt x="13668" y="12147"/>
                  </a:lnTo>
                  <a:lnTo>
                    <a:pt x="13668" y="12253"/>
                  </a:lnTo>
                  <a:lnTo>
                    <a:pt x="13847" y="12570"/>
                  </a:lnTo>
                  <a:lnTo>
                    <a:pt x="14116" y="12887"/>
                  </a:lnTo>
                  <a:lnTo>
                    <a:pt x="14430" y="13150"/>
                  </a:lnTo>
                  <a:lnTo>
                    <a:pt x="14744" y="13309"/>
                  </a:lnTo>
                  <a:lnTo>
                    <a:pt x="14474" y="13890"/>
                  </a:lnTo>
                  <a:lnTo>
                    <a:pt x="14340" y="13890"/>
                  </a:lnTo>
                  <a:lnTo>
                    <a:pt x="14251" y="13995"/>
                  </a:lnTo>
                  <a:lnTo>
                    <a:pt x="13758" y="13574"/>
                  </a:lnTo>
                  <a:lnTo>
                    <a:pt x="13310" y="13150"/>
                  </a:lnTo>
                  <a:lnTo>
                    <a:pt x="13265" y="13097"/>
                  </a:lnTo>
                  <a:lnTo>
                    <a:pt x="13219" y="13150"/>
                  </a:lnTo>
                  <a:lnTo>
                    <a:pt x="12951" y="13520"/>
                  </a:lnTo>
                  <a:lnTo>
                    <a:pt x="12682" y="13890"/>
                  </a:lnTo>
                  <a:lnTo>
                    <a:pt x="12593" y="13890"/>
                  </a:lnTo>
                  <a:lnTo>
                    <a:pt x="12502" y="13942"/>
                  </a:lnTo>
                  <a:lnTo>
                    <a:pt x="12458" y="14049"/>
                  </a:lnTo>
                  <a:lnTo>
                    <a:pt x="12502" y="14154"/>
                  </a:lnTo>
                  <a:lnTo>
                    <a:pt x="13130" y="14841"/>
                  </a:lnTo>
                  <a:lnTo>
                    <a:pt x="13668" y="15579"/>
                  </a:lnTo>
                  <a:lnTo>
                    <a:pt x="13399" y="16214"/>
                  </a:lnTo>
                  <a:lnTo>
                    <a:pt x="13175" y="16056"/>
                  </a:lnTo>
                  <a:lnTo>
                    <a:pt x="12951" y="15949"/>
                  </a:lnTo>
                  <a:lnTo>
                    <a:pt x="12682" y="15897"/>
                  </a:lnTo>
                  <a:lnTo>
                    <a:pt x="12593" y="15844"/>
                  </a:lnTo>
                  <a:lnTo>
                    <a:pt x="12458" y="15791"/>
                  </a:lnTo>
                  <a:lnTo>
                    <a:pt x="12413" y="15737"/>
                  </a:lnTo>
                  <a:lnTo>
                    <a:pt x="12324" y="15737"/>
                  </a:lnTo>
                  <a:lnTo>
                    <a:pt x="12190" y="15791"/>
                  </a:lnTo>
                  <a:lnTo>
                    <a:pt x="12144" y="15949"/>
                  </a:lnTo>
                  <a:lnTo>
                    <a:pt x="12144" y="16056"/>
                  </a:lnTo>
                  <a:lnTo>
                    <a:pt x="12190" y="16107"/>
                  </a:lnTo>
                  <a:lnTo>
                    <a:pt x="12368" y="16319"/>
                  </a:lnTo>
                  <a:lnTo>
                    <a:pt x="12593" y="16478"/>
                  </a:lnTo>
                  <a:lnTo>
                    <a:pt x="12907" y="16636"/>
                  </a:lnTo>
                  <a:lnTo>
                    <a:pt x="13041" y="16689"/>
                  </a:lnTo>
                  <a:lnTo>
                    <a:pt x="13175" y="16689"/>
                  </a:lnTo>
                  <a:lnTo>
                    <a:pt x="13130" y="16953"/>
                  </a:lnTo>
                  <a:lnTo>
                    <a:pt x="13085" y="17218"/>
                  </a:lnTo>
                  <a:lnTo>
                    <a:pt x="13041" y="17534"/>
                  </a:lnTo>
                  <a:lnTo>
                    <a:pt x="13085" y="17798"/>
                  </a:lnTo>
                  <a:lnTo>
                    <a:pt x="13175" y="18114"/>
                  </a:lnTo>
                  <a:lnTo>
                    <a:pt x="12996" y="18273"/>
                  </a:lnTo>
                  <a:lnTo>
                    <a:pt x="12772" y="18538"/>
                  </a:lnTo>
                  <a:lnTo>
                    <a:pt x="12682" y="18643"/>
                  </a:lnTo>
                  <a:lnTo>
                    <a:pt x="12593" y="18643"/>
                  </a:lnTo>
                  <a:lnTo>
                    <a:pt x="12548" y="18696"/>
                  </a:lnTo>
                  <a:lnTo>
                    <a:pt x="12502" y="18801"/>
                  </a:lnTo>
                  <a:lnTo>
                    <a:pt x="12502" y="18960"/>
                  </a:lnTo>
                  <a:lnTo>
                    <a:pt x="12548" y="19013"/>
                  </a:lnTo>
                  <a:lnTo>
                    <a:pt x="12593" y="19065"/>
                  </a:lnTo>
                  <a:lnTo>
                    <a:pt x="12772" y="19065"/>
                  </a:lnTo>
                  <a:lnTo>
                    <a:pt x="12907" y="19013"/>
                  </a:lnTo>
                  <a:lnTo>
                    <a:pt x="13130" y="18801"/>
                  </a:lnTo>
                  <a:lnTo>
                    <a:pt x="13444" y="18590"/>
                  </a:lnTo>
                  <a:lnTo>
                    <a:pt x="13937" y="19223"/>
                  </a:lnTo>
                  <a:lnTo>
                    <a:pt x="14027" y="19330"/>
                  </a:lnTo>
                  <a:lnTo>
                    <a:pt x="13847" y="19593"/>
                  </a:lnTo>
                  <a:lnTo>
                    <a:pt x="13758" y="19910"/>
                  </a:lnTo>
                  <a:lnTo>
                    <a:pt x="13668" y="19910"/>
                  </a:lnTo>
                  <a:lnTo>
                    <a:pt x="13579" y="19963"/>
                  </a:lnTo>
                  <a:lnTo>
                    <a:pt x="13444" y="20068"/>
                  </a:lnTo>
                  <a:lnTo>
                    <a:pt x="13399" y="20175"/>
                  </a:lnTo>
                  <a:lnTo>
                    <a:pt x="13444" y="20333"/>
                  </a:lnTo>
                  <a:lnTo>
                    <a:pt x="13488" y="20491"/>
                  </a:lnTo>
                  <a:lnTo>
                    <a:pt x="13623" y="20597"/>
                  </a:lnTo>
                  <a:lnTo>
                    <a:pt x="13758" y="20650"/>
                  </a:lnTo>
                  <a:lnTo>
                    <a:pt x="13893" y="20650"/>
                  </a:lnTo>
                  <a:lnTo>
                    <a:pt x="14027" y="20545"/>
                  </a:lnTo>
                  <a:lnTo>
                    <a:pt x="14116" y="20438"/>
                  </a:lnTo>
                  <a:lnTo>
                    <a:pt x="14205" y="20280"/>
                  </a:lnTo>
                  <a:lnTo>
                    <a:pt x="14251" y="20121"/>
                  </a:lnTo>
                  <a:lnTo>
                    <a:pt x="14251" y="19963"/>
                  </a:lnTo>
                  <a:lnTo>
                    <a:pt x="14340" y="19751"/>
                  </a:lnTo>
                  <a:lnTo>
                    <a:pt x="14474" y="19910"/>
                  </a:lnTo>
                  <a:lnTo>
                    <a:pt x="14654" y="20016"/>
                  </a:lnTo>
                  <a:lnTo>
                    <a:pt x="14833" y="20121"/>
                  </a:lnTo>
                  <a:lnTo>
                    <a:pt x="15057" y="20175"/>
                  </a:lnTo>
                  <a:lnTo>
                    <a:pt x="15102" y="20227"/>
                  </a:lnTo>
                  <a:lnTo>
                    <a:pt x="14968" y="20545"/>
                  </a:lnTo>
                  <a:lnTo>
                    <a:pt x="14878" y="20808"/>
                  </a:lnTo>
                  <a:lnTo>
                    <a:pt x="14788" y="20967"/>
                  </a:lnTo>
                  <a:lnTo>
                    <a:pt x="14654" y="21020"/>
                  </a:lnTo>
                  <a:lnTo>
                    <a:pt x="14608" y="21020"/>
                  </a:lnTo>
                  <a:lnTo>
                    <a:pt x="14519" y="21072"/>
                  </a:lnTo>
                  <a:lnTo>
                    <a:pt x="14474" y="21230"/>
                  </a:lnTo>
                  <a:lnTo>
                    <a:pt x="14474" y="21388"/>
                  </a:lnTo>
                  <a:lnTo>
                    <a:pt x="14565" y="21495"/>
                  </a:lnTo>
                  <a:lnTo>
                    <a:pt x="14654" y="21600"/>
                  </a:lnTo>
                  <a:lnTo>
                    <a:pt x="14744" y="21600"/>
                  </a:lnTo>
                  <a:lnTo>
                    <a:pt x="14922" y="21547"/>
                  </a:lnTo>
                  <a:lnTo>
                    <a:pt x="15102" y="21388"/>
                  </a:lnTo>
                  <a:lnTo>
                    <a:pt x="15236" y="21230"/>
                  </a:lnTo>
                  <a:lnTo>
                    <a:pt x="15326" y="20967"/>
                  </a:lnTo>
                  <a:lnTo>
                    <a:pt x="15416" y="20755"/>
                  </a:lnTo>
                  <a:lnTo>
                    <a:pt x="15505" y="20227"/>
                  </a:lnTo>
                  <a:lnTo>
                    <a:pt x="16043" y="20121"/>
                  </a:lnTo>
                  <a:lnTo>
                    <a:pt x="16536" y="19910"/>
                  </a:lnTo>
                  <a:lnTo>
                    <a:pt x="16222" y="20913"/>
                  </a:lnTo>
                  <a:lnTo>
                    <a:pt x="16133" y="21178"/>
                  </a:lnTo>
                  <a:lnTo>
                    <a:pt x="16133" y="21337"/>
                  </a:lnTo>
                  <a:lnTo>
                    <a:pt x="16177" y="21388"/>
                  </a:lnTo>
                  <a:lnTo>
                    <a:pt x="16222" y="21495"/>
                  </a:lnTo>
                  <a:lnTo>
                    <a:pt x="16311" y="21547"/>
                  </a:lnTo>
                  <a:lnTo>
                    <a:pt x="16402" y="21547"/>
                  </a:lnTo>
                  <a:lnTo>
                    <a:pt x="16491" y="21495"/>
                  </a:lnTo>
                  <a:lnTo>
                    <a:pt x="16580" y="21442"/>
                  </a:lnTo>
                  <a:lnTo>
                    <a:pt x="16625" y="21337"/>
                  </a:lnTo>
                  <a:lnTo>
                    <a:pt x="16760" y="20967"/>
                  </a:lnTo>
                  <a:lnTo>
                    <a:pt x="16850" y="20545"/>
                  </a:lnTo>
                  <a:lnTo>
                    <a:pt x="16894" y="20121"/>
                  </a:lnTo>
                  <a:lnTo>
                    <a:pt x="16894" y="19751"/>
                  </a:lnTo>
                  <a:lnTo>
                    <a:pt x="17432" y="19383"/>
                  </a:lnTo>
                  <a:lnTo>
                    <a:pt x="17477" y="20068"/>
                  </a:lnTo>
                  <a:lnTo>
                    <a:pt x="17522" y="20227"/>
                  </a:lnTo>
                  <a:lnTo>
                    <a:pt x="17566" y="20333"/>
                  </a:lnTo>
                  <a:lnTo>
                    <a:pt x="17566" y="20385"/>
                  </a:lnTo>
                  <a:lnTo>
                    <a:pt x="17611" y="20545"/>
                  </a:lnTo>
                  <a:lnTo>
                    <a:pt x="17702" y="20650"/>
                  </a:lnTo>
                  <a:lnTo>
                    <a:pt x="17925" y="20650"/>
                  </a:lnTo>
                  <a:lnTo>
                    <a:pt x="17925" y="20597"/>
                  </a:lnTo>
                  <a:lnTo>
                    <a:pt x="18014" y="20491"/>
                  </a:lnTo>
                  <a:lnTo>
                    <a:pt x="18060" y="20385"/>
                  </a:lnTo>
                  <a:lnTo>
                    <a:pt x="17970" y="20016"/>
                  </a:lnTo>
                  <a:lnTo>
                    <a:pt x="17925" y="19646"/>
                  </a:lnTo>
                  <a:lnTo>
                    <a:pt x="17791" y="19118"/>
                  </a:lnTo>
                  <a:lnTo>
                    <a:pt x="18328" y="18538"/>
                  </a:lnTo>
                  <a:lnTo>
                    <a:pt x="18463" y="18748"/>
                  </a:lnTo>
                  <a:lnTo>
                    <a:pt x="18597" y="18906"/>
                  </a:lnTo>
                  <a:lnTo>
                    <a:pt x="18777" y="19223"/>
                  </a:lnTo>
                  <a:lnTo>
                    <a:pt x="18911" y="19383"/>
                  </a:lnTo>
                  <a:lnTo>
                    <a:pt x="19046" y="19488"/>
                  </a:lnTo>
                  <a:lnTo>
                    <a:pt x="19135" y="19488"/>
                  </a:lnTo>
                  <a:lnTo>
                    <a:pt x="19225" y="19383"/>
                  </a:lnTo>
                  <a:lnTo>
                    <a:pt x="19269" y="19276"/>
                  </a:lnTo>
                  <a:lnTo>
                    <a:pt x="19269" y="19171"/>
                  </a:lnTo>
                  <a:lnTo>
                    <a:pt x="19225" y="18906"/>
                  </a:lnTo>
                  <a:lnTo>
                    <a:pt x="19091" y="18696"/>
                  </a:lnTo>
                  <a:lnTo>
                    <a:pt x="18911" y="18538"/>
                  </a:lnTo>
                  <a:lnTo>
                    <a:pt x="18777" y="18326"/>
                  </a:lnTo>
                  <a:lnTo>
                    <a:pt x="18642" y="18114"/>
                  </a:lnTo>
                  <a:lnTo>
                    <a:pt x="18911" y="17693"/>
                  </a:lnTo>
                  <a:lnTo>
                    <a:pt x="19180" y="17269"/>
                  </a:lnTo>
                  <a:lnTo>
                    <a:pt x="19269" y="17376"/>
                  </a:lnTo>
                  <a:lnTo>
                    <a:pt x="19538" y="17586"/>
                  </a:lnTo>
                  <a:lnTo>
                    <a:pt x="19763" y="17851"/>
                  </a:lnTo>
                  <a:lnTo>
                    <a:pt x="19852" y="17903"/>
                  </a:lnTo>
                  <a:lnTo>
                    <a:pt x="20031" y="17903"/>
                  </a:lnTo>
                  <a:lnTo>
                    <a:pt x="20077" y="17851"/>
                  </a:lnTo>
                  <a:lnTo>
                    <a:pt x="20121" y="17744"/>
                  </a:lnTo>
                  <a:lnTo>
                    <a:pt x="20166" y="17639"/>
                  </a:lnTo>
                  <a:lnTo>
                    <a:pt x="20166" y="17534"/>
                  </a:lnTo>
                  <a:lnTo>
                    <a:pt x="20077" y="17428"/>
                  </a:lnTo>
                  <a:lnTo>
                    <a:pt x="19852" y="17164"/>
                  </a:lnTo>
                  <a:lnTo>
                    <a:pt x="19583" y="16953"/>
                  </a:lnTo>
                  <a:lnTo>
                    <a:pt x="19403" y="16848"/>
                  </a:lnTo>
                  <a:lnTo>
                    <a:pt x="19717" y="16002"/>
                  </a:lnTo>
                  <a:lnTo>
                    <a:pt x="19942" y="16161"/>
                  </a:lnTo>
                  <a:lnTo>
                    <a:pt x="20300" y="16319"/>
                  </a:lnTo>
                  <a:lnTo>
                    <a:pt x="20749" y="16424"/>
                  </a:lnTo>
                  <a:lnTo>
                    <a:pt x="20838" y="16424"/>
                  </a:lnTo>
                  <a:lnTo>
                    <a:pt x="20883" y="16372"/>
                  </a:lnTo>
                  <a:lnTo>
                    <a:pt x="20928" y="16266"/>
                  </a:lnTo>
                  <a:lnTo>
                    <a:pt x="20972" y="16161"/>
                  </a:lnTo>
                  <a:lnTo>
                    <a:pt x="20972" y="16056"/>
                  </a:lnTo>
                  <a:lnTo>
                    <a:pt x="20928" y="15949"/>
                  </a:lnTo>
                  <a:lnTo>
                    <a:pt x="20883" y="15897"/>
                  </a:lnTo>
                  <a:lnTo>
                    <a:pt x="20794" y="15844"/>
                  </a:lnTo>
                  <a:lnTo>
                    <a:pt x="20480" y="15791"/>
                  </a:lnTo>
                  <a:lnTo>
                    <a:pt x="20211" y="15686"/>
                  </a:lnTo>
                  <a:lnTo>
                    <a:pt x="19852" y="15579"/>
                  </a:lnTo>
                  <a:lnTo>
                    <a:pt x="20031" y="14894"/>
                  </a:lnTo>
                  <a:lnTo>
                    <a:pt x="20166" y="14154"/>
                  </a:lnTo>
                  <a:lnTo>
                    <a:pt x="20435" y="14312"/>
                  </a:lnTo>
                  <a:lnTo>
                    <a:pt x="20749" y="14365"/>
                  </a:lnTo>
                  <a:lnTo>
                    <a:pt x="20928" y="14417"/>
                  </a:lnTo>
                  <a:lnTo>
                    <a:pt x="21106" y="14417"/>
                  </a:lnTo>
                  <a:lnTo>
                    <a:pt x="21286" y="14365"/>
                  </a:lnTo>
                  <a:lnTo>
                    <a:pt x="21331" y="14259"/>
                  </a:lnTo>
                  <a:lnTo>
                    <a:pt x="21375" y="14154"/>
                  </a:lnTo>
                  <a:lnTo>
                    <a:pt x="21375" y="13995"/>
                  </a:lnTo>
                  <a:lnTo>
                    <a:pt x="21241" y="13890"/>
                  </a:lnTo>
                  <a:lnTo>
                    <a:pt x="21106" y="13837"/>
                  </a:lnTo>
                  <a:lnTo>
                    <a:pt x="20972" y="13784"/>
                  </a:lnTo>
                  <a:lnTo>
                    <a:pt x="20211" y="13679"/>
                  </a:lnTo>
                  <a:lnTo>
                    <a:pt x="20211" y="13625"/>
                  </a:lnTo>
                  <a:lnTo>
                    <a:pt x="20255" y="12939"/>
                  </a:lnTo>
                  <a:lnTo>
                    <a:pt x="20300" y="12253"/>
                  </a:lnTo>
                  <a:lnTo>
                    <a:pt x="20524" y="12358"/>
                  </a:lnTo>
                  <a:lnTo>
                    <a:pt x="20794" y="12412"/>
                  </a:lnTo>
                  <a:lnTo>
                    <a:pt x="21017" y="12464"/>
                  </a:lnTo>
                  <a:lnTo>
                    <a:pt x="21286" y="12412"/>
                  </a:lnTo>
                  <a:lnTo>
                    <a:pt x="21466" y="12358"/>
                  </a:lnTo>
                  <a:lnTo>
                    <a:pt x="21555" y="12253"/>
                  </a:lnTo>
                  <a:lnTo>
                    <a:pt x="21600" y="12147"/>
                  </a:lnTo>
                  <a:lnTo>
                    <a:pt x="21600" y="12042"/>
                  </a:lnTo>
                  <a:lnTo>
                    <a:pt x="21555" y="11935"/>
                  </a:lnTo>
                  <a:lnTo>
                    <a:pt x="21420" y="11830"/>
                  </a:lnTo>
                  <a:lnTo>
                    <a:pt x="21241" y="11830"/>
                  </a:lnTo>
                  <a:lnTo>
                    <a:pt x="20883" y="11883"/>
                  </a:lnTo>
                  <a:lnTo>
                    <a:pt x="20300" y="11830"/>
                  </a:lnTo>
                  <a:lnTo>
                    <a:pt x="20255" y="11250"/>
                  </a:lnTo>
                  <a:lnTo>
                    <a:pt x="20166" y="10668"/>
                  </a:lnTo>
                  <a:lnTo>
                    <a:pt x="20389" y="10722"/>
                  </a:lnTo>
                  <a:lnTo>
                    <a:pt x="20614" y="10722"/>
                  </a:lnTo>
                  <a:lnTo>
                    <a:pt x="20794" y="10668"/>
                  </a:lnTo>
                  <a:lnTo>
                    <a:pt x="21017" y="10563"/>
                  </a:lnTo>
                  <a:lnTo>
                    <a:pt x="21197" y="10457"/>
                  </a:lnTo>
                  <a:lnTo>
                    <a:pt x="21241" y="10352"/>
                  </a:lnTo>
                  <a:lnTo>
                    <a:pt x="21286" y="10246"/>
                  </a:lnTo>
                  <a:lnTo>
                    <a:pt x="21286" y="10088"/>
                  </a:lnTo>
                  <a:lnTo>
                    <a:pt x="21197" y="9982"/>
                  </a:lnTo>
                  <a:lnTo>
                    <a:pt x="21152" y="9930"/>
                  </a:lnTo>
                  <a:lnTo>
                    <a:pt x="20928" y="9930"/>
                  </a:lnTo>
                  <a:lnTo>
                    <a:pt x="20703" y="10035"/>
                  </a:lnTo>
                  <a:lnTo>
                    <a:pt x="20480" y="10088"/>
                  </a:lnTo>
                  <a:lnTo>
                    <a:pt x="20031" y="10193"/>
                  </a:lnTo>
                  <a:lnTo>
                    <a:pt x="19942" y="9930"/>
                  </a:lnTo>
                  <a:lnTo>
                    <a:pt x="19717" y="9348"/>
                  </a:lnTo>
                  <a:lnTo>
                    <a:pt x="20031" y="9243"/>
                  </a:lnTo>
                  <a:lnTo>
                    <a:pt x="20480" y="9031"/>
                  </a:lnTo>
                  <a:lnTo>
                    <a:pt x="20703" y="8926"/>
                  </a:lnTo>
                  <a:lnTo>
                    <a:pt x="20883" y="8768"/>
                  </a:lnTo>
                  <a:lnTo>
                    <a:pt x="20928" y="8715"/>
                  </a:lnTo>
                  <a:lnTo>
                    <a:pt x="20928" y="8503"/>
                  </a:lnTo>
                  <a:lnTo>
                    <a:pt x="20794" y="8398"/>
                  </a:lnTo>
                  <a:lnTo>
                    <a:pt x="20658" y="8345"/>
                  </a:lnTo>
                  <a:lnTo>
                    <a:pt x="20480" y="8398"/>
                  </a:lnTo>
                  <a:lnTo>
                    <a:pt x="20255" y="8503"/>
                  </a:lnTo>
                  <a:lnTo>
                    <a:pt x="19852" y="8768"/>
                  </a:lnTo>
                  <a:lnTo>
                    <a:pt x="19673" y="8873"/>
                  </a:lnTo>
                  <a:lnTo>
                    <a:pt x="19494" y="8978"/>
                  </a:lnTo>
                  <a:lnTo>
                    <a:pt x="19494" y="8873"/>
                  </a:lnTo>
                  <a:lnTo>
                    <a:pt x="19449" y="8873"/>
                  </a:lnTo>
                  <a:lnTo>
                    <a:pt x="19046" y="8345"/>
                  </a:lnTo>
                  <a:lnTo>
                    <a:pt x="19449" y="7923"/>
                  </a:lnTo>
                  <a:lnTo>
                    <a:pt x="19852" y="7448"/>
                  </a:lnTo>
                  <a:lnTo>
                    <a:pt x="19897" y="7341"/>
                  </a:lnTo>
                  <a:lnTo>
                    <a:pt x="19942" y="7183"/>
                  </a:lnTo>
                  <a:lnTo>
                    <a:pt x="19897" y="7078"/>
                  </a:lnTo>
                  <a:lnTo>
                    <a:pt x="19852" y="7024"/>
                  </a:lnTo>
                  <a:lnTo>
                    <a:pt x="19763" y="6919"/>
                  </a:lnTo>
                  <a:lnTo>
                    <a:pt x="19583" y="6919"/>
                  </a:lnTo>
                  <a:lnTo>
                    <a:pt x="19494" y="6971"/>
                  </a:lnTo>
                  <a:lnTo>
                    <a:pt x="19091" y="7499"/>
                  </a:lnTo>
                  <a:lnTo>
                    <a:pt x="18732" y="8028"/>
                  </a:lnTo>
                  <a:lnTo>
                    <a:pt x="18418" y="7764"/>
                  </a:lnTo>
                  <a:lnTo>
                    <a:pt x="18105" y="7553"/>
                  </a:lnTo>
                  <a:lnTo>
                    <a:pt x="17925" y="7448"/>
                  </a:lnTo>
                  <a:lnTo>
                    <a:pt x="18014" y="7236"/>
                  </a:lnTo>
                  <a:lnTo>
                    <a:pt x="18283" y="6708"/>
                  </a:lnTo>
                  <a:lnTo>
                    <a:pt x="18328" y="6603"/>
                  </a:lnTo>
                  <a:lnTo>
                    <a:pt x="18328" y="6496"/>
                  </a:lnTo>
                  <a:lnTo>
                    <a:pt x="18239" y="6338"/>
                  </a:lnTo>
                  <a:lnTo>
                    <a:pt x="18149" y="6286"/>
                  </a:lnTo>
                  <a:lnTo>
                    <a:pt x="18014" y="6286"/>
                  </a:lnTo>
                  <a:lnTo>
                    <a:pt x="17925" y="6391"/>
                  </a:lnTo>
                  <a:lnTo>
                    <a:pt x="17746" y="6654"/>
                  </a:lnTo>
                  <a:lnTo>
                    <a:pt x="17611" y="6971"/>
                  </a:lnTo>
                  <a:lnTo>
                    <a:pt x="17522" y="7236"/>
                  </a:lnTo>
                  <a:lnTo>
                    <a:pt x="17297" y="7183"/>
                  </a:lnTo>
                  <a:lnTo>
                    <a:pt x="17029" y="7183"/>
                  </a:lnTo>
                  <a:lnTo>
                    <a:pt x="16985" y="6813"/>
                  </a:lnTo>
                  <a:lnTo>
                    <a:pt x="16939" y="6444"/>
                  </a:lnTo>
                  <a:lnTo>
                    <a:pt x="16894" y="5704"/>
                  </a:lnTo>
                  <a:lnTo>
                    <a:pt x="16894" y="5599"/>
                  </a:lnTo>
                  <a:lnTo>
                    <a:pt x="16805" y="5546"/>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A4C2F4"/>
                  </a:solidFill>
                </a:defRPr>
              </a:pPr>
            </a:p>
          </p:txBody>
        </p:sp>
        <p:sp>
          <p:nvSpPr>
            <p:cNvPr id="790" name="Google Shape;317;p5"/>
            <p:cNvSpPr/>
            <p:nvPr/>
          </p:nvSpPr>
          <p:spPr>
            <a:xfrm>
              <a:off x="47316" y="3536731"/>
              <a:ext cx="355383" cy="3068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183" y="1280"/>
                  </a:moveTo>
                  <a:lnTo>
                    <a:pt x="8700" y="1366"/>
                  </a:lnTo>
                  <a:lnTo>
                    <a:pt x="9214" y="1622"/>
                  </a:lnTo>
                  <a:lnTo>
                    <a:pt x="9731" y="1964"/>
                  </a:lnTo>
                  <a:lnTo>
                    <a:pt x="10099" y="2476"/>
                  </a:lnTo>
                  <a:lnTo>
                    <a:pt x="10322" y="2818"/>
                  </a:lnTo>
                  <a:lnTo>
                    <a:pt x="10468" y="3244"/>
                  </a:lnTo>
                  <a:lnTo>
                    <a:pt x="10543" y="3586"/>
                  </a:lnTo>
                  <a:lnTo>
                    <a:pt x="10615" y="4012"/>
                  </a:lnTo>
                  <a:lnTo>
                    <a:pt x="10615" y="4866"/>
                  </a:lnTo>
                  <a:lnTo>
                    <a:pt x="10543" y="5721"/>
                  </a:lnTo>
                  <a:lnTo>
                    <a:pt x="10468" y="6146"/>
                  </a:lnTo>
                  <a:lnTo>
                    <a:pt x="9435" y="4098"/>
                  </a:lnTo>
                  <a:lnTo>
                    <a:pt x="8183" y="1280"/>
                  </a:lnTo>
                  <a:close/>
                  <a:moveTo>
                    <a:pt x="2727" y="7001"/>
                  </a:moveTo>
                  <a:lnTo>
                    <a:pt x="3023" y="7599"/>
                  </a:lnTo>
                  <a:lnTo>
                    <a:pt x="3244" y="8281"/>
                  </a:lnTo>
                  <a:lnTo>
                    <a:pt x="3611" y="8965"/>
                  </a:lnTo>
                  <a:lnTo>
                    <a:pt x="2948" y="8793"/>
                  </a:lnTo>
                  <a:lnTo>
                    <a:pt x="2285" y="8709"/>
                  </a:lnTo>
                  <a:lnTo>
                    <a:pt x="2655" y="7257"/>
                  </a:lnTo>
                  <a:lnTo>
                    <a:pt x="2727" y="7001"/>
                  </a:lnTo>
                  <a:close/>
                  <a:moveTo>
                    <a:pt x="7667" y="1280"/>
                  </a:moveTo>
                  <a:lnTo>
                    <a:pt x="8183" y="2732"/>
                  </a:lnTo>
                  <a:lnTo>
                    <a:pt x="8700" y="4185"/>
                  </a:lnTo>
                  <a:lnTo>
                    <a:pt x="9435" y="5890"/>
                  </a:lnTo>
                  <a:lnTo>
                    <a:pt x="10247" y="7599"/>
                  </a:lnTo>
                  <a:lnTo>
                    <a:pt x="10026" y="8965"/>
                  </a:lnTo>
                  <a:lnTo>
                    <a:pt x="9510" y="7427"/>
                  </a:lnTo>
                  <a:lnTo>
                    <a:pt x="8993" y="5890"/>
                  </a:lnTo>
                  <a:lnTo>
                    <a:pt x="8551" y="4610"/>
                  </a:lnTo>
                  <a:lnTo>
                    <a:pt x="8109" y="3414"/>
                  </a:lnTo>
                  <a:lnTo>
                    <a:pt x="7520" y="2048"/>
                  </a:lnTo>
                  <a:lnTo>
                    <a:pt x="7150" y="1366"/>
                  </a:lnTo>
                  <a:lnTo>
                    <a:pt x="7667" y="1280"/>
                  </a:lnTo>
                  <a:close/>
                  <a:moveTo>
                    <a:pt x="3539" y="4012"/>
                  </a:moveTo>
                  <a:lnTo>
                    <a:pt x="3465" y="4185"/>
                  </a:lnTo>
                  <a:lnTo>
                    <a:pt x="3539" y="4524"/>
                  </a:lnTo>
                  <a:lnTo>
                    <a:pt x="3686" y="4697"/>
                  </a:lnTo>
                  <a:lnTo>
                    <a:pt x="3907" y="4780"/>
                  </a:lnTo>
                  <a:lnTo>
                    <a:pt x="4128" y="4780"/>
                  </a:lnTo>
                  <a:lnTo>
                    <a:pt x="4570" y="5890"/>
                  </a:lnTo>
                  <a:lnTo>
                    <a:pt x="4940" y="6915"/>
                  </a:lnTo>
                  <a:lnTo>
                    <a:pt x="6045" y="9733"/>
                  </a:lnTo>
                  <a:lnTo>
                    <a:pt x="6192" y="10075"/>
                  </a:lnTo>
                  <a:lnTo>
                    <a:pt x="5677" y="9903"/>
                  </a:lnTo>
                  <a:lnTo>
                    <a:pt x="4940" y="9477"/>
                  </a:lnTo>
                  <a:lnTo>
                    <a:pt x="4349" y="8709"/>
                  </a:lnTo>
                  <a:lnTo>
                    <a:pt x="3907" y="7855"/>
                  </a:lnTo>
                  <a:lnTo>
                    <a:pt x="3465" y="6831"/>
                  </a:lnTo>
                  <a:lnTo>
                    <a:pt x="3318" y="6319"/>
                  </a:lnTo>
                  <a:lnTo>
                    <a:pt x="3023" y="5804"/>
                  </a:lnTo>
                  <a:lnTo>
                    <a:pt x="3465" y="4098"/>
                  </a:lnTo>
                  <a:lnTo>
                    <a:pt x="3539" y="4012"/>
                  </a:lnTo>
                  <a:close/>
                  <a:moveTo>
                    <a:pt x="5233" y="2732"/>
                  </a:moveTo>
                  <a:lnTo>
                    <a:pt x="5456" y="3756"/>
                  </a:lnTo>
                  <a:lnTo>
                    <a:pt x="5750" y="4780"/>
                  </a:lnTo>
                  <a:lnTo>
                    <a:pt x="6487" y="6745"/>
                  </a:lnTo>
                  <a:lnTo>
                    <a:pt x="8035" y="10927"/>
                  </a:lnTo>
                  <a:lnTo>
                    <a:pt x="7299" y="10587"/>
                  </a:lnTo>
                  <a:lnTo>
                    <a:pt x="7078" y="10159"/>
                  </a:lnTo>
                  <a:lnTo>
                    <a:pt x="6634" y="9049"/>
                  </a:lnTo>
                  <a:lnTo>
                    <a:pt x="5750" y="6831"/>
                  </a:lnTo>
                  <a:lnTo>
                    <a:pt x="4570" y="4268"/>
                  </a:lnTo>
                  <a:lnTo>
                    <a:pt x="4644" y="3842"/>
                  </a:lnTo>
                  <a:lnTo>
                    <a:pt x="4865" y="3414"/>
                  </a:lnTo>
                  <a:lnTo>
                    <a:pt x="5233" y="2732"/>
                  </a:lnTo>
                  <a:close/>
                  <a:moveTo>
                    <a:pt x="6708" y="1536"/>
                  </a:moveTo>
                  <a:lnTo>
                    <a:pt x="6783" y="1792"/>
                  </a:lnTo>
                  <a:lnTo>
                    <a:pt x="7371" y="3414"/>
                  </a:lnTo>
                  <a:lnTo>
                    <a:pt x="7962" y="5036"/>
                  </a:lnTo>
                  <a:lnTo>
                    <a:pt x="8404" y="6489"/>
                  </a:lnTo>
                  <a:lnTo>
                    <a:pt x="8847" y="7941"/>
                  </a:lnTo>
                  <a:lnTo>
                    <a:pt x="9584" y="10843"/>
                  </a:lnTo>
                  <a:lnTo>
                    <a:pt x="9510" y="11183"/>
                  </a:lnTo>
                  <a:lnTo>
                    <a:pt x="9363" y="11183"/>
                  </a:lnTo>
                  <a:lnTo>
                    <a:pt x="9142" y="11269"/>
                  </a:lnTo>
                  <a:lnTo>
                    <a:pt x="7371" y="6915"/>
                  </a:lnTo>
                  <a:lnTo>
                    <a:pt x="6413" y="4610"/>
                  </a:lnTo>
                  <a:lnTo>
                    <a:pt x="5971" y="3500"/>
                  </a:lnTo>
                  <a:lnTo>
                    <a:pt x="5603" y="2306"/>
                  </a:lnTo>
                  <a:lnTo>
                    <a:pt x="6119" y="1878"/>
                  </a:lnTo>
                  <a:lnTo>
                    <a:pt x="6708" y="1536"/>
                  </a:lnTo>
                  <a:close/>
                  <a:moveTo>
                    <a:pt x="15481" y="11525"/>
                  </a:moveTo>
                  <a:lnTo>
                    <a:pt x="15997" y="12209"/>
                  </a:lnTo>
                  <a:lnTo>
                    <a:pt x="15850" y="12123"/>
                  </a:lnTo>
                  <a:lnTo>
                    <a:pt x="15259" y="12379"/>
                  </a:lnTo>
                  <a:lnTo>
                    <a:pt x="14671" y="12721"/>
                  </a:lnTo>
                  <a:lnTo>
                    <a:pt x="14450" y="12465"/>
                  </a:lnTo>
                  <a:lnTo>
                    <a:pt x="14229" y="12209"/>
                  </a:lnTo>
                  <a:lnTo>
                    <a:pt x="14817" y="11867"/>
                  </a:lnTo>
                  <a:lnTo>
                    <a:pt x="15481" y="11525"/>
                  </a:lnTo>
                  <a:close/>
                  <a:moveTo>
                    <a:pt x="16218" y="12465"/>
                  </a:moveTo>
                  <a:lnTo>
                    <a:pt x="16439" y="12721"/>
                  </a:lnTo>
                  <a:lnTo>
                    <a:pt x="15923" y="12977"/>
                  </a:lnTo>
                  <a:lnTo>
                    <a:pt x="16144" y="12635"/>
                  </a:lnTo>
                  <a:lnTo>
                    <a:pt x="16218" y="12465"/>
                  </a:lnTo>
                  <a:close/>
                  <a:moveTo>
                    <a:pt x="15185" y="13061"/>
                  </a:moveTo>
                  <a:lnTo>
                    <a:pt x="15038" y="13317"/>
                  </a:lnTo>
                  <a:lnTo>
                    <a:pt x="15038" y="13233"/>
                  </a:lnTo>
                  <a:lnTo>
                    <a:pt x="15185" y="13061"/>
                  </a:lnTo>
                  <a:close/>
                  <a:moveTo>
                    <a:pt x="16735" y="13147"/>
                  </a:moveTo>
                  <a:lnTo>
                    <a:pt x="16735" y="13233"/>
                  </a:lnTo>
                  <a:lnTo>
                    <a:pt x="15776" y="14343"/>
                  </a:lnTo>
                  <a:lnTo>
                    <a:pt x="15555" y="14001"/>
                  </a:lnTo>
                  <a:lnTo>
                    <a:pt x="16071" y="13489"/>
                  </a:lnTo>
                  <a:lnTo>
                    <a:pt x="16735" y="13147"/>
                  </a:lnTo>
                  <a:close/>
                  <a:moveTo>
                    <a:pt x="16956" y="13489"/>
                  </a:moveTo>
                  <a:lnTo>
                    <a:pt x="17251" y="14087"/>
                  </a:lnTo>
                  <a:lnTo>
                    <a:pt x="16365" y="14343"/>
                  </a:lnTo>
                  <a:lnTo>
                    <a:pt x="16956" y="13489"/>
                  </a:lnTo>
                  <a:close/>
                  <a:moveTo>
                    <a:pt x="16956" y="14769"/>
                  </a:moveTo>
                  <a:lnTo>
                    <a:pt x="16439" y="15537"/>
                  </a:lnTo>
                  <a:lnTo>
                    <a:pt x="16292" y="15111"/>
                  </a:lnTo>
                  <a:lnTo>
                    <a:pt x="16956" y="14769"/>
                  </a:lnTo>
                  <a:close/>
                  <a:moveTo>
                    <a:pt x="17619" y="14683"/>
                  </a:moveTo>
                  <a:lnTo>
                    <a:pt x="17766" y="14939"/>
                  </a:lnTo>
                  <a:lnTo>
                    <a:pt x="17177" y="15537"/>
                  </a:lnTo>
                  <a:lnTo>
                    <a:pt x="17619" y="14683"/>
                  </a:lnTo>
                  <a:close/>
                  <a:moveTo>
                    <a:pt x="18135" y="10927"/>
                  </a:moveTo>
                  <a:lnTo>
                    <a:pt x="18577" y="11013"/>
                  </a:lnTo>
                  <a:lnTo>
                    <a:pt x="19020" y="11183"/>
                  </a:lnTo>
                  <a:lnTo>
                    <a:pt x="19387" y="11439"/>
                  </a:lnTo>
                  <a:lnTo>
                    <a:pt x="19757" y="11781"/>
                  </a:lnTo>
                  <a:lnTo>
                    <a:pt x="19904" y="11867"/>
                  </a:lnTo>
                  <a:lnTo>
                    <a:pt x="19978" y="11867"/>
                  </a:lnTo>
                  <a:lnTo>
                    <a:pt x="20199" y="12123"/>
                  </a:lnTo>
                  <a:lnTo>
                    <a:pt x="20420" y="12635"/>
                  </a:lnTo>
                  <a:lnTo>
                    <a:pt x="20495" y="13147"/>
                  </a:lnTo>
                  <a:lnTo>
                    <a:pt x="20567" y="13659"/>
                  </a:lnTo>
                  <a:lnTo>
                    <a:pt x="20495" y="14171"/>
                  </a:lnTo>
                  <a:lnTo>
                    <a:pt x="20420" y="14769"/>
                  </a:lnTo>
                  <a:lnTo>
                    <a:pt x="20274" y="15281"/>
                  </a:lnTo>
                  <a:lnTo>
                    <a:pt x="19978" y="16305"/>
                  </a:lnTo>
                  <a:lnTo>
                    <a:pt x="19904" y="16478"/>
                  </a:lnTo>
                  <a:lnTo>
                    <a:pt x="19387" y="15537"/>
                  </a:lnTo>
                  <a:lnTo>
                    <a:pt x="18135" y="13573"/>
                  </a:lnTo>
                  <a:lnTo>
                    <a:pt x="17323" y="12293"/>
                  </a:lnTo>
                  <a:lnTo>
                    <a:pt x="16881" y="11695"/>
                  </a:lnTo>
                  <a:lnTo>
                    <a:pt x="16365" y="11269"/>
                  </a:lnTo>
                  <a:lnTo>
                    <a:pt x="17251" y="11013"/>
                  </a:lnTo>
                  <a:lnTo>
                    <a:pt x="17693" y="10927"/>
                  </a:lnTo>
                  <a:close/>
                  <a:moveTo>
                    <a:pt x="2138" y="9221"/>
                  </a:moveTo>
                  <a:lnTo>
                    <a:pt x="2727" y="9733"/>
                  </a:lnTo>
                  <a:lnTo>
                    <a:pt x="3318" y="10075"/>
                  </a:lnTo>
                  <a:lnTo>
                    <a:pt x="4719" y="10671"/>
                  </a:lnTo>
                  <a:lnTo>
                    <a:pt x="4940" y="10843"/>
                  </a:lnTo>
                  <a:lnTo>
                    <a:pt x="5012" y="10927"/>
                  </a:lnTo>
                  <a:lnTo>
                    <a:pt x="5161" y="11013"/>
                  </a:lnTo>
                  <a:lnTo>
                    <a:pt x="5308" y="10927"/>
                  </a:lnTo>
                  <a:lnTo>
                    <a:pt x="8700" y="12379"/>
                  </a:lnTo>
                  <a:lnTo>
                    <a:pt x="8700" y="12465"/>
                  </a:lnTo>
                  <a:lnTo>
                    <a:pt x="8626" y="12379"/>
                  </a:lnTo>
                  <a:lnTo>
                    <a:pt x="7814" y="12037"/>
                  </a:lnTo>
                  <a:lnTo>
                    <a:pt x="7446" y="11953"/>
                  </a:lnTo>
                  <a:lnTo>
                    <a:pt x="7004" y="11867"/>
                  </a:lnTo>
                  <a:lnTo>
                    <a:pt x="6929" y="11953"/>
                  </a:lnTo>
                  <a:lnTo>
                    <a:pt x="6855" y="12037"/>
                  </a:lnTo>
                  <a:lnTo>
                    <a:pt x="6929" y="12209"/>
                  </a:lnTo>
                  <a:lnTo>
                    <a:pt x="7225" y="12549"/>
                  </a:lnTo>
                  <a:lnTo>
                    <a:pt x="7741" y="12891"/>
                  </a:lnTo>
                  <a:lnTo>
                    <a:pt x="8256" y="13233"/>
                  </a:lnTo>
                  <a:lnTo>
                    <a:pt x="8847" y="13403"/>
                  </a:lnTo>
                  <a:lnTo>
                    <a:pt x="8772" y="13745"/>
                  </a:lnTo>
                  <a:lnTo>
                    <a:pt x="8109" y="13745"/>
                  </a:lnTo>
                  <a:lnTo>
                    <a:pt x="7520" y="13659"/>
                  </a:lnTo>
                  <a:lnTo>
                    <a:pt x="6855" y="13403"/>
                  </a:lnTo>
                  <a:lnTo>
                    <a:pt x="6487" y="13233"/>
                  </a:lnTo>
                  <a:lnTo>
                    <a:pt x="6413" y="13061"/>
                  </a:lnTo>
                  <a:lnTo>
                    <a:pt x="6341" y="12977"/>
                  </a:lnTo>
                  <a:lnTo>
                    <a:pt x="6266" y="12891"/>
                  </a:lnTo>
                  <a:lnTo>
                    <a:pt x="6192" y="12805"/>
                  </a:lnTo>
                  <a:lnTo>
                    <a:pt x="6119" y="12805"/>
                  </a:lnTo>
                  <a:lnTo>
                    <a:pt x="6045" y="12891"/>
                  </a:lnTo>
                  <a:lnTo>
                    <a:pt x="5971" y="13147"/>
                  </a:lnTo>
                  <a:lnTo>
                    <a:pt x="5971" y="13317"/>
                  </a:lnTo>
                  <a:lnTo>
                    <a:pt x="6045" y="13489"/>
                  </a:lnTo>
                  <a:lnTo>
                    <a:pt x="6119" y="13659"/>
                  </a:lnTo>
                  <a:lnTo>
                    <a:pt x="6413" y="14001"/>
                  </a:lnTo>
                  <a:lnTo>
                    <a:pt x="6708" y="14257"/>
                  </a:lnTo>
                  <a:lnTo>
                    <a:pt x="7078" y="14427"/>
                  </a:lnTo>
                  <a:lnTo>
                    <a:pt x="7520" y="14599"/>
                  </a:lnTo>
                  <a:lnTo>
                    <a:pt x="7962" y="14683"/>
                  </a:lnTo>
                  <a:lnTo>
                    <a:pt x="8404" y="14683"/>
                  </a:lnTo>
                  <a:lnTo>
                    <a:pt x="7962" y="15537"/>
                  </a:lnTo>
                  <a:lnTo>
                    <a:pt x="7520" y="15367"/>
                  </a:lnTo>
                  <a:lnTo>
                    <a:pt x="6487" y="15025"/>
                  </a:lnTo>
                  <a:lnTo>
                    <a:pt x="5971" y="14939"/>
                  </a:lnTo>
                  <a:lnTo>
                    <a:pt x="5456" y="14855"/>
                  </a:lnTo>
                  <a:lnTo>
                    <a:pt x="5308" y="14855"/>
                  </a:lnTo>
                  <a:lnTo>
                    <a:pt x="5308" y="15111"/>
                  </a:lnTo>
                  <a:lnTo>
                    <a:pt x="5382" y="15195"/>
                  </a:lnTo>
                  <a:lnTo>
                    <a:pt x="5750" y="15537"/>
                  </a:lnTo>
                  <a:lnTo>
                    <a:pt x="6192" y="15793"/>
                  </a:lnTo>
                  <a:lnTo>
                    <a:pt x="7078" y="16222"/>
                  </a:lnTo>
                  <a:lnTo>
                    <a:pt x="7520" y="16478"/>
                  </a:lnTo>
                  <a:lnTo>
                    <a:pt x="7299" y="16817"/>
                  </a:lnTo>
                  <a:lnTo>
                    <a:pt x="7078" y="17073"/>
                  </a:lnTo>
                  <a:lnTo>
                    <a:pt x="5898" y="16478"/>
                  </a:lnTo>
                  <a:lnTo>
                    <a:pt x="4644" y="15879"/>
                  </a:lnTo>
                  <a:lnTo>
                    <a:pt x="4498" y="15879"/>
                  </a:lnTo>
                  <a:lnTo>
                    <a:pt x="4423" y="15966"/>
                  </a:lnTo>
                  <a:lnTo>
                    <a:pt x="4423" y="16222"/>
                  </a:lnTo>
                  <a:lnTo>
                    <a:pt x="4940" y="16734"/>
                  </a:lnTo>
                  <a:lnTo>
                    <a:pt x="5382" y="17246"/>
                  </a:lnTo>
                  <a:lnTo>
                    <a:pt x="5971" y="17588"/>
                  </a:lnTo>
                  <a:lnTo>
                    <a:pt x="6562" y="17927"/>
                  </a:lnTo>
                  <a:lnTo>
                    <a:pt x="5971" y="18526"/>
                  </a:lnTo>
                  <a:lnTo>
                    <a:pt x="5308" y="18526"/>
                  </a:lnTo>
                  <a:lnTo>
                    <a:pt x="4644" y="18356"/>
                  </a:lnTo>
                  <a:lnTo>
                    <a:pt x="3981" y="18100"/>
                  </a:lnTo>
                  <a:lnTo>
                    <a:pt x="3760" y="18100"/>
                  </a:lnTo>
                  <a:lnTo>
                    <a:pt x="3686" y="18183"/>
                  </a:lnTo>
                  <a:lnTo>
                    <a:pt x="3611" y="18270"/>
                  </a:lnTo>
                  <a:lnTo>
                    <a:pt x="3611" y="18439"/>
                  </a:lnTo>
                  <a:lnTo>
                    <a:pt x="3686" y="18782"/>
                  </a:lnTo>
                  <a:lnTo>
                    <a:pt x="3907" y="18951"/>
                  </a:lnTo>
                  <a:lnTo>
                    <a:pt x="4202" y="19124"/>
                  </a:lnTo>
                  <a:lnTo>
                    <a:pt x="4498" y="19294"/>
                  </a:lnTo>
                  <a:lnTo>
                    <a:pt x="4719" y="19380"/>
                  </a:lnTo>
                  <a:lnTo>
                    <a:pt x="4349" y="19466"/>
                  </a:lnTo>
                  <a:lnTo>
                    <a:pt x="3907" y="19466"/>
                  </a:lnTo>
                  <a:lnTo>
                    <a:pt x="3539" y="19380"/>
                  </a:lnTo>
                  <a:lnTo>
                    <a:pt x="3097" y="19207"/>
                  </a:lnTo>
                  <a:lnTo>
                    <a:pt x="2506" y="18782"/>
                  </a:lnTo>
                  <a:lnTo>
                    <a:pt x="2064" y="18270"/>
                  </a:lnTo>
                  <a:lnTo>
                    <a:pt x="1696" y="17671"/>
                  </a:lnTo>
                  <a:lnTo>
                    <a:pt x="1401" y="16990"/>
                  </a:lnTo>
                  <a:lnTo>
                    <a:pt x="1254" y="16222"/>
                  </a:lnTo>
                  <a:lnTo>
                    <a:pt x="1105" y="15537"/>
                  </a:lnTo>
                  <a:lnTo>
                    <a:pt x="1105" y="14001"/>
                  </a:lnTo>
                  <a:lnTo>
                    <a:pt x="1254" y="12805"/>
                  </a:lnTo>
                  <a:lnTo>
                    <a:pt x="1475" y="11611"/>
                  </a:lnTo>
                  <a:lnTo>
                    <a:pt x="2138" y="9221"/>
                  </a:lnTo>
                  <a:close/>
                  <a:moveTo>
                    <a:pt x="13638" y="12635"/>
                  </a:moveTo>
                  <a:lnTo>
                    <a:pt x="13786" y="13147"/>
                  </a:lnTo>
                  <a:lnTo>
                    <a:pt x="14007" y="13573"/>
                  </a:lnTo>
                  <a:lnTo>
                    <a:pt x="14080" y="13745"/>
                  </a:lnTo>
                  <a:lnTo>
                    <a:pt x="14154" y="13915"/>
                  </a:lnTo>
                  <a:lnTo>
                    <a:pt x="14301" y="14001"/>
                  </a:lnTo>
                  <a:lnTo>
                    <a:pt x="15702" y="16305"/>
                  </a:lnTo>
                  <a:lnTo>
                    <a:pt x="16365" y="17502"/>
                  </a:lnTo>
                  <a:lnTo>
                    <a:pt x="16365" y="18014"/>
                  </a:lnTo>
                  <a:lnTo>
                    <a:pt x="16514" y="18183"/>
                  </a:lnTo>
                  <a:lnTo>
                    <a:pt x="16660" y="18270"/>
                  </a:lnTo>
                  <a:lnTo>
                    <a:pt x="16807" y="18270"/>
                  </a:lnTo>
                  <a:lnTo>
                    <a:pt x="16881" y="18183"/>
                  </a:lnTo>
                  <a:lnTo>
                    <a:pt x="17102" y="18356"/>
                  </a:lnTo>
                  <a:lnTo>
                    <a:pt x="17251" y="18439"/>
                  </a:lnTo>
                  <a:lnTo>
                    <a:pt x="17472" y="18526"/>
                  </a:lnTo>
                  <a:lnTo>
                    <a:pt x="17619" y="18439"/>
                  </a:lnTo>
                  <a:lnTo>
                    <a:pt x="17840" y="18612"/>
                  </a:lnTo>
                  <a:lnTo>
                    <a:pt x="18061" y="18612"/>
                  </a:lnTo>
                  <a:lnTo>
                    <a:pt x="18208" y="18695"/>
                  </a:lnTo>
                  <a:lnTo>
                    <a:pt x="18356" y="18612"/>
                  </a:lnTo>
                  <a:lnTo>
                    <a:pt x="18503" y="18439"/>
                  </a:lnTo>
                  <a:lnTo>
                    <a:pt x="18503" y="18014"/>
                  </a:lnTo>
                  <a:lnTo>
                    <a:pt x="18356" y="17844"/>
                  </a:lnTo>
                  <a:lnTo>
                    <a:pt x="18429" y="17588"/>
                  </a:lnTo>
                  <a:lnTo>
                    <a:pt x="18503" y="17415"/>
                  </a:lnTo>
                  <a:lnTo>
                    <a:pt x="18577" y="17246"/>
                  </a:lnTo>
                  <a:lnTo>
                    <a:pt x="18577" y="17159"/>
                  </a:lnTo>
                  <a:lnTo>
                    <a:pt x="18503" y="16990"/>
                  </a:lnTo>
                  <a:lnTo>
                    <a:pt x="18429" y="16903"/>
                  </a:lnTo>
                  <a:lnTo>
                    <a:pt x="18356" y="16817"/>
                  </a:lnTo>
                  <a:lnTo>
                    <a:pt x="18061" y="16817"/>
                  </a:lnTo>
                  <a:lnTo>
                    <a:pt x="17472" y="17073"/>
                  </a:lnTo>
                  <a:lnTo>
                    <a:pt x="17472" y="16990"/>
                  </a:lnTo>
                  <a:lnTo>
                    <a:pt x="17840" y="16647"/>
                  </a:lnTo>
                  <a:lnTo>
                    <a:pt x="18208" y="16222"/>
                  </a:lnTo>
                  <a:lnTo>
                    <a:pt x="18356" y="15966"/>
                  </a:lnTo>
                  <a:lnTo>
                    <a:pt x="18577" y="16391"/>
                  </a:lnTo>
                  <a:lnTo>
                    <a:pt x="19094" y="17329"/>
                  </a:lnTo>
                  <a:lnTo>
                    <a:pt x="19166" y="17671"/>
                  </a:lnTo>
                  <a:lnTo>
                    <a:pt x="18724" y="18356"/>
                  </a:lnTo>
                  <a:lnTo>
                    <a:pt x="18135" y="18951"/>
                  </a:lnTo>
                  <a:lnTo>
                    <a:pt x="17544" y="19466"/>
                  </a:lnTo>
                  <a:lnTo>
                    <a:pt x="16881" y="19892"/>
                  </a:lnTo>
                  <a:lnTo>
                    <a:pt x="16218" y="20148"/>
                  </a:lnTo>
                  <a:lnTo>
                    <a:pt x="15481" y="20234"/>
                  </a:lnTo>
                  <a:lnTo>
                    <a:pt x="15113" y="20234"/>
                  </a:lnTo>
                  <a:lnTo>
                    <a:pt x="14817" y="20148"/>
                  </a:lnTo>
                  <a:lnTo>
                    <a:pt x="14450" y="20062"/>
                  </a:lnTo>
                  <a:lnTo>
                    <a:pt x="14080" y="19892"/>
                  </a:lnTo>
                  <a:lnTo>
                    <a:pt x="13712" y="19636"/>
                  </a:lnTo>
                  <a:lnTo>
                    <a:pt x="13417" y="19294"/>
                  </a:lnTo>
                  <a:lnTo>
                    <a:pt x="12900" y="18612"/>
                  </a:lnTo>
                  <a:lnTo>
                    <a:pt x="12458" y="17844"/>
                  </a:lnTo>
                  <a:lnTo>
                    <a:pt x="12165" y="16990"/>
                  </a:lnTo>
                  <a:lnTo>
                    <a:pt x="12090" y="16049"/>
                  </a:lnTo>
                  <a:lnTo>
                    <a:pt x="12090" y="15537"/>
                  </a:lnTo>
                  <a:lnTo>
                    <a:pt x="12165" y="15111"/>
                  </a:lnTo>
                  <a:lnTo>
                    <a:pt x="12237" y="14683"/>
                  </a:lnTo>
                  <a:lnTo>
                    <a:pt x="12386" y="14257"/>
                  </a:lnTo>
                  <a:lnTo>
                    <a:pt x="12607" y="13831"/>
                  </a:lnTo>
                  <a:lnTo>
                    <a:pt x="12828" y="13403"/>
                  </a:lnTo>
                  <a:lnTo>
                    <a:pt x="13196" y="12977"/>
                  </a:lnTo>
                  <a:lnTo>
                    <a:pt x="13638" y="12635"/>
                  </a:lnTo>
                  <a:close/>
                  <a:moveTo>
                    <a:pt x="7741" y="0"/>
                  </a:moveTo>
                  <a:lnTo>
                    <a:pt x="7078" y="86"/>
                  </a:lnTo>
                  <a:lnTo>
                    <a:pt x="6413" y="256"/>
                  </a:lnTo>
                  <a:lnTo>
                    <a:pt x="5824" y="598"/>
                  </a:lnTo>
                  <a:lnTo>
                    <a:pt x="5233" y="1024"/>
                  </a:lnTo>
                  <a:lnTo>
                    <a:pt x="4719" y="1536"/>
                  </a:lnTo>
                  <a:lnTo>
                    <a:pt x="4202" y="1536"/>
                  </a:lnTo>
                  <a:lnTo>
                    <a:pt x="3760" y="1708"/>
                  </a:lnTo>
                  <a:lnTo>
                    <a:pt x="3390" y="2048"/>
                  </a:lnTo>
                  <a:lnTo>
                    <a:pt x="3097" y="2476"/>
                  </a:lnTo>
                  <a:lnTo>
                    <a:pt x="2801" y="2988"/>
                  </a:lnTo>
                  <a:lnTo>
                    <a:pt x="2655" y="3500"/>
                  </a:lnTo>
                  <a:lnTo>
                    <a:pt x="2285" y="4524"/>
                  </a:lnTo>
                  <a:lnTo>
                    <a:pt x="1326" y="8197"/>
                  </a:lnTo>
                  <a:lnTo>
                    <a:pt x="812" y="9989"/>
                  </a:lnTo>
                  <a:lnTo>
                    <a:pt x="368" y="11781"/>
                  </a:lnTo>
                  <a:lnTo>
                    <a:pt x="74" y="13403"/>
                  </a:lnTo>
                  <a:lnTo>
                    <a:pt x="0" y="14257"/>
                  </a:lnTo>
                  <a:lnTo>
                    <a:pt x="0" y="15793"/>
                  </a:lnTo>
                  <a:lnTo>
                    <a:pt x="147" y="16647"/>
                  </a:lnTo>
                  <a:lnTo>
                    <a:pt x="368" y="17415"/>
                  </a:lnTo>
                  <a:lnTo>
                    <a:pt x="663" y="18183"/>
                  </a:lnTo>
                  <a:lnTo>
                    <a:pt x="959" y="18695"/>
                  </a:lnTo>
                  <a:lnTo>
                    <a:pt x="1326" y="19207"/>
                  </a:lnTo>
                  <a:lnTo>
                    <a:pt x="1769" y="19722"/>
                  </a:lnTo>
                  <a:lnTo>
                    <a:pt x="2213" y="20148"/>
                  </a:lnTo>
                  <a:lnTo>
                    <a:pt x="2727" y="20404"/>
                  </a:lnTo>
                  <a:lnTo>
                    <a:pt x="3318" y="20660"/>
                  </a:lnTo>
                  <a:lnTo>
                    <a:pt x="3834" y="20746"/>
                  </a:lnTo>
                  <a:lnTo>
                    <a:pt x="4423" y="20830"/>
                  </a:lnTo>
                  <a:lnTo>
                    <a:pt x="4940" y="20746"/>
                  </a:lnTo>
                  <a:lnTo>
                    <a:pt x="5382" y="20574"/>
                  </a:lnTo>
                  <a:lnTo>
                    <a:pt x="5824" y="20318"/>
                  </a:lnTo>
                  <a:lnTo>
                    <a:pt x="6192" y="20062"/>
                  </a:lnTo>
                  <a:lnTo>
                    <a:pt x="6929" y="19294"/>
                  </a:lnTo>
                  <a:lnTo>
                    <a:pt x="7593" y="18439"/>
                  </a:lnTo>
                  <a:lnTo>
                    <a:pt x="7667" y="18526"/>
                  </a:lnTo>
                  <a:lnTo>
                    <a:pt x="7888" y="18526"/>
                  </a:lnTo>
                  <a:lnTo>
                    <a:pt x="8109" y="18356"/>
                  </a:lnTo>
                  <a:lnTo>
                    <a:pt x="8256" y="18183"/>
                  </a:lnTo>
                  <a:lnTo>
                    <a:pt x="8256" y="18014"/>
                  </a:lnTo>
                  <a:lnTo>
                    <a:pt x="8183" y="17671"/>
                  </a:lnTo>
                  <a:lnTo>
                    <a:pt x="8404" y="17329"/>
                  </a:lnTo>
                  <a:lnTo>
                    <a:pt x="9068" y="16049"/>
                  </a:lnTo>
                  <a:lnTo>
                    <a:pt x="9584" y="14683"/>
                  </a:lnTo>
                  <a:lnTo>
                    <a:pt x="10099" y="13317"/>
                  </a:lnTo>
                  <a:lnTo>
                    <a:pt x="10468" y="11867"/>
                  </a:lnTo>
                  <a:lnTo>
                    <a:pt x="10543" y="11781"/>
                  </a:lnTo>
                  <a:lnTo>
                    <a:pt x="10615" y="11611"/>
                  </a:lnTo>
                  <a:lnTo>
                    <a:pt x="10615" y="11439"/>
                  </a:lnTo>
                  <a:lnTo>
                    <a:pt x="10985" y="9989"/>
                  </a:lnTo>
                  <a:lnTo>
                    <a:pt x="11278" y="8453"/>
                  </a:lnTo>
                  <a:lnTo>
                    <a:pt x="11499" y="6915"/>
                  </a:lnTo>
                  <a:lnTo>
                    <a:pt x="11648" y="5378"/>
                  </a:lnTo>
                  <a:lnTo>
                    <a:pt x="11720" y="4610"/>
                  </a:lnTo>
                  <a:lnTo>
                    <a:pt x="11648" y="3842"/>
                  </a:lnTo>
                  <a:lnTo>
                    <a:pt x="11574" y="3158"/>
                  </a:lnTo>
                  <a:lnTo>
                    <a:pt x="11353" y="2476"/>
                  </a:lnTo>
                  <a:lnTo>
                    <a:pt x="11132" y="1878"/>
                  </a:lnTo>
                  <a:lnTo>
                    <a:pt x="10764" y="1366"/>
                  </a:lnTo>
                  <a:lnTo>
                    <a:pt x="10247" y="854"/>
                  </a:lnTo>
                  <a:lnTo>
                    <a:pt x="9731" y="428"/>
                  </a:lnTo>
                  <a:lnTo>
                    <a:pt x="9068" y="170"/>
                  </a:lnTo>
                  <a:lnTo>
                    <a:pt x="8404" y="0"/>
                  </a:lnTo>
                  <a:close/>
                  <a:moveTo>
                    <a:pt x="17544" y="9221"/>
                  </a:moveTo>
                  <a:lnTo>
                    <a:pt x="17251" y="9477"/>
                  </a:lnTo>
                  <a:lnTo>
                    <a:pt x="16956" y="9733"/>
                  </a:lnTo>
                  <a:lnTo>
                    <a:pt x="16735" y="10075"/>
                  </a:lnTo>
                  <a:lnTo>
                    <a:pt x="15850" y="10331"/>
                  </a:lnTo>
                  <a:lnTo>
                    <a:pt x="14743" y="10671"/>
                  </a:lnTo>
                  <a:lnTo>
                    <a:pt x="13638" y="11269"/>
                  </a:lnTo>
                  <a:lnTo>
                    <a:pt x="13196" y="11611"/>
                  </a:lnTo>
                  <a:lnTo>
                    <a:pt x="12679" y="12037"/>
                  </a:lnTo>
                  <a:lnTo>
                    <a:pt x="12237" y="12465"/>
                  </a:lnTo>
                  <a:lnTo>
                    <a:pt x="11869" y="12977"/>
                  </a:lnTo>
                  <a:lnTo>
                    <a:pt x="11574" y="13489"/>
                  </a:lnTo>
                  <a:lnTo>
                    <a:pt x="11278" y="14087"/>
                  </a:lnTo>
                  <a:lnTo>
                    <a:pt x="11132" y="14683"/>
                  </a:lnTo>
                  <a:lnTo>
                    <a:pt x="11057" y="15367"/>
                  </a:lnTo>
                  <a:lnTo>
                    <a:pt x="10985" y="15966"/>
                  </a:lnTo>
                  <a:lnTo>
                    <a:pt x="11057" y="16561"/>
                  </a:lnTo>
                  <a:lnTo>
                    <a:pt x="11132" y="17159"/>
                  </a:lnTo>
                  <a:lnTo>
                    <a:pt x="11278" y="17758"/>
                  </a:lnTo>
                  <a:lnTo>
                    <a:pt x="11499" y="18356"/>
                  </a:lnTo>
                  <a:lnTo>
                    <a:pt x="11795" y="18868"/>
                  </a:lnTo>
                  <a:lnTo>
                    <a:pt x="12090" y="19380"/>
                  </a:lnTo>
                  <a:lnTo>
                    <a:pt x="12458" y="19892"/>
                  </a:lnTo>
                  <a:lnTo>
                    <a:pt x="12900" y="20318"/>
                  </a:lnTo>
                  <a:lnTo>
                    <a:pt x="13342" y="20746"/>
                  </a:lnTo>
                  <a:lnTo>
                    <a:pt x="13786" y="21086"/>
                  </a:lnTo>
                  <a:lnTo>
                    <a:pt x="14301" y="21342"/>
                  </a:lnTo>
                  <a:lnTo>
                    <a:pt x="14892" y="21514"/>
                  </a:lnTo>
                  <a:lnTo>
                    <a:pt x="15481" y="21600"/>
                  </a:lnTo>
                  <a:lnTo>
                    <a:pt x="16144" y="21514"/>
                  </a:lnTo>
                  <a:lnTo>
                    <a:pt x="16735" y="21342"/>
                  </a:lnTo>
                  <a:lnTo>
                    <a:pt x="17323" y="21002"/>
                  </a:lnTo>
                  <a:lnTo>
                    <a:pt x="17840" y="20660"/>
                  </a:lnTo>
                  <a:lnTo>
                    <a:pt x="18873" y="19892"/>
                  </a:lnTo>
                  <a:lnTo>
                    <a:pt x="19315" y="19466"/>
                  </a:lnTo>
                  <a:lnTo>
                    <a:pt x="19683" y="18951"/>
                  </a:lnTo>
                  <a:lnTo>
                    <a:pt x="20051" y="18439"/>
                  </a:lnTo>
                  <a:lnTo>
                    <a:pt x="20420" y="17927"/>
                  </a:lnTo>
                  <a:lnTo>
                    <a:pt x="20937" y="16734"/>
                  </a:lnTo>
                  <a:lnTo>
                    <a:pt x="21379" y="15537"/>
                  </a:lnTo>
                  <a:lnTo>
                    <a:pt x="21526" y="14769"/>
                  </a:lnTo>
                  <a:lnTo>
                    <a:pt x="21600" y="14087"/>
                  </a:lnTo>
                  <a:lnTo>
                    <a:pt x="21600" y="13317"/>
                  </a:lnTo>
                  <a:lnTo>
                    <a:pt x="21526" y="12721"/>
                  </a:lnTo>
                  <a:lnTo>
                    <a:pt x="21305" y="12037"/>
                  </a:lnTo>
                  <a:lnTo>
                    <a:pt x="21009" y="11439"/>
                  </a:lnTo>
                  <a:lnTo>
                    <a:pt x="20641" y="10843"/>
                  </a:lnTo>
                  <a:lnTo>
                    <a:pt x="20199" y="10331"/>
                  </a:lnTo>
                  <a:lnTo>
                    <a:pt x="19683" y="9903"/>
                  </a:lnTo>
                  <a:lnTo>
                    <a:pt x="19166" y="9561"/>
                  </a:lnTo>
                  <a:lnTo>
                    <a:pt x="18577" y="9305"/>
                  </a:lnTo>
                  <a:lnTo>
                    <a:pt x="17987" y="9221"/>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A4C2F4"/>
                  </a:solidFill>
                </a:defRPr>
              </a:pPr>
            </a:p>
          </p:txBody>
        </p:sp>
        <p:sp>
          <p:nvSpPr>
            <p:cNvPr id="791" name="Google Shape;318;p5"/>
            <p:cNvSpPr/>
            <p:nvPr/>
          </p:nvSpPr>
          <p:spPr>
            <a:xfrm>
              <a:off x="477888" y="4452466"/>
              <a:ext cx="559130" cy="3953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603" y="16167"/>
                  </a:moveTo>
                  <a:lnTo>
                    <a:pt x="15369" y="16432"/>
                  </a:lnTo>
                  <a:lnTo>
                    <a:pt x="15134" y="16696"/>
                  </a:lnTo>
                  <a:lnTo>
                    <a:pt x="14572" y="17227"/>
                  </a:lnTo>
                  <a:lnTo>
                    <a:pt x="14057" y="17492"/>
                  </a:lnTo>
                  <a:lnTo>
                    <a:pt x="13588" y="17823"/>
                  </a:lnTo>
                  <a:lnTo>
                    <a:pt x="12932" y="18154"/>
                  </a:lnTo>
                  <a:lnTo>
                    <a:pt x="12744" y="18287"/>
                  </a:lnTo>
                  <a:lnTo>
                    <a:pt x="12510" y="18352"/>
                  </a:lnTo>
                  <a:lnTo>
                    <a:pt x="12651" y="18022"/>
                  </a:lnTo>
                  <a:lnTo>
                    <a:pt x="12839" y="17691"/>
                  </a:lnTo>
                  <a:lnTo>
                    <a:pt x="13213" y="17624"/>
                  </a:lnTo>
                  <a:lnTo>
                    <a:pt x="13541" y="17426"/>
                  </a:lnTo>
                  <a:lnTo>
                    <a:pt x="13869" y="17227"/>
                  </a:lnTo>
                  <a:lnTo>
                    <a:pt x="14198" y="16895"/>
                  </a:lnTo>
                  <a:lnTo>
                    <a:pt x="14479" y="16564"/>
                  </a:lnTo>
                  <a:lnTo>
                    <a:pt x="14525" y="16365"/>
                  </a:lnTo>
                  <a:lnTo>
                    <a:pt x="14619" y="16365"/>
                  </a:lnTo>
                  <a:lnTo>
                    <a:pt x="14665" y="16298"/>
                  </a:lnTo>
                  <a:lnTo>
                    <a:pt x="15134" y="16167"/>
                  </a:lnTo>
                  <a:close/>
                  <a:moveTo>
                    <a:pt x="16119" y="16233"/>
                  </a:moveTo>
                  <a:lnTo>
                    <a:pt x="16400" y="16365"/>
                  </a:lnTo>
                  <a:lnTo>
                    <a:pt x="16400" y="16564"/>
                  </a:lnTo>
                  <a:lnTo>
                    <a:pt x="15603" y="17492"/>
                  </a:lnTo>
                  <a:lnTo>
                    <a:pt x="14713" y="18287"/>
                  </a:lnTo>
                  <a:lnTo>
                    <a:pt x="14198" y="18685"/>
                  </a:lnTo>
                  <a:lnTo>
                    <a:pt x="13682" y="19015"/>
                  </a:lnTo>
                  <a:lnTo>
                    <a:pt x="13167" y="19348"/>
                  </a:lnTo>
                  <a:lnTo>
                    <a:pt x="12651" y="19745"/>
                  </a:lnTo>
                  <a:lnTo>
                    <a:pt x="12558" y="19546"/>
                  </a:lnTo>
                  <a:lnTo>
                    <a:pt x="12510" y="19348"/>
                  </a:lnTo>
                  <a:lnTo>
                    <a:pt x="12463" y="18883"/>
                  </a:lnTo>
                  <a:lnTo>
                    <a:pt x="12651" y="18883"/>
                  </a:lnTo>
                  <a:lnTo>
                    <a:pt x="12839" y="18750"/>
                  </a:lnTo>
                  <a:lnTo>
                    <a:pt x="13213" y="18551"/>
                  </a:lnTo>
                  <a:lnTo>
                    <a:pt x="14150" y="18089"/>
                  </a:lnTo>
                  <a:lnTo>
                    <a:pt x="14665" y="17756"/>
                  </a:lnTo>
                  <a:lnTo>
                    <a:pt x="15229" y="17359"/>
                  </a:lnTo>
                  <a:lnTo>
                    <a:pt x="15696" y="16830"/>
                  </a:lnTo>
                  <a:lnTo>
                    <a:pt x="15884" y="16564"/>
                  </a:lnTo>
                  <a:lnTo>
                    <a:pt x="16119" y="16233"/>
                  </a:lnTo>
                  <a:close/>
                  <a:moveTo>
                    <a:pt x="12089" y="927"/>
                  </a:moveTo>
                  <a:lnTo>
                    <a:pt x="12417" y="993"/>
                  </a:lnTo>
                  <a:lnTo>
                    <a:pt x="12698" y="1060"/>
                  </a:lnTo>
                  <a:lnTo>
                    <a:pt x="12979" y="1192"/>
                  </a:lnTo>
                  <a:lnTo>
                    <a:pt x="13213" y="1391"/>
                  </a:lnTo>
                  <a:lnTo>
                    <a:pt x="13401" y="1656"/>
                  </a:lnTo>
                  <a:lnTo>
                    <a:pt x="13494" y="1987"/>
                  </a:lnTo>
                  <a:lnTo>
                    <a:pt x="13541" y="1987"/>
                  </a:lnTo>
                  <a:lnTo>
                    <a:pt x="13448" y="2186"/>
                  </a:lnTo>
                  <a:lnTo>
                    <a:pt x="13448" y="2384"/>
                  </a:lnTo>
                  <a:lnTo>
                    <a:pt x="13494" y="2915"/>
                  </a:lnTo>
                  <a:lnTo>
                    <a:pt x="13588" y="3378"/>
                  </a:lnTo>
                  <a:lnTo>
                    <a:pt x="13729" y="3775"/>
                  </a:lnTo>
                  <a:lnTo>
                    <a:pt x="13963" y="4239"/>
                  </a:lnTo>
                  <a:lnTo>
                    <a:pt x="14057" y="4505"/>
                  </a:lnTo>
                  <a:lnTo>
                    <a:pt x="14103" y="4836"/>
                  </a:lnTo>
                  <a:lnTo>
                    <a:pt x="14103" y="4969"/>
                  </a:lnTo>
                  <a:lnTo>
                    <a:pt x="14057" y="5034"/>
                  </a:lnTo>
                  <a:lnTo>
                    <a:pt x="13963" y="5034"/>
                  </a:lnTo>
                  <a:lnTo>
                    <a:pt x="13869" y="4969"/>
                  </a:lnTo>
                  <a:lnTo>
                    <a:pt x="13775" y="4770"/>
                  </a:lnTo>
                  <a:lnTo>
                    <a:pt x="13634" y="4174"/>
                  </a:lnTo>
                  <a:lnTo>
                    <a:pt x="13541" y="3842"/>
                  </a:lnTo>
                  <a:lnTo>
                    <a:pt x="13401" y="3577"/>
                  </a:lnTo>
                  <a:lnTo>
                    <a:pt x="13260" y="3246"/>
                  </a:lnTo>
                  <a:lnTo>
                    <a:pt x="13072" y="2980"/>
                  </a:lnTo>
                  <a:lnTo>
                    <a:pt x="12886" y="2782"/>
                  </a:lnTo>
                  <a:lnTo>
                    <a:pt x="12651" y="2583"/>
                  </a:lnTo>
                  <a:lnTo>
                    <a:pt x="12417" y="2451"/>
                  </a:lnTo>
                  <a:lnTo>
                    <a:pt x="12182" y="2384"/>
                  </a:lnTo>
                  <a:lnTo>
                    <a:pt x="11667" y="2384"/>
                  </a:lnTo>
                  <a:lnTo>
                    <a:pt x="11432" y="2451"/>
                  </a:lnTo>
                  <a:lnTo>
                    <a:pt x="11199" y="2583"/>
                  </a:lnTo>
                  <a:lnTo>
                    <a:pt x="11105" y="2650"/>
                  </a:lnTo>
                  <a:lnTo>
                    <a:pt x="11058" y="2717"/>
                  </a:lnTo>
                  <a:lnTo>
                    <a:pt x="11105" y="2915"/>
                  </a:lnTo>
                  <a:lnTo>
                    <a:pt x="11199" y="3047"/>
                  </a:lnTo>
                  <a:lnTo>
                    <a:pt x="11246" y="3114"/>
                  </a:lnTo>
                  <a:lnTo>
                    <a:pt x="11339" y="3114"/>
                  </a:lnTo>
                  <a:lnTo>
                    <a:pt x="11620" y="3047"/>
                  </a:lnTo>
                  <a:lnTo>
                    <a:pt x="11855" y="3047"/>
                  </a:lnTo>
                  <a:lnTo>
                    <a:pt x="12136" y="3114"/>
                  </a:lnTo>
                  <a:lnTo>
                    <a:pt x="12370" y="3246"/>
                  </a:lnTo>
                  <a:lnTo>
                    <a:pt x="12604" y="3378"/>
                  </a:lnTo>
                  <a:lnTo>
                    <a:pt x="12791" y="3643"/>
                  </a:lnTo>
                  <a:lnTo>
                    <a:pt x="12979" y="3909"/>
                  </a:lnTo>
                  <a:lnTo>
                    <a:pt x="13120" y="4239"/>
                  </a:lnTo>
                  <a:lnTo>
                    <a:pt x="13307" y="5034"/>
                  </a:lnTo>
                  <a:lnTo>
                    <a:pt x="13448" y="5367"/>
                  </a:lnTo>
                  <a:lnTo>
                    <a:pt x="13588" y="5632"/>
                  </a:lnTo>
                  <a:lnTo>
                    <a:pt x="13448" y="5764"/>
                  </a:lnTo>
                  <a:lnTo>
                    <a:pt x="13167" y="6095"/>
                  </a:lnTo>
                  <a:lnTo>
                    <a:pt x="12886" y="6492"/>
                  </a:lnTo>
                  <a:lnTo>
                    <a:pt x="12651" y="6891"/>
                  </a:lnTo>
                  <a:lnTo>
                    <a:pt x="12510" y="7354"/>
                  </a:lnTo>
                  <a:lnTo>
                    <a:pt x="12417" y="7751"/>
                  </a:lnTo>
                  <a:lnTo>
                    <a:pt x="12370" y="8148"/>
                  </a:lnTo>
                  <a:lnTo>
                    <a:pt x="12417" y="8548"/>
                  </a:lnTo>
                  <a:lnTo>
                    <a:pt x="12463" y="8945"/>
                  </a:lnTo>
                  <a:lnTo>
                    <a:pt x="12604" y="9275"/>
                  </a:lnTo>
                  <a:lnTo>
                    <a:pt x="12791" y="9541"/>
                  </a:lnTo>
                  <a:lnTo>
                    <a:pt x="13026" y="9805"/>
                  </a:lnTo>
                  <a:lnTo>
                    <a:pt x="13307" y="9938"/>
                  </a:lnTo>
                  <a:lnTo>
                    <a:pt x="13588" y="10070"/>
                  </a:lnTo>
                  <a:lnTo>
                    <a:pt x="13917" y="10005"/>
                  </a:lnTo>
                  <a:lnTo>
                    <a:pt x="14244" y="9938"/>
                  </a:lnTo>
                  <a:lnTo>
                    <a:pt x="14525" y="9740"/>
                  </a:lnTo>
                  <a:lnTo>
                    <a:pt x="15369" y="9144"/>
                  </a:lnTo>
                  <a:lnTo>
                    <a:pt x="16212" y="8414"/>
                  </a:lnTo>
                  <a:lnTo>
                    <a:pt x="16259" y="8282"/>
                  </a:lnTo>
                  <a:lnTo>
                    <a:pt x="16305" y="8148"/>
                  </a:lnTo>
                  <a:lnTo>
                    <a:pt x="16305" y="8016"/>
                  </a:lnTo>
                  <a:lnTo>
                    <a:pt x="16259" y="7950"/>
                  </a:lnTo>
                  <a:lnTo>
                    <a:pt x="16212" y="7818"/>
                  </a:lnTo>
                  <a:lnTo>
                    <a:pt x="16119" y="7751"/>
                  </a:lnTo>
                  <a:lnTo>
                    <a:pt x="15931" y="7751"/>
                  </a:lnTo>
                  <a:lnTo>
                    <a:pt x="15369" y="8215"/>
                  </a:lnTo>
                  <a:lnTo>
                    <a:pt x="14806" y="8746"/>
                  </a:lnTo>
                  <a:lnTo>
                    <a:pt x="14525" y="8945"/>
                  </a:lnTo>
                  <a:lnTo>
                    <a:pt x="14244" y="9144"/>
                  </a:lnTo>
                  <a:lnTo>
                    <a:pt x="13917" y="9275"/>
                  </a:lnTo>
                  <a:lnTo>
                    <a:pt x="13448" y="9275"/>
                  </a:lnTo>
                  <a:lnTo>
                    <a:pt x="13307" y="9209"/>
                  </a:lnTo>
                  <a:lnTo>
                    <a:pt x="13167" y="9077"/>
                  </a:lnTo>
                  <a:lnTo>
                    <a:pt x="13072" y="8945"/>
                  </a:lnTo>
                  <a:lnTo>
                    <a:pt x="12979" y="8746"/>
                  </a:lnTo>
                  <a:lnTo>
                    <a:pt x="12932" y="8548"/>
                  </a:lnTo>
                  <a:lnTo>
                    <a:pt x="12886" y="8083"/>
                  </a:lnTo>
                  <a:lnTo>
                    <a:pt x="12932" y="7885"/>
                  </a:lnTo>
                  <a:lnTo>
                    <a:pt x="12979" y="7619"/>
                  </a:lnTo>
                  <a:lnTo>
                    <a:pt x="13120" y="7222"/>
                  </a:lnTo>
                  <a:lnTo>
                    <a:pt x="13353" y="6891"/>
                  </a:lnTo>
                  <a:lnTo>
                    <a:pt x="13634" y="6559"/>
                  </a:lnTo>
                  <a:lnTo>
                    <a:pt x="14010" y="6095"/>
                  </a:lnTo>
                  <a:lnTo>
                    <a:pt x="14338" y="5632"/>
                  </a:lnTo>
                  <a:lnTo>
                    <a:pt x="14479" y="5367"/>
                  </a:lnTo>
                  <a:lnTo>
                    <a:pt x="14572" y="5101"/>
                  </a:lnTo>
                  <a:lnTo>
                    <a:pt x="14572" y="4373"/>
                  </a:lnTo>
                  <a:lnTo>
                    <a:pt x="14479" y="4108"/>
                  </a:lnTo>
                  <a:lnTo>
                    <a:pt x="14384" y="3909"/>
                  </a:lnTo>
                  <a:lnTo>
                    <a:pt x="14150" y="3378"/>
                  </a:lnTo>
                  <a:lnTo>
                    <a:pt x="13917" y="2849"/>
                  </a:lnTo>
                  <a:lnTo>
                    <a:pt x="13822" y="2583"/>
                  </a:lnTo>
                  <a:lnTo>
                    <a:pt x="13822" y="2318"/>
                  </a:lnTo>
                  <a:lnTo>
                    <a:pt x="13917" y="2252"/>
                  </a:lnTo>
                  <a:lnTo>
                    <a:pt x="14432" y="2054"/>
                  </a:lnTo>
                  <a:lnTo>
                    <a:pt x="14948" y="1855"/>
                  </a:lnTo>
                  <a:lnTo>
                    <a:pt x="15510" y="1721"/>
                  </a:lnTo>
                  <a:lnTo>
                    <a:pt x="16072" y="1656"/>
                  </a:lnTo>
                  <a:lnTo>
                    <a:pt x="16353" y="1721"/>
                  </a:lnTo>
                  <a:lnTo>
                    <a:pt x="16634" y="1855"/>
                  </a:lnTo>
                  <a:lnTo>
                    <a:pt x="16867" y="1987"/>
                  </a:lnTo>
                  <a:lnTo>
                    <a:pt x="17055" y="2186"/>
                  </a:lnTo>
                  <a:lnTo>
                    <a:pt x="17243" y="2451"/>
                  </a:lnTo>
                  <a:lnTo>
                    <a:pt x="17383" y="2717"/>
                  </a:lnTo>
                  <a:lnTo>
                    <a:pt x="17664" y="3445"/>
                  </a:lnTo>
                  <a:lnTo>
                    <a:pt x="17898" y="3976"/>
                  </a:lnTo>
                  <a:lnTo>
                    <a:pt x="17712" y="4373"/>
                  </a:lnTo>
                  <a:lnTo>
                    <a:pt x="17477" y="4637"/>
                  </a:lnTo>
                  <a:lnTo>
                    <a:pt x="17243" y="4836"/>
                  </a:lnTo>
                  <a:lnTo>
                    <a:pt x="16962" y="5034"/>
                  </a:lnTo>
                  <a:lnTo>
                    <a:pt x="16400" y="5300"/>
                  </a:lnTo>
                  <a:lnTo>
                    <a:pt x="15791" y="5565"/>
                  </a:lnTo>
                  <a:lnTo>
                    <a:pt x="15322" y="5831"/>
                  </a:lnTo>
                  <a:lnTo>
                    <a:pt x="14713" y="6228"/>
                  </a:lnTo>
                  <a:lnTo>
                    <a:pt x="14432" y="6427"/>
                  </a:lnTo>
                  <a:lnTo>
                    <a:pt x="14244" y="6757"/>
                  </a:lnTo>
                  <a:lnTo>
                    <a:pt x="14103" y="7023"/>
                  </a:lnTo>
                  <a:lnTo>
                    <a:pt x="14057" y="7222"/>
                  </a:lnTo>
                  <a:lnTo>
                    <a:pt x="14057" y="7552"/>
                  </a:lnTo>
                  <a:lnTo>
                    <a:pt x="14103" y="7686"/>
                  </a:lnTo>
                  <a:lnTo>
                    <a:pt x="14198" y="7751"/>
                  </a:lnTo>
                  <a:lnTo>
                    <a:pt x="14479" y="7751"/>
                  </a:lnTo>
                  <a:lnTo>
                    <a:pt x="14525" y="7619"/>
                  </a:lnTo>
                  <a:lnTo>
                    <a:pt x="14572" y="7487"/>
                  </a:lnTo>
                  <a:lnTo>
                    <a:pt x="14619" y="7354"/>
                  </a:lnTo>
                  <a:lnTo>
                    <a:pt x="14760" y="7155"/>
                  </a:lnTo>
                  <a:lnTo>
                    <a:pt x="15041" y="6891"/>
                  </a:lnTo>
                  <a:lnTo>
                    <a:pt x="15415" y="6626"/>
                  </a:lnTo>
                  <a:lnTo>
                    <a:pt x="15696" y="6492"/>
                  </a:lnTo>
                  <a:lnTo>
                    <a:pt x="16353" y="6161"/>
                  </a:lnTo>
                  <a:lnTo>
                    <a:pt x="16962" y="5831"/>
                  </a:lnTo>
                  <a:lnTo>
                    <a:pt x="17336" y="5632"/>
                  </a:lnTo>
                  <a:lnTo>
                    <a:pt x="17712" y="5367"/>
                  </a:lnTo>
                  <a:lnTo>
                    <a:pt x="17993" y="4969"/>
                  </a:lnTo>
                  <a:lnTo>
                    <a:pt x="18086" y="4770"/>
                  </a:lnTo>
                  <a:lnTo>
                    <a:pt x="18181" y="4505"/>
                  </a:lnTo>
                  <a:lnTo>
                    <a:pt x="18274" y="4637"/>
                  </a:lnTo>
                  <a:lnTo>
                    <a:pt x="18508" y="4902"/>
                  </a:lnTo>
                  <a:lnTo>
                    <a:pt x="18743" y="5034"/>
                  </a:lnTo>
                  <a:lnTo>
                    <a:pt x="19024" y="5233"/>
                  </a:lnTo>
                  <a:lnTo>
                    <a:pt x="19257" y="5433"/>
                  </a:lnTo>
                  <a:lnTo>
                    <a:pt x="19538" y="5764"/>
                  </a:lnTo>
                  <a:lnTo>
                    <a:pt x="19773" y="6228"/>
                  </a:lnTo>
                  <a:lnTo>
                    <a:pt x="19960" y="6691"/>
                  </a:lnTo>
                  <a:lnTo>
                    <a:pt x="20054" y="7222"/>
                  </a:lnTo>
                  <a:lnTo>
                    <a:pt x="19773" y="7885"/>
                  </a:lnTo>
                  <a:lnTo>
                    <a:pt x="19633" y="8215"/>
                  </a:lnTo>
                  <a:lnTo>
                    <a:pt x="19398" y="8481"/>
                  </a:lnTo>
                  <a:lnTo>
                    <a:pt x="19117" y="8811"/>
                  </a:lnTo>
                  <a:lnTo>
                    <a:pt x="18789" y="9144"/>
                  </a:lnTo>
                  <a:lnTo>
                    <a:pt x="18414" y="9342"/>
                  </a:lnTo>
                  <a:lnTo>
                    <a:pt x="18040" y="9541"/>
                  </a:lnTo>
                  <a:lnTo>
                    <a:pt x="17336" y="9805"/>
                  </a:lnTo>
                  <a:lnTo>
                    <a:pt x="16634" y="10137"/>
                  </a:lnTo>
                  <a:lnTo>
                    <a:pt x="16305" y="10336"/>
                  </a:lnTo>
                  <a:lnTo>
                    <a:pt x="15978" y="10601"/>
                  </a:lnTo>
                  <a:lnTo>
                    <a:pt x="15696" y="10865"/>
                  </a:lnTo>
                  <a:lnTo>
                    <a:pt x="15462" y="11262"/>
                  </a:lnTo>
                  <a:lnTo>
                    <a:pt x="15275" y="11595"/>
                  </a:lnTo>
                  <a:lnTo>
                    <a:pt x="15229" y="11992"/>
                  </a:lnTo>
                  <a:lnTo>
                    <a:pt x="15229" y="12323"/>
                  </a:lnTo>
                  <a:lnTo>
                    <a:pt x="15275" y="12655"/>
                  </a:lnTo>
                  <a:lnTo>
                    <a:pt x="15369" y="12921"/>
                  </a:lnTo>
                  <a:lnTo>
                    <a:pt x="15556" y="13184"/>
                  </a:lnTo>
                  <a:lnTo>
                    <a:pt x="15743" y="13383"/>
                  </a:lnTo>
                  <a:lnTo>
                    <a:pt x="16024" y="13582"/>
                  </a:lnTo>
                  <a:lnTo>
                    <a:pt x="16305" y="13649"/>
                  </a:lnTo>
                  <a:lnTo>
                    <a:pt x="16586" y="13649"/>
                  </a:lnTo>
                  <a:lnTo>
                    <a:pt x="16867" y="13582"/>
                  </a:lnTo>
                  <a:lnTo>
                    <a:pt x="17150" y="13517"/>
                  </a:lnTo>
                  <a:lnTo>
                    <a:pt x="17477" y="13383"/>
                  </a:lnTo>
                  <a:lnTo>
                    <a:pt x="17852" y="13184"/>
                  </a:lnTo>
                  <a:lnTo>
                    <a:pt x="18133" y="12921"/>
                  </a:lnTo>
                  <a:lnTo>
                    <a:pt x="18274" y="12720"/>
                  </a:lnTo>
                  <a:lnTo>
                    <a:pt x="18321" y="12588"/>
                  </a:lnTo>
                  <a:lnTo>
                    <a:pt x="18367" y="12323"/>
                  </a:lnTo>
                  <a:lnTo>
                    <a:pt x="18321" y="12258"/>
                  </a:lnTo>
                  <a:lnTo>
                    <a:pt x="18227" y="12191"/>
                  </a:lnTo>
                  <a:lnTo>
                    <a:pt x="17993" y="12191"/>
                  </a:lnTo>
                  <a:lnTo>
                    <a:pt x="17758" y="12323"/>
                  </a:lnTo>
                  <a:lnTo>
                    <a:pt x="17290" y="12588"/>
                  </a:lnTo>
                  <a:lnTo>
                    <a:pt x="17009" y="12720"/>
                  </a:lnTo>
                  <a:lnTo>
                    <a:pt x="16727" y="12787"/>
                  </a:lnTo>
                  <a:lnTo>
                    <a:pt x="16165" y="12787"/>
                  </a:lnTo>
                  <a:lnTo>
                    <a:pt x="15978" y="12655"/>
                  </a:lnTo>
                  <a:lnTo>
                    <a:pt x="15884" y="12521"/>
                  </a:lnTo>
                  <a:lnTo>
                    <a:pt x="15791" y="12323"/>
                  </a:lnTo>
                  <a:lnTo>
                    <a:pt x="15791" y="12124"/>
                  </a:lnTo>
                  <a:lnTo>
                    <a:pt x="15837" y="11925"/>
                  </a:lnTo>
                  <a:lnTo>
                    <a:pt x="15931" y="11727"/>
                  </a:lnTo>
                  <a:lnTo>
                    <a:pt x="16165" y="11396"/>
                  </a:lnTo>
                  <a:lnTo>
                    <a:pt x="16446" y="11131"/>
                  </a:lnTo>
                  <a:lnTo>
                    <a:pt x="16774" y="10932"/>
                  </a:lnTo>
                  <a:lnTo>
                    <a:pt x="17383" y="10666"/>
                  </a:lnTo>
                  <a:lnTo>
                    <a:pt x="18462" y="10137"/>
                  </a:lnTo>
                  <a:lnTo>
                    <a:pt x="19024" y="9805"/>
                  </a:lnTo>
                  <a:lnTo>
                    <a:pt x="19257" y="9606"/>
                  </a:lnTo>
                  <a:lnTo>
                    <a:pt x="19492" y="9342"/>
                  </a:lnTo>
                  <a:lnTo>
                    <a:pt x="19819" y="8945"/>
                  </a:lnTo>
                  <a:lnTo>
                    <a:pt x="20100" y="8414"/>
                  </a:lnTo>
                  <a:lnTo>
                    <a:pt x="20100" y="8481"/>
                  </a:lnTo>
                  <a:lnTo>
                    <a:pt x="20054" y="8679"/>
                  </a:lnTo>
                  <a:lnTo>
                    <a:pt x="20148" y="8878"/>
                  </a:lnTo>
                  <a:lnTo>
                    <a:pt x="20242" y="9010"/>
                  </a:lnTo>
                  <a:lnTo>
                    <a:pt x="20383" y="9077"/>
                  </a:lnTo>
                  <a:lnTo>
                    <a:pt x="20569" y="9144"/>
                  </a:lnTo>
                  <a:lnTo>
                    <a:pt x="20664" y="9209"/>
                  </a:lnTo>
                  <a:lnTo>
                    <a:pt x="20757" y="9407"/>
                  </a:lnTo>
                  <a:lnTo>
                    <a:pt x="20850" y="9673"/>
                  </a:lnTo>
                  <a:lnTo>
                    <a:pt x="20616" y="9740"/>
                  </a:lnTo>
                  <a:lnTo>
                    <a:pt x="20335" y="9872"/>
                  </a:lnTo>
                  <a:lnTo>
                    <a:pt x="19867" y="10204"/>
                  </a:lnTo>
                  <a:lnTo>
                    <a:pt x="19164" y="10534"/>
                  </a:lnTo>
                  <a:lnTo>
                    <a:pt x="18883" y="10666"/>
                  </a:lnTo>
                  <a:lnTo>
                    <a:pt x="18789" y="10800"/>
                  </a:lnTo>
                  <a:lnTo>
                    <a:pt x="18695" y="10999"/>
                  </a:lnTo>
                  <a:lnTo>
                    <a:pt x="18648" y="11131"/>
                  </a:lnTo>
                  <a:lnTo>
                    <a:pt x="18743" y="11329"/>
                  </a:lnTo>
                  <a:lnTo>
                    <a:pt x="18883" y="11396"/>
                  </a:lnTo>
                  <a:lnTo>
                    <a:pt x="19024" y="11396"/>
                  </a:lnTo>
                  <a:lnTo>
                    <a:pt x="19352" y="11329"/>
                  </a:lnTo>
                  <a:lnTo>
                    <a:pt x="19679" y="11131"/>
                  </a:lnTo>
                  <a:lnTo>
                    <a:pt x="19960" y="10932"/>
                  </a:lnTo>
                  <a:lnTo>
                    <a:pt x="20476" y="10601"/>
                  </a:lnTo>
                  <a:lnTo>
                    <a:pt x="20710" y="10336"/>
                  </a:lnTo>
                  <a:lnTo>
                    <a:pt x="20945" y="10070"/>
                  </a:lnTo>
                  <a:lnTo>
                    <a:pt x="20945" y="11860"/>
                  </a:lnTo>
                  <a:lnTo>
                    <a:pt x="20850" y="11925"/>
                  </a:lnTo>
                  <a:lnTo>
                    <a:pt x="20664" y="12521"/>
                  </a:lnTo>
                  <a:lnTo>
                    <a:pt x="20523" y="13119"/>
                  </a:lnTo>
                  <a:lnTo>
                    <a:pt x="19257" y="13119"/>
                  </a:lnTo>
                  <a:lnTo>
                    <a:pt x="18883" y="13184"/>
                  </a:lnTo>
                  <a:lnTo>
                    <a:pt x="18555" y="13383"/>
                  </a:lnTo>
                  <a:lnTo>
                    <a:pt x="18321" y="13715"/>
                  </a:lnTo>
                  <a:lnTo>
                    <a:pt x="18133" y="14113"/>
                  </a:lnTo>
                  <a:lnTo>
                    <a:pt x="17993" y="14510"/>
                  </a:lnTo>
                  <a:lnTo>
                    <a:pt x="17946" y="14776"/>
                  </a:lnTo>
                  <a:lnTo>
                    <a:pt x="17898" y="15039"/>
                  </a:lnTo>
                  <a:lnTo>
                    <a:pt x="17946" y="15504"/>
                  </a:lnTo>
                  <a:lnTo>
                    <a:pt x="18086" y="15968"/>
                  </a:lnTo>
                  <a:lnTo>
                    <a:pt x="18274" y="16432"/>
                  </a:lnTo>
                  <a:lnTo>
                    <a:pt x="18508" y="16830"/>
                  </a:lnTo>
                  <a:lnTo>
                    <a:pt x="18743" y="17227"/>
                  </a:lnTo>
                  <a:lnTo>
                    <a:pt x="18976" y="17624"/>
                  </a:lnTo>
                  <a:lnTo>
                    <a:pt x="19164" y="17756"/>
                  </a:lnTo>
                  <a:lnTo>
                    <a:pt x="19352" y="17823"/>
                  </a:lnTo>
                  <a:lnTo>
                    <a:pt x="19445" y="17756"/>
                  </a:lnTo>
                  <a:lnTo>
                    <a:pt x="19492" y="17624"/>
                  </a:lnTo>
                  <a:lnTo>
                    <a:pt x="19492" y="17292"/>
                  </a:lnTo>
                  <a:lnTo>
                    <a:pt x="19352" y="17028"/>
                  </a:lnTo>
                  <a:lnTo>
                    <a:pt x="19024" y="16497"/>
                  </a:lnTo>
                  <a:lnTo>
                    <a:pt x="18789" y="16167"/>
                  </a:lnTo>
                  <a:lnTo>
                    <a:pt x="18602" y="15769"/>
                  </a:lnTo>
                  <a:lnTo>
                    <a:pt x="18508" y="15372"/>
                  </a:lnTo>
                  <a:lnTo>
                    <a:pt x="18462" y="15106"/>
                  </a:lnTo>
                  <a:lnTo>
                    <a:pt x="18462" y="14908"/>
                  </a:lnTo>
                  <a:lnTo>
                    <a:pt x="18508" y="14642"/>
                  </a:lnTo>
                  <a:lnTo>
                    <a:pt x="18602" y="14443"/>
                  </a:lnTo>
                  <a:lnTo>
                    <a:pt x="18743" y="14178"/>
                  </a:lnTo>
                  <a:lnTo>
                    <a:pt x="19024" y="13979"/>
                  </a:lnTo>
                  <a:lnTo>
                    <a:pt x="19305" y="13847"/>
                  </a:lnTo>
                  <a:lnTo>
                    <a:pt x="19586" y="13780"/>
                  </a:lnTo>
                  <a:lnTo>
                    <a:pt x="20569" y="13780"/>
                  </a:lnTo>
                  <a:lnTo>
                    <a:pt x="20429" y="14178"/>
                  </a:lnTo>
                  <a:lnTo>
                    <a:pt x="20383" y="14378"/>
                  </a:lnTo>
                  <a:lnTo>
                    <a:pt x="20429" y="14642"/>
                  </a:lnTo>
                  <a:lnTo>
                    <a:pt x="20476" y="15039"/>
                  </a:lnTo>
                  <a:lnTo>
                    <a:pt x="20476" y="15901"/>
                  </a:lnTo>
                  <a:lnTo>
                    <a:pt x="20429" y="16298"/>
                  </a:lnTo>
                  <a:lnTo>
                    <a:pt x="20335" y="15968"/>
                  </a:lnTo>
                  <a:lnTo>
                    <a:pt x="20242" y="15702"/>
                  </a:lnTo>
                  <a:lnTo>
                    <a:pt x="20100" y="15372"/>
                  </a:lnTo>
                  <a:lnTo>
                    <a:pt x="19914" y="15106"/>
                  </a:lnTo>
                  <a:lnTo>
                    <a:pt x="19819" y="15039"/>
                  </a:lnTo>
                  <a:lnTo>
                    <a:pt x="19633" y="15039"/>
                  </a:lnTo>
                  <a:lnTo>
                    <a:pt x="19538" y="15106"/>
                  </a:lnTo>
                  <a:lnTo>
                    <a:pt x="19492" y="15238"/>
                  </a:lnTo>
                  <a:lnTo>
                    <a:pt x="19492" y="15504"/>
                  </a:lnTo>
                  <a:lnTo>
                    <a:pt x="19538" y="15636"/>
                  </a:lnTo>
                  <a:lnTo>
                    <a:pt x="19773" y="16100"/>
                  </a:lnTo>
                  <a:lnTo>
                    <a:pt x="19914" y="16564"/>
                  </a:lnTo>
                  <a:lnTo>
                    <a:pt x="19960" y="17093"/>
                  </a:lnTo>
                  <a:lnTo>
                    <a:pt x="19914" y="17691"/>
                  </a:lnTo>
                  <a:lnTo>
                    <a:pt x="19914" y="17823"/>
                  </a:lnTo>
                  <a:lnTo>
                    <a:pt x="19960" y="18022"/>
                  </a:lnTo>
                  <a:lnTo>
                    <a:pt x="19633" y="18618"/>
                  </a:lnTo>
                  <a:lnTo>
                    <a:pt x="19211" y="19214"/>
                  </a:lnTo>
                  <a:lnTo>
                    <a:pt x="19024" y="19413"/>
                  </a:lnTo>
                  <a:lnTo>
                    <a:pt x="18743" y="19678"/>
                  </a:lnTo>
                  <a:lnTo>
                    <a:pt x="18227" y="19944"/>
                  </a:lnTo>
                  <a:lnTo>
                    <a:pt x="18274" y="19810"/>
                  </a:lnTo>
                  <a:lnTo>
                    <a:pt x="18321" y="19214"/>
                  </a:lnTo>
                  <a:lnTo>
                    <a:pt x="18274" y="18685"/>
                  </a:lnTo>
                  <a:lnTo>
                    <a:pt x="18181" y="18089"/>
                  </a:lnTo>
                  <a:lnTo>
                    <a:pt x="17993" y="17557"/>
                  </a:lnTo>
                  <a:lnTo>
                    <a:pt x="17758" y="17028"/>
                  </a:lnTo>
                  <a:lnTo>
                    <a:pt x="17477" y="16564"/>
                  </a:lnTo>
                  <a:lnTo>
                    <a:pt x="17243" y="16298"/>
                  </a:lnTo>
                  <a:lnTo>
                    <a:pt x="17150" y="16100"/>
                  </a:lnTo>
                  <a:lnTo>
                    <a:pt x="17055" y="15968"/>
                  </a:lnTo>
                  <a:lnTo>
                    <a:pt x="16821" y="15968"/>
                  </a:lnTo>
                  <a:lnTo>
                    <a:pt x="16400" y="15702"/>
                  </a:lnTo>
                  <a:lnTo>
                    <a:pt x="16446" y="15504"/>
                  </a:lnTo>
                  <a:lnTo>
                    <a:pt x="16446" y="15106"/>
                  </a:lnTo>
                  <a:lnTo>
                    <a:pt x="16400" y="15039"/>
                  </a:lnTo>
                  <a:lnTo>
                    <a:pt x="16305" y="14974"/>
                  </a:lnTo>
                  <a:lnTo>
                    <a:pt x="16165" y="14974"/>
                  </a:lnTo>
                  <a:lnTo>
                    <a:pt x="16072" y="15039"/>
                  </a:lnTo>
                  <a:lnTo>
                    <a:pt x="16024" y="15173"/>
                  </a:lnTo>
                  <a:lnTo>
                    <a:pt x="15931" y="15504"/>
                  </a:lnTo>
                  <a:lnTo>
                    <a:pt x="15650" y="15437"/>
                  </a:lnTo>
                  <a:lnTo>
                    <a:pt x="15369" y="15504"/>
                  </a:lnTo>
                  <a:lnTo>
                    <a:pt x="15088" y="15570"/>
                  </a:lnTo>
                  <a:lnTo>
                    <a:pt x="14853" y="15702"/>
                  </a:lnTo>
                  <a:lnTo>
                    <a:pt x="14760" y="15504"/>
                  </a:lnTo>
                  <a:lnTo>
                    <a:pt x="14619" y="15372"/>
                  </a:lnTo>
                  <a:lnTo>
                    <a:pt x="14384" y="15372"/>
                  </a:lnTo>
                  <a:lnTo>
                    <a:pt x="14291" y="15504"/>
                  </a:lnTo>
                  <a:lnTo>
                    <a:pt x="14198" y="15636"/>
                  </a:lnTo>
                  <a:lnTo>
                    <a:pt x="14103" y="15769"/>
                  </a:lnTo>
                  <a:lnTo>
                    <a:pt x="13917" y="16100"/>
                  </a:lnTo>
                  <a:lnTo>
                    <a:pt x="13729" y="16365"/>
                  </a:lnTo>
                  <a:lnTo>
                    <a:pt x="13353" y="16631"/>
                  </a:lnTo>
                  <a:lnTo>
                    <a:pt x="12932" y="16830"/>
                  </a:lnTo>
                  <a:lnTo>
                    <a:pt x="12510" y="16961"/>
                  </a:lnTo>
                  <a:lnTo>
                    <a:pt x="12089" y="17028"/>
                  </a:lnTo>
                  <a:lnTo>
                    <a:pt x="11199" y="17028"/>
                  </a:lnTo>
                  <a:lnTo>
                    <a:pt x="10636" y="16895"/>
                  </a:lnTo>
                  <a:lnTo>
                    <a:pt x="10449" y="16830"/>
                  </a:lnTo>
                  <a:lnTo>
                    <a:pt x="10401" y="16830"/>
                  </a:lnTo>
                  <a:lnTo>
                    <a:pt x="10401" y="16497"/>
                  </a:lnTo>
                  <a:lnTo>
                    <a:pt x="10261" y="16298"/>
                  </a:lnTo>
                  <a:lnTo>
                    <a:pt x="10589" y="15570"/>
                  </a:lnTo>
                  <a:lnTo>
                    <a:pt x="10918" y="14776"/>
                  </a:lnTo>
                  <a:lnTo>
                    <a:pt x="11199" y="14311"/>
                  </a:lnTo>
                  <a:lnTo>
                    <a:pt x="11480" y="13780"/>
                  </a:lnTo>
                  <a:lnTo>
                    <a:pt x="11808" y="13383"/>
                  </a:lnTo>
                  <a:lnTo>
                    <a:pt x="12136" y="12921"/>
                  </a:lnTo>
                  <a:lnTo>
                    <a:pt x="12510" y="12588"/>
                  </a:lnTo>
                  <a:lnTo>
                    <a:pt x="12886" y="12258"/>
                  </a:lnTo>
                  <a:lnTo>
                    <a:pt x="13072" y="12124"/>
                  </a:lnTo>
                  <a:lnTo>
                    <a:pt x="13307" y="12124"/>
                  </a:lnTo>
                  <a:lnTo>
                    <a:pt x="13401" y="12191"/>
                  </a:lnTo>
                  <a:lnTo>
                    <a:pt x="13448" y="12323"/>
                  </a:lnTo>
                  <a:lnTo>
                    <a:pt x="13448" y="12720"/>
                  </a:lnTo>
                  <a:lnTo>
                    <a:pt x="13353" y="12921"/>
                  </a:lnTo>
                  <a:lnTo>
                    <a:pt x="13167" y="13318"/>
                  </a:lnTo>
                  <a:lnTo>
                    <a:pt x="12839" y="13847"/>
                  </a:lnTo>
                  <a:lnTo>
                    <a:pt x="12463" y="14378"/>
                  </a:lnTo>
                  <a:lnTo>
                    <a:pt x="12136" y="14974"/>
                  </a:lnTo>
                  <a:lnTo>
                    <a:pt x="11855" y="15636"/>
                  </a:lnTo>
                  <a:lnTo>
                    <a:pt x="11855" y="15769"/>
                  </a:lnTo>
                  <a:lnTo>
                    <a:pt x="11901" y="15968"/>
                  </a:lnTo>
                  <a:lnTo>
                    <a:pt x="11996" y="16035"/>
                  </a:lnTo>
                  <a:lnTo>
                    <a:pt x="12136" y="16035"/>
                  </a:lnTo>
                  <a:lnTo>
                    <a:pt x="12417" y="15702"/>
                  </a:lnTo>
                  <a:lnTo>
                    <a:pt x="12698" y="15305"/>
                  </a:lnTo>
                  <a:lnTo>
                    <a:pt x="13120" y="14443"/>
                  </a:lnTo>
                  <a:lnTo>
                    <a:pt x="13541" y="13780"/>
                  </a:lnTo>
                  <a:lnTo>
                    <a:pt x="13729" y="13450"/>
                  </a:lnTo>
                  <a:lnTo>
                    <a:pt x="13869" y="13052"/>
                  </a:lnTo>
                  <a:lnTo>
                    <a:pt x="13917" y="12720"/>
                  </a:lnTo>
                  <a:lnTo>
                    <a:pt x="13917" y="12390"/>
                  </a:lnTo>
                  <a:lnTo>
                    <a:pt x="13869" y="12059"/>
                  </a:lnTo>
                  <a:lnTo>
                    <a:pt x="13775" y="11793"/>
                  </a:lnTo>
                  <a:lnTo>
                    <a:pt x="13634" y="11528"/>
                  </a:lnTo>
                  <a:lnTo>
                    <a:pt x="13401" y="11396"/>
                  </a:lnTo>
                  <a:lnTo>
                    <a:pt x="13213" y="11396"/>
                  </a:lnTo>
                  <a:lnTo>
                    <a:pt x="12932" y="11463"/>
                  </a:lnTo>
                  <a:lnTo>
                    <a:pt x="12651" y="11595"/>
                  </a:lnTo>
                  <a:lnTo>
                    <a:pt x="12370" y="11860"/>
                  </a:lnTo>
                  <a:lnTo>
                    <a:pt x="11855" y="12390"/>
                  </a:lnTo>
                  <a:lnTo>
                    <a:pt x="11386" y="12986"/>
                  </a:lnTo>
                  <a:lnTo>
                    <a:pt x="10965" y="13649"/>
                  </a:lnTo>
                  <a:lnTo>
                    <a:pt x="10589" y="14245"/>
                  </a:lnTo>
                  <a:lnTo>
                    <a:pt x="10261" y="14908"/>
                  </a:lnTo>
                  <a:lnTo>
                    <a:pt x="10027" y="15636"/>
                  </a:lnTo>
                  <a:lnTo>
                    <a:pt x="9934" y="16035"/>
                  </a:lnTo>
                  <a:lnTo>
                    <a:pt x="9887" y="16432"/>
                  </a:lnTo>
                  <a:lnTo>
                    <a:pt x="9839" y="16432"/>
                  </a:lnTo>
                  <a:lnTo>
                    <a:pt x="9793" y="16564"/>
                  </a:lnTo>
                  <a:lnTo>
                    <a:pt x="9652" y="16631"/>
                  </a:lnTo>
                  <a:lnTo>
                    <a:pt x="9325" y="16631"/>
                  </a:lnTo>
                  <a:lnTo>
                    <a:pt x="8715" y="16432"/>
                  </a:lnTo>
                  <a:lnTo>
                    <a:pt x="7966" y="16432"/>
                  </a:lnTo>
                  <a:lnTo>
                    <a:pt x="7263" y="16564"/>
                  </a:lnTo>
                  <a:lnTo>
                    <a:pt x="7168" y="16564"/>
                  </a:lnTo>
                  <a:lnTo>
                    <a:pt x="7168" y="15901"/>
                  </a:lnTo>
                  <a:lnTo>
                    <a:pt x="7263" y="15636"/>
                  </a:lnTo>
                  <a:lnTo>
                    <a:pt x="7356" y="15372"/>
                  </a:lnTo>
                  <a:lnTo>
                    <a:pt x="7497" y="15106"/>
                  </a:lnTo>
                  <a:lnTo>
                    <a:pt x="7685" y="14974"/>
                  </a:lnTo>
                  <a:lnTo>
                    <a:pt x="7872" y="14776"/>
                  </a:lnTo>
                  <a:lnTo>
                    <a:pt x="8153" y="14709"/>
                  </a:lnTo>
                  <a:lnTo>
                    <a:pt x="8621" y="14510"/>
                  </a:lnTo>
                  <a:lnTo>
                    <a:pt x="9044" y="14311"/>
                  </a:lnTo>
                  <a:lnTo>
                    <a:pt x="9465" y="14046"/>
                  </a:lnTo>
                  <a:lnTo>
                    <a:pt x="9839" y="13715"/>
                  </a:lnTo>
                  <a:lnTo>
                    <a:pt x="10168" y="13318"/>
                  </a:lnTo>
                  <a:lnTo>
                    <a:pt x="10496" y="12921"/>
                  </a:lnTo>
                  <a:lnTo>
                    <a:pt x="10777" y="12456"/>
                  </a:lnTo>
                  <a:lnTo>
                    <a:pt x="11011" y="11925"/>
                  </a:lnTo>
                  <a:lnTo>
                    <a:pt x="11199" y="11528"/>
                  </a:lnTo>
                  <a:lnTo>
                    <a:pt x="11386" y="10999"/>
                  </a:lnTo>
                  <a:lnTo>
                    <a:pt x="11432" y="10733"/>
                  </a:lnTo>
                  <a:lnTo>
                    <a:pt x="11480" y="10468"/>
                  </a:lnTo>
                  <a:lnTo>
                    <a:pt x="11432" y="10204"/>
                  </a:lnTo>
                  <a:lnTo>
                    <a:pt x="11386" y="10005"/>
                  </a:lnTo>
                  <a:lnTo>
                    <a:pt x="11246" y="10005"/>
                  </a:lnTo>
                  <a:lnTo>
                    <a:pt x="11105" y="10070"/>
                  </a:lnTo>
                  <a:lnTo>
                    <a:pt x="11011" y="10269"/>
                  </a:lnTo>
                  <a:lnTo>
                    <a:pt x="10870" y="10733"/>
                  </a:lnTo>
                  <a:lnTo>
                    <a:pt x="10636" y="11396"/>
                  </a:lnTo>
                  <a:lnTo>
                    <a:pt x="10355" y="12059"/>
                  </a:lnTo>
                  <a:lnTo>
                    <a:pt x="9980" y="12655"/>
                  </a:lnTo>
                  <a:lnTo>
                    <a:pt x="9558" y="13119"/>
                  </a:lnTo>
                  <a:lnTo>
                    <a:pt x="9090" y="13517"/>
                  </a:lnTo>
                  <a:lnTo>
                    <a:pt x="8575" y="13847"/>
                  </a:lnTo>
                  <a:lnTo>
                    <a:pt x="8106" y="14046"/>
                  </a:lnTo>
                  <a:lnTo>
                    <a:pt x="7685" y="14245"/>
                  </a:lnTo>
                  <a:lnTo>
                    <a:pt x="7450" y="14311"/>
                  </a:lnTo>
                  <a:lnTo>
                    <a:pt x="7263" y="14510"/>
                  </a:lnTo>
                  <a:lnTo>
                    <a:pt x="7075" y="14709"/>
                  </a:lnTo>
                  <a:lnTo>
                    <a:pt x="6935" y="14974"/>
                  </a:lnTo>
                  <a:lnTo>
                    <a:pt x="6747" y="15372"/>
                  </a:lnTo>
                  <a:lnTo>
                    <a:pt x="6654" y="15836"/>
                  </a:lnTo>
                  <a:lnTo>
                    <a:pt x="6654" y="16298"/>
                  </a:lnTo>
                  <a:lnTo>
                    <a:pt x="6747" y="16763"/>
                  </a:lnTo>
                  <a:lnTo>
                    <a:pt x="6278" y="16961"/>
                  </a:lnTo>
                  <a:lnTo>
                    <a:pt x="5763" y="17160"/>
                  </a:lnTo>
                  <a:lnTo>
                    <a:pt x="5576" y="17160"/>
                  </a:lnTo>
                  <a:lnTo>
                    <a:pt x="5388" y="17093"/>
                  </a:lnTo>
                  <a:lnTo>
                    <a:pt x="5201" y="17028"/>
                  </a:lnTo>
                  <a:lnTo>
                    <a:pt x="5061" y="16895"/>
                  </a:lnTo>
                  <a:lnTo>
                    <a:pt x="4920" y="16696"/>
                  </a:lnTo>
                  <a:lnTo>
                    <a:pt x="4826" y="16497"/>
                  </a:lnTo>
                  <a:lnTo>
                    <a:pt x="4780" y="16298"/>
                  </a:lnTo>
                  <a:lnTo>
                    <a:pt x="4826" y="15968"/>
                  </a:lnTo>
                  <a:lnTo>
                    <a:pt x="4873" y="15836"/>
                  </a:lnTo>
                  <a:lnTo>
                    <a:pt x="4826" y="15702"/>
                  </a:lnTo>
                  <a:lnTo>
                    <a:pt x="4966" y="15437"/>
                  </a:lnTo>
                  <a:lnTo>
                    <a:pt x="5061" y="15173"/>
                  </a:lnTo>
                  <a:lnTo>
                    <a:pt x="5247" y="14642"/>
                  </a:lnTo>
                  <a:lnTo>
                    <a:pt x="5435" y="14178"/>
                  </a:lnTo>
                  <a:lnTo>
                    <a:pt x="5670" y="13582"/>
                  </a:lnTo>
                  <a:lnTo>
                    <a:pt x="5716" y="13318"/>
                  </a:lnTo>
                  <a:lnTo>
                    <a:pt x="5763" y="13052"/>
                  </a:lnTo>
                  <a:lnTo>
                    <a:pt x="5716" y="12720"/>
                  </a:lnTo>
                  <a:lnTo>
                    <a:pt x="5670" y="12456"/>
                  </a:lnTo>
                  <a:lnTo>
                    <a:pt x="5528" y="12323"/>
                  </a:lnTo>
                  <a:lnTo>
                    <a:pt x="5388" y="12191"/>
                  </a:lnTo>
                  <a:lnTo>
                    <a:pt x="5247" y="12124"/>
                  </a:lnTo>
                  <a:lnTo>
                    <a:pt x="5061" y="12124"/>
                  </a:lnTo>
                  <a:lnTo>
                    <a:pt x="4733" y="12191"/>
                  </a:lnTo>
                  <a:lnTo>
                    <a:pt x="4452" y="12323"/>
                  </a:lnTo>
                  <a:lnTo>
                    <a:pt x="4076" y="12655"/>
                  </a:lnTo>
                  <a:lnTo>
                    <a:pt x="3749" y="13052"/>
                  </a:lnTo>
                  <a:lnTo>
                    <a:pt x="3514" y="13450"/>
                  </a:lnTo>
                  <a:lnTo>
                    <a:pt x="3280" y="13847"/>
                  </a:lnTo>
                  <a:lnTo>
                    <a:pt x="3186" y="13847"/>
                  </a:lnTo>
                  <a:lnTo>
                    <a:pt x="3092" y="13914"/>
                  </a:lnTo>
                  <a:lnTo>
                    <a:pt x="2999" y="14178"/>
                  </a:lnTo>
                  <a:lnTo>
                    <a:pt x="2999" y="14378"/>
                  </a:lnTo>
                  <a:lnTo>
                    <a:pt x="3045" y="14510"/>
                  </a:lnTo>
                  <a:lnTo>
                    <a:pt x="3140" y="14577"/>
                  </a:lnTo>
                  <a:lnTo>
                    <a:pt x="3280" y="14642"/>
                  </a:lnTo>
                  <a:lnTo>
                    <a:pt x="3421" y="14642"/>
                  </a:lnTo>
                  <a:lnTo>
                    <a:pt x="3561" y="14577"/>
                  </a:lnTo>
                  <a:lnTo>
                    <a:pt x="3655" y="14443"/>
                  </a:lnTo>
                  <a:lnTo>
                    <a:pt x="4076" y="13780"/>
                  </a:lnTo>
                  <a:lnTo>
                    <a:pt x="4264" y="13450"/>
                  </a:lnTo>
                  <a:lnTo>
                    <a:pt x="4498" y="13184"/>
                  </a:lnTo>
                  <a:lnTo>
                    <a:pt x="4780" y="13052"/>
                  </a:lnTo>
                  <a:lnTo>
                    <a:pt x="5061" y="12921"/>
                  </a:lnTo>
                  <a:lnTo>
                    <a:pt x="5154" y="12921"/>
                  </a:lnTo>
                  <a:lnTo>
                    <a:pt x="5154" y="13184"/>
                  </a:lnTo>
                  <a:lnTo>
                    <a:pt x="5014" y="13649"/>
                  </a:lnTo>
                  <a:lnTo>
                    <a:pt x="4685" y="14510"/>
                  </a:lnTo>
                  <a:lnTo>
                    <a:pt x="4545" y="15039"/>
                  </a:lnTo>
                  <a:lnTo>
                    <a:pt x="4452" y="15305"/>
                  </a:lnTo>
                  <a:lnTo>
                    <a:pt x="4357" y="15437"/>
                  </a:lnTo>
                  <a:lnTo>
                    <a:pt x="4217" y="15570"/>
                  </a:lnTo>
                  <a:lnTo>
                    <a:pt x="4217" y="15636"/>
                  </a:lnTo>
                  <a:lnTo>
                    <a:pt x="4171" y="15702"/>
                  </a:lnTo>
                  <a:lnTo>
                    <a:pt x="3983" y="15901"/>
                  </a:lnTo>
                  <a:lnTo>
                    <a:pt x="3749" y="15968"/>
                  </a:lnTo>
                  <a:lnTo>
                    <a:pt x="3514" y="16035"/>
                  </a:lnTo>
                  <a:lnTo>
                    <a:pt x="3233" y="16035"/>
                  </a:lnTo>
                  <a:lnTo>
                    <a:pt x="2999" y="15968"/>
                  </a:lnTo>
                  <a:lnTo>
                    <a:pt x="2764" y="15836"/>
                  </a:lnTo>
                  <a:lnTo>
                    <a:pt x="2578" y="15702"/>
                  </a:lnTo>
                  <a:lnTo>
                    <a:pt x="2390" y="15504"/>
                  </a:lnTo>
                  <a:lnTo>
                    <a:pt x="2202" y="15238"/>
                  </a:lnTo>
                  <a:lnTo>
                    <a:pt x="2109" y="14974"/>
                  </a:lnTo>
                  <a:lnTo>
                    <a:pt x="2014" y="14709"/>
                  </a:lnTo>
                  <a:lnTo>
                    <a:pt x="1921" y="14378"/>
                  </a:lnTo>
                  <a:lnTo>
                    <a:pt x="1921" y="13450"/>
                  </a:lnTo>
                  <a:lnTo>
                    <a:pt x="2014" y="13119"/>
                  </a:lnTo>
                  <a:lnTo>
                    <a:pt x="2062" y="12921"/>
                  </a:lnTo>
                  <a:lnTo>
                    <a:pt x="2109" y="12720"/>
                  </a:lnTo>
                  <a:lnTo>
                    <a:pt x="2062" y="12588"/>
                  </a:lnTo>
                  <a:lnTo>
                    <a:pt x="2155" y="12588"/>
                  </a:lnTo>
                  <a:lnTo>
                    <a:pt x="2483" y="12390"/>
                  </a:lnTo>
                  <a:lnTo>
                    <a:pt x="2811" y="12258"/>
                  </a:lnTo>
                  <a:lnTo>
                    <a:pt x="3561" y="11727"/>
                  </a:lnTo>
                  <a:lnTo>
                    <a:pt x="4311" y="11131"/>
                  </a:lnTo>
                  <a:lnTo>
                    <a:pt x="4873" y="10601"/>
                  </a:lnTo>
                  <a:lnTo>
                    <a:pt x="5107" y="10269"/>
                  </a:lnTo>
                  <a:lnTo>
                    <a:pt x="5295" y="9938"/>
                  </a:lnTo>
                  <a:lnTo>
                    <a:pt x="5482" y="9541"/>
                  </a:lnTo>
                  <a:lnTo>
                    <a:pt x="5623" y="9209"/>
                  </a:lnTo>
                  <a:lnTo>
                    <a:pt x="5716" y="8746"/>
                  </a:lnTo>
                  <a:lnTo>
                    <a:pt x="5763" y="8282"/>
                  </a:lnTo>
                  <a:lnTo>
                    <a:pt x="5763" y="7950"/>
                  </a:lnTo>
                  <a:lnTo>
                    <a:pt x="5716" y="7552"/>
                  </a:lnTo>
                  <a:lnTo>
                    <a:pt x="5576" y="7222"/>
                  </a:lnTo>
                  <a:lnTo>
                    <a:pt x="5482" y="7090"/>
                  </a:lnTo>
                  <a:lnTo>
                    <a:pt x="5388" y="7023"/>
                  </a:lnTo>
                  <a:lnTo>
                    <a:pt x="5061" y="6891"/>
                  </a:lnTo>
                  <a:lnTo>
                    <a:pt x="4780" y="6824"/>
                  </a:lnTo>
                  <a:lnTo>
                    <a:pt x="4452" y="6891"/>
                  </a:lnTo>
                  <a:lnTo>
                    <a:pt x="4123" y="6956"/>
                  </a:lnTo>
                  <a:lnTo>
                    <a:pt x="3749" y="7155"/>
                  </a:lnTo>
                  <a:lnTo>
                    <a:pt x="3421" y="7354"/>
                  </a:lnTo>
                  <a:lnTo>
                    <a:pt x="2764" y="7885"/>
                  </a:lnTo>
                  <a:lnTo>
                    <a:pt x="1921" y="8548"/>
                  </a:lnTo>
                  <a:lnTo>
                    <a:pt x="1547" y="8878"/>
                  </a:lnTo>
                  <a:lnTo>
                    <a:pt x="1171" y="9209"/>
                  </a:lnTo>
                  <a:lnTo>
                    <a:pt x="1078" y="9342"/>
                  </a:lnTo>
                  <a:lnTo>
                    <a:pt x="1031" y="9474"/>
                  </a:lnTo>
                  <a:lnTo>
                    <a:pt x="1031" y="9606"/>
                  </a:lnTo>
                  <a:lnTo>
                    <a:pt x="1078" y="9673"/>
                  </a:lnTo>
                  <a:lnTo>
                    <a:pt x="1124" y="9805"/>
                  </a:lnTo>
                  <a:lnTo>
                    <a:pt x="1219" y="9872"/>
                  </a:lnTo>
                  <a:lnTo>
                    <a:pt x="1406" y="9872"/>
                  </a:lnTo>
                  <a:lnTo>
                    <a:pt x="1968" y="9474"/>
                  </a:lnTo>
                  <a:lnTo>
                    <a:pt x="2483" y="9010"/>
                  </a:lnTo>
                  <a:lnTo>
                    <a:pt x="3561" y="8148"/>
                  </a:lnTo>
                  <a:lnTo>
                    <a:pt x="4076" y="7818"/>
                  </a:lnTo>
                  <a:lnTo>
                    <a:pt x="4311" y="7686"/>
                  </a:lnTo>
                  <a:lnTo>
                    <a:pt x="4592" y="7619"/>
                  </a:lnTo>
                  <a:lnTo>
                    <a:pt x="4780" y="7552"/>
                  </a:lnTo>
                  <a:lnTo>
                    <a:pt x="4920" y="7619"/>
                  </a:lnTo>
                  <a:lnTo>
                    <a:pt x="5107" y="7686"/>
                  </a:lnTo>
                  <a:lnTo>
                    <a:pt x="5154" y="7751"/>
                  </a:lnTo>
                  <a:lnTo>
                    <a:pt x="5201" y="7885"/>
                  </a:lnTo>
                  <a:lnTo>
                    <a:pt x="5247" y="8083"/>
                  </a:lnTo>
                  <a:lnTo>
                    <a:pt x="5247" y="8282"/>
                  </a:lnTo>
                  <a:lnTo>
                    <a:pt x="5201" y="8746"/>
                  </a:lnTo>
                  <a:lnTo>
                    <a:pt x="5107" y="9077"/>
                  </a:lnTo>
                  <a:lnTo>
                    <a:pt x="4920" y="9474"/>
                  </a:lnTo>
                  <a:lnTo>
                    <a:pt x="4733" y="9740"/>
                  </a:lnTo>
                  <a:lnTo>
                    <a:pt x="4545" y="10070"/>
                  </a:lnTo>
                  <a:lnTo>
                    <a:pt x="4030" y="10534"/>
                  </a:lnTo>
                  <a:lnTo>
                    <a:pt x="3561" y="10932"/>
                  </a:lnTo>
                  <a:lnTo>
                    <a:pt x="2999" y="11396"/>
                  </a:lnTo>
                  <a:lnTo>
                    <a:pt x="2437" y="11793"/>
                  </a:lnTo>
                  <a:lnTo>
                    <a:pt x="1874" y="12191"/>
                  </a:lnTo>
                  <a:lnTo>
                    <a:pt x="1687" y="12323"/>
                  </a:lnTo>
                  <a:lnTo>
                    <a:pt x="1593" y="12390"/>
                  </a:lnTo>
                  <a:lnTo>
                    <a:pt x="1547" y="12521"/>
                  </a:lnTo>
                  <a:lnTo>
                    <a:pt x="1500" y="12521"/>
                  </a:lnTo>
                  <a:lnTo>
                    <a:pt x="1359" y="12390"/>
                  </a:lnTo>
                  <a:lnTo>
                    <a:pt x="1124" y="12124"/>
                  </a:lnTo>
                  <a:lnTo>
                    <a:pt x="890" y="11662"/>
                  </a:lnTo>
                  <a:lnTo>
                    <a:pt x="750" y="11329"/>
                  </a:lnTo>
                  <a:lnTo>
                    <a:pt x="657" y="10932"/>
                  </a:lnTo>
                  <a:lnTo>
                    <a:pt x="609" y="10534"/>
                  </a:lnTo>
                  <a:lnTo>
                    <a:pt x="609" y="9673"/>
                  </a:lnTo>
                  <a:lnTo>
                    <a:pt x="703" y="9275"/>
                  </a:lnTo>
                  <a:lnTo>
                    <a:pt x="843" y="8811"/>
                  </a:lnTo>
                  <a:lnTo>
                    <a:pt x="984" y="8414"/>
                  </a:lnTo>
                  <a:lnTo>
                    <a:pt x="1171" y="8083"/>
                  </a:lnTo>
                  <a:lnTo>
                    <a:pt x="1406" y="7751"/>
                  </a:lnTo>
                  <a:lnTo>
                    <a:pt x="1921" y="7155"/>
                  </a:lnTo>
                  <a:lnTo>
                    <a:pt x="2437" y="6691"/>
                  </a:lnTo>
                  <a:lnTo>
                    <a:pt x="3045" y="6293"/>
                  </a:lnTo>
                  <a:lnTo>
                    <a:pt x="3140" y="6161"/>
                  </a:lnTo>
                  <a:lnTo>
                    <a:pt x="3186" y="5963"/>
                  </a:lnTo>
                  <a:lnTo>
                    <a:pt x="3280" y="5632"/>
                  </a:lnTo>
                  <a:lnTo>
                    <a:pt x="3468" y="5233"/>
                  </a:lnTo>
                  <a:lnTo>
                    <a:pt x="3702" y="4902"/>
                  </a:lnTo>
                  <a:lnTo>
                    <a:pt x="3890" y="4572"/>
                  </a:lnTo>
                  <a:lnTo>
                    <a:pt x="4123" y="4306"/>
                  </a:lnTo>
                  <a:lnTo>
                    <a:pt x="4404" y="4041"/>
                  </a:lnTo>
                  <a:lnTo>
                    <a:pt x="4639" y="3842"/>
                  </a:lnTo>
                  <a:lnTo>
                    <a:pt x="4920" y="3710"/>
                  </a:lnTo>
                  <a:lnTo>
                    <a:pt x="5247" y="3577"/>
                  </a:lnTo>
                  <a:lnTo>
                    <a:pt x="5528" y="3511"/>
                  </a:lnTo>
                  <a:lnTo>
                    <a:pt x="5811" y="3445"/>
                  </a:lnTo>
                  <a:lnTo>
                    <a:pt x="5997" y="3710"/>
                  </a:lnTo>
                  <a:lnTo>
                    <a:pt x="6232" y="3909"/>
                  </a:lnTo>
                  <a:lnTo>
                    <a:pt x="6559" y="4239"/>
                  </a:lnTo>
                  <a:lnTo>
                    <a:pt x="6841" y="4637"/>
                  </a:lnTo>
                  <a:lnTo>
                    <a:pt x="6982" y="4902"/>
                  </a:lnTo>
                  <a:lnTo>
                    <a:pt x="7075" y="5233"/>
                  </a:lnTo>
                  <a:lnTo>
                    <a:pt x="7216" y="5831"/>
                  </a:lnTo>
                  <a:lnTo>
                    <a:pt x="7309" y="6427"/>
                  </a:lnTo>
                  <a:lnTo>
                    <a:pt x="7263" y="7090"/>
                  </a:lnTo>
                  <a:lnTo>
                    <a:pt x="7168" y="7686"/>
                  </a:lnTo>
                  <a:lnTo>
                    <a:pt x="6982" y="8215"/>
                  </a:lnTo>
                  <a:lnTo>
                    <a:pt x="6466" y="9144"/>
                  </a:lnTo>
                  <a:lnTo>
                    <a:pt x="6232" y="9606"/>
                  </a:lnTo>
                  <a:lnTo>
                    <a:pt x="6044" y="10137"/>
                  </a:lnTo>
                  <a:lnTo>
                    <a:pt x="5951" y="10733"/>
                  </a:lnTo>
                  <a:lnTo>
                    <a:pt x="5951" y="11329"/>
                  </a:lnTo>
                  <a:lnTo>
                    <a:pt x="5997" y="11595"/>
                  </a:lnTo>
                  <a:lnTo>
                    <a:pt x="6092" y="11860"/>
                  </a:lnTo>
                  <a:lnTo>
                    <a:pt x="6138" y="12059"/>
                  </a:lnTo>
                  <a:lnTo>
                    <a:pt x="6278" y="12258"/>
                  </a:lnTo>
                  <a:lnTo>
                    <a:pt x="6559" y="12521"/>
                  </a:lnTo>
                  <a:lnTo>
                    <a:pt x="6887" y="12655"/>
                  </a:lnTo>
                  <a:lnTo>
                    <a:pt x="7216" y="12720"/>
                  </a:lnTo>
                  <a:lnTo>
                    <a:pt x="7590" y="12655"/>
                  </a:lnTo>
                  <a:lnTo>
                    <a:pt x="7918" y="12521"/>
                  </a:lnTo>
                  <a:lnTo>
                    <a:pt x="8247" y="12323"/>
                  </a:lnTo>
                  <a:lnTo>
                    <a:pt x="8528" y="12059"/>
                  </a:lnTo>
                  <a:lnTo>
                    <a:pt x="8809" y="11662"/>
                  </a:lnTo>
                  <a:lnTo>
                    <a:pt x="8996" y="11197"/>
                  </a:lnTo>
                  <a:lnTo>
                    <a:pt x="9230" y="10800"/>
                  </a:lnTo>
                  <a:lnTo>
                    <a:pt x="9793" y="9474"/>
                  </a:lnTo>
                  <a:lnTo>
                    <a:pt x="10074" y="8811"/>
                  </a:lnTo>
                  <a:lnTo>
                    <a:pt x="10355" y="8083"/>
                  </a:lnTo>
                  <a:lnTo>
                    <a:pt x="10401" y="7950"/>
                  </a:lnTo>
                  <a:lnTo>
                    <a:pt x="10355" y="7818"/>
                  </a:lnTo>
                  <a:lnTo>
                    <a:pt x="10308" y="7686"/>
                  </a:lnTo>
                  <a:lnTo>
                    <a:pt x="10261" y="7552"/>
                  </a:lnTo>
                  <a:lnTo>
                    <a:pt x="9934" y="7552"/>
                  </a:lnTo>
                  <a:lnTo>
                    <a:pt x="9839" y="7686"/>
                  </a:lnTo>
                  <a:lnTo>
                    <a:pt x="9606" y="8282"/>
                  </a:lnTo>
                  <a:lnTo>
                    <a:pt x="9325" y="8811"/>
                  </a:lnTo>
                  <a:lnTo>
                    <a:pt x="8856" y="10005"/>
                  </a:lnTo>
                  <a:lnTo>
                    <a:pt x="8621" y="10468"/>
                  </a:lnTo>
                  <a:lnTo>
                    <a:pt x="8387" y="10932"/>
                  </a:lnTo>
                  <a:lnTo>
                    <a:pt x="8153" y="11329"/>
                  </a:lnTo>
                  <a:lnTo>
                    <a:pt x="7825" y="11727"/>
                  </a:lnTo>
                  <a:lnTo>
                    <a:pt x="7590" y="11860"/>
                  </a:lnTo>
                  <a:lnTo>
                    <a:pt x="7404" y="11925"/>
                  </a:lnTo>
                  <a:lnTo>
                    <a:pt x="7168" y="11860"/>
                  </a:lnTo>
                  <a:lnTo>
                    <a:pt x="6982" y="11793"/>
                  </a:lnTo>
                  <a:lnTo>
                    <a:pt x="6794" y="11662"/>
                  </a:lnTo>
                  <a:lnTo>
                    <a:pt x="6654" y="11463"/>
                  </a:lnTo>
                  <a:lnTo>
                    <a:pt x="6559" y="11197"/>
                  </a:lnTo>
                  <a:lnTo>
                    <a:pt x="6513" y="10865"/>
                  </a:lnTo>
                  <a:lnTo>
                    <a:pt x="6559" y="10534"/>
                  </a:lnTo>
                  <a:lnTo>
                    <a:pt x="6606" y="10269"/>
                  </a:lnTo>
                  <a:lnTo>
                    <a:pt x="6841" y="9740"/>
                  </a:lnTo>
                  <a:lnTo>
                    <a:pt x="7356" y="8811"/>
                  </a:lnTo>
                  <a:lnTo>
                    <a:pt x="7544" y="8414"/>
                  </a:lnTo>
                  <a:lnTo>
                    <a:pt x="7685" y="7950"/>
                  </a:lnTo>
                  <a:lnTo>
                    <a:pt x="7825" y="7487"/>
                  </a:lnTo>
                  <a:lnTo>
                    <a:pt x="7872" y="7023"/>
                  </a:lnTo>
                  <a:lnTo>
                    <a:pt x="7872" y="6030"/>
                  </a:lnTo>
                  <a:lnTo>
                    <a:pt x="7778" y="5565"/>
                  </a:lnTo>
                  <a:lnTo>
                    <a:pt x="7685" y="5101"/>
                  </a:lnTo>
                  <a:lnTo>
                    <a:pt x="7450" y="4572"/>
                  </a:lnTo>
                  <a:lnTo>
                    <a:pt x="7123" y="3909"/>
                  </a:lnTo>
                  <a:lnTo>
                    <a:pt x="6935" y="3643"/>
                  </a:lnTo>
                  <a:lnTo>
                    <a:pt x="6747" y="3445"/>
                  </a:lnTo>
                  <a:lnTo>
                    <a:pt x="6513" y="3246"/>
                  </a:lnTo>
                  <a:lnTo>
                    <a:pt x="6278" y="3114"/>
                  </a:lnTo>
                  <a:lnTo>
                    <a:pt x="6278" y="2650"/>
                  </a:lnTo>
                  <a:lnTo>
                    <a:pt x="6373" y="2384"/>
                  </a:lnTo>
                  <a:lnTo>
                    <a:pt x="6466" y="2119"/>
                  </a:lnTo>
                  <a:lnTo>
                    <a:pt x="6606" y="1855"/>
                  </a:lnTo>
                  <a:lnTo>
                    <a:pt x="6794" y="1656"/>
                  </a:lnTo>
                  <a:lnTo>
                    <a:pt x="7028" y="1523"/>
                  </a:lnTo>
                  <a:lnTo>
                    <a:pt x="7263" y="1458"/>
                  </a:lnTo>
                  <a:lnTo>
                    <a:pt x="7497" y="1391"/>
                  </a:lnTo>
                  <a:lnTo>
                    <a:pt x="7685" y="1391"/>
                  </a:lnTo>
                  <a:lnTo>
                    <a:pt x="7918" y="1458"/>
                  </a:lnTo>
                  <a:lnTo>
                    <a:pt x="8340" y="1656"/>
                  </a:lnTo>
                  <a:lnTo>
                    <a:pt x="9184" y="2186"/>
                  </a:lnTo>
                  <a:lnTo>
                    <a:pt x="9044" y="2384"/>
                  </a:lnTo>
                  <a:lnTo>
                    <a:pt x="8996" y="2583"/>
                  </a:lnTo>
                  <a:lnTo>
                    <a:pt x="8996" y="2980"/>
                  </a:lnTo>
                  <a:lnTo>
                    <a:pt x="9137" y="3378"/>
                  </a:lnTo>
                  <a:lnTo>
                    <a:pt x="9325" y="3643"/>
                  </a:lnTo>
                  <a:lnTo>
                    <a:pt x="9511" y="3909"/>
                  </a:lnTo>
                  <a:lnTo>
                    <a:pt x="9652" y="4108"/>
                  </a:lnTo>
                  <a:lnTo>
                    <a:pt x="9511" y="4505"/>
                  </a:lnTo>
                  <a:lnTo>
                    <a:pt x="9277" y="5498"/>
                  </a:lnTo>
                  <a:lnTo>
                    <a:pt x="9137" y="5896"/>
                  </a:lnTo>
                  <a:lnTo>
                    <a:pt x="8996" y="6293"/>
                  </a:lnTo>
                  <a:lnTo>
                    <a:pt x="8856" y="6691"/>
                  </a:lnTo>
                  <a:lnTo>
                    <a:pt x="8809" y="7090"/>
                  </a:lnTo>
                  <a:lnTo>
                    <a:pt x="8809" y="7222"/>
                  </a:lnTo>
                  <a:lnTo>
                    <a:pt x="8903" y="7289"/>
                  </a:lnTo>
                  <a:lnTo>
                    <a:pt x="8996" y="7354"/>
                  </a:lnTo>
                  <a:lnTo>
                    <a:pt x="9090" y="7289"/>
                  </a:lnTo>
                  <a:lnTo>
                    <a:pt x="9277" y="7023"/>
                  </a:lnTo>
                  <a:lnTo>
                    <a:pt x="9465" y="6691"/>
                  </a:lnTo>
                  <a:lnTo>
                    <a:pt x="9699" y="5896"/>
                  </a:lnTo>
                  <a:lnTo>
                    <a:pt x="9934" y="4902"/>
                  </a:lnTo>
                  <a:lnTo>
                    <a:pt x="9980" y="4438"/>
                  </a:lnTo>
                  <a:lnTo>
                    <a:pt x="9980" y="4373"/>
                  </a:lnTo>
                  <a:lnTo>
                    <a:pt x="10682" y="4836"/>
                  </a:lnTo>
                  <a:lnTo>
                    <a:pt x="10965" y="5168"/>
                  </a:lnTo>
                  <a:lnTo>
                    <a:pt x="11105" y="5433"/>
                  </a:lnTo>
                  <a:lnTo>
                    <a:pt x="11246" y="5697"/>
                  </a:lnTo>
                  <a:lnTo>
                    <a:pt x="11339" y="5963"/>
                  </a:lnTo>
                  <a:lnTo>
                    <a:pt x="11339" y="6228"/>
                  </a:lnTo>
                  <a:lnTo>
                    <a:pt x="11292" y="6492"/>
                  </a:lnTo>
                  <a:lnTo>
                    <a:pt x="11105" y="6691"/>
                  </a:lnTo>
                  <a:lnTo>
                    <a:pt x="11011" y="6824"/>
                  </a:lnTo>
                  <a:lnTo>
                    <a:pt x="10965" y="6956"/>
                  </a:lnTo>
                  <a:lnTo>
                    <a:pt x="10965" y="7090"/>
                  </a:lnTo>
                  <a:lnTo>
                    <a:pt x="11011" y="7222"/>
                  </a:lnTo>
                  <a:lnTo>
                    <a:pt x="11058" y="7354"/>
                  </a:lnTo>
                  <a:lnTo>
                    <a:pt x="11151" y="7420"/>
                  </a:lnTo>
                  <a:lnTo>
                    <a:pt x="11292" y="7420"/>
                  </a:lnTo>
                  <a:lnTo>
                    <a:pt x="11386" y="7354"/>
                  </a:lnTo>
                  <a:lnTo>
                    <a:pt x="11620" y="7090"/>
                  </a:lnTo>
                  <a:lnTo>
                    <a:pt x="11761" y="6824"/>
                  </a:lnTo>
                  <a:lnTo>
                    <a:pt x="11855" y="6492"/>
                  </a:lnTo>
                  <a:lnTo>
                    <a:pt x="11855" y="5764"/>
                  </a:lnTo>
                  <a:lnTo>
                    <a:pt x="11761" y="5433"/>
                  </a:lnTo>
                  <a:lnTo>
                    <a:pt x="11620" y="5101"/>
                  </a:lnTo>
                  <a:lnTo>
                    <a:pt x="11480" y="4770"/>
                  </a:lnTo>
                  <a:lnTo>
                    <a:pt x="11246" y="4438"/>
                  </a:lnTo>
                  <a:lnTo>
                    <a:pt x="10965" y="4239"/>
                  </a:lnTo>
                  <a:lnTo>
                    <a:pt x="10355" y="3775"/>
                  </a:lnTo>
                  <a:lnTo>
                    <a:pt x="10074" y="3577"/>
                  </a:lnTo>
                  <a:lnTo>
                    <a:pt x="9699" y="3246"/>
                  </a:lnTo>
                  <a:lnTo>
                    <a:pt x="9511" y="2980"/>
                  </a:lnTo>
                  <a:lnTo>
                    <a:pt x="9418" y="2782"/>
                  </a:lnTo>
                  <a:lnTo>
                    <a:pt x="9371" y="2583"/>
                  </a:lnTo>
                  <a:lnTo>
                    <a:pt x="9418" y="2318"/>
                  </a:lnTo>
                  <a:lnTo>
                    <a:pt x="9558" y="2451"/>
                  </a:lnTo>
                  <a:lnTo>
                    <a:pt x="9652" y="2451"/>
                  </a:lnTo>
                  <a:lnTo>
                    <a:pt x="9699" y="2384"/>
                  </a:lnTo>
                  <a:lnTo>
                    <a:pt x="9746" y="2252"/>
                  </a:lnTo>
                  <a:lnTo>
                    <a:pt x="9839" y="2054"/>
                  </a:lnTo>
                  <a:lnTo>
                    <a:pt x="9980" y="1721"/>
                  </a:lnTo>
                  <a:lnTo>
                    <a:pt x="10120" y="1458"/>
                  </a:lnTo>
                  <a:lnTo>
                    <a:pt x="10355" y="1259"/>
                  </a:lnTo>
                  <a:lnTo>
                    <a:pt x="10589" y="1125"/>
                  </a:lnTo>
                  <a:lnTo>
                    <a:pt x="10824" y="1060"/>
                  </a:lnTo>
                  <a:lnTo>
                    <a:pt x="11105" y="993"/>
                  </a:lnTo>
                  <a:lnTo>
                    <a:pt x="11573" y="927"/>
                  </a:lnTo>
                  <a:close/>
                  <a:moveTo>
                    <a:pt x="16962" y="16830"/>
                  </a:moveTo>
                  <a:lnTo>
                    <a:pt x="17150" y="17028"/>
                  </a:lnTo>
                  <a:lnTo>
                    <a:pt x="17150" y="17093"/>
                  </a:lnTo>
                  <a:lnTo>
                    <a:pt x="17055" y="17093"/>
                  </a:lnTo>
                  <a:lnTo>
                    <a:pt x="16915" y="17227"/>
                  </a:lnTo>
                  <a:lnTo>
                    <a:pt x="16586" y="17823"/>
                  </a:lnTo>
                  <a:lnTo>
                    <a:pt x="16212" y="18419"/>
                  </a:lnTo>
                  <a:lnTo>
                    <a:pt x="15791" y="18950"/>
                  </a:lnTo>
                  <a:lnTo>
                    <a:pt x="15369" y="19413"/>
                  </a:lnTo>
                  <a:lnTo>
                    <a:pt x="14619" y="20009"/>
                  </a:lnTo>
                  <a:lnTo>
                    <a:pt x="13869" y="20607"/>
                  </a:lnTo>
                  <a:lnTo>
                    <a:pt x="13588" y="20540"/>
                  </a:lnTo>
                  <a:lnTo>
                    <a:pt x="13307" y="20408"/>
                  </a:lnTo>
                  <a:lnTo>
                    <a:pt x="13072" y="20207"/>
                  </a:lnTo>
                  <a:lnTo>
                    <a:pt x="12839" y="20009"/>
                  </a:lnTo>
                  <a:lnTo>
                    <a:pt x="13401" y="19877"/>
                  </a:lnTo>
                  <a:lnTo>
                    <a:pt x="13917" y="19611"/>
                  </a:lnTo>
                  <a:lnTo>
                    <a:pt x="14432" y="19281"/>
                  </a:lnTo>
                  <a:lnTo>
                    <a:pt x="14948" y="18950"/>
                  </a:lnTo>
                  <a:lnTo>
                    <a:pt x="15510" y="18486"/>
                  </a:lnTo>
                  <a:lnTo>
                    <a:pt x="16024" y="17955"/>
                  </a:lnTo>
                  <a:lnTo>
                    <a:pt x="16493" y="17426"/>
                  </a:lnTo>
                  <a:lnTo>
                    <a:pt x="16962" y="16830"/>
                  </a:lnTo>
                  <a:close/>
                  <a:moveTo>
                    <a:pt x="17383" y="17426"/>
                  </a:moveTo>
                  <a:lnTo>
                    <a:pt x="17524" y="17691"/>
                  </a:lnTo>
                  <a:lnTo>
                    <a:pt x="17617" y="18022"/>
                  </a:lnTo>
                  <a:lnTo>
                    <a:pt x="17805" y="18685"/>
                  </a:lnTo>
                  <a:lnTo>
                    <a:pt x="17805" y="19611"/>
                  </a:lnTo>
                  <a:lnTo>
                    <a:pt x="17712" y="19810"/>
                  </a:lnTo>
                  <a:lnTo>
                    <a:pt x="17664" y="19745"/>
                  </a:lnTo>
                  <a:lnTo>
                    <a:pt x="17524" y="19745"/>
                  </a:lnTo>
                  <a:lnTo>
                    <a:pt x="17524" y="19810"/>
                  </a:lnTo>
                  <a:lnTo>
                    <a:pt x="17383" y="20207"/>
                  </a:lnTo>
                  <a:lnTo>
                    <a:pt x="16305" y="20408"/>
                  </a:lnTo>
                  <a:lnTo>
                    <a:pt x="16493" y="20207"/>
                  </a:lnTo>
                  <a:lnTo>
                    <a:pt x="17009" y="19678"/>
                  </a:lnTo>
                  <a:lnTo>
                    <a:pt x="17477" y="19082"/>
                  </a:lnTo>
                  <a:lnTo>
                    <a:pt x="17571" y="18950"/>
                  </a:lnTo>
                  <a:lnTo>
                    <a:pt x="17571" y="18750"/>
                  </a:lnTo>
                  <a:lnTo>
                    <a:pt x="17524" y="18618"/>
                  </a:lnTo>
                  <a:lnTo>
                    <a:pt x="17383" y="18551"/>
                  </a:lnTo>
                  <a:lnTo>
                    <a:pt x="17290" y="18551"/>
                  </a:lnTo>
                  <a:lnTo>
                    <a:pt x="17196" y="18618"/>
                  </a:lnTo>
                  <a:lnTo>
                    <a:pt x="16681" y="19214"/>
                  </a:lnTo>
                  <a:lnTo>
                    <a:pt x="16165" y="19810"/>
                  </a:lnTo>
                  <a:lnTo>
                    <a:pt x="15837" y="20142"/>
                  </a:lnTo>
                  <a:lnTo>
                    <a:pt x="15743" y="20274"/>
                  </a:lnTo>
                  <a:lnTo>
                    <a:pt x="15650" y="20540"/>
                  </a:lnTo>
                  <a:lnTo>
                    <a:pt x="14900" y="20607"/>
                  </a:lnTo>
                  <a:lnTo>
                    <a:pt x="14665" y="20672"/>
                  </a:lnTo>
                  <a:lnTo>
                    <a:pt x="15041" y="20408"/>
                  </a:lnTo>
                  <a:lnTo>
                    <a:pt x="15415" y="20075"/>
                  </a:lnTo>
                  <a:lnTo>
                    <a:pt x="15791" y="19745"/>
                  </a:lnTo>
                  <a:lnTo>
                    <a:pt x="16165" y="19413"/>
                  </a:lnTo>
                  <a:lnTo>
                    <a:pt x="16493" y="18950"/>
                  </a:lnTo>
                  <a:lnTo>
                    <a:pt x="16774" y="18551"/>
                  </a:lnTo>
                  <a:lnTo>
                    <a:pt x="17055" y="18089"/>
                  </a:lnTo>
                  <a:lnTo>
                    <a:pt x="17336" y="17557"/>
                  </a:lnTo>
                  <a:lnTo>
                    <a:pt x="17383" y="17426"/>
                  </a:lnTo>
                  <a:close/>
                  <a:moveTo>
                    <a:pt x="11573" y="0"/>
                  </a:moveTo>
                  <a:lnTo>
                    <a:pt x="11246" y="65"/>
                  </a:lnTo>
                  <a:lnTo>
                    <a:pt x="10918" y="65"/>
                  </a:lnTo>
                  <a:lnTo>
                    <a:pt x="10589" y="199"/>
                  </a:lnTo>
                  <a:lnTo>
                    <a:pt x="10261" y="331"/>
                  </a:lnTo>
                  <a:lnTo>
                    <a:pt x="9980" y="529"/>
                  </a:lnTo>
                  <a:lnTo>
                    <a:pt x="9699" y="795"/>
                  </a:lnTo>
                  <a:lnTo>
                    <a:pt x="9465" y="1125"/>
                  </a:lnTo>
                  <a:lnTo>
                    <a:pt x="9325" y="1523"/>
                  </a:lnTo>
                  <a:lnTo>
                    <a:pt x="8809" y="1125"/>
                  </a:lnTo>
                  <a:lnTo>
                    <a:pt x="8294" y="795"/>
                  </a:lnTo>
                  <a:lnTo>
                    <a:pt x="8013" y="661"/>
                  </a:lnTo>
                  <a:lnTo>
                    <a:pt x="7732" y="596"/>
                  </a:lnTo>
                  <a:lnTo>
                    <a:pt x="7168" y="596"/>
                  </a:lnTo>
                  <a:lnTo>
                    <a:pt x="6887" y="728"/>
                  </a:lnTo>
                  <a:lnTo>
                    <a:pt x="6654" y="860"/>
                  </a:lnTo>
                  <a:lnTo>
                    <a:pt x="6419" y="1060"/>
                  </a:lnTo>
                  <a:lnTo>
                    <a:pt x="6185" y="1324"/>
                  </a:lnTo>
                  <a:lnTo>
                    <a:pt x="5997" y="1590"/>
                  </a:lnTo>
                  <a:lnTo>
                    <a:pt x="5857" y="1920"/>
                  </a:lnTo>
                  <a:lnTo>
                    <a:pt x="5763" y="2252"/>
                  </a:lnTo>
                  <a:lnTo>
                    <a:pt x="5716" y="2650"/>
                  </a:lnTo>
                  <a:lnTo>
                    <a:pt x="5342" y="2717"/>
                  </a:lnTo>
                  <a:lnTo>
                    <a:pt x="4966" y="2782"/>
                  </a:lnTo>
                  <a:lnTo>
                    <a:pt x="4592" y="2980"/>
                  </a:lnTo>
                  <a:lnTo>
                    <a:pt x="4264" y="3246"/>
                  </a:lnTo>
                  <a:lnTo>
                    <a:pt x="3936" y="3511"/>
                  </a:lnTo>
                  <a:lnTo>
                    <a:pt x="3655" y="3775"/>
                  </a:lnTo>
                  <a:lnTo>
                    <a:pt x="3373" y="4174"/>
                  </a:lnTo>
                  <a:lnTo>
                    <a:pt x="3092" y="4572"/>
                  </a:lnTo>
                  <a:lnTo>
                    <a:pt x="2859" y="5034"/>
                  </a:lnTo>
                  <a:lnTo>
                    <a:pt x="2671" y="5565"/>
                  </a:lnTo>
                  <a:lnTo>
                    <a:pt x="2530" y="5697"/>
                  </a:lnTo>
                  <a:lnTo>
                    <a:pt x="2343" y="5831"/>
                  </a:lnTo>
                  <a:lnTo>
                    <a:pt x="1921" y="6095"/>
                  </a:lnTo>
                  <a:lnTo>
                    <a:pt x="1547" y="6427"/>
                  </a:lnTo>
                  <a:lnTo>
                    <a:pt x="1219" y="6824"/>
                  </a:lnTo>
                  <a:lnTo>
                    <a:pt x="890" y="7222"/>
                  </a:lnTo>
                  <a:lnTo>
                    <a:pt x="609" y="7686"/>
                  </a:lnTo>
                  <a:lnTo>
                    <a:pt x="422" y="8148"/>
                  </a:lnTo>
                  <a:lnTo>
                    <a:pt x="234" y="8613"/>
                  </a:lnTo>
                  <a:lnTo>
                    <a:pt x="93" y="9144"/>
                  </a:lnTo>
                  <a:lnTo>
                    <a:pt x="47" y="9606"/>
                  </a:lnTo>
                  <a:lnTo>
                    <a:pt x="0" y="10137"/>
                  </a:lnTo>
                  <a:lnTo>
                    <a:pt x="0" y="10666"/>
                  </a:lnTo>
                  <a:lnTo>
                    <a:pt x="93" y="11197"/>
                  </a:lnTo>
                  <a:lnTo>
                    <a:pt x="234" y="11727"/>
                  </a:lnTo>
                  <a:lnTo>
                    <a:pt x="376" y="12124"/>
                  </a:lnTo>
                  <a:lnTo>
                    <a:pt x="562" y="12521"/>
                  </a:lnTo>
                  <a:lnTo>
                    <a:pt x="843" y="12854"/>
                  </a:lnTo>
                  <a:lnTo>
                    <a:pt x="1124" y="13184"/>
                  </a:lnTo>
                  <a:lnTo>
                    <a:pt x="1359" y="13318"/>
                  </a:lnTo>
                  <a:lnTo>
                    <a:pt x="1312" y="13715"/>
                  </a:lnTo>
                  <a:lnTo>
                    <a:pt x="1312" y="14113"/>
                  </a:lnTo>
                  <a:lnTo>
                    <a:pt x="1359" y="14510"/>
                  </a:lnTo>
                  <a:lnTo>
                    <a:pt x="1406" y="14841"/>
                  </a:lnTo>
                  <a:lnTo>
                    <a:pt x="1500" y="15238"/>
                  </a:lnTo>
                  <a:lnTo>
                    <a:pt x="1640" y="15570"/>
                  </a:lnTo>
                  <a:lnTo>
                    <a:pt x="1828" y="15901"/>
                  </a:lnTo>
                  <a:lnTo>
                    <a:pt x="2062" y="16233"/>
                  </a:lnTo>
                  <a:lnTo>
                    <a:pt x="2295" y="16432"/>
                  </a:lnTo>
                  <a:lnTo>
                    <a:pt x="2530" y="16631"/>
                  </a:lnTo>
                  <a:lnTo>
                    <a:pt x="2811" y="16763"/>
                  </a:lnTo>
                  <a:lnTo>
                    <a:pt x="3092" y="16830"/>
                  </a:lnTo>
                  <a:lnTo>
                    <a:pt x="3373" y="16895"/>
                  </a:lnTo>
                  <a:lnTo>
                    <a:pt x="3655" y="16830"/>
                  </a:lnTo>
                  <a:lnTo>
                    <a:pt x="3936" y="16763"/>
                  </a:lnTo>
                  <a:lnTo>
                    <a:pt x="4217" y="16631"/>
                  </a:lnTo>
                  <a:lnTo>
                    <a:pt x="4311" y="16895"/>
                  </a:lnTo>
                  <a:lnTo>
                    <a:pt x="4404" y="17160"/>
                  </a:lnTo>
                  <a:lnTo>
                    <a:pt x="4592" y="17426"/>
                  </a:lnTo>
                  <a:lnTo>
                    <a:pt x="4780" y="17624"/>
                  </a:lnTo>
                  <a:lnTo>
                    <a:pt x="5014" y="17823"/>
                  </a:lnTo>
                  <a:lnTo>
                    <a:pt x="5247" y="17890"/>
                  </a:lnTo>
                  <a:lnTo>
                    <a:pt x="5482" y="17955"/>
                  </a:lnTo>
                  <a:lnTo>
                    <a:pt x="5716" y="17955"/>
                  </a:lnTo>
                  <a:lnTo>
                    <a:pt x="6185" y="17890"/>
                  </a:lnTo>
                  <a:lnTo>
                    <a:pt x="6701" y="17691"/>
                  </a:lnTo>
                  <a:lnTo>
                    <a:pt x="7263" y="17426"/>
                  </a:lnTo>
                  <a:lnTo>
                    <a:pt x="7872" y="17292"/>
                  </a:lnTo>
                  <a:lnTo>
                    <a:pt x="8434" y="17292"/>
                  </a:lnTo>
                  <a:lnTo>
                    <a:pt x="9044" y="17359"/>
                  </a:lnTo>
                  <a:lnTo>
                    <a:pt x="9511" y="17426"/>
                  </a:lnTo>
                  <a:lnTo>
                    <a:pt x="9746" y="17426"/>
                  </a:lnTo>
                  <a:lnTo>
                    <a:pt x="9980" y="17359"/>
                  </a:lnTo>
                  <a:lnTo>
                    <a:pt x="10168" y="17557"/>
                  </a:lnTo>
                  <a:lnTo>
                    <a:pt x="10401" y="17691"/>
                  </a:lnTo>
                  <a:lnTo>
                    <a:pt x="10636" y="17756"/>
                  </a:lnTo>
                  <a:lnTo>
                    <a:pt x="10918" y="17823"/>
                  </a:lnTo>
                  <a:lnTo>
                    <a:pt x="11527" y="17890"/>
                  </a:lnTo>
                  <a:lnTo>
                    <a:pt x="11996" y="17823"/>
                  </a:lnTo>
                  <a:lnTo>
                    <a:pt x="12136" y="17823"/>
                  </a:lnTo>
                  <a:lnTo>
                    <a:pt x="11948" y="18352"/>
                  </a:lnTo>
                  <a:lnTo>
                    <a:pt x="11901" y="18618"/>
                  </a:lnTo>
                  <a:lnTo>
                    <a:pt x="11855" y="18950"/>
                  </a:lnTo>
                  <a:lnTo>
                    <a:pt x="11901" y="19214"/>
                  </a:lnTo>
                  <a:lnTo>
                    <a:pt x="11948" y="19479"/>
                  </a:lnTo>
                  <a:lnTo>
                    <a:pt x="12089" y="20009"/>
                  </a:lnTo>
                  <a:lnTo>
                    <a:pt x="12323" y="20473"/>
                  </a:lnTo>
                  <a:lnTo>
                    <a:pt x="12558" y="20805"/>
                  </a:lnTo>
                  <a:lnTo>
                    <a:pt x="12744" y="21004"/>
                  </a:lnTo>
                  <a:lnTo>
                    <a:pt x="13026" y="21203"/>
                  </a:lnTo>
                  <a:lnTo>
                    <a:pt x="13260" y="21334"/>
                  </a:lnTo>
                  <a:lnTo>
                    <a:pt x="13822" y="21533"/>
                  </a:lnTo>
                  <a:lnTo>
                    <a:pt x="14432" y="21600"/>
                  </a:lnTo>
                  <a:lnTo>
                    <a:pt x="15041" y="21533"/>
                  </a:lnTo>
                  <a:lnTo>
                    <a:pt x="15603" y="21466"/>
                  </a:lnTo>
                  <a:lnTo>
                    <a:pt x="16727" y="21268"/>
                  </a:lnTo>
                  <a:lnTo>
                    <a:pt x="17805" y="21069"/>
                  </a:lnTo>
                  <a:lnTo>
                    <a:pt x="18321" y="20870"/>
                  </a:lnTo>
                  <a:lnTo>
                    <a:pt x="18836" y="20607"/>
                  </a:lnTo>
                  <a:lnTo>
                    <a:pt x="19257" y="20341"/>
                  </a:lnTo>
                  <a:lnTo>
                    <a:pt x="19633" y="19944"/>
                  </a:lnTo>
                  <a:lnTo>
                    <a:pt x="19960" y="19479"/>
                  </a:lnTo>
                  <a:lnTo>
                    <a:pt x="20242" y="19015"/>
                  </a:lnTo>
                  <a:lnTo>
                    <a:pt x="20476" y="18486"/>
                  </a:lnTo>
                  <a:lnTo>
                    <a:pt x="20710" y="17955"/>
                  </a:lnTo>
                  <a:lnTo>
                    <a:pt x="20897" y="17426"/>
                  </a:lnTo>
                  <a:lnTo>
                    <a:pt x="20991" y="16830"/>
                  </a:lnTo>
                  <a:lnTo>
                    <a:pt x="21085" y="16233"/>
                  </a:lnTo>
                  <a:lnTo>
                    <a:pt x="21131" y="15636"/>
                  </a:lnTo>
                  <a:lnTo>
                    <a:pt x="21085" y="15039"/>
                  </a:lnTo>
                  <a:lnTo>
                    <a:pt x="21038" y="14443"/>
                  </a:lnTo>
                  <a:lnTo>
                    <a:pt x="21319" y="13450"/>
                  </a:lnTo>
                  <a:lnTo>
                    <a:pt x="21507" y="12521"/>
                  </a:lnTo>
                  <a:lnTo>
                    <a:pt x="21600" y="11463"/>
                  </a:lnTo>
                  <a:lnTo>
                    <a:pt x="21600" y="10468"/>
                  </a:lnTo>
                  <a:lnTo>
                    <a:pt x="21507" y="9805"/>
                  </a:lnTo>
                  <a:lnTo>
                    <a:pt x="21366" y="9144"/>
                  </a:lnTo>
                  <a:lnTo>
                    <a:pt x="21273" y="8878"/>
                  </a:lnTo>
                  <a:lnTo>
                    <a:pt x="21131" y="8613"/>
                  </a:lnTo>
                  <a:lnTo>
                    <a:pt x="20945" y="8414"/>
                  </a:lnTo>
                  <a:lnTo>
                    <a:pt x="20757" y="8282"/>
                  </a:lnTo>
                  <a:lnTo>
                    <a:pt x="20757" y="7487"/>
                  </a:lnTo>
                  <a:lnTo>
                    <a:pt x="20664" y="6757"/>
                  </a:lnTo>
                  <a:lnTo>
                    <a:pt x="20476" y="6095"/>
                  </a:lnTo>
                  <a:lnTo>
                    <a:pt x="20148" y="5433"/>
                  </a:lnTo>
                  <a:lnTo>
                    <a:pt x="19960" y="5101"/>
                  </a:lnTo>
                  <a:lnTo>
                    <a:pt x="19726" y="4770"/>
                  </a:lnTo>
                  <a:lnTo>
                    <a:pt x="19445" y="4505"/>
                  </a:lnTo>
                  <a:lnTo>
                    <a:pt x="19164" y="4306"/>
                  </a:lnTo>
                  <a:lnTo>
                    <a:pt x="18836" y="4041"/>
                  </a:lnTo>
                  <a:lnTo>
                    <a:pt x="18555" y="3710"/>
                  </a:lnTo>
                  <a:lnTo>
                    <a:pt x="18367" y="3313"/>
                  </a:lnTo>
                  <a:lnTo>
                    <a:pt x="18181" y="2849"/>
                  </a:lnTo>
                  <a:lnTo>
                    <a:pt x="18040" y="2451"/>
                  </a:lnTo>
                  <a:lnTo>
                    <a:pt x="17852" y="2054"/>
                  </a:lnTo>
                  <a:lnTo>
                    <a:pt x="17664" y="1788"/>
                  </a:lnTo>
                  <a:lnTo>
                    <a:pt x="17477" y="1458"/>
                  </a:lnTo>
                  <a:lnTo>
                    <a:pt x="17243" y="1259"/>
                  </a:lnTo>
                  <a:lnTo>
                    <a:pt x="16962" y="1060"/>
                  </a:lnTo>
                  <a:lnTo>
                    <a:pt x="16681" y="927"/>
                  </a:lnTo>
                  <a:lnTo>
                    <a:pt x="16353" y="795"/>
                  </a:lnTo>
                  <a:lnTo>
                    <a:pt x="15791" y="795"/>
                  </a:lnTo>
                  <a:lnTo>
                    <a:pt x="15181" y="860"/>
                  </a:lnTo>
                  <a:lnTo>
                    <a:pt x="14572" y="1060"/>
                  </a:lnTo>
                  <a:lnTo>
                    <a:pt x="14010" y="1259"/>
                  </a:lnTo>
                  <a:lnTo>
                    <a:pt x="13822" y="927"/>
                  </a:lnTo>
                  <a:lnTo>
                    <a:pt x="13541" y="596"/>
                  </a:lnTo>
                  <a:lnTo>
                    <a:pt x="13260" y="397"/>
                  </a:lnTo>
                  <a:lnTo>
                    <a:pt x="12932" y="264"/>
                  </a:lnTo>
                  <a:lnTo>
                    <a:pt x="12604" y="132"/>
                  </a:lnTo>
                  <a:lnTo>
                    <a:pt x="12229" y="65"/>
                  </a:lnTo>
                  <a:lnTo>
                    <a:pt x="11573"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A4C2F4"/>
                  </a:solidFill>
                </a:defRPr>
              </a:pPr>
            </a:p>
          </p:txBody>
        </p:sp>
        <p:sp>
          <p:nvSpPr>
            <p:cNvPr id="792" name="Google Shape;319;p5"/>
            <p:cNvSpPr/>
            <p:nvPr/>
          </p:nvSpPr>
          <p:spPr>
            <a:xfrm>
              <a:off x="1451817" y="2110406"/>
              <a:ext cx="326287" cy="4172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154" y="1130"/>
                  </a:moveTo>
                  <a:lnTo>
                    <a:pt x="9154" y="2448"/>
                  </a:lnTo>
                  <a:lnTo>
                    <a:pt x="9073" y="3768"/>
                  </a:lnTo>
                  <a:lnTo>
                    <a:pt x="8591" y="3704"/>
                  </a:lnTo>
                  <a:lnTo>
                    <a:pt x="8672" y="3453"/>
                  </a:lnTo>
                  <a:lnTo>
                    <a:pt x="8672" y="3140"/>
                  </a:lnTo>
                  <a:lnTo>
                    <a:pt x="8513" y="2511"/>
                  </a:lnTo>
                  <a:lnTo>
                    <a:pt x="8432" y="1883"/>
                  </a:lnTo>
                  <a:lnTo>
                    <a:pt x="8513" y="1570"/>
                  </a:lnTo>
                  <a:lnTo>
                    <a:pt x="8672" y="1318"/>
                  </a:lnTo>
                  <a:lnTo>
                    <a:pt x="8753" y="1193"/>
                  </a:lnTo>
                  <a:lnTo>
                    <a:pt x="8913" y="1130"/>
                  </a:lnTo>
                  <a:close/>
                  <a:moveTo>
                    <a:pt x="3373" y="690"/>
                  </a:moveTo>
                  <a:lnTo>
                    <a:pt x="3454" y="753"/>
                  </a:lnTo>
                  <a:lnTo>
                    <a:pt x="3533" y="878"/>
                  </a:lnTo>
                  <a:lnTo>
                    <a:pt x="3533" y="1946"/>
                  </a:lnTo>
                  <a:lnTo>
                    <a:pt x="3695" y="3768"/>
                  </a:lnTo>
                  <a:lnTo>
                    <a:pt x="2811" y="3829"/>
                  </a:lnTo>
                  <a:lnTo>
                    <a:pt x="2651" y="3829"/>
                  </a:lnTo>
                  <a:lnTo>
                    <a:pt x="2651" y="3201"/>
                  </a:lnTo>
                  <a:lnTo>
                    <a:pt x="2570" y="2575"/>
                  </a:lnTo>
                  <a:lnTo>
                    <a:pt x="2651" y="2071"/>
                  </a:lnTo>
                  <a:lnTo>
                    <a:pt x="2732" y="1631"/>
                  </a:lnTo>
                  <a:lnTo>
                    <a:pt x="2973" y="690"/>
                  </a:lnTo>
                  <a:close/>
                  <a:moveTo>
                    <a:pt x="8351" y="4583"/>
                  </a:moveTo>
                  <a:lnTo>
                    <a:pt x="9716" y="4646"/>
                  </a:lnTo>
                  <a:lnTo>
                    <a:pt x="11001" y="4773"/>
                  </a:lnTo>
                  <a:lnTo>
                    <a:pt x="11001" y="4834"/>
                  </a:lnTo>
                  <a:lnTo>
                    <a:pt x="11242" y="5964"/>
                  </a:lnTo>
                  <a:lnTo>
                    <a:pt x="8591" y="6091"/>
                  </a:lnTo>
                  <a:lnTo>
                    <a:pt x="5862" y="6216"/>
                  </a:lnTo>
                  <a:lnTo>
                    <a:pt x="2973" y="6279"/>
                  </a:lnTo>
                  <a:lnTo>
                    <a:pt x="2007" y="6342"/>
                  </a:lnTo>
                  <a:lnTo>
                    <a:pt x="1044" y="6404"/>
                  </a:lnTo>
                  <a:lnTo>
                    <a:pt x="965" y="5526"/>
                  </a:lnTo>
                  <a:lnTo>
                    <a:pt x="965" y="5086"/>
                  </a:lnTo>
                  <a:lnTo>
                    <a:pt x="884" y="4898"/>
                  </a:lnTo>
                  <a:lnTo>
                    <a:pt x="725" y="4709"/>
                  </a:lnTo>
                  <a:lnTo>
                    <a:pt x="1285" y="4773"/>
                  </a:lnTo>
                  <a:lnTo>
                    <a:pt x="1766" y="4773"/>
                  </a:lnTo>
                  <a:lnTo>
                    <a:pt x="2811" y="4709"/>
                  </a:lnTo>
                  <a:lnTo>
                    <a:pt x="4257" y="4583"/>
                  </a:lnTo>
                  <a:close/>
                  <a:moveTo>
                    <a:pt x="10761" y="6844"/>
                  </a:moveTo>
                  <a:lnTo>
                    <a:pt x="10920" y="6969"/>
                  </a:lnTo>
                  <a:lnTo>
                    <a:pt x="11242" y="7032"/>
                  </a:lnTo>
                  <a:lnTo>
                    <a:pt x="11402" y="6969"/>
                  </a:lnTo>
                  <a:lnTo>
                    <a:pt x="11483" y="7912"/>
                  </a:lnTo>
                  <a:lnTo>
                    <a:pt x="11402" y="8854"/>
                  </a:lnTo>
                  <a:lnTo>
                    <a:pt x="11323" y="9294"/>
                  </a:lnTo>
                  <a:lnTo>
                    <a:pt x="11161" y="9795"/>
                  </a:lnTo>
                  <a:lnTo>
                    <a:pt x="10920" y="10235"/>
                  </a:lnTo>
                  <a:lnTo>
                    <a:pt x="10520" y="10612"/>
                  </a:lnTo>
                  <a:lnTo>
                    <a:pt x="10198" y="10800"/>
                  </a:lnTo>
                  <a:lnTo>
                    <a:pt x="9797" y="10988"/>
                  </a:lnTo>
                  <a:lnTo>
                    <a:pt x="9395" y="11052"/>
                  </a:lnTo>
                  <a:lnTo>
                    <a:pt x="8913" y="11113"/>
                  </a:lnTo>
                  <a:lnTo>
                    <a:pt x="7950" y="11177"/>
                  </a:lnTo>
                  <a:lnTo>
                    <a:pt x="7147" y="11240"/>
                  </a:lnTo>
                  <a:lnTo>
                    <a:pt x="5702" y="11240"/>
                  </a:lnTo>
                  <a:lnTo>
                    <a:pt x="5783" y="11113"/>
                  </a:lnTo>
                  <a:lnTo>
                    <a:pt x="5862" y="10925"/>
                  </a:lnTo>
                  <a:lnTo>
                    <a:pt x="6103" y="10800"/>
                  </a:lnTo>
                  <a:lnTo>
                    <a:pt x="6184" y="10737"/>
                  </a:lnTo>
                  <a:lnTo>
                    <a:pt x="6184" y="10675"/>
                  </a:lnTo>
                  <a:lnTo>
                    <a:pt x="6103" y="10612"/>
                  </a:lnTo>
                  <a:lnTo>
                    <a:pt x="5943" y="10612"/>
                  </a:lnTo>
                  <a:lnTo>
                    <a:pt x="5702" y="10675"/>
                  </a:lnTo>
                  <a:lnTo>
                    <a:pt x="5380" y="10800"/>
                  </a:lnTo>
                  <a:lnTo>
                    <a:pt x="5140" y="10988"/>
                  </a:lnTo>
                  <a:lnTo>
                    <a:pt x="5059" y="11240"/>
                  </a:lnTo>
                  <a:lnTo>
                    <a:pt x="3774" y="11113"/>
                  </a:lnTo>
                  <a:lnTo>
                    <a:pt x="3373" y="11052"/>
                  </a:lnTo>
                  <a:lnTo>
                    <a:pt x="3695" y="10988"/>
                  </a:lnTo>
                  <a:lnTo>
                    <a:pt x="4498" y="10925"/>
                  </a:lnTo>
                  <a:lnTo>
                    <a:pt x="4818" y="10800"/>
                  </a:lnTo>
                  <a:lnTo>
                    <a:pt x="4980" y="10675"/>
                  </a:lnTo>
                  <a:lnTo>
                    <a:pt x="5059" y="10548"/>
                  </a:lnTo>
                  <a:lnTo>
                    <a:pt x="5059" y="10423"/>
                  </a:lnTo>
                  <a:lnTo>
                    <a:pt x="4980" y="10297"/>
                  </a:lnTo>
                  <a:lnTo>
                    <a:pt x="4899" y="10235"/>
                  </a:lnTo>
                  <a:lnTo>
                    <a:pt x="4818" y="10172"/>
                  </a:lnTo>
                  <a:lnTo>
                    <a:pt x="4498" y="10172"/>
                  </a:lnTo>
                  <a:lnTo>
                    <a:pt x="4336" y="10297"/>
                  </a:lnTo>
                  <a:lnTo>
                    <a:pt x="3936" y="10360"/>
                  </a:lnTo>
                  <a:lnTo>
                    <a:pt x="3051" y="10487"/>
                  </a:lnTo>
                  <a:lnTo>
                    <a:pt x="2491" y="10612"/>
                  </a:lnTo>
                  <a:lnTo>
                    <a:pt x="2007" y="10737"/>
                  </a:lnTo>
                  <a:lnTo>
                    <a:pt x="1766" y="10612"/>
                  </a:lnTo>
                  <a:lnTo>
                    <a:pt x="1526" y="10487"/>
                  </a:lnTo>
                  <a:lnTo>
                    <a:pt x="1447" y="10235"/>
                  </a:lnTo>
                  <a:lnTo>
                    <a:pt x="1366" y="10047"/>
                  </a:lnTo>
                  <a:lnTo>
                    <a:pt x="1847" y="10108"/>
                  </a:lnTo>
                  <a:lnTo>
                    <a:pt x="3292" y="10108"/>
                  </a:lnTo>
                  <a:lnTo>
                    <a:pt x="3774" y="10047"/>
                  </a:lnTo>
                  <a:lnTo>
                    <a:pt x="4257" y="9983"/>
                  </a:lnTo>
                  <a:lnTo>
                    <a:pt x="4336" y="9920"/>
                  </a:lnTo>
                  <a:lnTo>
                    <a:pt x="4417" y="9858"/>
                  </a:lnTo>
                  <a:lnTo>
                    <a:pt x="4498" y="9670"/>
                  </a:lnTo>
                  <a:lnTo>
                    <a:pt x="4336" y="9482"/>
                  </a:lnTo>
                  <a:lnTo>
                    <a:pt x="4257" y="9419"/>
                  </a:lnTo>
                  <a:lnTo>
                    <a:pt x="3292" y="9419"/>
                  </a:lnTo>
                  <a:lnTo>
                    <a:pt x="2410" y="9482"/>
                  </a:lnTo>
                  <a:lnTo>
                    <a:pt x="1847" y="9544"/>
                  </a:lnTo>
                  <a:lnTo>
                    <a:pt x="1285" y="9544"/>
                  </a:lnTo>
                  <a:lnTo>
                    <a:pt x="1285" y="9167"/>
                  </a:lnTo>
                  <a:lnTo>
                    <a:pt x="1607" y="9294"/>
                  </a:lnTo>
                  <a:lnTo>
                    <a:pt x="1928" y="9355"/>
                  </a:lnTo>
                  <a:lnTo>
                    <a:pt x="2651" y="9355"/>
                  </a:lnTo>
                  <a:lnTo>
                    <a:pt x="3373" y="9230"/>
                  </a:lnTo>
                  <a:lnTo>
                    <a:pt x="4017" y="8979"/>
                  </a:lnTo>
                  <a:lnTo>
                    <a:pt x="4095" y="8854"/>
                  </a:lnTo>
                  <a:lnTo>
                    <a:pt x="4176" y="8727"/>
                  </a:lnTo>
                  <a:lnTo>
                    <a:pt x="4176" y="8602"/>
                  </a:lnTo>
                  <a:lnTo>
                    <a:pt x="4095" y="8477"/>
                  </a:lnTo>
                  <a:lnTo>
                    <a:pt x="4017" y="8414"/>
                  </a:lnTo>
                  <a:lnTo>
                    <a:pt x="3855" y="8350"/>
                  </a:lnTo>
                  <a:lnTo>
                    <a:pt x="3774" y="8350"/>
                  </a:lnTo>
                  <a:lnTo>
                    <a:pt x="3533" y="8414"/>
                  </a:lnTo>
                  <a:lnTo>
                    <a:pt x="2973" y="8602"/>
                  </a:lnTo>
                  <a:lnTo>
                    <a:pt x="2410" y="8727"/>
                  </a:lnTo>
                  <a:lnTo>
                    <a:pt x="1847" y="8727"/>
                  </a:lnTo>
                  <a:lnTo>
                    <a:pt x="1206" y="8665"/>
                  </a:lnTo>
                  <a:lnTo>
                    <a:pt x="1206" y="8414"/>
                  </a:lnTo>
                  <a:lnTo>
                    <a:pt x="1847" y="8350"/>
                  </a:lnTo>
                  <a:lnTo>
                    <a:pt x="2491" y="8350"/>
                  </a:lnTo>
                  <a:lnTo>
                    <a:pt x="3774" y="8162"/>
                  </a:lnTo>
                  <a:lnTo>
                    <a:pt x="4176" y="8037"/>
                  </a:lnTo>
                  <a:lnTo>
                    <a:pt x="4577" y="7849"/>
                  </a:lnTo>
                  <a:lnTo>
                    <a:pt x="4658" y="7724"/>
                  </a:lnTo>
                  <a:lnTo>
                    <a:pt x="4739" y="7597"/>
                  </a:lnTo>
                  <a:lnTo>
                    <a:pt x="4658" y="7409"/>
                  </a:lnTo>
                  <a:lnTo>
                    <a:pt x="4498" y="7284"/>
                  </a:lnTo>
                  <a:lnTo>
                    <a:pt x="4257" y="7157"/>
                  </a:lnTo>
                  <a:lnTo>
                    <a:pt x="4095" y="7157"/>
                  </a:lnTo>
                  <a:lnTo>
                    <a:pt x="4017" y="7221"/>
                  </a:lnTo>
                  <a:lnTo>
                    <a:pt x="3855" y="7284"/>
                  </a:lnTo>
                  <a:lnTo>
                    <a:pt x="3774" y="7409"/>
                  </a:lnTo>
                  <a:lnTo>
                    <a:pt x="3213" y="7536"/>
                  </a:lnTo>
                  <a:lnTo>
                    <a:pt x="2169" y="7660"/>
                  </a:lnTo>
                  <a:lnTo>
                    <a:pt x="1206" y="7849"/>
                  </a:lnTo>
                  <a:lnTo>
                    <a:pt x="1125" y="7096"/>
                  </a:lnTo>
                  <a:lnTo>
                    <a:pt x="2973" y="7096"/>
                  </a:lnTo>
                  <a:lnTo>
                    <a:pt x="5862" y="7032"/>
                  </a:lnTo>
                  <a:lnTo>
                    <a:pt x="8351" y="6969"/>
                  </a:lnTo>
                  <a:lnTo>
                    <a:pt x="10761" y="6844"/>
                  </a:lnTo>
                  <a:close/>
                  <a:moveTo>
                    <a:pt x="2651" y="0"/>
                  </a:moveTo>
                  <a:lnTo>
                    <a:pt x="2410" y="62"/>
                  </a:lnTo>
                  <a:lnTo>
                    <a:pt x="2250" y="250"/>
                  </a:lnTo>
                  <a:lnTo>
                    <a:pt x="1928" y="1318"/>
                  </a:lnTo>
                  <a:lnTo>
                    <a:pt x="1766" y="2386"/>
                  </a:lnTo>
                  <a:lnTo>
                    <a:pt x="1766" y="3579"/>
                  </a:lnTo>
                  <a:lnTo>
                    <a:pt x="1928" y="3956"/>
                  </a:lnTo>
                  <a:lnTo>
                    <a:pt x="1206" y="4081"/>
                  </a:lnTo>
                  <a:lnTo>
                    <a:pt x="803" y="4206"/>
                  </a:lnTo>
                  <a:lnTo>
                    <a:pt x="484" y="4394"/>
                  </a:lnTo>
                  <a:lnTo>
                    <a:pt x="403" y="4458"/>
                  </a:lnTo>
                  <a:lnTo>
                    <a:pt x="322" y="4583"/>
                  </a:lnTo>
                  <a:lnTo>
                    <a:pt x="81" y="4834"/>
                  </a:lnTo>
                  <a:lnTo>
                    <a:pt x="81" y="6656"/>
                  </a:lnTo>
                  <a:lnTo>
                    <a:pt x="0" y="6781"/>
                  </a:lnTo>
                  <a:lnTo>
                    <a:pt x="81" y="6969"/>
                  </a:lnTo>
                  <a:lnTo>
                    <a:pt x="162" y="7597"/>
                  </a:lnTo>
                  <a:lnTo>
                    <a:pt x="241" y="9482"/>
                  </a:lnTo>
                  <a:lnTo>
                    <a:pt x="241" y="10172"/>
                  </a:lnTo>
                  <a:lnTo>
                    <a:pt x="403" y="10487"/>
                  </a:lnTo>
                  <a:lnTo>
                    <a:pt x="563" y="10800"/>
                  </a:lnTo>
                  <a:lnTo>
                    <a:pt x="803" y="11052"/>
                  </a:lnTo>
                  <a:lnTo>
                    <a:pt x="1044" y="11240"/>
                  </a:lnTo>
                  <a:lnTo>
                    <a:pt x="1366" y="11428"/>
                  </a:lnTo>
                  <a:lnTo>
                    <a:pt x="1688" y="11553"/>
                  </a:lnTo>
                  <a:lnTo>
                    <a:pt x="2410" y="11742"/>
                  </a:lnTo>
                  <a:lnTo>
                    <a:pt x="3213" y="11868"/>
                  </a:lnTo>
                  <a:lnTo>
                    <a:pt x="4577" y="11993"/>
                  </a:lnTo>
                  <a:lnTo>
                    <a:pt x="5862" y="12056"/>
                  </a:lnTo>
                  <a:lnTo>
                    <a:pt x="5702" y="12433"/>
                  </a:lnTo>
                  <a:lnTo>
                    <a:pt x="5702" y="14631"/>
                  </a:lnTo>
                  <a:lnTo>
                    <a:pt x="5862" y="15761"/>
                  </a:lnTo>
                  <a:lnTo>
                    <a:pt x="6184" y="17896"/>
                  </a:lnTo>
                  <a:lnTo>
                    <a:pt x="6665" y="19967"/>
                  </a:lnTo>
                  <a:lnTo>
                    <a:pt x="6825" y="20407"/>
                  </a:lnTo>
                  <a:lnTo>
                    <a:pt x="7066" y="20722"/>
                  </a:lnTo>
                  <a:lnTo>
                    <a:pt x="7388" y="20972"/>
                  </a:lnTo>
                  <a:lnTo>
                    <a:pt x="7869" y="21223"/>
                  </a:lnTo>
                  <a:lnTo>
                    <a:pt x="8272" y="21348"/>
                  </a:lnTo>
                  <a:lnTo>
                    <a:pt x="8753" y="21475"/>
                  </a:lnTo>
                  <a:lnTo>
                    <a:pt x="9797" y="21600"/>
                  </a:lnTo>
                  <a:lnTo>
                    <a:pt x="10358" y="21537"/>
                  </a:lnTo>
                  <a:lnTo>
                    <a:pt x="10839" y="21412"/>
                  </a:lnTo>
                  <a:lnTo>
                    <a:pt x="11242" y="21223"/>
                  </a:lnTo>
                  <a:lnTo>
                    <a:pt x="11564" y="20910"/>
                  </a:lnTo>
                  <a:lnTo>
                    <a:pt x="11884" y="20595"/>
                  </a:lnTo>
                  <a:lnTo>
                    <a:pt x="12045" y="20219"/>
                  </a:lnTo>
                  <a:lnTo>
                    <a:pt x="12205" y="19842"/>
                  </a:lnTo>
                  <a:lnTo>
                    <a:pt x="12286" y="19465"/>
                  </a:lnTo>
                  <a:lnTo>
                    <a:pt x="12286" y="18460"/>
                  </a:lnTo>
                  <a:lnTo>
                    <a:pt x="12124" y="17394"/>
                  </a:lnTo>
                  <a:lnTo>
                    <a:pt x="12124" y="16326"/>
                  </a:lnTo>
                  <a:lnTo>
                    <a:pt x="12365" y="15321"/>
                  </a:lnTo>
                  <a:lnTo>
                    <a:pt x="12527" y="14819"/>
                  </a:lnTo>
                  <a:lnTo>
                    <a:pt x="12768" y="14316"/>
                  </a:lnTo>
                  <a:lnTo>
                    <a:pt x="13090" y="13815"/>
                  </a:lnTo>
                  <a:lnTo>
                    <a:pt x="13330" y="13626"/>
                  </a:lnTo>
                  <a:lnTo>
                    <a:pt x="13571" y="13438"/>
                  </a:lnTo>
                  <a:lnTo>
                    <a:pt x="13731" y="13375"/>
                  </a:lnTo>
                  <a:lnTo>
                    <a:pt x="13812" y="13375"/>
                  </a:lnTo>
                  <a:lnTo>
                    <a:pt x="14131" y="13500"/>
                  </a:lnTo>
                  <a:lnTo>
                    <a:pt x="14293" y="13688"/>
                  </a:lnTo>
                  <a:lnTo>
                    <a:pt x="14453" y="13940"/>
                  </a:lnTo>
                  <a:lnTo>
                    <a:pt x="14534" y="14191"/>
                  </a:lnTo>
                  <a:lnTo>
                    <a:pt x="14453" y="14504"/>
                  </a:lnTo>
                  <a:lnTo>
                    <a:pt x="14372" y="15069"/>
                  </a:lnTo>
                  <a:lnTo>
                    <a:pt x="14293" y="15761"/>
                  </a:lnTo>
                  <a:lnTo>
                    <a:pt x="14372" y="16138"/>
                  </a:lnTo>
                  <a:lnTo>
                    <a:pt x="14453" y="16514"/>
                  </a:lnTo>
                  <a:lnTo>
                    <a:pt x="14613" y="16891"/>
                  </a:lnTo>
                  <a:lnTo>
                    <a:pt x="14856" y="17204"/>
                  </a:lnTo>
                  <a:lnTo>
                    <a:pt x="15257" y="17394"/>
                  </a:lnTo>
                  <a:lnTo>
                    <a:pt x="15657" y="17582"/>
                  </a:lnTo>
                  <a:lnTo>
                    <a:pt x="16301" y="17707"/>
                  </a:lnTo>
                  <a:lnTo>
                    <a:pt x="17023" y="17771"/>
                  </a:lnTo>
                  <a:lnTo>
                    <a:pt x="18468" y="17771"/>
                  </a:lnTo>
                  <a:lnTo>
                    <a:pt x="19834" y="17644"/>
                  </a:lnTo>
                  <a:lnTo>
                    <a:pt x="21197" y="17394"/>
                  </a:lnTo>
                  <a:lnTo>
                    <a:pt x="21359" y="17331"/>
                  </a:lnTo>
                  <a:lnTo>
                    <a:pt x="21519" y="17204"/>
                  </a:lnTo>
                  <a:lnTo>
                    <a:pt x="21600" y="17016"/>
                  </a:lnTo>
                  <a:lnTo>
                    <a:pt x="21519" y="16891"/>
                  </a:lnTo>
                  <a:lnTo>
                    <a:pt x="21438" y="16702"/>
                  </a:lnTo>
                  <a:lnTo>
                    <a:pt x="21278" y="16577"/>
                  </a:lnTo>
                  <a:lnTo>
                    <a:pt x="21118" y="16514"/>
                  </a:lnTo>
                  <a:lnTo>
                    <a:pt x="20878" y="16514"/>
                  </a:lnTo>
                  <a:lnTo>
                    <a:pt x="19593" y="16702"/>
                  </a:lnTo>
                  <a:lnTo>
                    <a:pt x="18227" y="16827"/>
                  </a:lnTo>
                  <a:lnTo>
                    <a:pt x="16942" y="16827"/>
                  </a:lnTo>
                  <a:lnTo>
                    <a:pt x="16301" y="16766"/>
                  </a:lnTo>
                  <a:lnTo>
                    <a:pt x="15979" y="16639"/>
                  </a:lnTo>
                  <a:lnTo>
                    <a:pt x="15738" y="16514"/>
                  </a:lnTo>
                  <a:lnTo>
                    <a:pt x="15578" y="16389"/>
                  </a:lnTo>
                  <a:lnTo>
                    <a:pt x="15497" y="16201"/>
                  </a:lnTo>
                  <a:lnTo>
                    <a:pt x="15497" y="15258"/>
                  </a:lnTo>
                  <a:lnTo>
                    <a:pt x="15578" y="14881"/>
                  </a:lnTo>
                  <a:lnTo>
                    <a:pt x="15657" y="14504"/>
                  </a:lnTo>
                  <a:lnTo>
                    <a:pt x="15657" y="14128"/>
                  </a:lnTo>
                  <a:lnTo>
                    <a:pt x="15578" y="13751"/>
                  </a:lnTo>
                  <a:lnTo>
                    <a:pt x="15416" y="13438"/>
                  </a:lnTo>
                  <a:lnTo>
                    <a:pt x="15257" y="13123"/>
                  </a:lnTo>
                  <a:lnTo>
                    <a:pt x="14935" y="12871"/>
                  </a:lnTo>
                  <a:lnTo>
                    <a:pt x="14613" y="12683"/>
                  </a:lnTo>
                  <a:lnTo>
                    <a:pt x="14293" y="12558"/>
                  </a:lnTo>
                  <a:lnTo>
                    <a:pt x="13972" y="12495"/>
                  </a:lnTo>
                  <a:lnTo>
                    <a:pt x="13571" y="12495"/>
                  </a:lnTo>
                  <a:lnTo>
                    <a:pt x="13168" y="12558"/>
                  </a:lnTo>
                  <a:lnTo>
                    <a:pt x="12768" y="12746"/>
                  </a:lnTo>
                  <a:lnTo>
                    <a:pt x="12365" y="12998"/>
                  </a:lnTo>
                  <a:lnTo>
                    <a:pt x="12045" y="13375"/>
                  </a:lnTo>
                  <a:lnTo>
                    <a:pt x="11805" y="13751"/>
                  </a:lnTo>
                  <a:lnTo>
                    <a:pt x="11564" y="14191"/>
                  </a:lnTo>
                  <a:lnTo>
                    <a:pt x="11242" y="15008"/>
                  </a:lnTo>
                  <a:lnTo>
                    <a:pt x="11001" y="15886"/>
                  </a:lnTo>
                  <a:lnTo>
                    <a:pt x="10920" y="16766"/>
                  </a:lnTo>
                  <a:lnTo>
                    <a:pt x="11001" y="17644"/>
                  </a:lnTo>
                  <a:lnTo>
                    <a:pt x="11080" y="18585"/>
                  </a:lnTo>
                  <a:lnTo>
                    <a:pt x="11080" y="19717"/>
                  </a:lnTo>
                  <a:lnTo>
                    <a:pt x="11001" y="19967"/>
                  </a:lnTo>
                  <a:lnTo>
                    <a:pt x="10839" y="20155"/>
                  </a:lnTo>
                  <a:lnTo>
                    <a:pt x="10680" y="20345"/>
                  </a:lnTo>
                  <a:lnTo>
                    <a:pt x="10439" y="20470"/>
                  </a:lnTo>
                  <a:lnTo>
                    <a:pt x="10198" y="20595"/>
                  </a:lnTo>
                  <a:lnTo>
                    <a:pt x="9876" y="20658"/>
                  </a:lnTo>
                  <a:lnTo>
                    <a:pt x="9557" y="20658"/>
                  </a:lnTo>
                  <a:lnTo>
                    <a:pt x="8994" y="20534"/>
                  </a:lnTo>
                  <a:lnTo>
                    <a:pt x="8351" y="20407"/>
                  </a:lnTo>
                  <a:lnTo>
                    <a:pt x="8110" y="20282"/>
                  </a:lnTo>
                  <a:lnTo>
                    <a:pt x="7869" y="20094"/>
                  </a:lnTo>
                  <a:lnTo>
                    <a:pt x="7790" y="19842"/>
                  </a:lnTo>
                  <a:lnTo>
                    <a:pt x="7709" y="19590"/>
                  </a:lnTo>
                  <a:lnTo>
                    <a:pt x="7228" y="17582"/>
                  </a:lnTo>
                  <a:lnTo>
                    <a:pt x="6906" y="15509"/>
                  </a:lnTo>
                  <a:lnTo>
                    <a:pt x="6665" y="13500"/>
                  </a:lnTo>
                  <a:lnTo>
                    <a:pt x="6665" y="12810"/>
                  </a:lnTo>
                  <a:lnTo>
                    <a:pt x="6584" y="12433"/>
                  </a:lnTo>
                  <a:lnTo>
                    <a:pt x="6424" y="12056"/>
                  </a:lnTo>
                  <a:lnTo>
                    <a:pt x="7388" y="12056"/>
                  </a:lnTo>
                  <a:lnTo>
                    <a:pt x="8272" y="11993"/>
                  </a:lnTo>
                  <a:lnTo>
                    <a:pt x="9235" y="11930"/>
                  </a:lnTo>
                  <a:lnTo>
                    <a:pt x="10117" y="11742"/>
                  </a:lnTo>
                  <a:lnTo>
                    <a:pt x="10520" y="11617"/>
                  </a:lnTo>
                  <a:lnTo>
                    <a:pt x="10839" y="11428"/>
                  </a:lnTo>
                  <a:lnTo>
                    <a:pt x="11161" y="11302"/>
                  </a:lnTo>
                  <a:lnTo>
                    <a:pt x="11402" y="11113"/>
                  </a:lnTo>
                  <a:lnTo>
                    <a:pt x="11884" y="10612"/>
                  </a:lnTo>
                  <a:lnTo>
                    <a:pt x="12124" y="10108"/>
                  </a:lnTo>
                  <a:lnTo>
                    <a:pt x="12365" y="9544"/>
                  </a:lnTo>
                  <a:lnTo>
                    <a:pt x="12527" y="8917"/>
                  </a:lnTo>
                  <a:lnTo>
                    <a:pt x="12527" y="8225"/>
                  </a:lnTo>
                  <a:lnTo>
                    <a:pt x="12446" y="6907"/>
                  </a:lnTo>
                  <a:lnTo>
                    <a:pt x="12365" y="6091"/>
                  </a:lnTo>
                  <a:lnTo>
                    <a:pt x="12205" y="5274"/>
                  </a:lnTo>
                  <a:lnTo>
                    <a:pt x="12124" y="4773"/>
                  </a:lnTo>
                  <a:lnTo>
                    <a:pt x="12045" y="4583"/>
                  </a:lnTo>
                  <a:lnTo>
                    <a:pt x="11964" y="4394"/>
                  </a:lnTo>
                  <a:lnTo>
                    <a:pt x="11884" y="4144"/>
                  </a:lnTo>
                  <a:lnTo>
                    <a:pt x="11724" y="4018"/>
                  </a:lnTo>
                  <a:lnTo>
                    <a:pt x="11323" y="3829"/>
                  </a:lnTo>
                  <a:lnTo>
                    <a:pt x="11001" y="3768"/>
                  </a:lnTo>
                  <a:lnTo>
                    <a:pt x="10761" y="3768"/>
                  </a:lnTo>
                  <a:lnTo>
                    <a:pt x="10680" y="3829"/>
                  </a:lnTo>
                  <a:lnTo>
                    <a:pt x="10038" y="3829"/>
                  </a:lnTo>
                  <a:lnTo>
                    <a:pt x="10117" y="1381"/>
                  </a:lnTo>
                  <a:lnTo>
                    <a:pt x="10038" y="942"/>
                  </a:lnTo>
                  <a:lnTo>
                    <a:pt x="9957" y="753"/>
                  </a:lnTo>
                  <a:lnTo>
                    <a:pt x="9876" y="565"/>
                  </a:lnTo>
                  <a:lnTo>
                    <a:pt x="9716" y="440"/>
                  </a:lnTo>
                  <a:lnTo>
                    <a:pt x="9476" y="377"/>
                  </a:lnTo>
                  <a:lnTo>
                    <a:pt x="9235" y="313"/>
                  </a:lnTo>
                  <a:lnTo>
                    <a:pt x="8913" y="377"/>
                  </a:lnTo>
                  <a:lnTo>
                    <a:pt x="8351" y="565"/>
                  </a:lnTo>
                  <a:lnTo>
                    <a:pt x="8110" y="690"/>
                  </a:lnTo>
                  <a:lnTo>
                    <a:pt x="7950" y="878"/>
                  </a:lnTo>
                  <a:lnTo>
                    <a:pt x="7709" y="1255"/>
                  </a:lnTo>
                  <a:lnTo>
                    <a:pt x="7549" y="1695"/>
                  </a:lnTo>
                  <a:lnTo>
                    <a:pt x="7628" y="2260"/>
                  </a:lnTo>
                  <a:lnTo>
                    <a:pt x="7709" y="2825"/>
                  </a:lnTo>
                  <a:lnTo>
                    <a:pt x="7790" y="3264"/>
                  </a:lnTo>
                  <a:lnTo>
                    <a:pt x="8031" y="3704"/>
                  </a:lnTo>
                  <a:lnTo>
                    <a:pt x="4577" y="3704"/>
                  </a:lnTo>
                  <a:lnTo>
                    <a:pt x="4498" y="2323"/>
                  </a:lnTo>
                  <a:lnTo>
                    <a:pt x="4417" y="878"/>
                  </a:lnTo>
                  <a:lnTo>
                    <a:pt x="4417" y="628"/>
                  </a:lnTo>
                  <a:lnTo>
                    <a:pt x="4257" y="377"/>
                  </a:lnTo>
                  <a:lnTo>
                    <a:pt x="4095" y="250"/>
                  </a:lnTo>
                  <a:lnTo>
                    <a:pt x="3855" y="125"/>
                  </a:lnTo>
                  <a:lnTo>
                    <a:pt x="3614" y="62"/>
                  </a:lnTo>
                  <a:lnTo>
                    <a:pt x="3292"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A4C2F4"/>
                  </a:solidFill>
                </a:defRPr>
              </a:pPr>
            </a:p>
          </p:txBody>
        </p:sp>
        <p:sp>
          <p:nvSpPr>
            <p:cNvPr id="793" name="Google Shape;320;p5"/>
            <p:cNvSpPr/>
            <p:nvPr/>
          </p:nvSpPr>
          <p:spPr>
            <a:xfrm>
              <a:off x="50953" y="3983075"/>
              <a:ext cx="440294" cy="4972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66" y="0"/>
                  </a:moveTo>
                  <a:lnTo>
                    <a:pt x="8866" y="53"/>
                  </a:lnTo>
                  <a:lnTo>
                    <a:pt x="9045" y="1791"/>
                  </a:lnTo>
                  <a:lnTo>
                    <a:pt x="9103" y="1896"/>
                  </a:lnTo>
                  <a:lnTo>
                    <a:pt x="9163" y="2002"/>
                  </a:lnTo>
                  <a:lnTo>
                    <a:pt x="9342" y="2054"/>
                  </a:lnTo>
                  <a:lnTo>
                    <a:pt x="9462" y="2002"/>
                  </a:lnTo>
                  <a:lnTo>
                    <a:pt x="10889" y="1264"/>
                  </a:lnTo>
                  <a:lnTo>
                    <a:pt x="10771" y="1844"/>
                  </a:lnTo>
                  <a:lnTo>
                    <a:pt x="10711" y="2371"/>
                  </a:lnTo>
                  <a:lnTo>
                    <a:pt x="10711" y="2950"/>
                  </a:lnTo>
                  <a:lnTo>
                    <a:pt x="10771" y="3530"/>
                  </a:lnTo>
                  <a:lnTo>
                    <a:pt x="10829" y="3688"/>
                  </a:lnTo>
                  <a:lnTo>
                    <a:pt x="10949" y="3740"/>
                  </a:lnTo>
                  <a:lnTo>
                    <a:pt x="11068" y="3793"/>
                  </a:lnTo>
                  <a:lnTo>
                    <a:pt x="11186" y="3846"/>
                  </a:lnTo>
                  <a:lnTo>
                    <a:pt x="11306" y="3793"/>
                  </a:lnTo>
                  <a:lnTo>
                    <a:pt x="11425" y="3740"/>
                  </a:lnTo>
                  <a:lnTo>
                    <a:pt x="11485" y="3635"/>
                  </a:lnTo>
                  <a:lnTo>
                    <a:pt x="11485" y="3530"/>
                  </a:lnTo>
                  <a:lnTo>
                    <a:pt x="11425" y="3266"/>
                  </a:lnTo>
                  <a:lnTo>
                    <a:pt x="11364" y="2634"/>
                  </a:lnTo>
                  <a:lnTo>
                    <a:pt x="11425" y="2002"/>
                  </a:lnTo>
                  <a:lnTo>
                    <a:pt x="11543" y="1370"/>
                  </a:lnTo>
                  <a:lnTo>
                    <a:pt x="11721" y="737"/>
                  </a:lnTo>
                  <a:lnTo>
                    <a:pt x="11663" y="579"/>
                  </a:lnTo>
                  <a:lnTo>
                    <a:pt x="11603" y="421"/>
                  </a:lnTo>
                  <a:lnTo>
                    <a:pt x="11425" y="369"/>
                  </a:lnTo>
                  <a:lnTo>
                    <a:pt x="11246" y="421"/>
                  </a:lnTo>
                  <a:lnTo>
                    <a:pt x="9580" y="1317"/>
                  </a:lnTo>
                  <a:lnTo>
                    <a:pt x="9520" y="1001"/>
                  </a:lnTo>
                  <a:lnTo>
                    <a:pt x="9402" y="685"/>
                  </a:lnTo>
                  <a:lnTo>
                    <a:pt x="9223" y="316"/>
                  </a:lnTo>
                  <a:lnTo>
                    <a:pt x="9045" y="0"/>
                  </a:lnTo>
                  <a:close/>
                  <a:moveTo>
                    <a:pt x="14339" y="5479"/>
                  </a:moveTo>
                  <a:lnTo>
                    <a:pt x="14161" y="5531"/>
                  </a:lnTo>
                  <a:lnTo>
                    <a:pt x="14043" y="5637"/>
                  </a:lnTo>
                  <a:lnTo>
                    <a:pt x="13804" y="5953"/>
                  </a:lnTo>
                  <a:lnTo>
                    <a:pt x="13567" y="6164"/>
                  </a:lnTo>
                  <a:lnTo>
                    <a:pt x="13209" y="6427"/>
                  </a:lnTo>
                  <a:lnTo>
                    <a:pt x="12972" y="6690"/>
                  </a:lnTo>
                  <a:lnTo>
                    <a:pt x="12972" y="6848"/>
                  </a:lnTo>
                  <a:lnTo>
                    <a:pt x="13030" y="6901"/>
                  </a:lnTo>
                  <a:lnTo>
                    <a:pt x="13090" y="6954"/>
                  </a:lnTo>
                  <a:lnTo>
                    <a:pt x="13387" y="6954"/>
                  </a:lnTo>
                  <a:lnTo>
                    <a:pt x="13626" y="6901"/>
                  </a:lnTo>
                  <a:lnTo>
                    <a:pt x="13864" y="6796"/>
                  </a:lnTo>
                  <a:lnTo>
                    <a:pt x="14103" y="6690"/>
                  </a:lnTo>
                  <a:lnTo>
                    <a:pt x="14459" y="6322"/>
                  </a:lnTo>
                  <a:lnTo>
                    <a:pt x="14756" y="5953"/>
                  </a:lnTo>
                  <a:lnTo>
                    <a:pt x="14816" y="5848"/>
                  </a:lnTo>
                  <a:lnTo>
                    <a:pt x="14816" y="5690"/>
                  </a:lnTo>
                  <a:lnTo>
                    <a:pt x="14756" y="5584"/>
                  </a:lnTo>
                  <a:lnTo>
                    <a:pt x="14638" y="5531"/>
                  </a:lnTo>
                  <a:lnTo>
                    <a:pt x="14459" y="5479"/>
                  </a:lnTo>
                  <a:close/>
                  <a:moveTo>
                    <a:pt x="238" y="4267"/>
                  </a:moveTo>
                  <a:lnTo>
                    <a:pt x="118" y="4320"/>
                  </a:lnTo>
                  <a:lnTo>
                    <a:pt x="60" y="4425"/>
                  </a:lnTo>
                  <a:lnTo>
                    <a:pt x="0" y="4636"/>
                  </a:lnTo>
                  <a:lnTo>
                    <a:pt x="60" y="5110"/>
                  </a:lnTo>
                  <a:lnTo>
                    <a:pt x="178" y="5848"/>
                  </a:lnTo>
                  <a:lnTo>
                    <a:pt x="357" y="6532"/>
                  </a:lnTo>
                  <a:lnTo>
                    <a:pt x="417" y="6638"/>
                  </a:lnTo>
                  <a:lnTo>
                    <a:pt x="535" y="6743"/>
                  </a:lnTo>
                  <a:lnTo>
                    <a:pt x="834" y="6743"/>
                  </a:lnTo>
                  <a:lnTo>
                    <a:pt x="1904" y="6058"/>
                  </a:lnTo>
                  <a:lnTo>
                    <a:pt x="2023" y="6954"/>
                  </a:lnTo>
                  <a:lnTo>
                    <a:pt x="2083" y="7166"/>
                  </a:lnTo>
                  <a:lnTo>
                    <a:pt x="2143" y="7428"/>
                  </a:lnTo>
                  <a:lnTo>
                    <a:pt x="2261" y="7639"/>
                  </a:lnTo>
                  <a:lnTo>
                    <a:pt x="2321" y="7691"/>
                  </a:lnTo>
                  <a:lnTo>
                    <a:pt x="2500" y="7744"/>
                  </a:lnTo>
                  <a:lnTo>
                    <a:pt x="2618" y="7744"/>
                  </a:lnTo>
                  <a:lnTo>
                    <a:pt x="2736" y="7691"/>
                  </a:lnTo>
                  <a:lnTo>
                    <a:pt x="2797" y="7639"/>
                  </a:lnTo>
                  <a:lnTo>
                    <a:pt x="2857" y="7533"/>
                  </a:lnTo>
                  <a:lnTo>
                    <a:pt x="2857" y="7428"/>
                  </a:lnTo>
                  <a:lnTo>
                    <a:pt x="2797" y="7270"/>
                  </a:lnTo>
                  <a:lnTo>
                    <a:pt x="2797" y="7217"/>
                  </a:lnTo>
                  <a:lnTo>
                    <a:pt x="2736" y="7112"/>
                  </a:lnTo>
                  <a:lnTo>
                    <a:pt x="2678" y="6532"/>
                  </a:lnTo>
                  <a:lnTo>
                    <a:pt x="2618" y="6006"/>
                  </a:lnTo>
                  <a:lnTo>
                    <a:pt x="2558" y="5479"/>
                  </a:lnTo>
                  <a:lnTo>
                    <a:pt x="2558" y="5321"/>
                  </a:lnTo>
                  <a:lnTo>
                    <a:pt x="2380" y="5215"/>
                  </a:lnTo>
                  <a:lnTo>
                    <a:pt x="2201" y="5215"/>
                  </a:lnTo>
                  <a:lnTo>
                    <a:pt x="2023" y="5268"/>
                  </a:lnTo>
                  <a:lnTo>
                    <a:pt x="1427" y="5584"/>
                  </a:lnTo>
                  <a:lnTo>
                    <a:pt x="892" y="5953"/>
                  </a:lnTo>
                  <a:lnTo>
                    <a:pt x="535" y="4741"/>
                  </a:lnTo>
                  <a:lnTo>
                    <a:pt x="477" y="4425"/>
                  </a:lnTo>
                  <a:lnTo>
                    <a:pt x="357" y="4267"/>
                  </a:lnTo>
                  <a:close/>
                  <a:moveTo>
                    <a:pt x="13626" y="3846"/>
                  </a:moveTo>
                  <a:lnTo>
                    <a:pt x="16422" y="7428"/>
                  </a:lnTo>
                  <a:lnTo>
                    <a:pt x="16482" y="7482"/>
                  </a:lnTo>
                  <a:lnTo>
                    <a:pt x="16422" y="7533"/>
                  </a:lnTo>
                  <a:lnTo>
                    <a:pt x="15709" y="8060"/>
                  </a:lnTo>
                  <a:lnTo>
                    <a:pt x="14935" y="8641"/>
                  </a:lnTo>
                  <a:lnTo>
                    <a:pt x="14281" y="9061"/>
                  </a:lnTo>
                  <a:lnTo>
                    <a:pt x="13924" y="8641"/>
                  </a:lnTo>
                  <a:lnTo>
                    <a:pt x="11306" y="5531"/>
                  </a:lnTo>
                  <a:lnTo>
                    <a:pt x="12495" y="4794"/>
                  </a:lnTo>
                  <a:lnTo>
                    <a:pt x="13030" y="4372"/>
                  </a:lnTo>
                  <a:lnTo>
                    <a:pt x="13567" y="3951"/>
                  </a:lnTo>
                  <a:lnTo>
                    <a:pt x="13626" y="3846"/>
                  </a:lnTo>
                  <a:close/>
                  <a:moveTo>
                    <a:pt x="4046" y="10378"/>
                  </a:moveTo>
                  <a:lnTo>
                    <a:pt x="3927" y="10485"/>
                  </a:lnTo>
                  <a:lnTo>
                    <a:pt x="3927" y="10643"/>
                  </a:lnTo>
                  <a:lnTo>
                    <a:pt x="4344" y="11326"/>
                  </a:lnTo>
                  <a:lnTo>
                    <a:pt x="4046" y="11538"/>
                  </a:lnTo>
                  <a:lnTo>
                    <a:pt x="3987" y="11644"/>
                  </a:lnTo>
                  <a:lnTo>
                    <a:pt x="3927" y="11802"/>
                  </a:lnTo>
                  <a:lnTo>
                    <a:pt x="3927" y="11907"/>
                  </a:lnTo>
                  <a:lnTo>
                    <a:pt x="4046" y="11960"/>
                  </a:lnTo>
                  <a:lnTo>
                    <a:pt x="4226" y="12011"/>
                  </a:lnTo>
                  <a:lnTo>
                    <a:pt x="4344" y="11960"/>
                  </a:lnTo>
                  <a:lnTo>
                    <a:pt x="4641" y="11854"/>
                  </a:lnTo>
                  <a:lnTo>
                    <a:pt x="4761" y="12011"/>
                  </a:lnTo>
                  <a:lnTo>
                    <a:pt x="5118" y="12485"/>
                  </a:lnTo>
                  <a:lnTo>
                    <a:pt x="5355" y="12697"/>
                  </a:lnTo>
                  <a:lnTo>
                    <a:pt x="5475" y="12750"/>
                  </a:lnTo>
                  <a:lnTo>
                    <a:pt x="5653" y="12803"/>
                  </a:lnTo>
                  <a:lnTo>
                    <a:pt x="5771" y="12750"/>
                  </a:lnTo>
                  <a:lnTo>
                    <a:pt x="5831" y="12643"/>
                  </a:lnTo>
                  <a:lnTo>
                    <a:pt x="5891" y="12539"/>
                  </a:lnTo>
                  <a:lnTo>
                    <a:pt x="5831" y="12381"/>
                  </a:lnTo>
                  <a:lnTo>
                    <a:pt x="5771" y="12118"/>
                  </a:lnTo>
                  <a:lnTo>
                    <a:pt x="5355" y="11644"/>
                  </a:lnTo>
                  <a:lnTo>
                    <a:pt x="5236" y="11484"/>
                  </a:lnTo>
                  <a:lnTo>
                    <a:pt x="5771" y="11064"/>
                  </a:lnTo>
                  <a:lnTo>
                    <a:pt x="5831" y="10906"/>
                  </a:lnTo>
                  <a:lnTo>
                    <a:pt x="5831" y="10748"/>
                  </a:lnTo>
                  <a:lnTo>
                    <a:pt x="5771" y="10643"/>
                  </a:lnTo>
                  <a:lnTo>
                    <a:pt x="5653" y="10590"/>
                  </a:lnTo>
                  <a:lnTo>
                    <a:pt x="5535" y="10536"/>
                  </a:lnTo>
                  <a:lnTo>
                    <a:pt x="5415" y="10536"/>
                  </a:lnTo>
                  <a:lnTo>
                    <a:pt x="5236" y="10643"/>
                  </a:lnTo>
                  <a:lnTo>
                    <a:pt x="4819" y="10959"/>
                  </a:lnTo>
                  <a:lnTo>
                    <a:pt x="4284" y="10432"/>
                  </a:lnTo>
                  <a:lnTo>
                    <a:pt x="4166" y="10378"/>
                  </a:lnTo>
                  <a:close/>
                  <a:moveTo>
                    <a:pt x="5176" y="8745"/>
                  </a:moveTo>
                  <a:lnTo>
                    <a:pt x="5831" y="9851"/>
                  </a:lnTo>
                  <a:lnTo>
                    <a:pt x="6485" y="10906"/>
                  </a:lnTo>
                  <a:lnTo>
                    <a:pt x="7201" y="11960"/>
                  </a:lnTo>
                  <a:lnTo>
                    <a:pt x="7973" y="12961"/>
                  </a:lnTo>
                  <a:lnTo>
                    <a:pt x="7736" y="13066"/>
                  </a:lnTo>
                  <a:lnTo>
                    <a:pt x="7497" y="13171"/>
                  </a:lnTo>
                  <a:lnTo>
                    <a:pt x="7081" y="13435"/>
                  </a:lnTo>
                  <a:lnTo>
                    <a:pt x="6128" y="13961"/>
                  </a:lnTo>
                  <a:lnTo>
                    <a:pt x="5713" y="14225"/>
                  </a:lnTo>
                  <a:lnTo>
                    <a:pt x="5535" y="14383"/>
                  </a:lnTo>
                  <a:lnTo>
                    <a:pt x="5296" y="14436"/>
                  </a:lnTo>
                  <a:lnTo>
                    <a:pt x="5236" y="14436"/>
                  </a:lnTo>
                  <a:lnTo>
                    <a:pt x="5176" y="14488"/>
                  </a:lnTo>
                  <a:lnTo>
                    <a:pt x="5176" y="14594"/>
                  </a:lnTo>
                  <a:lnTo>
                    <a:pt x="3927" y="12961"/>
                  </a:lnTo>
                  <a:lnTo>
                    <a:pt x="2857" y="11484"/>
                  </a:lnTo>
                  <a:lnTo>
                    <a:pt x="1726" y="10062"/>
                  </a:lnTo>
                  <a:lnTo>
                    <a:pt x="2261" y="9904"/>
                  </a:lnTo>
                  <a:lnTo>
                    <a:pt x="2797" y="9642"/>
                  </a:lnTo>
                  <a:lnTo>
                    <a:pt x="3809" y="9166"/>
                  </a:lnTo>
                  <a:lnTo>
                    <a:pt x="4046" y="9061"/>
                  </a:lnTo>
                  <a:lnTo>
                    <a:pt x="4284" y="9008"/>
                  </a:lnTo>
                  <a:lnTo>
                    <a:pt x="4761" y="8957"/>
                  </a:lnTo>
                  <a:lnTo>
                    <a:pt x="4998" y="8903"/>
                  </a:lnTo>
                  <a:lnTo>
                    <a:pt x="5176" y="8745"/>
                  </a:lnTo>
                  <a:close/>
                  <a:moveTo>
                    <a:pt x="20648" y="15805"/>
                  </a:moveTo>
                  <a:lnTo>
                    <a:pt x="20528" y="16121"/>
                  </a:lnTo>
                  <a:lnTo>
                    <a:pt x="20409" y="15963"/>
                  </a:lnTo>
                  <a:lnTo>
                    <a:pt x="20648" y="15805"/>
                  </a:lnTo>
                  <a:close/>
                  <a:moveTo>
                    <a:pt x="15648" y="18597"/>
                  </a:moveTo>
                  <a:lnTo>
                    <a:pt x="15769" y="18808"/>
                  </a:lnTo>
                  <a:lnTo>
                    <a:pt x="15947" y="19072"/>
                  </a:lnTo>
                  <a:lnTo>
                    <a:pt x="16125" y="19335"/>
                  </a:lnTo>
                  <a:lnTo>
                    <a:pt x="16364" y="19493"/>
                  </a:lnTo>
                  <a:lnTo>
                    <a:pt x="16304" y="19493"/>
                  </a:lnTo>
                  <a:lnTo>
                    <a:pt x="15648" y="19756"/>
                  </a:lnTo>
                  <a:lnTo>
                    <a:pt x="15648" y="19598"/>
                  </a:lnTo>
                  <a:lnTo>
                    <a:pt x="15530" y="19440"/>
                  </a:lnTo>
                  <a:lnTo>
                    <a:pt x="15292" y="19282"/>
                  </a:lnTo>
                  <a:lnTo>
                    <a:pt x="15173" y="19072"/>
                  </a:lnTo>
                  <a:lnTo>
                    <a:pt x="15055" y="18861"/>
                  </a:lnTo>
                  <a:lnTo>
                    <a:pt x="14995" y="18650"/>
                  </a:lnTo>
                  <a:lnTo>
                    <a:pt x="15648" y="18597"/>
                  </a:lnTo>
                  <a:close/>
                  <a:moveTo>
                    <a:pt x="10771" y="18439"/>
                  </a:moveTo>
                  <a:lnTo>
                    <a:pt x="10532" y="19282"/>
                  </a:lnTo>
                  <a:lnTo>
                    <a:pt x="10412" y="20125"/>
                  </a:lnTo>
                  <a:lnTo>
                    <a:pt x="10412" y="20336"/>
                  </a:lnTo>
                  <a:lnTo>
                    <a:pt x="9997" y="20020"/>
                  </a:lnTo>
                  <a:lnTo>
                    <a:pt x="9937" y="20020"/>
                  </a:lnTo>
                  <a:lnTo>
                    <a:pt x="9937" y="19598"/>
                  </a:lnTo>
                  <a:lnTo>
                    <a:pt x="9997" y="19177"/>
                  </a:lnTo>
                  <a:lnTo>
                    <a:pt x="10115" y="18808"/>
                  </a:lnTo>
                  <a:lnTo>
                    <a:pt x="10294" y="18492"/>
                  </a:lnTo>
                  <a:lnTo>
                    <a:pt x="10771" y="18439"/>
                  </a:lnTo>
                  <a:close/>
                  <a:moveTo>
                    <a:pt x="11900" y="18914"/>
                  </a:moveTo>
                  <a:lnTo>
                    <a:pt x="11781" y="18966"/>
                  </a:lnTo>
                  <a:lnTo>
                    <a:pt x="11721" y="19019"/>
                  </a:lnTo>
                  <a:lnTo>
                    <a:pt x="11485" y="19704"/>
                  </a:lnTo>
                  <a:lnTo>
                    <a:pt x="11364" y="20073"/>
                  </a:lnTo>
                  <a:lnTo>
                    <a:pt x="11364" y="20547"/>
                  </a:lnTo>
                  <a:lnTo>
                    <a:pt x="11425" y="20652"/>
                  </a:lnTo>
                  <a:lnTo>
                    <a:pt x="11543" y="20757"/>
                  </a:lnTo>
                  <a:lnTo>
                    <a:pt x="11663" y="20810"/>
                  </a:lnTo>
                  <a:lnTo>
                    <a:pt x="11781" y="20863"/>
                  </a:lnTo>
                  <a:lnTo>
                    <a:pt x="11900" y="20863"/>
                  </a:lnTo>
                  <a:lnTo>
                    <a:pt x="12020" y="20757"/>
                  </a:lnTo>
                  <a:lnTo>
                    <a:pt x="12138" y="20652"/>
                  </a:lnTo>
                  <a:lnTo>
                    <a:pt x="12138" y="20494"/>
                  </a:lnTo>
                  <a:lnTo>
                    <a:pt x="12078" y="20336"/>
                  </a:lnTo>
                  <a:lnTo>
                    <a:pt x="11960" y="20283"/>
                  </a:lnTo>
                  <a:lnTo>
                    <a:pt x="11960" y="19862"/>
                  </a:lnTo>
                  <a:lnTo>
                    <a:pt x="12020" y="19072"/>
                  </a:lnTo>
                  <a:lnTo>
                    <a:pt x="11960" y="18966"/>
                  </a:lnTo>
                  <a:lnTo>
                    <a:pt x="11900" y="18914"/>
                  </a:lnTo>
                  <a:close/>
                  <a:moveTo>
                    <a:pt x="16899" y="8060"/>
                  </a:moveTo>
                  <a:lnTo>
                    <a:pt x="18148" y="9642"/>
                  </a:lnTo>
                  <a:lnTo>
                    <a:pt x="18743" y="10432"/>
                  </a:lnTo>
                  <a:lnTo>
                    <a:pt x="19339" y="11222"/>
                  </a:lnTo>
                  <a:lnTo>
                    <a:pt x="19874" y="12169"/>
                  </a:lnTo>
                  <a:lnTo>
                    <a:pt x="20113" y="12697"/>
                  </a:lnTo>
                  <a:lnTo>
                    <a:pt x="20349" y="13224"/>
                  </a:lnTo>
                  <a:lnTo>
                    <a:pt x="20469" y="13751"/>
                  </a:lnTo>
                  <a:lnTo>
                    <a:pt x="20588" y="14278"/>
                  </a:lnTo>
                  <a:lnTo>
                    <a:pt x="20648" y="14804"/>
                  </a:lnTo>
                  <a:lnTo>
                    <a:pt x="20648" y="15331"/>
                  </a:lnTo>
                  <a:lnTo>
                    <a:pt x="19992" y="15700"/>
                  </a:lnTo>
                  <a:lnTo>
                    <a:pt x="19932" y="15753"/>
                  </a:lnTo>
                  <a:lnTo>
                    <a:pt x="19874" y="15858"/>
                  </a:lnTo>
                  <a:lnTo>
                    <a:pt x="19932" y="15911"/>
                  </a:lnTo>
                  <a:lnTo>
                    <a:pt x="19992" y="16016"/>
                  </a:lnTo>
                  <a:lnTo>
                    <a:pt x="20171" y="16332"/>
                  </a:lnTo>
                  <a:lnTo>
                    <a:pt x="20291" y="16438"/>
                  </a:lnTo>
                  <a:lnTo>
                    <a:pt x="20409" y="16543"/>
                  </a:lnTo>
                  <a:lnTo>
                    <a:pt x="20231" y="16912"/>
                  </a:lnTo>
                  <a:lnTo>
                    <a:pt x="19992" y="17280"/>
                  </a:lnTo>
                  <a:lnTo>
                    <a:pt x="19219" y="16754"/>
                  </a:lnTo>
                  <a:lnTo>
                    <a:pt x="19100" y="16701"/>
                  </a:lnTo>
                  <a:lnTo>
                    <a:pt x="18982" y="16754"/>
                  </a:lnTo>
                  <a:lnTo>
                    <a:pt x="18922" y="16859"/>
                  </a:lnTo>
                  <a:lnTo>
                    <a:pt x="18982" y="16964"/>
                  </a:lnTo>
                  <a:lnTo>
                    <a:pt x="19696" y="17702"/>
                  </a:lnTo>
                  <a:lnTo>
                    <a:pt x="19219" y="18123"/>
                  </a:lnTo>
                  <a:lnTo>
                    <a:pt x="19160" y="18018"/>
                  </a:lnTo>
                  <a:lnTo>
                    <a:pt x="18922" y="17807"/>
                  </a:lnTo>
                  <a:lnTo>
                    <a:pt x="18683" y="17597"/>
                  </a:lnTo>
                  <a:lnTo>
                    <a:pt x="18445" y="17333"/>
                  </a:lnTo>
                  <a:lnTo>
                    <a:pt x="18327" y="17070"/>
                  </a:lnTo>
                  <a:lnTo>
                    <a:pt x="18208" y="17017"/>
                  </a:lnTo>
                  <a:lnTo>
                    <a:pt x="18148" y="16964"/>
                  </a:lnTo>
                  <a:lnTo>
                    <a:pt x="18030" y="17017"/>
                  </a:lnTo>
                  <a:lnTo>
                    <a:pt x="17970" y="17122"/>
                  </a:lnTo>
                  <a:lnTo>
                    <a:pt x="17970" y="17386"/>
                  </a:lnTo>
                  <a:lnTo>
                    <a:pt x="18030" y="17597"/>
                  </a:lnTo>
                  <a:lnTo>
                    <a:pt x="18148" y="17860"/>
                  </a:lnTo>
                  <a:lnTo>
                    <a:pt x="18267" y="18071"/>
                  </a:lnTo>
                  <a:lnTo>
                    <a:pt x="18445" y="18281"/>
                  </a:lnTo>
                  <a:lnTo>
                    <a:pt x="18683" y="18492"/>
                  </a:lnTo>
                  <a:lnTo>
                    <a:pt x="18030" y="18808"/>
                  </a:lnTo>
                  <a:lnTo>
                    <a:pt x="18088" y="18650"/>
                  </a:lnTo>
                  <a:lnTo>
                    <a:pt x="18088" y="18439"/>
                  </a:lnTo>
                  <a:lnTo>
                    <a:pt x="17970" y="18334"/>
                  </a:lnTo>
                  <a:lnTo>
                    <a:pt x="17791" y="18176"/>
                  </a:lnTo>
                  <a:lnTo>
                    <a:pt x="17731" y="18176"/>
                  </a:lnTo>
                  <a:lnTo>
                    <a:pt x="17613" y="18229"/>
                  </a:lnTo>
                  <a:lnTo>
                    <a:pt x="17613" y="18334"/>
                  </a:lnTo>
                  <a:lnTo>
                    <a:pt x="17553" y="18281"/>
                  </a:lnTo>
                  <a:lnTo>
                    <a:pt x="17018" y="17860"/>
                  </a:lnTo>
                  <a:lnTo>
                    <a:pt x="16899" y="17755"/>
                  </a:lnTo>
                  <a:lnTo>
                    <a:pt x="16779" y="17807"/>
                  </a:lnTo>
                  <a:lnTo>
                    <a:pt x="16721" y="17913"/>
                  </a:lnTo>
                  <a:lnTo>
                    <a:pt x="16721" y="18018"/>
                  </a:lnTo>
                  <a:lnTo>
                    <a:pt x="17018" y="18439"/>
                  </a:lnTo>
                  <a:lnTo>
                    <a:pt x="17374" y="18966"/>
                  </a:lnTo>
                  <a:lnTo>
                    <a:pt x="17494" y="19072"/>
                  </a:lnTo>
                  <a:lnTo>
                    <a:pt x="16839" y="19282"/>
                  </a:lnTo>
                  <a:lnTo>
                    <a:pt x="16839" y="19177"/>
                  </a:lnTo>
                  <a:lnTo>
                    <a:pt x="16779" y="19072"/>
                  </a:lnTo>
                  <a:lnTo>
                    <a:pt x="16601" y="18861"/>
                  </a:lnTo>
                  <a:lnTo>
                    <a:pt x="16304" y="18545"/>
                  </a:lnTo>
                  <a:lnTo>
                    <a:pt x="16065" y="18229"/>
                  </a:lnTo>
                  <a:lnTo>
                    <a:pt x="15947" y="18123"/>
                  </a:lnTo>
                  <a:lnTo>
                    <a:pt x="15769" y="18123"/>
                  </a:lnTo>
                  <a:lnTo>
                    <a:pt x="15233" y="18229"/>
                  </a:lnTo>
                  <a:lnTo>
                    <a:pt x="14756" y="18281"/>
                  </a:lnTo>
                  <a:lnTo>
                    <a:pt x="14638" y="18334"/>
                  </a:lnTo>
                  <a:lnTo>
                    <a:pt x="14578" y="18439"/>
                  </a:lnTo>
                  <a:lnTo>
                    <a:pt x="14578" y="18545"/>
                  </a:lnTo>
                  <a:lnTo>
                    <a:pt x="14638" y="18650"/>
                  </a:lnTo>
                  <a:lnTo>
                    <a:pt x="14638" y="19019"/>
                  </a:lnTo>
                  <a:lnTo>
                    <a:pt x="14756" y="19388"/>
                  </a:lnTo>
                  <a:lnTo>
                    <a:pt x="14816" y="19598"/>
                  </a:lnTo>
                  <a:lnTo>
                    <a:pt x="14935" y="19756"/>
                  </a:lnTo>
                  <a:lnTo>
                    <a:pt x="15113" y="19862"/>
                  </a:lnTo>
                  <a:lnTo>
                    <a:pt x="15292" y="19915"/>
                  </a:lnTo>
                  <a:lnTo>
                    <a:pt x="14578" y="20178"/>
                  </a:lnTo>
                  <a:lnTo>
                    <a:pt x="14518" y="20073"/>
                  </a:lnTo>
                  <a:lnTo>
                    <a:pt x="14281" y="19967"/>
                  </a:lnTo>
                  <a:lnTo>
                    <a:pt x="14221" y="19967"/>
                  </a:lnTo>
                  <a:lnTo>
                    <a:pt x="13983" y="19440"/>
                  </a:lnTo>
                  <a:lnTo>
                    <a:pt x="13804" y="19230"/>
                  </a:lnTo>
                  <a:lnTo>
                    <a:pt x="13567" y="18966"/>
                  </a:lnTo>
                  <a:lnTo>
                    <a:pt x="13507" y="18966"/>
                  </a:lnTo>
                  <a:lnTo>
                    <a:pt x="13507" y="19388"/>
                  </a:lnTo>
                  <a:lnTo>
                    <a:pt x="13567" y="19756"/>
                  </a:lnTo>
                  <a:lnTo>
                    <a:pt x="13804" y="20494"/>
                  </a:lnTo>
                  <a:lnTo>
                    <a:pt x="13090" y="20757"/>
                  </a:lnTo>
                  <a:lnTo>
                    <a:pt x="13030" y="20336"/>
                  </a:lnTo>
                  <a:lnTo>
                    <a:pt x="12912" y="19967"/>
                  </a:lnTo>
                  <a:lnTo>
                    <a:pt x="12852" y="19440"/>
                  </a:lnTo>
                  <a:lnTo>
                    <a:pt x="12852" y="18966"/>
                  </a:lnTo>
                  <a:lnTo>
                    <a:pt x="12794" y="18861"/>
                  </a:lnTo>
                  <a:lnTo>
                    <a:pt x="12674" y="18808"/>
                  </a:lnTo>
                  <a:lnTo>
                    <a:pt x="12615" y="18808"/>
                  </a:lnTo>
                  <a:lnTo>
                    <a:pt x="12495" y="18914"/>
                  </a:lnTo>
                  <a:lnTo>
                    <a:pt x="12437" y="19440"/>
                  </a:lnTo>
                  <a:lnTo>
                    <a:pt x="12377" y="19967"/>
                  </a:lnTo>
                  <a:lnTo>
                    <a:pt x="12437" y="20441"/>
                  </a:lnTo>
                  <a:lnTo>
                    <a:pt x="12437" y="20652"/>
                  </a:lnTo>
                  <a:lnTo>
                    <a:pt x="12555" y="20863"/>
                  </a:lnTo>
                  <a:lnTo>
                    <a:pt x="12138" y="20915"/>
                  </a:lnTo>
                  <a:lnTo>
                    <a:pt x="11663" y="20863"/>
                  </a:lnTo>
                  <a:lnTo>
                    <a:pt x="11364" y="20757"/>
                  </a:lnTo>
                  <a:lnTo>
                    <a:pt x="11008" y="20652"/>
                  </a:lnTo>
                  <a:lnTo>
                    <a:pt x="11068" y="20336"/>
                  </a:lnTo>
                  <a:lnTo>
                    <a:pt x="11128" y="19598"/>
                  </a:lnTo>
                  <a:lnTo>
                    <a:pt x="11128" y="18334"/>
                  </a:lnTo>
                  <a:lnTo>
                    <a:pt x="11068" y="18229"/>
                  </a:lnTo>
                  <a:lnTo>
                    <a:pt x="10889" y="18176"/>
                  </a:lnTo>
                  <a:lnTo>
                    <a:pt x="10294" y="18229"/>
                  </a:lnTo>
                  <a:lnTo>
                    <a:pt x="10234" y="18176"/>
                  </a:lnTo>
                  <a:lnTo>
                    <a:pt x="10115" y="18229"/>
                  </a:lnTo>
                  <a:lnTo>
                    <a:pt x="9877" y="18545"/>
                  </a:lnTo>
                  <a:lnTo>
                    <a:pt x="9640" y="18861"/>
                  </a:lnTo>
                  <a:lnTo>
                    <a:pt x="9520" y="19230"/>
                  </a:lnTo>
                  <a:lnTo>
                    <a:pt x="9402" y="19546"/>
                  </a:lnTo>
                  <a:lnTo>
                    <a:pt x="8746" y="18966"/>
                  </a:lnTo>
                  <a:lnTo>
                    <a:pt x="9223" y="18439"/>
                  </a:lnTo>
                  <a:lnTo>
                    <a:pt x="9640" y="17913"/>
                  </a:lnTo>
                  <a:lnTo>
                    <a:pt x="9640" y="17649"/>
                  </a:lnTo>
                  <a:lnTo>
                    <a:pt x="9520" y="17544"/>
                  </a:lnTo>
                  <a:lnTo>
                    <a:pt x="9223" y="17544"/>
                  </a:lnTo>
                  <a:lnTo>
                    <a:pt x="9103" y="17649"/>
                  </a:lnTo>
                  <a:lnTo>
                    <a:pt x="8450" y="18597"/>
                  </a:lnTo>
                  <a:lnTo>
                    <a:pt x="8033" y="18123"/>
                  </a:lnTo>
                  <a:lnTo>
                    <a:pt x="8331" y="17913"/>
                  </a:lnTo>
                  <a:lnTo>
                    <a:pt x="8628" y="17649"/>
                  </a:lnTo>
                  <a:lnTo>
                    <a:pt x="8866" y="17333"/>
                  </a:lnTo>
                  <a:lnTo>
                    <a:pt x="9045" y="17017"/>
                  </a:lnTo>
                  <a:lnTo>
                    <a:pt x="9045" y="16859"/>
                  </a:lnTo>
                  <a:lnTo>
                    <a:pt x="8985" y="16754"/>
                  </a:lnTo>
                  <a:lnTo>
                    <a:pt x="8925" y="16701"/>
                  </a:lnTo>
                  <a:lnTo>
                    <a:pt x="8628" y="16701"/>
                  </a:lnTo>
                  <a:lnTo>
                    <a:pt x="8568" y="16806"/>
                  </a:lnTo>
                  <a:lnTo>
                    <a:pt x="7794" y="17807"/>
                  </a:lnTo>
                  <a:lnTo>
                    <a:pt x="7201" y="17122"/>
                  </a:lnTo>
                  <a:lnTo>
                    <a:pt x="7379" y="16964"/>
                  </a:lnTo>
                  <a:lnTo>
                    <a:pt x="7914" y="16385"/>
                  </a:lnTo>
                  <a:lnTo>
                    <a:pt x="8450" y="15753"/>
                  </a:lnTo>
                  <a:lnTo>
                    <a:pt x="8450" y="15647"/>
                  </a:lnTo>
                  <a:lnTo>
                    <a:pt x="8510" y="15595"/>
                  </a:lnTo>
                  <a:lnTo>
                    <a:pt x="8568" y="15489"/>
                  </a:lnTo>
                  <a:lnTo>
                    <a:pt x="8568" y="15384"/>
                  </a:lnTo>
                  <a:lnTo>
                    <a:pt x="8450" y="15279"/>
                  </a:lnTo>
                  <a:lnTo>
                    <a:pt x="8271" y="15226"/>
                  </a:lnTo>
                  <a:lnTo>
                    <a:pt x="8153" y="15226"/>
                  </a:lnTo>
                  <a:lnTo>
                    <a:pt x="8033" y="15279"/>
                  </a:lnTo>
                  <a:lnTo>
                    <a:pt x="7379" y="16121"/>
                  </a:lnTo>
                  <a:lnTo>
                    <a:pt x="7022" y="16596"/>
                  </a:lnTo>
                  <a:lnTo>
                    <a:pt x="6962" y="16490"/>
                  </a:lnTo>
                  <a:lnTo>
                    <a:pt x="6724" y="16490"/>
                  </a:lnTo>
                  <a:lnTo>
                    <a:pt x="6307" y="16016"/>
                  </a:lnTo>
                  <a:lnTo>
                    <a:pt x="7022" y="15542"/>
                  </a:lnTo>
                  <a:lnTo>
                    <a:pt x="7379" y="15331"/>
                  </a:lnTo>
                  <a:lnTo>
                    <a:pt x="7676" y="15015"/>
                  </a:lnTo>
                  <a:lnTo>
                    <a:pt x="7736" y="14962"/>
                  </a:lnTo>
                  <a:lnTo>
                    <a:pt x="7794" y="14857"/>
                  </a:lnTo>
                  <a:lnTo>
                    <a:pt x="7676" y="14699"/>
                  </a:lnTo>
                  <a:lnTo>
                    <a:pt x="7557" y="14594"/>
                  </a:lnTo>
                  <a:lnTo>
                    <a:pt x="7437" y="14594"/>
                  </a:lnTo>
                  <a:lnTo>
                    <a:pt x="7319" y="14646"/>
                  </a:lnTo>
                  <a:lnTo>
                    <a:pt x="6962" y="14857"/>
                  </a:lnTo>
                  <a:lnTo>
                    <a:pt x="6605" y="15120"/>
                  </a:lnTo>
                  <a:lnTo>
                    <a:pt x="6010" y="15647"/>
                  </a:lnTo>
                  <a:lnTo>
                    <a:pt x="5282" y="14704"/>
                  </a:lnTo>
                  <a:lnTo>
                    <a:pt x="5653" y="14752"/>
                  </a:lnTo>
                  <a:lnTo>
                    <a:pt x="6070" y="14699"/>
                  </a:lnTo>
                  <a:lnTo>
                    <a:pt x="6307" y="14594"/>
                  </a:lnTo>
                  <a:lnTo>
                    <a:pt x="6605" y="14436"/>
                  </a:lnTo>
                  <a:lnTo>
                    <a:pt x="7081" y="14172"/>
                  </a:lnTo>
                  <a:lnTo>
                    <a:pt x="7736" y="13856"/>
                  </a:lnTo>
                  <a:lnTo>
                    <a:pt x="8093" y="13698"/>
                  </a:lnTo>
                  <a:lnTo>
                    <a:pt x="8390" y="13487"/>
                  </a:lnTo>
                  <a:lnTo>
                    <a:pt x="9819" y="15331"/>
                  </a:lnTo>
                  <a:lnTo>
                    <a:pt x="10354" y="15963"/>
                  </a:lnTo>
                  <a:lnTo>
                    <a:pt x="10889" y="16596"/>
                  </a:lnTo>
                  <a:lnTo>
                    <a:pt x="11186" y="16859"/>
                  </a:lnTo>
                  <a:lnTo>
                    <a:pt x="11543" y="17122"/>
                  </a:lnTo>
                  <a:lnTo>
                    <a:pt x="11900" y="17333"/>
                  </a:lnTo>
                  <a:lnTo>
                    <a:pt x="12317" y="17491"/>
                  </a:lnTo>
                  <a:lnTo>
                    <a:pt x="12674" y="17597"/>
                  </a:lnTo>
                  <a:lnTo>
                    <a:pt x="13090" y="17649"/>
                  </a:lnTo>
                  <a:lnTo>
                    <a:pt x="13864" y="17649"/>
                  </a:lnTo>
                  <a:lnTo>
                    <a:pt x="14221" y="17597"/>
                  </a:lnTo>
                  <a:lnTo>
                    <a:pt x="14578" y="17491"/>
                  </a:lnTo>
                  <a:lnTo>
                    <a:pt x="14935" y="17386"/>
                  </a:lnTo>
                  <a:lnTo>
                    <a:pt x="15292" y="17228"/>
                  </a:lnTo>
                  <a:lnTo>
                    <a:pt x="15709" y="17017"/>
                  </a:lnTo>
                  <a:lnTo>
                    <a:pt x="16005" y="16754"/>
                  </a:lnTo>
                  <a:lnTo>
                    <a:pt x="16304" y="16490"/>
                  </a:lnTo>
                  <a:lnTo>
                    <a:pt x="16542" y="16174"/>
                  </a:lnTo>
                  <a:lnTo>
                    <a:pt x="16721" y="15858"/>
                  </a:lnTo>
                  <a:lnTo>
                    <a:pt x="16899" y="15542"/>
                  </a:lnTo>
                  <a:lnTo>
                    <a:pt x="17018" y="15173"/>
                  </a:lnTo>
                  <a:lnTo>
                    <a:pt x="17078" y="14857"/>
                  </a:lnTo>
                  <a:lnTo>
                    <a:pt x="17136" y="14120"/>
                  </a:lnTo>
                  <a:lnTo>
                    <a:pt x="17078" y="13382"/>
                  </a:lnTo>
                  <a:lnTo>
                    <a:pt x="16899" y="12643"/>
                  </a:lnTo>
                  <a:lnTo>
                    <a:pt x="16601" y="11960"/>
                  </a:lnTo>
                  <a:lnTo>
                    <a:pt x="16185" y="11326"/>
                  </a:lnTo>
                  <a:lnTo>
                    <a:pt x="15709" y="10748"/>
                  </a:lnTo>
                  <a:lnTo>
                    <a:pt x="14756" y="9535"/>
                  </a:lnTo>
                  <a:lnTo>
                    <a:pt x="15173" y="9326"/>
                  </a:lnTo>
                  <a:lnTo>
                    <a:pt x="15530" y="9115"/>
                  </a:lnTo>
                  <a:lnTo>
                    <a:pt x="16244" y="8587"/>
                  </a:lnTo>
                  <a:lnTo>
                    <a:pt x="16899" y="8060"/>
                  </a:lnTo>
                  <a:close/>
                  <a:moveTo>
                    <a:pt x="13626" y="2950"/>
                  </a:moveTo>
                  <a:lnTo>
                    <a:pt x="13447" y="3003"/>
                  </a:lnTo>
                  <a:lnTo>
                    <a:pt x="13329" y="3108"/>
                  </a:lnTo>
                  <a:lnTo>
                    <a:pt x="13269" y="3161"/>
                  </a:lnTo>
                  <a:lnTo>
                    <a:pt x="13269" y="3424"/>
                  </a:lnTo>
                  <a:lnTo>
                    <a:pt x="13150" y="3477"/>
                  </a:lnTo>
                  <a:lnTo>
                    <a:pt x="13030" y="3530"/>
                  </a:lnTo>
                  <a:lnTo>
                    <a:pt x="11841" y="4372"/>
                  </a:lnTo>
                  <a:lnTo>
                    <a:pt x="11186" y="4794"/>
                  </a:lnTo>
                  <a:lnTo>
                    <a:pt x="10591" y="5163"/>
                  </a:lnTo>
                  <a:lnTo>
                    <a:pt x="10472" y="5268"/>
                  </a:lnTo>
                  <a:lnTo>
                    <a:pt x="10412" y="5373"/>
                  </a:lnTo>
                  <a:lnTo>
                    <a:pt x="10412" y="5637"/>
                  </a:lnTo>
                  <a:lnTo>
                    <a:pt x="13864" y="9589"/>
                  </a:lnTo>
                  <a:lnTo>
                    <a:pt x="13864" y="9693"/>
                  </a:lnTo>
                  <a:lnTo>
                    <a:pt x="13983" y="9746"/>
                  </a:lnTo>
                  <a:lnTo>
                    <a:pt x="15233" y="11275"/>
                  </a:lnTo>
                  <a:lnTo>
                    <a:pt x="15709" y="11907"/>
                  </a:lnTo>
                  <a:lnTo>
                    <a:pt x="16065" y="12592"/>
                  </a:lnTo>
                  <a:lnTo>
                    <a:pt x="16244" y="12961"/>
                  </a:lnTo>
                  <a:lnTo>
                    <a:pt x="16364" y="13329"/>
                  </a:lnTo>
                  <a:lnTo>
                    <a:pt x="16422" y="13698"/>
                  </a:lnTo>
                  <a:lnTo>
                    <a:pt x="16422" y="14488"/>
                  </a:lnTo>
                  <a:lnTo>
                    <a:pt x="16364" y="14804"/>
                  </a:lnTo>
                  <a:lnTo>
                    <a:pt x="16244" y="15173"/>
                  </a:lnTo>
                  <a:lnTo>
                    <a:pt x="16065" y="15489"/>
                  </a:lnTo>
                  <a:lnTo>
                    <a:pt x="15887" y="15805"/>
                  </a:lnTo>
                  <a:lnTo>
                    <a:pt x="15648" y="16069"/>
                  </a:lnTo>
                  <a:lnTo>
                    <a:pt x="15352" y="16332"/>
                  </a:lnTo>
                  <a:lnTo>
                    <a:pt x="15055" y="16596"/>
                  </a:lnTo>
                  <a:lnTo>
                    <a:pt x="14756" y="16754"/>
                  </a:lnTo>
                  <a:lnTo>
                    <a:pt x="14399" y="16859"/>
                  </a:lnTo>
                  <a:lnTo>
                    <a:pt x="14043" y="16912"/>
                  </a:lnTo>
                  <a:lnTo>
                    <a:pt x="13686" y="16964"/>
                  </a:lnTo>
                  <a:lnTo>
                    <a:pt x="12972" y="16964"/>
                  </a:lnTo>
                  <a:lnTo>
                    <a:pt x="12674" y="16859"/>
                  </a:lnTo>
                  <a:lnTo>
                    <a:pt x="12317" y="16754"/>
                  </a:lnTo>
                  <a:lnTo>
                    <a:pt x="11960" y="16543"/>
                  </a:lnTo>
                  <a:lnTo>
                    <a:pt x="11603" y="16332"/>
                  </a:lnTo>
                  <a:lnTo>
                    <a:pt x="11306" y="16016"/>
                  </a:lnTo>
                  <a:lnTo>
                    <a:pt x="11068" y="15700"/>
                  </a:lnTo>
                  <a:lnTo>
                    <a:pt x="9819" y="14225"/>
                  </a:lnTo>
                  <a:lnTo>
                    <a:pt x="8688" y="12750"/>
                  </a:lnTo>
                  <a:lnTo>
                    <a:pt x="7557" y="11222"/>
                  </a:lnTo>
                  <a:lnTo>
                    <a:pt x="6545" y="9642"/>
                  </a:lnTo>
                  <a:lnTo>
                    <a:pt x="6070" y="8850"/>
                  </a:lnTo>
                  <a:lnTo>
                    <a:pt x="5653" y="8060"/>
                  </a:lnTo>
                  <a:lnTo>
                    <a:pt x="5535" y="7955"/>
                  </a:lnTo>
                  <a:lnTo>
                    <a:pt x="5355" y="7902"/>
                  </a:lnTo>
                  <a:lnTo>
                    <a:pt x="5176" y="7902"/>
                  </a:lnTo>
                  <a:lnTo>
                    <a:pt x="5058" y="8007"/>
                  </a:lnTo>
                  <a:lnTo>
                    <a:pt x="4879" y="8167"/>
                  </a:lnTo>
                  <a:lnTo>
                    <a:pt x="4641" y="8271"/>
                  </a:lnTo>
                  <a:lnTo>
                    <a:pt x="4404" y="8376"/>
                  </a:lnTo>
                  <a:lnTo>
                    <a:pt x="4166" y="8376"/>
                  </a:lnTo>
                  <a:lnTo>
                    <a:pt x="3927" y="8429"/>
                  </a:lnTo>
                  <a:lnTo>
                    <a:pt x="3689" y="8483"/>
                  </a:lnTo>
                  <a:lnTo>
                    <a:pt x="3273" y="8692"/>
                  </a:lnTo>
                  <a:lnTo>
                    <a:pt x="2321" y="9219"/>
                  </a:lnTo>
                  <a:lnTo>
                    <a:pt x="1844" y="9484"/>
                  </a:lnTo>
                  <a:lnTo>
                    <a:pt x="1427" y="9800"/>
                  </a:lnTo>
                  <a:lnTo>
                    <a:pt x="1249" y="9800"/>
                  </a:lnTo>
                  <a:lnTo>
                    <a:pt x="1131" y="9904"/>
                  </a:lnTo>
                  <a:lnTo>
                    <a:pt x="1071" y="10009"/>
                  </a:lnTo>
                  <a:lnTo>
                    <a:pt x="1131" y="10167"/>
                  </a:lnTo>
                  <a:lnTo>
                    <a:pt x="1786" y="11222"/>
                  </a:lnTo>
                  <a:lnTo>
                    <a:pt x="2500" y="12276"/>
                  </a:lnTo>
                  <a:lnTo>
                    <a:pt x="3987" y="14278"/>
                  </a:lnTo>
                  <a:lnTo>
                    <a:pt x="5535" y="16279"/>
                  </a:lnTo>
                  <a:lnTo>
                    <a:pt x="7141" y="18229"/>
                  </a:lnTo>
                  <a:lnTo>
                    <a:pt x="8093" y="19282"/>
                  </a:lnTo>
                  <a:lnTo>
                    <a:pt x="8033" y="19282"/>
                  </a:lnTo>
                  <a:lnTo>
                    <a:pt x="8033" y="19388"/>
                  </a:lnTo>
                  <a:lnTo>
                    <a:pt x="8093" y="19440"/>
                  </a:lnTo>
                  <a:lnTo>
                    <a:pt x="8153" y="19493"/>
                  </a:lnTo>
                  <a:lnTo>
                    <a:pt x="8271" y="19440"/>
                  </a:lnTo>
                  <a:lnTo>
                    <a:pt x="8806" y="20020"/>
                  </a:lnTo>
                  <a:lnTo>
                    <a:pt x="9402" y="20547"/>
                  </a:lnTo>
                  <a:lnTo>
                    <a:pt x="9462" y="20599"/>
                  </a:lnTo>
                  <a:lnTo>
                    <a:pt x="9580" y="20652"/>
                  </a:lnTo>
                  <a:lnTo>
                    <a:pt x="9937" y="20915"/>
                  </a:lnTo>
                  <a:lnTo>
                    <a:pt x="10354" y="21126"/>
                  </a:lnTo>
                  <a:lnTo>
                    <a:pt x="10771" y="21337"/>
                  </a:lnTo>
                  <a:lnTo>
                    <a:pt x="11246" y="21495"/>
                  </a:lnTo>
                  <a:lnTo>
                    <a:pt x="11721" y="21600"/>
                  </a:lnTo>
                  <a:lnTo>
                    <a:pt x="12734" y="21600"/>
                  </a:lnTo>
                  <a:lnTo>
                    <a:pt x="13269" y="21495"/>
                  </a:lnTo>
                  <a:lnTo>
                    <a:pt x="13804" y="21284"/>
                  </a:lnTo>
                  <a:lnTo>
                    <a:pt x="14399" y="21073"/>
                  </a:lnTo>
                  <a:lnTo>
                    <a:pt x="15530" y="20599"/>
                  </a:lnTo>
                  <a:lnTo>
                    <a:pt x="18030" y="19651"/>
                  </a:lnTo>
                  <a:lnTo>
                    <a:pt x="18803" y="19282"/>
                  </a:lnTo>
                  <a:lnTo>
                    <a:pt x="19457" y="18914"/>
                  </a:lnTo>
                  <a:lnTo>
                    <a:pt x="20113" y="18439"/>
                  </a:lnTo>
                  <a:lnTo>
                    <a:pt x="20648" y="17860"/>
                  </a:lnTo>
                  <a:lnTo>
                    <a:pt x="20945" y="17438"/>
                  </a:lnTo>
                  <a:lnTo>
                    <a:pt x="21183" y="17017"/>
                  </a:lnTo>
                  <a:lnTo>
                    <a:pt x="21362" y="16543"/>
                  </a:lnTo>
                  <a:lnTo>
                    <a:pt x="21480" y="16069"/>
                  </a:lnTo>
                  <a:lnTo>
                    <a:pt x="21540" y="15595"/>
                  </a:lnTo>
                  <a:lnTo>
                    <a:pt x="21600" y="15120"/>
                  </a:lnTo>
                  <a:lnTo>
                    <a:pt x="21540" y="14646"/>
                  </a:lnTo>
                  <a:lnTo>
                    <a:pt x="21480" y="14172"/>
                  </a:lnTo>
                  <a:lnTo>
                    <a:pt x="21362" y="13698"/>
                  </a:lnTo>
                  <a:lnTo>
                    <a:pt x="21242" y="13224"/>
                  </a:lnTo>
                  <a:lnTo>
                    <a:pt x="20885" y="12327"/>
                  </a:lnTo>
                  <a:lnTo>
                    <a:pt x="20409" y="11433"/>
                  </a:lnTo>
                  <a:lnTo>
                    <a:pt x="19874" y="10590"/>
                  </a:lnTo>
                  <a:lnTo>
                    <a:pt x="19279" y="9800"/>
                  </a:lnTo>
                  <a:lnTo>
                    <a:pt x="16661" y="6427"/>
                  </a:lnTo>
                  <a:lnTo>
                    <a:pt x="14043" y="3108"/>
                  </a:lnTo>
                  <a:lnTo>
                    <a:pt x="13924" y="3003"/>
                  </a:lnTo>
                  <a:lnTo>
                    <a:pt x="13746" y="295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A4C2F4"/>
                  </a:solidFill>
                </a:defRPr>
              </a:pPr>
            </a:p>
          </p:txBody>
        </p:sp>
        <p:sp>
          <p:nvSpPr>
            <p:cNvPr id="794" name="Google Shape;321;p5"/>
            <p:cNvSpPr/>
            <p:nvPr/>
          </p:nvSpPr>
          <p:spPr>
            <a:xfrm>
              <a:off x="0" y="3075838"/>
              <a:ext cx="449982" cy="3007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453" y="0"/>
                  </a:moveTo>
                  <a:lnTo>
                    <a:pt x="7279" y="176"/>
                  </a:lnTo>
                  <a:lnTo>
                    <a:pt x="6755" y="1045"/>
                  </a:lnTo>
                  <a:lnTo>
                    <a:pt x="6347" y="2004"/>
                  </a:lnTo>
                  <a:lnTo>
                    <a:pt x="5939" y="2961"/>
                  </a:lnTo>
                  <a:lnTo>
                    <a:pt x="5590" y="4008"/>
                  </a:lnTo>
                  <a:lnTo>
                    <a:pt x="5300" y="5053"/>
                  </a:lnTo>
                  <a:lnTo>
                    <a:pt x="5123" y="6185"/>
                  </a:lnTo>
                  <a:lnTo>
                    <a:pt x="4949" y="7316"/>
                  </a:lnTo>
                  <a:lnTo>
                    <a:pt x="4833" y="8536"/>
                  </a:lnTo>
                  <a:lnTo>
                    <a:pt x="4774" y="9146"/>
                  </a:lnTo>
                  <a:lnTo>
                    <a:pt x="4658" y="9669"/>
                  </a:lnTo>
                  <a:lnTo>
                    <a:pt x="4484" y="10279"/>
                  </a:lnTo>
                  <a:lnTo>
                    <a:pt x="4250" y="10713"/>
                  </a:lnTo>
                  <a:lnTo>
                    <a:pt x="4135" y="10975"/>
                  </a:lnTo>
                  <a:lnTo>
                    <a:pt x="3960" y="11062"/>
                  </a:lnTo>
                  <a:lnTo>
                    <a:pt x="3611" y="11236"/>
                  </a:lnTo>
                  <a:lnTo>
                    <a:pt x="2912" y="11236"/>
                  </a:lnTo>
                  <a:lnTo>
                    <a:pt x="2446" y="11062"/>
                  </a:lnTo>
                  <a:lnTo>
                    <a:pt x="1573" y="11062"/>
                  </a:lnTo>
                  <a:lnTo>
                    <a:pt x="1398" y="11236"/>
                  </a:lnTo>
                  <a:lnTo>
                    <a:pt x="1224" y="11324"/>
                  </a:lnTo>
                  <a:lnTo>
                    <a:pt x="932" y="11236"/>
                  </a:lnTo>
                  <a:lnTo>
                    <a:pt x="641" y="11236"/>
                  </a:lnTo>
                  <a:lnTo>
                    <a:pt x="408" y="11409"/>
                  </a:lnTo>
                  <a:lnTo>
                    <a:pt x="117" y="11585"/>
                  </a:lnTo>
                  <a:lnTo>
                    <a:pt x="59" y="11758"/>
                  </a:lnTo>
                  <a:lnTo>
                    <a:pt x="0" y="11934"/>
                  </a:lnTo>
                  <a:lnTo>
                    <a:pt x="0" y="12280"/>
                  </a:lnTo>
                  <a:lnTo>
                    <a:pt x="59" y="12368"/>
                  </a:lnTo>
                  <a:lnTo>
                    <a:pt x="117" y="12456"/>
                  </a:lnTo>
                  <a:lnTo>
                    <a:pt x="233" y="12542"/>
                  </a:lnTo>
                  <a:lnTo>
                    <a:pt x="351" y="12456"/>
                  </a:lnTo>
                  <a:lnTo>
                    <a:pt x="816" y="12280"/>
                  </a:lnTo>
                  <a:lnTo>
                    <a:pt x="932" y="12542"/>
                  </a:lnTo>
                  <a:lnTo>
                    <a:pt x="1106" y="12717"/>
                  </a:lnTo>
                  <a:lnTo>
                    <a:pt x="1281" y="12717"/>
                  </a:lnTo>
                  <a:lnTo>
                    <a:pt x="1398" y="12629"/>
                  </a:lnTo>
                  <a:lnTo>
                    <a:pt x="1457" y="12542"/>
                  </a:lnTo>
                  <a:lnTo>
                    <a:pt x="1573" y="12368"/>
                  </a:lnTo>
                  <a:lnTo>
                    <a:pt x="1689" y="12280"/>
                  </a:lnTo>
                  <a:lnTo>
                    <a:pt x="1981" y="12195"/>
                  </a:lnTo>
                  <a:lnTo>
                    <a:pt x="2271" y="12280"/>
                  </a:lnTo>
                  <a:lnTo>
                    <a:pt x="2562" y="12368"/>
                  </a:lnTo>
                  <a:lnTo>
                    <a:pt x="3144" y="12542"/>
                  </a:lnTo>
                  <a:lnTo>
                    <a:pt x="3493" y="12542"/>
                  </a:lnTo>
                  <a:lnTo>
                    <a:pt x="3785" y="12456"/>
                  </a:lnTo>
                  <a:lnTo>
                    <a:pt x="4135" y="12368"/>
                  </a:lnTo>
                  <a:lnTo>
                    <a:pt x="4368" y="12195"/>
                  </a:lnTo>
                  <a:lnTo>
                    <a:pt x="4658" y="11934"/>
                  </a:lnTo>
                  <a:lnTo>
                    <a:pt x="4892" y="11585"/>
                  </a:lnTo>
                  <a:lnTo>
                    <a:pt x="5066" y="11236"/>
                  </a:lnTo>
                  <a:lnTo>
                    <a:pt x="5241" y="10801"/>
                  </a:lnTo>
                  <a:lnTo>
                    <a:pt x="5474" y="9930"/>
                  </a:lnTo>
                  <a:lnTo>
                    <a:pt x="5590" y="9320"/>
                  </a:lnTo>
                  <a:lnTo>
                    <a:pt x="5649" y="8709"/>
                  </a:lnTo>
                  <a:lnTo>
                    <a:pt x="5765" y="7403"/>
                  </a:lnTo>
                  <a:lnTo>
                    <a:pt x="5939" y="6271"/>
                  </a:lnTo>
                  <a:lnTo>
                    <a:pt x="6173" y="5226"/>
                  </a:lnTo>
                  <a:lnTo>
                    <a:pt x="6404" y="4355"/>
                  </a:lnTo>
                  <a:lnTo>
                    <a:pt x="6696" y="3483"/>
                  </a:lnTo>
                  <a:lnTo>
                    <a:pt x="6987" y="2700"/>
                  </a:lnTo>
                  <a:lnTo>
                    <a:pt x="7395" y="2004"/>
                  </a:lnTo>
                  <a:lnTo>
                    <a:pt x="8211" y="6793"/>
                  </a:lnTo>
                  <a:lnTo>
                    <a:pt x="8966" y="11497"/>
                  </a:lnTo>
                  <a:lnTo>
                    <a:pt x="9723" y="16288"/>
                  </a:lnTo>
                  <a:lnTo>
                    <a:pt x="10423" y="21165"/>
                  </a:lnTo>
                  <a:lnTo>
                    <a:pt x="10480" y="21339"/>
                  </a:lnTo>
                  <a:lnTo>
                    <a:pt x="10655" y="21515"/>
                  </a:lnTo>
                  <a:lnTo>
                    <a:pt x="10772" y="21600"/>
                  </a:lnTo>
                  <a:lnTo>
                    <a:pt x="10947" y="21600"/>
                  </a:lnTo>
                  <a:lnTo>
                    <a:pt x="11353" y="21339"/>
                  </a:lnTo>
                  <a:lnTo>
                    <a:pt x="11704" y="20904"/>
                  </a:lnTo>
                  <a:lnTo>
                    <a:pt x="11936" y="20467"/>
                  </a:lnTo>
                  <a:lnTo>
                    <a:pt x="12169" y="19860"/>
                  </a:lnTo>
                  <a:lnTo>
                    <a:pt x="12402" y="18988"/>
                  </a:lnTo>
                  <a:lnTo>
                    <a:pt x="12577" y="18029"/>
                  </a:lnTo>
                  <a:lnTo>
                    <a:pt x="12985" y="16201"/>
                  </a:lnTo>
                  <a:lnTo>
                    <a:pt x="14381" y="9407"/>
                  </a:lnTo>
                  <a:lnTo>
                    <a:pt x="14615" y="10540"/>
                  </a:lnTo>
                  <a:lnTo>
                    <a:pt x="14789" y="11758"/>
                  </a:lnTo>
                  <a:lnTo>
                    <a:pt x="14789" y="12019"/>
                  </a:lnTo>
                  <a:lnTo>
                    <a:pt x="14905" y="12195"/>
                  </a:lnTo>
                  <a:lnTo>
                    <a:pt x="15021" y="12368"/>
                  </a:lnTo>
                  <a:lnTo>
                    <a:pt x="15196" y="12368"/>
                  </a:lnTo>
                  <a:lnTo>
                    <a:pt x="19097" y="12019"/>
                  </a:lnTo>
                  <a:lnTo>
                    <a:pt x="19156" y="12195"/>
                  </a:lnTo>
                  <a:lnTo>
                    <a:pt x="19213" y="12368"/>
                  </a:lnTo>
                  <a:lnTo>
                    <a:pt x="19564" y="12717"/>
                  </a:lnTo>
                  <a:lnTo>
                    <a:pt x="19970" y="12891"/>
                  </a:lnTo>
                  <a:lnTo>
                    <a:pt x="20029" y="12979"/>
                  </a:lnTo>
                  <a:lnTo>
                    <a:pt x="20494" y="12979"/>
                  </a:lnTo>
                  <a:lnTo>
                    <a:pt x="20727" y="12891"/>
                  </a:lnTo>
                  <a:lnTo>
                    <a:pt x="20960" y="12629"/>
                  </a:lnTo>
                  <a:lnTo>
                    <a:pt x="21135" y="12368"/>
                  </a:lnTo>
                  <a:lnTo>
                    <a:pt x="21310" y="12019"/>
                  </a:lnTo>
                  <a:lnTo>
                    <a:pt x="21484" y="11670"/>
                  </a:lnTo>
                  <a:lnTo>
                    <a:pt x="21600" y="11236"/>
                  </a:lnTo>
                  <a:lnTo>
                    <a:pt x="21600" y="10801"/>
                  </a:lnTo>
                  <a:lnTo>
                    <a:pt x="21484" y="10540"/>
                  </a:lnTo>
                  <a:lnTo>
                    <a:pt x="21310" y="10191"/>
                  </a:lnTo>
                  <a:lnTo>
                    <a:pt x="21076" y="10018"/>
                  </a:lnTo>
                  <a:lnTo>
                    <a:pt x="20844" y="9842"/>
                  </a:lnTo>
                  <a:lnTo>
                    <a:pt x="20552" y="9669"/>
                  </a:lnTo>
                  <a:lnTo>
                    <a:pt x="20319" y="9669"/>
                  </a:lnTo>
                  <a:lnTo>
                    <a:pt x="20029" y="9754"/>
                  </a:lnTo>
                  <a:lnTo>
                    <a:pt x="19738" y="9930"/>
                  </a:lnTo>
                  <a:lnTo>
                    <a:pt x="19564" y="10103"/>
                  </a:lnTo>
                  <a:lnTo>
                    <a:pt x="19446" y="10279"/>
                  </a:lnTo>
                  <a:lnTo>
                    <a:pt x="19272" y="10713"/>
                  </a:lnTo>
                  <a:lnTo>
                    <a:pt x="15545" y="11062"/>
                  </a:lnTo>
                  <a:lnTo>
                    <a:pt x="15429" y="10103"/>
                  </a:lnTo>
                  <a:lnTo>
                    <a:pt x="15254" y="9146"/>
                  </a:lnTo>
                  <a:lnTo>
                    <a:pt x="15021" y="8187"/>
                  </a:lnTo>
                  <a:lnTo>
                    <a:pt x="14731" y="7230"/>
                  </a:lnTo>
                  <a:lnTo>
                    <a:pt x="14615" y="7054"/>
                  </a:lnTo>
                  <a:lnTo>
                    <a:pt x="14497" y="6969"/>
                  </a:lnTo>
                  <a:lnTo>
                    <a:pt x="14264" y="6969"/>
                  </a:lnTo>
                  <a:lnTo>
                    <a:pt x="14032" y="7054"/>
                  </a:lnTo>
                  <a:lnTo>
                    <a:pt x="13974" y="7230"/>
                  </a:lnTo>
                  <a:lnTo>
                    <a:pt x="13915" y="7403"/>
                  </a:lnTo>
                  <a:lnTo>
                    <a:pt x="12459" y="14284"/>
                  </a:lnTo>
                  <a:lnTo>
                    <a:pt x="11704" y="17943"/>
                  </a:lnTo>
                  <a:lnTo>
                    <a:pt x="11471" y="18988"/>
                  </a:lnTo>
                  <a:lnTo>
                    <a:pt x="11353" y="19511"/>
                  </a:lnTo>
                  <a:lnTo>
                    <a:pt x="11121" y="19945"/>
                  </a:lnTo>
                  <a:lnTo>
                    <a:pt x="10423" y="15068"/>
                  </a:lnTo>
                  <a:lnTo>
                    <a:pt x="9666" y="10191"/>
                  </a:lnTo>
                  <a:lnTo>
                    <a:pt x="8850" y="5314"/>
                  </a:lnTo>
                  <a:lnTo>
                    <a:pt x="7977" y="522"/>
                  </a:lnTo>
                  <a:lnTo>
                    <a:pt x="7861" y="176"/>
                  </a:lnTo>
                  <a:lnTo>
                    <a:pt x="7685" y="88"/>
                  </a:lnTo>
                  <a:lnTo>
                    <a:pt x="7453"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A4C2F4"/>
                  </a:solidFill>
                </a:defRPr>
              </a:pPr>
            </a:p>
          </p:txBody>
        </p:sp>
        <p:sp>
          <p:nvSpPr>
            <p:cNvPr id="795" name="Google Shape;322;p5"/>
            <p:cNvSpPr/>
            <p:nvPr/>
          </p:nvSpPr>
          <p:spPr>
            <a:xfrm>
              <a:off x="1436078" y="3448183"/>
              <a:ext cx="203748" cy="2183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885" y="0"/>
                  </a:moveTo>
                  <a:lnTo>
                    <a:pt x="13759" y="121"/>
                  </a:lnTo>
                  <a:lnTo>
                    <a:pt x="13629" y="242"/>
                  </a:lnTo>
                  <a:lnTo>
                    <a:pt x="13629" y="481"/>
                  </a:lnTo>
                  <a:lnTo>
                    <a:pt x="12342" y="1560"/>
                  </a:lnTo>
                  <a:lnTo>
                    <a:pt x="11315" y="2640"/>
                  </a:lnTo>
                  <a:lnTo>
                    <a:pt x="9769" y="4200"/>
                  </a:lnTo>
                  <a:lnTo>
                    <a:pt x="8613" y="5401"/>
                  </a:lnTo>
                  <a:lnTo>
                    <a:pt x="7712" y="5162"/>
                  </a:lnTo>
                  <a:lnTo>
                    <a:pt x="4627" y="4321"/>
                  </a:lnTo>
                  <a:lnTo>
                    <a:pt x="3986" y="4200"/>
                  </a:lnTo>
                  <a:lnTo>
                    <a:pt x="2829" y="3961"/>
                  </a:lnTo>
                  <a:lnTo>
                    <a:pt x="2314" y="3840"/>
                  </a:lnTo>
                  <a:lnTo>
                    <a:pt x="1798" y="3961"/>
                  </a:lnTo>
                  <a:lnTo>
                    <a:pt x="1542" y="4083"/>
                  </a:lnTo>
                  <a:lnTo>
                    <a:pt x="1542" y="4442"/>
                  </a:lnTo>
                  <a:lnTo>
                    <a:pt x="1669" y="4802"/>
                  </a:lnTo>
                  <a:lnTo>
                    <a:pt x="1928" y="5041"/>
                  </a:lnTo>
                  <a:lnTo>
                    <a:pt x="2314" y="5280"/>
                  </a:lnTo>
                  <a:lnTo>
                    <a:pt x="2699" y="5401"/>
                  </a:lnTo>
                  <a:lnTo>
                    <a:pt x="3726" y="5761"/>
                  </a:lnTo>
                  <a:lnTo>
                    <a:pt x="4497" y="5882"/>
                  </a:lnTo>
                  <a:lnTo>
                    <a:pt x="7200" y="6601"/>
                  </a:lnTo>
                  <a:lnTo>
                    <a:pt x="7200" y="6840"/>
                  </a:lnTo>
                  <a:lnTo>
                    <a:pt x="7326" y="7082"/>
                  </a:lnTo>
                  <a:lnTo>
                    <a:pt x="7586" y="7321"/>
                  </a:lnTo>
                  <a:lnTo>
                    <a:pt x="7712" y="7321"/>
                  </a:lnTo>
                  <a:lnTo>
                    <a:pt x="7971" y="7442"/>
                  </a:lnTo>
                  <a:lnTo>
                    <a:pt x="8357" y="7321"/>
                  </a:lnTo>
                  <a:lnTo>
                    <a:pt x="8872" y="7082"/>
                  </a:lnTo>
                  <a:lnTo>
                    <a:pt x="9384" y="6961"/>
                  </a:lnTo>
                  <a:lnTo>
                    <a:pt x="9643" y="6840"/>
                  </a:lnTo>
                  <a:lnTo>
                    <a:pt x="9769" y="6722"/>
                  </a:lnTo>
                  <a:lnTo>
                    <a:pt x="9769" y="6242"/>
                  </a:lnTo>
                  <a:lnTo>
                    <a:pt x="10285" y="5761"/>
                  </a:lnTo>
                  <a:lnTo>
                    <a:pt x="11827" y="4200"/>
                  </a:lnTo>
                  <a:lnTo>
                    <a:pt x="13369" y="2522"/>
                  </a:lnTo>
                  <a:lnTo>
                    <a:pt x="13499" y="4560"/>
                  </a:lnTo>
                  <a:lnTo>
                    <a:pt x="13499" y="6840"/>
                  </a:lnTo>
                  <a:lnTo>
                    <a:pt x="13629" y="7920"/>
                  </a:lnTo>
                  <a:lnTo>
                    <a:pt x="13885" y="8522"/>
                  </a:lnTo>
                  <a:lnTo>
                    <a:pt x="14144" y="8999"/>
                  </a:lnTo>
                  <a:lnTo>
                    <a:pt x="14400" y="9241"/>
                  </a:lnTo>
                  <a:lnTo>
                    <a:pt x="14786" y="9241"/>
                  </a:lnTo>
                  <a:lnTo>
                    <a:pt x="15686" y="9840"/>
                  </a:lnTo>
                  <a:lnTo>
                    <a:pt x="16584" y="10321"/>
                  </a:lnTo>
                  <a:lnTo>
                    <a:pt x="17744" y="10681"/>
                  </a:lnTo>
                  <a:lnTo>
                    <a:pt x="18771" y="10919"/>
                  </a:lnTo>
                  <a:lnTo>
                    <a:pt x="18386" y="11161"/>
                  </a:lnTo>
                  <a:lnTo>
                    <a:pt x="16584" y="12002"/>
                  </a:lnTo>
                  <a:lnTo>
                    <a:pt x="15813" y="12362"/>
                  </a:lnTo>
                  <a:lnTo>
                    <a:pt x="15041" y="12840"/>
                  </a:lnTo>
                  <a:lnTo>
                    <a:pt x="14786" y="12840"/>
                  </a:lnTo>
                  <a:lnTo>
                    <a:pt x="14656" y="12961"/>
                  </a:lnTo>
                  <a:lnTo>
                    <a:pt x="14270" y="13320"/>
                  </a:lnTo>
                  <a:lnTo>
                    <a:pt x="13885" y="14040"/>
                  </a:lnTo>
                  <a:lnTo>
                    <a:pt x="13629" y="14881"/>
                  </a:lnTo>
                  <a:lnTo>
                    <a:pt x="13499" y="17282"/>
                  </a:lnTo>
                  <a:lnTo>
                    <a:pt x="13499" y="19801"/>
                  </a:lnTo>
                  <a:lnTo>
                    <a:pt x="12472" y="18721"/>
                  </a:lnTo>
                  <a:lnTo>
                    <a:pt x="11315" y="17642"/>
                  </a:lnTo>
                  <a:lnTo>
                    <a:pt x="9258" y="15601"/>
                  </a:lnTo>
                  <a:lnTo>
                    <a:pt x="8998" y="15241"/>
                  </a:lnTo>
                  <a:lnTo>
                    <a:pt x="8742" y="15002"/>
                  </a:lnTo>
                  <a:lnTo>
                    <a:pt x="8357" y="15002"/>
                  </a:lnTo>
                  <a:lnTo>
                    <a:pt x="8357" y="15120"/>
                  </a:lnTo>
                  <a:lnTo>
                    <a:pt x="8101" y="15120"/>
                  </a:lnTo>
                  <a:lnTo>
                    <a:pt x="6685" y="15601"/>
                  </a:lnTo>
                  <a:lnTo>
                    <a:pt x="5142" y="15839"/>
                  </a:lnTo>
                  <a:lnTo>
                    <a:pt x="3726" y="16081"/>
                  </a:lnTo>
                  <a:lnTo>
                    <a:pt x="2184" y="16199"/>
                  </a:lnTo>
                  <a:lnTo>
                    <a:pt x="3986" y="14161"/>
                  </a:lnTo>
                  <a:lnTo>
                    <a:pt x="4757" y="13082"/>
                  </a:lnTo>
                  <a:lnTo>
                    <a:pt x="5398" y="11881"/>
                  </a:lnTo>
                  <a:lnTo>
                    <a:pt x="5914" y="11760"/>
                  </a:lnTo>
                  <a:lnTo>
                    <a:pt x="6043" y="11639"/>
                  </a:lnTo>
                  <a:lnTo>
                    <a:pt x="6169" y="11400"/>
                  </a:lnTo>
                  <a:lnTo>
                    <a:pt x="6299" y="11279"/>
                  </a:lnTo>
                  <a:lnTo>
                    <a:pt x="6299" y="11040"/>
                  </a:lnTo>
                  <a:lnTo>
                    <a:pt x="6169" y="10802"/>
                  </a:lnTo>
                  <a:lnTo>
                    <a:pt x="6043" y="10681"/>
                  </a:lnTo>
                  <a:lnTo>
                    <a:pt x="5784" y="10560"/>
                  </a:lnTo>
                  <a:lnTo>
                    <a:pt x="5398" y="9961"/>
                  </a:lnTo>
                  <a:lnTo>
                    <a:pt x="4241" y="8041"/>
                  </a:lnTo>
                  <a:lnTo>
                    <a:pt x="2955" y="6242"/>
                  </a:lnTo>
                  <a:lnTo>
                    <a:pt x="2184" y="5401"/>
                  </a:lnTo>
                  <a:lnTo>
                    <a:pt x="1283" y="4681"/>
                  </a:lnTo>
                  <a:lnTo>
                    <a:pt x="897" y="4560"/>
                  </a:lnTo>
                  <a:lnTo>
                    <a:pt x="641" y="4681"/>
                  </a:lnTo>
                  <a:lnTo>
                    <a:pt x="386" y="4920"/>
                  </a:lnTo>
                  <a:lnTo>
                    <a:pt x="386" y="5280"/>
                  </a:lnTo>
                  <a:lnTo>
                    <a:pt x="1157" y="6363"/>
                  </a:lnTo>
                  <a:lnTo>
                    <a:pt x="1928" y="7321"/>
                  </a:lnTo>
                  <a:lnTo>
                    <a:pt x="2699" y="8280"/>
                  </a:lnTo>
                  <a:lnTo>
                    <a:pt x="3341" y="9241"/>
                  </a:lnTo>
                  <a:lnTo>
                    <a:pt x="3856" y="10321"/>
                  </a:lnTo>
                  <a:lnTo>
                    <a:pt x="4112" y="10919"/>
                  </a:lnTo>
                  <a:lnTo>
                    <a:pt x="4497" y="11521"/>
                  </a:lnTo>
                  <a:lnTo>
                    <a:pt x="3856" y="12002"/>
                  </a:lnTo>
                  <a:lnTo>
                    <a:pt x="3214" y="12480"/>
                  </a:lnTo>
                  <a:lnTo>
                    <a:pt x="2054" y="13801"/>
                  </a:lnTo>
                  <a:lnTo>
                    <a:pt x="1027" y="15120"/>
                  </a:lnTo>
                  <a:lnTo>
                    <a:pt x="126" y="16559"/>
                  </a:lnTo>
                  <a:lnTo>
                    <a:pt x="0" y="16919"/>
                  </a:lnTo>
                  <a:lnTo>
                    <a:pt x="0" y="17282"/>
                  </a:lnTo>
                  <a:lnTo>
                    <a:pt x="256" y="17521"/>
                  </a:lnTo>
                  <a:lnTo>
                    <a:pt x="641" y="17642"/>
                  </a:lnTo>
                  <a:lnTo>
                    <a:pt x="2569" y="17642"/>
                  </a:lnTo>
                  <a:lnTo>
                    <a:pt x="4497" y="17521"/>
                  </a:lnTo>
                  <a:lnTo>
                    <a:pt x="6429" y="17161"/>
                  </a:lnTo>
                  <a:lnTo>
                    <a:pt x="8227" y="16559"/>
                  </a:lnTo>
                  <a:lnTo>
                    <a:pt x="8998" y="17521"/>
                  </a:lnTo>
                  <a:lnTo>
                    <a:pt x="9769" y="18240"/>
                  </a:lnTo>
                  <a:lnTo>
                    <a:pt x="11315" y="20161"/>
                  </a:lnTo>
                  <a:lnTo>
                    <a:pt x="12213" y="20880"/>
                  </a:lnTo>
                  <a:lnTo>
                    <a:pt x="12728" y="21240"/>
                  </a:lnTo>
                  <a:lnTo>
                    <a:pt x="13243" y="21479"/>
                  </a:lnTo>
                  <a:lnTo>
                    <a:pt x="13629" y="21479"/>
                  </a:lnTo>
                  <a:lnTo>
                    <a:pt x="14144" y="21361"/>
                  </a:lnTo>
                  <a:lnTo>
                    <a:pt x="14530" y="21600"/>
                  </a:lnTo>
                  <a:lnTo>
                    <a:pt x="15041" y="21600"/>
                  </a:lnTo>
                  <a:lnTo>
                    <a:pt x="15301" y="21361"/>
                  </a:lnTo>
                  <a:lnTo>
                    <a:pt x="15427" y="21119"/>
                  </a:lnTo>
                  <a:lnTo>
                    <a:pt x="15557" y="20880"/>
                  </a:lnTo>
                  <a:lnTo>
                    <a:pt x="15427" y="20642"/>
                  </a:lnTo>
                  <a:lnTo>
                    <a:pt x="15301" y="20520"/>
                  </a:lnTo>
                  <a:lnTo>
                    <a:pt x="15171" y="20399"/>
                  </a:lnTo>
                  <a:lnTo>
                    <a:pt x="15041" y="19801"/>
                  </a:lnTo>
                  <a:lnTo>
                    <a:pt x="15041" y="19081"/>
                  </a:lnTo>
                  <a:lnTo>
                    <a:pt x="14915" y="16919"/>
                  </a:lnTo>
                  <a:lnTo>
                    <a:pt x="14915" y="14400"/>
                  </a:lnTo>
                  <a:lnTo>
                    <a:pt x="15427" y="14400"/>
                  </a:lnTo>
                  <a:lnTo>
                    <a:pt x="15686" y="14279"/>
                  </a:lnTo>
                  <a:lnTo>
                    <a:pt x="15942" y="14040"/>
                  </a:lnTo>
                  <a:lnTo>
                    <a:pt x="15942" y="13919"/>
                  </a:lnTo>
                  <a:lnTo>
                    <a:pt x="16198" y="13801"/>
                  </a:lnTo>
                  <a:lnTo>
                    <a:pt x="18256" y="12722"/>
                  </a:lnTo>
                  <a:lnTo>
                    <a:pt x="19413" y="12120"/>
                  </a:lnTo>
                  <a:lnTo>
                    <a:pt x="19928" y="11760"/>
                  </a:lnTo>
                  <a:lnTo>
                    <a:pt x="20443" y="11400"/>
                  </a:lnTo>
                  <a:lnTo>
                    <a:pt x="20959" y="11400"/>
                  </a:lnTo>
                  <a:lnTo>
                    <a:pt x="21344" y="11279"/>
                  </a:lnTo>
                  <a:lnTo>
                    <a:pt x="21470" y="11040"/>
                  </a:lnTo>
                  <a:lnTo>
                    <a:pt x="21600" y="10802"/>
                  </a:lnTo>
                  <a:lnTo>
                    <a:pt x="21600" y="10560"/>
                  </a:lnTo>
                  <a:lnTo>
                    <a:pt x="21470" y="10200"/>
                  </a:lnTo>
                  <a:lnTo>
                    <a:pt x="21344" y="9961"/>
                  </a:lnTo>
                  <a:lnTo>
                    <a:pt x="20959" y="9840"/>
                  </a:lnTo>
                  <a:lnTo>
                    <a:pt x="19542" y="9601"/>
                  </a:lnTo>
                  <a:lnTo>
                    <a:pt x="18130" y="9120"/>
                  </a:lnTo>
                  <a:lnTo>
                    <a:pt x="16714" y="8760"/>
                  </a:lnTo>
                  <a:lnTo>
                    <a:pt x="15301" y="8401"/>
                  </a:lnTo>
                  <a:lnTo>
                    <a:pt x="15301" y="7442"/>
                  </a:lnTo>
                  <a:lnTo>
                    <a:pt x="15171" y="6601"/>
                  </a:lnTo>
                  <a:lnTo>
                    <a:pt x="14915" y="4802"/>
                  </a:lnTo>
                  <a:lnTo>
                    <a:pt x="14915" y="2882"/>
                  </a:lnTo>
                  <a:lnTo>
                    <a:pt x="14786" y="1802"/>
                  </a:lnTo>
                  <a:lnTo>
                    <a:pt x="14656" y="841"/>
                  </a:lnTo>
                  <a:lnTo>
                    <a:pt x="14786" y="602"/>
                  </a:lnTo>
                  <a:lnTo>
                    <a:pt x="14915" y="360"/>
                  </a:lnTo>
                  <a:lnTo>
                    <a:pt x="14786" y="121"/>
                  </a:lnTo>
                  <a:lnTo>
                    <a:pt x="14656"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A4C2F4"/>
                  </a:solidFill>
                </a:defRPr>
              </a:pPr>
            </a:p>
          </p:txBody>
        </p:sp>
      </p:grpSp>
      <p:sp>
        <p:nvSpPr>
          <p:cNvPr id="797" name="Google Shape;323;p5"/>
          <p:cNvSpPr/>
          <p:nvPr/>
        </p:nvSpPr>
        <p:spPr>
          <a:xfrm>
            <a:off x="850475" y="1031425"/>
            <a:ext cx="6037801" cy="1"/>
          </a:xfrm>
          <a:prstGeom prst="line">
            <a:avLst/>
          </a:prstGeom>
          <a:ln w="19050" cap="rnd">
            <a:solidFill>
              <a:srgbClr val="A4C2F4"/>
            </a:solidFill>
            <a:prstDash val="dash"/>
          </a:ln>
        </p:spPr>
        <p:txBody>
          <a:bodyPr lIns="0" tIns="0" rIns="0" bIns="0"/>
          <a:lstStyle/>
          <a:p>
            <a:pPr/>
          </a:p>
        </p:txBody>
      </p:sp>
      <p:sp>
        <p:nvSpPr>
          <p:cNvPr id="798" name="Slide Number"/>
          <p:cNvSpPr txBox="1"/>
          <p:nvPr>
            <p:ph type="sldNum" sz="quarter" idx="2"/>
          </p:nvPr>
        </p:nvSpPr>
        <p:spPr>
          <a:xfrm>
            <a:off x="90619" y="4722736"/>
            <a:ext cx="365066" cy="360651"/>
          </a:xfrm>
          <a:prstGeom prst="rect">
            <a:avLst/>
          </a:prstGeom>
        </p:spPr>
        <p:txBody>
          <a:bodyPr anchor="t"/>
          <a:lstStyle>
            <a:lvl1pPr algn="l"/>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_AND_TWO_COLUMNS">
    <p:spTree>
      <p:nvGrpSpPr>
        <p:cNvPr id="1" name=""/>
        <p:cNvGrpSpPr/>
        <p:nvPr/>
      </p:nvGrpSpPr>
      <p:grpSpPr>
        <a:xfrm>
          <a:off x="0" y="0"/>
          <a:ext cx="0" cy="0"/>
          <a:chOff x="0" y="0"/>
          <a:chExt cx="0" cy="0"/>
        </a:xfrm>
      </p:grpSpPr>
      <p:grpSp>
        <p:nvGrpSpPr>
          <p:cNvPr id="956" name="Google Shape;6;p1"/>
          <p:cNvGrpSpPr/>
          <p:nvPr/>
        </p:nvGrpSpPr>
        <p:grpSpPr>
          <a:xfrm>
            <a:off x="-13" y="-47"/>
            <a:ext cx="9143766" cy="5143347"/>
            <a:chOff x="-6" y="-23"/>
            <a:chExt cx="9143765" cy="5143345"/>
          </a:xfrm>
        </p:grpSpPr>
        <p:sp>
          <p:nvSpPr>
            <p:cNvPr id="805" name="Google Shape;7;p1"/>
            <p:cNvSpPr/>
            <p:nvPr/>
          </p:nvSpPr>
          <p:spPr>
            <a:xfrm>
              <a:off x="-7" y="-24"/>
              <a:ext cx="9143766" cy="5143347"/>
            </a:xfrm>
            <a:prstGeom prst="rect">
              <a:avLst/>
            </a:prstGeom>
            <a:noFill/>
            <a:ln w="9525" cap="rnd">
              <a:solidFill>
                <a:schemeClr val="accent4"/>
              </a:solidFill>
              <a:prstDash val="solid"/>
              <a:round/>
            </a:ln>
            <a:effectLst/>
          </p:spPr>
          <p:txBody>
            <a:bodyPr wrap="square" lIns="0" tIns="0" rIns="0" bIns="0" numCol="1" anchor="ctr">
              <a:noAutofit/>
            </a:bodyPr>
            <a:lstStyle/>
            <a:p>
              <a:pPr>
                <a:defRPr>
                  <a:solidFill>
                    <a:srgbClr val="000000"/>
                  </a:solidFill>
                </a:defRPr>
              </a:pPr>
            </a:p>
          </p:txBody>
        </p:sp>
        <p:sp>
          <p:nvSpPr>
            <p:cNvPr id="806" name="Google Shape;8;p1"/>
            <p:cNvSpPr/>
            <p:nvPr/>
          </p:nvSpPr>
          <p:spPr>
            <a:xfrm>
              <a:off x="-7" y="504929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07" name="Google Shape;9;p1"/>
            <p:cNvSpPr/>
            <p:nvPr/>
          </p:nvSpPr>
          <p:spPr>
            <a:xfrm>
              <a:off x="-7" y="495639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08" name="Google Shape;10;p1"/>
            <p:cNvSpPr/>
            <p:nvPr/>
          </p:nvSpPr>
          <p:spPr>
            <a:xfrm>
              <a:off x="-7" y="486237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09" name="Google Shape;11;p1"/>
            <p:cNvSpPr/>
            <p:nvPr/>
          </p:nvSpPr>
          <p:spPr>
            <a:xfrm>
              <a:off x="-7" y="4769476"/>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10" name="Google Shape;12;p1"/>
            <p:cNvSpPr/>
            <p:nvPr/>
          </p:nvSpPr>
          <p:spPr>
            <a:xfrm>
              <a:off x="-7" y="4675447"/>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11" name="Google Shape;13;p1"/>
            <p:cNvSpPr/>
            <p:nvPr/>
          </p:nvSpPr>
          <p:spPr>
            <a:xfrm>
              <a:off x="-7" y="4582554"/>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12" name="Google Shape;14;p1"/>
            <p:cNvSpPr/>
            <p:nvPr/>
          </p:nvSpPr>
          <p:spPr>
            <a:xfrm>
              <a:off x="-7" y="4488524"/>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13" name="Google Shape;15;p1"/>
            <p:cNvSpPr/>
            <p:nvPr/>
          </p:nvSpPr>
          <p:spPr>
            <a:xfrm>
              <a:off x="-7" y="4395631"/>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14" name="Google Shape;16;p1"/>
            <p:cNvSpPr/>
            <p:nvPr/>
          </p:nvSpPr>
          <p:spPr>
            <a:xfrm>
              <a:off x="-7" y="430160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15" name="Google Shape;17;p1"/>
            <p:cNvSpPr/>
            <p:nvPr/>
          </p:nvSpPr>
          <p:spPr>
            <a:xfrm>
              <a:off x="-7" y="420870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16" name="Google Shape;18;p1"/>
            <p:cNvSpPr/>
            <p:nvPr/>
          </p:nvSpPr>
          <p:spPr>
            <a:xfrm>
              <a:off x="-7" y="411467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17" name="Google Shape;19;p1"/>
            <p:cNvSpPr/>
            <p:nvPr/>
          </p:nvSpPr>
          <p:spPr>
            <a:xfrm>
              <a:off x="-7" y="4020617"/>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18" name="Google Shape;20;p1"/>
            <p:cNvSpPr/>
            <p:nvPr/>
          </p:nvSpPr>
          <p:spPr>
            <a:xfrm>
              <a:off x="-7" y="3927756"/>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19" name="Google Shape;21;p1"/>
            <p:cNvSpPr/>
            <p:nvPr/>
          </p:nvSpPr>
          <p:spPr>
            <a:xfrm>
              <a:off x="-7" y="3833694"/>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20" name="Google Shape;22;p1"/>
            <p:cNvSpPr/>
            <p:nvPr/>
          </p:nvSpPr>
          <p:spPr>
            <a:xfrm>
              <a:off x="-7" y="3740833"/>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21" name="Google Shape;23;p1"/>
            <p:cNvSpPr/>
            <p:nvPr/>
          </p:nvSpPr>
          <p:spPr>
            <a:xfrm>
              <a:off x="-7" y="3646771"/>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22" name="Google Shape;24;p1"/>
            <p:cNvSpPr/>
            <p:nvPr/>
          </p:nvSpPr>
          <p:spPr>
            <a:xfrm>
              <a:off x="-7" y="355391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23" name="Google Shape;25;p1"/>
            <p:cNvSpPr/>
            <p:nvPr/>
          </p:nvSpPr>
          <p:spPr>
            <a:xfrm>
              <a:off x="-7" y="345984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24" name="Google Shape;26;p1"/>
            <p:cNvSpPr/>
            <p:nvPr/>
          </p:nvSpPr>
          <p:spPr>
            <a:xfrm>
              <a:off x="-7" y="336698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25" name="Google Shape;27;p1"/>
            <p:cNvSpPr/>
            <p:nvPr/>
          </p:nvSpPr>
          <p:spPr>
            <a:xfrm>
              <a:off x="-7" y="3272926"/>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26" name="Google Shape;28;p1"/>
            <p:cNvSpPr/>
            <p:nvPr/>
          </p:nvSpPr>
          <p:spPr>
            <a:xfrm>
              <a:off x="-7" y="3180065"/>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27" name="Google Shape;29;p1"/>
            <p:cNvSpPr/>
            <p:nvPr/>
          </p:nvSpPr>
          <p:spPr>
            <a:xfrm>
              <a:off x="-7" y="3086003"/>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28" name="Google Shape;30;p1"/>
            <p:cNvSpPr/>
            <p:nvPr/>
          </p:nvSpPr>
          <p:spPr>
            <a:xfrm>
              <a:off x="-7" y="2991941"/>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29" name="Google Shape;31;p1"/>
            <p:cNvSpPr/>
            <p:nvPr/>
          </p:nvSpPr>
          <p:spPr>
            <a:xfrm>
              <a:off x="-7" y="289908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30" name="Google Shape;32;p1"/>
            <p:cNvSpPr/>
            <p:nvPr/>
          </p:nvSpPr>
          <p:spPr>
            <a:xfrm>
              <a:off x="-7" y="280501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31" name="Google Shape;33;p1"/>
            <p:cNvSpPr/>
            <p:nvPr/>
          </p:nvSpPr>
          <p:spPr>
            <a:xfrm>
              <a:off x="-7" y="271215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32" name="Google Shape;34;p1"/>
            <p:cNvSpPr/>
            <p:nvPr/>
          </p:nvSpPr>
          <p:spPr>
            <a:xfrm>
              <a:off x="-7" y="2618096"/>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33" name="Google Shape;35;p1"/>
            <p:cNvSpPr/>
            <p:nvPr/>
          </p:nvSpPr>
          <p:spPr>
            <a:xfrm>
              <a:off x="-7" y="2525235"/>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34" name="Google Shape;36;p1"/>
            <p:cNvSpPr/>
            <p:nvPr/>
          </p:nvSpPr>
          <p:spPr>
            <a:xfrm>
              <a:off x="-7" y="2431173"/>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35" name="Google Shape;37;p1"/>
            <p:cNvSpPr/>
            <p:nvPr/>
          </p:nvSpPr>
          <p:spPr>
            <a:xfrm>
              <a:off x="-7" y="233831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36" name="Google Shape;38;p1"/>
            <p:cNvSpPr/>
            <p:nvPr/>
          </p:nvSpPr>
          <p:spPr>
            <a:xfrm>
              <a:off x="-7" y="224425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37" name="Google Shape;39;p1"/>
            <p:cNvSpPr/>
            <p:nvPr/>
          </p:nvSpPr>
          <p:spPr>
            <a:xfrm>
              <a:off x="-7" y="215138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38" name="Google Shape;40;p1"/>
            <p:cNvSpPr/>
            <p:nvPr/>
          </p:nvSpPr>
          <p:spPr>
            <a:xfrm>
              <a:off x="-7" y="205732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39" name="Google Shape;41;p1"/>
            <p:cNvSpPr/>
            <p:nvPr/>
          </p:nvSpPr>
          <p:spPr>
            <a:xfrm>
              <a:off x="-7" y="1963266"/>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40" name="Google Shape;42;p1"/>
            <p:cNvSpPr/>
            <p:nvPr/>
          </p:nvSpPr>
          <p:spPr>
            <a:xfrm>
              <a:off x="-7" y="1870405"/>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41" name="Google Shape;43;p1"/>
            <p:cNvSpPr/>
            <p:nvPr/>
          </p:nvSpPr>
          <p:spPr>
            <a:xfrm>
              <a:off x="-7" y="1776343"/>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42" name="Google Shape;44;p1"/>
            <p:cNvSpPr/>
            <p:nvPr/>
          </p:nvSpPr>
          <p:spPr>
            <a:xfrm>
              <a:off x="-7" y="168348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43" name="Google Shape;45;p1"/>
            <p:cNvSpPr/>
            <p:nvPr/>
          </p:nvSpPr>
          <p:spPr>
            <a:xfrm>
              <a:off x="-7" y="158942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44" name="Google Shape;46;p1"/>
            <p:cNvSpPr/>
            <p:nvPr/>
          </p:nvSpPr>
          <p:spPr>
            <a:xfrm>
              <a:off x="-7" y="149655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45" name="Google Shape;47;p1"/>
            <p:cNvSpPr/>
            <p:nvPr/>
          </p:nvSpPr>
          <p:spPr>
            <a:xfrm>
              <a:off x="-7" y="140249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46" name="Google Shape;48;p1"/>
            <p:cNvSpPr/>
            <p:nvPr/>
          </p:nvSpPr>
          <p:spPr>
            <a:xfrm>
              <a:off x="-7" y="1309637"/>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47" name="Google Shape;49;p1"/>
            <p:cNvSpPr/>
            <p:nvPr/>
          </p:nvSpPr>
          <p:spPr>
            <a:xfrm>
              <a:off x="-7" y="1215575"/>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48" name="Google Shape;50;p1"/>
            <p:cNvSpPr/>
            <p:nvPr/>
          </p:nvSpPr>
          <p:spPr>
            <a:xfrm>
              <a:off x="-7" y="1122714"/>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49" name="Google Shape;51;p1"/>
            <p:cNvSpPr/>
            <p:nvPr/>
          </p:nvSpPr>
          <p:spPr>
            <a:xfrm>
              <a:off x="-7" y="102865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50" name="Google Shape;52;p1"/>
            <p:cNvSpPr/>
            <p:nvPr/>
          </p:nvSpPr>
          <p:spPr>
            <a:xfrm>
              <a:off x="-7" y="93459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51" name="Google Shape;53;p1"/>
            <p:cNvSpPr/>
            <p:nvPr/>
          </p:nvSpPr>
          <p:spPr>
            <a:xfrm>
              <a:off x="-7" y="84172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52" name="Google Shape;54;p1"/>
            <p:cNvSpPr/>
            <p:nvPr/>
          </p:nvSpPr>
          <p:spPr>
            <a:xfrm>
              <a:off x="-7" y="74766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53" name="Google Shape;55;p1"/>
            <p:cNvSpPr/>
            <p:nvPr/>
          </p:nvSpPr>
          <p:spPr>
            <a:xfrm>
              <a:off x="-7" y="654807"/>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54" name="Google Shape;56;p1"/>
            <p:cNvSpPr/>
            <p:nvPr/>
          </p:nvSpPr>
          <p:spPr>
            <a:xfrm>
              <a:off x="-7" y="560745"/>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55" name="Google Shape;57;p1"/>
            <p:cNvSpPr/>
            <p:nvPr/>
          </p:nvSpPr>
          <p:spPr>
            <a:xfrm>
              <a:off x="-7" y="467884"/>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56" name="Google Shape;58;p1"/>
            <p:cNvSpPr/>
            <p:nvPr/>
          </p:nvSpPr>
          <p:spPr>
            <a:xfrm>
              <a:off x="-7" y="37382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57" name="Google Shape;59;p1"/>
            <p:cNvSpPr/>
            <p:nvPr/>
          </p:nvSpPr>
          <p:spPr>
            <a:xfrm>
              <a:off x="-7" y="280961"/>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58" name="Google Shape;60;p1"/>
            <p:cNvSpPr/>
            <p:nvPr/>
          </p:nvSpPr>
          <p:spPr>
            <a:xfrm>
              <a:off x="-7" y="18689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59" name="Google Shape;61;p1"/>
            <p:cNvSpPr/>
            <p:nvPr/>
          </p:nvSpPr>
          <p:spPr>
            <a:xfrm>
              <a:off x="-7" y="9403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60" name="Google Shape;62;p1"/>
            <p:cNvSpPr/>
            <p:nvPr/>
          </p:nvSpPr>
          <p:spPr>
            <a:xfrm flipH="1">
              <a:off x="904972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61" name="Google Shape;63;p1"/>
            <p:cNvSpPr/>
            <p:nvPr/>
          </p:nvSpPr>
          <p:spPr>
            <a:xfrm flipH="1">
              <a:off x="895566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62" name="Google Shape;64;p1"/>
            <p:cNvSpPr/>
            <p:nvPr/>
          </p:nvSpPr>
          <p:spPr>
            <a:xfrm flipH="1">
              <a:off x="886040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63" name="Google Shape;65;p1"/>
            <p:cNvSpPr/>
            <p:nvPr/>
          </p:nvSpPr>
          <p:spPr>
            <a:xfrm flipH="1">
              <a:off x="876634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64" name="Google Shape;66;p1"/>
            <p:cNvSpPr/>
            <p:nvPr/>
          </p:nvSpPr>
          <p:spPr>
            <a:xfrm flipH="1">
              <a:off x="867228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65" name="Google Shape;67;p1"/>
            <p:cNvSpPr/>
            <p:nvPr/>
          </p:nvSpPr>
          <p:spPr>
            <a:xfrm flipH="1">
              <a:off x="857825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66" name="Google Shape;68;p1"/>
            <p:cNvSpPr/>
            <p:nvPr/>
          </p:nvSpPr>
          <p:spPr>
            <a:xfrm flipH="1">
              <a:off x="848418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67" name="Google Shape;69;p1"/>
            <p:cNvSpPr/>
            <p:nvPr/>
          </p:nvSpPr>
          <p:spPr>
            <a:xfrm flipH="1">
              <a:off x="839012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68" name="Google Shape;70;p1"/>
            <p:cNvSpPr/>
            <p:nvPr/>
          </p:nvSpPr>
          <p:spPr>
            <a:xfrm flipH="1">
              <a:off x="829486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69" name="Google Shape;71;p1"/>
            <p:cNvSpPr/>
            <p:nvPr/>
          </p:nvSpPr>
          <p:spPr>
            <a:xfrm flipH="1">
              <a:off x="820083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70" name="Google Shape;72;p1"/>
            <p:cNvSpPr/>
            <p:nvPr/>
          </p:nvSpPr>
          <p:spPr>
            <a:xfrm flipH="1">
              <a:off x="810677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71" name="Google Shape;73;p1"/>
            <p:cNvSpPr/>
            <p:nvPr/>
          </p:nvSpPr>
          <p:spPr>
            <a:xfrm flipH="1">
              <a:off x="801271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72" name="Google Shape;74;p1"/>
            <p:cNvSpPr/>
            <p:nvPr/>
          </p:nvSpPr>
          <p:spPr>
            <a:xfrm flipH="1">
              <a:off x="791865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73" name="Google Shape;75;p1"/>
            <p:cNvSpPr/>
            <p:nvPr/>
          </p:nvSpPr>
          <p:spPr>
            <a:xfrm flipH="1">
              <a:off x="782458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74" name="Google Shape;76;p1"/>
            <p:cNvSpPr/>
            <p:nvPr/>
          </p:nvSpPr>
          <p:spPr>
            <a:xfrm flipH="1">
              <a:off x="772935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75" name="Google Shape;77;p1"/>
            <p:cNvSpPr/>
            <p:nvPr/>
          </p:nvSpPr>
          <p:spPr>
            <a:xfrm flipH="1">
              <a:off x="763529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76" name="Google Shape;78;p1"/>
            <p:cNvSpPr/>
            <p:nvPr/>
          </p:nvSpPr>
          <p:spPr>
            <a:xfrm flipH="1">
              <a:off x="754123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77" name="Google Shape;79;p1"/>
            <p:cNvSpPr/>
            <p:nvPr/>
          </p:nvSpPr>
          <p:spPr>
            <a:xfrm flipH="1">
              <a:off x="744717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78" name="Google Shape;80;p1"/>
            <p:cNvSpPr/>
            <p:nvPr/>
          </p:nvSpPr>
          <p:spPr>
            <a:xfrm flipH="1">
              <a:off x="735311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79" name="Google Shape;81;p1"/>
            <p:cNvSpPr/>
            <p:nvPr/>
          </p:nvSpPr>
          <p:spPr>
            <a:xfrm flipH="1">
              <a:off x="725788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80" name="Google Shape;82;p1"/>
            <p:cNvSpPr/>
            <p:nvPr/>
          </p:nvSpPr>
          <p:spPr>
            <a:xfrm flipH="1">
              <a:off x="716381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81" name="Google Shape;83;p1"/>
            <p:cNvSpPr/>
            <p:nvPr/>
          </p:nvSpPr>
          <p:spPr>
            <a:xfrm flipH="1">
              <a:off x="706975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82" name="Google Shape;84;p1"/>
            <p:cNvSpPr/>
            <p:nvPr/>
          </p:nvSpPr>
          <p:spPr>
            <a:xfrm flipH="1">
              <a:off x="697569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83" name="Google Shape;85;p1"/>
            <p:cNvSpPr/>
            <p:nvPr/>
          </p:nvSpPr>
          <p:spPr>
            <a:xfrm flipH="1">
              <a:off x="688163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84" name="Google Shape;86;p1"/>
            <p:cNvSpPr/>
            <p:nvPr/>
          </p:nvSpPr>
          <p:spPr>
            <a:xfrm flipH="1">
              <a:off x="678757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85" name="Google Shape;87;p1"/>
            <p:cNvSpPr/>
            <p:nvPr/>
          </p:nvSpPr>
          <p:spPr>
            <a:xfrm flipH="1">
              <a:off x="669234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86" name="Google Shape;88;p1"/>
            <p:cNvSpPr/>
            <p:nvPr/>
          </p:nvSpPr>
          <p:spPr>
            <a:xfrm flipH="1">
              <a:off x="659827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87" name="Google Shape;89;p1"/>
            <p:cNvSpPr/>
            <p:nvPr/>
          </p:nvSpPr>
          <p:spPr>
            <a:xfrm flipH="1">
              <a:off x="650421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88" name="Google Shape;90;p1"/>
            <p:cNvSpPr/>
            <p:nvPr/>
          </p:nvSpPr>
          <p:spPr>
            <a:xfrm flipH="1">
              <a:off x="641015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89" name="Google Shape;91;p1"/>
            <p:cNvSpPr/>
            <p:nvPr/>
          </p:nvSpPr>
          <p:spPr>
            <a:xfrm flipH="1">
              <a:off x="631609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90" name="Google Shape;92;p1"/>
            <p:cNvSpPr/>
            <p:nvPr/>
          </p:nvSpPr>
          <p:spPr>
            <a:xfrm flipH="1">
              <a:off x="622206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91" name="Google Shape;93;p1"/>
            <p:cNvSpPr/>
            <p:nvPr/>
          </p:nvSpPr>
          <p:spPr>
            <a:xfrm flipH="1">
              <a:off x="612680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92" name="Google Shape;94;p1"/>
            <p:cNvSpPr/>
            <p:nvPr/>
          </p:nvSpPr>
          <p:spPr>
            <a:xfrm flipH="1">
              <a:off x="603273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93" name="Google Shape;95;p1"/>
            <p:cNvSpPr/>
            <p:nvPr/>
          </p:nvSpPr>
          <p:spPr>
            <a:xfrm flipH="1">
              <a:off x="593867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94" name="Google Shape;96;p1"/>
            <p:cNvSpPr/>
            <p:nvPr/>
          </p:nvSpPr>
          <p:spPr>
            <a:xfrm flipH="1">
              <a:off x="584464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95" name="Google Shape;97;p1"/>
            <p:cNvSpPr/>
            <p:nvPr/>
          </p:nvSpPr>
          <p:spPr>
            <a:xfrm flipH="1">
              <a:off x="575058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96" name="Google Shape;98;p1"/>
            <p:cNvSpPr/>
            <p:nvPr/>
          </p:nvSpPr>
          <p:spPr>
            <a:xfrm flipH="1">
              <a:off x="565652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97" name="Google Shape;99;p1"/>
            <p:cNvSpPr/>
            <p:nvPr/>
          </p:nvSpPr>
          <p:spPr>
            <a:xfrm flipH="1">
              <a:off x="556126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98" name="Google Shape;100;p1"/>
            <p:cNvSpPr/>
            <p:nvPr/>
          </p:nvSpPr>
          <p:spPr>
            <a:xfrm flipH="1">
              <a:off x="546720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99" name="Google Shape;101;p1"/>
            <p:cNvSpPr/>
            <p:nvPr/>
          </p:nvSpPr>
          <p:spPr>
            <a:xfrm flipH="1">
              <a:off x="537317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00" name="Google Shape;102;p1"/>
            <p:cNvSpPr/>
            <p:nvPr/>
          </p:nvSpPr>
          <p:spPr>
            <a:xfrm flipH="1">
              <a:off x="527910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01" name="Google Shape;103;p1"/>
            <p:cNvSpPr/>
            <p:nvPr/>
          </p:nvSpPr>
          <p:spPr>
            <a:xfrm flipH="1">
              <a:off x="518504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02" name="Google Shape;104;p1"/>
            <p:cNvSpPr/>
            <p:nvPr/>
          </p:nvSpPr>
          <p:spPr>
            <a:xfrm flipH="1">
              <a:off x="508978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03" name="Google Shape;105;p1"/>
            <p:cNvSpPr/>
            <p:nvPr/>
          </p:nvSpPr>
          <p:spPr>
            <a:xfrm flipH="1">
              <a:off x="499575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04" name="Google Shape;106;p1"/>
            <p:cNvSpPr/>
            <p:nvPr/>
          </p:nvSpPr>
          <p:spPr>
            <a:xfrm flipH="1">
              <a:off x="490169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05" name="Google Shape;107;p1"/>
            <p:cNvSpPr/>
            <p:nvPr/>
          </p:nvSpPr>
          <p:spPr>
            <a:xfrm flipH="1">
              <a:off x="480763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06" name="Google Shape;108;p1"/>
            <p:cNvSpPr/>
            <p:nvPr/>
          </p:nvSpPr>
          <p:spPr>
            <a:xfrm flipH="1">
              <a:off x="471356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07" name="Google Shape;109;p1"/>
            <p:cNvSpPr/>
            <p:nvPr/>
          </p:nvSpPr>
          <p:spPr>
            <a:xfrm flipH="1">
              <a:off x="461950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08" name="Google Shape;110;p1"/>
            <p:cNvSpPr/>
            <p:nvPr/>
          </p:nvSpPr>
          <p:spPr>
            <a:xfrm flipH="1">
              <a:off x="452427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09" name="Google Shape;111;p1"/>
            <p:cNvSpPr/>
            <p:nvPr/>
          </p:nvSpPr>
          <p:spPr>
            <a:xfrm flipH="1">
              <a:off x="443021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10" name="Google Shape;112;p1"/>
            <p:cNvSpPr/>
            <p:nvPr/>
          </p:nvSpPr>
          <p:spPr>
            <a:xfrm flipH="1">
              <a:off x="433615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11" name="Google Shape;113;p1"/>
            <p:cNvSpPr/>
            <p:nvPr/>
          </p:nvSpPr>
          <p:spPr>
            <a:xfrm flipH="1">
              <a:off x="424209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12" name="Google Shape;114;p1"/>
            <p:cNvSpPr/>
            <p:nvPr/>
          </p:nvSpPr>
          <p:spPr>
            <a:xfrm flipH="1">
              <a:off x="414802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13" name="Google Shape;115;p1"/>
            <p:cNvSpPr/>
            <p:nvPr/>
          </p:nvSpPr>
          <p:spPr>
            <a:xfrm flipH="1">
              <a:off x="405396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14" name="Google Shape;116;p1"/>
            <p:cNvSpPr/>
            <p:nvPr/>
          </p:nvSpPr>
          <p:spPr>
            <a:xfrm flipH="1">
              <a:off x="395873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15" name="Google Shape;117;p1"/>
            <p:cNvSpPr/>
            <p:nvPr/>
          </p:nvSpPr>
          <p:spPr>
            <a:xfrm flipH="1">
              <a:off x="386467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16" name="Google Shape;118;p1"/>
            <p:cNvSpPr/>
            <p:nvPr/>
          </p:nvSpPr>
          <p:spPr>
            <a:xfrm flipH="1">
              <a:off x="377061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17" name="Google Shape;119;p1"/>
            <p:cNvSpPr/>
            <p:nvPr/>
          </p:nvSpPr>
          <p:spPr>
            <a:xfrm flipH="1">
              <a:off x="367655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18" name="Google Shape;120;p1"/>
            <p:cNvSpPr/>
            <p:nvPr/>
          </p:nvSpPr>
          <p:spPr>
            <a:xfrm flipH="1">
              <a:off x="358249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19" name="Google Shape;121;p1"/>
            <p:cNvSpPr/>
            <p:nvPr/>
          </p:nvSpPr>
          <p:spPr>
            <a:xfrm flipH="1">
              <a:off x="348726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20" name="Google Shape;122;p1"/>
            <p:cNvSpPr/>
            <p:nvPr/>
          </p:nvSpPr>
          <p:spPr>
            <a:xfrm flipH="1">
              <a:off x="339319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21" name="Google Shape;123;p1"/>
            <p:cNvSpPr/>
            <p:nvPr/>
          </p:nvSpPr>
          <p:spPr>
            <a:xfrm flipH="1">
              <a:off x="329913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22" name="Google Shape;124;p1"/>
            <p:cNvSpPr/>
            <p:nvPr/>
          </p:nvSpPr>
          <p:spPr>
            <a:xfrm flipH="1">
              <a:off x="320507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23" name="Google Shape;125;p1"/>
            <p:cNvSpPr/>
            <p:nvPr/>
          </p:nvSpPr>
          <p:spPr>
            <a:xfrm flipH="1">
              <a:off x="311104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24" name="Google Shape;126;p1"/>
            <p:cNvSpPr/>
            <p:nvPr/>
          </p:nvSpPr>
          <p:spPr>
            <a:xfrm flipH="1">
              <a:off x="301698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25" name="Google Shape;127;p1"/>
            <p:cNvSpPr/>
            <p:nvPr/>
          </p:nvSpPr>
          <p:spPr>
            <a:xfrm flipH="1">
              <a:off x="292172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26" name="Google Shape;128;p1"/>
            <p:cNvSpPr/>
            <p:nvPr/>
          </p:nvSpPr>
          <p:spPr>
            <a:xfrm flipH="1">
              <a:off x="282765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27" name="Google Shape;129;p1"/>
            <p:cNvSpPr/>
            <p:nvPr/>
          </p:nvSpPr>
          <p:spPr>
            <a:xfrm flipH="1">
              <a:off x="273359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28" name="Google Shape;130;p1"/>
            <p:cNvSpPr/>
            <p:nvPr/>
          </p:nvSpPr>
          <p:spPr>
            <a:xfrm flipH="1">
              <a:off x="263956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29" name="Google Shape;131;p1"/>
            <p:cNvSpPr/>
            <p:nvPr/>
          </p:nvSpPr>
          <p:spPr>
            <a:xfrm flipH="1">
              <a:off x="254550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30" name="Google Shape;132;p1"/>
            <p:cNvSpPr/>
            <p:nvPr/>
          </p:nvSpPr>
          <p:spPr>
            <a:xfrm flipH="1">
              <a:off x="245144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31" name="Google Shape;133;p1"/>
            <p:cNvSpPr/>
            <p:nvPr/>
          </p:nvSpPr>
          <p:spPr>
            <a:xfrm flipH="1">
              <a:off x="235618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32" name="Google Shape;134;p1"/>
            <p:cNvSpPr/>
            <p:nvPr/>
          </p:nvSpPr>
          <p:spPr>
            <a:xfrm flipH="1">
              <a:off x="226211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33" name="Google Shape;135;p1"/>
            <p:cNvSpPr/>
            <p:nvPr/>
          </p:nvSpPr>
          <p:spPr>
            <a:xfrm flipH="1">
              <a:off x="216808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34" name="Google Shape;136;p1"/>
            <p:cNvSpPr/>
            <p:nvPr/>
          </p:nvSpPr>
          <p:spPr>
            <a:xfrm flipH="1">
              <a:off x="207402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35" name="Google Shape;137;p1"/>
            <p:cNvSpPr/>
            <p:nvPr/>
          </p:nvSpPr>
          <p:spPr>
            <a:xfrm flipH="1">
              <a:off x="197996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36" name="Google Shape;138;p1"/>
            <p:cNvSpPr/>
            <p:nvPr/>
          </p:nvSpPr>
          <p:spPr>
            <a:xfrm flipH="1">
              <a:off x="188590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37" name="Google Shape;139;p1"/>
            <p:cNvSpPr/>
            <p:nvPr/>
          </p:nvSpPr>
          <p:spPr>
            <a:xfrm flipH="1">
              <a:off x="179067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38" name="Google Shape;140;p1"/>
            <p:cNvSpPr/>
            <p:nvPr/>
          </p:nvSpPr>
          <p:spPr>
            <a:xfrm flipH="1">
              <a:off x="169661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39" name="Google Shape;141;p1"/>
            <p:cNvSpPr/>
            <p:nvPr/>
          </p:nvSpPr>
          <p:spPr>
            <a:xfrm flipH="1">
              <a:off x="160255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40" name="Google Shape;142;p1"/>
            <p:cNvSpPr/>
            <p:nvPr/>
          </p:nvSpPr>
          <p:spPr>
            <a:xfrm flipH="1">
              <a:off x="150848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41" name="Google Shape;143;p1"/>
            <p:cNvSpPr/>
            <p:nvPr/>
          </p:nvSpPr>
          <p:spPr>
            <a:xfrm flipH="1">
              <a:off x="141442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42" name="Google Shape;144;p1"/>
            <p:cNvSpPr/>
            <p:nvPr/>
          </p:nvSpPr>
          <p:spPr>
            <a:xfrm flipH="1">
              <a:off x="131919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43" name="Google Shape;145;p1"/>
            <p:cNvSpPr/>
            <p:nvPr/>
          </p:nvSpPr>
          <p:spPr>
            <a:xfrm flipH="1">
              <a:off x="122513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44" name="Google Shape;146;p1"/>
            <p:cNvSpPr/>
            <p:nvPr/>
          </p:nvSpPr>
          <p:spPr>
            <a:xfrm flipH="1">
              <a:off x="113107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45" name="Google Shape;147;p1"/>
            <p:cNvSpPr/>
            <p:nvPr/>
          </p:nvSpPr>
          <p:spPr>
            <a:xfrm flipH="1">
              <a:off x="103701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46" name="Google Shape;148;p1"/>
            <p:cNvSpPr/>
            <p:nvPr/>
          </p:nvSpPr>
          <p:spPr>
            <a:xfrm flipH="1">
              <a:off x="94294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47" name="Google Shape;149;p1"/>
            <p:cNvSpPr/>
            <p:nvPr/>
          </p:nvSpPr>
          <p:spPr>
            <a:xfrm flipH="1">
              <a:off x="84888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48" name="Google Shape;150;p1"/>
            <p:cNvSpPr/>
            <p:nvPr/>
          </p:nvSpPr>
          <p:spPr>
            <a:xfrm flipH="1">
              <a:off x="75365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49" name="Google Shape;151;p1"/>
            <p:cNvSpPr/>
            <p:nvPr/>
          </p:nvSpPr>
          <p:spPr>
            <a:xfrm flipH="1">
              <a:off x="65959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50" name="Google Shape;152;p1"/>
            <p:cNvSpPr/>
            <p:nvPr/>
          </p:nvSpPr>
          <p:spPr>
            <a:xfrm flipH="1">
              <a:off x="56553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51" name="Google Shape;153;p1"/>
            <p:cNvSpPr/>
            <p:nvPr/>
          </p:nvSpPr>
          <p:spPr>
            <a:xfrm flipH="1">
              <a:off x="47147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52" name="Google Shape;154;p1"/>
            <p:cNvSpPr/>
            <p:nvPr/>
          </p:nvSpPr>
          <p:spPr>
            <a:xfrm flipH="1">
              <a:off x="37740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53" name="Google Shape;155;p1"/>
            <p:cNvSpPr/>
            <p:nvPr/>
          </p:nvSpPr>
          <p:spPr>
            <a:xfrm flipH="1">
              <a:off x="28338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54" name="Google Shape;156;p1"/>
            <p:cNvSpPr/>
            <p:nvPr/>
          </p:nvSpPr>
          <p:spPr>
            <a:xfrm flipH="1">
              <a:off x="18811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55" name="Google Shape;157;p1"/>
            <p:cNvSpPr/>
            <p:nvPr/>
          </p:nvSpPr>
          <p:spPr>
            <a:xfrm flipH="1">
              <a:off x="9405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grpSp>
      <p:sp>
        <p:nvSpPr>
          <p:cNvPr id="957" name="Title Text"/>
          <p:cNvSpPr txBox="1"/>
          <p:nvPr>
            <p:ph type="title"/>
          </p:nvPr>
        </p:nvSpPr>
        <p:spPr>
          <a:xfrm>
            <a:off x="747924" y="225025"/>
            <a:ext cx="6140401" cy="857400"/>
          </a:xfrm>
          <a:prstGeom prst="rect">
            <a:avLst/>
          </a:prstGeom>
        </p:spPr>
        <p:txBody>
          <a:bodyPr>
            <a:normAutofit fontScale="100000" lnSpcReduction="0"/>
          </a:bodyPr>
          <a:lstStyle/>
          <a:p>
            <a:pPr/>
            <a:r>
              <a:t>Title Text</a:t>
            </a:r>
          </a:p>
        </p:txBody>
      </p:sp>
      <p:sp>
        <p:nvSpPr>
          <p:cNvPr id="958" name="Body Level One…"/>
          <p:cNvSpPr txBox="1"/>
          <p:nvPr>
            <p:ph type="body" sz="half" idx="1"/>
          </p:nvPr>
        </p:nvSpPr>
        <p:spPr>
          <a:xfrm>
            <a:off x="747924" y="1363153"/>
            <a:ext cx="3159001" cy="3610801"/>
          </a:xfrm>
          <a:prstGeom prst="rect">
            <a:avLst/>
          </a:prstGeom>
        </p:spPr>
        <p:txBody>
          <a:bodyPr>
            <a:normAutofit fontScale="100000" lnSpcReduction="0"/>
          </a:bodyPr>
          <a:lstStyle>
            <a:lvl1pPr indent="-368300">
              <a:buSzPts val="2200"/>
              <a:defRPr sz="2200"/>
            </a:lvl1pPr>
            <a:lvl2pPr marL="914400" indent="-368300">
              <a:buSzPts val="2200"/>
              <a:defRPr sz="2200"/>
            </a:lvl2pPr>
            <a:lvl3pPr marL="1371600" indent="-368300">
              <a:buSzPts val="2200"/>
              <a:defRPr sz="2200"/>
            </a:lvl3pPr>
            <a:lvl4pPr marL="1828800" indent="-368300">
              <a:buSzPts val="2200"/>
              <a:defRPr sz="2200"/>
            </a:lvl4pPr>
            <a:lvl5pPr marL="2286000" indent="-368300">
              <a:buSzPts val="2200"/>
              <a:defRPr sz="2200"/>
            </a:lvl5pPr>
          </a:lstStyle>
          <a:p>
            <a:pPr/>
            <a:r>
              <a:t>Body Level One</a:t>
            </a:r>
          </a:p>
          <a:p>
            <a:pPr lvl="1"/>
            <a:r>
              <a:t>Body Level Two</a:t>
            </a:r>
          </a:p>
          <a:p>
            <a:pPr lvl="2"/>
            <a:r>
              <a:t>Body Level Three</a:t>
            </a:r>
          </a:p>
          <a:p>
            <a:pPr lvl="3"/>
            <a:r>
              <a:t>Body Level Four</a:t>
            </a:r>
          </a:p>
          <a:p>
            <a:pPr lvl="4"/>
            <a:r>
              <a:t>Body Level Five</a:t>
            </a:r>
          </a:p>
        </p:txBody>
      </p:sp>
      <p:sp>
        <p:nvSpPr>
          <p:cNvPr id="959" name="Google Shape;328;p6"/>
          <p:cNvSpPr txBox="1"/>
          <p:nvPr>
            <p:ph type="body" sz="half" idx="21"/>
          </p:nvPr>
        </p:nvSpPr>
        <p:spPr>
          <a:xfrm>
            <a:off x="4097097" y="1363152"/>
            <a:ext cx="3159001" cy="3610802"/>
          </a:xfrm>
          <a:prstGeom prst="rect">
            <a:avLst/>
          </a:prstGeom>
        </p:spPr>
        <p:txBody>
          <a:bodyPr>
            <a:normAutofit fontScale="100000" lnSpcReduction="0"/>
          </a:bodyPr>
          <a:lstStyle/>
          <a:p>
            <a:pPr indent="-368300">
              <a:buSzPts val="2200"/>
              <a:defRPr sz="2200"/>
            </a:pPr>
          </a:p>
        </p:txBody>
      </p:sp>
      <p:grpSp>
        <p:nvGrpSpPr>
          <p:cNvPr id="989" name="Google Shape;329;p6"/>
          <p:cNvGrpSpPr/>
          <p:nvPr/>
        </p:nvGrpSpPr>
        <p:grpSpPr>
          <a:xfrm>
            <a:off x="7442902" y="-91154"/>
            <a:ext cx="1796290" cy="5330574"/>
            <a:chOff x="0" y="0"/>
            <a:chExt cx="1796288" cy="5330573"/>
          </a:xfrm>
        </p:grpSpPr>
        <p:sp>
          <p:nvSpPr>
            <p:cNvPr id="960" name="Google Shape;330;p6"/>
            <p:cNvSpPr/>
            <p:nvPr/>
          </p:nvSpPr>
          <p:spPr>
            <a:xfrm>
              <a:off x="459702" y="0"/>
              <a:ext cx="525172" cy="6513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721" y="4505"/>
                  </a:moveTo>
                  <a:lnTo>
                    <a:pt x="12871" y="4545"/>
                  </a:lnTo>
                  <a:lnTo>
                    <a:pt x="12970" y="4586"/>
                  </a:lnTo>
                  <a:lnTo>
                    <a:pt x="13119" y="4746"/>
                  </a:lnTo>
                  <a:lnTo>
                    <a:pt x="13219" y="4988"/>
                  </a:lnTo>
                  <a:lnTo>
                    <a:pt x="13219" y="5310"/>
                  </a:lnTo>
                  <a:lnTo>
                    <a:pt x="13170" y="5350"/>
                  </a:lnTo>
                  <a:lnTo>
                    <a:pt x="13020" y="5430"/>
                  </a:lnTo>
                  <a:lnTo>
                    <a:pt x="12770" y="5430"/>
                  </a:lnTo>
                  <a:lnTo>
                    <a:pt x="12721" y="5390"/>
                  </a:lnTo>
                  <a:lnTo>
                    <a:pt x="12620" y="5310"/>
                  </a:lnTo>
                  <a:lnTo>
                    <a:pt x="12521" y="5148"/>
                  </a:lnTo>
                  <a:lnTo>
                    <a:pt x="12471" y="4988"/>
                  </a:lnTo>
                  <a:lnTo>
                    <a:pt x="12471" y="4746"/>
                  </a:lnTo>
                  <a:lnTo>
                    <a:pt x="12571" y="4505"/>
                  </a:lnTo>
                  <a:close/>
                  <a:moveTo>
                    <a:pt x="12721" y="4063"/>
                  </a:moveTo>
                  <a:lnTo>
                    <a:pt x="12571" y="4103"/>
                  </a:lnTo>
                  <a:lnTo>
                    <a:pt x="12422" y="4143"/>
                  </a:lnTo>
                  <a:lnTo>
                    <a:pt x="12272" y="4224"/>
                  </a:lnTo>
                  <a:lnTo>
                    <a:pt x="12222" y="4304"/>
                  </a:lnTo>
                  <a:lnTo>
                    <a:pt x="12121" y="4384"/>
                  </a:lnTo>
                  <a:lnTo>
                    <a:pt x="12022" y="4625"/>
                  </a:lnTo>
                  <a:lnTo>
                    <a:pt x="11972" y="4907"/>
                  </a:lnTo>
                  <a:lnTo>
                    <a:pt x="11972" y="5109"/>
                  </a:lnTo>
                  <a:lnTo>
                    <a:pt x="12022" y="5269"/>
                  </a:lnTo>
                  <a:lnTo>
                    <a:pt x="12072" y="5430"/>
                  </a:lnTo>
                  <a:lnTo>
                    <a:pt x="12222" y="5591"/>
                  </a:lnTo>
                  <a:lnTo>
                    <a:pt x="12371" y="5712"/>
                  </a:lnTo>
                  <a:lnTo>
                    <a:pt x="12571" y="5792"/>
                  </a:lnTo>
                  <a:lnTo>
                    <a:pt x="12770" y="5872"/>
                  </a:lnTo>
                  <a:lnTo>
                    <a:pt x="12970" y="5872"/>
                  </a:lnTo>
                  <a:lnTo>
                    <a:pt x="13219" y="5833"/>
                  </a:lnTo>
                  <a:lnTo>
                    <a:pt x="13419" y="5751"/>
                  </a:lnTo>
                  <a:lnTo>
                    <a:pt x="13618" y="5631"/>
                  </a:lnTo>
                  <a:lnTo>
                    <a:pt x="13718" y="5471"/>
                  </a:lnTo>
                  <a:lnTo>
                    <a:pt x="13768" y="5269"/>
                  </a:lnTo>
                  <a:lnTo>
                    <a:pt x="13768" y="5109"/>
                  </a:lnTo>
                  <a:lnTo>
                    <a:pt x="13718" y="4907"/>
                  </a:lnTo>
                  <a:lnTo>
                    <a:pt x="13669" y="4706"/>
                  </a:lnTo>
                  <a:lnTo>
                    <a:pt x="13568" y="4545"/>
                  </a:lnTo>
                  <a:lnTo>
                    <a:pt x="13469" y="4384"/>
                  </a:lnTo>
                  <a:lnTo>
                    <a:pt x="13319" y="4263"/>
                  </a:lnTo>
                  <a:lnTo>
                    <a:pt x="13119" y="4143"/>
                  </a:lnTo>
                  <a:lnTo>
                    <a:pt x="12919" y="4103"/>
                  </a:lnTo>
                  <a:lnTo>
                    <a:pt x="12721" y="4063"/>
                  </a:lnTo>
                  <a:close/>
                  <a:moveTo>
                    <a:pt x="15314" y="7321"/>
                  </a:moveTo>
                  <a:lnTo>
                    <a:pt x="15314" y="7441"/>
                  </a:lnTo>
                  <a:lnTo>
                    <a:pt x="15264" y="7521"/>
                  </a:lnTo>
                  <a:lnTo>
                    <a:pt x="15165" y="7602"/>
                  </a:lnTo>
                  <a:lnTo>
                    <a:pt x="15015" y="7682"/>
                  </a:lnTo>
                  <a:lnTo>
                    <a:pt x="14666" y="7803"/>
                  </a:lnTo>
                  <a:lnTo>
                    <a:pt x="14417" y="7884"/>
                  </a:lnTo>
                  <a:lnTo>
                    <a:pt x="13319" y="8286"/>
                  </a:lnTo>
                  <a:lnTo>
                    <a:pt x="13219" y="7964"/>
                  </a:lnTo>
                  <a:lnTo>
                    <a:pt x="14467" y="7482"/>
                  </a:lnTo>
                  <a:lnTo>
                    <a:pt x="15065" y="7321"/>
                  </a:lnTo>
                  <a:close/>
                  <a:moveTo>
                    <a:pt x="15114" y="6879"/>
                  </a:moveTo>
                  <a:lnTo>
                    <a:pt x="14766" y="6959"/>
                  </a:lnTo>
                  <a:lnTo>
                    <a:pt x="13669" y="7280"/>
                  </a:lnTo>
                  <a:lnTo>
                    <a:pt x="13119" y="7482"/>
                  </a:lnTo>
                  <a:lnTo>
                    <a:pt x="12620" y="7682"/>
                  </a:lnTo>
                  <a:lnTo>
                    <a:pt x="12521" y="7764"/>
                  </a:lnTo>
                  <a:lnTo>
                    <a:pt x="12521" y="7964"/>
                  </a:lnTo>
                  <a:lnTo>
                    <a:pt x="12671" y="8044"/>
                  </a:lnTo>
                  <a:lnTo>
                    <a:pt x="12871" y="8044"/>
                  </a:lnTo>
                  <a:lnTo>
                    <a:pt x="12871" y="8326"/>
                  </a:lnTo>
                  <a:lnTo>
                    <a:pt x="12970" y="8567"/>
                  </a:lnTo>
                  <a:lnTo>
                    <a:pt x="13020" y="8649"/>
                  </a:lnTo>
                  <a:lnTo>
                    <a:pt x="13119" y="8688"/>
                  </a:lnTo>
                  <a:lnTo>
                    <a:pt x="13269" y="8688"/>
                  </a:lnTo>
                  <a:lnTo>
                    <a:pt x="14267" y="8367"/>
                  </a:lnTo>
                  <a:lnTo>
                    <a:pt x="14766" y="8206"/>
                  </a:lnTo>
                  <a:lnTo>
                    <a:pt x="15264" y="8044"/>
                  </a:lnTo>
                  <a:lnTo>
                    <a:pt x="15514" y="7884"/>
                  </a:lnTo>
                  <a:lnTo>
                    <a:pt x="15714" y="7682"/>
                  </a:lnTo>
                  <a:lnTo>
                    <a:pt x="15813" y="7562"/>
                  </a:lnTo>
                  <a:lnTo>
                    <a:pt x="15813" y="7321"/>
                  </a:lnTo>
                  <a:lnTo>
                    <a:pt x="15763" y="7200"/>
                  </a:lnTo>
                  <a:lnTo>
                    <a:pt x="15714" y="7039"/>
                  </a:lnTo>
                  <a:lnTo>
                    <a:pt x="15614" y="6959"/>
                  </a:lnTo>
                  <a:lnTo>
                    <a:pt x="15464" y="6879"/>
                  </a:lnTo>
                  <a:close/>
                  <a:moveTo>
                    <a:pt x="13867" y="3137"/>
                  </a:moveTo>
                  <a:lnTo>
                    <a:pt x="13918" y="3540"/>
                  </a:lnTo>
                  <a:lnTo>
                    <a:pt x="14067" y="3942"/>
                  </a:lnTo>
                  <a:lnTo>
                    <a:pt x="14366" y="4706"/>
                  </a:lnTo>
                  <a:lnTo>
                    <a:pt x="14716" y="5551"/>
                  </a:lnTo>
                  <a:lnTo>
                    <a:pt x="14815" y="5792"/>
                  </a:lnTo>
                  <a:lnTo>
                    <a:pt x="12272" y="6636"/>
                  </a:lnTo>
                  <a:lnTo>
                    <a:pt x="9728" y="7441"/>
                  </a:lnTo>
                  <a:lnTo>
                    <a:pt x="7034" y="8326"/>
                  </a:lnTo>
                  <a:lnTo>
                    <a:pt x="5637" y="8769"/>
                  </a:lnTo>
                  <a:lnTo>
                    <a:pt x="5188" y="8929"/>
                  </a:lnTo>
                  <a:lnTo>
                    <a:pt x="4739" y="9090"/>
                  </a:lnTo>
                  <a:lnTo>
                    <a:pt x="4440" y="8649"/>
                  </a:lnTo>
                  <a:lnTo>
                    <a:pt x="4140" y="8165"/>
                  </a:lnTo>
                  <a:lnTo>
                    <a:pt x="3642" y="7200"/>
                  </a:lnTo>
                  <a:lnTo>
                    <a:pt x="3442" y="6757"/>
                  </a:lnTo>
                  <a:lnTo>
                    <a:pt x="3242" y="6436"/>
                  </a:lnTo>
                  <a:lnTo>
                    <a:pt x="3042" y="6154"/>
                  </a:lnTo>
                  <a:lnTo>
                    <a:pt x="3691" y="6074"/>
                  </a:lnTo>
                  <a:lnTo>
                    <a:pt x="4340" y="5953"/>
                  </a:lnTo>
                  <a:lnTo>
                    <a:pt x="4988" y="5792"/>
                  </a:lnTo>
                  <a:lnTo>
                    <a:pt x="5637" y="5591"/>
                  </a:lnTo>
                  <a:lnTo>
                    <a:pt x="7084" y="5109"/>
                  </a:lnTo>
                  <a:lnTo>
                    <a:pt x="8530" y="4625"/>
                  </a:lnTo>
                  <a:lnTo>
                    <a:pt x="9279" y="4425"/>
                  </a:lnTo>
                  <a:lnTo>
                    <a:pt x="10027" y="4224"/>
                  </a:lnTo>
                  <a:lnTo>
                    <a:pt x="11523" y="3902"/>
                  </a:lnTo>
                  <a:lnTo>
                    <a:pt x="12272" y="3740"/>
                  </a:lnTo>
                  <a:lnTo>
                    <a:pt x="12970" y="3499"/>
                  </a:lnTo>
                  <a:lnTo>
                    <a:pt x="13419" y="3378"/>
                  </a:lnTo>
                  <a:lnTo>
                    <a:pt x="13618" y="3258"/>
                  </a:lnTo>
                  <a:lnTo>
                    <a:pt x="13867" y="3137"/>
                  </a:lnTo>
                  <a:close/>
                  <a:moveTo>
                    <a:pt x="11773" y="8487"/>
                  </a:moveTo>
                  <a:lnTo>
                    <a:pt x="11822" y="8688"/>
                  </a:lnTo>
                  <a:lnTo>
                    <a:pt x="10975" y="9050"/>
                  </a:lnTo>
                  <a:lnTo>
                    <a:pt x="10476" y="9252"/>
                  </a:lnTo>
                  <a:lnTo>
                    <a:pt x="10326" y="9252"/>
                  </a:lnTo>
                  <a:lnTo>
                    <a:pt x="10276" y="9171"/>
                  </a:lnTo>
                  <a:lnTo>
                    <a:pt x="10276" y="8970"/>
                  </a:lnTo>
                  <a:lnTo>
                    <a:pt x="11773" y="8487"/>
                  </a:lnTo>
                  <a:close/>
                  <a:moveTo>
                    <a:pt x="13867" y="2614"/>
                  </a:moveTo>
                  <a:lnTo>
                    <a:pt x="13568" y="2695"/>
                  </a:lnTo>
                  <a:lnTo>
                    <a:pt x="13319" y="2816"/>
                  </a:lnTo>
                  <a:lnTo>
                    <a:pt x="12770" y="3057"/>
                  </a:lnTo>
                  <a:lnTo>
                    <a:pt x="12022" y="3258"/>
                  </a:lnTo>
                  <a:lnTo>
                    <a:pt x="11324" y="3460"/>
                  </a:lnTo>
                  <a:lnTo>
                    <a:pt x="9877" y="3740"/>
                  </a:lnTo>
                  <a:lnTo>
                    <a:pt x="9178" y="3902"/>
                  </a:lnTo>
                  <a:lnTo>
                    <a:pt x="8481" y="4103"/>
                  </a:lnTo>
                  <a:lnTo>
                    <a:pt x="7084" y="4545"/>
                  </a:lnTo>
                  <a:lnTo>
                    <a:pt x="5736" y="5028"/>
                  </a:lnTo>
                  <a:lnTo>
                    <a:pt x="4988" y="5269"/>
                  </a:lnTo>
                  <a:lnTo>
                    <a:pt x="4240" y="5471"/>
                  </a:lnTo>
                  <a:lnTo>
                    <a:pt x="2743" y="5833"/>
                  </a:lnTo>
                  <a:lnTo>
                    <a:pt x="2644" y="5872"/>
                  </a:lnTo>
                  <a:lnTo>
                    <a:pt x="2593" y="5913"/>
                  </a:lnTo>
                  <a:lnTo>
                    <a:pt x="2593" y="5994"/>
                  </a:lnTo>
                  <a:lnTo>
                    <a:pt x="2644" y="6074"/>
                  </a:lnTo>
                  <a:lnTo>
                    <a:pt x="2694" y="6114"/>
                  </a:lnTo>
                  <a:lnTo>
                    <a:pt x="2644" y="6235"/>
                  </a:lnTo>
                  <a:lnTo>
                    <a:pt x="2644" y="6315"/>
                  </a:lnTo>
                  <a:lnTo>
                    <a:pt x="2743" y="6556"/>
                  </a:lnTo>
                  <a:lnTo>
                    <a:pt x="2943" y="7079"/>
                  </a:lnTo>
                  <a:lnTo>
                    <a:pt x="3242" y="7602"/>
                  </a:lnTo>
                  <a:lnTo>
                    <a:pt x="3741" y="8608"/>
                  </a:lnTo>
                  <a:lnTo>
                    <a:pt x="4040" y="9090"/>
                  </a:lnTo>
                  <a:lnTo>
                    <a:pt x="4340" y="9533"/>
                  </a:lnTo>
                  <a:lnTo>
                    <a:pt x="4440" y="9614"/>
                  </a:lnTo>
                  <a:lnTo>
                    <a:pt x="4489" y="9654"/>
                  </a:lnTo>
                  <a:lnTo>
                    <a:pt x="4639" y="9654"/>
                  </a:lnTo>
                  <a:lnTo>
                    <a:pt x="4788" y="9573"/>
                  </a:lnTo>
                  <a:lnTo>
                    <a:pt x="4889" y="9452"/>
                  </a:lnTo>
                  <a:lnTo>
                    <a:pt x="5437" y="9332"/>
                  </a:lnTo>
                  <a:lnTo>
                    <a:pt x="5986" y="9171"/>
                  </a:lnTo>
                  <a:lnTo>
                    <a:pt x="7034" y="8809"/>
                  </a:lnTo>
                  <a:lnTo>
                    <a:pt x="9926" y="7884"/>
                  </a:lnTo>
                  <a:lnTo>
                    <a:pt x="12620" y="7039"/>
                  </a:lnTo>
                  <a:lnTo>
                    <a:pt x="13918" y="6636"/>
                  </a:lnTo>
                  <a:lnTo>
                    <a:pt x="14566" y="6395"/>
                  </a:lnTo>
                  <a:lnTo>
                    <a:pt x="15165" y="6154"/>
                  </a:lnTo>
                  <a:lnTo>
                    <a:pt x="15314" y="6154"/>
                  </a:lnTo>
                  <a:lnTo>
                    <a:pt x="15414" y="6074"/>
                  </a:lnTo>
                  <a:lnTo>
                    <a:pt x="15464" y="5913"/>
                  </a:lnTo>
                  <a:lnTo>
                    <a:pt x="15464" y="5792"/>
                  </a:lnTo>
                  <a:lnTo>
                    <a:pt x="15365" y="5510"/>
                  </a:lnTo>
                  <a:lnTo>
                    <a:pt x="15015" y="4666"/>
                  </a:lnTo>
                  <a:lnTo>
                    <a:pt x="14666" y="3822"/>
                  </a:lnTo>
                  <a:lnTo>
                    <a:pt x="14467" y="3419"/>
                  </a:lnTo>
                  <a:lnTo>
                    <a:pt x="14217" y="3017"/>
                  </a:lnTo>
                  <a:lnTo>
                    <a:pt x="14167" y="2976"/>
                  </a:lnTo>
                  <a:lnTo>
                    <a:pt x="14067" y="2937"/>
                  </a:lnTo>
                  <a:lnTo>
                    <a:pt x="14118" y="2816"/>
                  </a:lnTo>
                  <a:lnTo>
                    <a:pt x="14118" y="2735"/>
                  </a:lnTo>
                  <a:lnTo>
                    <a:pt x="14017" y="2655"/>
                  </a:lnTo>
                  <a:lnTo>
                    <a:pt x="13867" y="2614"/>
                  </a:lnTo>
                  <a:close/>
                  <a:moveTo>
                    <a:pt x="11822" y="7964"/>
                  </a:moveTo>
                  <a:lnTo>
                    <a:pt x="9977" y="8567"/>
                  </a:lnTo>
                  <a:lnTo>
                    <a:pt x="9877" y="8608"/>
                  </a:lnTo>
                  <a:lnTo>
                    <a:pt x="9827" y="8688"/>
                  </a:lnTo>
                  <a:lnTo>
                    <a:pt x="9777" y="8769"/>
                  </a:lnTo>
                  <a:lnTo>
                    <a:pt x="9827" y="8849"/>
                  </a:lnTo>
                  <a:lnTo>
                    <a:pt x="9777" y="8929"/>
                  </a:lnTo>
                  <a:lnTo>
                    <a:pt x="9728" y="9171"/>
                  </a:lnTo>
                  <a:lnTo>
                    <a:pt x="9777" y="9452"/>
                  </a:lnTo>
                  <a:lnTo>
                    <a:pt x="9827" y="9573"/>
                  </a:lnTo>
                  <a:lnTo>
                    <a:pt x="9926" y="9694"/>
                  </a:lnTo>
                  <a:lnTo>
                    <a:pt x="10077" y="9734"/>
                  </a:lnTo>
                  <a:lnTo>
                    <a:pt x="10276" y="9734"/>
                  </a:lnTo>
                  <a:lnTo>
                    <a:pt x="10476" y="9694"/>
                  </a:lnTo>
                  <a:lnTo>
                    <a:pt x="10725" y="9654"/>
                  </a:lnTo>
                  <a:lnTo>
                    <a:pt x="11175" y="9452"/>
                  </a:lnTo>
                  <a:lnTo>
                    <a:pt x="12321" y="9010"/>
                  </a:lnTo>
                  <a:lnTo>
                    <a:pt x="12371" y="8970"/>
                  </a:lnTo>
                  <a:lnTo>
                    <a:pt x="12471" y="8890"/>
                  </a:lnTo>
                  <a:lnTo>
                    <a:pt x="12471" y="8729"/>
                  </a:lnTo>
                  <a:lnTo>
                    <a:pt x="12172" y="8125"/>
                  </a:lnTo>
                  <a:lnTo>
                    <a:pt x="12121" y="8044"/>
                  </a:lnTo>
                  <a:lnTo>
                    <a:pt x="12022" y="8005"/>
                  </a:lnTo>
                  <a:lnTo>
                    <a:pt x="11923" y="7964"/>
                  </a:lnTo>
                  <a:close/>
                  <a:moveTo>
                    <a:pt x="15913" y="9131"/>
                  </a:moveTo>
                  <a:lnTo>
                    <a:pt x="16163" y="9533"/>
                  </a:lnTo>
                  <a:lnTo>
                    <a:pt x="16462" y="9935"/>
                  </a:lnTo>
                  <a:lnTo>
                    <a:pt x="15913" y="10137"/>
                  </a:lnTo>
                  <a:lnTo>
                    <a:pt x="15414" y="10297"/>
                  </a:lnTo>
                  <a:lnTo>
                    <a:pt x="14866" y="10417"/>
                  </a:lnTo>
                  <a:lnTo>
                    <a:pt x="14316" y="10539"/>
                  </a:lnTo>
                  <a:lnTo>
                    <a:pt x="14118" y="10137"/>
                  </a:lnTo>
                  <a:lnTo>
                    <a:pt x="13867" y="9734"/>
                  </a:lnTo>
                  <a:lnTo>
                    <a:pt x="13818" y="9694"/>
                  </a:lnTo>
                  <a:lnTo>
                    <a:pt x="14366" y="9573"/>
                  </a:lnTo>
                  <a:lnTo>
                    <a:pt x="14866" y="9452"/>
                  </a:lnTo>
                  <a:lnTo>
                    <a:pt x="15913" y="9131"/>
                  </a:lnTo>
                  <a:close/>
                  <a:moveTo>
                    <a:pt x="16013" y="8649"/>
                  </a:moveTo>
                  <a:lnTo>
                    <a:pt x="15365" y="8849"/>
                  </a:lnTo>
                  <a:lnTo>
                    <a:pt x="14716" y="9010"/>
                  </a:lnTo>
                  <a:lnTo>
                    <a:pt x="13419" y="9332"/>
                  </a:lnTo>
                  <a:lnTo>
                    <a:pt x="13370" y="9332"/>
                  </a:lnTo>
                  <a:lnTo>
                    <a:pt x="13319" y="9412"/>
                  </a:lnTo>
                  <a:lnTo>
                    <a:pt x="13269" y="9533"/>
                  </a:lnTo>
                  <a:lnTo>
                    <a:pt x="13370" y="9654"/>
                  </a:lnTo>
                  <a:lnTo>
                    <a:pt x="13419" y="9694"/>
                  </a:lnTo>
                  <a:lnTo>
                    <a:pt x="13519" y="9734"/>
                  </a:lnTo>
                  <a:lnTo>
                    <a:pt x="13469" y="9814"/>
                  </a:lnTo>
                  <a:lnTo>
                    <a:pt x="13469" y="9895"/>
                  </a:lnTo>
                  <a:lnTo>
                    <a:pt x="13718" y="10337"/>
                  </a:lnTo>
                  <a:lnTo>
                    <a:pt x="13867" y="10820"/>
                  </a:lnTo>
                  <a:lnTo>
                    <a:pt x="13918" y="10901"/>
                  </a:lnTo>
                  <a:lnTo>
                    <a:pt x="13968" y="10940"/>
                  </a:lnTo>
                  <a:lnTo>
                    <a:pt x="14017" y="10981"/>
                  </a:lnTo>
                  <a:lnTo>
                    <a:pt x="14118" y="11022"/>
                  </a:lnTo>
                  <a:lnTo>
                    <a:pt x="14866" y="10860"/>
                  </a:lnTo>
                  <a:lnTo>
                    <a:pt x="15565" y="10699"/>
                  </a:lnTo>
                  <a:lnTo>
                    <a:pt x="16262" y="10498"/>
                  </a:lnTo>
                  <a:lnTo>
                    <a:pt x="16911" y="10217"/>
                  </a:lnTo>
                  <a:lnTo>
                    <a:pt x="17010" y="10176"/>
                  </a:lnTo>
                  <a:lnTo>
                    <a:pt x="17111" y="10096"/>
                  </a:lnTo>
                  <a:lnTo>
                    <a:pt x="17111" y="9975"/>
                  </a:lnTo>
                  <a:lnTo>
                    <a:pt x="17061" y="9895"/>
                  </a:lnTo>
                  <a:lnTo>
                    <a:pt x="16662" y="9372"/>
                  </a:lnTo>
                  <a:lnTo>
                    <a:pt x="16313" y="8769"/>
                  </a:lnTo>
                  <a:lnTo>
                    <a:pt x="16262" y="8688"/>
                  </a:lnTo>
                  <a:lnTo>
                    <a:pt x="16212" y="8649"/>
                  </a:lnTo>
                  <a:close/>
                  <a:moveTo>
                    <a:pt x="12121" y="10257"/>
                  </a:moveTo>
                  <a:lnTo>
                    <a:pt x="12321" y="10699"/>
                  </a:lnTo>
                  <a:lnTo>
                    <a:pt x="12620" y="11142"/>
                  </a:lnTo>
                  <a:lnTo>
                    <a:pt x="11773" y="11504"/>
                  </a:lnTo>
                  <a:lnTo>
                    <a:pt x="10825" y="11825"/>
                  </a:lnTo>
                  <a:lnTo>
                    <a:pt x="10625" y="11906"/>
                  </a:lnTo>
                  <a:lnTo>
                    <a:pt x="10526" y="11906"/>
                  </a:lnTo>
                  <a:lnTo>
                    <a:pt x="10476" y="11866"/>
                  </a:lnTo>
                  <a:lnTo>
                    <a:pt x="10376" y="11705"/>
                  </a:lnTo>
                  <a:lnTo>
                    <a:pt x="10326" y="11504"/>
                  </a:lnTo>
                  <a:lnTo>
                    <a:pt x="10227" y="11142"/>
                  </a:lnTo>
                  <a:lnTo>
                    <a:pt x="10027" y="10820"/>
                  </a:lnTo>
                  <a:lnTo>
                    <a:pt x="12121" y="10257"/>
                  </a:lnTo>
                  <a:close/>
                  <a:moveTo>
                    <a:pt x="12172" y="9814"/>
                  </a:moveTo>
                  <a:lnTo>
                    <a:pt x="9728" y="10458"/>
                  </a:lnTo>
                  <a:lnTo>
                    <a:pt x="9677" y="10498"/>
                  </a:lnTo>
                  <a:lnTo>
                    <a:pt x="9627" y="10539"/>
                  </a:lnTo>
                  <a:lnTo>
                    <a:pt x="9578" y="10660"/>
                  </a:lnTo>
                  <a:lnTo>
                    <a:pt x="9627" y="10780"/>
                  </a:lnTo>
                  <a:lnTo>
                    <a:pt x="9777" y="10860"/>
                  </a:lnTo>
                  <a:lnTo>
                    <a:pt x="9777" y="11102"/>
                  </a:lnTo>
                  <a:lnTo>
                    <a:pt x="9827" y="11383"/>
                  </a:lnTo>
                  <a:lnTo>
                    <a:pt x="10027" y="11906"/>
                  </a:lnTo>
                  <a:lnTo>
                    <a:pt x="10077" y="12067"/>
                  </a:lnTo>
                  <a:lnTo>
                    <a:pt x="10227" y="12187"/>
                  </a:lnTo>
                  <a:lnTo>
                    <a:pt x="10376" y="12268"/>
                  </a:lnTo>
                  <a:lnTo>
                    <a:pt x="10575" y="12309"/>
                  </a:lnTo>
                  <a:lnTo>
                    <a:pt x="10924" y="12228"/>
                  </a:lnTo>
                  <a:lnTo>
                    <a:pt x="11274" y="12148"/>
                  </a:lnTo>
                  <a:lnTo>
                    <a:pt x="11923" y="11906"/>
                  </a:lnTo>
                  <a:lnTo>
                    <a:pt x="12571" y="11625"/>
                  </a:lnTo>
                  <a:lnTo>
                    <a:pt x="13170" y="11343"/>
                  </a:lnTo>
                  <a:lnTo>
                    <a:pt x="13219" y="11263"/>
                  </a:lnTo>
                  <a:lnTo>
                    <a:pt x="13269" y="11182"/>
                  </a:lnTo>
                  <a:lnTo>
                    <a:pt x="13269" y="11142"/>
                  </a:lnTo>
                  <a:lnTo>
                    <a:pt x="13219" y="11061"/>
                  </a:lnTo>
                  <a:lnTo>
                    <a:pt x="12970" y="10820"/>
                  </a:lnTo>
                  <a:lnTo>
                    <a:pt x="12770" y="10539"/>
                  </a:lnTo>
                  <a:lnTo>
                    <a:pt x="12620" y="10257"/>
                  </a:lnTo>
                  <a:lnTo>
                    <a:pt x="12521" y="9935"/>
                  </a:lnTo>
                  <a:lnTo>
                    <a:pt x="12471" y="9855"/>
                  </a:lnTo>
                  <a:lnTo>
                    <a:pt x="12371" y="9814"/>
                  </a:lnTo>
                  <a:close/>
                  <a:moveTo>
                    <a:pt x="16961" y="11343"/>
                  </a:moveTo>
                  <a:lnTo>
                    <a:pt x="17160" y="11745"/>
                  </a:lnTo>
                  <a:lnTo>
                    <a:pt x="16262" y="12148"/>
                  </a:lnTo>
                  <a:lnTo>
                    <a:pt x="15365" y="12550"/>
                  </a:lnTo>
                  <a:lnTo>
                    <a:pt x="15165" y="11946"/>
                  </a:lnTo>
                  <a:lnTo>
                    <a:pt x="15215" y="11906"/>
                  </a:lnTo>
                  <a:lnTo>
                    <a:pt x="15215" y="11825"/>
                  </a:lnTo>
                  <a:lnTo>
                    <a:pt x="15614" y="11705"/>
                  </a:lnTo>
                  <a:lnTo>
                    <a:pt x="16013" y="11625"/>
                  </a:lnTo>
                  <a:lnTo>
                    <a:pt x="16961" y="11343"/>
                  </a:lnTo>
                  <a:close/>
                  <a:moveTo>
                    <a:pt x="8530" y="11424"/>
                  </a:moveTo>
                  <a:lnTo>
                    <a:pt x="8630" y="11463"/>
                  </a:lnTo>
                  <a:lnTo>
                    <a:pt x="8729" y="11584"/>
                  </a:lnTo>
                  <a:lnTo>
                    <a:pt x="8929" y="11946"/>
                  </a:lnTo>
                  <a:lnTo>
                    <a:pt x="7882" y="12348"/>
                  </a:lnTo>
                  <a:lnTo>
                    <a:pt x="6934" y="12871"/>
                  </a:lnTo>
                  <a:lnTo>
                    <a:pt x="6734" y="12389"/>
                  </a:lnTo>
                  <a:lnTo>
                    <a:pt x="6585" y="12148"/>
                  </a:lnTo>
                  <a:lnTo>
                    <a:pt x="6435" y="11946"/>
                  </a:lnTo>
                  <a:lnTo>
                    <a:pt x="7632" y="11625"/>
                  </a:lnTo>
                  <a:lnTo>
                    <a:pt x="8081" y="11504"/>
                  </a:lnTo>
                  <a:lnTo>
                    <a:pt x="8481" y="11424"/>
                  </a:lnTo>
                  <a:close/>
                  <a:moveTo>
                    <a:pt x="17111" y="10820"/>
                  </a:moveTo>
                  <a:lnTo>
                    <a:pt x="17010" y="10860"/>
                  </a:lnTo>
                  <a:lnTo>
                    <a:pt x="15664" y="11263"/>
                  </a:lnTo>
                  <a:lnTo>
                    <a:pt x="15114" y="11383"/>
                  </a:lnTo>
                  <a:lnTo>
                    <a:pt x="14866" y="11504"/>
                  </a:lnTo>
                  <a:lnTo>
                    <a:pt x="14766" y="11584"/>
                  </a:lnTo>
                  <a:lnTo>
                    <a:pt x="14666" y="11665"/>
                  </a:lnTo>
                  <a:lnTo>
                    <a:pt x="14666" y="11786"/>
                  </a:lnTo>
                  <a:lnTo>
                    <a:pt x="14716" y="11866"/>
                  </a:lnTo>
                  <a:lnTo>
                    <a:pt x="14766" y="11906"/>
                  </a:lnTo>
                  <a:lnTo>
                    <a:pt x="14766" y="11946"/>
                  </a:lnTo>
                  <a:lnTo>
                    <a:pt x="14815" y="12429"/>
                  </a:lnTo>
                  <a:lnTo>
                    <a:pt x="14965" y="12871"/>
                  </a:lnTo>
                  <a:lnTo>
                    <a:pt x="14965" y="12992"/>
                  </a:lnTo>
                  <a:lnTo>
                    <a:pt x="15065" y="13033"/>
                  </a:lnTo>
                  <a:lnTo>
                    <a:pt x="15165" y="13072"/>
                  </a:lnTo>
                  <a:lnTo>
                    <a:pt x="15264" y="13072"/>
                  </a:lnTo>
                  <a:lnTo>
                    <a:pt x="16511" y="12550"/>
                  </a:lnTo>
                  <a:lnTo>
                    <a:pt x="17659" y="11986"/>
                  </a:lnTo>
                  <a:lnTo>
                    <a:pt x="17760" y="11906"/>
                  </a:lnTo>
                  <a:lnTo>
                    <a:pt x="17808" y="11825"/>
                  </a:lnTo>
                  <a:lnTo>
                    <a:pt x="17808" y="11745"/>
                  </a:lnTo>
                  <a:lnTo>
                    <a:pt x="17760" y="11665"/>
                  </a:lnTo>
                  <a:lnTo>
                    <a:pt x="17509" y="11343"/>
                  </a:lnTo>
                  <a:lnTo>
                    <a:pt x="17360" y="10981"/>
                  </a:lnTo>
                  <a:lnTo>
                    <a:pt x="17309" y="10901"/>
                  </a:lnTo>
                  <a:lnTo>
                    <a:pt x="17210" y="10860"/>
                  </a:lnTo>
                  <a:lnTo>
                    <a:pt x="17111" y="10820"/>
                  </a:lnTo>
                  <a:close/>
                  <a:moveTo>
                    <a:pt x="8430" y="10940"/>
                  </a:moveTo>
                  <a:lnTo>
                    <a:pt x="8131" y="10981"/>
                  </a:lnTo>
                  <a:lnTo>
                    <a:pt x="7832" y="11061"/>
                  </a:lnTo>
                  <a:lnTo>
                    <a:pt x="7283" y="11222"/>
                  </a:lnTo>
                  <a:lnTo>
                    <a:pt x="6585" y="11383"/>
                  </a:lnTo>
                  <a:lnTo>
                    <a:pt x="5886" y="11584"/>
                  </a:lnTo>
                  <a:lnTo>
                    <a:pt x="5837" y="11625"/>
                  </a:lnTo>
                  <a:lnTo>
                    <a:pt x="5787" y="11665"/>
                  </a:lnTo>
                  <a:lnTo>
                    <a:pt x="5736" y="11825"/>
                  </a:lnTo>
                  <a:lnTo>
                    <a:pt x="5787" y="11946"/>
                  </a:lnTo>
                  <a:lnTo>
                    <a:pt x="5837" y="11986"/>
                  </a:lnTo>
                  <a:lnTo>
                    <a:pt x="5936" y="12027"/>
                  </a:lnTo>
                  <a:lnTo>
                    <a:pt x="6136" y="12389"/>
                  </a:lnTo>
                  <a:lnTo>
                    <a:pt x="6335" y="12831"/>
                  </a:lnTo>
                  <a:lnTo>
                    <a:pt x="6484" y="13314"/>
                  </a:lnTo>
                  <a:lnTo>
                    <a:pt x="6585" y="13394"/>
                  </a:lnTo>
                  <a:lnTo>
                    <a:pt x="6684" y="13435"/>
                  </a:lnTo>
                  <a:lnTo>
                    <a:pt x="6785" y="13435"/>
                  </a:lnTo>
                  <a:lnTo>
                    <a:pt x="6934" y="13394"/>
                  </a:lnTo>
                  <a:lnTo>
                    <a:pt x="7533" y="13072"/>
                  </a:lnTo>
                  <a:lnTo>
                    <a:pt x="8131" y="12791"/>
                  </a:lnTo>
                  <a:lnTo>
                    <a:pt x="8729" y="12550"/>
                  </a:lnTo>
                  <a:lnTo>
                    <a:pt x="9428" y="12309"/>
                  </a:lnTo>
                  <a:lnTo>
                    <a:pt x="9477" y="12268"/>
                  </a:lnTo>
                  <a:lnTo>
                    <a:pt x="9578" y="12187"/>
                  </a:lnTo>
                  <a:lnTo>
                    <a:pt x="9578" y="11986"/>
                  </a:lnTo>
                  <a:lnTo>
                    <a:pt x="9378" y="11625"/>
                  </a:lnTo>
                  <a:lnTo>
                    <a:pt x="9178" y="11302"/>
                  </a:lnTo>
                  <a:lnTo>
                    <a:pt x="9079" y="11142"/>
                  </a:lnTo>
                  <a:lnTo>
                    <a:pt x="8879" y="11022"/>
                  </a:lnTo>
                  <a:lnTo>
                    <a:pt x="8679" y="10981"/>
                  </a:lnTo>
                  <a:lnTo>
                    <a:pt x="8430" y="10940"/>
                  </a:lnTo>
                  <a:close/>
                  <a:moveTo>
                    <a:pt x="13370" y="12469"/>
                  </a:moveTo>
                  <a:lnTo>
                    <a:pt x="13768" y="13072"/>
                  </a:lnTo>
                  <a:lnTo>
                    <a:pt x="13219" y="13314"/>
                  </a:lnTo>
                  <a:lnTo>
                    <a:pt x="12671" y="13475"/>
                  </a:lnTo>
                  <a:lnTo>
                    <a:pt x="12121" y="13636"/>
                  </a:lnTo>
                  <a:lnTo>
                    <a:pt x="11573" y="13756"/>
                  </a:lnTo>
                  <a:lnTo>
                    <a:pt x="11324" y="13194"/>
                  </a:lnTo>
                  <a:lnTo>
                    <a:pt x="11822" y="13072"/>
                  </a:lnTo>
                  <a:lnTo>
                    <a:pt x="12371" y="12871"/>
                  </a:lnTo>
                  <a:lnTo>
                    <a:pt x="13370" y="12469"/>
                  </a:lnTo>
                  <a:close/>
                  <a:moveTo>
                    <a:pt x="13419" y="11946"/>
                  </a:moveTo>
                  <a:lnTo>
                    <a:pt x="12172" y="12389"/>
                  </a:lnTo>
                  <a:lnTo>
                    <a:pt x="11523" y="12590"/>
                  </a:lnTo>
                  <a:lnTo>
                    <a:pt x="10975" y="12871"/>
                  </a:lnTo>
                  <a:lnTo>
                    <a:pt x="10874" y="12871"/>
                  </a:lnTo>
                  <a:lnTo>
                    <a:pt x="10775" y="12912"/>
                  </a:lnTo>
                  <a:lnTo>
                    <a:pt x="10725" y="13033"/>
                  </a:lnTo>
                  <a:lnTo>
                    <a:pt x="10725" y="13113"/>
                  </a:lnTo>
                  <a:lnTo>
                    <a:pt x="10924" y="13595"/>
                  </a:lnTo>
                  <a:lnTo>
                    <a:pt x="11124" y="14079"/>
                  </a:lnTo>
                  <a:lnTo>
                    <a:pt x="11224" y="14199"/>
                  </a:lnTo>
                  <a:lnTo>
                    <a:pt x="11324" y="14239"/>
                  </a:lnTo>
                  <a:lnTo>
                    <a:pt x="11373" y="14239"/>
                  </a:lnTo>
                  <a:lnTo>
                    <a:pt x="12172" y="14079"/>
                  </a:lnTo>
                  <a:lnTo>
                    <a:pt x="12871" y="13877"/>
                  </a:lnTo>
                  <a:lnTo>
                    <a:pt x="13618" y="13676"/>
                  </a:lnTo>
                  <a:lnTo>
                    <a:pt x="14316" y="13394"/>
                  </a:lnTo>
                  <a:lnTo>
                    <a:pt x="14366" y="13314"/>
                  </a:lnTo>
                  <a:lnTo>
                    <a:pt x="14417" y="13274"/>
                  </a:lnTo>
                  <a:lnTo>
                    <a:pt x="14417" y="13113"/>
                  </a:lnTo>
                  <a:lnTo>
                    <a:pt x="13768" y="12107"/>
                  </a:lnTo>
                  <a:lnTo>
                    <a:pt x="13718" y="12027"/>
                  </a:lnTo>
                  <a:lnTo>
                    <a:pt x="13618" y="11946"/>
                  </a:lnTo>
                  <a:close/>
                  <a:moveTo>
                    <a:pt x="17859" y="13475"/>
                  </a:moveTo>
                  <a:lnTo>
                    <a:pt x="18008" y="13515"/>
                  </a:lnTo>
                  <a:lnTo>
                    <a:pt x="18158" y="13676"/>
                  </a:lnTo>
                  <a:lnTo>
                    <a:pt x="18507" y="14239"/>
                  </a:lnTo>
                  <a:lnTo>
                    <a:pt x="17459" y="14521"/>
                  </a:lnTo>
                  <a:lnTo>
                    <a:pt x="16462" y="14882"/>
                  </a:lnTo>
                  <a:lnTo>
                    <a:pt x="16313" y="14641"/>
                  </a:lnTo>
                  <a:lnTo>
                    <a:pt x="16163" y="14400"/>
                  </a:lnTo>
                  <a:lnTo>
                    <a:pt x="15963" y="13918"/>
                  </a:lnTo>
                  <a:lnTo>
                    <a:pt x="16361" y="13836"/>
                  </a:lnTo>
                  <a:lnTo>
                    <a:pt x="16711" y="13756"/>
                  </a:lnTo>
                  <a:lnTo>
                    <a:pt x="17459" y="13556"/>
                  </a:lnTo>
                  <a:lnTo>
                    <a:pt x="17709" y="13475"/>
                  </a:lnTo>
                  <a:close/>
                  <a:moveTo>
                    <a:pt x="9578" y="13515"/>
                  </a:moveTo>
                  <a:lnTo>
                    <a:pt x="9977" y="14279"/>
                  </a:lnTo>
                  <a:lnTo>
                    <a:pt x="7931" y="15124"/>
                  </a:lnTo>
                  <a:lnTo>
                    <a:pt x="7632" y="14400"/>
                  </a:lnTo>
                  <a:lnTo>
                    <a:pt x="8081" y="14118"/>
                  </a:lnTo>
                  <a:lnTo>
                    <a:pt x="8530" y="13877"/>
                  </a:lnTo>
                  <a:lnTo>
                    <a:pt x="9079" y="13676"/>
                  </a:lnTo>
                  <a:lnTo>
                    <a:pt x="9578" y="13515"/>
                  </a:lnTo>
                  <a:close/>
                  <a:moveTo>
                    <a:pt x="17760" y="13033"/>
                  </a:moveTo>
                  <a:lnTo>
                    <a:pt x="17459" y="13072"/>
                  </a:lnTo>
                  <a:lnTo>
                    <a:pt x="16961" y="13233"/>
                  </a:lnTo>
                  <a:lnTo>
                    <a:pt x="16212" y="13394"/>
                  </a:lnTo>
                  <a:lnTo>
                    <a:pt x="15864" y="13475"/>
                  </a:lnTo>
                  <a:lnTo>
                    <a:pt x="15565" y="13595"/>
                  </a:lnTo>
                  <a:lnTo>
                    <a:pt x="15464" y="13636"/>
                  </a:lnTo>
                  <a:lnTo>
                    <a:pt x="15464" y="13797"/>
                  </a:lnTo>
                  <a:lnTo>
                    <a:pt x="15565" y="13877"/>
                  </a:lnTo>
                  <a:lnTo>
                    <a:pt x="15664" y="13918"/>
                  </a:lnTo>
                  <a:lnTo>
                    <a:pt x="15614" y="14079"/>
                  </a:lnTo>
                  <a:lnTo>
                    <a:pt x="15614" y="14279"/>
                  </a:lnTo>
                  <a:lnTo>
                    <a:pt x="15664" y="14441"/>
                  </a:lnTo>
                  <a:lnTo>
                    <a:pt x="15714" y="14601"/>
                  </a:lnTo>
                  <a:lnTo>
                    <a:pt x="15913" y="14964"/>
                  </a:lnTo>
                  <a:lnTo>
                    <a:pt x="16163" y="15244"/>
                  </a:lnTo>
                  <a:lnTo>
                    <a:pt x="16313" y="15325"/>
                  </a:lnTo>
                  <a:lnTo>
                    <a:pt x="16462" y="15325"/>
                  </a:lnTo>
                  <a:lnTo>
                    <a:pt x="17709" y="14923"/>
                  </a:lnTo>
                  <a:lnTo>
                    <a:pt x="18956" y="14561"/>
                  </a:lnTo>
                  <a:lnTo>
                    <a:pt x="19056" y="14480"/>
                  </a:lnTo>
                  <a:lnTo>
                    <a:pt x="19106" y="14441"/>
                  </a:lnTo>
                  <a:lnTo>
                    <a:pt x="19156" y="14359"/>
                  </a:lnTo>
                  <a:lnTo>
                    <a:pt x="19106" y="14279"/>
                  </a:lnTo>
                  <a:lnTo>
                    <a:pt x="18556" y="13314"/>
                  </a:lnTo>
                  <a:lnTo>
                    <a:pt x="18457" y="13194"/>
                  </a:lnTo>
                  <a:lnTo>
                    <a:pt x="18308" y="13113"/>
                  </a:lnTo>
                  <a:lnTo>
                    <a:pt x="18158" y="13033"/>
                  </a:lnTo>
                  <a:close/>
                  <a:moveTo>
                    <a:pt x="9777" y="12992"/>
                  </a:moveTo>
                  <a:lnTo>
                    <a:pt x="9677" y="13033"/>
                  </a:lnTo>
                  <a:lnTo>
                    <a:pt x="9029" y="13194"/>
                  </a:lnTo>
                  <a:lnTo>
                    <a:pt x="8380" y="13394"/>
                  </a:lnTo>
                  <a:lnTo>
                    <a:pt x="7782" y="13716"/>
                  </a:lnTo>
                  <a:lnTo>
                    <a:pt x="7234" y="14038"/>
                  </a:lnTo>
                  <a:lnTo>
                    <a:pt x="7133" y="14079"/>
                  </a:lnTo>
                  <a:lnTo>
                    <a:pt x="7084" y="14118"/>
                  </a:lnTo>
                  <a:lnTo>
                    <a:pt x="7034" y="14159"/>
                  </a:lnTo>
                  <a:lnTo>
                    <a:pt x="7034" y="14239"/>
                  </a:lnTo>
                  <a:lnTo>
                    <a:pt x="7133" y="14561"/>
                  </a:lnTo>
                  <a:lnTo>
                    <a:pt x="7234" y="14882"/>
                  </a:lnTo>
                  <a:lnTo>
                    <a:pt x="7533" y="15526"/>
                  </a:lnTo>
                  <a:lnTo>
                    <a:pt x="7582" y="15567"/>
                  </a:lnTo>
                  <a:lnTo>
                    <a:pt x="7682" y="15647"/>
                  </a:lnTo>
                  <a:lnTo>
                    <a:pt x="7882" y="15647"/>
                  </a:lnTo>
                  <a:lnTo>
                    <a:pt x="10425" y="14601"/>
                  </a:lnTo>
                  <a:lnTo>
                    <a:pt x="10526" y="14561"/>
                  </a:lnTo>
                  <a:lnTo>
                    <a:pt x="10575" y="14480"/>
                  </a:lnTo>
                  <a:lnTo>
                    <a:pt x="10625" y="14400"/>
                  </a:lnTo>
                  <a:lnTo>
                    <a:pt x="10575" y="14320"/>
                  </a:lnTo>
                  <a:lnTo>
                    <a:pt x="10027" y="13153"/>
                  </a:lnTo>
                  <a:lnTo>
                    <a:pt x="9977" y="13072"/>
                  </a:lnTo>
                  <a:lnTo>
                    <a:pt x="9877" y="13033"/>
                  </a:lnTo>
                  <a:lnTo>
                    <a:pt x="9777" y="12992"/>
                  </a:lnTo>
                  <a:close/>
                  <a:moveTo>
                    <a:pt x="14316" y="14561"/>
                  </a:moveTo>
                  <a:lnTo>
                    <a:pt x="14815" y="15325"/>
                  </a:lnTo>
                  <a:lnTo>
                    <a:pt x="12671" y="16009"/>
                  </a:lnTo>
                  <a:lnTo>
                    <a:pt x="12272" y="15244"/>
                  </a:lnTo>
                  <a:lnTo>
                    <a:pt x="12371" y="15164"/>
                  </a:lnTo>
                  <a:lnTo>
                    <a:pt x="12371" y="15124"/>
                  </a:lnTo>
                  <a:lnTo>
                    <a:pt x="12422" y="15084"/>
                  </a:lnTo>
                  <a:lnTo>
                    <a:pt x="12871" y="14923"/>
                  </a:lnTo>
                  <a:lnTo>
                    <a:pt x="13269" y="14842"/>
                  </a:lnTo>
                  <a:lnTo>
                    <a:pt x="14316" y="14561"/>
                  </a:lnTo>
                  <a:close/>
                  <a:moveTo>
                    <a:pt x="14467" y="14079"/>
                  </a:moveTo>
                  <a:lnTo>
                    <a:pt x="14366" y="14118"/>
                  </a:lnTo>
                  <a:lnTo>
                    <a:pt x="12919" y="14521"/>
                  </a:lnTo>
                  <a:lnTo>
                    <a:pt x="12321" y="14641"/>
                  </a:lnTo>
                  <a:lnTo>
                    <a:pt x="12072" y="14762"/>
                  </a:lnTo>
                  <a:lnTo>
                    <a:pt x="11923" y="14802"/>
                  </a:lnTo>
                  <a:lnTo>
                    <a:pt x="11872" y="14882"/>
                  </a:lnTo>
                  <a:lnTo>
                    <a:pt x="11773" y="15003"/>
                  </a:lnTo>
                  <a:lnTo>
                    <a:pt x="11822" y="15164"/>
                  </a:lnTo>
                  <a:lnTo>
                    <a:pt x="11872" y="15205"/>
                  </a:lnTo>
                  <a:lnTo>
                    <a:pt x="11872" y="15244"/>
                  </a:lnTo>
                  <a:lnTo>
                    <a:pt x="11923" y="15526"/>
                  </a:lnTo>
                  <a:lnTo>
                    <a:pt x="12022" y="15808"/>
                  </a:lnTo>
                  <a:lnTo>
                    <a:pt x="12272" y="16331"/>
                  </a:lnTo>
                  <a:lnTo>
                    <a:pt x="12371" y="16371"/>
                  </a:lnTo>
                  <a:lnTo>
                    <a:pt x="12422" y="16411"/>
                  </a:lnTo>
                  <a:lnTo>
                    <a:pt x="12521" y="16452"/>
                  </a:lnTo>
                  <a:lnTo>
                    <a:pt x="12620" y="16452"/>
                  </a:lnTo>
                  <a:lnTo>
                    <a:pt x="15264" y="15647"/>
                  </a:lnTo>
                  <a:lnTo>
                    <a:pt x="15314" y="15606"/>
                  </a:lnTo>
                  <a:lnTo>
                    <a:pt x="15365" y="15526"/>
                  </a:lnTo>
                  <a:lnTo>
                    <a:pt x="15414" y="15446"/>
                  </a:lnTo>
                  <a:lnTo>
                    <a:pt x="15414" y="15365"/>
                  </a:lnTo>
                  <a:lnTo>
                    <a:pt x="14716" y="14239"/>
                  </a:lnTo>
                  <a:lnTo>
                    <a:pt x="14666" y="14159"/>
                  </a:lnTo>
                  <a:lnTo>
                    <a:pt x="14566" y="14118"/>
                  </a:lnTo>
                  <a:lnTo>
                    <a:pt x="14467" y="14079"/>
                  </a:lnTo>
                  <a:close/>
                  <a:moveTo>
                    <a:pt x="10874" y="15727"/>
                  </a:moveTo>
                  <a:lnTo>
                    <a:pt x="11024" y="15888"/>
                  </a:lnTo>
                  <a:lnTo>
                    <a:pt x="11074" y="16009"/>
                  </a:lnTo>
                  <a:lnTo>
                    <a:pt x="11024" y="16170"/>
                  </a:lnTo>
                  <a:lnTo>
                    <a:pt x="10924" y="16331"/>
                  </a:lnTo>
                  <a:lnTo>
                    <a:pt x="10775" y="16452"/>
                  </a:lnTo>
                  <a:lnTo>
                    <a:pt x="10625" y="16612"/>
                  </a:lnTo>
                  <a:lnTo>
                    <a:pt x="10276" y="16773"/>
                  </a:lnTo>
                  <a:lnTo>
                    <a:pt x="9578" y="17014"/>
                  </a:lnTo>
                  <a:lnTo>
                    <a:pt x="9229" y="17095"/>
                  </a:lnTo>
                  <a:lnTo>
                    <a:pt x="8929" y="17255"/>
                  </a:lnTo>
                  <a:lnTo>
                    <a:pt x="8580" y="16572"/>
                  </a:lnTo>
                  <a:lnTo>
                    <a:pt x="8679" y="16532"/>
                  </a:lnTo>
                  <a:lnTo>
                    <a:pt x="8780" y="16411"/>
                  </a:lnTo>
                  <a:lnTo>
                    <a:pt x="8780" y="16371"/>
                  </a:lnTo>
                  <a:lnTo>
                    <a:pt x="8879" y="16452"/>
                  </a:lnTo>
                  <a:lnTo>
                    <a:pt x="8980" y="16411"/>
                  </a:lnTo>
                  <a:lnTo>
                    <a:pt x="9229" y="16371"/>
                  </a:lnTo>
                  <a:lnTo>
                    <a:pt x="9827" y="16210"/>
                  </a:lnTo>
                  <a:lnTo>
                    <a:pt x="10376" y="16009"/>
                  </a:lnTo>
                  <a:lnTo>
                    <a:pt x="10874" y="15727"/>
                  </a:lnTo>
                  <a:close/>
                  <a:moveTo>
                    <a:pt x="20602" y="16854"/>
                  </a:moveTo>
                  <a:lnTo>
                    <a:pt x="20602" y="16934"/>
                  </a:lnTo>
                  <a:lnTo>
                    <a:pt x="20702" y="16975"/>
                  </a:lnTo>
                  <a:lnTo>
                    <a:pt x="20751" y="17014"/>
                  </a:lnTo>
                  <a:lnTo>
                    <a:pt x="20602" y="17255"/>
                  </a:lnTo>
                  <a:lnTo>
                    <a:pt x="20403" y="17537"/>
                  </a:lnTo>
                  <a:lnTo>
                    <a:pt x="20203" y="17135"/>
                  </a:lnTo>
                  <a:lnTo>
                    <a:pt x="20602" y="16854"/>
                  </a:lnTo>
                  <a:close/>
                  <a:moveTo>
                    <a:pt x="10874" y="15244"/>
                  </a:moveTo>
                  <a:lnTo>
                    <a:pt x="10725" y="15285"/>
                  </a:lnTo>
                  <a:lnTo>
                    <a:pt x="10376" y="15486"/>
                  </a:lnTo>
                  <a:lnTo>
                    <a:pt x="9977" y="15647"/>
                  </a:lnTo>
                  <a:lnTo>
                    <a:pt x="9578" y="15808"/>
                  </a:lnTo>
                  <a:lnTo>
                    <a:pt x="9178" y="15929"/>
                  </a:lnTo>
                  <a:lnTo>
                    <a:pt x="8630" y="16009"/>
                  </a:lnTo>
                  <a:lnTo>
                    <a:pt x="8380" y="16090"/>
                  </a:lnTo>
                  <a:lnTo>
                    <a:pt x="8281" y="16170"/>
                  </a:lnTo>
                  <a:lnTo>
                    <a:pt x="8181" y="16250"/>
                  </a:lnTo>
                  <a:lnTo>
                    <a:pt x="8181" y="16371"/>
                  </a:lnTo>
                  <a:lnTo>
                    <a:pt x="8081" y="16452"/>
                  </a:lnTo>
                  <a:lnTo>
                    <a:pt x="8081" y="16572"/>
                  </a:lnTo>
                  <a:lnTo>
                    <a:pt x="8331" y="17095"/>
                  </a:lnTo>
                  <a:lnTo>
                    <a:pt x="8530" y="17658"/>
                  </a:lnTo>
                  <a:lnTo>
                    <a:pt x="8630" y="17739"/>
                  </a:lnTo>
                  <a:lnTo>
                    <a:pt x="8729" y="17778"/>
                  </a:lnTo>
                  <a:lnTo>
                    <a:pt x="8829" y="17778"/>
                  </a:lnTo>
                  <a:lnTo>
                    <a:pt x="8929" y="17739"/>
                  </a:lnTo>
                  <a:lnTo>
                    <a:pt x="9229" y="17578"/>
                  </a:lnTo>
                  <a:lnTo>
                    <a:pt x="9528" y="17457"/>
                  </a:lnTo>
                  <a:lnTo>
                    <a:pt x="10176" y="17255"/>
                  </a:lnTo>
                  <a:lnTo>
                    <a:pt x="10476" y="17175"/>
                  </a:lnTo>
                  <a:lnTo>
                    <a:pt x="10775" y="17055"/>
                  </a:lnTo>
                  <a:lnTo>
                    <a:pt x="11074" y="16894"/>
                  </a:lnTo>
                  <a:lnTo>
                    <a:pt x="11324" y="16693"/>
                  </a:lnTo>
                  <a:lnTo>
                    <a:pt x="11474" y="16532"/>
                  </a:lnTo>
                  <a:lnTo>
                    <a:pt x="11573" y="16331"/>
                  </a:lnTo>
                  <a:lnTo>
                    <a:pt x="11573" y="15929"/>
                  </a:lnTo>
                  <a:lnTo>
                    <a:pt x="11523" y="15727"/>
                  </a:lnTo>
                  <a:lnTo>
                    <a:pt x="11373" y="15526"/>
                  </a:lnTo>
                  <a:lnTo>
                    <a:pt x="11224" y="15406"/>
                  </a:lnTo>
                  <a:lnTo>
                    <a:pt x="10975" y="15285"/>
                  </a:lnTo>
                  <a:lnTo>
                    <a:pt x="10874" y="15244"/>
                  </a:lnTo>
                  <a:close/>
                  <a:moveTo>
                    <a:pt x="20003" y="17255"/>
                  </a:moveTo>
                  <a:lnTo>
                    <a:pt x="20054" y="17537"/>
                  </a:lnTo>
                  <a:lnTo>
                    <a:pt x="20153" y="17819"/>
                  </a:lnTo>
                  <a:lnTo>
                    <a:pt x="19704" y="18101"/>
                  </a:lnTo>
                  <a:lnTo>
                    <a:pt x="19605" y="17980"/>
                  </a:lnTo>
                  <a:lnTo>
                    <a:pt x="19455" y="17537"/>
                  </a:lnTo>
                  <a:lnTo>
                    <a:pt x="19555" y="17497"/>
                  </a:lnTo>
                  <a:lnTo>
                    <a:pt x="20003" y="17255"/>
                  </a:lnTo>
                  <a:close/>
                  <a:moveTo>
                    <a:pt x="19205" y="17658"/>
                  </a:moveTo>
                  <a:lnTo>
                    <a:pt x="19255" y="17980"/>
                  </a:lnTo>
                  <a:lnTo>
                    <a:pt x="19355" y="18302"/>
                  </a:lnTo>
                  <a:lnTo>
                    <a:pt x="18807" y="18502"/>
                  </a:lnTo>
                  <a:lnTo>
                    <a:pt x="18657" y="18342"/>
                  </a:lnTo>
                  <a:lnTo>
                    <a:pt x="18358" y="18020"/>
                  </a:lnTo>
                  <a:lnTo>
                    <a:pt x="19205" y="17658"/>
                  </a:lnTo>
                  <a:close/>
                  <a:moveTo>
                    <a:pt x="18257" y="18060"/>
                  </a:moveTo>
                  <a:lnTo>
                    <a:pt x="18358" y="18342"/>
                  </a:lnTo>
                  <a:lnTo>
                    <a:pt x="18407" y="18502"/>
                  </a:lnTo>
                  <a:lnTo>
                    <a:pt x="18457" y="18624"/>
                  </a:lnTo>
                  <a:lnTo>
                    <a:pt x="17808" y="18825"/>
                  </a:lnTo>
                  <a:lnTo>
                    <a:pt x="17659" y="18704"/>
                  </a:lnTo>
                  <a:lnTo>
                    <a:pt x="17509" y="18502"/>
                  </a:lnTo>
                  <a:lnTo>
                    <a:pt x="17459" y="18342"/>
                  </a:lnTo>
                  <a:lnTo>
                    <a:pt x="18257" y="18060"/>
                  </a:lnTo>
                  <a:close/>
                  <a:moveTo>
                    <a:pt x="17111" y="18463"/>
                  </a:moveTo>
                  <a:lnTo>
                    <a:pt x="17210" y="18745"/>
                  </a:lnTo>
                  <a:lnTo>
                    <a:pt x="17410" y="18945"/>
                  </a:lnTo>
                  <a:lnTo>
                    <a:pt x="16861" y="19146"/>
                  </a:lnTo>
                  <a:lnTo>
                    <a:pt x="16761" y="19066"/>
                  </a:lnTo>
                  <a:lnTo>
                    <a:pt x="16662" y="18945"/>
                  </a:lnTo>
                  <a:lnTo>
                    <a:pt x="16612" y="18825"/>
                  </a:lnTo>
                  <a:lnTo>
                    <a:pt x="16612" y="18663"/>
                  </a:lnTo>
                  <a:lnTo>
                    <a:pt x="17111" y="18463"/>
                  </a:lnTo>
                  <a:close/>
                  <a:moveTo>
                    <a:pt x="16361" y="18745"/>
                  </a:moveTo>
                  <a:lnTo>
                    <a:pt x="16313" y="18905"/>
                  </a:lnTo>
                  <a:lnTo>
                    <a:pt x="16361" y="19066"/>
                  </a:lnTo>
                  <a:lnTo>
                    <a:pt x="16462" y="19267"/>
                  </a:lnTo>
                  <a:lnTo>
                    <a:pt x="16062" y="19348"/>
                  </a:lnTo>
                  <a:lnTo>
                    <a:pt x="16013" y="19348"/>
                  </a:lnTo>
                  <a:lnTo>
                    <a:pt x="15963" y="19186"/>
                  </a:lnTo>
                  <a:lnTo>
                    <a:pt x="15864" y="18905"/>
                  </a:lnTo>
                  <a:lnTo>
                    <a:pt x="16361" y="18745"/>
                  </a:lnTo>
                  <a:close/>
                  <a:moveTo>
                    <a:pt x="15565" y="19025"/>
                  </a:moveTo>
                  <a:lnTo>
                    <a:pt x="15614" y="19307"/>
                  </a:lnTo>
                  <a:lnTo>
                    <a:pt x="15664" y="19509"/>
                  </a:lnTo>
                  <a:lnTo>
                    <a:pt x="15215" y="19629"/>
                  </a:lnTo>
                  <a:lnTo>
                    <a:pt x="15114" y="19669"/>
                  </a:lnTo>
                  <a:lnTo>
                    <a:pt x="15114" y="19428"/>
                  </a:lnTo>
                  <a:lnTo>
                    <a:pt x="14965" y="19307"/>
                  </a:lnTo>
                  <a:lnTo>
                    <a:pt x="14916" y="19227"/>
                  </a:lnTo>
                  <a:lnTo>
                    <a:pt x="15565" y="19025"/>
                  </a:lnTo>
                  <a:close/>
                  <a:moveTo>
                    <a:pt x="14467" y="19348"/>
                  </a:moveTo>
                  <a:lnTo>
                    <a:pt x="14617" y="19509"/>
                  </a:lnTo>
                  <a:lnTo>
                    <a:pt x="14766" y="19629"/>
                  </a:lnTo>
                  <a:lnTo>
                    <a:pt x="14866" y="19710"/>
                  </a:lnTo>
                  <a:lnTo>
                    <a:pt x="14916" y="19710"/>
                  </a:lnTo>
                  <a:lnTo>
                    <a:pt x="14217" y="19951"/>
                  </a:lnTo>
                  <a:lnTo>
                    <a:pt x="14167" y="19871"/>
                  </a:lnTo>
                  <a:lnTo>
                    <a:pt x="14067" y="19871"/>
                  </a:lnTo>
                  <a:lnTo>
                    <a:pt x="13918" y="19910"/>
                  </a:lnTo>
                  <a:lnTo>
                    <a:pt x="13818" y="19629"/>
                  </a:lnTo>
                  <a:lnTo>
                    <a:pt x="13768" y="19548"/>
                  </a:lnTo>
                  <a:lnTo>
                    <a:pt x="14467" y="19348"/>
                  </a:lnTo>
                  <a:close/>
                  <a:moveTo>
                    <a:pt x="13968" y="482"/>
                  </a:moveTo>
                  <a:lnTo>
                    <a:pt x="14217" y="523"/>
                  </a:lnTo>
                  <a:lnTo>
                    <a:pt x="14366" y="603"/>
                  </a:lnTo>
                  <a:lnTo>
                    <a:pt x="14516" y="684"/>
                  </a:lnTo>
                  <a:lnTo>
                    <a:pt x="14666" y="805"/>
                  </a:lnTo>
                  <a:lnTo>
                    <a:pt x="14916" y="1086"/>
                  </a:lnTo>
                  <a:lnTo>
                    <a:pt x="14965" y="1327"/>
                  </a:lnTo>
                  <a:lnTo>
                    <a:pt x="15015" y="1569"/>
                  </a:lnTo>
                  <a:lnTo>
                    <a:pt x="15414" y="2575"/>
                  </a:lnTo>
                  <a:lnTo>
                    <a:pt x="16163" y="4384"/>
                  </a:lnTo>
                  <a:lnTo>
                    <a:pt x="17760" y="8005"/>
                  </a:lnTo>
                  <a:lnTo>
                    <a:pt x="19355" y="11584"/>
                  </a:lnTo>
                  <a:lnTo>
                    <a:pt x="20203" y="13394"/>
                  </a:lnTo>
                  <a:lnTo>
                    <a:pt x="20652" y="14359"/>
                  </a:lnTo>
                  <a:lnTo>
                    <a:pt x="20951" y="14964"/>
                  </a:lnTo>
                  <a:lnTo>
                    <a:pt x="20852" y="15003"/>
                  </a:lnTo>
                  <a:lnTo>
                    <a:pt x="20802" y="15164"/>
                  </a:lnTo>
                  <a:lnTo>
                    <a:pt x="20802" y="15285"/>
                  </a:lnTo>
                  <a:lnTo>
                    <a:pt x="20751" y="15567"/>
                  </a:lnTo>
                  <a:lnTo>
                    <a:pt x="20702" y="15767"/>
                  </a:lnTo>
                  <a:lnTo>
                    <a:pt x="20652" y="15929"/>
                  </a:lnTo>
                  <a:lnTo>
                    <a:pt x="20403" y="16290"/>
                  </a:lnTo>
                  <a:lnTo>
                    <a:pt x="20054" y="16612"/>
                  </a:lnTo>
                  <a:lnTo>
                    <a:pt x="19654" y="16854"/>
                  </a:lnTo>
                  <a:lnTo>
                    <a:pt x="19205" y="17095"/>
                  </a:lnTo>
                  <a:lnTo>
                    <a:pt x="18756" y="17296"/>
                  </a:lnTo>
                  <a:lnTo>
                    <a:pt x="17760" y="17698"/>
                  </a:lnTo>
                  <a:lnTo>
                    <a:pt x="16761" y="18060"/>
                  </a:lnTo>
                  <a:lnTo>
                    <a:pt x="14766" y="18745"/>
                  </a:lnTo>
                  <a:lnTo>
                    <a:pt x="13618" y="19106"/>
                  </a:lnTo>
                  <a:lnTo>
                    <a:pt x="13568" y="19066"/>
                  </a:lnTo>
                  <a:lnTo>
                    <a:pt x="13519" y="19066"/>
                  </a:lnTo>
                  <a:lnTo>
                    <a:pt x="13469" y="19106"/>
                  </a:lnTo>
                  <a:lnTo>
                    <a:pt x="13469" y="19146"/>
                  </a:lnTo>
                  <a:lnTo>
                    <a:pt x="12022" y="19509"/>
                  </a:lnTo>
                  <a:lnTo>
                    <a:pt x="10575" y="19871"/>
                  </a:lnTo>
                  <a:lnTo>
                    <a:pt x="9477" y="20071"/>
                  </a:lnTo>
                  <a:lnTo>
                    <a:pt x="8380" y="20272"/>
                  </a:lnTo>
                  <a:lnTo>
                    <a:pt x="7882" y="20313"/>
                  </a:lnTo>
                  <a:lnTo>
                    <a:pt x="7632" y="20313"/>
                  </a:lnTo>
                  <a:lnTo>
                    <a:pt x="7383" y="20233"/>
                  </a:lnTo>
                  <a:lnTo>
                    <a:pt x="7183" y="20151"/>
                  </a:lnTo>
                  <a:lnTo>
                    <a:pt x="7034" y="19991"/>
                  </a:lnTo>
                  <a:lnTo>
                    <a:pt x="6884" y="19871"/>
                  </a:lnTo>
                  <a:lnTo>
                    <a:pt x="6734" y="19710"/>
                  </a:lnTo>
                  <a:lnTo>
                    <a:pt x="6634" y="19387"/>
                  </a:lnTo>
                  <a:lnTo>
                    <a:pt x="6484" y="19066"/>
                  </a:lnTo>
                  <a:lnTo>
                    <a:pt x="6086" y="18101"/>
                  </a:lnTo>
                  <a:lnTo>
                    <a:pt x="5338" y="16250"/>
                  </a:lnTo>
                  <a:lnTo>
                    <a:pt x="4590" y="14441"/>
                  </a:lnTo>
                  <a:lnTo>
                    <a:pt x="3741" y="12630"/>
                  </a:lnTo>
                  <a:lnTo>
                    <a:pt x="2943" y="10820"/>
                  </a:lnTo>
                  <a:lnTo>
                    <a:pt x="2045" y="9050"/>
                  </a:lnTo>
                  <a:lnTo>
                    <a:pt x="1148" y="7241"/>
                  </a:lnTo>
                  <a:lnTo>
                    <a:pt x="798" y="6636"/>
                  </a:lnTo>
                  <a:lnTo>
                    <a:pt x="649" y="6356"/>
                  </a:lnTo>
                  <a:lnTo>
                    <a:pt x="449" y="6074"/>
                  </a:lnTo>
                  <a:lnTo>
                    <a:pt x="499" y="6033"/>
                  </a:lnTo>
                  <a:lnTo>
                    <a:pt x="548" y="5953"/>
                  </a:lnTo>
                  <a:lnTo>
                    <a:pt x="499" y="5712"/>
                  </a:lnTo>
                  <a:lnTo>
                    <a:pt x="548" y="5510"/>
                  </a:lnTo>
                  <a:lnTo>
                    <a:pt x="548" y="5350"/>
                  </a:lnTo>
                  <a:lnTo>
                    <a:pt x="649" y="5148"/>
                  </a:lnTo>
                  <a:lnTo>
                    <a:pt x="847" y="4827"/>
                  </a:lnTo>
                  <a:lnTo>
                    <a:pt x="1148" y="4545"/>
                  </a:lnTo>
                  <a:lnTo>
                    <a:pt x="1496" y="4263"/>
                  </a:lnTo>
                  <a:lnTo>
                    <a:pt x="1896" y="4022"/>
                  </a:lnTo>
                  <a:lnTo>
                    <a:pt x="2345" y="3822"/>
                  </a:lnTo>
                  <a:lnTo>
                    <a:pt x="2743" y="3620"/>
                  </a:lnTo>
                  <a:lnTo>
                    <a:pt x="3792" y="3218"/>
                  </a:lnTo>
                  <a:lnTo>
                    <a:pt x="4889" y="2896"/>
                  </a:lnTo>
                  <a:lnTo>
                    <a:pt x="7084" y="2212"/>
                  </a:lnTo>
                  <a:lnTo>
                    <a:pt x="9229" y="1529"/>
                  </a:lnTo>
                  <a:lnTo>
                    <a:pt x="10276" y="1206"/>
                  </a:lnTo>
                  <a:lnTo>
                    <a:pt x="11373" y="885"/>
                  </a:lnTo>
                  <a:lnTo>
                    <a:pt x="12422" y="644"/>
                  </a:lnTo>
                  <a:lnTo>
                    <a:pt x="12970" y="564"/>
                  </a:lnTo>
                  <a:lnTo>
                    <a:pt x="13519" y="482"/>
                  </a:lnTo>
                  <a:close/>
                  <a:moveTo>
                    <a:pt x="13419" y="19669"/>
                  </a:moveTo>
                  <a:lnTo>
                    <a:pt x="13419" y="19710"/>
                  </a:lnTo>
                  <a:lnTo>
                    <a:pt x="13469" y="19910"/>
                  </a:lnTo>
                  <a:lnTo>
                    <a:pt x="13618" y="20112"/>
                  </a:lnTo>
                  <a:lnTo>
                    <a:pt x="13020" y="20313"/>
                  </a:lnTo>
                  <a:lnTo>
                    <a:pt x="13020" y="20272"/>
                  </a:lnTo>
                  <a:lnTo>
                    <a:pt x="12970" y="20112"/>
                  </a:lnTo>
                  <a:lnTo>
                    <a:pt x="12871" y="19991"/>
                  </a:lnTo>
                  <a:lnTo>
                    <a:pt x="12770" y="19830"/>
                  </a:lnTo>
                  <a:lnTo>
                    <a:pt x="13419" y="19669"/>
                  </a:lnTo>
                  <a:close/>
                  <a:moveTo>
                    <a:pt x="12371" y="19951"/>
                  </a:moveTo>
                  <a:lnTo>
                    <a:pt x="12471" y="20192"/>
                  </a:lnTo>
                  <a:lnTo>
                    <a:pt x="12571" y="20313"/>
                  </a:lnTo>
                  <a:lnTo>
                    <a:pt x="12671" y="20394"/>
                  </a:lnTo>
                  <a:lnTo>
                    <a:pt x="12022" y="20594"/>
                  </a:lnTo>
                  <a:lnTo>
                    <a:pt x="11923" y="20514"/>
                  </a:lnTo>
                  <a:lnTo>
                    <a:pt x="11822" y="20394"/>
                  </a:lnTo>
                  <a:lnTo>
                    <a:pt x="11723" y="20272"/>
                  </a:lnTo>
                  <a:lnTo>
                    <a:pt x="11672" y="20112"/>
                  </a:lnTo>
                  <a:lnTo>
                    <a:pt x="12371" y="19951"/>
                  </a:lnTo>
                  <a:close/>
                  <a:moveTo>
                    <a:pt x="11224" y="20192"/>
                  </a:moveTo>
                  <a:lnTo>
                    <a:pt x="11274" y="20353"/>
                  </a:lnTo>
                  <a:lnTo>
                    <a:pt x="11373" y="20554"/>
                  </a:lnTo>
                  <a:lnTo>
                    <a:pt x="11573" y="20756"/>
                  </a:lnTo>
                  <a:lnTo>
                    <a:pt x="11124" y="20876"/>
                  </a:lnTo>
                  <a:lnTo>
                    <a:pt x="11074" y="20795"/>
                  </a:lnTo>
                  <a:lnTo>
                    <a:pt x="11024" y="20756"/>
                  </a:lnTo>
                  <a:lnTo>
                    <a:pt x="10874" y="20675"/>
                  </a:lnTo>
                  <a:lnTo>
                    <a:pt x="10825" y="20635"/>
                  </a:lnTo>
                  <a:lnTo>
                    <a:pt x="10676" y="20433"/>
                  </a:lnTo>
                  <a:lnTo>
                    <a:pt x="10676" y="20353"/>
                  </a:lnTo>
                  <a:lnTo>
                    <a:pt x="11224" y="20192"/>
                  </a:lnTo>
                  <a:close/>
                  <a:moveTo>
                    <a:pt x="7133" y="20635"/>
                  </a:moveTo>
                  <a:lnTo>
                    <a:pt x="7383" y="20715"/>
                  </a:lnTo>
                  <a:lnTo>
                    <a:pt x="7682" y="20756"/>
                  </a:lnTo>
                  <a:lnTo>
                    <a:pt x="7982" y="20795"/>
                  </a:lnTo>
                  <a:lnTo>
                    <a:pt x="8081" y="21077"/>
                  </a:lnTo>
                  <a:lnTo>
                    <a:pt x="7832" y="20997"/>
                  </a:lnTo>
                  <a:lnTo>
                    <a:pt x="7582" y="20876"/>
                  </a:lnTo>
                  <a:lnTo>
                    <a:pt x="7333" y="20756"/>
                  </a:lnTo>
                  <a:lnTo>
                    <a:pt x="7133" y="20635"/>
                  </a:lnTo>
                  <a:close/>
                  <a:moveTo>
                    <a:pt x="10276" y="20433"/>
                  </a:moveTo>
                  <a:lnTo>
                    <a:pt x="10276" y="20594"/>
                  </a:lnTo>
                  <a:lnTo>
                    <a:pt x="10376" y="20756"/>
                  </a:lnTo>
                  <a:lnTo>
                    <a:pt x="10476" y="20876"/>
                  </a:lnTo>
                  <a:lnTo>
                    <a:pt x="10575" y="20997"/>
                  </a:lnTo>
                  <a:lnTo>
                    <a:pt x="10476" y="21036"/>
                  </a:lnTo>
                  <a:lnTo>
                    <a:pt x="9827" y="21157"/>
                  </a:lnTo>
                  <a:lnTo>
                    <a:pt x="9728" y="21036"/>
                  </a:lnTo>
                  <a:lnTo>
                    <a:pt x="9627" y="20916"/>
                  </a:lnTo>
                  <a:lnTo>
                    <a:pt x="9477" y="20756"/>
                  </a:lnTo>
                  <a:lnTo>
                    <a:pt x="9378" y="20594"/>
                  </a:lnTo>
                  <a:lnTo>
                    <a:pt x="9677" y="20514"/>
                  </a:lnTo>
                  <a:lnTo>
                    <a:pt x="10276" y="20433"/>
                  </a:lnTo>
                  <a:close/>
                  <a:moveTo>
                    <a:pt x="8980" y="20675"/>
                  </a:moveTo>
                  <a:lnTo>
                    <a:pt x="9079" y="20956"/>
                  </a:lnTo>
                  <a:lnTo>
                    <a:pt x="9178" y="21077"/>
                  </a:lnTo>
                  <a:lnTo>
                    <a:pt x="9279" y="21198"/>
                  </a:lnTo>
                  <a:lnTo>
                    <a:pt x="8829" y="21198"/>
                  </a:lnTo>
                  <a:lnTo>
                    <a:pt x="8829" y="21077"/>
                  </a:lnTo>
                  <a:lnTo>
                    <a:pt x="8729" y="21036"/>
                  </a:lnTo>
                  <a:lnTo>
                    <a:pt x="8679" y="21036"/>
                  </a:lnTo>
                  <a:lnTo>
                    <a:pt x="8580" y="21077"/>
                  </a:lnTo>
                  <a:lnTo>
                    <a:pt x="8530" y="21077"/>
                  </a:lnTo>
                  <a:lnTo>
                    <a:pt x="8430" y="21036"/>
                  </a:lnTo>
                  <a:lnTo>
                    <a:pt x="8380" y="20916"/>
                  </a:lnTo>
                  <a:lnTo>
                    <a:pt x="8331" y="20756"/>
                  </a:lnTo>
                  <a:lnTo>
                    <a:pt x="8980" y="20675"/>
                  </a:lnTo>
                  <a:close/>
                  <a:moveTo>
                    <a:pt x="13768" y="0"/>
                  </a:moveTo>
                  <a:lnTo>
                    <a:pt x="13219" y="41"/>
                  </a:lnTo>
                  <a:lnTo>
                    <a:pt x="12671" y="121"/>
                  </a:lnTo>
                  <a:lnTo>
                    <a:pt x="11972" y="241"/>
                  </a:lnTo>
                  <a:lnTo>
                    <a:pt x="11274" y="442"/>
                  </a:lnTo>
                  <a:lnTo>
                    <a:pt x="9926" y="805"/>
                  </a:lnTo>
                  <a:lnTo>
                    <a:pt x="7234" y="1649"/>
                  </a:lnTo>
                  <a:lnTo>
                    <a:pt x="4590" y="2494"/>
                  </a:lnTo>
                  <a:lnTo>
                    <a:pt x="3292" y="2937"/>
                  </a:lnTo>
                  <a:lnTo>
                    <a:pt x="2644" y="3178"/>
                  </a:lnTo>
                  <a:lnTo>
                    <a:pt x="2045" y="3419"/>
                  </a:lnTo>
                  <a:lnTo>
                    <a:pt x="1696" y="3620"/>
                  </a:lnTo>
                  <a:lnTo>
                    <a:pt x="1297" y="3822"/>
                  </a:lnTo>
                  <a:lnTo>
                    <a:pt x="948" y="4103"/>
                  </a:lnTo>
                  <a:lnTo>
                    <a:pt x="598" y="4384"/>
                  </a:lnTo>
                  <a:lnTo>
                    <a:pt x="299" y="4706"/>
                  </a:lnTo>
                  <a:lnTo>
                    <a:pt x="99" y="5068"/>
                  </a:lnTo>
                  <a:lnTo>
                    <a:pt x="50" y="5229"/>
                  </a:lnTo>
                  <a:lnTo>
                    <a:pt x="50" y="5591"/>
                  </a:lnTo>
                  <a:lnTo>
                    <a:pt x="99" y="5751"/>
                  </a:lnTo>
                  <a:lnTo>
                    <a:pt x="0" y="5792"/>
                  </a:lnTo>
                  <a:lnTo>
                    <a:pt x="0" y="5833"/>
                  </a:lnTo>
                  <a:lnTo>
                    <a:pt x="50" y="6275"/>
                  </a:lnTo>
                  <a:lnTo>
                    <a:pt x="200" y="6636"/>
                  </a:lnTo>
                  <a:lnTo>
                    <a:pt x="598" y="7441"/>
                  </a:lnTo>
                  <a:lnTo>
                    <a:pt x="1447" y="9211"/>
                  </a:lnTo>
                  <a:lnTo>
                    <a:pt x="3192" y="12791"/>
                  </a:lnTo>
                  <a:lnTo>
                    <a:pt x="3990" y="14601"/>
                  </a:lnTo>
                  <a:lnTo>
                    <a:pt x="4788" y="16452"/>
                  </a:lnTo>
                  <a:lnTo>
                    <a:pt x="5536" y="18261"/>
                  </a:lnTo>
                  <a:lnTo>
                    <a:pt x="5837" y="19106"/>
                  </a:lnTo>
                  <a:lnTo>
                    <a:pt x="6035" y="19548"/>
                  </a:lnTo>
                  <a:lnTo>
                    <a:pt x="6136" y="19790"/>
                  </a:lnTo>
                  <a:lnTo>
                    <a:pt x="6286" y="19991"/>
                  </a:lnTo>
                  <a:lnTo>
                    <a:pt x="6335" y="20233"/>
                  </a:lnTo>
                  <a:lnTo>
                    <a:pt x="6435" y="20433"/>
                  </a:lnTo>
                  <a:lnTo>
                    <a:pt x="6535" y="20594"/>
                  </a:lnTo>
                  <a:lnTo>
                    <a:pt x="6684" y="20756"/>
                  </a:lnTo>
                  <a:lnTo>
                    <a:pt x="6834" y="20916"/>
                  </a:lnTo>
                  <a:lnTo>
                    <a:pt x="7034" y="21077"/>
                  </a:lnTo>
                  <a:lnTo>
                    <a:pt x="7482" y="21278"/>
                  </a:lnTo>
                  <a:lnTo>
                    <a:pt x="7931" y="21439"/>
                  </a:lnTo>
                  <a:lnTo>
                    <a:pt x="8481" y="21559"/>
                  </a:lnTo>
                  <a:lnTo>
                    <a:pt x="8980" y="21600"/>
                  </a:lnTo>
                  <a:lnTo>
                    <a:pt x="9528" y="21600"/>
                  </a:lnTo>
                  <a:lnTo>
                    <a:pt x="10176" y="21520"/>
                  </a:lnTo>
                  <a:lnTo>
                    <a:pt x="10775" y="21399"/>
                  </a:lnTo>
                  <a:lnTo>
                    <a:pt x="12022" y="21036"/>
                  </a:lnTo>
                  <a:lnTo>
                    <a:pt x="15065" y="20112"/>
                  </a:lnTo>
                  <a:lnTo>
                    <a:pt x="17958" y="19267"/>
                  </a:lnTo>
                  <a:lnTo>
                    <a:pt x="18807" y="18986"/>
                  </a:lnTo>
                  <a:lnTo>
                    <a:pt x="19605" y="18663"/>
                  </a:lnTo>
                  <a:lnTo>
                    <a:pt x="19755" y="18663"/>
                  </a:lnTo>
                  <a:lnTo>
                    <a:pt x="19954" y="18583"/>
                  </a:lnTo>
                  <a:lnTo>
                    <a:pt x="20003" y="18502"/>
                  </a:lnTo>
                  <a:lnTo>
                    <a:pt x="20003" y="18463"/>
                  </a:lnTo>
                  <a:lnTo>
                    <a:pt x="20254" y="18302"/>
                  </a:lnTo>
                  <a:lnTo>
                    <a:pt x="20652" y="18020"/>
                  </a:lnTo>
                  <a:lnTo>
                    <a:pt x="20951" y="17658"/>
                  </a:lnTo>
                  <a:lnTo>
                    <a:pt x="21151" y="17296"/>
                  </a:lnTo>
                  <a:lnTo>
                    <a:pt x="21351" y="16894"/>
                  </a:lnTo>
                  <a:lnTo>
                    <a:pt x="21450" y="16491"/>
                  </a:lnTo>
                  <a:lnTo>
                    <a:pt x="21501" y="16049"/>
                  </a:lnTo>
                  <a:lnTo>
                    <a:pt x="21550" y="15205"/>
                  </a:lnTo>
                  <a:lnTo>
                    <a:pt x="21600" y="15164"/>
                  </a:lnTo>
                  <a:lnTo>
                    <a:pt x="21600" y="15084"/>
                  </a:lnTo>
                  <a:lnTo>
                    <a:pt x="21550" y="14882"/>
                  </a:lnTo>
                  <a:lnTo>
                    <a:pt x="21501" y="14682"/>
                  </a:lnTo>
                  <a:lnTo>
                    <a:pt x="21301" y="14320"/>
                  </a:lnTo>
                  <a:lnTo>
                    <a:pt x="20852" y="13354"/>
                  </a:lnTo>
                  <a:lnTo>
                    <a:pt x="20003" y="11584"/>
                  </a:lnTo>
                  <a:lnTo>
                    <a:pt x="18358" y="7964"/>
                  </a:lnTo>
                  <a:lnTo>
                    <a:pt x="16761" y="4345"/>
                  </a:lnTo>
                  <a:lnTo>
                    <a:pt x="16013" y="2534"/>
                  </a:lnTo>
                  <a:lnTo>
                    <a:pt x="15565" y="1569"/>
                  </a:lnTo>
                  <a:lnTo>
                    <a:pt x="15464" y="1287"/>
                  </a:lnTo>
                  <a:lnTo>
                    <a:pt x="15514" y="1126"/>
                  </a:lnTo>
                  <a:lnTo>
                    <a:pt x="15514" y="1006"/>
                  </a:lnTo>
                  <a:lnTo>
                    <a:pt x="15464" y="844"/>
                  </a:lnTo>
                  <a:lnTo>
                    <a:pt x="15365" y="684"/>
                  </a:lnTo>
                  <a:lnTo>
                    <a:pt x="15165" y="442"/>
                  </a:lnTo>
                  <a:lnTo>
                    <a:pt x="14815" y="241"/>
                  </a:lnTo>
                  <a:lnTo>
                    <a:pt x="14566" y="121"/>
                  </a:lnTo>
                  <a:lnTo>
                    <a:pt x="14316" y="41"/>
                  </a:lnTo>
                  <a:lnTo>
                    <a:pt x="14067"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961" name="Google Shape;331;p6"/>
            <p:cNvSpPr/>
            <p:nvPr/>
          </p:nvSpPr>
          <p:spPr>
            <a:xfrm>
              <a:off x="1279615" y="2693805"/>
              <a:ext cx="516674" cy="58822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552" y="0"/>
                  </a:moveTo>
                  <a:lnTo>
                    <a:pt x="14451" y="44"/>
                  </a:lnTo>
                  <a:lnTo>
                    <a:pt x="14247" y="267"/>
                  </a:lnTo>
                  <a:lnTo>
                    <a:pt x="14095" y="534"/>
                  </a:lnTo>
                  <a:lnTo>
                    <a:pt x="13842" y="1068"/>
                  </a:lnTo>
                  <a:lnTo>
                    <a:pt x="13588" y="1781"/>
                  </a:lnTo>
                  <a:lnTo>
                    <a:pt x="13386" y="2538"/>
                  </a:lnTo>
                  <a:lnTo>
                    <a:pt x="13386" y="2671"/>
                  </a:lnTo>
                  <a:lnTo>
                    <a:pt x="13436" y="2805"/>
                  </a:lnTo>
                  <a:lnTo>
                    <a:pt x="13538" y="2850"/>
                  </a:lnTo>
                  <a:lnTo>
                    <a:pt x="13639" y="2895"/>
                  </a:lnTo>
                  <a:lnTo>
                    <a:pt x="13740" y="2938"/>
                  </a:lnTo>
                  <a:lnTo>
                    <a:pt x="13892" y="2895"/>
                  </a:lnTo>
                  <a:lnTo>
                    <a:pt x="13995" y="2805"/>
                  </a:lnTo>
                  <a:lnTo>
                    <a:pt x="14095" y="2716"/>
                  </a:lnTo>
                  <a:lnTo>
                    <a:pt x="14147" y="2494"/>
                  </a:lnTo>
                  <a:lnTo>
                    <a:pt x="14147" y="2404"/>
                  </a:lnTo>
                  <a:lnTo>
                    <a:pt x="14451" y="1381"/>
                  </a:lnTo>
                  <a:lnTo>
                    <a:pt x="14704" y="756"/>
                  </a:lnTo>
                  <a:lnTo>
                    <a:pt x="14755" y="444"/>
                  </a:lnTo>
                  <a:lnTo>
                    <a:pt x="14806" y="134"/>
                  </a:lnTo>
                  <a:lnTo>
                    <a:pt x="14755" y="44"/>
                  </a:lnTo>
                  <a:lnTo>
                    <a:pt x="14654" y="0"/>
                  </a:lnTo>
                  <a:close/>
                  <a:moveTo>
                    <a:pt x="4918" y="1247"/>
                  </a:moveTo>
                  <a:lnTo>
                    <a:pt x="4867" y="1291"/>
                  </a:lnTo>
                  <a:lnTo>
                    <a:pt x="4816" y="1336"/>
                  </a:lnTo>
                  <a:lnTo>
                    <a:pt x="4816" y="1381"/>
                  </a:lnTo>
                  <a:lnTo>
                    <a:pt x="4918" y="1603"/>
                  </a:lnTo>
                  <a:lnTo>
                    <a:pt x="5070" y="1781"/>
                  </a:lnTo>
                  <a:lnTo>
                    <a:pt x="5374" y="2137"/>
                  </a:lnTo>
                  <a:lnTo>
                    <a:pt x="5679" y="2494"/>
                  </a:lnTo>
                  <a:lnTo>
                    <a:pt x="6034" y="2850"/>
                  </a:lnTo>
                  <a:lnTo>
                    <a:pt x="6186" y="3162"/>
                  </a:lnTo>
                  <a:lnTo>
                    <a:pt x="6338" y="3474"/>
                  </a:lnTo>
                  <a:lnTo>
                    <a:pt x="6490" y="3607"/>
                  </a:lnTo>
                  <a:lnTo>
                    <a:pt x="6591" y="3696"/>
                  </a:lnTo>
                  <a:lnTo>
                    <a:pt x="6794" y="3741"/>
                  </a:lnTo>
                  <a:lnTo>
                    <a:pt x="6997" y="3741"/>
                  </a:lnTo>
                  <a:lnTo>
                    <a:pt x="7098" y="3696"/>
                  </a:lnTo>
                  <a:lnTo>
                    <a:pt x="7199" y="3651"/>
                  </a:lnTo>
                  <a:lnTo>
                    <a:pt x="7250" y="3562"/>
                  </a:lnTo>
                  <a:lnTo>
                    <a:pt x="7250" y="3474"/>
                  </a:lnTo>
                  <a:lnTo>
                    <a:pt x="7199" y="3295"/>
                  </a:lnTo>
                  <a:lnTo>
                    <a:pt x="7149" y="3207"/>
                  </a:lnTo>
                  <a:lnTo>
                    <a:pt x="7047" y="3162"/>
                  </a:lnTo>
                  <a:lnTo>
                    <a:pt x="6895" y="3162"/>
                  </a:lnTo>
                  <a:lnTo>
                    <a:pt x="6895" y="3028"/>
                  </a:lnTo>
                  <a:lnTo>
                    <a:pt x="6845" y="2895"/>
                  </a:lnTo>
                  <a:lnTo>
                    <a:pt x="6642" y="2583"/>
                  </a:lnTo>
                  <a:lnTo>
                    <a:pt x="6389" y="2270"/>
                  </a:lnTo>
                  <a:lnTo>
                    <a:pt x="6084" y="1960"/>
                  </a:lnTo>
                  <a:lnTo>
                    <a:pt x="5730" y="1691"/>
                  </a:lnTo>
                  <a:lnTo>
                    <a:pt x="5374" y="1424"/>
                  </a:lnTo>
                  <a:lnTo>
                    <a:pt x="4968" y="1247"/>
                  </a:lnTo>
                  <a:close/>
                  <a:moveTo>
                    <a:pt x="21195" y="4854"/>
                  </a:moveTo>
                  <a:lnTo>
                    <a:pt x="21093" y="4898"/>
                  </a:lnTo>
                  <a:lnTo>
                    <a:pt x="20992" y="4988"/>
                  </a:lnTo>
                  <a:lnTo>
                    <a:pt x="20840" y="5076"/>
                  </a:lnTo>
                  <a:lnTo>
                    <a:pt x="20688" y="5166"/>
                  </a:lnTo>
                  <a:lnTo>
                    <a:pt x="20484" y="5255"/>
                  </a:lnTo>
                  <a:lnTo>
                    <a:pt x="20281" y="5255"/>
                  </a:lnTo>
                  <a:lnTo>
                    <a:pt x="20079" y="5344"/>
                  </a:lnTo>
                  <a:lnTo>
                    <a:pt x="20028" y="5388"/>
                  </a:lnTo>
                  <a:lnTo>
                    <a:pt x="19977" y="5522"/>
                  </a:lnTo>
                  <a:lnTo>
                    <a:pt x="19927" y="5567"/>
                  </a:lnTo>
                  <a:lnTo>
                    <a:pt x="19876" y="5611"/>
                  </a:lnTo>
                  <a:lnTo>
                    <a:pt x="19673" y="5744"/>
                  </a:lnTo>
                  <a:lnTo>
                    <a:pt x="19268" y="5878"/>
                  </a:lnTo>
                  <a:lnTo>
                    <a:pt x="18964" y="6056"/>
                  </a:lnTo>
                  <a:lnTo>
                    <a:pt x="18710" y="6280"/>
                  </a:lnTo>
                  <a:lnTo>
                    <a:pt x="18658" y="6368"/>
                  </a:lnTo>
                  <a:lnTo>
                    <a:pt x="18658" y="6457"/>
                  </a:lnTo>
                  <a:lnTo>
                    <a:pt x="18761" y="6502"/>
                  </a:lnTo>
                  <a:lnTo>
                    <a:pt x="19116" y="6502"/>
                  </a:lnTo>
                  <a:lnTo>
                    <a:pt x="19369" y="6457"/>
                  </a:lnTo>
                  <a:lnTo>
                    <a:pt x="19876" y="6280"/>
                  </a:lnTo>
                  <a:lnTo>
                    <a:pt x="20281" y="6101"/>
                  </a:lnTo>
                  <a:lnTo>
                    <a:pt x="20433" y="6013"/>
                  </a:lnTo>
                  <a:lnTo>
                    <a:pt x="20536" y="5834"/>
                  </a:lnTo>
                  <a:lnTo>
                    <a:pt x="20840" y="5789"/>
                  </a:lnTo>
                  <a:lnTo>
                    <a:pt x="21093" y="5656"/>
                  </a:lnTo>
                  <a:lnTo>
                    <a:pt x="21245" y="5701"/>
                  </a:lnTo>
                  <a:lnTo>
                    <a:pt x="21347" y="5701"/>
                  </a:lnTo>
                  <a:lnTo>
                    <a:pt x="21499" y="5611"/>
                  </a:lnTo>
                  <a:lnTo>
                    <a:pt x="21600" y="5522"/>
                  </a:lnTo>
                  <a:lnTo>
                    <a:pt x="21600" y="5433"/>
                  </a:lnTo>
                  <a:lnTo>
                    <a:pt x="21549" y="5300"/>
                  </a:lnTo>
                  <a:lnTo>
                    <a:pt x="21600" y="5255"/>
                  </a:lnTo>
                  <a:lnTo>
                    <a:pt x="21600" y="5166"/>
                  </a:lnTo>
                  <a:lnTo>
                    <a:pt x="21549" y="5076"/>
                  </a:lnTo>
                  <a:lnTo>
                    <a:pt x="21499" y="4988"/>
                  </a:lnTo>
                  <a:lnTo>
                    <a:pt x="21397" y="4898"/>
                  </a:lnTo>
                  <a:lnTo>
                    <a:pt x="21296" y="4898"/>
                  </a:lnTo>
                  <a:lnTo>
                    <a:pt x="21195" y="4854"/>
                  </a:lnTo>
                  <a:close/>
                  <a:moveTo>
                    <a:pt x="3092" y="9041"/>
                  </a:moveTo>
                  <a:lnTo>
                    <a:pt x="2940" y="9086"/>
                  </a:lnTo>
                  <a:lnTo>
                    <a:pt x="1469" y="9664"/>
                  </a:lnTo>
                  <a:lnTo>
                    <a:pt x="658" y="9976"/>
                  </a:lnTo>
                  <a:lnTo>
                    <a:pt x="354" y="10154"/>
                  </a:lnTo>
                  <a:lnTo>
                    <a:pt x="202" y="10288"/>
                  </a:lnTo>
                  <a:lnTo>
                    <a:pt x="152" y="10243"/>
                  </a:lnTo>
                  <a:lnTo>
                    <a:pt x="101" y="10243"/>
                  </a:lnTo>
                  <a:lnTo>
                    <a:pt x="0" y="10333"/>
                  </a:lnTo>
                  <a:lnTo>
                    <a:pt x="0" y="10421"/>
                  </a:lnTo>
                  <a:lnTo>
                    <a:pt x="50" y="10466"/>
                  </a:lnTo>
                  <a:lnTo>
                    <a:pt x="152" y="10555"/>
                  </a:lnTo>
                  <a:lnTo>
                    <a:pt x="304" y="10600"/>
                  </a:lnTo>
                  <a:lnTo>
                    <a:pt x="506" y="10555"/>
                  </a:lnTo>
                  <a:lnTo>
                    <a:pt x="709" y="10510"/>
                  </a:lnTo>
                  <a:lnTo>
                    <a:pt x="1116" y="10376"/>
                  </a:lnTo>
                  <a:lnTo>
                    <a:pt x="1420" y="10288"/>
                  </a:lnTo>
                  <a:lnTo>
                    <a:pt x="3295" y="9575"/>
                  </a:lnTo>
                  <a:lnTo>
                    <a:pt x="3396" y="9530"/>
                  </a:lnTo>
                  <a:lnTo>
                    <a:pt x="3499" y="9441"/>
                  </a:lnTo>
                  <a:lnTo>
                    <a:pt x="3499" y="9308"/>
                  </a:lnTo>
                  <a:lnTo>
                    <a:pt x="3447" y="9219"/>
                  </a:lnTo>
                  <a:lnTo>
                    <a:pt x="3347" y="9129"/>
                  </a:lnTo>
                  <a:lnTo>
                    <a:pt x="3244" y="9086"/>
                  </a:lnTo>
                  <a:lnTo>
                    <a:pt x="3092" y="9041"/>
                  </a:lnTo>
                  <a:close/>
                  <a:moveTo>
                    <a:pt x="9228" y="9486"/>
                  </a:moveTo>
                  <a:lnTo>
                    <a:pt x="9126" y="9575"/>
                  </a:lnTo>
                  <a:lnTo>
                    <a:pt x="9126" y="9797"/>
                  </a:lnTo>
                  <a:lnTo>
                    <a:pt x="9582" y="10288"/>
                  </a:lnTo>
                  <a:lnTo>
                    <a:pt x="9736" y="10555"/>
                  </a:lnTo>
                  <a:lnTo>
                    <a:pt x="9888" y="10822"/>
                  </a:lnTo>
                  <a:lnTo>
                    <a:pt x="9989" y="10867"/>
                  </a:lnTo>
                  <a:lnTo>
                    <a:pt x="10040" y="10910"/>
                  </a:lnTo>
                  <a:lnTo>
                    <a:pt x="10242" y="10910"/>
                  </a:lnTo>
                  <a:lnTo>
                    <a:pt x="10496" y="10777"/>
                  </a:lnTo>
                  <a:lnTo>
                    <a:pt x="10749" y="10643"/>
                  </a:lnTo>
                  <a:lnTo>
                    <a:pt x="10952" y="10466"/>
                  </a:lnTo>
                  <a:lnTo>
                    <a:pt x="10952" y="10510"/>
                  </a:lnTo>
                  <a:lnTo>
                    <a:pt x="11053" y="10643"/>
                  </a:lnTo>
                  <a:lnTo>
                    <a:pt x="11155" y="10777"/>
                  </a:lnTo>
                  <a:lnTo>
                    <a:pt x="11307" y="10867"/>
                  </a:lnTo>
                  <a:lnTo>
                    <a:pt x="11509" y="10955"/>
                  </a:lnTo>
                  <a:lnTo>
                    <a:pt x="11864" y="11000"/>
                  </a:lnTo>
                  <a:lnTo>
                    <a:pt x="12119" y="11000"/>
                  </a:lnTo>
                  <a:lnTo>
                    <a:pt x="12372" y="10910"/>
                  </a:lnTo>
                  <a:lnTo>
                    <a:pt x="12828" y="10733"/>
                  </a:lnTo>
                  <a:lnTo>
                    <a:pt x="13284" y="10510"/>
                  </a:lnTo>
                  <a:lnTo>
                    <a:pt x="13436" y="10376"/>
                  </a:lnTo>
                  <a:lnTo>
                    <a:pt x="13487" y="10288"/>
                  </a:lnTo>
                  <a:lnTo>
                    <a:pt x="13487" y="10154"/>
                  </a:lnTo>
                  <a:lnTo>
                    <a:pt x="13386" y="10021"/>
                  </a:lnTo>
                  <a:lnTo>
                    <a:pt x="13335" y="9976"/>
                  </a:lnTo>
                  <a:lnTo>
                    <a:pt x="13081" y="9976"/>
                  </a:lnTo>
                  <a:lnTo>
                    <a:pt x="13031" y="10065"/>
                  </a:lnTo>
                  <a:lnTo>
                    <a:pt x="12777" y="10243"/>
                  </a:lnTo>
                  <a:lnTo>
                    <a:pt x="12423" y="10376"/>
                  </a:lnTo>
                  <a:lnTo>
                    <a:pt x="12119" y="10466"/>
                  </a:lnTo>
                  <a:lnTo>
                    <a:pt x="11864" y="10510"/>
                  </a:lnTo>
                  <a:lnTo>
                    <a:pt x="11712" y="10510"/>
                  </a:lnTo>
                  <a:lnTo>
                    <a:pt x="11611" y="10466"/>
                  </a:lnTo>
                  <a:lnTo>
                    <a:pt x="11560" y="10421"/>
                  </a:lnTo>
                  <a:lnTo>
                    <a:pt x="11509" y="10376"/>
                  </a:lnTo>
                  <a:lnTo>
                    <a:pt x="11408" y="10021"/>
                  </a:lnTo>
                  <a:lnTo>
                    <a:pt x="11307" y="9887"/>
                  </a:lnTo>
                  <a:lnTo>
                    <a:pt x="11155" y="9842"/>
                  </a:lnTo>
                  <a:lnTo>
                    <a:pt x="11003" y="9842"/>
                  </a:lnTo>
                  <a:lnTo>
                    <a:pt x="10901" y="9887"/>
                  </a:lnTo>
                  <a:lnTo>
                    <a:pt x="10698" y="10021"/>
                  </a:lnTo>
                  <a:lnTo>
                    <a:pt x="10546" y="10199"/>
                  </a:lnTo>
                  <a:lnTo>
                    <a:pt x="10242" y="10376"/>
                  </a:lnTo>
                  <a:lnTo>
                    <a:pt x="10040" y="10154"/>
                  </a:lnTo>
                  <a:lnTo>
                    <a:pt x="9837" y="9931"/>
                  </a:lnTo>
                  <a:lnTo>
                    <a:pt x="9633" y="9708"/>
                  </a:lnTo>
                  <a:lnTo>
                    <a:pt x="9380" y="9530"/>
                  </a:lnTo>
                  <a:lnTo>
                    <a:pt x="9278" y="9486"/>
                  </a:lnTo>
                  <a:close/>
                  <a:moveTo>
                    <a:pt x="17797" y="13361"/>
                  </a:moveTo>
                  <a:lnTo>
                    <a:pt x="17696" y="13406"/>
                  </a:lnTo>
                  <a:lnTo>
                    <a:pt x="17645" y="13449"/>
                  </a:lnTo>
                  <a:lnTo>
                    <a:pt x="17645" y="13539"/>
                  </a:lnTo>
                  <a:lnTo>
                    <a:pt x="17594" y="13628"/>
                  </a:lnTo>
                  <a:lnTo>
                    <a:pt x="17645" y="13716"/>
                  </a:lnTo>
                  <a:lnTo>
                    <a:pt x="17949" y="14207"/>
                  </a:lnTo>
                  <a:lnTo>
                    <a:pt x="18354" y="14653"/>
                  </a:lnTo>
                  <a:lnTo>
                    <a:pt x="18658" y="15053"/>
                  </a:lnTo>
                  <a:lnTo>
                    <a:pt x="18862" y="15187"/>
                  </a:lnTo>
                  <a:lnTo>
                    <a:pt x="19116" y="15320"/>
                  </a:lnTo>
                  <a:lnTo>
                    <a:pt x="19318" y="15320"/>
                  </a:lnTo>
                  <a:lnTo>
                    <a:pt x="19369" y="15275"/>
                  </a:lnTo>
                  <a:lnTo>
                    <a:pt x="19470" y="15232"/>
                  </a:lnTo>
                  <a:lnTo>
                    <a:pt x="19572" y="15098"/>
                  </a:lnTo>
                  <a:lnTo>
                    <a:pt x="19572" y="14875"/>
                  </a:lnTo>
                  <a:lnTo>
                    <a:pt x="19521" y="14741"/>
                  </a:lnTo>
                  <a:lnTo>
                    <a:pt x="19470" y="14653"/>
                  </a:lnTo>
                  <a:lnTo>
                    <a:pt x="19420" y="14608"/>
                  </a:lnTo>
                  <a:lnTo>
                    <a:pt x="19217" y="14608"/>
                  </a:lnTo>
                  <a:lnTo>
                    <a:pt x="19116" y="14429"/>
                  </a:lnTo>
                  <a:lnTo>
                    <a:pt x="18761" y="14073"/>
                  </a:lnTo>
                  <a:lnTo>
                    <a:pt x="18405" y="13716"/>
                  </a:lnTo>
                  <a:lnTo>
                    <a:pt x="18050" y="13406"/>
                  </a:lnTo>
                  <a:lnTo>
                    <a:pt x="18000" y="13361"/>
                  </a:lnTo>
                  <a:close/>
                  <a:moveTo>
                    <a:pt x="11307" y="3874"/>
                  </a:moveTo>
                  <a:lnTo>
                    <a:pt x="11763" y="3918"/>
                  </a:lnTo>
                  <a:lnTo>
                    <a:pt x="12271" y="3963"/>
                  </a:lnTo>
                  <a:lnTo>
                    <a:pt x="12727" y="4053"/>
                  </a:lnTo>
                  <a:lnTo>
                    <a:pt x="13183" y="4142"/>
                  </a:lnTo>
                  <a:lnTo>
                    <a:pt x="13639" y="4275"/>
                  </a:lnTo>
                  <a:lnTo>
                    <a:pt x="14095" y="4454"/>
                  </a:lnTo>
                  <a:lnTo>
                    <a:pt x="14552" y="4676"/>
                  </a:lnTo>
                  <a:lnTo>
                    <a:pt x="14958" y="4898"/>
                  </a:lnTo>
                  <a:lnTo>
                    <a:pt x="15312" y="5166"/>
                  </a:lnTo>
                  <a:lnTo>
                    <a:pt x="15667" y="5433"/>
                  </a:lnTo>
                  <a:lnTo>
                    <a:pt x="16022" y="5744"/>
                  </a:lnTo>
                  <a:lnTo>
                    <a:pt x="16326" y="6056"/>
                  </a:lnTo>
                  <a:lnTo>
                    <a:pt x="16581" y="6457"/>
                  </a:lnTo>
                  <a:lnTo>
                    <a:pt x="16783" y="6769"/>
                  </a:lnTo>
                  <a:lnTo>
                    <a:pt x="16935" y="7126"/>
                  </a:lnTo>
                  <a:lnTo>
                    <a:pt x="17087" y="7527"/>
                  </a:lnTo>
                  <a:lnTo>
                    <a:pt x="17189" y="7927"/>
                  </a:lnTo>
                  <a:lnTo>
                    <a:pt x="17290" y="8283"/>
                  </a:lnTo>
                  <a:lnTo>
                    <a:pt x="17290" y="9086"/>
                  </a:lnTo>
                  <a:lnTo>
                    <a:pt x="17239" y="9486"/>
                  </a:lnTo>
                  <a:lnTo>
                    <a:pt x="17138" y="9887"/>
                  </a:lnTo>
                  <a:lnTo>
                    <a:pt x="16986" y="10333"/>
                  </a:lnTo>
                  <a:lnTo>
                    <a:pt x="16783" y="10688"/>
                  </a:lnTo>
                  <a:lnTo>
                    <a:pt x="16581" y="11089"/>
                  </a:lnTo>
                  <a:lnTo>
                    <a:pt x="16326" y="11446"/>
                  </a:lnTo>
                  <a:lnTo>
                    <a:pt x="16022" y="11802"/>
                  </a:lnTo>
                  <a:lnTo>
                    <a:pt x="15363" y="12469"/>
                  </a:lnTo>
                  <a:lnTo>
                    <a:pt x="14299" y="13494"/>
                  </a:lnTo>
                  <a:lnTo>
                    <a:pt x="13740" y="14028"/>
                  </a:lnTo>
                  <a:lnTo>
                    <a:pt x="13234" y="14608"/>
                  </a:lnTo>
                  <a:lnTo>
                    <a:pt x="12828" y="15187"/>
                  </a:lnTo>
                  <a:lnTo>
                    <a:pt x="12423" y="15810"/>
                  </a:lnTo>
                  <a:lnTo>
                    <a:pt x="12321" y="16122"/>
                  </a:lnTo>
                  <a:lnTo>
                    <a:pt x="12168" y="16479"/>
                  </a:lnTo>
                  <a:lnTo>
                    <a:pt x="12119" y="16789"/>
                  </a:lnTo>
                  <a:lnTo>
                    <a:pt x="12068" y="17146"/>
                  </a:lnTo>
                  <a:lnTo>
                    <a:pt x="11357" y="17013"/>
                  </a:lnTo>
                  <a:lnTo>
                    <a:pt x="10648" y="16923"/>
                  </a:lnTo>
                  <a:lnTo>
                    <a:pt x="11864" y="14162"/>
                  </a:lnTo>
                  <a:lnTo>
                    <a:pt x="12524" y="12648"/>
                  </a:lnTo>
                  <a:lnTo>
                    <a:pt x="12879" y="11935"/>
                  </a:lnTo>
                  <a:lnTo>
                    <a:pt x="12980" y="11579"/>
                  </a:lnTo>
                  <a:lnTo>
                    <a:pt x="12980" y="11401"/>
                  </a:lnTo>
                  <a:lnTo>
                    <a:pt x="12929" y="11223"/>
                  </a:lnTo>
                  <a:lnTo>
                    <a:pt x="12879" y="11179"/>
                  </a:lnTo>
                  <a:lnTo>
                    <a:pt x="12828" y="11179"/>
                  </a:lnTo>
                  <a:lnTo>
                    <a:pt x="12676" y="11267"/>
                  </a:lnTo>
                  <a:lnTo>
                    <a:pt x="12575" y="11401"/>
                  </a:lnTo>
                  <a:lnTo>
                    <a:pt x="12423" y="11668"/>
                  </a:lnTo>
                  <a:lnTo>
                    <a:pt x="12119" y="12247"/>
                  </a:lnTo>
                  <a:lnTo>
                    <a:pt x="11357" y="13895"/>
                  </a:lnTo>
                  <a:lnTo>
                    <a:pt x="10141" y="16656"/>
                  </a:lnTo>
                  <a:lnTo>
                    <a:pt x="9989" y="16879"/>
                  </a:lnTo>
                  <a:lnTo>
                    <a:pt x="9633" y="16789"/>
                  </a:lnTo>
                  <a:lnTo>
                    <a:pt x="8873" y="16612"/>
                  </a:lnTo>
                  <a:lnTo>
                    <a:pt x="8873" y="16567"/>
                  </a:lnTo>
                  <a:lnTo>
                    <a:pt x="8974" y="16255"/>
                  </a:lnTo>
                  <a:lnTo>
                    <a:pt x="9025" y="15899"/>
                  </a:lnTo>
                  <a:lnTo>
                    <a:pt x="9025" y="15232"/>
                  </a:lnTo>
                  <a:lnTo>
                    <a:pt x="9126" y="13806"/>
                  </a:lnTo>
                  <a:lnTo>
                    <a:pt x="9228" y="12292"/>
                  </a:lnTo>
                  <a:lnTo>
                    <a:pt x="9278" y="11535"/>
                  </a:lnTo>
                  <a:lnTo>
                    <a:pt x="9228" y="10777"/>
                  </a:lnTo>
                  <a:lnTo>
                    <a:pt x="9228" y="10688"/>
                  </a:lnTo>
                  <a:lnTo>
                    <a:pt x="9177" y="10643"/>
                  </a:lnTo>
                  <a:lnTo>
                    <a:pt x="9025" y="10555"/>
                  </a:lnTo>
                  <a:lnTo>
                    <a:pt x="8873" y="10600"/>
                  </a:lnTo>
                  <a:lnTo>
                    <a:pt x="8822" y="10643"/>
                  </a:lnTo>
                  <a:lnTo>
                    <a:pt x="8772" y="10733"/>
                  </a:lnTo>
                  <a:lnTo>
                    <a:pt x="8670" y="11401"/>
                  </a:lnTo>
                  <a:lnTo>
                    <a:pt x="8620" y="12114"/>
                  </a:lnTo>
                  <a:lnTo>
                    <a:pt x="8569" y="13494"/>
                  </a:lnTo>
                  <a:lnTo>
                    <a:pt x="8417" y="14920"/>
                  </a:lnTo>
                  <a:lnTo>
                    <a:pt x="8315" y="15676"/>
                  </a:lnTo>
                  <a:lnTo>
                    <a:pt x="8315" y="16434"/>
                  </a:lnTo>
                  <a:lnTo>
                    <a:pt x="7657" y="16212"/>
                  </a:lnTo>
                  <a:lnTo>
                    <a:pt x="7047" y="16033"/>
                  </a:lnTo>
                  <a:lnTo>
                    <a:pt x="6389" y="15943"/>
                  </a:lnTo>
                  <a:lnTo>
                    <a:pt x="5779" y="15943"/>
                  </a:lnTo>
                  <a:lnTo>
                    <a:pt x="5983" y="15632"/>
                  </a:lnTo>
                  <a:lnTo>
                    <a:pt x="6135" y="15320"/>
                  </a:lnTo>
                  <a:lnTo>
                    <a:pt x="6287" y="15008"/>
                  </a:lnTo>
                  <a:lnTo>
                    <a:pt x="6389" y="14653"/>
                  </a:lnTo>
                  <a:lnTo>
                    <a:pt x="6490" y="13940"/>
                  </a:lnTo>
                  <a:lnTo>
                    <a:pt x="6490" y="13227"/>
                  </a:lnTo>
                  <a:lnTo>
                    <a:pt x="6389" y="12336"/>
                  </a:lnTo>
                  <a:lnTo>
                    <a:pt x="6236" y="11446"/>
                  </a:lnTo>
                  <a:lnTo>
                    <a:pt x="6034" y="10555"/>
                  </a:lnTo>
                  <a:lnTo>
                    <a:pt x="5831" y="9664"/>
                  </a:lnTo>
                  <a:lnTo>
                    <a:pt x="5779" y="9219"/>
                  </a:lnTo>
                  <a:lnTo>
                    <a:pt x="5779" y="8283"/>
                  </a:lnTo>
                  <a:lnTo>
                    <a:pt x="5831" y="7837"/>
                  </a:lnTo>
                  <a:lnTo>
                    <a:pt x="5931" y="7393"/>
                  </a:lnTo>
                  <a:lnTo>
                    <a:pt x="6135" y="6992"/>
                  </a:lnTo>
                  <a:lnTo>
                    <a:pt x="6338" y="6590"/>
                  </a:lnTo>
                  <a:lnTo>
                    <a:pt x="6591" y="6146"/>
                  </a:lnTo>
                  <a:lnTo>
                    <a:pt x="6946" y="5789"/>
                  </a:lnTo>
                  <a:lnTo>
                    <a:pt x="7250" y="5433"/>
                  </a:lnTo>
                  <a:lnTo>
                    <a:pt x="7605" y="5121"/>
                  </a:lnTo>
                  <a:lnTo>
                    <a:pt x="8010" y="4854"/>
                  </a:lnTo>
                  <a:lnTo>
                    <a:pt x="8417" y="4587"/>
                  </a:lnTo>
                  <a:lnTo>
                    <a:pt x="8873" y="4364"/>
                  </a:lnTo>
                  <a:lnTo>
                    <a:pt x="9380" y="4186"/>
                  </a:lnTo>
                  <a:lnTo>
                    <a:pt x="9837" y="4053"/>
                  </a:lnTo>
                  <a:lnTo>
                    <a:pt x="10344" y="3963"/>
                  </a:lnTo>
                  <a:lnTo>
                    <a:pt x="10800" y="3918"/>
                  </a:lnTo>
                  <a:lnTo>
                    <a:pt x="11307" y="3874"/>
                  </a:lnTo>
                  <a:close/>
                  <a:moveTo>
                    <a:pt x="5475" y="16300"/>
                  </a:moveTo>
                  <a:lnTo>
                    <a:pt x="6389" y="16434"/>
                  </a:lnTo>
                  <a:lnTo>
                    <a:pt x="7250" y="16656"/>
                  </a:lnTo>
                  <a:lnTo>
                    <a:pt x="8214" y="16923"/>
                  </a:lnTo>
                  <a:lnTo>
                    <a:pt x="9126" y="17235"/>
                  </a:lnTo>
                  <a:lnTo>
                    <a:pt x="9481" y="17325"/>
                  </a:lnTo>
                  <a:lnTo>
                    <a:pt x="9888" y="17369"/>
                  </a:lnTo>
                  <a:lnTo>
                    <a:pt x="10648" y="17458"/>
                  </a:lnTo>
                  <a:lnTo>
                    <a:pt x="11357" y="17592"/>
                  </a:lnTo>
                  <a:lnTo>
                    <a:pt x="11712" y="17681"/>
                  </a:lnTo>
                  <a:lnTo>
                    <a:pt x="12068" y="17769"/>
                  </a:lnTo>
                  <a:lnTo>
                    <a:pt x="12119" y="17948"/>
                  </a:lnTo>
                  <a:lnTo>
                    <a:pt x="12220" y="18038"/>
                  </a:lnTo>
                  <a:lnTo>
                    <a:pt x="12372" y="18081"/>
                  </a:lnTo>
                  <a:lnTo>
                    <a:pt x="12524" y="18081"/>
                  </a:lnTo>
                  <a:lnTo>
                    <a:pt x="12524" y="18215"/>
                  </a:lnTo>
                  <a:lnTo>
                    <a:pt x="12473" y="18393"/>
                  </a:lnTo>
                  <a:lnTo>
                    <a:pt x="12321" y="18482"/>
                  </a:lnTo>
                  <a:lnTo>
                    <a:pt x="12119" y="18616"/>
                  </a:lnTo>
                  <a:lnTo>
                    <a:pt x="11104" y="18260"/>
                  </a:lnTo>
                  <a:lnTo>
                    <a:pt x="8822" y="17592"/>
                  </a:lnTo>
                  <a:lnTo>
                    <a:pt x="7706" y="17325"/>
                  </a:lnTo>
                  <a:lnTo>
                    <a:pt x="6591" y="17102"/>
                  </a:lnTo>
                  <a:lnTo>
                    <a:pt x="5931" y="17013"/>
                  </a:lnTo>
                  <a:lnTo>
                    <a:pt x="5627" y="17013"/>
                  </a:lnTo>
                  <a:lnTo>
                    <a:pt x="5323" y="17058"/>
                  </a:lnTo>
                  <a:lnTo>
                    <a:pt x="5171" y="17013"/>
                  </a:lnTo>
                  <a:lnTo>
                    <a:pt x="5070" y="16923"/>
                  </a:lnTo>
                  <a:lnTo>
                    <a:pt x="5019" y="16789"/>
                  </a:lnTo>
                  <a:lnTo>
                    <a:pt x="5019" y="16522"/>
                  </a:lnTo>
                  <a:lnTo>
                    <a:pt x="5120" y="16434"/>
                  </a:lnTo>
                  <a:lnTo>
                    <a:pt x="5274" y="16345"/>
                  </a:lnTo>
                  <a:lnTo>
                    <a:pt x="5426" y="16300"/>
                  </a:lnTo>
                  <a:close/>
                  <a:moveTo>
                    <a:pt x="5882" y="19106"/>
                  </a:moveTo>
                  <a:lnTo>
                    <a:pt x="6490" y="19240"/>
                  </a:lnTo>
                  <a:lnTo>
                    <a:pt x="6186" y="19507"/>
                  </a:lnTo>
                  <a:lnTo>
                    <a:pt x="5931" y="19774"/>
                  </a:lnTo>
                  <a:lnTo>
                    <a:pt x="5931" y="19729"/>
                  </a:lnTo>
                  <a:lnTo>
                    <a:pt x="5882" y="19595"/>
                  </a:lnTo>
                  <a:lnTo>
                    <a:pt x="5882" y="19106"/>
                  </a:lnTo>
                  <a:close/>
                  <a:moveTo>
                    <a:pt x="6693" y="19328"/>
                  </a:moveTo>
                  <a:lnTo>
                    <a:pt x="6895" y="19373"/>
                  </a:lnTo>
                  <a:lnTo>
                    <a:pt x="7098" y="19418"/>
                  </a:lnTo>
                  <a:lnTo>
                    <a:pt x="6743" y="19595"/>
                  </a:lnTo>
                  <a:lnTo>
                    <a:pt x="6389" y="19863"/>
                  </a:lnTo>
                  <a:lnTo>
                    <a:pt x="6541" y="19595"/>
                  </a:lnTo>
                  <a:lnTo>
                    <a:pt x="6693" y="19328"/>
                  </a:lnTo>
                  <a:close/>
                  <a:moveTo>
                    <a:pt x="5730" y="17547"/>
                  </a:moveTo>
                  <a:lnTo>
                    <a:pt x="6439" y="17592"/>
                  </a:lnTo>
                  <a:lnTo>
                    <a:pt x="7402" y="17814"/>
                  </a:lnTo>
                  <a:lnTo>
                    <a:pt x="8366" y="18038"/>
                  </a:lnTo>
                  <a:lnTo>
                    <a:pt x="10242" y="18616"/>
                  </a:lnTo>
                  <a:lnTo>
                    <a:pt x="11104" y="18883"/>
                  </a:lnTo>
                  <a:lnTo>
                    <a:pt x="11611" y="19016"/>
                  </a:lnTo>
                  <a:lnTo>
                    <a:pt x="12016" y="19151"/>
                  </a:lnTo>
                  <a:lnTo>
                    <a:pt x="12068" y="19240"/>
                  </a:lnTo>
                  <a:lnTo>
                    <a:pt x="12119" y="19285"/>
                  </a:lnTo>
                  <a:lnTo>
                    <a:pt x="12220" y="19373"/>
                  </a:lnTo>
                  <a:lnTo>
                    <a:pt x="12372" y="19373"/>
                  </a:lnTo>
                  <a:lnTo>
                    <a:pt x="12321" y="19507"/>
                  </a:lnTo>
                  <a:lnTo>
                    <a:pt x="12220" y="19685"/>
                  </a:lnTo>
                  <a:lnTo>
                    <a:pt x="12016" y="19907"/>
                  </a:lnTo>
                  <a:lnTo>
                    <a:pt x="11813" y="20041"/>
                  </a:lnTo>
                  <a:lnTo>
                    <a:pt x="11611" y="20131"/>
                  </a:lnTo>
                  <a:lnTo>
                    <a:pt x="9989" y="19595"/>
                  </a:lnTo>
                  <a:lnTo>
                    <a:pt x="8315" y="19151"/>
                  </a:lnTo>
                  <a:lnTo>
                    <a:pt x="6541" y="18661"/>
                  </a:lnTo>
                  <a:lnTo>
                    <a:pt x="5627" y="18482"/>
                  </a:lnTo>
                  <a:lnTo>
                    <a:pt x="4766" y="18348"/>
                  </a:lnTo>
                  <a:lnTo>
                    <a:pt x="4766" y="18038"/>
                  </a:lnTo>
                  <a:lnTo>
                    <a:pt x="4867" y="17814"/>
                  </a:lnTo>
                  <a:lnTo>
                    <a:pt x="5019" y="17681"/>
                  </a:lnTo>
                  <a:lnTo>
                    <a:pt x="5120" y="17592"/>
                  </a:lnTo>
                  <a:lnTo>
                    <a:pt x="5426" y="17592"/>
                  </a:lnTo>
                  <a:lnTo>
                    <a:pt x="5475" y="17636"/>
                  </a:lnTo>
                  <a:lnTo>
                    <a:pt x="5526" y="17636"/>
                  </a:lnTo>
                  <a:lnTo>
                    <a:pt x="5578" y="17592"/>
                  </a:lnTo>
                  <a:lnTo>
                    <a:pt x="5730" y="17547"/>
                  </a:lnTo>
                  <a:close/>
                  <a:moveTo>
                    <a:pt x="7605" y="19507"/>
                  </a:moveTo>
                  <a:lnTo>
                    <a:pt x="7910" y="19595"/>
                  </a:lnTo>
                  <a:lnTo>
                    <a:pt x="7605" y="19774"/>
                  </a:lnTo>
                  <a:lnTo>
                    <a:pt x="7250" y="19952"/>
                  </a:lnTo>
                  <a:lnTo>
                    <a:pt x="6946" y="20175"/>
                  </a:lnTo>
                  <a:lnTo>
                    <a:pt x="6693" y="20442"/>
                  </a:lnTo>
                  <a:lnTo>
                    <a:pt x="6439" y="20353"/>
                  </a:lnTo>
                  <a:lnTo>
                    <a:pt x="6541" y="20264"/>
                  </a:lnTo>
                  <a:lnTo>
                    <a:pt x="7605" y="19507"/>
                  </a:lnTo>
                  <a:close/>
                  <a:moveTo>
                    <a:pt x="8265" y="19685"/>
                  </a:moveTo>
                  <a:lnTo>
                    <a:pt x="8569" y="19774"/>
                  </a:lnTo>
                  <a:lnTo>
                    <a:pt x="8569" y="19819"/>
                  </a:lnTo>
                  <a:lnTo>
                    <a:pt x="8214" y="19952"/>
                  </a:lnTo>
                  <a:lnTo>
                    <a:pt x="7910" y="20131"/>
                  </a:lnTo>
                  <a:lnTo>
                    <a:pt x="7657" y="20308"/>
                  </a:lnTo>
                  <a:lnTo>
                    <a:pt x="7453" y="20575"/>
                  </a:lnTo>
                  <a:lnTo>
                    <a:pt x="7250" y="20532"/>
                  </a:lnTo>
                  <a:lnTo>
                    <a:pt x="7758" y="20086"/>
                  </a:lnTo>
                  <a:lnTo>
                    <a:pt x="8265" y="19685"/>
                  </a:lnTo>
                  <a:close/>
                  <a:moveTo>
                    <a:pt x="8822" y="19863"/>
                  </a:moveTo>
                  <a:lnTo>
                    <a:pt x="9532" y="20086"/>
                  </a:lnTo>
                  <a:lnTo>
                    <a:pt x="8873" y="20398"/>
                  </a:lnTo>
                  <a:lnTo>
                    <a:pt x="8569" y="20575"/>
                  </a:lnTo>
                  <a:lnTo>
                    <a:pt x="8265" y="20799"/>
                  </a:lnTo>
                  <a:lnTo>
                    <a:pt x="8010" y="20709"/>
                  </a:lnTo>
                  <a:lnTo>
                    <a:pt x="8062" y="20620"/>
                  </a:lnTo>
                  <a:lnTo>
                    <a:pt x="8062" y="20487"/>
                  </a:lnTo>
                  <a:lnTo>
                    <a:pt x="8417" y="20175"/>
                  </a:lnTo>
                  <a:lnTo>
                    <a:pt x="8822" y="19907"/>
                  </a:lnTo>
                  <a:lnTo>
                    <a:pt x="8822" y="19863"/>
                  </a:lnTo>
                  <a:close/>
                  <a:moveTo>
                    <a:pt x="9785" y="20131"/>
                  </a:moveTo>
                  <a:lnTo>
                    <a:pt x="10242" y="20264"/>
                  </a:lnTo>
                  <a:lnTo>
                    <a:pt x="9888" y="20532"/>
                  </a:lnTo>
                  <a:lnTo>
                    <a:pt x="9380" y="21021"/>
                  </a:lnTo>
                  <a:lnTo>
                    <a:pt x="8924" y="20932"/>
                  </a:lnTo>
                  <a:lnTo>
                    <a:pt x="8974" y="20842"/>
                  </a:lnTo>
                  <a:lnTo>
                    <a:pt x="8924" y="20799"/>
                  </a:lnTo>
                  <a:lnTo>
                    <a:pt x="9329" y="20442"/>
                  </a:lnTo>
                  <a:lnTo>
                    <a:pt x="9785" y="20131"/>
                  </a:lnTo>
                  <a:close/>
                  <a:moveTo>
                    <a:pt x="11104" y="3250"/>
                  </a:moveTo>
                  <a:lnTo>
                    <a:pt x="10648" y="3295"/>
                  </a:lnTo>
                  <a:lnTo>
                    <a:pt x="10192" y="3340"/>
                  </a:lnTo>
                  <a:lnTo>
                    <a:pt x="9736" y="3429"/>
                  </a:lnTo>
                  <a:lnTo>
                    <a:pt x="9329" y="3517"/>
                  </a:lnTo>
                  <a:lnTo>
                    <a:pt x="8873" y="3651"/>
                  </a:lnTo>
                  <a:lnTo>
                    <a:pt x="8467" y="3829"/>
                  </a:lnTo>
                  <a:lnTo>
                    <a:pt x="8062" y="4008"/>
                  </a:lnTo>
                  <a:lnTo>
                    <a:pt x="7706" y="4275"/>
                  </a:lnTo>
                  <a:lnTo>
                    <a:pt x="6946" y="4809"/>
                  </a:lnTo>
                  <a:lnTo>
                    <a:pt x="6642" y="5121"/>
                  </a:lnTo>
                  <a:lnTo>
                    <a:pt x="6338" y="5477"/>
                  </a:lnTo>
                  <a:lnTo>
                    <a:pt x="6034" y="5789"/>
                  </a:lnTo>
                  <a:lnTo>
                    <a:pt x="5779" y="6190"/>
                  </a:lnTo>
                  <a:lnTo>
                    <a:pt x="5526" y="6547"/>
                  </a:lnTo>
                  <a:lnTo>
                    <a:pt x="5323" y="6947"/>
                  </a:lnTo>
                  <a:lnTo>
                    <a:pt x="5171" y="7482"/>
                  </a:lnTo>
                  <a:lnTo>
                    <a:pt x="5070" y="8016"/>
                  </a:lnTo>
                  <a:lnTo>
                    <a:pt x="5019" y="8550"/>
                  </a:lnTo>
                  <a:lnTo>
                    <a:pt x="5019" y="9129"/>
                  </a:lnTo>
                  <a:lnTo>
                    <a:pt x="5120" y="9664"/>
                  </a:lnTo>
                  <a:lnTo>
                    <a:pt x="5222" y="10243"/>
                  </a:lnTo>
                  <a:lnTo>
                    <a:pt x="5475" y="11312"/>
                  </a:lnTo>
                  <a:lnTo>
                    <a:pt x="5679" y="12514"/>
                  </a:lnTo>
                  <a:lnTo>
                    <a:pt x="5779" y="13094"/>
                  </a:lnTo>
                  <a:lnTo>
                    <a:pt x="5831" y="13673"/>
                  </a:lnTo>
                  <a:lnTo>
                    <a:pt x="5779" y="14252"/>
                  </a:lnTo>
                  <a:lnTo>
                    <a:pt x="5679" y="14830"/>
                  </a:lnTo>
                  <a:lnTo>
                    <a:pt x="5526" y="15320"/>
                  </a:lnTo>
                  <a:lnTo>
                    <a:pt x="5274" y="15855"/>
                  </a:lnTo>
                  <a:lnTo>
                    <a:pt x="4968" y="15943"/>
                  </a:lnTo>
                  <a:lnTo>
                    <a:pt x="4766" y="16122"/>
                  </a:lnTo>
                  <a:lnTo>
                    <a:pt x="4563" y="16300"/>
                  </a:lnTo>
                  <a:lnTo>
                    <a:pt x="4462" y="16567"/>
                  </a:lnTo>
                  <a:lnTo>
                    <a:pt x="4462" y="16789"/>
                  </a:lnTo>
                  <a:lnTo>
                    <a:pt x="4512" y="16968"/>
                  </a:lnTo>
                  <a:lnTo>
                    <a:pt x="4614" y="17191"/>
                  </a:lnTo>
                  <a:lnTo>
                    <a:pt x="4715" y="17325"/>
                  </a:lnTo>
                  <a:lnTo>
                    <a:pt x="4614" y="17414"/>
                  </a:lnTo>
                  <a:lnTo>
                    <a:pt x="4512" y="17502"/>
                  </a:lnTo>
                  <a:lnTo>
                    <a:pt x="4411" y="17636"/>
                  </a:lnTo>
                  <a:lnTo>
                    <a:pt x="4310" y="17814"/>
                  </a:lnTo>
                  <a:lnTo>
                    <a:pt x="4259" y="18038"/>
                  </a:lnTo>
                  <a:lnTo>
                    <a:pt x="4208" y="18260"/>
                  </a:lnTo>
                  <a:lnTo>
                    <a:pt x="4208" y="18438"/>
                  </a:lnTo>
                  <a:lnTo>
                    <a:pt x="4259" y="18661"/>
                  </a:lnTo>
                  <a:lnTo>
                    <a:pt x="4411" y="18794"/>
                  </a:lnTo>
                  <a:lnTo>
                    <a:pt x="4563" y="18928"/>
                  </a:lnTo>
                  <a:lnTo>
                    <a:pt x="4715" y="18973"/>
                  </a:lnTo>
                  <a:lnTo>
                    <a:pt x="4816" y="18928"/>
                  </a:lnTo>
                  <a:lnTo>
                    <a:pt x="4867" y="18883"/>
                  </a:lnTo>
                  <a:lnTo>
                    <a:pt x="4918" y="18883"/>
                  </a:lnTo>
                  <a:lnTo>
                    <a:pt x="5627" y="19061"/>
                  </a:lnTo>
                  <a:lnTo>
                    <a:pt x="5526" y="19195"/>
                  </a:lnTo>
                  <a:lnTo>
                    <a:pt x="5426" y="19373"/>
                  </a:lnTo>
                  <a:lnTo>
                    <a:pt x="5426" y="19819"/>
                  </a:lnTo>
                  <a:lnTo>
                    <a:pt x="5526" y="20041"/>
                  </a:lnTo>
                  <a:lnTo>
                    <a:pt x="5627" y="20219"/>
                  </a:lnTo>
                  <a:lnTo>
                    <a:pt x="5730" y="20398"/>
                  </a:lnTo>
                  <a:lnTo>
                    <a:pt x="5931" y="20487"/>
                  </a:lnTo>
                  <a:lnTo>
                    <a:pt x="5882" y="20575"/>
                  </a:lnTo>
                  <a:lnTo>
                    <a:pt x="5931" y="20665"/>
                  </a:lnTo>
                  <a:lnTo>
                    <a:pt x="5983" y="20709"/>
                  </a:lnTo>
                  <a:lnTo>
                    <a:pt x="6084" y="20754"/>
                  </a:lnTo>
                  <a:lnTo>
                    <a:pt x="6338" y="20842"/>
                  </a:lnTo>
                  <a:lnTo>
                    <a:pt x="6642" y="20976"/>
                  </a:lnTo>
                  <a:lnTo>
                    <a:pt x="7301" y="21111"/>
                  </a:lnTo>
                  <a:lnTo>
                    <a:pt x="7453" y="21154"/>
                  </a:lnTo>
                  <a:lnTo>
                    <a:pt x="7706" y="21199"/>
                  </a:lnTo>
                  <a:lnTo>
                    <a:pt x="8721" y="21466"/>
                  </a:lnTo>
                  <a:lnTo>
                    <a:pt x="9228" y="21555"/>
                  </a:lnTo>
                  <a:lnTo>
                    <a:pt x="9481" y="21600"/>
                  </a:lnTo>
                  <a:lnTo>
                    <a:pt x="9736" y="21555"/>
                  </a:lnTo>
                  <a:lnTo>
                    <a:pt x="9837" y="21511"/>
                  </a:lnTo>
                  <a:lnTo>
                    <a:pt x="9888" y="21466"/>
                  </a:lnTo>
                  <a:lnTo>
                    <a:pt x="9888" y="21378"/>
                  </a:lnTo>
                  <a:lnTo>
                    <a:pt x="9837" y="21288"/>
                  </a:lnTo>
                  <a:lnTo>
                    <a:pt x="10293" y="20887"/>
                  </a:lnTo>
                  <a:lnTo>
                    <a:pt x="10496" y="20665"/>
                  </a:lnTo>
                  <a:lnTo>
                    <a:pt x="10698" y="20442"/>
                  </a:lnTo>
                  <a:lnTo>
                    <a:pt x="11509" y="20665"/>
                  </a:lnTo>
                  <a:lnTo>
                    <a:pt x="11661" y="20665"/>
                  </a:lnTo>
                  <a:lnTo>
                    <a:pt x="11813" y="20620"/>
                  </a:lnTo>
                  <a:lnTo>
                    <a:pt x="12068" y="20532"/>
                  </a:lnTo>
                  <a:lnTo>
                    <a:pt x="12321" y="20353"/>
                  </a:lnTo>
                  <a:lnTo>
                    <a:pt x="12575" y="20131"/>
                  </a:lnTo>
                  <a:lnTo>
                    <a:pt x="12727" y="19863"/>
                  </a:lnTo>
                  <a:lnTo>
                    <a:pt x="12828" y="19595"/>
                  </a:lnTo>
                  <a:lnTo>
                    <a:pt x="12879" y="19285"/>
                  </a:lnTo>
                  <a:lnTo>
                    <a:pt x="12828" y="19061"/>
                  </a:lnTo>
                  <a:lnTo>
                    <a:pt x="12727" y="18928"/>
                  </a:lnTo>
                  <a:lnTo>
                    <a:pt x="12676" y="18839"/>
                  </a:lnTo>
                  <a:lnTo>
                    <a:pt x="12777" y="18705"/>
                  </a:lnTo>
                  <a:lnTo>
                    <a:pt x="12929" y="18527"/>
                  </a:lnTo>
                  <a:lnTo>
                    <a:pt x="12980" y="18348"/>
                  </a:lnTo>
                  <a:lnTo>
                    <a:pt x="13031" y="18215"/>
                  </a:lnTo>
                  <a:lnTo>
                    <a:pt x="13132" y="18126"/>
                  </a:lnTo>
                  <a:lnTo>
                    <a:pt x="13234" y="18038"/>
                  </a:lnTo>
                  <a:lnTo>
                    <a:pt x="13234" y="17948"/>
                  </a:lnTo>
                  <a:lnTo>
                    <a:pt x="13183" y="17814"/>
                  </a:lnTo>
                  <a:lnTo>
                    <a:pt x="12980" y="17636"/>
                  </a:lnTo>
                  <a:lnTo>
                    <a:pt x="12777" y="17458"/>
                  </a:lnTo>
                  <a:lnTo>
                    <a:pt x="12777" y="17058"/>
                  </a:lnTo>
                  <a:lnTo>
                    <a:pt x="12879" y="16612"/>
                  </a:lnTo>
                  <a:lnTo>
                    <a:pt x="13031" y="16212"/>
                  </a:lnTo>
                  <a:lnTo>
                    <a:pt x="13183" y="15855"/>
                  </a:lnTo>
                  <a:lnTo>
                    <a:pt x="13436" y="15499"/>
                  </a:lnTo>
                  <a:lnTo>
                    <a:pt x="13690" y="15142"/>
                  </a:lnTo>
                  <a:lnTo>
                    <a:pt x="14247" y="14429"/>
                  </a:lnTo>
                  <a:lnTo>
                    <a:pt x="14907" y="13761"/>
                  </a:lnTo>
                  <a:lnTo>
                    <a:pt x="15617" y="13138"/>
                  </a:lnTo>
                  <a:lnTo>
                    <a:pt x="16275" y="12514"/>
                  </a:lnTo>
                  <a:lnTo>
                    <a:pt x="16834" y="11847"/>
                  </a:lnTo>
                  <a:lnTo>
                    <a:pt x="17087" y="11535"/>
                  </a:lnTo>
                  <a:lnTo>
                    <a:pt x="17341" y="11179"/>
                  </a:lnTo>
                  <a:lnTo>
                    <a:pt x="17493" y="10867"/>
                  </a:lnTo>
                  <a:lnTo>
                    <a:pt x="17696" y="10510"/>
                  </a:lnTo>
                  <a:lnTo>
                    <a:pt x="17797" y="10154"/>
                  </a:lnTo>
                  <a:lnTo>
                    <a:pt x="17898" y="9753"/>
                  </a:lnTo>
                  <a:lnTo>
                    <a:pt x="17949" y="9396"/>
                  </a:lnTo>
                  <a:lnTo>
                    <a:pt x="18000" y="9041"/>
                  </a:lnTo>
                  <a:lnTo>
                    <a:pt x="18000" y="8283"/>
                  </a:lnTo>
                  <a:lnTo>
                    <a:pt x="17848" y="7570"/>
                  </a:lnTo>
                  <a:lnTo>
                    <a:pt x="17594" y="6814"/>
                  </a:lnTo>
                  <a:lnTo>
                    <a:pt x="17189" y="6101"/>
                  </a:lnTo>
                  <a:lnTo>
                    <a:pt x="16935" y="5789"/>
                  </a:lnTo>
                  <a:lnTo>
                    <a:pt x="16682" y="5433"/>
                  </a:lnTo>
                  <a:lnTo>
                    <a:pt x="16378" y="5166"/>
                  </a:lnTo>
                  <a:lnTo>
                    <a:pt x="16074" y="4854"/>
                  </a:lnTo>
                  <a:lnTo>
                    <a:pt x="15718" y="4631"/>
                  </a:lnTo>
                  <a:lnTo>
                    <a:pt x="15363" y="4364"/>
                  </a:lnTo>
                  <a:lnTo>
                    <a:pt x="14603" y="3963"/>
                  </a:lnTo>
                  <a:lnTo>
                    <a:pt x="13791" y="3651"/>
                  </a:lnTo>
                  <a:lnTo>
                    <a:pt x="12929" y="3429"/>
                  </a:lnTo>
                  <a:lnTo>
                    <a:pt x="12016" y="3295"/>
                  </a:lnTo>
                  <a:lnTo>
                    <a:pt x="11104" y="325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962" name="Google Shape;332;p6"/>
            <p:cNvSpPr/>
            <p:nvPr/>
          </p:nvSpPr>
          <p:spPr>
            <a:xfrm>
              <a:off x="292327" y="2255958"/>
              <a:ext cx="244980" cy="53486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732" y="195"/>
                  </a:moveTo>
                  <a:lnTo>
                    <a:pt x="9411" y="588"/>
                  </a:lnTo>
                  <a:lnTo>
                    <a:pt x="9195" y="979"/>
                  </a:lnTo>
                  <a:lnTo>
                    <a:pt x="9090" y="1812"/>
                  </a:lnTo>
                  <a:lnTo>
                    <a:pt x="8982" y="3967"/>
                  </a:lnTo>
                  <a:lnTo>
                    <a:pt x="9090" y="5976"/>
                  </a:lnTo>
                  <a:lnTo>
                    <a:pt x="9090" y="7444"/>
                  </a:lnTo>
                  <a:lnTo>
                    <a:pt x="9195" y="7641"/>
                  </a:lnTo>
                  <a:lnTo>
                    <a:pt x="9411" y="7837"/>
                  </a:lnTo>
                  <a:lnTo>
                    <a:pt x="9516" y="7885"/>
                  </a:lnTo>
                  <a:lnTo>
                    <a:pt x="9732" y="7934"/>
                  </a:lnTo>
                  <a:lnTo>
                    <a:pt x="9836" y="7934"/>
                  </a:lnTo>
                  <a:lnTo>
                    <a:pt x="10052" y="7837"/>
                  </a:lnTo>
                  <a:lnTo>
                    <a:pt x="10160" y="7690"/>
                  </a:lnTo>
                  <a:lnTo>
                    <a:pt x="10265" y="7542"/>
                  </a:lnTo>
                  <a:lnTo>
                    <a:pt x="10265" y="6122"/>
                  </a:lnTo>
                  <a:lnTo>
                    <a:pt x="10160" y="3967"/>
                  </a:lnTo>
                  <a:lnTo>
                    <a:pt x="10265" y="2007"/>
                  </a:lnTo>
                  <a:lnTo>
                    <a:pt x="10265" y="1078"/>
                  </a:lnTo>
                  <a:lnTo>
                    <a:pt x="10160" y="636"/>
                  </a:lnTo>
                  <a:lnTo>
                    <a:pt x="9944" y="391"/>
                  </a:lnTo>
                  <a:lnTo>
                    <a:pt x="9836" y="195"/>
                  </a:lnTo>
                  <a:close/>
                  <a:moveTo>
                    <a:pt x="5026" y="0"/>
                  </a:moveTo>
                  <a:lnTo>
                    <a:pt x="4918" y="48"/>
                  </a:lnTo>
                  <a:lnTo>
                    <a:pt x="4705" y="195"/>
                  </a:lnTo>
                  <a:lnTo>
                    <a:pt x="4598" y="391"/>
                  </a:lnTo>
                  <a:lnTo>
                    <a:pt x="4490" y="832"/>
                  </a:lnTo>
                  <a:lnTo>
                    <a:pt x="4598" y="1713"/>
                  </a:lnTo>
                  <a:lnTo>
                    <a:pt x="4705" y="3868"/>
                  </a:lnTo>
                  <a:lnTo>
                    <a:pt x="5026" y="8326"/>
                  </a:lnTo>
                  <a:lnTo>
                    <a:pt x="5131" y="8473"/>
                  </a:lnTo>
                  <a:lnTo>
                    <a:pt x="5239" y="8522"/>
                  </a:lnTo>
                  <a:lnTo>
                    <a:pt x="5455" y="8571"/>
                  </a:lnTo>
                  <a:lnTo>
                    <a:pt x="5667" y="8619"/>
                  </a:lnTo>
                  <a:lnTo>
                    <a:pt x="5880" y="8571"/>
                  </a:lnTo>
                  <a:lnTo>
                    <a:pt x="6096" y="8522"/>
                  </a:lnTo>
                  <a:lnTo>
                    <a:pt x="6309" y="8473"/>
                  </a:lnTo>
                  <a:lnTo>
                    <a:pt x="6309" y="7934"/>
                  </a:lnTo>
                  <a:lnTo>
                    <a:pt x="5988" y="4015"/>
                  </a:lnTo>
                  <a:lnTo>
                    <a:pt x="5775" y="1860"/>
                  </a:lnTo>
                  <a:lnTo>
                    <a:pt x="5667" y="782"/>
                  </a:lnTo>
                  <a:lnTo>
                    <a:pt x="5560" y="391"/>
                  </a:lnTo>
                  <a:lnTo>
                    <a:pt x="5455" y="195"/>
                  </a:lnTo>
                  <a:lnTo>
                    <a:pt x="5131" y="48"/>
                  </a:lnTo>
                  <a:lnTo>
                    <a:pt x="5026" y="0"/>
                  </a:lnTo>
                  <a:close/>
                  <a:moveTo>
                    <a:pt x="14437" y="244"/>
                  </a:moveTo>
                  <a:lnTo>
                    <a:pt x="14221" y="294"/>
                  </a:lnTo>
                  <a:lnTo>
                    <a:pt x="14116" y="342"/>
                  </a:lnTo>
                  <a:lnTo>
                    <a:pt x="14116" y="441"/>
                  </a:lnTo>
                  <a:lnTo>
                    <a:pt x="13900" y="1469"/>
                  </a:lnTo>
                  <a:lnTo>
                    <a:pt x="13796" y="2546"/>
                  </a:lnTo>
                  <a:lnTo>
                    <a:pt x="13796" y="6857"/>
                  </a:lnTo>
                  <a:lnTo>
                    <a:pt x="13688" y="7837"/>
                  </a:lnTo>
                  <a:lnTo>
                    <a:pt x="13688" y="8375"/>
                  </a:lnTo>
                  <a:lnTo>
                    <a:pt x="13900" y="8865"/>
                  </a:lnTo>
                  <a:lnTo>
                    <a:pt x="14008" y="8963"/>
                  </a:lnTo>
                  <a:lnTo>
                    <a:pt x="14329" y="9012"/>
                  </a:lnTo>
                  <a:lnTo>
                    <a:pt x="14650" y="8963"/>
                  </a:lnTo>
                  <a:lnTo>
                    <a:pt x="14865" y="8865"/>
                  </a:lnTo>
                  <a:lnTo>
                    <a:pt x="15078" y="8375"/>
                  </a:lnTo>
                  <a:lnTo>
                    <a:pt x="15078" y="7837"/>
                  </a:lnTo>
                  <a:lnTo>
                    <a:pt x="14970" y="6857"/>
                  </a:lnTo>
                  <a:lnTo>
                    <a:pt x="14970" y="4702"/>
                  </a:lnTo>
                  <a:lnTo>
                    <a:pt x="15078" y="2546"/>
                  </a:lnTo>
                  <a:lnTo>
                    <a:pt x="14970" y="1518"/>
                  </a:lnTo>
                  <a:lnTo>
                    <a:pt x="14865" y="441"/>
                  </a:lnTo>
                  <a:lnTo>
                    <a:pt x="14865" y="342"/>
                  </a:lnTo>
                  <a:lnTo>
                    <a:pt x="14758" y="294"/>
                  </a:lnTo>
                  <a:lnTo>
                    <a:pt x="14437" y="244"/>
                  </a:lnTo>
                  <a:close/>
                  <a:moveTo>
                    <a:pt x="18285" y="3575"/>
                  </a:moveTo>
                  <a:lnTo>
                    <a:pt x="18285" y="3624"/>
                  </a:lnTo>
                  <a:lnTo>
                    <a:pt x="18072" y="4015"/>
                  </a:lnTo>
                  <a:lnTo>
                    <a:pt x="17965" y="4408"/>
                  </a:lnTo>
                  <a:lnTo>
                    <a:pt x="17860" y="5240"/>
                  </a:lnTo>
                  <a:lnTo>
                    <a:pt x="17860" y="6906"/>
                  </a:lnTo>
                  <a:lnTo>
                    <a:pt x="17752" y="10236"/>
                  </a:lnTo>
                  <a:lnTo>
                    <a:pt x="17752" y="10530"/>
                  </a:lnTo>
                  <a:lnTo>
                    <a:pt x="17860" y="10628"/>
                  </a:lnTo>
                  <a:lnTo>
                    <a:pt x="17965" y="10727"/>
                  </a:lnTo>
                  <a:lnTo>
                    <a:pt x="18180" y="10775"/>
                  </a:lnTo>
                  <a:lnTo>
                    <a:pt x="18606" y="10775"/>
                  </a:lnTo>
                  <a:lnTo>
                    <a:pt x="18822" y="10727"/>
                  </a:lnTo>
                  <a:lnTo>
                    <a:pt x="18927" y="10628"/>
                  </a:lnTo>
                  <a:lnTo>
                    <a:pt x="19034" y="10530"/>
                  </a:lnTo>
                  <a:lnTo>
                    <a:pt x="19034" y="5289"/>
                  </a:lnTo>
                  <a:lnTo>
                    <a:pt x="18927" y="4457"/>
                  </a:lnTo>
                  <a:lnTo>
                    <a:pt x="18822" y="4015"/>
                  </a:lnTo>
                  <a:lnTo>
                    <a:pt x="18606" y="3624"/>
                  </a:lnTo>
                  <a:lnTo>
                    <a:pt x="18501" y="3575"/>
                  </a:lnTo>
                  <a:close/>
                  <a:moveTo>
                    <a:pt x="9516" y="10530"/>
                  </a:moveTo>
                  <a:lnTo>
                    <a:pt x="8982" y="10824"/>
                  </a:lnTo>
                  <a:lnTo>
                    <a:pt x="8341" y="11070"/>
                  </a:lnTo>
                  <a:lnTo>
                    <a:pt x="7807" y="11217"/>
                  </a:lnTo>
                  <a:lnTo>
                    <a:pt x="7163" y="11314"/>
                  </a:lnTo>
                  <a:lnTo>
                    <a:pt x="7592" y="11070"/>
                  </a:lnTo>
                  <a:lnTo>
                    <a:pt x="8020" y="10873"/>
                  </a:lnTo>
                  <a:lnTo>
                    <a:pt x="8662" y="10677"/>
                  </a:lnTo>
                  <a:lnTo>
                    <a:pt x="9303" y="10580"/>
                  </a:lnTo>
                  <a:lnTo>
                    <a:pt x="9516" y="10530"/>
                  </a:lnTo>
                  <a:close/>
                  <a:moveTo>
                    <a:pt x="14008" y="12685"/>
                  </a:moveTo>
                  <a:lnTo>
                    <a:pt x="13154" y="12735"/>
                  </a:lnTo>
                  <a:lnTo>
                    <a:pt x="12618" y="12783"/>
                  </a:lnTo>
                  <a:lnTo>
                    <a:pt x="11868" y="12783"/>
                  </a:lnTo>
                  <a:lnTo>
                    <a:pt x="11868" y="12930"/>
                  </a:lnTo>
                  <a:lnTo>
                    <a:pt x="11976" y="13029"/>
                  </a:lnTo>
                  <a:lnTo>
                    <a:pt x="12084" y="13126"/>
                  </a:lnTo>
                  <a:lnTo>
                    <a:pt x="12297" y="13176"/>
                  </a:lnTo>
                  <a:lnTo>
                    <a:pt x="12513" y="13225"/>
                  </a:lnTo>
                  <a:lnTo>
                    <a:pt x="13046" y="13273"/>
                  </a:lnTo>
                  <a:lnTo>
                    <a:pt x="13580" y="13225"/>
                  </a:lnTo>
                  <a:lnTo>
                    <a:pt x="14008" y="13273"/>
                  </a:lnTo>
                  <a:lnTo>
                    <a:pt x="14437" y="13322"/>
                  </a:lnTo>
                  <a:lnTo>
                    <a:pt x="14865" y="13372"/>
                  </a:lnTo>
                  <a:lnTo>
                    <a:pt x="15291" y="13519"/>
                  </a:lnTo>
                  <a:lnTo>
                    <a:pt x="15507" y="13666"/>
                  </a:lnTo>
                  <a:lnTo>
                    <a:pt x="15828" y="13861"/>
                  </a:lnTo>
                  <a:lnTo>
                    <a:pt x="15933" y="14057"/>
                  </a:lnTo>
                  <a:lnTo>
                    <a:pt x="16040" y="14253"/>
                  </a:lnTo>
                  <a:lnTo>
                    <a:pt x="16148" y="14351"/>
                  </a:lnTo>
                  <a:lnTo>
                    <a:pt x="16361" y="14449"/>
                  </a:lnTo>
                  <a:lnTo>
                    <a:pt x="17002" y="14449"/>
                  </a:lnTo>
                  <a:lnTo>
                    <a:pt x="17218" y="14351"/>
                  </a:lnTo>
                  <a:lnTo>
                    <a:pt x="17323" y="14301"/>
                  </a:lnTo>
                  <a:lnTo>
                    <a:pt x="17431" y="14154"/>
                  </a:lnTo>
                  <a:lnTo>
                    <a:pt x="17218" y="13763"/>
                  </a:lnTo>
                  <a:lnTo>
                    <a:pt x="16790" y="13420"/>
                  </a:lnTo>
                  <a:lnTo>
                    <a:pt x="16253" y="13126"/>
                  </a:lnTo>
                  <a:lnTo>
                    <a:pt x="15612" y="12882"/>
                  </a:lnTo>
                  <a:lnTo>
                    <a:pt x="14865" y="12735"/>
                  </a:lnTo>
                  <a:lnTo>
                    <a:pt x="14008" y="12685"/>
                  </a:lnTo>
                  <a:close/>
                  <a:moveTo>
                    <a:pt x="14221" y="11412"/>
                  </a:moveTo>
                  <a:lnTo>
                    <a:pt x="14970" y="11510"/>
                  </a:lnTo>
                  <a:lnTo>
                    <a:pt x="15720" y="11657"/>
                  </a:lnTo>
                  <a:lnTo>
                    <a:pt x="16469" y="11852"/>
                  </a:lnTo>
                  <a:lnTo>
                    <a:pt x="17218" y="12098"/>
                  </a:lnTo>
                  <a:lnTo>
                    <a:pt x="17752" y="12342"/>
                  </a:lnTo>
                  <a:lnTo>
                    <a:pt x="18393" y="12636"/>
                  </a:lnTo>
                  <a:lnTo>
                    <a:pt x="18822" y="12930"/>
                  </a:lnTo>
                  <a:lnTo>
                    <a:pt x="19247" y="13273"/>
                  </a:lnTo>
                  <a:lnTo>
                    <a:pt x="19571" y="13616"/>
                  </a:lnTo>
                  <a:lnTo>
                    <a:pt x="19784" y="14007"/>
                  </a:lnTo>
                  <a:lnTo>
                    <a:pt x="19997" y="14351"/>
                  </a:lnTo>
                  <a:lnTo>
                    <a:pt x="20212" y="14791"/>
                  </a:lnTo>
                  <a:lnTo>
                    <a:pt x="20212" y="16016"/>
                  </a:lnTo>
                  <a:lnTo>
                    <a:pt x="19892" y="16849"/>
                  </a:lnTo>
                  <a:lnTo>
                    <a:pt x="19463" y="17633"/>
                  </a:lnTo>
                  <a:lnTo>
                    <a:pt x="19034" y="18024"/>
                  </a:lnTo>
                  <a:lnTo>
                    <a:pt x="18606" y="18417"/>
                  </a:lnTo>
                  <a:lnTo>
                    <a:pt x="18393" y="18612"/>
                  </a:lnTo>
                  <a:lnTo>
                    <a:pt x="17965" y="18760"/>
                  </a:lnTo>
                  <a:lnTo>
                    <a:pt x="17218" y="19054"/>
                  </a:lnTo>
                  <a:lnTo>
                    <a:pt x="16148" y="19395"/>
                  </a:lnTo>
                  <a:lnTo>
                    <a:pt x="15078" y="19837"/>
                  </a:lnTo>
                  <a:lnTo>
                    <a:pt x="14650" y="19984"/>
                  </a:lnTo>
                  <a:lnTo>
                    <a:pt x="13580" y="20278"/>
                  </a:lnTo>
                  <a:lnTo>
                    <a:pt x="14008" y="19837"/>
                  </a:lnTo>
                  <a:lnTo>
                    <a:pt x="14329" y="19542"/>
                  </a:lnTo>
                  <a:lnTo>
                    <a:pt x="14437" y="19347"/>
                  </a:lnTo>
                  <a:lnTo>
                    <a:pt x="14542" y="19200"/>
                  </a:lnTo>
                  <a:lnTo>
                    <a:pt x="14437" y="19054"/>
                  </a:lnTo>
                  <a:lnTo>
                    <a:pt x="14329" y="18907"/>
                  </a:lnTo>
                  <a:lnTo>
                    <a:pt x="14116" y="18857"/>
                  </a:lnTo>
                  <a:lnTo>
                    <a:pt x="13580" y="18857"/>
                  </a:lnTo>
                  <a:lnTo>
                    <a:pt x="13367" y="18907"/>
                  </a:lnTo>
                  <a:lnTo>
                    <a:pt x="13259" y="19004"/>
                  </a:lnTo>
                  <a:lnTo>
                    <a:pt x="13154" y="19151"/>
                  </a:lnTo>
                  <a:lnTo>
                    <a:pt x="13259" y="19298"/>
                  </a:lnTo>
                  <a:lnTo>
                    <a:pt x="13154" y="19395"/>
                  </a:lnTo>
                  <a:lnTo>
                    <a:pt x="12938" y="19739"/>
                  </a:lnTo>
                  <a:lnTo>
                    <a:pt x="12726" y="20032"/>
                  </a:lnTo>
                  <a:lnTo>
                    <a:pt x="12618" y="20376"/>
                  </a:lnTo>
                  <a:lnTo>
                    <a:pt x="12726" y="20473"/>
                  </a:lnTo>
                  <a:lnTo>
                    <a:pt x="12513" y="20522"/>
                  </a:lnTo>
                  <a:lnTo>
                    <a:pt x="11656" y="20669"/>
                  </a:lnTo>
                  <a:lnTo>
                    <a:pt x="10586" y="20816"/>
                  </a:lnTo>
                  <a:lnTo>
                    <a:pt x="11122" y="20473"/>
                  </a:lnTo>
                  <a:lnTo>
                    <a:pt x="11976" y="19689"/>
                  </a:lnTo>
                  <a:lnTo>
                    <a:pt x="11976" y="19494"/>
                  </a:lnTo>
                  <a:lnTo>
                    <a:pt x="11868" y="19395"/>
                  </a:lnTo>
                  <a:lnTo>
                    <a:pt x="11764" y="19347"/>
                  </a:lnTo>
                  <a:lnTo>
                    <a:pt x="11548" y="19298"/>
                  </a:lnTo>
                  <a:lnTo>
                    <a:pt x="11335" y="19298"/>
                  </a:lnTo>
                  <a:lnTo>
                    <a:pt x="11122" y="19347"/>
                  </a:lnTo>
                  <a:lnTo>
                    <a:pt x="11014" y="19445"/>
                  </a:lnTo>
                  <a:lnTo>
                    <a:pt x="10160" y="20229"/>
                  </a:lnTo>
                  <a:lnTo>
                    <a:pt x="9732" y="20572"/>
                  </a:lnTo>
                  <a:lnTo>
                    <a:pt x="9411" y="20914"/>
                  </a:lnTo>
                  <a:lnTo>
                    <a:pt x="8449" y="20963"/>
                  </a:lnTo>
                  <a:lnTo>
                    <a:pt x="7379" y="20866"/>
                  </a:lnTo>
                  <a:lnTo>
                    <a:pt x="8020" y="20572"/>
                  </a:lnTo>
                  <a:lnTo>
                    <a:pt x="8554" y="20278"/>
                  </a:lnTo>
                  <a:lnTo>
                    <a:pt x="9090" y="19885"/>
                  </a:lnTo>
                  <a:lnTo>
                    <a:pt x="9516" y="19494"/>
                  </a:lnTo>
                  <a:lnTo>
                    <a:pt x="9732" y="19494"/>
                  </a:lnTo>
                  <a:lnTo>
                    <a:pt x="9836" y="19395"/>
                  </a:lnTo>
                  <a:lnTo>
                    <a:pt x="9944" y="19347"/>
                  </a:lnTo>
                  <a:lnTo>
                    <a:pt x="10052" y="19200"/>
                  </a:lnTo>
                  <a:lnTo>
                    <a:pt x="9944" y="19151"/>
                  </a:lnTo>
                  <a:lnTo>
                    <a:pt x="9944" y="19054"/>
                  </a:lnTo>
                  <a:lnTo>
                    <a:pt x="9732" y="19004"/>
                  </a:lnTo>
                  <a:lnTo>
                    <a:pt x="9411" y="18955"/>
                  </a:lnTo>
                  <a:lnTo>
                    <a:pt x="9195" y="18955"/>
                  </a:lnTo>
                  <a:lnTo>
                    <a:pt x="8874" y="19004"/>
                  </a:lnTo>
                  <a:lnTo>
                    <a:pt x="8554" y="19200"/>
                  </a:lnTo>
                  <a:lnTo>
                    <a:pt x="8020" y="19592"/>
                  </a:lnTo>
                  <a:lnTo>
                    <a:pt x="7271" y="20131"/>
                  </a:lnTo>
                  <a:lnTo>
                    <a:pt x="6522" y="20620"/>
                  </a:lnTo>
                  <a:lnTo>
                    <a:pt x="6417" y="20767"/>
                  </a:lnTo>
                  <a:lnTo>
                    <a:pt x="5560" y="20522"/>
                  </a:lnTo>
                  <a:lnTo>
                    <a:pt x="4705" y="20278"/>
                  </a:lnTo>
                  <a:lnTo>
                    <a:pt x="5131" y="20131"/>
                  </a:lnTo>
                  <a:lnTo>
                    <a:pt x="5455" y="19984"/>
                  </a:lnTo>
                  <a:lnTo>
                    <a:pt x="6522" y="19445"/>
                  </a:lnTo>
                  <a:lnTo>
                    <a:pt x="7484" y="18955"/>
                  </a:lnTo>
                  <a:lnTo>
                    <a:pt x="7912" y="18661"/>
                  </a:lnTo>
                  <a:lnTo>
                    <a:pt x="8128" y="18367"/>
                  </a:lnTo>
                  <a:lnTo>
                    <a:pt x="8128" y="18270"/>
                  </a:lnTo>
                  <a:lnTo>
                    <a:pt x="8020" y="18171"/>
                  </a:lnTo>
                  <a:lnTo>
                    <a:pt x="7700" y="18171"/>
                  </a:lnTo>
                  <a:lnTo>
                    <a:pt x="7058" y="18318"/>
                  </a:lnTo>
                  <a:lnTo>
                    <a:pt x="6522" y="18514"/>
                  </a:lnTo>
                  <a:lnTo>
                    <a:pt x="5667" y="19004"/>
                  </a:lnTo>
                  <a:lnTo>
                    <a:pt x="4598" y="19592"/>
                  </a:lnTo>
                  <a:lnTo>
                    <a:pt x="4385" y="19788"/>
                  </a:lnTo>
                  <a:lnTo>
                    <a:pt x="4169" y="20032"/>
                  </a:lnTo>
                  <a:lnTo>
                    <a:pt x="3315" y="19542"/>
                  </a:lnTo>
                  <a:lnTo>
                    <a:pt x="4277" y="19102"/>
                  </a:lnTo>
                  <a:lnTo>
                    <a:pt x="5131" y="18612"/>
                  </a:lnTo>
                  <a:lnTo>
                    <a:pt x="6737" y="17633"/>
                  </a:lnTo>
                  <a:lnTo>
                    <a:pt x="6737" y="17436"/>
                  </a:lnTo>
                  <a:lnTo>
                    <a:pt x="6522" y="17290"/>
                  </a:lnTo>
                  <a:lnTo>
                    <a:pt x="6417" y="17240"/>
                  </a:lnTo>
                  <a:lnTo>
                    <a:pt x="5988" y="17240"/>
                  </a:lnTo>
                  <a:lnTo>
                    <a:pt x="5775" y="17290"/>
                  </a:lnTo>
                  <a:lnTo>
                    <a:pt x="4169" y="18220"/>
                  </a:lnTo>
                  <a:lnTo>
                    <a:pt x="3528" y="18710"/>
                  </a:lnTo>
                  <a:lnTo>
                    <a:pt x="2886" y="19200"/>
                  </a:lnTo>
                  <a:lnTo>
                    <a:pt x="2458" y="18760"/>
                  </a:lnTo>
                  <a:lnTo>
                    <a:pt x="2032" y="18318"/>
                  </a:lnTo>
                  <a:lnTo>
                    <a:pt x="2994" y="17927"/>
                  </a:lnTo>
                  <a:lnTo>
                    <a:pt x="3956" y="17486"/>
                  </a:lnTo>
                  <a:lnTo>
                    <a:pt x="5455" y="16605"/>
                  </a:lnTo>
                  <a:lnTo>
                    <a:pt x="5560" y="16506"/>
                  </a:lnTo>
                  <a:lnTo>
                    <a:pt x="5560" y="16408"/>
                  </a:lnTo>
                  <a:lnTo>
                    <a:pt x="5455" y="16309"/>
                  </a:lnTo>
                  <a:lnTo>
                    <a:pt x="5347" y="16261"/>
                  </a:lnTo>
                  <a:lnTo>
                    <a:pt x="5131" y="16212"/>
                  </a:lnTo>
                  <a:lnTo>
                    <a:pt x="4918" y="16163"/>
                  </a:lnTo>
                  <a:lnTo>
                    <a:pt x="4705" y="16163"/>
                  </a:lnTo>
                  <a:lnTo>
                    <a:pt x="4490" y="16261"/>
                  </a:lnTo>
                  <a:lnTo>
                    <a:pt x="3102" y="16996"/>
                  </a:lnTo>
                  <a:lnTo>
                    <a:pt x="2353" y="17387"/>
                  </a:lnTo>
                  <a:lnTo>
                    <a:pt x="1816" y="17829"/>
                  </a:lnTo>
                  <a:lnTo>
                    <a:pt x="1711" y="17633"/>
                  </a:lnTo>
                  <a:lnTo>
                    <a:pt x="1603" y="17192"/>
                  </a:lnTo>
                  <a:lnTo>
                    <a:pt x="2245" y="16898"/>
                  </a:lnTo>
                  <a:lnTo>
                    <a:pt x="2994" y="16555"/>
                  </a:lnTo>
                  <a:lnTo>
                    <a:pt x="3848" y="16115"/>
                  </a:lnTo>
                  <a:lnTo>
                    <a:pt x="4277" y="15869"/>
                  </a:lnTo>
                  <a:lnTo>
                    <a:pt x="4385" y="15722"/>
                  </a:lnTo>
                  <a:lnTo>
                    <a:pt x="4385" y="15478"/>
                  </a:lnTo>
                  <a:lnTo>
                    <a:pt x="4277" y="15428"/>
                  </a:lnTo>
                  <a:lnTo>
                    <a:pt x="4064" y="15379"/>
                  </a:lnTo>
                  <a:lnTo>
                    <a:pt x="3956" y="15428"/>
                  </a:lnTo>
                  <a:lnTo>
                    <a:pt x="3423" y="15527"/>
                  </a:lnTo>
                  <a:lnTo>
                    <a:pt x="2994" y="15722"/>
                  </a:lnTo>
                  <a:lnTo>
                    <a:pt x="2245" y="16163"/>
                  </a:lnTo>
                  <a:lnTo>
                    <a:pt x="1496" y="16605"/>
                  </a:lnTo>
                  <a:lnTo>
                    <a:pt x="1496" y="15918"/>
                  </a:lnTo>
                  <a:lnTo>
                    <a:pt x="1816" y="15771"/>
                  </a:lnTo>
                  <a:lnTo>
                    <a:pt x="2137" y="15624"/>
                  </a:lnTo>
                  <a:lnTo>
                    <a:pt x="2353" y="15331"/>
                  </a:lnTo>
                  <a:lnTo>
                    <a:pt x="2886" y="15281"/>
                  </a:lnTo>
                  <a:lnTo>
                    <a:pt x="3315" y="15232"/>
                  </a:lnTo>
                  <a:lnTo>
                    <a:pt x="3635" y="15085"/>
                  </a:lnTo>
                  <a:lnTo>
                    <a:pt x="3956" y="14938"/>
                  </a:lnTo>
                  <a:lnTo>
                    <a:pt x="4277" y="14791"/>
                  </a:lnTo>
                  <a:lnTo>
                    <a:pt x="4385" y="14596"/>
                  </a:lnTo>
                  <a:lnTo>
                    <a:pt x="4385" y="14400"/>
                  </a:lnTo>
                  <a:lnTo>
                    <a:pt x="4277" y="14301"/>
                  </a:lnTo>
                  <a:lnTo>
                    <a:pt x="4064" y="14253"/>
                  </a:lnTo>
                  <a:lnTo>
                    <a:pt x="3423" y="14253"/>
                  </a:lnTo>
                  <a:lnTo>
                    <a:pt x="3207" y="14351"/>
                  </a:lnTo>
                  <a:lnTo>
                    <a:pt x="3102" y="14449"/>
                  </a:lnTo>
                  <a:lnTo>
                    <a:pt x="2994" y="14596"/>
                  </a:lnTo>
                  <a:lnTo>
                    <a:pt x="2778" y="14694"/>
                  </a:lnTo>
                  <a:lnTo>
                    <a:pt x="2458" y="14743"/>
                  </a:lnTo>
                  <a:lnTo>
                    <a:pt x="2032" y="14791"/>
                  </a:lnTo>
                  <a:lnTo>
                    <a:pt x="2566" y="14400"/>
                  </a:lnTo>
                  <a:lnTo>
                    <a:pt x="2778" y="14253"/>
                  </a:lnTo>
                  <a:lnTo>
                    <a:pt x="3207" y="14106"/>
                  </a:lnTo>
                  <a:lnTo>
                    <a:pt x="3528" y="13959"/>
                  </a:lnTo>
                  <a:lnTo>
                    <a:pt x="4064" y="13910"/>
                  </a:lnTo>
                  <a:lnTo>
                    <a:pt x="4490" y="13812"/>
                  </a:lnTo>
                  <a:lnTo>
                    <a:pt x="5026" y="13812"/>
                  </a:lnTo>
                  <a:lnTo>
                    <a:pt x="6096" y="13763"/>
                  </a:lnTo>
                  <a:lnTo>
                    <a:pt x="7058" y="13714"/>
                  </a:lnTo>
                  <a:lnTo>
                    <a:pt x="7912" y="13567"/>
                  </a:lnTo>
                  <a:lnTo>
                    <a:pt x="8769" y="13322"/>
                  </a:lnTo>
                  <a:lnTo>
                    <a:pt x="9411" y="12979"/>
                  </a:lnTo>
                  <a:lnTo>
                    <a:pt x="9944" y="12636"/>
                  </a:lnTo>
                  <a:lnTo>
                    <a:pt x="10373" y="12245"/>
                  </a:lnTo>
                  <a:lnTo>
                    <a:pt x="10801" y="11804"/>
                  </a:lnTo>
                  <a:lnTo>
                    <a:pt x="10801" y="11705"/>
                  </a:lnTo>
                  <a:lnTo>
                    <a:pt x="11443" y="11657"/>
                  </a:lnTo>
                  <a:lnTo>
                    <a:pt x="12084" y="11558"/>
                  </a:lnTo>
                  <a:lnTo>
                    <a:pt x="12726" y="11461"/>
                  </a:lnTo>
                  <a:lnTo>
                    <a:pt x="13367" y="11412"/>
                  </a:lnTo>
                  <a:close/>
                  <a:moveTo>
                    <a:pt x="9516" y="9992"/>
                  </a:moveTo>
                  <a:lnTo>
                    <a:pt x="8769" y="10090"/>
                  </a:lnTo>
                  <a:lnTo>
                    <a:pt x="8128" y="10286"/>
                  </a:lnTo>
                  <a:lnTo>
                    <a:pt x="7484" y="10481"/>
                  </a:lnTo>
                  <a:lnTo>
                    <a:pt x="7058" y="10677"/>
                  </a:lnTo>
                  <a:lnTo>
                    <a:pt x="6630" y="10922"/>
                  </a:lnTo>
                  <a:lnTo>
                    <a:pt x="6309" y="11167"/>
                  </a:lnTo>
                  <a:lnTo>
                    <a:pt x="6096" y="11461"/>
                  </a:lnTo>
                  <a:lnTo>
                    <a:pt x="5880" y="11020"/>
                  </a:lnTo>
                  <a:lnTo>
                    <a:pt x="5667" y="10580"/>
                  </a:lnTo>
                  <a:lnTo>
                    <a:pt x="5455" y="10481"/>
                  </a:lnTo>
                  <a:lnTo>
                    <a:pt x="5347" y="10481"/>
                  </a:lnTo>
                  <a:lnTo>
                    <a:pt x="5131" y="10530"/>
                  </a:lnTo>
                  <a:lnTo>
                    <a:pt x="4918" y="10677"/>
                  </a:lnTo>
                  <a:lnTo>
                    <a:pt x="4810" y="10824"/>
                  </a:lnTo>
                  <a:lnTo>
                    <a:pt x="4705" y="11167"/>
                  </a:lnTo>
                  <a:lnTo>
                    <a:pt x="4810" y="11558"/>
                  </a:lnTo>
                  <a:lnTo>
                    <a:pt x="5026" y="11902"/>
                  </a:lnTo>
                  <a:lnTo>
                    <a:pt x="5455" y="12294"/>
                  </a:lnTo>
                  <a:lnTo>
                    <a:pt x="5988" y="12588"/>
                  </a:lnTo>
                  <a:lnTo>
                    <a:pt x="6630" y="12832"/>
                  </a:lnTo>
                  <a:lnTo>
                    <a:pt x="7271" y="13029"/>
                  </a:lnTo>
                  <a:lnTo>
                    <a:pt x="6737" y="13126"/>
                  </a:lnTo>
                  <a:lnTo>
                    <a:pt x="6201" y="13176"/>
                  </a:lnTo>
                  <a:lnTo>
                    <a:pt x="4918" y="13176"/>
                  </a:lnTo>
                  <a:lnTo>
                    <a:pt x="4277" y="13225"/>
                  </a:lnTo>
                  <a:lnTo>
                    <a:pt x="3635" y="13273"/>
                  </a:lnTo>
                  <a:lnTo>
                    <a:pt x="3102" y="13372"/>
                  </a:lnTo>
                  <a:lnTo>
                    <a:pt x="2566" y="13519"/>
                  </a:lnTo>
                  <a:lnTo>
                    <a:pt x="1711" y="13861"/>
                  </a:lnTo>
                  <a:lnTo>
                    <a:pt x="1283" y="14057"/>
                  </a:lnTo>
                  <a:lnTo>
                    <a:pt x="962" y="14301"/>
                  </a:lnTo>
                  <a:lnTo>
                    <a:pt x="641" y="14596"/>
                  </a:lnTo>
                  <a:lnTo>
                    <a:pt x="426" y="14841"/>
                  </a:lnTo>
                  <a:lnTo>
                    <a:pt x="105" y="15478"/>
                  </a:lnTo>
                  <a:lnTo>
                    <a:pt x="0" y="16115"/>
                  </a:lnTo>
                  <a:lnTo>
                    <a:pt x="0" y="16751"/>
                  </a:lnTo>
                  <a:lnTo>
                    <a:pt x="213" y="17387"/>
                  </a:lnTo>
                  <a:lnTo>
                    <a:pt x="426" y="17976"/>
                  </a:lnTo>
                  <a:lnTo>
                    <a:pt x="749" y="18564"/>
                  </a:lnTo>
                  <a:lnTo>
                    <a:pt x="1175" y="19054"/>
                  </a:lnTo>
                  <a:lnTo>
                    <a:pt x="1711" y="19592"/>
                  </a:lnTo>
                  <a:lnTo>
                    <a:pt x="2458" y="20082"/>
                  </a:lnTo>
                  <a:lnTo>
                    <a:pt x="3207" y="20473"/>
                  </a:lnTo>
                  <a:lnTo>
                    <a:pt x="4169" y="20866"/>
                  </a:lnTo>
                  <a:lnTo>
                    <a:pt x="5131" y="21159"/>
                  </a:lnTo>
                  <a:lnTo>
                    <a:pt x="6309" y="21404"/>
                  </a:lnTo>
                  <a:lnTo>
                    <a:pt x="7484" y="21551"/>
                  </a:lnTo>
                  <a:lnTo>
                    <a:pt x="8128" y="21600"/>
                  </a:lnTo>
                  <a:lnTo>
                    <a:pt x="8769" y="21600"/>
                  </a:lnTo>
                  <a:lnTo>
                    <a:pt x="10160" y="21551"/>
                  </a:lnTo>
                  <a:lnTo>
                    <a:pt x="11443" y="21404"/>
                  </a:lnTo>
                  <a:lnTo>
                    <a:pt x="12618" y="21209"/>
                  </a:lnTo>
                  <a:lnTo>
                    <a:pt x="13688" y="20963"/>
                  </a:lnTo>
                  <a:lnTo>
                    <a:pt x="14865" y="20719"/>
                  </a:lnTo>
                  <a:lnTo>
                    <a:pt x="15828" y="20425"/>
                  </a:lnTo>
                  <a:lnTo>
                    <a:pt x="16361" y="20229"/>
                  </a:lnTo>
                  <a:lnTo>
                    <a:pt x="16682" y="20032"/>
                  </a:lnTo>
                  <a:lnTo>
                    <a:pt x="18393" y="19347"/>
                  </a:lnTo>
                  <a:lnTo>
                    <a:pt x="19142" y="19054"/>
                  </a:lnTo>
                  <a:lnTo>
                    <a:pt x="19571" y="18907"/>
                  </a:lnTo>
                  <a:lnTo>
                    <a:pt x="19784" y="18710"/>
                  </a:lnTo>
                  <a:lnTo>
                    <a:pt x="20317" y="18270"/>
                  </a:lnTo>
                  <a:lnTo>
                    <a:pt x="20746" y="17780"/>
                  </a:lnTo>
                  <a:lnTo>
                    <a:pt x="21066" y="17290"/>
                  </a:lnTo>
                  <a:lnTo>
                    <a:pt x="21279" y="16849"/>
                  </a:lnTo>
                  <a:lnTo>
                    <a:pt x="21495" y="16359"/>
                  </a:lnTo>
                  <a:lnTo>
                    <a:pt x="21600" y="15869"/>
                  </a:lnTo>
                  <a:lnTo>
                    <a:pt x="21600" y="15379"/>
                  </a:lnTo>
                  <a:lnTo>
                    <a:pt x="21495" y="14890"/>
                  </a:lnTo>
                  <a:lnTo>
                    <a:pt x="21387" y="14400"/>
                  </a:lnTo>
                  <a:lnTo>
                    <a:pt x="21174" y="13910"/>
                  </a:lnTo>
                  <a:lnTo>
                    <a:pt x="20854" y="13519"/>
                  </a:lnTo>
                  <a:lnTo>
                    <a:pt x="20425" y="13077"/>
                  </a:lnTo>
                  <a:lnTo>
                    <a:pt x="19997" y="12735"/>
                  </a:lnTo>
                  <a:lnTo>
                    <a:pt x="19463" y="12342"/>
                  </a:lnTo>
                  <a:lnTo>
                    <a:pt x="18822" y="11999"/>
                  </a:lnTo>
                  <a:lnTo>
                    <a:pt x="18180" y="11705"/>
                  </a:lnTo>
                  <a:lnTo>
                    <a:pt x="17431" y="11461"/>
                  </a:lnTo>
                  <a:lnTo>
                    <a:pt x="16574" y="11217"/>
                  </a:lnTo>
                  <a:lnTo>
                    <a:pt x="15720" y="11070"/>
                  </a:lnTo>
                  <a:lnTo>
                    <a:pt x="14865" y="10922"/>
                  </a:lnTo>
                  <a:lnTo>
                    <a:pt x="13900" y="10873"/>
                  </a:lnTo>
                  <a:lnTo>
                    <a:pt x="13046" y="10873"/>
                  </a:lnTo>
                  <a:lnTo>
                    <a:pt x="12297" y="10922"/>
                  </a:lnTo>
                  <a:lnTo>
                    <a:pt x="11443" y="11070"/>
                  </a:lnTo>
                  <a:lnTo>
                    <a:pt x="11122" y="11167"/>
                  </a:lnTo>
                  <a:lnTo>
                    <a:pt x="10801" y="11265"/>
                  </a:lnTo>
                  <a:lnTo>
                    <a:pt x="10586" y="11412"/>
                  </a:lnTo>
                  <a:lnTo>
                    <a:pt x="10373" y="11558"/>
                  </a:lnTo>
                  <a:lnTo>
                    <a:pt x="10373" y="11608"/>
                  </a:lnTo>
                  <a:lnTo>
                    <a:pt x="10265" y="11657"/>
                  </a:lnTo>
                  <a:lnTo>
                    <a:pt x="10160" y="11705"/>
                  </a:lnTo>
                  <a:lnTo>
                    <a:pt x="9303" y="12245"/>
                  </a:lnTo>
                  <a:lnTo>
                    <a:pt x="8769" y="12489"/>
                  </a:lnTo>
                  <a:lnTo>
                    <a:pt x="8233" y="12735"/>
                  </a:lnTo>
                  <a:lnTo>
                    <a:pt x="8128" y="12636"/>
                  </a:lnTo>
                  <a:lnTo>
                    <a:pt x="7163" y="12245"/>
                  </a:lnTo>
                  <a:lnTo>
                    <a:pt x="6842" y="12049"/>
                  </a:lnTo>
                  <a:lnTo>
                    <a:pt x="6417" y="11852"/>
                  </a:lnTo>
                  <a:lnTo>
                    <a:pt x="6630" y="11852"/>
                  </a:lnTo>
                  <a:lnTo>
                    <a:pt x="6737" y="11804"/>
                  </a:lnTo>
                  <a:lnTo>
                    <a:pt x="7379" y="11804"/>
                  </a:lnTo>
                  <a:lnTo>
                    <a:pt x="7912" y="11755"/>
                  </a:lnTo>
                  <a:lnTo>
                    <a:pt x="8449" y="11657"/>
                  </a:lnTo>
                  <a:lnTo>
                    <a:pt x="8874" y="11510"/>
                  </a:lnTo>
                  <a:lnTo>
                    <a:pt x="9516" y="11314"/>
                  </a:lnTo>
                  <a:lnTo>
                    <a:pt x="10160" y="11020"/>
                  </a:lnTo>
                  <a:lnTo>
                    <a:pt x="10694" y="10727"/>
                  </a:lnTo>
                  <a:lnTo>
                    <a:pt x="11122" y="10433"/>
                  </a:lnTo>
                  <a:lnTo>
                    <a:pt x="11227" y="10334"/>
                  </a:lnTo>
                  <a:lnTo>
                    <a:pt x="11227" y="10236"/>
                  </a:lnTo>
                  <a:lnTo>
                    <a:pt x="11014" y="10090"/>
                  </a:lnTo>
                  <a:lnTo>
                    <a:pt x="10694" y="9992"/>
                  </a:lnTo>
                  <a:lnTo>
                    <a:pt x="10481" y="9992"/>
                  </a:lnTo>
                  <a:lnTo>
                    <a:pt x="10265" y="10040"/>
                  </a:lnTo>
                  <a:lnTo>
                    <a:pt x="9944" y="9992"/>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963" name="Google Shape;333;p6"/>
            <p:cNvSpPr/>
            <p:nvPr/>
          </p:nvSpPr>
          <p:spPr>
            <a:xfrm>
              <a:off x="1057650" y="1502738"/>
              <a:ext cx="482716" cy="5918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522" y="5224"/>
                  </a:moveTo>
                  <a:lnTo>
                    <a:pt x="16065" y="5754"/>
                  </a:lnTo>
                  <a:lnTo>
                    <a:pt x="15847" y="5754"/>
                  </a:lnTo>
                  <a:lnTo>
                    <a:pt x="15847" y="5666"/>
                  </a:lnTo>
                  <a:lnTo>
                    <a:pt x="15793" y="5577"/>
                  </a:lnTo>
                  <a:lnTo>
                    <a:pt x="15739" y="5577"/>
                  </a:lnTo>
                  <a:lnTo>
                    <a:pt x="15685" y="5489"/>
                  </a:lnTo>
                  <a:lnTo>
                    <a:pt x="15630" y="5444"/>
                  </a:lnTo>
                  <a:lnTo>
                    <a:pt x="15467" y="5400"/>
                  </a:lnTo>
                  <a:lnTo>
                    <a:pt x="15304" y="5444"/>
                  </a:lnTo>
                  <a:lnTo>
                    <a:pt x="15250" y="5489"/>
                  </a:lnTo>
                  <a:lnTo>
                    <a:pt x="15196" y="5577"/>
                  </a:lnTo>
                  <a:lnTo>
                    <a:pt x="15196" y="5666"/>
                  </a:lnTo>
                  <a:lnTo>
                    <a:pt x="14871" y="5577"/>
                  </a:lnTo>
                  <a:lnTo>
                    <a:pt x="15522" y="5224"/>
                  </a:lnTo>
                  <a:close/>
                  <a:moveTo>
                    <a:pt x="10203" y="4160"/>
                  </a:moveTo>
                  <a:lnTo>
                    <a:pt x="10420" y="4205"/>
                  </a:lnTo>
                  <a:lnTo>
                    <a:pt x="10691" y="4250"/>
                  </a:lnTo>
                  <a:lnTo>
                    <a:pt x="10909" y="4338"/>
                  </a:lnTo>
                  <a:lnTo>
                    <a:pt x="11071" y="4471"/>
                  </a:lnTo>
                  <a:lnTo>
                    <a:pt x="11126" y="4603"/>
                  </a:lnTo>
                  <a:lnTo>
                    <a:pt x="11126" y="4693"/>
                  </a:lnTo>
                  <a:lnTo>
                    <a:pt x="11071" y="4825"/>
                  </a:lnTo>
                  <a:lnTo>
                    <a:pt x="11017" y="4958"/>
                  </a:lnTo>
                  <a:lnTo>
                    <a:pt x="10746" y="5179"/>
                  </a:lnTo>
                  <a:lnTo>
                    <a:pt x="10583" y="5356"/>
                  </a:lnTo>
                  <a:lnTo>
                    <a:pt x="10258" y="5710"/>
                  </a:lnTo>
                  <a:lnTo>
                    <a:pt x="9932" y="5975"/>
                  </a:lnTo>
                  <a:lnTo>
                    <a:pt x="9607" y="6153"/>
                  </a:lnTo>
                  <a:lnTo>
                    <a:pt x="9444" y="6197"/>
                  </a:lnTo>
                  <a:lnTo>
                    <a:pt x="9335" y="6197"/>
                  </a:lnTo>
                  <a:lnTo>
                    <a:pt x="9226" y="6108"/>
                  </a:lnTo>
                  <a:lnTo>
                    <a:pt x="9172" y="6020"/>
                  </a:lnTo>
                  <a:lnTo>
                    <a:pt x="9117" y="5799"/>
                  </a:lnTo>
                  <a:lnTo>
                    <a:pt x="9117" y="5002"/>
                  </a:lnTo>
                  <a:lnTo>
                    <a:pt x="9064" y="4338"/>
                  </a:lnTo>
                  <a:lnTo>
                    <a:pt x="9280" y="4250"/>
                  </a:lnTo>
                  <a:lnTo>
                    <a:pt x="9497" y="4205"/>
                  </a:lnTo>
                  <a:lnTo>
                    <a:pt x="9715" y="4160"/>
                  </a:lnTo>
                  <a:close/>
                  <a:moveTo>
                    <a:pt x="9552" y="3762"/>
                  </a:moveTo>
                  <a:lnTo>
                    <a:pt x="9226" y="3852"/>
                  </a:lnTo>
                  <a:lnTo>
                    <a:pt x="8901" y="3940"/>
                  </a:lnTo>
                  <a:lnTo>
                    <a:pt x="8629" y="4072"/>
                  </a:lnTo>
                  <a:lnTo>
                    <a:pt x="8466" y="4293"/>
                  </a:lnTo>
                  <a:lnTo>
                    <a:pt x="8466" y="4383"/>
                  </a:lnTo>
                  <a:lnTo>
                    <a:pt x="8521" y="4426"/>
                  </a:lnTo>
                  <a:lnTo>
                    <a:pt x="8575" y="4471"/>
                  </a:lnTo>
                  <a:lnTo>
                    <a:pt x="8683" y="4471"/>
                  </a:lnTo>
                  <a:lnTo>
                    <a:pt x="8846" y="4426"/>
                  </a:lnTo>
                  <a:lnTo>
                    <a:pt x="8792" y="5091"/>
                  </a:lnTo>
                  <a:lnTo>
                    <a:pt x="8792" y="5975"/>
                  </a:lnTo>
                  <a:lnTo>
                    <a:pt x="8846" y="6153"/>
                  </a:lnTo>
                  <a:lnTo>
                    <a:pt x="8954" y="6285"/>
                  </a:lnTo>
                  <a:lnTo>
                    <a:pt x="9117" y="6418"/>
                  </a:lnTo>
                  <a:lnTo>
                    <a:pt x="9226" y="6507"/>
                  </a:lnTo>
                  <a:lnTo>
                    <a:pt x="9660" y="6507"/>
                  </a:lnTo>
                  <a:lnTo>
                    <a:pt x="9932" y="6373"/>
                  </a:lnTo>
                  <a:lnTo>
                    <a:pt x="10203" y="6197"/>
                  </a:lnTo>
                  <a:lnTo>
                    <a:pt x="10691" y="5799"/>
                  </a:lnTo>
                  <a:lnTo>
                    <a:pt x="11017" y="5444"/>
                  </a:lnTo>
                  <a:lnTo>
                    <a:pt x="11234" y="5224"/>
                  </a:lnTo>
                  <a:lnTo>
                    <a:pt x="11452" y="5046"/>
                  </a:lnTo>
                  <a:lnTo>
                    <a:pt x="11560" y="4781"/>
                  </a:lnTo>
                  <a:lnTo>
                    <a:pt x="11614" y="4648"/>
                  </a:lnTo>
                  <a:lnTo>
                    <a:pt x="11614" y="4515"/>
                  </a:lnTo>
                  <a:lnTo>
                    <a:pt x="11505" y="4338"/>
                  </a:lnTo>
                  <a:lnTo>
                    <a:pt x="11342" y="4160"/>
                  </a:lnTo>
                  <a:lnTo>
                    <a:pt x="11126" y="3984"/>
                  </a:lnTo>
                  <a:lnTo>
                    <a:pt x="10909" y="3895"/>
                  </a:lnTo>
                  <a:lnTo>
                    <a:pt x="10637" y="3807"/>
                  </a:lnTo>
                  <a:lnTo>
                    <a:pt x="10311" y="3762"/>
                  </a:lnTo>
                  <a:close/>
                  <a:moveTo>
                    <a:pt x="4125" y="4250"/>
                  </a:moveTo>
                  <a:lnTo>
                    <a:pt x="4341" y="4426"/>
                  </a:lnTo>
                  <a:lnTo>
                    <a:pt x="4559" y="4560"/>
                  </a:lnTo>
                  <a:lnTo>
                    <a:pt x="5102" y="4736"/>
                  </a:lnTo>
                  <a:lnTo>
                    <a:pt x="5372" y="4825"/>
                  </a:lnTo>
                  <a:lnTo>
                    <a:pt x="5427" y="4913"/>
                  </a:lnTo>
                  <a:lnTo>
                    <a:pt x="5482" y="5002"/>
                  </a:lnTo>
                  <a:lnTo>
                    <a:pt x="5482" y="5091"/>
                  </a:lnTo>
                  <a:lnTo>
                    <a:pt x="5535" y="5134"/>
                  </a:lnTo>
                  <a:lnTo>
                    <a:pt x="5590" y="5179"/>
                  </a:lnTo>
                  <a:lnTo>
                    <a:pt x="5698" y="5224"/>
                  </a:lnTo>
                  <a:lnTo>
                    <a:pt x="5970" y="5312"/>
                  </a:lnTo>
                  <a:lnTo>
                    <a:pt x="6241" y="5400"/>
                  </a:lnTo>
                  <a:lnTo>
                    <a:pt x="6513" y="5534"/>
                  </a:lnTo>
                  <a:lnTo>
                    <a:pt x="6729" y="5666"/>
                  </a:lnTo>
                  <a:lnTo>
                    <a:pt x="7164" y="6065"/>
                  </a:lnTo>
                  <a:lnTo>
                    <a:pt x="7544" y="6418"/>
                  </a:lnTo>
                  <a:lnTo>
                    <a:pt x="7056" y="6463"/>
                  </a:lnTo>
                  <a:lnTo>
                    <a:pt x="6621" y="6463"/>
                  </a:lnTo>
                  <a:lnTo>
                    <a:pt x="5644" y="6418"/>
                  </a:lnTo>
                  <a:lnTo>
                    <a:pt x="5156" y="6418"/>
                  </a:lnTo>
                  <a:lnTo>
                    <a:pt x="4668" y="6507"/>
                  </a:lnTo>
                  <a:lnTo>
                    <a:pt x="4396" y="6595"/>
                  </a:lnTo>
                  <a:lnTo>
                    <a:pt x="4125" y="6728"/>
                  </a:lnTo>
                  <a:lnTo>
                    <a:pt x="3853" y="6816"/>
                  </a:lnTo>
                  <a:lnTo>
                    <a:pt x="3690" y="6861"/>
                  </a:lnTo>
                  <a:lnTo>
                    <a:pt x="3474" y="6861"/>
                  </a:lnTo>
                  <a:lnTo>
                    <a:pt x="3419" y="6906"/>
                  </a:lnTo>
                  <a:lnTo>
                    <a:pt x="3365" y="6994"/>
                  </a:lnTo>
                  <a:lnTo>
                    <a:pt x="3365" y="7038"/>
                  </a:lnTo>
                  <a:lnTo>
                    <a:pt x="3474" y="8056"/>
                  </a:lnTo>
                  <a:lnTo>
                    <a:pt x="3147" y="7835"/>
                  </a:lnTo>
                  <a:lnTo>
                    <a:pt x="2822" y="7702"/>
                  </a:lnTo>
                  <a:lnTo>
                    <a:pt x="2822" y="7392"/>
                  </a:lnTo>
                  <a:lnTo>
                    <a:pt x="2714" y="7126"/>
                  </a:lnTo>
                  <a:lnTo>
                    <a:pt x="2551" y="6994"/>
                  </a:lnTo>
                  <a:lnTo>
                    <a:pt x="2333" y="6906"/>
                  </a:lnTo>
                  <a:lnTo>
                    <a:pt x="1900" y="6816"/>
                  </a:lnTo>
                  <a:lnTo>
                    <a:pt x="1628" y="6816"/>
                  </a:lnTo>
                  <a:lnTo>
                    <a:pt x="1357" y="6861"/>
                  </a:lnTo>
                  <a:lnTo>
                    <a:pt x="1628" y="6463"/>
                  </a:lnTo>
                  <a:lnTo>
                    <a:pt x="1900" y="6065"/>
                  </a:lnTo>
                  <a:lnTo>
                    <a:pt x="2171" y="5710"/>
                  </a:lnTo>
                  <a:lnTo>
                    <a:pt x="2496" y="5356"/>
                  </a:lnTo>
                  <a:lnTo>
                    <a:pt x="2876" y="5046"/>
                  </a:lnTo>
                  <a:lnTo>
                    <a:pt x="3256" y="4781"/>
                  </a:lnTo>
                  <a:lnTo>
                    <a:pt x="3690" y="4515"/>
                  </a:lnTo>
                  <a:lnTo>
                    <a:pt x="4125" y="4250"/>
                  </a:lnTo>
                  <a:close/>
                  <a:moveTo>
                    <a:pt x="15739" y="9074"/>
                  </a:moveTo>
                  <a:lnTo>
                    <a:pt x="16336" y="9295"/>
                  </a:lnTo>
                  <a:lnTo>
                    <a:pt x="16771" y="9472"/>
                  </a:lnTo>
                  <a:lnTo>
                    <a:pt x="16987" y="9561"/>
                  </a:lnTo>
                  <a:lnTo>
                    <a:pt x="17204" y="9605"/>
                  </a:lnTo>
                  <a:lnTo>
                    <a:pt x="17096" y="9960"/>
                  </a:lnTo>
                  <a:lnTo>
                    <a:pt x="16607" y="9782"/>
                  </a:lnTo>
                  <a:lnTo>
                    <a:pt x="16118" y="9605"/>
                  </a:lnTo>
                  <a:lnTo>
                    <a:pt x="15956" y="9517"/>
                  </a:lnTo>
                  <a:lnTo>
                    <a:pt x="15739" y="9074"/>
                  </a:lnTo>
                  <a:close/>
                  <a:moveTo>
                    <a:pt x="15196" y="9738"/>
                  </a:moveTo>
                  <a:lnTo>
                    <a:pt x="15359" y="9827"/>
                  </a:lnTo>
                  <a:lnTo>
                    <a:pt x="15577" y="9915"/>
                  </a:lnTo>
                  <a:lnTo>
                    <a:pt x="15630" y="10048"/>
                  </a:lnTo>
                  <a:lnTo>
                    <a:pt x="15685" y="10136"/>
                  </a:lnTo>
                  <a:lnTo>
                    <a:pt x="15847" y="10180"/>
                  </a:lnTo>
                  <a:lnTo>
                    <a:pt x="16173" y="10268"/>
                  </a:lnTo>
                  <a:lnTo>
                    <a:pt x="16336" y="10313"/>
                  </a:lnTo>
                  <a:lnTo>
                    <a:pt x="16336" y="10446"/>
                  </a:lnTo>
                  <a:lnTo>
                    <a:pt x="16390" y="10535"/>
                  </a:lnTo>
                  <a:lnTo>
                    <a:pt x="16498" y="10623"/>
                  </a:lnTo>
                  <a:lnTo>
                    <a:pt x="16771" y="10668"/>
                  </a:lnTo>
                  <a:lnTo>
                    <a:pt x="16498" y="11154"/>
                  </a:lnTo>
                  <a:lnTo>
                    <a:pt x="16390" y="11066"/>
                  </a:lnTo>
                  <a:lnTo>
                    <a:pt x="15685" y="10579"/>
                  </a:lnTo>
                  <a:lnTo>
                    <a:pt x="15685" y="10313"/>
                  </a:lnTo>
                  <a:lnTo>
                    <a:pt x="15630" y="10092"/>
                  </a:lnTo>
                  <a:lnTo>
                    <a:pt x="15522" y="9960"/>
                  </a:lnTo>
                  <a:lnTo>
                    <a:pt x="15304" y="9870"/>
                  </a:lnTo>
                  <a:lnTo>
                    <a:pt x="15196" y="9738"/>
                  </a:lnTo>
                  <a:close/>
                  <a:moveTo>
                    <a:pt x="13514" y="5799"/>
                  </a:moveTo>
                  <a:lnTo>
                    <a:pt x="14056" y="5843"/>
                  </a:lnTo>
                  <a:lnTo>
                    <a:pt x="14165" y="5887"/>
                  </a:lnTo>
                  <a:lnTo>
                    <a:pt x="14219" y="5843"/>
                  </a:lnTo>
                  <a:lnTo>
                    <a:pt x="14653" y="5932"/>
                  </a:lnTo>
                  <a:lnTo>
                    <a:pt x="15087" y="6065"/>
                  </a:lnTo>
                  <a:lnTo>
                    <a:pt x="14816" y="6330"/>
                  </a:lnTo>
                  <a:lnTo>
                    <a:pt x="14816" y="6418"/>
                  </a:lnTo>
                  <a:lnTo>
                    <a:pt x="14871" y="6507"/>
                  </a:lnTo>
                  <a:lnTo>
                    <a:pt x="14979" y="6551"/>
                  </a:lnTo>
                  <a:lnTo>
                    <a:pt x="15087" y="6551"/>
                  </a:lnTo>
                  <a:lnTo>
                    <a:pt x="15413" y="6418"/>
                  </a:lnTo>
                  <a:lnTo>
                    <a:pt x="15739" y="6330"/>
                  </a:lnTo>
                  <a:lnTo>
                    <a:pt x="16065" y="6285"/>
                  </a:lnTo>
                  <a:lnTo>
                    <a:pt x="16444" y="6241"/>
                  </a:lnTo>
                  <a:lnTo>
                    <a:pt x="16771" y="6773"/>
                  </a:lnTo>
                  <a:lnTo>
                    <a:pt x="16065" y="6906"/>
                  </a:lnTo>
                  <a:lnTo>
                    <a:pt x="15685" y="6994"/>
                  </a:lnTo>
                  <a:lnTo>
                    <a:pt x="15359" y="7126"/>
                  </a:lnTo>
                  <a:lnTo>
                    <a:pt x="15304" y="7171"/>
                  </a:lnTo>
                  <a:lnTo>
                    <a:pt x="15304" y="7259"/>
                  </a:lnTo>
                  <a:lnTo>
                    <a:pt x="15359" y="7304"/>
                  </a:lnTo>
                  <a:lnTo>
                    <a:pt x="15739" y="7392"/>
                  </a:lnTo>
                  <a:lnTo>
                    <a:pt x="16173" y="7392"/>
                  </a:lnTo>
                  <a:lnTo>
                    <a:pt x="16607" y="7347"/>
                  </a:lnTo>
                  <a:lnTo>
                    <a:pt x="16987" y="7259"/>
                  </a:lnTo>
                  <a:lnTo>
                    <a:pt x="17204" y="7923"/>
                  </a:lnTo>
                  <a:lnTo>
                    <a:pt x="17259" y="8012"/>
                  </a:lnTo>
                  <a:lnTo>
                    <a:pt x="16661" y="7879"/>
                  </a:lnTo>
                  <a:lnTo>
                    <a:pt x="16173" y="7790"/>
                  </a:lnTo>
                  <a:lnTo>
                    <a:pt x="15902" y="7747"/>
                  </a:lnTo>
                  <a:lnTo>
                    <a:pt x="15630" y="7790"/>
                  </a:lnTo>
                  <a:lnTo>
                    <a:pt x="15577" y="7790"/>
                  </a:lnTo>
                  <a:lnTo>
                    <a:pt x="15630" y="7879"/>
                  </a:lnTo>
                  <a:lnTo>
                    <a:pt x="15847" y="8012"/>
                  </a:lnTo>
                  <a:lnTo>
                    <a:pt x="16118" y="8145"/>
                  </a:lnTo>
                  <a:lnTo>
                    <a:pt x="16771" y="8366"/>
                  </a:lnTo>
                  <a:lnTo>
                    <a:pt x="17312" y="8498"/>
                  </a:lnTo>
                  <a:lnTo>
                    <a:pt x="17259" y="9162"/>
                  </a:lnTo>
                  <a:lnTo>
                    <a:pt x="16987" y="9074"/>
                  </a:lnTo>
                  <a:lnTo>
                    <a:pt x="16716" y="8986"/>
                  </a:lnTo>
                  <a:lnTo>
                    <a:pt x="15956" y="8720"/>
                  </a:lnTo>
                  <a:lnTo>
                    <a:pt x="15577" y="8631"/>
                  </a:lnTo>
                  <a:lnTo>
                    <a:pt x="15142" y="8588"/>
                  </a:lnTo>
                  <a:lnTo>
                    <a:pt x="15087" y="8588"/>
                  </a:lnTo>
                  <a:lnTo>
                    <a:pt x="15087" y="8720"/>
                  </a:lnTo>
                  <a:lnTo>
                    <a:pt x="15522" y="8941"/>
                  </a:lnTo>
                  <a:lnTo>
                    <a:pt x="15413" y="8986"/>
                  </a:lnTo>
                  <a:lnTo>
                    <a:pt x="14816" y="9162"/>
                  </a:lnTo>
                  <a:lnTo>
                    <a:pt x="14653" y="9029"/>
                  </a:lnTo>
                  <a:lnTo>
                    <a:pt x="14545" y="8986"/>
                  </a:lnTo>
                  <a:lnTo>
                    <a:pt x="14491" y="9029"/>
                  </a:lnTo>
                  <a:lnTo>
                    <a:pt x="14436" y="9074"/>
                  </a:lnTo>
                  <a:lnTo>
                    <a:pt x="14383" y="9119"/>
                  </a:lnTo>
                  <a:lnTo>
                    <a:pt x="14383" y="9295"/>
                  </a:lnTo>
                  <a:lnTo>
                    <a:pt x="14328" y="9339"/>
                  </a:lnTo>
                  <a:lnTo>
                    <a:pt x="14328" y="9427"/>
                  </a:lnTo>
                  <a:lnTo>
                    <a:pt x="14383" y="9561"/>
                  </a:lnTo>
                  <a:lnTo>
                    <a:pt x="14708" y="9870"/>
                  </a:lnTo>
                  <a:lnTo>
                    <a:pt x="14219" y="9605"/>
                  </a:lnTo>
                  <a:lnTo>
                    <a:pt x="13730" y="9384"/>
                  </a:lnTo>
                  <a:lnTo>
                    <a:pt x="13677" y="9384"/>
                  </a:lnTo>
                  <a:lnTo>
                    <a:pt x="13622" y="9427"/>
                  </a:lnTo>
                  <a:lnTo>
                    <a:pt x="13568" y="9472"/>
                  </a:lnTo>
                  <a:lnTo>
                    <a:pt x="13568" y="9561"/>
                  </a:lnTo>
                  <a:lnTo>
                    <a:pt x="13893" y="9870"/>
                  </a:lnTo>
                  <a:lnTo>
                    <a:pt x="14273" y="10180"/>
                  </a:lnTo>
                  <a:lnTo>
                    <a:pt x="15034" y="10711"/>
                  </a:lnTo>
                  <a:lnTo>
                    <a:pt x="15142" y="10801"/>
                  </a:lnTo>
                  <a:lnTo>
                    <a:pt x="15034" y="11021"/>
                  </a:lnTo>
                  <a:lnTo>
                    <a:pt x="14871" y="11242"/>
                  </a:lnTo>
                  <a:lnTo>
                    <a:pt x="14653" y="11332"/>
                  </a:lnTo>
                  <a:lnTo>
                    <a:pt x="14545" y="11287"/>
                  </a:lnTo>
                  <a:lnTo>
                    <a:pt x="13948" y="10977"/>
                  </a:lnTo>
                  <a:lnTo>
                    <a:pt x="13785" y="10756"/>
                  </a:lnTo>
                  <a:lnTo>
                    <a:pt x="13568" y="10490"/>
                  </a:lnTo>
                  <a:lnTo>
                    <a:pt x="13242" y="10313"/>
                  </a:lnTo>
                  <a:lnTo>
                    <a:pt x="12971" y="10136"/>
                  </a:lnTo>
                  <a:lnTo>
                    <a:pt x="12808" y="10003"/>
                  </a:lnTo>
                  <a:lnTo>
                    <a:pt x="12646" y="9782"/>
                  </a:lnTo>
                  <a:lnTo>
                    <a:pt x="12591" y="9517"/>
                  </a:lnTo>
                  <a:lnTo>
                    <a:pt x="12536" y="9517"/>
                  </a:lnTo>
                  <a:lnTo>
                    <a:pt x="12536" y="9384"/>
                  </a:lnTo>
                  <a:lnTo>
                    <a:pt x="12483" y="9339"/>
                  </a:lnTo>
                  <a:lnTo>
                    <a:pt x="12374" y="9339"/>
                  </a:lnTo>
                  <a:lnTo>
                    <a:pt x="11668" y="9251"/>
                  </a:lnTo>
                  <a:lnTo>
                    <a:pt x="10909" y="9207"/>
                  </a:lnTo>
                  <a:lnTo>
                    <a:pt x="10529" y="9207"/>
                  </a:lnTo>
                  <a:lnTo>
                    <a:pt x="10148" y="9251"/>
                  </a:lnTo>
                  <a:lnTo>
                    <a:pt x="9823" y="9339"/>
                  </a:lnTo>
                  <a:lnTo>
                    <a:pt x="9552" y="9517"/>
                  </a:lnTo>
                  <a:lnTo>
                    <a:pt x="9444" y="9384"/>
                  </a:lnTo>
                  <a:lnTo>
                    <a:pt x="9389" y="9295"/>
                  </a:lnTo>
                  <a:lnTo>
                    <a:pt x="9444" y="9207"/>
                  </a:lnTo>
                  <a:lnTo>
                    <a:pt x="9497" y="9119"/>
                  </a:lnTo>
                  <a:lnTo>
                    <a:pt x="9769" y="8941"/>
                  </a:lnTo>
                  <a:lnTo>
                    <a:pt x="10040" y="8853"/>
                  </a:lnTo>
                  <a:lnTo>
                    <a:pt x="10474" y="8808"/>
                  </a:lnTo>
                  <a:lnTo>
                    <a:pt x="10909" y="8720"/>
                  </a:lnTo>
                  <a:lnTo>
                    <a:pt x="11126" y="8631"/>
                  </a:lnTo>
                  <a:lnTo>
                    <a:pt x="11397" y="8454"/>
                  </a:lnTo>
                  <a:lnTo>
                    <a:pt x="11452" y="8321"/>
                  </a:lnTo>
                  <a:lnTo>
                    <a:pt x="11505" y="8233"/>
                  </a:lnTo>
                  <a:lnTo>
                    <a:pt x="11452" y="8145"/>
                  </a:lnTo>
                  <a:lnTo>
                    <a:pt x="11342" y="8056"/>
                  </a:lnTo>
                  <a:lnTo>
                    <a:pt x="11234" y="7967"/>
                  </a:lnTo>
                  <a:lnTo>
                    <a:pt x="11071" y="7967"/>
                  </a:lnTo>
                  <a:lnTo>
                    <a:pt x="10691" y="8012"/>
                  </a:lnTo>
                  <a:lnTo>
                    <a:pt x="10366" y="8100"/>
                  </a:lnTo>
                  <a:lnTo>
                    <a:pt x="10040" y="8188"/>
                  </a:lnTo>
                  <a:lnTo>
                    <a:pt x="9932" y="8188"/>
                  </a:lnTo>
                  <a:lnTo>
                    <a:pt x="9823" y="8145"/>
                  </a:lnTo>
                  <a:lnTo>
                    <a:pt x="9823" y="8056"/>
                  </a:lnTo>
                  <a:lnTo>
                    <a:pt x="9877" y="7967"/>
                  </a:lnTo>
                  <a:lnTo>
                    <a:pt x="9986" y="7790"/>
                  </a:lnTo>
                  <a:lnTo>
                    <a:pt x="10095" y="7657"/>
                  </a:lnTo>
                  <a:lnTo>
                    <a:pt x="10474" y="7480"/>
                  </a:lnTo>
                  <a:lnTo>
                    <a:pt x="10854" y="7259"/>
                  </a:lnTo>
                  <a:lnTo>
                    <a:pt x="11397" y="6949"/>
                  </a:lnTo>
                  <a:lnTo>
                    <a:pt x="11995" y="6595"/>
                  </a:lnTo>
                  <a:lnTo>
                    <a:pt x="12103" y="6684"/>
                  </a:lnTo>
                  <a:lnTo>
                    <a:pt x="12157" y="6684"/>
                  </a:lnTo>
                  <a:lnTo>
                    <a:pt x="12211" y="6640"/>
                  </a:lnTo>
                  <a:lnTo>
                    <a:pt x="12591" y="6241"/>
                  </a:lnTo>
                  <a:lnTo>
                    <a:pt x="12917" y="5799"/>
                  </a:lnTo>
                  <a:close/>
                  <a:moveTo>
                    <a:pt x="15522" y="11066"/>
                  </a:moveTo>
                  <a:lnTo>
                    <a:pt x="15902" y="11332"/>
                  </a:lnTo>
                  <a:lnTo>
                    <a:pt x="16228" y="11597"/>
                  </a:lnTo>
                  <a:lnTo>
                    <a:pt x="15793" y="12216"/>
                  </a:lnTo>
                  <a:lnTo>
                    <a:pt x="15685" y="12305"/>
                  </a:lnTo>
                  <a:lnTo>
                    <a:pt x="15630" y="12261"/>
                  </a:lnTo>
                  <a:lnTo>
                    <a:pt x="15577" y="12173"/>
                  </a:lnTo>
                  <a:lnTo>
                    <a:pt x="15413" y="11995"/>
                  </a:lnTo>
                  <a:lnTo>
                    <a:pt x="15250" y="11774"/>
                  </a:lnTo>
                  <a:lnTo>
                    <a:pt x="15034" y="11597"/>
                  </a:lnTo>
                  <a:lnTo>
                    <a:pt x="15196" y="11464"/>
                  </a:lnTo>
                  <a:lnTo>
                    <a:pt x="15304" y="11375"/>
                  </a:lnTo>
                  <a:lnTo>
                    <a:pt x="15522" y="11066"/>
                  </a:lnTo>
                  <a:close/>
                  <a:moveTo>
                    <a:pt x="814" y="8808"/>
                  </a:moveTo>
                  <a:lnTo>
                    <a:pt x="1194" y="9029"/>
                  </a:lnTo>
                  <a:lnTo>
                    <a:pt x="1465" y="9295"/>
                  </a:lnTo>
                  <a:lnTo>
                    <a:pt x="1790" y="9561"/>
                  </a:lnTo>
                  <a:lnTo>
                    <a:pt x="2116" y="9827"/>
                  </a:lnTo>
                  <a:lnTo>
                    <a:pt x="2931" y="10358"/>
                  </a:lnTo>
                  <a:lnTo>
                    <a:pt x="3310" y="10668"/>
                  </a:lnTo>
                  <a:lnTo>
                    <a:pt x="3474" y="10844"/>
                  </a:lnTo>
                  <a:lnTo>
                    <a:pt x="3582" y="11021"/>
                  </a:lnTo>
                  <a:lnTo>
                    <a:pt x="3256" y="11199"/>
                  </a:lnTo>
                  <a:lnTo>
                    <a:pt x="2984" y="11420"/>
                  </a:lnTo>
                  <a:lnTo>
                    <a:pt x="2768" y="11685"/>
                  </a:lnTo>
                  <a:lnTo>
                    <a:pt x="2605" y="12040"/>
                  </a:lnTo>
                  <a:lnTo>
                    <a:pt x="2551" y="12481"/>
                  </a:lnTo>
                  <a:lnTo>
                    <a:pt x="2605" y="12881"/>
                  </a:lnTo>
                  <a:lnTo>
                    <a:pt x="2822" y="13765"/>
                  </a:lnTo>
                  <a:lnTo>
                    <a:pt x="2280" y="13234"/>
                  </a:lnTo>
                  <a:lnTo>
                    <a:pt x="1845" y="12703"/>
                  </a:lnTo>
                  <a:lnTo>
                    <a:pt x="1465" y="12083"/>
                  </a:lnTo>
                  <a:lnTo>
                    <a:pt x="1194" y="11464"/>
                  </a:lnTo>
                  <a:lnTo>
                    <a:pt x="977" y="10801"/>
                  </a:lnTo>
                  <a:lnTo>
                    <a:pt x="814" y="10136"/>
                  </a:lnTo>
                  <a:lnTo>
                    <a:pt x="759" y="9472"/>
                  </a:lnTo>
                  <a:lnTo>
                    <a:pt x="814" y="8808"/>
                  </a:lnTo>
                  <a:close/>
                  <a:moveTo>
                    <a:pt x="10203" y="10401"/>
                  </a:moveTo>
                  <a:lnTo>
                    <a:pt x="10258" y="10490"/>
                  </a:lnTo>
                  <a:lnTo>
                    <a:pt x="10366" y="10535"/>
                  </a:lnTo>
                  <a:lnTo>
                    <a:pt x="10746" y="10711"/>
                  </a:lnTo>
                  <a:lnTo>
                    <a:pt x="11071" y="10889"/>
                  </a:lnTo>
                  <a:lnTo>
                    <a:pt x="11397" y="11110"/>
                  </a:lnTo>
                  <a:lnTo>
                    <a:pt x="11668" y="11375"/>
                  </a:lnTo>
                  <a:lnTo>
                    <a:pt x="11885" y="11642"/>
                  </a:lnTo>
                  <a:lnTo>
                    <a:pt x="12103" y="11951"/>
                  </a:lnTo>
                  <a:lnTo>
                    <a:pt x="12211" y="12261"/>
                  </a:lnTo>
                  <a:lnTo>
                    <a:pt x="12211" y="12571"/>
                  </a:lnTo>
                  <a:lnTo>
                    <a:pt x="12157" y="12836"/>
                  </a:lnTo>
                  <a:lnTo>
                    <a:pt x="11397" y="12173"/>
                  </a:lnTo>
                  <a:lnTo>
                    <a:pt x="10583" y="11597"/>
                  </a:lnTo>
                  <a:lnTo>
                    <a:pt x="10474" y="11597"/>
                  </a:lnTo>
                  <a:lnTo>
                    <a:pt x="10420" y="11642"/>
                  </a:lnTo>
                  <a:lnTo>
                    <a:pt x="10474" y="11685"/>
                  </a:lnTo>
                  <a:lnTo>
                    <a:pt x="11180" y="12481"/>
                  </a:lnTo>
                  <a:lnTo>
                    <a:pt x="11940" y="13234"/>
                  </a:lnTo>
                  <a:lnTo>
                    <a:pt x="11668" y="13500"/>
                  </a:lnTo>
                  <a:lnTo>
                    <a:pt x="11452" y="13765"/>
                  </a:lnTo>
                  <a:lnTo>
                    <a:pt x="11126" y="14031"/>
                  </a:lnTo>
                  <a:lnTo>
                    <a:pt x="10691" y="13722"/>
                  </a:lnTo>
                  <a:lnTo>
                    <a:pt x="10148" y="13279"/>
                  </a:lnTo>
                  <a:lnTo>
                    <a:pt x="10040" y="12969"/>
                  </a:lnTo>
                  <a:lnTo>
                    <a:pt x="9986" y="12659"/>
                  </a:lnTo>
                  <a:lnTo>
                    <a:pt x="9823" y="12349"/>
                  </a:lnTo>
                  <a:lnTo>
                    <a:pt x="9660" y="12040"/>
                  </a:lnTo>
                  <a:lnTo>
                    <a:pt x="9552" y="11907"/>
                  </a:lnTo>
                  <a:lnTo>
                    <a:pt x="9335" y="11907"/>
                  </a:lnTo>
                  <a:lnTo>
                    <a:pt x="8683" y="12083"/>
                  </a:lnTo>
                  <a:lnTo>
                    <a:pt x="8358" y="12173"/>
                  </a:lnTo>
                  <a:lnTo>
                    <a:pt x="8250" y="12173"/>
                  </a:lnTo>
                  <a:lnTo>
                    <a:pt x="8086" y="12083"/>
                  </a:lnTo>
                  <a:lnTo>
                    <a:pt x="7707" y="11951"/>
                  </a:lnTo>
                  <a:lnTo>
                    <a:pt x="7435" y="11774"/>
                  </a:lnTo>
                  <a:lnTo>
                    <a:pt x="7327" y="11642"/>
                  </a:lnTo>
                  <a:lnTo>
                    <a:pt x="7219" y="11509"/>
                  </a:lnTo>
                  <a:lnTo>
                    <a:pt x="7164" y="11375"/>
                  </a:lnTo>
                  <a:lnTo>
                    <a:pt x="7164" y="11199"/>
                  </a:lnTo>
                  <a:lnTo>
                    <a:pt x="7219" y="11021"/>
                  </a:lnTo>
                  <a:lnTo>
                    <a:pt x="7327" y="10844"/>
                  </a:lnTo>
                  <a:lnTo>
                    <a:pt x="7489" y="10711"/>
                  </a:lnTo>
                  <a:lnTo>
                    <a:pt x="7707" y="10623"/>
                  </a:lnTo>
                  <a:lnTo>
                    <a:pt x="8250" y="10490"/>
                  </a:lnTo>
                  <a:lnTo>
                    <a:pt x="8683" y="10446"/>
                  </a:lnTo>
                  <a:lnTo>
                    <a:pt x="9444" y="10446"/>
                  </a:lnTo>
                  <a:lnTo>
                    <a:pt x="10203" y="10401"/>
                  </a:lnTo>
                  <a:close/>
                  <a:moveTo>
                    <a:pt x="12754" y="12173"/>
                  </a:moveTo>
                  <a:lnTo>
                    <a:pt x="13840" y="12748"/>
                  </a:lnTo>
                  <a:lnTo>
                    <a:pt x="14056" y="12924"/>
                  </a:lnTo>
                  <a:lnTo>
                    <a:pt x="14273" y="13102"/>
                  </a:lnTo>
                  <a:lnTo>
                    <a:pt x="14436" y="13279"/>
                  </a:lnTo>
                  <a:lnTo>
                    <a:pt x="14599" y="13455"/>
                  </a:lnTo>
                  <a:lnTo>
                    <a:pt x="13840" y="14031"/>
                  </a:lnTo>
                  <a:lnTo>
                    <a:pt x="13785" y="13987"/>
                  </a:lnTo>
                  <a:lnTo>
                    <a:pt x="13622" y="13855"/>
                  </a:lnTo>
                  <a:lnTo>
                    <a:pt x="13405" y="13765"/>
                  </a:lnTo>
                  <a:lnTo>
                    <a:pt x="13134" y="13633"/>
                  </a:lnTo>
                  <a:lnTo>
                    <a:pt x="12971" y="13500"/>
                  </a:lnTo>
                  <a:lnTo>
                    <a:pt x="12591" y="13190"/>
                  </a:lnTo>
                  <a:lnTo>
                    <a:pt x="12646" y="13057"/>
                  </a:lnTo>
                  <a:lnTo>
                    <a:pt x="12754" y="12836"/>
                  </a:lnTo>
                  <a:lnTo>
                    <a:pt x="12808" y="12615"/>
                  </a:lnTo>
                  <a:lnTo>
                    <a:pt x="12808" y="12393"/>
                  </a:lnTo>
                  <a:lnTo>
                    <a:pt x="12754" y="12173"/>
                  </a:lnTo>
                  <a:close/>
                  <a:moveTo>
                    <a:pt x="10148" y="13943"/>
                  </a:moveTo>
                  <a:lnTo>
                    <a:pt x="10637" y="14341"/>
                  </a:lnTo>
                  <a:lnTo>
                    <a:pt x="10366" y="14429"/>
                  </a:lnTo>
                  <a:lnTo>
                    <a:pt x="10203" y="14429"/>
                  </a:lnTo>
                  <a:lnTo>
                    <a:pt x="10040" y="14386"/>
                  </a:lnTo>
                  <a:lnTo>
                    <a:pt x="10148" y="13943"/>
                  </a:lnTo>
                  <a:close/>
                  <a:moveTo>
                    <a:pt x="12320" y="13589"/>
                  </a:moveTo>
                  <a:lnTo>
                    <a:pt x="12536" y="13810"/>
                  </a:lnTo>
                  <a:lnTo>
                    <a:pt x="12808" y="14031"/>
                  </a:lnTo>
                  <a:lnTo>
                    <a:pt x="13134" y="14208"/>
                  </a:lnTo>
                  <a:lnTo>
                    <a:pt x="13297" y="14253"/>
                  </a:lnTo>
                  <a:lnTo>
                    <a:pt x="13459" y="14296"/>
                  </a:lnTo>
                  <a:lnTo>
                    <a:pt x="12917" y="14606"/>
                  </a:lnTo>
                  <a:lnTo>
                    <a:pt x="12320" y="14872"/>
                  </a:lnTo>
                  <a:lnTo>
                    <a:pt x="12265" y="14828"/>
                  </a:lnTo>
                  <a:lnTo>
                    <a:pt x="11560" y="14341"/>
                  </a:lnTo>
                  <a:lnTo>
                    <a:pt x="11940" y="13987"/>
                  </a:lnTo>
                  <a:lnTo>
                    <a:pt x="12320" y="13589"/>
                  </a:lnTo>
                  <a:close/>
                  <a:moveTo>
                    <a:pt x="10311" y="3231"/>
                  </a:moveTo>
                  <a:lnTo>
                    <a:pt x="10909" y="3276"/>
                  </a:lnTo>
                  <a:lnTo>
                    <a:pt x="11505" y="3364"/>
                  </a:lnTo>
                  <a:lnTo>
                    <a:pt x="12103" y="3497"/>
                  </a:lnTo>
                  <a:lnTo>
                    <a:pt x="12646" y="3630"/>
                  </a:lnTo>
                  <a:lnTo>
                    <a:pt x="13189" y="3852"/>
                  </a:lnTo>
                  <a:lnTo>
                    <a:pt x="13730" y="4072"/>
                  </a:lnTo>
                  <a:lnTo>
                    <a:pt x="14219" y="4338"/>
                  </a:lnTo>
                  <a:lnTo>
                    <a:pt x="14056" y="4383"/>
                  </a:lnTo>
                  <a:lnTo>
                    <a:pt x="13730" y="4603"/>
                  </a:lnTo>
                  <a:lnTo>
                    <a:pt x="13568" y="4736"/>
                  </a:lnTo>
                  <a:lnTo>
                    <a:pt x="13405" y="4869"/>
                  </a:lnTo>
                  <a:lnTo>
                    <a:pt x="13405" y="4958"/>
                  </a:lnTo>
                  <a:lnTo>
                    <a:pt x="13514" y="4958"/>
                  </a:lnTo>
                  <a:lnTo>
                    <a:pt x="13677" y="4913"/>
                  </a:lnTo>
                  <a:lnTo>
                    <a:pt x="13840" y="4913"/>
                  </a:lnTo>
                  <a:lnTo>
                    <a:pt x="14328" y="4736"/>
                  </a:lnTo>
                  <a:lnTo>
                    <a:pt x="14653" y="4603"/>
                  </a:lnTo>
                  <a:lnTo>
                    <a:pt x="15087" y="4869"/>
                  </a:lnTo>
                  <a:lnTo>
                    <a:pt x="14653" y="5134"/>
                  </a:lnTo>
                  <a:lnTo>
                    <a:pt x="14219" y="5444"/>
                  </a:lnTo>
                  <a:lnTo>
                    <a:pt x="13730" y="5400"/>
                  </a:lnTo>
                  <a:lnTo>
                    <a:pt x="12917" y="5400"/>
                  </a:lnTo>
                  <a:lnTo>
                    <a:pt x="12699" y="5444"/>
                  </a:lnTo>
                  <a:lnTo>
                    <a:pt x="12646" y="5489"/>
                  </a:lnTo>
                  <a:lnTo>
                    <a:pt x="12591" y="5577"/>
                  </a:lnTo>
                  <a:lnTo>
                    <a:pt x="12320" y="6020"/>
                  </a:lnTo>
                  <a:lnTo>
                    <a:pt x="11995" y="6463"/>
                  </a:lnTo>
                  <a:lnTo>
                    <a:pt x="11614" y="6595"/>
                  </a:lnTo>
                  <a:lnTo>
                    <a:pt x="11234" y="6773"/>
                  </a:lnTo>
                  <a:lnTo>
                    <a:pt x="10529" y="7126"/>
                  </a:lnTo>
                  <a:lnTo>
                    <a:pt x="9932" y="7437"/>
                  </a:lnTo>
                  <a:lnTo>
                    <a:pt x="9660" y="7614"/>
                  </a:lnTo>
                  <a:lnTo>
                    <a:pt x="9552" y="7702"/>
                  </a:lnTo>
                  <a:lnTo>
                    <a:pt x="9497" y="7835"/>
                  </a:lnTo>
                  <a:lnTo>
                    <a:pt x="9444" y="8056"/>
                  </a:lnTo>
                  <a:lnTo>
                    <a:pt x="9497" y="8188"/>
                  </a:lnTo>
                  <a:lnTo>
                    <a:pt x="9552" y="8321"/>
                  </a:lnTo>
                  <a:lnTo>
                    <a:pt x="9715" y="8410"/>
                  </a:lnTo>
                  <a:lnTo>
                    <a:pt x="9877" y="8410"/>
                  </a:lnTo>
                  <a:lnTo>
                    <a:pt x="10095" y="8454"/>
                  </a:lnTo>
                  <a:lnTo>
                    <a:pt x="10529" y="8366"/>
                  </a:lnTo>
                  <a:lnTo>
                    <a:pt x="10801" y="8278"/>
                  </a:lnTo>
                  <a:lnTo>
                    <a:pt x="11017" y="8233"/>
                  </a:lnTo>
                  <a:lnTo>
                    <a:pt x="11071" y="8278"/>
                  </a:lnTo>
                  <a:lnTo>
                    <a:pt x="10963" y="8321"/>
                  </a:lnTo>
                  <a:lnTo>
                    <a:pt x="10691" y="8454"/>
                  </a:lnTo>
                  <a:lnTo>
                    <a:pt x="10148" y="8543"/>
                  </a:lnTo>
                  <a:lnTo>
                    <a:pt x="9660" y="8631"/>
                  </a:lnTo>
                  <a:lnTo>
                    <a:pt x="9389" y="8720"/>
                  </a:lnTo>
                  <a:lnTo>
                    <a:pt x="9226" y="8853"/>
                  </a:lnTo>
                  <a:lnTo>
                    <a:pt x="9117" y="9029"/>
                  </a:lnTo>
                  <a:lnTo>
                    <a:pt x="9064" y="9207"/>
                  </a:lnTo>
                  <a:lnTo>
                    <a:pt x="9064" y="9384"/>
                  </a:lnTo>
                  <a:lnTo>
                    <a:pt x="9117" y="9561"/>
                  </a:lnTo>
                  <a:lnTo>
                    <a:pt x="9226" y="9738"/>
                  </a:lnTo>
                  <a:lnTo>
                    <a:pt x="9444" y="9870"/>
                  </a:lnTo>
                  <a:lnTo>
                    <a:pt x="9607" y="9870"/>
                  </a:lnTo>
                  <a:lnTo>
                    <a:pt x="9715" y="9827"/>
                  </a:lnTo>
                  <a:lnTo>
                    <a:pt x="9823" y="9738"/>
                  </a:lnTo>
                  <a:lnTo>
                    <a:pt x="9932" y="9649"/>
                  </a:lnTo>
                  <a:lnTo>
                    <a:pt x="10203" y="9561"/>
                  </a:lnTo>
                  <a:lnTo>
                    <a:pt x="10854" y="9561"/>
                  </a:lnTo>
                  <a:lnTo>
                    <a:pt x="12320" y="9649"/>
                  </a:lnTo>
                  <a:lnTo>
                    <a:pt x="12320" y="9827"/>
                  </a:lnTo>
                  <a:lnTo>
                    <a:pt x="12374" y="10048"/>
                  </a:lnTo>
                  <a:lnTo>
                    <a:pt x="12483" y="10225"/>
                  </a:lnTo>
                  <a:lnTo>
                    <a:pt x="12646" y="10358"/>
                  </a:lnTo>
                  <a:lnTo>
                    <a:pt x="12971" y="10579"/>
                  </a:lnTo>
                  <a:lnTo>
                    <a:pt x="12646" y="10490"/>
                  </a:lnTo>
                  <a:lnTo>
                    <a:pt x="12320" y="10446"/>
                  </a:lnTo>
                  <a:lnTo>
                    <a:pt x="12265" y="10446"/>
                  </a:lnTo>
                  <a:lnTo>
                    <a:pt x="12265" y="10535"/>
                  </a:lnTo>
                  <a:lnTo>
                    <a:pt x="12591" y="10801"/>
                  </a:lnTo>
                  <a:lnTo>
                    <a:pt x="12971" y="11066"/>
                  </a:lnTo>
                  <a:lnTo>
                    <a:pt x="13840" y="11464"/>
                  </a:lnTo>
                  <a:lnTo>
                    <a:pt x="13948" y="11552"/>
                  </a:lnTo>
                  <a:lnTo>
                    <a:pt x="14110" y="11642"/>
                  </a:lnTo>
                  <a:lnTo>
                    <a:pt x="14273" y="11685"/>
                  </a:lnTo>
                  <a:lnTo>
                    <a:pt x="14491" y="11818"/>
                  </a:lnTo>
                  <a:lnTo>
                    <a:pt x="14708" y="11995"/>
                  </a:lnTo>
                  <a:lnTo>
                    <a:pt x="14979" y="12305"/>
                  </a:lnTo>
                  <a:lnTo>
                    <a:pt x="15196" y="12481"/>
                  </a:lnTo>
                  <a:lnTo>
                    <a:pt x="15413" y="12659"/>
                  </a:lnTo>
                  <a:lnTo>
                    <a:pt x="14979" y="13102"/>
                  </a:lnTo>
                  <a:lnTo>
                    <a:pt x="14762" y="12836"/>
                  </a:lnTo>
                  <a:lnTo>
                    <a:pt x="14491" y="12615"/>
                  </a:lnTo>
                  <a:lnTo>
                    <a:pt x="13948" y="12261"/>
                  </a:lnTo>
                  <a:lnTo>
                    <a:pt x="13297" y="11951"/>
                  </a:lnTo>
                  <a:lnTo>
                    <a:pt x="12428" y="11464"/>
                  </a:lnTo>
                  <a:lnTo>
                    <a:pt x="12048" y="11066"/>
                  </a:lnTo>
                  <a:lnTo>
                    <a:pt x="11614" y="10711"/>
                  </a:lnTo>
                  <a:lnTo>
                    <a:pt x="11180" y="10446"/>
                  </a:lnTo>
                  <a:lnTo>
                    <a:pt x="10691" y="10180"/>
                  </a:lnTo>
                  <a:lnTo>
                    <a:pt x="10637" y="10180"/>
                  </a:lnTo>
                  <a:lnTo>
                    <a:pt x="10637" y="10136"/>
                  </a:lnTo>
                  <a:lnTo>
                    <a:pt x="10583" y="10136"/>
                  </a:lnTo>
                  <a:lnTo>
                    <a:pt x="10420" y="10092"/>
                  </a:lnTo>
                  <a:lnTo>
                    <a:pt x="9877" y="10048"/>
                  </a:lnTo>
                  <a:lnTo>
                    <a:pt x="9280" y="10003"/>
                  </a:lnTo>
                  <a:lnTo>
                    <a:pt x="8683" y="10048"/>
                  </a:lnTo>
                  <a:lnTo>
                    <a:pt x="8086" y="10092"/>
                  </a:lnTo>
                  <a:lnTo>
                    <a:pt x="7652" y="10180"/>
                  </a:lnTo>
                  <a:lnTo>
                    <a:pt x="7381" y="10268"/>
                  </a:lnTo>
                  <a:lnTo>
                    <a:pt x="7164" y="10401"/>
                  </a:lnTo>
                  <a:lnTo>
                    <a:pt x="7001" y="10535"/>
                  </a:lnTo>
                  <a:lnTo>
                    <a:pt x="6838" y="10668"/>
                  </a:lnTo>
                  <a:lnTo>
                    <a:pt x="6729" y="10844"/>
                  </a:lnTo>
                  <a:lnTo>
                    <a:pt x="6621" y="11066"/>
                  </a:lnTo>
                  <a:lnTo>
                    <a:pt x="6621" y="11420"/>
                  </a:lnTo>
                  <a:lnTo>
                    <a:pt x="6676" y="11597"/>
                  </a:lnTo>
                  <a:lnTo>
                    <a:pt x="6729" y="11730"/>
                  </a:lnTo>
                  <a:lnTo>
                    <a:pt x="7001" y="12040"/>
                  </a:lnTo>
                  <a:lnTo>
                    <a:pt x="7327" y="12261"/>
                  </a:lnTo>
                  <a:lnTo>
                    <a:pt x="7760" y="12481"/>
                  </a:lnTo>
                  <a:lnTo>
                    <a:pt x="8250" y="12659"/>
                  </a:lnTo>
                  <a:lnTo>
                    <a:pt x="8413" y="12659"/>
                  </a:lnTo>
                  <a:lnTo>
                    <a:pt x="8575" y="12571"/>
                  </a:lnTo>
                  <a:lnTo>
                    <a:pt x="9009" y="12438"/>
                  </a:lnTo>
                  <a:lnTo>
                    <a:pt x="9009" y="12703"/>
                  </a:lnTo>
                  <a:lnTo>
                    <a:pt x="9117" y="13014"/>
                  </a:lnTo>
                  <a:lnTo>
                    <a:pt x="9335" y="13234"/>
                  </a:lnTo>
                  <a:lnTo>
                    <a:pt x="9607" y="13500"/>
                  </a:lnTo>
                  <a:lnTo>
                    <a:pt x="9607" y="13987"/>
                  </a:lnTo>
                  <a:lnTo>
                    <a:pt x="9497" y="14429"/>
                  </a:lnTo>
                  <a:lnTo>
                    <a:pt x="9444" y="14606"/>
                  </a:lnTo>
                  <a:lnTo>
                    <a:pt x="9497" y="14651"/>
                  </a:lnTo>
                  <a:lnTo>
                    <a:pt x="9552" y="14696"/>
                  </a:lnTo>
                  <a:lnTo>
                    <a:pt x="9932" y="14828"/>
                  </a:lnTo>
                  <a:lnTo>
                    <a:pt x="10311" y="14872"/>
                  </a:lnTo>
                  <a:lnTo>
                    <a:pt x="10691" y="14784"/>
                  </a:lnTo>
                  <a:lnTo>
                    <a:pt x="11017" y="14651"/>
                  </a:lnTo>
                  <a:lnTo>
                    <a:pt x="11723" y="15094"/>
                  </a:lnTo>
                  <a:lnTo>
                    <a:pt x="11071" y="15270"/>
                  </a:lnTo>
                  <a:lnTo>
                    <a:pt x="10420" y="15447"/>
                  </a:lnTo>
                  <a:lnTo>
                    <a:pt x="9932" y="15537"/>
                  </a:lnTo>
                  <a:lnTo>
                    <a:pt x="9769" y="15403"/>
                  </a:lnTo>
                  <a:lnTo>
                    <a:pt x="9607" y="15182"/>
                  </a:lnTo>
                  <a:lnTo>
                    <a:pt x="9335" y="14828"/>
                  </a:lnTo>
                  <a:lnTo>
                    <a:pt x="9009" y="14518"/>
                  </a:lnTo>
                  <a:lnTo>
                    <a:pt x="8683" y="14253"/>
                  </a:lnTo>
                  <a:lnTo>
                    <a:pt x="8086" y="13722"/>
                  </a:lnTo>
                  <a:lnTo>
                    <a:pt x="7544" y="13146"/>
                  </a:lnTo>
                  <a:lnTo>
                    <a:pt x="7489" y="13102"/>
                  </a:lnTo>
                  <a:lnTo>
                    <a:pt x="7381" y="13102"/>
                  </a:lnTo>
                  <a:lnTo>
                    <a:pt x="7327" y="13146"/>
                  </a:lnTo>
                  <a:lnTo>
                    <a:pt x="7327" y="13455"/>
                  </a:lnTo>
                  <a:lnTo>
                    <a:pt x="7435" y="13677"/>
                  </a:lnTo>
                  <a:lnTo>
                    <a:pt x="7544" y="13898"/>
                  </a:lnTo>
                  <a:lnTo>
                    <a:pt x="7760" y="14120"/>
                  </a:lnTo>
                  <a:lnTo>
                    <a:pt x="8195" y="14518"/>
                  </a:lnTo>
                  <a:lnTo>
                    <a:pt x="8629" y="14872"/>
                  </a:lnTo>
                  <a:lnTo>
                    <a:pt x="8901" y="15182"/>
                  </a:lnTo>
                  <a:lnTo>
                    <a:pt x="9172" y="15580"/>
                  </a:lnTo>
                  <a:lnTo>
                    <a:pt x="8358" y="15625"/>
                  </a:lnTo>
                  <a:lnTo>
                    <a:pt x="7435" y="14916"/>
                  </a:lnTo>
                  <a:lnTo>
                    <a:pt x="6892" y="14474"/>
                  </a:lnTo>
                  <a:lnTo>
                    <a:pt x="6676" y="14253"/>
                  </a:lnTo>
                  <a:lnTo>
                    <a:pt x="6566" y="13943"/>
                  </a:lnTo>
                  <a:lnTo>
                    <a:pt x="6513" y="13898"/>
                  </a:lnTo>
                  <a:lnTo>
                    <a:pt x="6404" y="13855"/>
                  </a:lnTo>
                  <a:lnTo>
                    <a:pt x="6295" y="13855"/>
                  </a:lnTo>
                  <a:lnTo>
                    <a:pt x="6241" y="13943"/>
                  </a:lnTo>
                  <a:lnTo>
                    <a:pt x="6241" y="14253"/>
                  </a:lnTo>
                  <a:lnTo>
                    <a:pt x="6350" y="14518"/>
                  </a:lnTo>
                  <a:lnTo>
                    <a:pt x="6513" y="14784"/>
                  </a:lnTo>
                  <a:lnTo>
                    <a:pt x="6784" y="15005"/>
                  </a:lnTo>
                  <a:lnTo>
                    <a:pt x="7327" y="15537"/>
                  </a:lnTo>
                  <a:lnTo>
                    <a:pt x="7219" y="15537"/>
                  </a:lnTo>
                  <a:lnTo>
                    <a:pt x="7219" y="15447"/>
                  </a:lnTo>
                  <a:lnTo>
                    <a:pt x="7164" y="15403"/>
                  </a:lnTo>
                  <a:lnTo>
                    <a:pt x="6729" y="15315"/>
                  </a:lnTo>
                  <a:lnTo>
                    <a:pt x="6566" y="15270"/>
                  </a:lnTo>
                  <a:lnTo>
                    <a:pt x="6458" y="15137"/>
                  </a:lnTo>
                  <a:lnTo>
                    <a:pt x="6350" y="14916"/>
                  </a:lnTo>
                  <a:lnTo>
                    <a:pt x="6025" y="14474"/>
                  </a:lnTo>
                  <a:lnTo>
                    <a:pt x="5807" y="14296"/>
                  </a:lnTo>
                  <a:lnTo>
                    <a:pt x="5644" y="14163"/>
                  </a:lnTo>
                  <a:lnTo>
                    <a:pt x="5644" y="13987"/>
                  </a:lnTo>
                  <a:lnTo>
                    <a:pt x="5590" y="13943"/>
                  </a:lnTo>
                  <a:lnTo>
                    <a:pt x="5535" y="13898"/>
                  </a:lnTo>
                  <a:lnTo>
                    <a:pt x="5427" y="13943"/>
                  </a:lnTo>
                  <a:lnTo>
                    <a:pt x="5264" y="14031"/>
                  </a:lnTo>
                  <a:lnTo>
                    <a:pt x="5210" y="14120"/>
                  </a:lnTo>
                  <a:lnTo>
                    <a:pt x="5210" y="14296"/>
                  </a:lnTo>
                  <a:lnTo>
                    <a:pt x="5264" y="14429"/>
                  </a:lnTo>
                  <a:lnTo>
                    <a:pt x="5427" y="14606"/>
                  </a:lnTo>
                  <a:lnTo>
                    <a:pt x="5590" y="14784"/>
                  </a:lnTo>
                  <a:lnTo>
                    <a:pt x="5753" y="15005"/>
                  </a:lnTo>
                  <a:lnTo>
                    <a:pt x="5862" y="15270"/>
                  </a:lnTo>
                  <a:lnTo>
                    <a:pt x="4993" y="15005"/>
                  </a:lnTo>
                  <a:lnTo>
                    <a:pt x="4178" y="14606"/>
                  </a:lnTo>
                  <a:lnTo>
                    <a:pt x="4125" y="14563"/>
                  </a:lnTo>
                  <a:lnTo>
                    <a:pt x="4016" y="14429"/>
                  </a:lnTo>
                  <a:lnTo>
                    <a:pt x="3853" y="14341"/>
                  </a:lnTo>
                  <a:lnTo>
                    <a:pt x="3474" y="14253"/>
                  </a:lnTo>
                  <a:lnTo>
                    <a:pt x="3419" y="14163"/>
                  </a:lnTo>
                  <a:lnTo>
                    <a:pt x="3202" y="13412"/>
                  </a:lnTo>
                  <a:lnTo>
                    <a:pt x="3094" y="12969"/>
                  </a:lnTo>
                  <a:lnTo>
                    <a:pt x="3039" y="12526"/>
                  </a:lnTo>
                  <a:lnTo>
                    <a:pt x="3039" y="12128"/>
                  </a:lnTo>
                  <a:lnTo>
                    <a:pt x="3094" y="11907"/>
                  </a:lnTo>
                  <a:lnTo>
                    <a:pt x="3202" y="11774"/>
                  </a:lnTo>
                  <a:lnTo>
                    <a:pt x="3310" y="11597"/>
                  </a:lnTo>
                  <a:lnTo>
                    <a:pt x="3474" y="11509"/>
                  </a:lnTo>
                  <a:lnTo>
                    <a:pt x="3690" y="11420"/>
                  </a:lnTo>
                  <a:lnTo>
                    <a:pt x="3962" y="11332"/>
                  </a:lnTo>
                  <a:lnTo>
                    <a:pt x="4016" y="11332"/>
                  </a:lnTo>
                  <a:lnTo>
                    <a:pt x="4070" y="11287"/>
                  </a:lnTo>
                  <a:lnTo>
                    <a:pt x="4125" y="11199"/>
                  </a:lnTo>
                  <a:lnTo>
                    <a:pt x="4125" y="11110"/>
                  </a:lnTo>
                  <a:lnTo>
                    <a:pt x="4016" y="10889"/>
                  </a:lnTo>
                  <a:lnTo>
                    <a:pt x="3853" y="10668"/>
                  </a:lnTo>
                  <a:lnTo>
                    <a:pt x="3690" y="10490"/>
                  </a:lnTo>
                  <a:lnTo>
                    <a:pt x="3474" y="10268"/>
                  </a:lnTo>
                  <a:lnTo>
                    <a:pt x="3039" y="9960"/>
                  </a:lnTo>
                  <a:lnTo>
                    <a:pt x="2551" y="9605"/>
                  </a:lnTo>
                  <a:lnTo>
                    <a:pt x="2225" y="9427"/>
                  </a:lnTo>
                  <a:lnTo>
                    <a:pt x="1900" y="9207"/>
                  </a:lnTo>
                  <a:lnTo>
                    <a:pt x="1737" y="8986"/>
                  </a:lnTo>
                  <a:lnTo>
                    <a:pt x="1465" y="8808"/>
                  </a:lnTo>
                  <a:lnTo>
                    <a:pt x="1139" y="8631"/>
                  </a:lnTo>
                  <a:lnTo>
                    <a:pt x="814" y="8588"/>
                  </a:lnTo>
                  <a:lnTo>
                    <a:pt x="977" y="7923"/>
                  </a:lnTo>
                  <a:lnTo>
                    <a:pt x="1139" y="7347"/>
                  </a:lnTo>
                  <a:lnTo>
                    <a:pt x="1194" y="7259"/>
                  </a:lnTo>
                  <a:lnTo>
                    <a:pt x="1411" y="7171"/>
                  </a:lnTo>
                  <a:lnTo>
                    <a:pt x="1628" y="7126"/>
                  </a:lnTo>
                  <a:lnTo>
                    <a:pt x="1845" y="7126"/>
                  </a:lnTo>
                  <a:lnTo>
                    <a:pt x="2062" y="7171"/>
                  </a:lnTo>
                  <a:lnTo>
                    <a:pt x="2225" y="7259"/>
                  </a:lnTo>
                  <a:lnTo>
                    <a:pt x="2388" y="7392"/>
                  </a:lnTo>
                  <a:lnTo>
                    <a:pt x="2443" y="7525"/>
                  </a:lnTo>
                  <a:lnTo>
                    <a:pt x="2443" y="7879"/>
                  </a:lnTo>
                  <a:lnTo>
                    <a:pt x="2496" y="7923"/>
                  </a:lnTo>
                  <a:lnTo>
                    <a:pt x="2551" y="7923"/>
                  </a:lnTo>
                  <a:lnTo>
                    <a:pt x="2876" y="8056"/>
                  </a:lnTo>
                  <a:lnTo>
                    <a:pt x="3147" y="8188"/>
                  </a:lnTo>
                  <a:lnTo>
                    <a:pt x="3365" y="8410"/>
                  </a:lnTo>
                  <a:lnTo>
                    <a:pt x="3527" y="8631"/>
                  </a:lnTo>
                  <a:lnTo>
                    <a:pt x="3637" y="8720"/>
                  </a:lnTo>
                  <a:lnTo>
                    <a:pt x="3745" y="8720"/>
                  </a:lnTo>
                  <a:lnTo>
                    <a:pt x="3853" y="8676"/>
                  </a:lnTo>
                  <a:lnTo>
                    <a:pt x="3908" y="8543"/>
                  </a:lnTo>
                  <a:lnTo>
                    <a:pt x="3745" y="7171"/>
                  </a:lnTo>
                  <a:lnTo>
                    <a:pt x="4070" y="7126"/>
                  </a:lnTo>
                  <a:lnTo>
                    <a:pt x="4450" y="6994"/>
                  </a:lnTo>
                  <a:lnTo>
                    <a:pt x="4776" y="6906"/>
                  </a:lnTo>
                  <a:lnTo>
                    <a:pt x="5102" y="6861"/>
                  </a:lnTo>
                  <a:lnTo>
                    <a:pt x="5427" y="6816"/>
                  </a:lnTo>
                  <a:lnTo>
                    <a:pt x="5753" y="6861"/>
                  </a:lnTo>
                  <a:lnTo>
                    <a:pt x="6350" y="6906"/>
                  </a:lnTo>
                  <a:lnTo>
                    <a:pt x="7544" y="6906"/>
                  </a:lnTo>
                  <a:lnTo>
                    <a:pt x="7815" y="6816"/>
                  </a:lnTo>
                  <a:lnTo>
                    <a:pt x="8141" y="6728"/>
                  </a:lnTo>
                  <a:lnTo>
                    <a:pt x="8250" y="6684"/>
                  </a:lnTo>
                  <a:lnTo>
                    <a:pt x="8303" y="6595"/>
                  </a:lnTo>
                  <a:lnTo>
                    <a:pt x="8303" y="6463"/>
                  </a:lnTo>
                  <a:lnTo>
                    <a:pt x="8250" y="6373"/>
                  </a:lnTo>
                  <a:lnTo>
                    <a:pt x="7760" y="5932"/>
                  </a:lnTo>
                  <a:lnTo>
                    <a:pt x="7219" y="5489"/>
                  </a:lnTo>
                  <a:lnTo>
                    <a:pt x="6947" y="5267"/>
                  </a:lnTo>
                  <a:lnTo>
                    <a:pt x="6676" y="5091"/>
                  </a:lnTo>
                  <a:lnTo>
                    <a:pt x="6350" y="4958"/>
                  </a:lnTo>
                  <a:lnTo>
                    <a:pt x="5970" y="4825"/>
                  </a:lnTo>
                  <a:lnTo>
                    <a:pt x="5915" y="4693"/>
                  </a:lnTo>
                  <a:lnTo>
                    <a:pt x="5862" y="4603"/>
                  </a:lnTo>
                  <a:lnTo>
                    <a:pt x="5698" y="4515"/>
                  </a:lnTo>
                  <a:lnTo>
                    <a:pt x="5535" y="4426"/>
                  </a:lnTo>
                  <a:lnTo>
                    <a:pt x="4993" y="4250"/>
                  </a:lnTo>
                  <a:lnTo>
                    <a:pt x="4721" y="4160"/>
                  </a:lnTo>
                  <a:lnTo>
                    <a:pt x="4396" y="4117"/>
                  </a:lnTo>
                  <a:lnTo>
                    <a:pt x="5047" y="3895"/>
                  </a:lnTo>
                  <a:lnTo>
                    <a:pt x="5644" y="3674"/>
                  </a:lnTo>
                  <a:lnTo>
                    <a:pt x="6295" y="3541"/>
                  </a:lnTo>
                  <a:lnTo>
                    <a:pt x="6947" y="3452"/>
                  </a:lnTo>
                  <a:lnTo>
                    <a:pt x="7598" y="3364"/>
                  </a:lnTo>
                  <a:lnTo>
                    <a:pt x="9607" y="3364"/>
                  </a:lnTo>
                  <a:lnTo>
                    <a:pt x="9715" y="3319"/>
                  </a:lnTo>
                  <a:lnTo>
                    <a:pt x="9715" y="3231"/>
                  </a:lnTo>
                  <a:close/>
                  <a:moveTo>
                    <a:pt x="7544" y="18811"/>
                  </a:moveTo>
                  <a:lnTo>
                    <a:pt x="7760" y="18856"/>
                  </a:lnTo>
                  <a:lnTo>
                    <a:pt x="8141" y="18944"/>
                  </a:lnTo>
                  <a:lnTo>
                    <a:pt x="7978" y="18989"/>
                  </a:lnTo>
                  <a:lnTo>
                    <a:pt x="7870" y="19077"/>
                  </a:lnTo>
                  <a:lnTo>
                    <a:pt x="7760" y="19210"/>
                  </a:lnTo>
                  <a:lnTo>
                    <a:pt x="7760" y="19342"/>
                  </a:lnTo>
                  <a:lnTo>
                    <a:pt x="7707" y="19520"/>
                  </a:lnTo>
                  <a:lnTo>
                    <a:pt x="7760" y="19741"/>
                  </a:lnTo>
                  <a:lnTo>
                    <a:pt x="7760" y="19830"/>
                  </a:lnTo>
                  <a:lnTo>
                    <a:pt x="7815" y="19918"/>
                  </a:lnTo>
                  <a:lnTo>
                    <a:pt x="7923" y="20006"/>
                  </a:lnTo>
                  <a:lnTo>
                    <a:pt x="8032" y="20051"/>
                  </a:lnTo>
                  <a:lnTo>
                    <a:pt x="8195" y="20051"/>
                  </a:lnTo>
                  <a:lnTo>
                    <a:pt x="8683" y="20449"/>
                  </a:lnTo>
                  <a:lnTo>
                    <a:pt x="9226" y="20714"/>
                  </a:lnTo>
                  <a:lnTo>
                    <a:pt x="9715" y="20936"/>
                  </a:lnTo>
                  <a:lnTo>
                    <a:pt x="9986" y="21024"/>
                  </a:lnTo>
                  <a:lnTo>
                    <a:pt x="5102" y="20980"/>
                  </a:lnTo>
                  <a:lnTo>
                    <a:pt x="5319" y="20892"/>
                  </a:lnTo>
                  <a:lnTo>
                    <a:pt x="5807" y="20714"/>
                  </a:lnTo>
                  <a:lnTo>
                    <a:pt x="6295" y="20494"/>
                  </a:lnTo>
                  <a:lnTo>
                    <a:pt x="6621" y="20316"/>
                  </a:lnTo>
                  <a:lnTo>
                    <a:pt x="6947" y="20095"/>
                  </a:lnTo>
                  <a:lnTo>
                    <a:pt x="7056" y="20139"/>
                  </a:lnTo>
                  <a:lnTo>
                    <a:pt x="7219" y="20139"/>
                  </a:lnTo>
                  <a:lnTo>
                    <a:pt x="7327" y="20095"/>
                  </a:lnTo>
                  <a:lnTo>
                    <a:pt x="7435" y="20006"/>
                  </a:lnTo>
                  <a:lnTo>
                    <a:pt x="7598" y="19785"/>
                  </a:lnTo>
                  <a:lnTo>
                    <a:pt x="7707" y="19564"/>
                  </a:lnTo>
                  <a:lnTo>
                    <a:pt x="7652" y="19430"/>
                  </a:lnTo>
                  <a:lnTo>
                    <a:pt x="7544" y="19342"/>
                  </a:lnTo>
                  <a:lnTo>
                    <a:pt x="7489" y="19298"/>
                  </a:lnTo>
                  <a:lnTo>
                    <a:pt x="7544" y="19032"/>
                  </a:lnTo>
                  <a:lnTo>
                    <a:pt x="7544" y="18811"/>
                  </a:lnTo>
                  <a:close/>
                  <a:moveTo>
                    <a:pt x="14491" y="0"/>
                  </a:moveTo>
                  <a:lnTo>
                    <a:pt x="14273" y="89"/>
                  </a:lnTo>
                  <a:lnTo>
                    <a:pt x="13893" y="133"/>
                  </a:lnTo>
                  <a:lnTo>
                    <a:pt x="13568" y="265"/>
                  </a:lnTo>
                  <a:lnTo>
                    <a:pt x="13405" y="355"/>
                  </a:lnTo>
                  <a:lnTo>
                    <a:pt x="13297" y="487"/>
                  </a:lnTo>
                  <a:lnTo>
                    <a:pt x="13242" y="620"/>
                  </a:lnTo>
                  <a:lnTo>
                    <a:pt x="13189" y="798"/>
                  </a:lnTo>
                  <a:lnTo>
                    <a:pt x="13189" y="1063"/>
                  </a:lnTo>
                  <a:lnTo>
                    <a:pt x="13297" y="1239"/>
                  </a:lnTo>
                  <a:lnTo>
                    <a:pt x="13351" y="1372"/>
                  </a:lnTo>
                  <a:lnTo>
                    <a:pt x="12211" y="2833"/>
                  </a:lnTo>
                  <a:lnTo>
                    <a:pt x="11289" y="2656"/>
                  </a:lnTo>
                  <a:lnTo>
                    <a:pt x="10366" y="2612"/>
                  </a:lnTo>
                  <a:lnTo>
                    <a:pt x="9444" y="2612"/>
                  </a:lnTo>
                  <a:lnTo>
                    <a:pt x="8575" y="2700"/>
                  </a:lnTo>
                  <a:lnTo>
                    <a:pt x="8358" y="2745"/>
                  </a:lnTo>
                  <a:lnTo>
                    <a:pt x="8250" y="2878"/>
                  </a:lnTo>
                  <a:lnTo>
                    <a:pt x="7544" y="2833"/>
                  </a:lnTo>
                  <a:lnTo>
                    <a:pt x="6838" y="2921"/>
                  </a:lnTo>
                  <a:lnTo>
                    <a:pt x="6078" y="3011"/>
                  </a:lnTo>
                  <a:lnTo>
                    <a:pt x="5372" y="3187"/>
                  </a:lnTo>
                  <a:lnTo>
                    <a:pt x="4721" y="3409"/>
                  </a:lnTo>
                  <a:lnTo>
                    <a:pt x="4016" y="3674"/>
                  </a:lnTo>
                  <a:lnTo>
                    <a:pt x="3419" y="3984"/>
                  </a:lnTo>
                  <a:lnTo>
                    <a:pt x="2876" y="4293"/>
                  </a:lnTo>
                  <a:lnTo>
                    <a:pt x="2225" y="4736"/>
                  </a:lnTo>
                  <a:lnTo>
                    <a:pt x="1682" y="5267"/>
                  </a:lnTo>
                  <a:lnTo>
                    <a:pt x="1194" y="5799"/>
                  </a:lnTo>
                  <a:lnTo>
                    <a:pt x="814" y="6373"/>
                  </a:lnTo>
                  <a:lnTo>
                    <a:pt x="488" y="6994"/>
                  </a:lnTo>
                  <a:lnTo>
                    <a:pt x="271" y="7657"/>
                  </a:lnTo>
                  <a:lnTo>
                    <a:pt x="108" y="8321"/>
                  </a:lnTo>
                  <a:lnTo>
                    <a:pt x="0" y="8986"/>
                  </a:lnTo>
                  <a:lnTo>
                    <a:pt x="0" y="9649"/>
                  </a:lnTo>
                  <a:lnTo>
                    <a:pt x="55" y="10313"/>
                  </a:lnTo>
                  <a:lnTo>
                    <a:pt x="217" y="10977"/>
                  </a:lnTo>
                  <a:lnTo>
                    <a:pt x="434" y="11642"/>
                  </a:lnTo>
                  <a:lnTo>
                    <a:pt x="706" y="12261"/>
                  </a:lnTo>
                  <a:lnTo>
                    <a:pt x="1031" y="12836"/>
                  </a:lnTo>
                  <a:lnTo>
                    <a:pt x="1465" y="13412"/>
                  </a:lnTo>
                  <a:lnTo>
                    <a:pt x="2008" y="13943"/>
                  </a:lnTo>
                  <a:lnTo>
                    <a:pt x="2551" y="14429"/>
                  </a:lnTo>
                  <a:lnTo>
                    <a:pt x="3202" y="14872"/>
                  </a:lnTo>
                  <a:lnTo>
                    <a:pt x="3962" y="15270"/>
                  </a:lnTo>
                  <a:lnTo>
                    <a:pt x="4668" y="15580"/>
                  </a:lnTo>
                  <a:lnTo>
                    <a:pt x="5482" y="15846"/>
                  </a:lnTo>
                  <a:lnTo>
                    <a:pt x="6295" y="16023"/>
                  </a:lnTo>
                  <a:lnTo>
                    <a:pt x="7109" y="16156"/>
                  </a:lnTo>
                  <a:lnTo>
                    <a:pt x="7978" y="16244"/>
                  </a:lnTo>
                  <a:lnTo>
                    <a:pt x="8792" y="16244"/>
                  </a:lnTo>
                  <a:lnTo>
                    <a:pt x="9607" y="16200"/>
                  </a:lnTo>
                  <a:lnTo>
                    <a:pt x="10420" y="16111"/>
                  </a:lnTo>
                  <a:lnTo>
                    <a:pt x="11234" y="15935"/>
                  </a:lnTo>
                  <a:lnTo>
                    <a:pt x="11995" y="15713"/>
                  </a:lnTo>
                  <a:lnTo>
                    <a:pt x="12754" y="15447"/>
                  </a:lnTo>
                  <a:lnTo>
                    <a:pt x="13459" y="15094"/>
                  </a:lnTo>
                  <a:lnTo>
                    <a:pt x="14110" y="14739"/>
                  </a:lnTo>
                  <a:lnTo>
                    <a:pt x="14871" y="14208"/>
                  </a:lnTo>
                  <a:lnTo>
                    <a:pt x="15522" y="13589"/>
                  </a:lnTo>
                  <a:lnTo>
                    <a:pt x="16173" y="12924"/>
                  </a:lnTo>
                  <a:lnTo>
                    <a:pt x="16716" y="12261"/>
                  </a:lnTo>
                  <a:lnTo>
                    <a:pt x="17204" y="11509"/>
                  </a:lnTo>
                  <a:lnTo>
                    <a:pt x="17584" y="10756"/>
                  </a:lnTo>
                  <a:lnTo>
                    <a:pt x="17910" y="10003"/>
                  </a:lnTo>
                  <a:lnTo>
                    <a:pt x="18018" y="9561"/>
                  </a:lnTo>
                  <a:lnTo>
                    <a:pt x="18073" y="9162"/>
                  </a:lnTo>
                  <a:lnTo>
                    <a:pt x="18127" y="8543"/>
                  </a:lnTo>
                  <a:lnTo>
                    <a:pt x="18073" y="7967"/>
                  </a:lnTo>
                  <a:lnTo>
                    <a:pt x="17910" y="7392"/>
                  </a:lnTo>
                  <a:lnTo>
                    <a:pt x="17638" y="6816"/>
                  </a:lnTo>
                  <a:lnTo>
                    <a:pt x="17367" y="6241"/>
                  </a:lnTo>
                  <a:lnTo>
                    <a:pt x="16987" y="5710"/>
                  </a:lnTo>
                  <a:lnTo>
                    <a:pt x="16553" y="5224"/>
                  </a:lnTo>
                  <a:lnTo>
                    <a:pt x="16065" y="4781"/>
                  </a:lnTo>
                  <a:lnTo>
                    <a:pt x="16010" y="4648"/>
                  </a:lnTo>
                  <a:lnTo>
                    <a:pt x="15847" y="4603"/>
                  </a:lnTo>
                  <a:lnTo>
                    <a:pt x="15196" y="4072"/>
                  </a:lnTo>
                  <a:lnTo>
                    <a:pt x="15034" y="3984"/>
                  </a:lnTo>
                  <a:lnTo>
                    <a:pt x="14545" y="3719"/>
                  </a:lnTo>
                  <a:lnTo>
                    <a:pt x="14056" y="3452"/>
                  </a:lnTo>
                  <a:lnTo>
                    <a:pt x="13514" y="3231"/>
                  </a:lnTo>
                  <a:lnTo>
                    <a:pt x="12971" y="3054"/>
                  </a:lnTo>
                  <a:lnTo>
                    <a:pt x="13025" y="2966"/>
                  </a:lnTo>
                  <a:lnTo>
                    <a:pt x="13079" y="2921"/>
                  </a:lnTo>
                  <a:lnTo>
                    <a:pt x="13025" y="2833"/>
                  </a:lnTo>
                  <a:lnTo>
                    <a:pt x="13568" y="2258"/>
                  </a:lnTo>
                  <a:lnTo>
                    <a:pt x="14056" y="1682"/>
                  </a:lnTo>
                  <a:lnTo>
                    <a:pt x="14436" y="1682"/>
                  </a:lnTo>
                  <a:lnTo>
                    <a:pt x="14599" y="1639"/>
                  </a:lnTo>
                  <a:lnTo>
                    <a:pt x="14762" y="1549"/>
                  </a:lnTo>
                  <a:lnTo>
                    <a:pt x="14871" y="1461"/>
                  </a:lnTo>
                  <a:lnTo>
                    <a:pt x="15685" y="1771"/>
                  </a:lnTo>
                  <a:lnTo>
                    <a:pt x="16390" y="2170"/>
                  </a:lnTo>
                  <a:lnTo>
                    <a:pt x="17096" y="2568"/>
                  </a:lnTo>
                  <a:lnTo>
                    <a:pt x="17747" y="3054"/>
                  </a:lnTo>
                  <a:lnTo>
                    <a:pt x="18344" y="3586"/>
                  </a:lnTo>
                  <a:lnTo>
                    <a:pt x="18886" y="4117"/>
                  </a:lnTo>
                  <a:lnTo>
                    <a:pt x="19321" y="4736"/>
                  </a:lnTo>
                  <a:lnTo>
                    <a:pt x="19755" y="5356"/>
                  </a:lnTo>
                  <a:lnTo>
                    <a:pt x="20080" y="6020"/>
                  </a:lnTo>
                  <a:lnTo>
                    <a:pt x="20353" y="6684"/>
                  </a:lnTo>
                  <a:lnTo>
                    <a:pt x="20569" y="7392"/>
                  </a:lnTo>
                  <a:lnTo>
                    <a:pt x="20732" y="8100"/>
                  </a:lnTo>
                  <a:lnTo>
                    <a:pt x="20841" y="8808"/>
                  </a:lnTo>
                  <a:lnTo>
                    <a:pt x="20841" y="10268"/>
                  </a:lnTo>
                  <a:lnTo>
                    <a:pt x="20732" y="10977"/>
                  </a:lnTo>
                  <a:lnTo>
                    <a:pt x="20515" y="11774"/>
                  </a:lnTo>
                  <a:lnTo>
                    <a:pt x="20298" y="12526"/>
                  </a:lnTo>
                  <a:lnTo>
                    <a:pt x="19918" y="13279"/>
                  </a:lnTo>
                  <a:lnTo>
                    <a:pt x="19538" y="13987"/>
                  </a:lnTo>
                  <a:lnTo>
                    <a:pt x="19049" y="14696"/>
                  </a:lnTo>
                  <a:lnTo>
                    <a:pt x="18453" y="15315"/>
                  </a:lnTo>
                  <a:lnTo>
                    <a:pt x="17855" y="15935"/>
                  </a:lnTo>
                  <a:lnTo>
                    <a:pt x="17150" y="16510"/>
                  </a:lnTo>
                  <a:lnTo>
                    <a:pt x="16390" y="16952"/>
                  </a:lnTo>
                  <a:lnTo>
                    <a:pt x="15630" y="17395"/>
                  </a:lnTo>
                  <a:lnTo>
                    <a:pt x="14762" y="17750"/>
                  </a:lnTo>
                  <a:lnTo>
                    <a:pt x="13893" y="18059"/>
                  </a:lnTo>
                  <a:lnTo>
                    <a:pt x="13025" y="18281"/>
                  </a:lnTo>
                  <a:lnTo>
                    <a:pt x="12103" y="18413"/>
                  </a:lnTo>
                  <a:lnTo>
                    <a:pt x="11180" y="18501"/>
                  </a:lnTo>
                  <a:lnTo>
                    <a:pt x="10203" y="18546"/>
                  </a:lnTo>
                  <a:lnTo>
                    <a:pt x="9497" y="18501"/>
                  </a:lnTo>
                  <a:lnTo>
                    <a:pt x="8792" y="18457"/>
                  </a:lnTo>
                  <a:lnTo>
                    <a:pt x="8086" y="18324"/>
                  </a:lnTo>
                  <a:lnTo>
                    <a:pt x="7435" y="18191"/>
                  </a:lnTo>
                  <a:lnTo>
                    <a:pt x="6729" y="17970"/>
                  </a:lnTo>
                  <a:lnTo>
                    <a:pt x="6078" y="17705"/>
                  </a:lnTo>
                  <a:lnTo>
                    <a:pt x="5372" y="17440"/>
                  </a:lnTo>
                  <a:lnTo>
                    <a:pt x="5427" y="17395"/>
                  </a:lnTo>
                  <a:lnTo>
                    <a:pt x="5482" y="17307"/>
                  </a:lnTo>
                  <a:lnTo>
                    <a:pt x="5482" y="17129"/>
                  </a:lnTo>
                  <a:lnTo>
                    <a:pt x="5427" y="17041"/>
                  </a:lnTo>
                  <a:lnTo>
                    <a:pt x="5210" y="16909"/>
                  </a:lnTo>
                  <a:lnTo>
                    <a:pt x="4993" y="16819"/>
                  </a:lnTo>
                  <a:lnTo>
                    <a:pt x="4776" y="16776"/>
                  </a:lnTo>
                  <a:lnTo>
                    <a:pt x="4450" y="16776"/>
                  </a:lnTo>
                  <a:lnTo>
                    <a:pt x="4288" y="16819"/>
                  </a:lnTo>
                  <a:lnTo>
                    <a:pt x="4070" y="16909"/>
                  </a:lnTo>
                  <a:lnTo>
                    <a:pt x="3908" y="17041"/>
                  </a:lnTo>
                  <a:lnTo>
                    <a:pt x="3853" y="17217"/>
                  </a:lnTo>
                  <a:lnTo>
                    <a:pt x="3853" y="17395"/>
                  </a:lnTo>
                  <a:lnTo>
                    <a:pt x="3908" y="17572"/>
                  </a:lnTo>
                  <a:lnTo>
                    <a:pt x="4016" y="17750"/>
                  </a:lnTo>
                  <a:lnTo>
                    <a:pt x="4178" y="17882"/>
                  </a:lnTo>
                  <a:lnTo>
                    <a:pt x="4396" y="17926"/>
                  </a:lnTo>
                  <a:lnTo>
                    <a:pt x="4613" y="17970"/>
                  </a:lnTo>
                  <a:lnTo>
                    <a:pt x="4831" y="17926"/>
                  </a:lnTo>
                  <a:lnTo>
                    <a:pt x="4993" y="17793"/>
                  </a:lnTo>
                  <a:lnTo>
                    <a:pt x="5210" y="17926"/>
                  </a:lnTo>
                  <a:lnTo>
                    <a:pt x="5970" y="18281"/>
                  </a:lnTo>
                  <a:lnTo>
                    <a:pt x="6566" y="18501"/>
                  </a:lnTo>
                  <a:lnTo>
                    <a:pt x="7109" y="18679"/>
                  </a:lnTo>
                  <a:lnTo>
                    <a:pt x="7056" y="18767"/>
                  </a:lnTo>
                  <a:lnTo>
                    <a:pt x="7001" y="18811"/>
                  </a:lnTo>
                  <a:lnTo>
                    <a:pt x="6892" y="19077"/>
                  </a:lnTo>
                  <a:lnTo>
                    <a:pt x="6838" y="19342"/>
                  </a:lnTo>
                  <a:lnTo>
                    <a:pt x="6784" y="19873"/>
                  </a:lnTo>
                  <a:lnTo>
                    <a:pt x="5862" y="20095"/>
                  </a:lnTo>
                  <a:lnTo>
                    <a:pt x="4993" y="20404"/>
                  </a:lnTo>
                  <a:lnTo>
                    <a:pt x="4070" y="20714"/>
                  </a:lnTo>
                  <a:lnTo>
                    <a:pt x="3147" y="20980"/>
                  </a:lnTo>
                  <a:lnTo>
                    <a:pt x="3039" y="21024"/>
                  </a:lnTo>
                  <a:lnTo>
                    <a:pt x="2984" y="21113"/>
                  </a:lnTo>
                  <a:lnTo>
                    <a:pt x="2931" y="21202"/>
                  </a:lnTo>
                  <a:lnTo>
                    <a:pt x="2931" y="21290"/>
                  </a:lnTo>
                  <a:lnTo>
                    <a:pt x="2984" y="21378"/>
                  </a:lnTo>
                  <a:lnTo>
                    <a:pt x="3039" y="21467"/>
                  </a:lnTo>
                  <a:lnTo>
                    <a:pt x="3147" y="21512"/>
                  </a:lnTo>
                  <a:lnTo>
                    <a:pt x="3256" y="21555"/>
                  </a:lnTo>
                  <a:lnTo>
                    <a:pt x="12428" y="21600"/>
                  </a:lnTo>
                  <a:lnTo>
                    <a:pt x="12536" y="21600"/>
                  </a:lnTo>
                  <a:lnTo>
                    <a:pt x="12646" y="21555"/>
                  </a:lnTo>
                  <a:lnTo>
                    <a:pt x="12754" y="21467"/>
                  </a:lnTo>
                  <a:lnTo>
                    <a:pt x="12754" y="21202"/>
                  </a:lnTo>
                  <a:lnTo>
                    <a:pt x="12699" y="21113"/>
                  </a:lnTo>
                  <a:lnTo>
                    <a:pt x="12536" y="21024"/>
                  </a:lnTo>
                  <a:lnTo>
                    <a:pt x="11995" y="20847"/>
                  </a:lnTo>
                  <a:lnTo>
                    <a:pt x="11342" y="20714"/>
                  </a:lnTo>
                  <a:lnTo>
                    <a:pt x="10746" y="20582"/>
                  </a:lnTo>
                  <a:lnTo>
                    <a:pt x="10148" y="20449"/>
                  </a:lnTo>
                  <a:lnTo>
                    <a:pt x="9607" y="20228"/>
                  </a:lnTo>
                  <a:lnTo>
                    <a:pt x="9117" y="19963"/>
                  </a:lnTo>
                  <a:lnTo>
                    <a:pt x="8738" y="19697"/>
                  </a:lnTo>
                  <a:lnTo>
                    <a:pt x="8575" y="19564"/>
                  </a:lnTo>
                  <a:lnTo>
                    <a:pt x="8358" y="19475"/>
                  </a:lnTo>
                  <a:lnTo>
                    <a:pt x="8358" y="19430"/>
                  </a:lnTo>
                  <a:lnTo>
                    <a:pt x="8413" y="19210"/>
                  </a:lnTo>
                  <a:lnTo>
                    <a:pt x="8358" y="18989"/>
                  </a:lnTo>
                  <a:lnTo>
                    <a:pt x="9064" y="19077"/>
                  </a:lnTo>
                  <a:lnTo>
                    <a:pt x="9823" y="19122"/>
                  </a:lnTo>
                  <a:lnTo>
                    <a:pt x="11289" y="19122"/>
                  </a:lnTo>
                  <a:lnTo>
                    <a:pt x="12157" y="19032"/>
                  </a:lnTo>
                  <a:lnTo>
                    <a:pt x="13079" y="18856"/>
                  </a:lnTo>
                  <a:lnTo>
                    <a:pt x="13948" y="18679"/>
                  </a:lnTo>
                  <a:lnTo>
                    <a:pt x="14816" y="18413"/>
                  </a:lnTo>
                  <a:lnTo>
                    <a:pt x="15630" y="18059"/>
                  </a:lnTo>
                  <a:lnTo>
                    <a:pt x="16390" y="17705"/>
                  </a:lnTo>
                  <a:lnTo>
                    <a:pt x="17150" y="17262"/>
                  </a:lnTo>
                  <a:lnTo>
                    <a:pt x="17855" y="16776"/>
                  </a:lnTo>
                  <a:lnTo>
                    <a:pt x="18506" y="16244"/>
                  </a:lnTo>
                  <a:lnTo>
                    <a:pt x="19104" y="15669"/>
                  </a:lnTo>
                  <a:lnTo>
                    <a:pt x="19647" y="15049"/>
                  </a:lnTo>
                  <a:lnTo>
                    <a:pt x="20080" y="14386"/>
                  </a:lnTo>
                  <a:lnTo>
                    <a:pt x="20515" y="13722"/>
                  </a:lnTo>
                  <a:lnTo>
                    <a:pt x="20841" y="13014"/>
                  </a:lnTo>
                  <a:lnTo>
                    <a:pt x="21166" y="12305"/>
                  </a:lnTo>
                  <a:lnTo>
                    <a:pt x="21329" y="11552"/>
                  </a:lnTo>
                  <a:lnTo>
                    <a:pt x="21492" y="10801"/>
                  </a:lnTo>
                  <a:lnTo>
                    <a:pt x="21600" y="10048"/>
                  </a:lnTo>
                  <a:lnTo>
                    <a:pt x="21600" y="9295"/>
                  </a:lnTo>
                  <a:lnTo>
                    <a:pt x="21547" y="8543"/>
                  </a:lnTo>
                  <a:lnTo>
                    <a:pt x="21437" y="7790"/>
                  </a:lnTo>
                  <a:lnTo>
                    <a:pt x="21274" y="7038"/>
                  </a:lnTo>
                  <a:lnTo>
                    <a:pt x="21004" y="6285"/>
                  </a:lnTo>
                  <a:lnTo>
                    <a:pt x="20678" y="5577"/>
                  </a:lnTo>
                  <a:lnTo>
                    <a:pt x="20298" y="4825"/>
                  </a:lnTo>
                  <a:lnTo>
                    <a:pt x="19755" y="4117"/>
                  </a:lnTo>
                  <a:lnTo>
                    <a:pt x="19212" y="3452"/>
                  </a:lnTo>
                  <a:lnTo>
                    <a:pt x="18506" y="2789"/>
                  </a:lnTo>
                  <a:lnTo>
                    <a:pt x="17801" y="2213"/>
                  </a:lnTo>
                  <a:lnTo>
                    <a:pt x="16987" y="1682"/>
                  </a:lnTo>
                  <a:lnTo>
                    <a:pt x="16118" y="1239"/>
                  </a:lnTo>
                  <a:lnTo>
                    <a:pt x="15685" y="1063"/>
                  </a:lnTo>
                  <a:lnTo>
                    <a:pt x="15196" y="886"/>
                  </a:lnTo>
                  <a:lnTo>
                    <a:pt x="15250" y="708"/>
                  </a:lnTo>
                  <a:lnTo>
                    <a:pt x="15250" y="532"/>
                  </a:lnTo>
                  <a:lnTo>
                    <a:pt x="15196" y="355"/>
                  </a:lnTo>
                  <a:lnTo>
                    <a:pt x="15087" y="177"/>
                  </a:lnTo>
                  <a:lnTo>
                    <a:pt x="14924" y="89"/>
                  </a:lnTo>
                  <a:lnTo>
                    <a:pt x="14708"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964" name="Google Shape;334;p6"/>
            <p:cNvSpPr/>
            <p:nvPr/>
          </p:nvSpPr>
          <p:spPr>
            <a:xfrm>
              <a:off x="63088" y="1255312"/>
              <a:ext cx="532446" cy="49607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664" y="845"/>
                  </a:moveTo>
                  <a:lnTo>
                    <a:pt x="17713" y="898"/>
                  </a:lnTo>
                  <a:lnTo>
                    <a:pt x="17812" y="952"/>
                  </a:lnTo>
                  <a:lnTo>
                    <a:pt x="17910" y="1003"/>
                  </a:lnTo>
                  <a:lnTo>
                    <a:pt x="18255" y="1110"/>
                  </a:lnTo>
                  <a:lnTo>
                    <a:pt x="18550" y="1215"/>
                  </a:lnTo>
                  <a:lnTo>
                    <a:pt x="18795" y="1373"/>
                  </a:lnTo>
                  <a:lnTo>
                    <a:pt x="18992" y="1690"/>
                  </a:lnTo>
                  <a:lnTo>
                    <a:pt x="19190" y="2007"/>
                  </a:lnTo>
                  <a:lnTo>
                    <a:pt x="19238" y="2377"/>
                  </a:lnTo>
                  <a:lnTo>
                    <a:pt x="19190" y="2747"/>
                  </a:lnTo>
                  <a:lnTo>
                    <a:pt x="19090" y="3064"/>
                  </a:lnTo>
                  <a:lnTo>
                    <a:pt x="18894" y="3380"/>
                  </a:lnTo>
                  <a:lnTo>
                    <a:pt x="18648" y="3644"/>
                  </a:lnTo>
                  <a:lnTo>
                    <a:pt x="18353" y="3856"/>
                  </a:lnTo>
                  <a:lnTo>
                    <a:pt x="18057" y="4014"/>
                  </a:lnTo>
                  <a:lnTo>
                    <a:pt x="17664" y="4067"/>
                  </a:lnTo>
                  <a:lnTo>
                    <a:pt x="17222" y="4014"/>
                  </a:lnTo>
                  <a:lnTo>
                    <a:pt x="16975" y="3961"/>
                  </a:lnTo>
                  <a:lnTo>
                    <a:pt x="16827" y="3909"/>
                  </a:lnTo>
                  <a:lnTo>
                    <a:pt x="16680" y="3802"/>
                  </a:lnTo>
                  <a:lnTo>
                    <a:pt x="16582" y="3592"/>
                  </a:lnTo>
                  <a:lnTo>
                    <a:pt x="16483" y="3592"/>
                  </a:lnTo>
                  <a:lnTo>
                    <a:pt x="16434" y="3275"/>
                  </a:lnTo>
                  <a:lnTo>
                    <a:pt x="16434" y="2694"/>
                  </a:lnTo>
                  <a:lnTo>
                    <a:pt x="16483" y="2482"/>
                  </a:lnTo>
                  <a:lnTo>
                    <a:pt x="16630" y="2007"/>
                  </a:lnTo>
                  <a:lnTo>
                    <a:pt x="16877" y="1532"/>
                  </a:lnTo>
                  <a:lnTo>
                    <a:pt x="17222" y="1162"/>
                  </a:lnTo>
                  <a:lnTo>
                    <a:pt x="17418" y="1003"/>
                  </a:lnTo>
                  <a:lnTo>
                    <a:pt x="17664" y="845"/>
                  </a:lnTo>
                  <a:close/>
                  <a:moveTo>
                    <a:pt x="12153" y="4806"/>
                  </a:moveTo>
                  <a:lnTo>
                    <a:pt x="12400" y="4912"/>
                  </a:lnTo>
                  <a:lnTo>
                    <a:pt x="12400" y="4964"/>
                  </a:lnTo>
                  <a:lnTo>
                    <a:pt x="12300" y="5229"/>
                  </a:lnTo>
                  <a:lnTo>
                    <a:pt x="12300" y="5281"/>
                  </a:lnTo>
                  <a:lnTo>
                    <a:pt x="12252" y="5229"/>
                  </a:lnTo>
                  <a:lnTo>
                    <a:pt x="12153" y="5071"/>
                  </a:lnTo>
                  <a:lnTo>
                    <a:pt x="12055" y="4964"/>
                  </a:lnTo>
                  <a:lnTo>
                    <a:pt x="12055" y="4859"/>
                  </a:lnTo>
                  <a:lnTo>
                    <a:pt x="12153" y="4806"/>
                  </a:lnTo>
                  <a:close/>
                  <a:moveTo>
                    <a:pt x="18943" y="633"/>
                  </a:moveTo>
                  <a:lnTo>
                    <a:pt x="19090" y="687"/>
                  </a:lnTo>
                  <a:lnTo>
                    <a:pt x="19190" y="845"/>
                  </a:lnTo>
                  <a:lnTo>
                    <a:pt x="19337" y="952"/>
                  </a:lnTo>
                  <a:lnTo>
                    <a:pt x="19387" y="1162"/>
                  </a:lnTo>
                  <a:lnTo>
                    <a:pt x="19485" y="1162"/>
                  </a:lnTo>
                  <a:lnTo>
                    <a:pt x="19435" y="898"/>
                  </a:lnTo>
                  <a:lnTo>
                    <a:pt x="19387" y="687"/>
                  </a:lnTo>
                  <a:lnTo>
                    <a:pt x="19583" y="793"/>
                  </a:lnTo>
                  <a:lnTo>
                    <a:pt x="19829" y="898"/>
                  </a:lnTo>
                  <a:lnTo>
                    <a:pt x="20075" y="1110"/>
                  </a:lnTo>
                  <a:lnTo>
                    <a:pt x="20272" y="1268"/>
                  </a:lnTo>
                  <a:lnTo>
                    <a:pt x="20420" y="1532"/>
                  </a:lnTo>
                  <a:lnTo>
                    <a:pt x="20567" y="1743"/>
                  </a:lnTo>
                  <a:lnTo>
                    <a:pt x="20715" y="2272"/>
                  </a:lnTo>
                  <a:lnTo>
                    <a:pt x="20862" y="2799"/>
                  </a:lnTo>
                  <a:lnTo>
                    <a:pt x="20960" y="3434"/>
                  </a:lnTo>
                  <a:lnTo>
                    <a:pt x="21010" y="3697"/>
                  </a:lnTo>
                  <a:lnTo>
                    <a:pt x="20960" y="4014"/>
                  </a:lnTo>
                  <a:lnTo>
                    <a:pt x="20912" y="4279"/>
                  </a:lnTo>
                  <a:lnTo>
                    <a:pt x="20764" y="4489"/>
                  </a:lnTo>
                  <a:lnTo>
                    <a:pt x="20370" y="4912"/>
                  </a:lnTo>
                  <a:lnTo>
                    <a:pt x="20025" y="5176"/>
                  </a:lnTo>
                  <a:lnTo>
                    <a:pt x="19583" y="5334"/>
                  </a:lnTo>
                  <a:lnTo>
                    <a:pt x="19140" y="5441"/>
                  </a:lnTo>
                  <a:lnTo>
                    <a:pt x="18697" y="5493"/>
                  </a:lnTo>
                  <a:lnTo>
                    <a:pt x="18402" y="5441"/>
                  </a:lnTo>
                  <a:lnTo>
                    <a:pt x="18107" y="5387"/>
                  </a:lnTo>
                  <a:lnTo>
                    <a:pt x="17860" y="5281"/>
                  </a:lnTo>
                  <a:lnTo>
                    <a:pt x="17615" y="5176"/>
                  </a:lnTo>
                  <a:lnTo>
                    <a:pt x="17369" y="5017"/>
                  </a:lnTo>
                  <a:lnTo>
                    <a:pt x="17172" y="4806"/>
                  </a:lnTo>
                  <a:lnTo>
                    <a:pt x="16975" y="4596"/>
                  </a:lnTo>
                  <a:lnTo>
                    <a:pt x="16827" y="4384"/>
                  </a:lnTo>
                  <a:lnTo>
                    <a:pt x="17222" y="4489"/>
                  </a:lnTo>
                  <a:lnTo>
                    <a:pt x="17615" y="4542"/>
                  </a:lnTo>
                  <a:lnTo>
                    <a:pt x="18008" y="4489"/>
                  </a:lnTo>
                  <a:lnTo>
                    <a:pt x="18402" y="4384"/>
                  </a:lnTo>
                  <a:lnTo>
                    <a:pt x="18747" y="4226"/>
                  </a:lnTo>
                  <a:lnTo>
                    <a:pt x="19090" y="3961"/>
                  </a:lnTo>
                  <a:lnTo>
                    <a:pt x="19337" y="3592"/>
                  </a:lnTo>
                  <a:lnTo>
                    <a:pt x="19583" y="3222"/>
                  </a:lnTo>
                  <a:lnTo>
                    <a:pt x="19682" y="2852"/>
                  </a:lnTo>
                  <a:lnTo>
                    <a:pt x="19730" y="2482"/>
                  </a:lnTo>
                  <a:lnTo>
                    <a:pt x="19682" y="2113"/>
                  </a:lnTo>
                  <a:lnTo>
                    <a:pt x="19583" y="1743"/>
                  </a:lnTo>
                  <a:lnTo>
                    <a:pt x="19435" y="1427"/>
                  </a:lnTo>
                  <a:lnTo>
                    <a:pt x="19238" y="1110"/>
                  </a:lnTo>
                  <a:lnTo>
                    <a:pt x="18992" y="845"/>
                  </a:lnTo>
                  <a:lnTo>
                    <a:pt x="18697" y="633"/>
                  </a:lnTo>
                  <a:close/>
                  <a:moveTo>
                    <a:pt x="18452" y="0"/>
                  </a:moveTo>
                  <a:lnTo>
                    <a:pt x="18255" y="107"/>
                  </a:lnTo>
                  <a:lnTo>
                    <a:pt x="17910" y="158"/>
                  </a:lnTo>
                  <a:lnTo>
                    <a:pt x="17615" y="212"/>
                  </a:lnTo>
                  <a:lnTo>
                    <a:pt x="17320" y="370"/>
                  </a:lnTo>
                  <a:lnTo>
                    <a:pt x="17073" y="582"/>
                  </a:lnTo>
                  <a:lnTo>
                    <a:pt x="16778" y="793"/>
                  </a:lnTo>
                  <a:lnTo>
                    <a:pt x="16582" y="1057"/>
                  </a:lnTo>
                  <a:lnTo>
                    <a:pt x="16385" y="1320"/>
                  </a:lnTo>
                  <a:lnTo>
                    <a:pt x="16188" y="1637"/>
                  </a:lnTo>
                  <a:lnTo>
                    <a:pt x="16090" y="1902"/>
                  </a:lnTo>
                  <a:lnTo>
                    <a:pt x="15990" y="2272"/>
                  </a:lnTo>
                  <a:lnTo>
                    <a:pt x="15892" y="2589"/>
                  </a:lnTo>
                  <a:lnTo>
                    <a:pt x="15892" y="3275"/>
                  </a:lnTo>
                  <a:lnTo>
                    <a:pt x="15942" y="3644"/>
                  </a:lnTo>
                  <a:lnTo>
                    <a:pt x="16040" y="3961"/>
                  </a:lnTo>
                  <a:lnTo>
                    <a:pt x="16139" y="4279"/>
                  </a:lnTo>
                  <a:lnTo>
                    <a:pt x="16287" y="4596"/>
                  </a:lnTo>
                  <a:lnTo>
                    <a:pt x="16434" y="4859"/>
                  </a:lnTo>
                  <a:lnTo>
                    <a:pt x="16630" y="5122"/>
                  </a:lnTo>
                  <a:lnTo>
                    <a:pt x="16877" y="5334"/>
                  </a:lnTo>
                  <a:lnTo>
                    <a:pt x="17123" y="5546"/>
                  </a:lnTo>
                  <a:lnTo>
                    <a:pt x="17418" y="5757"/>
                  </a:lnTo>
                  <a:lnTo>
                    <a:pt x="17713" y="5863"/>
                  </a:lnTo>
                  <a:lnTo>
                    <a:pt x="18008" y="5968"/>
                  </a:lnTo>
                  <a:lnTo>
                    <a:pt x="18353" y="6074"/>
                  </a:lnTo>
                  <a:lnTo>
                    <a:pt x="18943" y="6074"/>
                  </a:lnTo>
                  <a:lnTo>
                    <a:pt x="19534" y="5968"/>
                  </a:lnTo>
                  <a:lnTo>
                    <a:pt x="20124" y="5757"/>
                  </a:lnTo>
                  <a:lnTo>
                    <a:pt x="20617" y="5441"/>
                  </a:lnTo>
                  <a:lnTo>
                    <a:pt x="20912" y="5229"/>
                  </a:lnTo>
                  <a:lnTo>
                    <a:pt x="21108" y="4964"/>
                  </a:lnTo>
                  <a:lnTo>
                    <a:pt x="21305" y="4701"/>
                  </a:lnTo>
                  <a:lnTo>
                    <a:pt x="21452" y="4384"/>
                  </a:lnTo>
                  <a:lnTo>
                    <a:pt x="21550" y="4014"/>
                  </a:lnTo>
                  <a:lnTo>
                    <a:pt x="21600" y="3592"/>
                  </a:lnTo>
                  <a:lnTo>
                    <a:pt x="21550" y="3222"/>
                  </a:lnTo>
                  <a:lnTo>
                    <a:pt x="21452" y="2852"/>
                  </a:lnTo>
                  <a:lnTo>
                    <a:pt x="21305" y="2060"/>
                  </a:lnTo>
                  <a:lnTo>
                    <a:pt x="21157" y="1690"/>
                  </a:lnTo>
                  <a:lnTo>
                    <a:pt x="21010" y="1373"/>
                  </a:lnTo>
                  <a:lnTo>
                    <a:pt x="20813" y="1057"/>
                  </a:lnTo>
                  <a:lnTo>
                    <a:pt x="20617" y="793"/>
                  </a:lnTo>
                  <a:lnTo>
                    <a:pt x="20320" y="528"/>
                  </a:lnTo>
                  <a:lnTo>
                    <a:pt x="20025" y="317"/>
                  </a:lnTo>
                  <a:lnTo>
                    <a:pt x="19632" y="107"/>
                  </a:lnTo>
                  <a:lnTo>
                    <a:pt x="19140" y="0"/>
                  </a:lnTo>
                  <a:close/>
                  <a:moveTo>
                    <a:pt x="14908" y="6549"/>
                  </a:moveTo>
                  <a:lnTo>
                    <a:pt x="15352" y="6971"/>
                  </a:lnTo>
                  <a:lnTo>
                    <a:pt x="15155" y="7129"/>
                  </a:lnTo>
                  <a:lnTo>
                    <a:pt x="14908" y="7078"/>
                  </a:lnTo>
                  <a:lnTo>
                    <a:pt x="14662" y="7078"/>
                  </a:lnTo>
                  <a:lnTo>
                    <a:pt x="14269" y="7129"/>
                  </a:lnTo>
                  <a:lnTo>
                    <a:pt x="14565" y="6813"/>
                  </a:lnTo>
                  <a:lnTo>
                    <a:pt x="14908" y="6549"/>
                  </a:lnTo>
                  <a:close/>
                  <a:moveTo>
                    <a:pt x="9200" y="5229"/>
                  </a:moveTo>
                  <a:lnTo>
                    <a:pt x="9398" y="5281"/>
                  </a:lnTo>
                  <a:lnTo>
                    <a:pt x="9447" y="5334"/>
                  </a:lnTo>
                  <a:lnTo>
                    <a:pt x="9447" y="5441"/>
                  </a:lnTo>
                  <a:lnTo>
                    <a:pt x="9496" y="5546"/>
                  </a:lnTo>
                  <a:lnTo>
                    <a:pt x="9644" y="5599"/>
                  </a:lnTo>
                  <a:lnTo>
                    <a:pt x="9890" y="5599"/>
                  </a:lnTo>
                  <a:lnTo>
                    <a:pt x="9940" y="5651"/>
                  </a:lnTo>
                  <a:lnTo>
                    <a:pt x="9988" y="5809"/>
                  </a:lnTo>
                  <a:lnTo>
                    <a:pt x="10037" y="5968"/>
                  </a:lnTo>
                  <a:lnTo>
                    <a:pt x="10037" y="6126"/>
                  </a:lnTo>
                  <a:lnTo>
                    <a:pt x="9988" y="6496"/>
                  </a:lnTo>
                  <a:lnTo>
                    <a:pt x="9890" y="6866"/>
                  </a:lnTo>
                  <a:lnTo>
                    <a:pt x="9693" y="7236"/>
                  </a:lnTo>
                  <a:lnTo>
                    <a:pt x="9595" y="7394"/>
                  </a:lnTo>
                  <a:lnTo>
                    <a:pt x="9447" y="7499"/>
                  </a:lnTo>
                  <a:lnTo>
                    <a:pt x="9300" y="7553"/>
                  </a:lnTo>
                  <a:lnTo>
                    <a:pt x="9103" y="7553"/>
                  </a:lnTo>
                  <a:lnTo>
                    <a:pt x="9103" y="7183"/>
                  </a:lnTo>
                  <a:lnTo>
                    <a:pt x="9053" y="6866"/>
                  </a:lnTo>
                  <a:lnTo>
                    <a:pt x="8905" y="6549"/>
                  </a:lnTo>
                  <a:lnTo>
                    <a:pt x="8709" y="6233"/>
                  </a:lnTo>
                  <a:lnTo>
                    <a:pt x="8463" y="5968"/>
                  </a:lnTo>
                  <a:lnTo>
                    <a:pt x="8168" y="5809"/>
                  </a:lnTo>
                  <a:lnTo>
                    <a:pt x="8168" y="5651"/>
                  </a:lnTo>
                  <a:lnTo>
                    <a:pt x="8265" y="5546"/>
                  </a:lnTo>
                  <a:lnTo>
                    <a:pt x="8365" y="5441"/>
                  </a:lnTo>
                  <a:lnTo>
                    <a:pt x="8512" y="5387"/>
                  </a:lnTo>
                  <a:lnTo>
                    <a:pt x="8807" y="5334"/>
                  </a:lnTo>
                  <a:lnTo>
                    <a:pt x="9200" y="5229"/>
                  </a:lnTo>
                  <a:close/>
                  <a:moveTo>
                    <a:pt x="8758" y="4596"/>
                  </a:moveTo>
                  <a:lnTo>
                    <a:pt x="8709" y="4647"/>
                  </a:lnTo>
                  <a:lnTo>
                    <a:pt x="8660" y="4754"/>
                  </a:lnTo>
                  <a:lnTo>
                    <a:pt x="8660" y="4912"/>
                  </a:lnTo>
                  <a:lnTo>
                    <a:pt x="8315" y="5017"/>
                  </a:lnTo>
                  <a:lnTo>
                    <a:pt x="8020" y="5122"/>
                  </a:lnTo>
                  <a:lnTo>
                    <a:pt x="7775" y="5387"/>
                  </a:lnTo>
                  <a:lnTo>
                    <a:pt x="7725" y="5493"/>
                  </a:lnTo>
                  <a:lnTo>
                    <a:pt x="7627" y="5651"/>
                  </a:lnTo>
                  <a:lnTo>
                    <a:pt x="7627" y="5863"/>
                  </a:lnTo>
                  <a:lnTo>
                    <a:pt x="7775" y="6074"/>
                  </a:lnTo>
                  <a:lnTo>
                    <a:pt x="7922" y="6179"/>
                  </a:lnTo>
                  <a:lnTo>
                    <a:pt x="8118" y="6284"/>
                  </a:lnTo>
                  <a:lnTo>
                    <a:pt x="8265" y="6391"/>
                  </a:lnTo>
                  <a:lnTo>
                    <a:pt x="8414" y="6496"/>
                  </a:lnTo>
                  <a:lnTo>
                    <a:pt x="8512" y="6654"/>
                  </a:lnTo>
                  <a:lnTo>
                    <a:pt x="8610" y="6866"/>
                  </a:lnTo>
                  <a:lnTo>
                    <a:pt x="8709" y="7236"/>
                  </a:lnTo>
                  <a:lnTo>
                    <a:pt x="8660" y="7605"/>
                  </a:lnTo>
                  <a:lnTo>
                    <a:pt x="8709" y="7763"/>
                  </a:lnTo>
                  <a:lnTo>
                    <a:pt x="8758" y="7869"/>
                  </a:lnTo>
                  <a:lnTo>
                    <a:pt x="9053" y="7975"/>
                  </a:lnTo>
                  <a:lnTo>
                    <a:pt x="9300" y="7975"/>
                  </a:lnTo>
                  <a:lnTo>
                    <a:pt x="9545" y="7923"/>
                  </a:lnTo>
                  <a:lnTo>
                    <a:pt x="9742" y="7816"/>
                  </a:lnTo>
                  <a:lnTo>
                    <a:pt x="9940" y="7605"/>
                  </a:lnTo>
                  <a:lnTo>
                    <a:pt x="10087" y="7394"/>
                  </a:lnTo>
                  <a:lnTo>
                    <a:pt x="10235" y="7129"/>
                  </a:lnTo>
                  <a:lnTo>
                    <a:pt x="10333" y="6866"/>
                  </a:lnTo>
                  <a:lnTo>
                    <a:pt x="10382" y="6601"/>
                  </a:lnTo>
                  <a:lnTo>
                    <a:pt x="10430" y="6284"/>
                  </a:lnTo>
                  <a:lnTo>
                    <a:pt x="10430" y="5651"/>
                  </a:lnTo>
                  <a:lnTo>
                    <a:pt x="10333" y="5441"/>
                  </a:lnTo>
                  <a:lnTo>
                    <a:pt x="10235" y="5281"/>
                  </a:lnTo>
                  <a:lnTo>
                    <a:pt x="10037" y="5176"/>
                  </a:lnTo>
                  <a:lnTo>
                    <a:pt x="9840" y="5176"/>
                  </a:lnTo>
                  <a:lnTo>
                    <a:pt x="9792" y="5017"/>
                  </a:lnTo>
                  <a:lnTo>
                    <a:pt x="9693" y="4964"/>
                  </a:lnTo>
                  <a:lnTo>
                    <a:pt x="9447" y="4859"/>
                  </a:lnTo>
                  <a:lnTo>
                    <a:pt x="9152" y="4754"/>
                  </a:lnTo>
                  <a:lnTo>
                    <a:pt x="8955" y="4647"/>
                  </a:lnTo>
                  <a:lnTo>
                    <a:pt x="8807" y="4596"/>
                  </a:lnTo>
                  <a:close/>
                  <a:moveTo>
                    <a:pt x="15745" y="7394"/>
                  </a:moveTo>
                  <a:lnTo>
                    <a:pt x="16335" y="8186"/>
                  </a:lnTo>
                  <a:lnTo>
                    <a:pt x="15795" y="8345"/>
                  </a:lnTo>
                  <a:lnTo>
                    <a:pt x="15302" y="8661"/>
                  </a:lnTo>
                  <a:lnTo>
                    <a:pt x="14810" y="8978"/>
                  </a:lnTo>
                  <a:lnTo>
                    <a:pt x="14613" y="9190"/>
                  </a:lnTo>
                  <a:lnTo>
                    <a:pt x="14465" y="9453"/>
                  </a:lnTo>
                  <a:lnTo>
                    <a:pt x="14417" y="9560"/>
                  </a:lnTo>
                  <a:lnTo>
                    <a:pt x="14465" y="9612"/>
                  </a:lnTo>
                  <a:lnTo>
                    <a:pt x="14565" y="9665"/>
                  </a:lnTo>
                  <a:lnTo>
                    <a:pt x="14662" y="9665"/>
                  </a:lnTo>
                  <a:lnTo>
                    <a:pt x="15105" y="9348"/>
                  </a:lnTo>
                  <a:lnTo>
                    <a:pt x="15499" y="9085"/>
                  </a:lnTo>
                  <a:lnTo>
                    <a:pt x="15892" y="8925"/>
                  </a:lnTo>
                  <a:lnTo>
                    <a:pt x="16287" y="8766"/>
                  </a:lnTo>
                  <a:lnTo>
                    <a:pt x="16434" y="8715"/>
                  </a:lnTo>
                  <a:lnTo>
                    <a:pt x="16582" y="8661"/>
                  </a:lnTo>
                  <a:lnTo>
                    <a:pt x="16630" y="8608"/>
                  </a:lnTo>
                  <a:lnTo>
                    <a:pt x="16925" y="9295"/>
                  </a:lnTo>
                  <a:lnTo>
                    <a:pt x="17222" y="9928"/>
                  </a:lnTo>
                  <a:lnTo>
                    <a:pt x="17172" y="9982"/>
                  </a:lnTo>
                  <a:lnTo>
                    <a:pt x="16532" y="10140"/>
                  </a:lnTo>
                  <a:lnTo>
                    <a:pt x="15843" y="10246"/>
                  </a:lnTo>
                  <a:lnTo>
                    <a:pt x="15155" y="10246"/>
                  </a:lnTo>
                  <a:lnTo>
                    <a:pt x="14417" y="10193"/>
                  </a:lnTo>
                  <a:lnTo>
                    <a:pt x="14318" y="10246"/>
                  </a:lnTo>
                  <a:lnTo>
                    <a:pt x="14269" y="10298"/>
                  </a:lnTo>
                  <a:lnTo>
                    <a:pt x="14269" y="10405"/>
                  </a:lnTo>
                  <a:lnTo>
                    <a:pt x="14367" y="10510"/>
                  </a:lnTo>
                  <a:lnTo>
                    <a:pt x="14662" y="10615"/>
                  </a:lnTo>
                  <a:lnTo>
                    <a:pt x="15007" y="10722"/>
                  </a:lnTo>
                  <a:lnTo>
                    <a:pt x="15695" y="10773"/>
                  </a:lnTo>
                  <a:lnTo>
                    <a:pt x="16040" y="10773"/>
                  </a:lnTo>
                  <a:lnTo>
                    <a:pt x="16385" y="10722"/>
                  </a:lnTo>
                  <a:lnTo>
                    <a:pt x="16877" y="10615"/>
                  </a:lnTo>
                  <a:lnTo>
                    <a:pt x="17025" y="10615"/>
                  </a:lnTo>
                  <a:lnTo>
                    <a:pt x="17123" y="10563"/>
                  </a:lnTo>
                  <a:lnTo>
                    <a:pt x="17172" y="10668"/>
                  </a:lnTo>
                  <a:lnTo>
                    <a:pt x="17222" y="10722"/>
                  </a:lnTo>
                  <a:lnTo>
                    <a:pt x="17270" y="10773"/>
                  </a:lnTo>
                  <a:lnTo>
                    <a:pt x="17418" y="10827"/>
                  </a:lnTo>
                  <a:lnTo>
                    <a:pt x="17467" y="11197"/>
                  </a:lnTo>
                  <a:lnTo>
                    <a:pt x="17517" y="11618"/>
                  </a:lnTo>
                  <a:lnTo>
                    <a:pt x="17418" y="11672"/>
                  </a:lnTo>
                  <a:lnTo>
                    <a:pt x="17025" y="11513"/>
                  </a:lnTo>
                  <a:lnTo>
                    <a:pt x="16730" y="11355"/>
                  </a:lnTo>
                  <a:lnTo>
                    <a:pt x="16434" y="11197"/>
                  </a:lnTo>
                  <a:lnTo>
                    <a:pt x="15942" y="11197"/>
                  </a:lnTo>
                  <a:lnTo>
                    <a:pt x="15795" y="11248"/>
                  </a:lnTo>
                  <a:lnTo>
                    <a:pt x="15057" y="11197"/>
                  </a:lnTo>
                  <a:lnTo>
                    <a:pt x="14613" y="11143"/>
                  </a:lnTo>
                  <a:lnTo>
                    <a:pt x="14417" y="11143"/>
                  </a:lnTo>
                  <a:lnTo>
                    <a:pt x="14318" y="11090"/>
                  </a:lnTo>
                  <a:lnTo>
                    <a:pt x="14170" y="10773"/>
                  </a:lnTo>
                  <a:lnTo>
                    <a:pt x="14122" y="10773"/>
                  </a:lnTo>
                  <a:lnTo>
                    <a:pt x="14122" y="11460"/>
                  </a:lnTo>
                  <a:lnTo>
                    <a:pt x="14220" y="11513"/>
                  </a:lnTo>
                  <a:lnTo>
                    <a:pt x="14810" y="11672"/>
                  </a:lnTo>
                  <a:lnTo>
                    <a:pt x="15400" y="11725"/>
                  </a:lnTo>
                  <a:lnTo>
                    <a:pt x="15400" y="11988"/>
                  </a:lnTo>
                  <a:lnTo>
                    <a:pt x="15450" y="12200"/>
                  </a:lnTo>
                  <a:lnTo>
                    <a:pt x="15548" y="12305"/>
                  </a:lnTo>
                  <a:lnTo>
                    <a:pt x="15597" y="12358"/>
                  </a:lnTo>
                  <a:lnTo>
                    <a:pt x="15795" y="12464"/>
                  </a:lnTo>
                  <a:lnTo>
                    <a:pt x="16040" y="12622"/>
                  </a:lnTo>
                  <a:lnTo>
                    <a:pt x="15302" y="12464"/>
                  </a:lnTo>
                  <a:lnTo>
                    <a:pt x="14712" y="12200"/>
                  </a:lnTo>
                  <a:lnTo>
                    <a:pt x="14367" y="12147"/>
                  </a:lnTo>
                  <a:lnTo>
                    <a:pt x="14023" y="12094"/>
                  </a:lnTo>
                  <a:lnTo>
                    <a:pt x="13678" y="11830"/>
                  </a:lnTo>
                  <a:lnTo>
                    <a:pt x="13482" y="11777"/>
                  </a:lnTo>
                  <a:lnTo>
                    <a:pt x="13335" y="11725"/>
                  </a:lnTo>
                  <a:lnTo>
                    <a:pt x="13039" y="11777"/>
                  </a:lnTo>
                  <a:lnTo>
                    <a:pt x="12842" y="11883"/>
                  </a:lnTo>
                  <a:lnTo>
                    <a:pt x="12695" y="12042"/>
                  </a:lnTo>
                  <a:lnTo>
                    <a:pt x="12547" y="12252"/>
                  </a:lnTo>
                  <a:lnTo>
                    <a:pt x="12400" y="12358"/>
                  </a:lnTo>
                  <a:lnTo>
                    <a:pt x="12202" y="12410"/>
                  </a:lnTo>
                  <a:lnTo>
                    <a:pt x="11858" y="12358"/>
                  </a:lnTo>
                  <a:lnTo>
                    <a:pt x="11563" y="12410"/>
                  </a:lnTo>
                  <a:lnTo>
                    <a:pt x="11267" y="12517"/>
                  </a:lnTo>
                  <a:lnTo>
                    <a:pt x="10972" y="12675"/>
                  </a:lnTo>
                  <a:lnTo>
                    <a:pt x="10628" y="12675"/>
                  </a:lnTo>
                  <a:lnTo>
                    <a:pt x="10530" y="12622"/>
                  </a:lnTo>
                  <a:lnTo>
                    <a:pt x="10480" y="12569"/>
                  </a:lnTo>
                  <a:lnTo>
                    <a:pt x="10480" y="12517"/>
                  </a:lnTo>
                  <a:lnTo>
                    <a:pt x="10578" y="12410"/>
                  </a:lnTo>
                  <a:lnTo>
                    <a:pt x="10727" y="12252"/>
                  </a:lnTo>
                  <a:lnTo>
                    <a:pt x="10923" y="12147"/>
                  </a:lnTo>
                  <a:lnTo>
                    <a:pt x="11267" y="11988"/>
                  </a:lnTo>
                  <a:lnTo>
                    <a:pt x="11710" y="11777"/>
                  </a:lnTo>
                  <a:lnTo>
                    <a:pt x="11957" y="11618"/>
                  </a:lnTo>
                  <a:lnTo>
                    <a:pt x="12104" y="11408"/>
                  </a:lnTo>
                  <a:lnTo>
                    <a:pt x="12252" y="11197"/>
                  </a:lnTo>
                  <a:lnTo>
                    <a:pt x="12350" y="10985"/>
                  </a:lnTo>
                  <a:lnTo>
                    <a:pt x="12350" y="10722"/>
                  </a:lnTo>
                  <a:lnTo>
                    <a:pt x="12300" y="10405"/>
                  </a:lnTo>
                  <a:lnTo>
                    <a:pt x="12202" y="10246"/>
                  </a:lnTo>
                  <a:lnTo>
                    <a:pt x="12055" y="10087"/>
                  </a:lnTo>
                  <a:lnTo>
                    <a:pt x="11858" y="9928"/>
                  </a:lnTo>
                  <a:lnTo>
                    <a:pt x="11660" y="9876"/>
                  </a:lnTo>
                  <a:lnTo>
                    <a:pt x="11465" y="9823"/>
                  </a:lnTo>
                  <a:lnTo>
                    <a:pt x="11267" y="9823"/>
                  </a:lnTo>
                  <a:lnTo>
                    <a:pt x="11070" y="9876"/>
                  </a:lnTo>
                  <a:lnTo>
                    <a:pt x="10874" y="9982"/>
                  </a:lnTo>
                  <a:lnTo>
                    <a:pt x="10628" y="10246"/>
                  </a:lnTo>
                  <a:lnTo>
                    <a:pt x="10727" y="10035"/>
                  </a:lnTo>
                  <a:lnTo>
                    <a:pt x="10874" y="9876"/>
                  </a:lnTo>
                  <a:lnTo>
                    <a:pt x="11120" y="9506"/>
                  </a:lnTo>
                  <a:lnTo>
                    <a:pt x="11415" y="9190"/>
                  </a:lnTo>
                  <a:lnTo>
                    <a:pt x="11760" y="8820"/>
                  </a:lnTo>
                  <a:lnTo>
                    <a:pt x="12005" y="8556"/>
                  </a:lnTo>
                  <a:lnTo>
                    <a:pt x="12252" y="8345"/>
                  </a:lnTo>
                  <a:lnTo>
                    <a:pt x="12300" y="8345"/>
                  </a:lnTo>
                  <a:lnTo>
                    <a:pt x="12595" y="8291"/>
                  </a:lnTo>
                  <a:lnTo>
                    <a:pt x="12892" y="8186"/>
                  </a:lnTo>
                  <a:lnTo>
                    <a:pt x="13482" y="7975"/>
                  </a:lnTo>
                  <a:lnTo>
                    <a:pt x="14023" y="7711"/>
                  </a:lnTo>
                  <a:lnTo>
                    <a:pt x="14269" y="7605"/>
                  </a:lnTo>
                  <a:lnTo>
                    <a:pt x="14613" y="7553"/>
                  </a:lnTo>
                  <a:lnTo>
                    <a:pt x="14220" y="7923"/>
                  </a:lnTo>
                  <a:lnTo>
                    <a:pt x="14072" y="8133"/>
                  </a:lnTo>
                  <a:lnTo>
                    <a:pt x="13974" y="8398"/>
                  </a:lnTo>
                  <a:lnTo>
                    <a:pt x="14023" y="8450"/>
                  </a:lnTo>
                  <a:lnTo>
                    <a:pt x="14269" y="8345"/>
                  </a:lnTo>
                  <a:lnTo>
                    <a:pt x="14515" y="8239"/>
                  </a:lnTo>
                  <a:lnTo>
                    <a:pt x="14958" y="7923"/>
                  </a:lnTo>
                  <a:lnTo>
                    <a:pt x="15745" y="7394"/>
                  </a:lnTo>
                  <a:close/>
                  <a:moveTo>
                    <a:pt x="16090" y="11883"/>
                  </a:moveTo>
                  <a:lnTo>
                    <a:pt x="16827" y="12094"/>
                  </a:lnTo>
                  <a:lnTo>
                    <a:pt x="17073" y="12358"/>
                  </a:lnTo>
                  <a:lnTo>
                    <a:pt x="17172" y="12410"/>
                  </a:lnTo>
                  <a:lnTo>
                    <a:pt x="17270" y="12464"/>
                  </a:lnTo>
                  <a:lnTo>
                    <a:pt x="17369" y="12410"/>
                  </a:lnTo>
                  <a:lnTo>
                    <a:pt x="17467" y="12358"/>
                  </a:lnTo>
                  <a:lnTo>
                    <a:pt x="17369" y="12992"/>
                  </a:lnTo>
                  <a:lnTo>
                    <a:pt x="16778" y="12834"/>
                  </a:lnTo>
                  <a:lnTo>
                    <a:pt x="16630" y="12464"/>
                  </a:lnTo>
                  <a:lnTo>
                    <a:pt x="16385" y="12200"/>
                  </a:lnTo>
                  <a:lnTo>
                    <a:pt x="16139" y="11988"/>
                  </a:lnTo>
                  <a:lnTo>
                    <a:pt x="16040" y="11935"/>
                  </a:lnTo>
                  <a:lnTo>
                    <a:pt x="16090" y="11883"/>
                  </a:lnTo>
                  <a:close/>
                  <a:moveTo>
                    <a:pt x="14662" y="12728"/>
                  </a:moveTo>
                  <a:lnTo>
                    <a:pt x="15450" y="13097"/>
                  </a:lnTo>
                  <a:lnTo>
                    <a:pt x="16237" y="13309"/>
                  </a:lnTo>
                  <a:lnTo>
                    <a:pt x="16139" y="13520"/>
                  </a:lnTo>
                  <a:lnTo>
                    <a:pt x="15990" y="13731"/>
                  </a:lnTo>
                  <a:lnTo>
                    <a:pt x="15795" y="13837"/>
                  </a:lnTo>
                  <a:lnTo>
                    <a:pt x="15695" y="13837"/>
                  </a:lnTo>
                  <a:lnTo>
                    <a:pt x="15597" y="13784"/>
                  </a:lnTo>
                  <a:lnTo>
                    <a:pt x="15450" y="13731"/>
                  </a:lnTo>
                  <a:lnTo>
                    <a:pt x="15302" y="13572"/>
                  </a:lnTo>
                  <a:lnTo>
                    <a:pt x="15057" y="13309"/>
                  </a:lnTo>
                  <a:lnTo>
                    <a:pt x="14662" y="12728"/>
                  </a:lnTo>
                  <a:close/>
                  <a:moveTo>
                    <a:pt x="16778" y="13467"/>
                  </a:moveTo>
                  <a:lnTo>
                    <a:pt x="17270" y="13520"/>
                  </a:lnTo>
                  <a:lnTo>
                    <a:pt x="16975" y="14629"/>
                  </a:lnTo>
                  <a:lnTo>
                    <a:pt x="16877" y="14524"/>
                  </a:lnTo>
                  <a:lnTo>
                    <a:pt x="16582" y="14524"/>
                  </a:lnTo>
                  <a:lnTo>
                    <a:pt x="16385" y="14471"/>
                  </a:lnTo>
                  <a:lnTo>
                    <a:pt x="15942" y="14365"/>
                  </a:lnTo>
                  <a:lnTo>
                    <a:pt x="16237" y="14207"/>
                  </a:lnTo>
                  <a:lnTo>
                    <a:pt x="16483" y="14049"/>
                  </a:lnTo>
                  <a:lnTo>
                    <a:pt x="16630" y="13784"/>
                  </a:lnTo>
                  <a:lnTo>
                    <a:pt x="16778" y="13467"/>
                  </a:lnTo>
                  <a:close/>
                  <a:moveTo>
                    <a:pt x="13925" y="13995"/>
                  </a:moveTo>
                  <a:lnTo>
                    <a:pt x="15302" y="14629"/>
                  </a:lnTo>
                  <a:lnTo>
                    <a:pt x="15990" y="14946"/>
                  </a:lnTo>
                  <a:lnTo>
                    <a:pt x="16434" y="15104"/>
                  </a:lnTo>
                  <a:lnTo>
                    <a:pt x="16630" y="15104"/>
                  </a:lnTo>
                  <a:lnTo>
                    <a:pt x="16778" y="15052"/>
                  </a:lnTo>
                  <a:lnTo>
                    <a:pt x="16532" y="15791"/>
                  </a:lnTo>
                  <a:lnTo>
                    <a:pt x="16139" y="15632"/>
                  </a:lnTo>
                  <a:lnTo>
                    <a:pt x="15942" y="15527"/>
                  </a:lnTo>
                  <a:lnTo>
                    <a:pt x="15795" y="15421"/>
                  </a:lnTo>
                  <a:lnTo>
                    <a:pt x="15450" y="15157"/>
                  </a:lnTo>
                  <a:lnTo>
                    <a:pt x="15302" y="14999"/>
                  </a:lnTo>
                  <a:lnTo>
                    <a:pt x="15105" y="14892"/>
                  </a:lnTo>
                  <a:lnTo>
                    <a:pt x="14860" y="14841"/>
                  </a:lnTo>
                  <a:lnTo>
                    <a:pt x="14613" y="14787"/>
                  </a:lnTo>
                  <a:lnTo>
                    <a:pt x="14072" y="14734"/>
                  </a:lnTo>
                  <a:lnTo>
                    <a:pt x="14023" y="14365"/>
                  </a:lnTo>
                  <a:lnTo>
                    <a:pt x="13925" y="13995"/>
                  </a:lnTo>
                  <a:close/>
                  <a:moveTo>
                    <a:pt x="14023" y="15157"/>
                  </a:moveTo>
                  <a:lnTo>
                    <a:pt x="14465" y="15262"/>
                  </a:lnTo>
                  <a:lnTo>
                    <a:pt x="14712" y="15316"/>
                  </a:lnTo>
                  <a:lnTo>
                    <a:pt x="14908" y="15421"/>
                  </a:lnTo>
                  <a:lnTo>
                    <a:pt x="15204" y="15579"/>
                  </a:lnTo>
                  <a:lnTo>
                    <a:pt x="15450" y="15791"/>
                  </a:lnTo>
                  <a:lnTo>
                    <a:pt x="15695" y="16002"/>
                  </a:lnTo>
                  <a:lnTo>
                    <a:pt x="15942" y="16214"/>
                  </a:lnTo>
                  <a:lnTo>
                    <a:pt x="16237" y="16319"/>
                  </a:lnTo>
                  <a:lnTo>
                    <a:pt x="15745" y="17164"/>
                  </a:lnTo>
                  <a:lnTo>
                    <a:pt x="15597" y="17164"/>
                  </a:lnTo>
                  <a:lnTo>
                    <a:pt x="15400" y="17111"/>
                  </a:lnTo>
                  <a:lnTo>
                    <a:pt x="15057" y="16899"/>
                  </a:lnTo>
                  <a:lnTo>
                    <a:pt x="14170" y="16531"/>
                  </a:lnTo>
                  <a:lnTo>
                    <a:pt x="13777" y="16319"/>
                  </a:lnTo>
                  <a:lnTo>
                    <a:pt x="13925" y="15791"/>
                  </a:lnTo>
                  <a:lnTo>
                    <a:pt x="14023" y="15262"/>
                  </a:lnTo>
                  <a:lnTo>
                    <a:pt x="14023" y="15157"/>
                  </a:lnTo>
                  <a:close/>
                  <a:moveTo>
                    <a:pt x="13580" y="16794"/>
                  </a:moveTo>
                  <a:lnTo>
                    <a:pt x="14465" y="17216"/>
                  </a:lnTo>
                  <a:lnTo>
                    <a:pt x="14908" y="17481"/>
                  </a:lnTo>
                  <a:lnTo>
                    <a:pt x="15155" y="17586"/>
                  </a:lnTo>
                  <a:lnTo>
                    <a:pt x="15400" y="17693"/>
                  </a:lnTo>
                  <a:lnTo>
                    <a:pt x="15057" y="18220"/>
                  </a:lnTo>
                  <a:lnTo>
                    <a:pt x="14613" y="18061"/>
                  </a:lnTo>
                  <a:lnTo>
                    <a:pt x="14023" y="17851"/>
                  </a:lnTo>
                  <a:lnTo>
                    <a:pt x="13482" y="17639"/>
                  </a:lnTo>
                  <a:lnTo>
                    <a:pt x="13235" y="17481"/>
                  </a:lnTo>
                  <a:lnTo>
                    <a:pt x="13580" y="16794"/>
                  </a:lnTo>
                  <a:close/>
                  <a:moveTo>
                    <a:pt x="12547" y="13784"/>
                  </a:moveTo>
                  <a:lnTo>
                    <a:pt x="12842" y="13837"/>
                  </a:lnTo>
                  <a:lnTo>
                    <a:pt x="13137" y="13890"/>
                  </a:lnTo>
                  <a:lnTo>
                    <a:pt x="13383" y="14049"/>
                  </a:lnTo>
                  <a:lnTo>
                    <a:pt x="13482" y="14207"/>
                  </a:lnTo>
                  <a:lnTo>
                    <a:pt x="13530" y="14312"/>
                  </a:lnTo>
                  <a:lnTo>
                    <a:pt x="13580" y="14524"/>
                  </a:lnTo>
                  <a:lnTo>
                    <a:pt x="13580" y="14682"/>
                  </a:lnTo>
                  <a:lnTo>
                    <a:pt x="13187" y="14629"/>
                  </a:lnTo>
                  <a:lnTo>
                    <a:pt x="13137" y="14682"/>
                  </a:lnTo>
                  <a:lnTo>
                    <a:pt x="13137" y="14734"/>
                  </a:lnTo>
                  <a:lnTo>
                    <a:pt x="13335" y="14892"/>
                  </a:lnTo>
                  <a:lnTo>
                    <a:pt x="13530" y="15052"/>
                  </a:lnTo>
                  <a:lnTo>
                    <a:pt x="13432" y="15527"/>
                  </a:lnTo>
                  <a:lnTo>
                    <a:pt x="13335" y="15949"/>
                  </a:lnTo>
                  <a:lnTo>
                    <a:pt x="13285" y="16107"/>
                  </a:lnTo>
                  <a:lnTo>
                    <a:pt x="12940" y="16002"/>
                  </a:lnTo>
                  <a:lnTo>
                    <a:pt x="12595" y="15949"/>
                  </a:lnTo>
                  <a:lnTo>
                    <a:pt x="12547" y="15949"/>
                  </a:lnTo>
                  <a:lnTo>
                    <a:pt x="12497" y="16002"/>
                  </a:lnTo>
                  <a:lnTo>
                    <a:pt x="12497" y="16054"/>
                  </a:lnTo>
                  <a:lnTo>
                    <a:pt x="12547" y="16107"/>
                  </a:lnTo>
                  <a:lnTo>
                    <a:pt x="12793" y="16372"/>
                  </a:lnTo>
                  <a:lnTo>
                    <a:pt x="13137" y="16583"/>
                  </a:lnTo>
                  <a:lnTo>
                    <a:pt x="12743" y="17269"/>
                  </a:lnTo>
                  <a:lnTo>
                    <a:pt x="12153" y="17006"/>
                  </a:lnTo>
                  <a:lnTo>
                    <a:pt x="11513" y="16741"/>
                  </a:lnTo>
                  <a:lnTo>
                    <a:pt x="11465" y="16741"/>
                  </a:lnTo>
                  <a:lnTo>
                    <a:pt x="11465" y="16848"/>
                  </a:lnTo>
                  <a:lnTo>
                    <a:pt x="11710" y="17058"/>
                  </a:lnTo>
                  <a:lnTo>
                    <a:pt x="11957" y="17323"/>
                  </a:lnTo>
                  <a:lnTo>
                    <a:pt x="12497" y="17693"/>
                  </a:lnTo>
                  <a:lnTo>
                    <a:pt x="12153" y="18114"/>
                  </a:lnTo>
                  <a:lnTo>
                    <a:pt x="11809" y="18431"/>
                  </a:lnTo>
                  <a:lnTo>
                    <a:pt x="11465" y="18273"/>
                  </a:lnTo>
                  <a:lnTo>
                    <a:pt x="11267" y="17376"/>
                  </a:lnTo>
                  <a:lnTo>
                    <a:pt x="11120" y="16478"/>
                  </a:lnTo>
                  <a:lnTo>
                    <a:pt x="11022" y="16266"/>
                  </a:lnTo>
                  <a:lnTo>
                    <a:pt x="10923" y="16107"/>
                  </a:lnTo>
                  <a:lnTo>
                    <a:pt x="10775" y="16002"/>
                  </a:lnTo>
                  <a:lnTo>
                    <a:pt x="9890" y="16002"/>
                  </a:lnTo>
                  <a:lnTo>
                    <a:pt x="9742" y="15949"/>
                  </a:lnTo>
                  <a:lnTo>
                    <a:pt x="9595" y="15896"/>
                  </a:lnTo>
                  <a:lnTo>
                    <a:pt x="9398" y="15686"/>
                  </a:lnTo>
                  <a:lnTo>
                    <a:pt x="9250" y="15369"/>
                  </a:lnTo>
                  <a:lnTo>
                    <a:pt x="9200" y="15052"/>
                  </a:lnTo>
                  <a:lnTo>
                    <a:pt x="9200" y="14892"/>
                  </a:lnTo>
                  <a:lnTo>
                    <a:pt x="9250" y="14734"/>
                  </a:lnTo>
                  <a:lnTo>
                    <a:pt x="9300" y="14576"/>
                  </a:lnTo>
                  <a:lnTo>
                    <a:pt x="9398" y="14471"/>
                  </a:lnTo>
                  <a:lnTo>
                    <a:pt x="9693" y="14365"/>
                  </a:lnTo>
                  <a:lnTo>
                    <a:pt x="9988" y="14259"/>
                  </a:lnTo>
                  <a:lnTo>
                    <a:pt x="11170" y="13995"/>
                  </a:lnTo>
                  <a:lnTo>
                    <a:pt x="11267" y="14049"/>
                  </a:lnTo>
                  <a:lnTo>
                    <a:pt x="11465" y="14049"/>
                  </a:lnTo>
                  <a:lnTo>
                    <a:pt x="11858" y="13890"/>
                  </a:lnTo>
                  <a:lnTo>
                    <a:pt x="12252" y="13784"/>
                  </a:lnTo>
                  <a:close/>
                  <a:moveTo>
                    <a:pt x="1378" y="10615"/>
                  </a:moveTo>
                  <a:lnTo>
                    <a:pt x="1378" y="11355"/>
                  </a:lnTo>
                  <a:lnTo>
                    <a:pt x="1476" y="12147"/>
                  </a:lnTo>
                  <a:lnTo>
                    <a:pt x="1525" y="12200"/>
                  </a:lnTo>
                  <a:lnTo>
                    <a:pt x="1623" y="12252"/>
                  </a:lnTo>
                  <a:lnTo>
                    <a:pt x="1722" y="12252"/>
                  </a:lnTo>
                  <a:lnTo>
                    <a:pt x="1820" y="12200"/>
                  </a:lnTo>
                  <a:lnTo>
                    <a:pt x="2510" y="11618"/>
                  </a:lnTo>
                  <a:lnTo>
                    <a:pt x="2608" y="12887"/>
                  </a:lnTo>
                  <a:lnTo>
                    <a:pt x="2657" y="13837"/>
                  </a:lnTo>
                  <a:lnTo>
                    <a:pt x="2657" y="14259"/>
                  </a:lnTo>
                  <a:lnTo>
                    <a:pt x="2510" y="14417"/>
                  </a:lnTo>
                  <a:lnTo>
                    <a:pt x="2362" y="14524"/>
                  </a:lnTo>
                  <a:lnTo>
                    <a:pt x="2165" y="14787"/>
                  </a:lnTo>
                  <a:lnTo>
                    <a:pt x="2017" y="15052"/>
                  </a:lnTo>
                  <a:lnTo>
                    <a:pt x="1968" y="15316"/>
                  </a:lnTo>
                  <a:lnTo>
                    <a:pt x="1968" y="15632"/>
                  </a:lnTo>
                  <a:lnTo>
                    <a:pt x="2017" y="15949"/>
                  </a:lnTo>
                  <a:lnTo>
                    <a:pt x="2115" y="16266"/>
                  </a:lnTo>
                  <a:lnTo>
                    <a:pt x="2263" y="16848"/>
                  </a:lnTo>
                  <a:lnTo>
                    <a:pt x="2903" y="18538"/>
                  </a:lnTo>
                  <a:lnTo>
                    <a:pt x="2460" y="18009"/>
                  </a:lnTo>
                  <a:lnTo>
                    <a:pt x="2017" y="17481"/>
                  </a:lnTo>
                  <a:lnTo>
                    <a:pt x="1623" y="16794"/>
                  </a:lnTo>
                  <a:lnTo>
                    <a:pt x="1230" y="16107"/>
                  </a:lnTo>
                  <a:lnTo>
                    <a:pt x="985" y="15369"/>
                  </a:lnTo>
                  <a:lnTo>
                    <a:pt x="787" y="14629"/>
                  </a:lnTo>
                  <a:lnTo>
                    <a:pt x="738" y="14154"/>
                  </a:lnTo>
                  <a:lnTo>
                    <a:pt x="688" y="13679"/>
                  </a:lnTo>
                  <a:lnTo>
                    <a:pt x="738" y="13204"/>
                  </a:lnTo>
                  <a:lnTo>
                    <a:pt x="787" y="12728"/>
                  </a:lnTo>
                  <a:lnTo>
                    <a:pt x="1033" y="11777"/>
                  </a:lnTo>
                  <a:lnTo>
                    <a:pt x="1280" y="10880"/>
                  </a:lnTo>
                  <a:lnTo>
                    <a:pt x="1378" y="10615"/>
                  </a:lnTo>
                  <a:close/>
                  <a:moveTo>
                    <a:pt x="12892" y="17956"/>
                  </a:moveTo>
                  <a:lnTo>
                    <a:pt x="13335" y="18168"/>
                  </a:lnTo>
                  <a:lnTo>
                    <a:pt x="14318" y="18590"/>
                  </a:lnTo>
                  <a:lnTo>
                    <a:pt x="14613" y="18696"/>
                  </a:lnTo>
                  <a:lnTo>
                    <a:pt x="14122" y="19171"/>
                  </a:lnTo>
                  <a:lnTo>
                    <a:pt x="13630" y="19593"/>
                  </a:lnTo>
                  <a:lnTo>
                    <a:pt x="12990" y="19118"/>
                  </a:lnTo>
                  <a:lnTo>
                    <a:pt x="12300" y="18696"/>
                  </a:lnTo>
                  <a:lnTo>
                    <a:pt x="12595" y="18326"/>
                  </a:lnTo>
                  <a:lnTo>
                    <a:pt x="12892" y="17956"/>
                  </a:lnTo>
                  <a:close/>
                  <a:moveTo>
                    <a:pt x="3445" y="7499"/>
                  </a:moveTo>
                  <a:lnTo>
                    <a:pt x="3887" y="7658"/>
                  </a:lnTo>
                  <a:lnTo>
                    <a:pt x="4380" y="7711"/>
                  </a:lnTo>
                  <a:lnTo>
                    <a:pt x="5363" y="7711"/>
                  </a:lnTo>
                  <a:lnTo>
                    <a:pt x="6347" y="7816"/>
                  </a:lnTo>
                  <a:lnTo>
                    <a:pt x="7332" y="7975"/>
                  </a:lnTo>
                  <a:lnTo>
                    <a:pt x="7135" y="8133"/>
                  </a:lnTo>
                  <a:lnTo>
                    <a:pt x="6938" y="8239"/>
                  </a:lnTo>
                  <a:lnTo>
                    <a:pt x="6545" y="8398"/>
                  </a:lnTo>
                  <a:lnTo>
                    <a:pt x="6298" y="8556"/>
                  </a:lnTo>
                  <a:lnTo>
                    <a:pt x="6052" y="8715"/>
                  </a:lnTo>
                  <a:lnTo>
                    <a:pt x="5855" y="8978"/>
                  </a:lnTo>
                  <a:lnTo>
                    <a:pt x="5757" y="9243"/>
                  </a:lnTo>
                  <a:lnTo>
                    <a:pt x="5708" y="9348"/>
                  </a:lnTo>
                  <a:lnTo>
                    <a:pt x="5757" y="9506"/>
                  </a:lnTo>
                  <a:lnTo>
                    <a:pt x="5805" y="9612"/>
                  </a:lnTo>
                  <a:lnTo>
                    <a:pt x="5855" y="9718"/>
                  </a:lnTo>
                  <a:lnTo>
                    <a:pt x="5953" y="9823"/>
                  </a:lnTo>
                  <a:lnTo>
                    <a:pt x="6101" y="9823"/>
                  </a:lnTo>
                  <a:lnTo>
                    <a:pt x="6249" y="9876"/>
                  </a:lnTo>
                  <a:lnTo>
                    <a:pt x="6298" y="9982"/>
                  </a:lnTo>
                  <a:lnTo>
                    <a:pt x="6347" y="10246"/>
                  </a:lnTo>
                  <a:lnTo>
                    <a:pt x="6397" y="10510"/>
                  </a:lnTo>
                  <a:lnTo>
                    <a:pt x="6397" y="11038"/>
                  </a:lnTo>
                  <a:lnTo>
                    <a:pt x="6445" y="11248"/>
                  </a:lnTo>
                  <a:lnTo>
                    <a:pt x="6150" y="10827"/>
                  </a:lnTo>
                  <a:lnTo>
                    <a:pt x="5855" y="10457"/>
                  </a:lnTo>
                  <a:lnTo>
                    <a:pt x="5708" y="10352"/>
                  </a:lnTo>
                  <a:lnTo>
                    <a:pt x="5560" y="10298"/>
                  </a:lnTo>
                  <a:lnTo>
                    <a:pt x="5363" y="10246"/>
                  </a:lnTo>
                  <a:lnTo>
                    <a:pt x="5215" y="10298"/>
                  </a:lnTo>
                  <a:lnTo>
                    <a:pt x="4870" y="10405"/>
                  </a:lnTo>
                  <a:lnTo>
                    <a:pt x="4575" y="10615"/>
                  </a:lnTo>
                  <a:lnTo>
                    <a:pt x="4280" y="10932"/>
                  </a:lnTo>
                  <a:lnTo>
                    <a:pt x="3985" y="11248"/>
                  </a:lnTo>
                  <a:lnTo>
                    <a:pt x="3788" y="11618"/>
                  </a:lnTo>
                  <a:lnTo>
                    <a:pt x="3640" y="12042"/>
                  </a:lnTo>
                  <a:lnTo>
                    <a:pt x="3543" y="12464"/>
                  </a:lnTo>
                  <a:lnTo>
                    <a:pt x="3493" y="12887"/>
                  </a:lnTo>
                  <a:lnTo>
                    <a:pt x="3493" y="13309"/>
                  </a:lnTo>
                  <a:lnTo>
                    <a:pt x="3592" y="13731"/>
                  </a:lnTo>
                  <a:lnTo>
                    <a:pt x="3592" y="13837"/>
                  </a:lnTo>
                  <a:lnTo>
                    <a:pt x="3690" y="13890"/>
                  </a:lnTo>
                  <a:lnTo>
                    <a:pt x="3740" y="13942"/>
                  </a:lnTo>
                  <a:lnTo>
                    <a:pt x="4232" y="13942"/>
                  </a:lnTo>
                  <a:lnTo>
                    <a:pt x="4625" y="14049"/>
                  </a:lnTo>
                  <a:lnTo>
                    <a:pt x="4970" y="14207"/>
                  </a:lnTo>
                  <a:lnTo>
                    <a:pt x="5314" y="14417"/>
                  </a:lnTo>
                  <a:lnTo>
                    <a:pt x="5610" y="14682"/>
                  </a:lnTo>
                  <a:lnTo>
                    <a:pt x="5905" y="14999"/>
                  </a:lnTo>
                  <a:lnTo>
                    <a:pt x="6397" y="15632"/>
                  </a:lnTo>
                  <a:lnTo>
                    <a:pt x="5905" y="16054"/>
                  </a:lnTo>
                  <a:lnTo>
                    <a:pt x="5510" y="16478"/>
                  </a:lnTo>
                  <a:lnTo>
                    <a:pt x="5117" y="16953"/>
                  </a:lnTo>
                  <a:lnTo>
                    <a:pt x="4822" y="17481"/>
                  </a:lnTo>
                  <a:lnTo>
                    <a:pt x="4575" y="18061"/>
                  </a:lnTo>
                  <a:lnTo>
                    <a:pt x="4380" y="18696"/>
                  </a:lnTo>
                  <a:lnTo>
                    <a:pt x="4280" y="19330"/>
                  </a:lnTo>
                  <a:lnTo>
                    <a:pt x="4232" y="19963"/>
                  </a:lnTo>
                  <a:lnTo>
                    <a:pt x="4133" y="19910"/>
                  </a:lnTo>
                  <a:lnTo>
                    <a:pt x="3985" y="19751"/>
                  </a:lnTo>
                  <a:lnTo>
                    <a:pt x="3887" y="19540"/>
                  </a:lnTo>
                  <a:lnTo>
                    <a:pt x="3297" y="18114"/>
                  </a:lnTo>
                  <a:lnTo>
                    <a:pt x="2805" y="16848"/>
                  </a:lnTo>
                  <a:lnTo>
                    <a:pt x="2608" y="16214"/>
                  </a:lnTo>
                  <a:lnTo>
                    <a:pt x="2510" y="15579"/>
                  </a:lnTo>
                  <a:lnTo>
                    <a:pt x="2510" y="15316"/>
                  </a:lnTo>
                  <a:lnTo>
                    <a:pt x="2608" y="15104"/>
                  </a:lnTo>
                  <a:lnTo>
                    <a:pt x="2755" y="14946"/>
                  </a:lnTo>
                  <a:lnTo>
                    <a:pt x="2952" y="14787"/>
                  </a:lnTo>
                  <a:lnTo>
                    <a:pt x="3100" y="14629"/>
                  </a:lnTo>
                  <a:lnTo>
                    <a:pt x="3198" y="14471"/>
                  </a:lnTo>
                  <a:lnTo>
                    <a:pt x="3198" y="13995"/>
                  </a:lnTo>
                  <a:lnTo>
                    <a:pt x="3100" y="12569"/>
                  </a:lnTo>
                  <a:lnTo>
                    <a:pt x="2903" y="11143"/>
                  </a:lnTo>
                  <a:lnTo>
                    <a:pt x="2903" y="11038"/>
                  </a:lnTo>
                  <a:lnTo>
                    <a:pt x="2805" y="10932"/>
                  </a:lnTo>
                  <a:lnTo>
                    <a:pt x="2608" y="10932"/>
                  </a:lnTo>
                  <a:lnTo>
                    <a:pt x="1820" y="11618"/>
                  </a:lnTo>
                  <a:lnTo>
                    <a:pt x="1771" y="11038"/>
                  </a:lnTo>
                  <a:lnTo>
                    <a:pt x="1820" y="10457"/>
                  </a:lnTo>
                  <a:lnTo>
                    <a:pt x="1870" y="9876"/>
                  </a:lnTo>
                  <a:lnTo>
                    <a:pt x="2017" y="9295"/>
                  </a:lnTo>
                  <a:lnTo>
                    <a:pt x="2017" y="9190"/>
                  </a:lnTo>
                  <a:lnTo>
                    <a:pt x="1968" y="9085"/>
                  </a:lnTo>
                  <a:lnTo>
                    <a:pt x="2313" y="8345"/>
                  </a:lnTo>
                  <a:lnTo>
                    <a:pt x="2657" y="7658"/>
                  </a:lnTo>
                  <a:lnTo>
                    <a:pt x="3002" y="7711"/>
                  </a:lnTo>
                  <a:lnTo>
                    <a:pt x="3345" y="7763"/>
                  </a:lnTo>
                  <a:lnTo>
                    <a:pt x="3445" y="7711"/>
                  </a:lnTo>
                  <a:lnTo>
                    <a:pt x="3493" y="7658"/>
                  </a:lnTo>
                  <a:lnTo>
                    <a:pt x="3493" y="7605"/>
                  </a:lnTo>
                  <a:lnTo>
                    <a:pt x="3445" y="7499"/>
                  </a:lnTo>
                  <a:close/>
                  <a:moveTo>
                    <a:pt x="11809" y="20068"/>
                  </a:moveTo>
                  <a:lnTo>
                    <a:pt x="12202" y="20121"/>
                  </a:lnTo>
                  <a:lnTo>
                    <a:pt x="12595" y="20227"/>
                  </a:lnTo>
                  <a:lnTo>
                    <a:pt x="12350" y="20280"/>
                  </a:lnTo>
                  <a:lnTo>
                    <a:pt x="12300" y="20227"/>
                  </a:lnTo>
                  <a:lnTo>
                    <a:pt x="12153" y="20227"/>
                  </a:lnTo>
                  <a:lnTo>
                    <a:pt x="12055" y="20121"/>
                  </a:lnTo>
                  <a:lnTo>
                    <a:pt x="11809" y="20068"/>
                  </a:lnTo>
                  <a:close/>
                  <a:moveTo>
                    <a:pt x="7799" y="20412"/>
                  </a:moveTo>
                  <a:lnTo>
                    <a:pt x="7775" y="20438"/>
                  </a:lnTo>
                  <a:lnTo>
                    <a:pt x="7725" y="20438"/>
                  </a:lnTo>
                  <a:lnTo>
                    <a:pt x="7799" y="20412"/>
                  </a:lnTo>
                  <a:close/>
                  <a:moveTo>
                    <a:pt x="9595" y="4226"/>
                  </a:moveTo>
                  <a:lnTo>
                    <a:pt x="10185" y="4331"/>
                  </a:lnTo>
                  <a:lnTo>
                    <a:pt x="10775" y="4437"/>
                  </a:lnTo>
                  <a:lnTo>
                    <a:pt x="11317" y="4542"/>
                  </a:lnTo>
                  <a:lnTo>
                    <a:pt x="11267" y="4596"/>
                  </a:lnTo>
                  <a:lnTo>
                    <a:pt x="11267" y="4701"/>
                  </a:lnTo>
                  <a:lnTo>
                    <a:pt x="11317" y="4701"/>
                  </a:lnTo>
                  <a:lnTo>
                    <a:pt x="11563" y="4647"/>
                  </a:lnTo>
                  <a:lnTo>
                    <a:pt x="11760" y="4701"/>
                  </a:lnTo>
                  <a:lnTo>
                    <a:pt x="11809" y="4701"/>
                  </a:lnTo>
                  <a:lnTo>
                    <a:pt x="11760" y="4806"/>
                  </a:lnTo>
                  <a:lnTo>
                    <a:pt x="11760" y="4964"/>
                  </a:lnTo>
                  <a:lnTo>
                    <a:pt x="11809" y="5017"/>
                  </a:lnTo>
                  <a:lnTo>
                    <a:pt x="11858" y="5017"/>
                  </a:lnTo>
                  <a:lnTo>
                    <a:pt x="11957" y="5071"/>
                  </a:lnTo>
                  <a:lnTo>
                    <a:pt x="12055" y="5122"/>
                  </a:lnTo>
                  <a:lnTo>
                    <a:pt x="12202" y="5281"/>
                  </a:lnTo>
                  <a:lnTo>
                    <a:pt x="12350" y="5493"/>
                  </a:lnTo>
                  <a:lnTo>
                    <a:pt x="12400" y="5546"/>
                  </a:lnTo>
                  <a:lnTo>
                    <a:pt x="12448" y="5599"/>
                  </a:lnTo>
                  <a:lnTo>
                    <a:pt x="12497" y="5546"/>
                  </a:lnTo>
                  <a:lnTo>
                    <a:pt x="12595" y="5387"/>
                  </a:lnTo>
                  <a:lnTo>
                    <a:pt x="12695" y="5229"/>
                  </a:lnTo>
                  <a:lnTo>
                    <a:pt x="12793" y="5122"/>
                  </a:lnTo>
                  <a:lnTo>
                    <a:pt x="13088" y="5229"/>
                  </a:lnTo>
                  <a:lnTo>
                    <a:pt x="12892" y="5493"/>
                  </a:lnTo>
                  <a:lnTo>
                    <a:pt x="12743" y="5757"/>
                  </a:lnTo>
                  <a:lnTo>
                    <a:pt x="12695" y="5863"/>
                  </a:lnTo>
                  <a:lnTo>
                    <a:pt x="12695" y="6021"/>
                  </a:lnTo>
                  <a:lnTo>
                    <a:pt x="12842" y="6021"/>
                  </a:lnTo>
                  <a:lnTo>
                    <a:pt x="12940" y="5968"/>
                  </a:lnTo>
                  <a:lnTo>
                    <a:pt x="13137" y="5809"/>
                  </a:lnTo>
                  <a:lnTo>
                    <a:pt x="13482" y="5493"/>
                  </a:lnTo>
                  <a:lnTo>
                    <a:pt x="13825" y="5704"/>
                  </a:lnTo>
                  <a:lnTo>
                    <a:pt x="13728" y="5809"/>
                  </a:lnTo>
                  <a:lnTo>
                    <a:pt x="13383" y="6284"/>
                  </a:lnTo>
                  <a:lnTo>
                    <a:pt x="13235" y="6496"/>
                  </a:lnTo>
                  <a:lnTo>
                    <a:pt x="13137" y="6761"/>
                  </a:lnTo>
                  <a:lnTo>
                    <a:pt x="13137" y="6813"/>
                  </a:lnTo>
                  <a:lnTo>
                    <a:pt x="13187" y="6813"/>
                  </a:lnTo>
                  <a:lnTo>
                    <a:pt x="13432" y="6708"/>
                  </a:lnTo>
                  <a:lnTo>
                    <a:pt x="13678" y="6549"/>
                  </a:lnTo>
                  <a:lnTo>
                    <a:pt x="14072" y="6233"/>
                  </a:lnTo>
                  <a:lnTo>
                    <a:pt x="14269" y="6021"/>
                  </a:lnTo>
                  <a:lnTo>
                    <a:pt x="14515" y="6179"/>
                  </a:lnTo>
                  <a:lnTo>
                    <a:pt x="14170" y="6549"/>
                  </a:lnTo>
                  <a:lnTo>
                    <a:pt x="13777" y="7024"/>
                  </a:lnTo>
                  <a:lnTo>
                    <a:pt x="13482" y="7499"/>
                  </a:lnTo>
                  <a:lnTo>
                    <a:pt x="13335" y="7553"/>
                  </a:lnTo>
                  <a:lnTo>
                    <a:pt x="12940" y="7763"/>
                  </a:lnTo>
                  <a:lnTo>
                    <a:pt x="12595" y="7975"/>
                  </a:lnTo>
                  <a:lnTo>
                    <a:pt x="12448" y="7975"/>
                  </a:lnTo>
                  <a:lnTo>
                    <a:pt x="12252" y="8028"/>
                  </a:lnTo>
                  <a:lnTo>
                    <a:pt x="11809" y="8291"/>
                  </a:lnTo>
                  <a:lnTo>
                    <a:pt x="11465" y="8608"/>
                  </a:lnTo>
                  <a:lnTo>
                    <a:pt x="11218" y="8766"/>
                  </a:lnTo>
                  <a:lnTo>
                    <a:pt x="10825" y="9136"/>
                  </a:lnTo>
                  <a:lnTo>
                    <a:pt x="10628" y="9453"/>
                  </a:lnTo>
                  <a:lnTo>
                    <a:pt x="10382" y="9718"/>
                  </a:lnTo>
                  <a:lnTo>
                    <a:pt x="10235" y="10035"/>
                  </a:lnTo>
                  <a:lnTo>
                    <a:pt x="10185" y="10298"/>
                  </a:lnTo>
                  <a:lnTo>
                    <a:pt x="10235" y="10405"/>
                  </a:lnTo>
                  <a:lnTo>
                    <a:pt x="10283" y="10510"/>
                  </a:lnTo>
                  <a:lnTo>
                    <a:pt x="10382" y="10615"/>
                  </a:lnTo>
                  <a:lnTo>
                    <a:pt x="10530" y="10668"/>
                  </a:lnTo>
                  <a:lnTo>
                    <a:pt x="10727" y="10668"/>
                  </a:lnTo>
                  <a:lnTo>
                    <a:pt x="10923" y="10563"/>
                  </a:lnTo>
                  <a:lnTo>
                    <a:pt x="11267" y="10352"/>
                  </a:lnTo>
                  <a:lnTo>
                    <a:pt x="11465" y="10298"/>
                  </a:lnTo>
                  <a:lnTo>
                    <a:pt x="11710" y="10405"/>
                  </a:lnTo>
                  <a:lnTo>
                    <a:pt x="11809" y="10457"/>
                  </a:lnTo>
                  <a:lnTo>
                    <a:pt x="11907" y="10563"/>
                  </a:lnTo>
                  <a:lnTo>
                    <a:pt x="11957" y="10668"/>
                  </a:lnTo>
                  <a:lnTo>
                    <a:pt x="11957" y="10773"/>
                  </a:lnTo>
                  <a:lnTo>
                    <a:pt x="11858" y="10932"/>
                  </a:lnTo>
                  <a:lnTo>
                    <a:pt x="11710" y="11143"/>
                  </a:lnTo>
                  <a:lnTo>
                    <a:pt x="11513" y="11302"/>
                  </a:lnTo>
                  <a:lnTo>
                    <a:pt x="11267" y="11460"/>
                  </a:lnTo>
                  <a:lnTo>
                    <a:pt x="10923" y="11618"/>
                  </a:lnTo>
                  <a:lnTo>
                    <a:pt x="10677" y="11725"/>
                  </a:lnTo>
                  <a:lnTo>
                    <a:pt x="10382" y="11883"/>
                  </a:lnTo>
                  <a:lnTo>
                    <a:pt x="10135" y="12094"/>
                  </a:lnTo>
                  <a:lnTo>
                    <a:pt x="10087" y="12200"/>
                  </a:lnTo>
                  <a:lnTo>
                    <a:pt x="10037" y="12358"/>
                  </a:lnTo>
                  <a:lnTo>
                    <a:pt x="9988" y="12622"/>
                  </a:lnTo>
                  <a:lnTo>
                    <a:pt x="10087" y="12834"/>
                  </a:lnTo>
                  <a:lnTo>
                    <a:pt x="10235" y="13045"/>
                  </a:lnTo>
                  <a:lnTo>
                    <a:pt x="10430" y="13150"/>
                  </a:lnTo>
                  <a:lnTo>
                    <a:pt x="10578" y="13204"/>
                  </a:lnTo>
                  <a:lnTo>
                    <a:pt x="10775" y="13255"/>
                  </a:lnTo>
                  <a:lnTo>
                    <a:pt x="11070" y="13150"/>
                  </a:lnTo>
                  <a:lnTo>
                    <a:pt x="11660" y="12887"/>
                  </a:lnTo>
                  <a:lnTo>
                    <a:pt x="12350" y="12887"/>
                  </a:lnTo>
                  <a:lnTo>
                    <a:pt x="12595" y="12780"/>
                  </a:lnTo>
                  <a:lnTo>
                    <a:pt x="12842" y="12622"/>
                  </a:lnTo>
                  <a:lnTo>
                    <a:pt x="12990" y="12464"/>
                  </a:lnTo>
                  <a:lnTo>
                    <a:pt x="13137" y="12305"/>
                  </a:lnTo>
                  <a:lnTo>
                    <a:pt x="13285" y="12305"/>
                  </a:lnTo>
                  <a:lnTo>
                    <a:pt x="13482" y="12358"/>
                  </a:lnTo>
                  <a:lnTo>
                    <a:pt x="13530" y="12410"/>
                  </a:lnTo>
                  <a:lnTo>
                    <a:pt x="13580" y="12410"/>
                  </a:lnTo>
                  <a:lnTo>
                    <a:pt x="13678" y="12464"/>
                  </a:lnTo>
                  <a:lnTo>
                    <a:pt x="13925" y="12675"/>
                  </a:lnTo>
                  <a:lnTo>
                    <a:pt x="14170" y="12939"/>
                  </a:lnTo>
                  <a:lnTo>
                    <a:pt x="14908" y="13890"/>
                  </a:lnTo>
                  <a:lnTo>
                    <a:pt x="13925" y="13520"/>
                  </a:lnTo>
                  <a:lnTo>
                    <a:pt x="13432" y="13362"/>
                  </a:lnTo>
                  <a:lnTo>
                    <a:pt x="12940" y="13204"/>
                  </a:lnTo>
                  <a:lnTo>
                    <a:pt x="12892" y="13255"/>
                  </a:lnTo>
                  <a:lnTo>
                    <a:pt x="12448" y="13204"/>
                  </a:lnTo>
                  <a:lnTo>
                    <a:pt x="12005" y="13255"/>
                  </a:lnTo>
                  <a:lnTo>
                    <a:pt x="11563" y="13362"/>
                  </a:lnTo>
                  <a:lnTo>
                    <a:pt x="11170" y="13520"/>
                  </a:lnTo>
                  <a:lnTo>
                    <a:pt x="11120" y="13572"/>
                  </a:lnTo>
                  <a:lnTo>
                    <a:pt x="10923" y="13572"/>
                  </a:lnTo>
                  <a:lnTo>
                    <a:pt x="10235" y="13731"/>
                  </a:lnTo>
                  <a:lnTo>
                    <a:pt x="9545" y="13890"/>
                  </a:lnTo>
                  <a:lnTo>
                    <a:pt x="9300" y="13942"/>
                  </a:lnTo>
                  <a:lnTo>
                    <a:pt x="9103" y="14101"/>
                  </a:lnTo>
                  <a:lnTo>
                    <a:pt x="8955" y="14259"/>
                  </a:lnTo>
                  <a:lnTo>
                    <a:pt x="8807" y="14524"/>
                  </a:lnTo>
                  <a:lnTo>
                    <a:pt x="8709" y="14787"/>
                  </a:lnTo>
                  <a:lnTo>
                    <a:pt x="8709" y="15262"/>
                  </a:lnTo>
                  <a:lnTo>
                    <a:pt x="8758" y="15527"/>
                  </a:lnTo>
                  <a:lnTo>
                    <a:pt x="8857" y="15791"/>
                  </a:lnTo>
                  <a:lnTo>
                    <a:pt x="9005" y="16002"/>
                  </a:lnTo>
                  <a:lnTo>
                    <a:pt x="9152" y="16161"/>
                  </a:lnTo>
                  <a:lnTo>
                    <a:pt x="9348" y="16319"/>
                  </a:lnTo>
                  <a:lnTo>
                    <a:pt x="9545" y="16424"/>
                  </a:lnTo>
                  <a:lnTo>
                    <a:pt x="9792" y="16478"/>
                  </a:lnTo>
                  <a:lnTo>
                    <a:pt x="10037" y="16531"/>
                  </a:lnTo>
                  <a:lnTo>
                    <a:pt x="10430" y="16531"/>
                  </a:lnTo>
                  <a:lnTo>
                    <a:pt x="10530" y="16636"/>
                  </a:lnTo>
                  <a:lnTo>
                    <a:pt x="10628" y="16794"/>
                  </a:lnTo>
                  <a:lnTo>
                    <a:pt x="10677" y="17006"/>
                  </a:lnTo>
                  <a:lnTo>
                    <a:pt x="10775" y="17428"/>
                  </a:lnTo>
                  <a:lnTo>
                    <a:pt x="10825" y="17798"/>
                  </a:lnTo>
                  <a:lnTo>
                    <a:pt x="10874" y="18009"/>
                  </a:lnTo>
                  <a:lnTo>
                    <a:pt x="10530" y="17903"/>
                  </a:lnTo>
                  <a:lnTo>
                    <a:pt x="10235" y="17851"/>
                  </a:lnTo>
                  <a:lnTo>
                    <a:pt x="10135" y="17798"/>
                  </a:lnTo>
                  <a:lnTo>
                    <a:pt x="10087" y="17586"/>
                  </a:lnTo>
                  <a:lnTo>
                    <a:pt x="10087" y="17534"/>
                  </a:lnTo>
                  <a:lnTo>
                    <a:pt x="9988" y="17534"/>
                  </a:lnTo>
                  <a:lnTo>
                    <a:pt x="9988" y="17586"/>
                  </a:lnTo>
                  <a:lnTo>
                    <a:pt x="9940" y="17956"/>
                  </a:lnTo>
                  <a:lnTo>
                    <a:pt x="9940" y="18009"/>
                  </a:lnTo>
                  <a:lnTo>
                    <a:pt x="9988" y="18061"/>
                  </a:lnTo>
                  <a:lnTo>
                    <a:pt x="10530" y="18326"/>
                  </a:lnTo>
                  <a:lnTo>
                    <a:pt x="11070" y="18643"/>
                  </a:lnTo>
                  <a:lnTo>
                    <a:pt x="11317" y="19171"/>
                  </a:lnTo>
                  <a:lnTo>
                    <a:pt x="11365" y="19276"/>
                  </a:lnTo>
                  <a:lnTo>
                    <a:pt x="11465" y="19330"/>
                  </a:lnTo>
                  <a:lnTo>
                    <a:pt x="11563" y="19330"/>
                  </a:lnTo>
                  <a:lnTo>
                    <a:pt x="11660" y="19276"/>
                  </a:lnTo>
                  <a:lnTo>
                    <a:pt x="11858" y="19118"/>
                  </a:lnTo>
                  <a:lnTo>
                    <a:pt x="12645" y="19593"/>
                  </a:lnTo>
                  <a:lnTo>
                    <a:pt x="12448" y="19593"/>
                  </a:lnTo>
                  <a:lnTo>
                    <a:pt x="11465" y="19488"/>
                  </a:lnTo>
                  <a:lnTo>
                    <a:pt x="10530" y="19488"/>
                  </a:lnTo>
                  <a:lnTo>
                    <a:pt x="9890" y="19013"/>
                  </a:lnTo>
                  <a:lnTo>
                    <a:pt x="9200" y="18590"/>
                  </a:lnTo>
                  <a:lnTo>
                    <a:pt x="9152" y="18538"/>
                  </a:lnTo>
                  <a:lnTo>
                    <a:pt x="9053" y="18590"/>
                  </a:lnTo>
                  <a:lnTo>
                    <a:pt x="9053" y="18748"/>
                  </a:lnTo>
                  <a:lnTo>
                    <a:pt x="9348" y="19171"/>
                  </a:lnTo>
                  <a:lnTo>
                    <a:pt x="9693" y="19540"/>
                  </a:lnTo>
                  <a:lnTo>
                    <a:pt x="9250" y="19593"/>
                  </a:lnTo>
                  <a:lnTo>
                    <a:pt x="8807" y="19646"/>
                  </a:lnTo>
                  <a:lnTo>
                    <a:pt x="8463" y="19330"/>
                  </a:lnTo>
                  <a:lnTo>
                    <a:pt x="8168" y="18960"/>
                  </a:lnTo>
                  <a:lnTo>
                    <a:pt x="8070" y="18960"/>
                  </a:lnTo>
                  <a:lnTo>
                    <a:pt x="7970" y="19065"/>
                  </a:lnTo>
                  <a:lnTo>
                    <a:pt x="7922" y="19276"/>
                  </a:lnTo>
                  <a:lnTo>
                    <a:pt x="7970" y="19435"/>
                  </a:lnTo>
                  <a:lnTo>
                    <a:pt x="8020" y="19646"/>
                  </a:lnTo>
                  <a:lnTo>
                    <a:pt x="8168" y="19805"/>
                  </a:lnTo>
                  <a:lnTo>
                    <a:pt x="7725" y="19910"/>
                  </a:lnTo>
                  <a:lnTo>
                    <a:pt x="7282" y="20068"/>
                  </a:lnTo>
                  <a:lnTo>
                    <a:pt x="7233" y="20016"/>
                  </a:lnTo>
                  <a:lnTo>
                    <a:pt x="6938" y="19698"/>
                  </a:lnTo>
                  <a:lnTo>
                    <a:pt x="6740" y="19593"/>
                  </a:lnTo>
                  <a:lnTo>
                    <a:pt x="6593" y="19540"/>
                  </a:lnTo>
                  <a:lnTo>
                    <a:pt x="6545" y="19540"/>
                  </a:lnTo>
                  <a:lnTo>
                    <a:pt x="6545" y="19698"/>
                  </a:lnTo>
                  <a:lnTo>
                    <a:pt x="6593" y="19858"/>
                  </a:lnTo>
                  <a:lnTo>
                    <a:pt x="6692" y="20068"/>
                  </a:lnTo>
                  <a:lnTo>
                    <a:pt x="6840" y="20280"/>
                  </a:lnTo>
                  <a:lnTo>
                    <a:pt x="6888" y="20280"/>
                  </a:lnTo>
                  <a:lnTo>
                    <a:pt x="6495" y="20597"/>
                  </a:lnTo>
                  <a:lnTo>
                    <a:pt x="6200" y="20543"/>
                  </a:lnTo>
                  <a:lnTo>
                    <a:pt x="5510" y="20438"/>
                  </a:lnTo>
                  <a:lnTo>
                    <a:pt x="5167" y="20385"/>
                  </a:lnTo>
                  <a:lnTo>
                    <a:pt x="4822" y="20280"/>
                  </a:lnTo>
                  <a:lnTo>
                    <a:pt x="4920" y="20175"/>
                  </a:lnTo>
                  <a:lnTo>
                    <a:pt x="4970" y="20016"/>
                  </a:lnTo>
                  <a:lnTo>
                    <a:pt x="4970" y="19910"/>
                  </a:lnTo>
                  <a:lnTo>
                    <a:pt x="4920" y="19751"/>
                  </a:lnTo>
                  <a:lnTo>
                    <a:pt x="4870" y="19646"/>
                  </a:lnTo>
                  <a:lnTo>
                    <a:pt x="4773" y="19593"/>
                  </a:lnTo>
                  <a:lnTo>
                    <a:pt x="4870" y="19065"/>
                  </a:lnTo>
                  <a:lnTo>
                    <a:pt x="5018" y="18538"/>
                  </a:lnTo>
                  <a:lnTo>
                    <a:pt x="5215" y="18009"/>
                  </a:lnTo>
                  <a:lnTo>
                    <a:pt x="5462" y="17534"/>
                  </a:lnTo>
                  <a:lnTo>
                    <a:pt x="5757" y="17058"/>
                  </a:lnTo>
                  <a:lnTo>
                    <a:pt x="6101" y="16636"/>
                  </a:lnTo>
                  <a:lnTo>
                    <a:pt x="6495" y="16266"/>
                  </a:lnTo>
                  <a:lnTo>
                    <a:pt x="6938" y="16002"/>
                  </a:lnTo>
                  <a:lnTo>
                    <a:pt x="7035" y="15896"/>
                  </a:lnTo>
                  <a:lnTo>
                    <a:pt x="7085" y="15737"/>
                  </a:lnTo>
                  <a:lnTo>
                    <a:pt x="7085" y="15632"/>
                  </a:lnTo>
                  <a:lnTo>
                    <a:pt x="6987" y="15527"/>
                  </a:lnTo>
                  <a:lnTo>
                    <a:pt x="6397" y="14734"/>
                  </a:lnTo>
                  <a:lnTo>
                    <a:pt x="6101" y="14365"/>
                  </a:lnTo>
                  <a:lnTo>
                    <a:pt x="5757" y="14049"/>
                  </a:lnTo>
                  <a:lnTo>
                    <a:pt x="5363" y="13784"/>
                  </a:lnTo>
                  <a:lnTo>
                    <a:pt x="4970" y="13572"/>
                  </a:lnTo>
                  <a:lnTo>
                    <a:pt x="4527" y="13414"/>
                  </a:lnTo>
                  <a:lnTo>
                    <a:pt x="4084" y="13362"/>
                  </a:lnTo>
                  <a:lnTo>
                    <a:pt x="4084" y="12780"/>
                  </a:lnTo>
                  <a:lnTo>
                    <a:pt x="4182" y="12252"/>
                  </a:lnTo>
                  <a:lnTo>
                    <a:pt x="4380" y="11777"/>
                  </a:lnTo>
                  <a:lnTo>
                    <a:pt x="4675" y="11355"/>
                  </a:lnTo>
                  <a:lnTo>
                    <a:pt x="4870" y="11143"/>
                  </a:lnTo>
                  <a:lnTo>
                    <a:pt x="5117" y="10932"/>
                  </a:lnTo>
                  <a:lnTo>
                    <a:pt x="5215" y="10880"/>
                  </a:lnTo>
                  <a:lnTo>
                    <a:pt x="5314" y="10880"/>
                  </a:lnTo>
                  <a:lnTo>
                    <a:pt x="5412" y="10932"/>
                  </a:lnTo>
                  <a:lnTo>
                    <a:pt x="5510" y="10985"/>
                  </a:lnTo>
                  <a:lnTo>
                    <a:pt x="5658" y="11143"/>
                  </a:lnTo>
                  <a:lnTo>
                    <a:pt x="5805" y="11355"/>
                  </a:lnTo>
                  <a:lnTo>
                    <a:pt x="6593" y="12464"/>
                  </a:lnTo>
                  <a:lnTo>
                    <a:pt x="6740" y="12569"/>
                  </a:lnTo>
                  <a:lnTo>
                    <a:pt x="6888" y="12622"/>
                  </a:lnTo>
                  <a:lnTo>
                    <a:pt x="6987" y="12569"/>
                  </a:lnTo>
                  <a:lnTo>
                    <a:pt x="7035" y="12517"/>
                  </a:lnTo>
                  <a:lnTo>
                    <a:pt x="7085" y="12410"/>
                  </a:lnTo>
                  <a:lnTo>
                    <a:pt x="7085" y="12305"/>
                  </a:lnTo>
                  <a:lnTo>
                    <a:pt x="6888" y="10087"/>
                  </a:lnTo>
                  <a:lnTo>
                    <a:pt x="6840" y="9823"/>
                  </a:lnTo>
                  <a:lnTo>
                    <a:pt x="6692" y="9560"/>
                  </a:lnTo>
                  <a:lnTo>
                    <a:pt x="6545" y="9348"/>
                  </a:lnTo>
                  <a:lnTo>
                    <a:pt x="6249" y="9295"/>
                  </a:lnTo>
                  <a:lnTo>
                    <a:pt x="6347" y="9243"/>
                  </a:lnTo>
                  <a:lnTo>
                    <a:pt x="6495" y="9136"/>
                  </a:lnTo>
                  <a:lnTo>
                    <a:pt x="6740" y="8925"/>
                  </a:lnTo>
                  <a:lnTo>
                    <a:pt x="7282" y="8661"/>
                  </a:lnTo>
                  <a:lnTo>
                    <a:pt x="7528" y="8556"/>
                  </a:lnTo>
                  <a:lnTo>
                    <a:pt x="7725" y="8345"/>
                  </a:lnTo>
                  <a:lnTo>
                    <a:pt x="7872" y="8133"/>
                  </a:lnTo>
                  <a:lnTo>
                    <a:pt x="8020" y="7869"/>
                  </a:lnTo>
                  <a:lnTo>
                    <a:pt x="8020" y="7763"/>
                  </a:lnTo>
                  <a:lnTo>
                    <a:pt x="7970" y="7658"/>
                  </a:lnTo>
                  <a:lnTo>
                    <a:pt x="7922" y="7553"/>
                  </a:lnTo>
                  <a:lnTo>
                    <a:pt x="7823" y="7499"/>
                  </a:lnTo>
                  <a:lnTo>
                    <a:pt x="6692" y="7341"/>
                  </a:lnTo>
                  <a:lnTo>
                    <a:pt x="5510" y="7183"/>
                  </a:lnTo>
                  <a:lnTo>
                    <a:pt x="5018" y="7183"/>
                  </a:lnTo>
                  <a:lnTo>
                    <a:pt x="4428" y="7129"/>
                  </a:lnTo>
                  <a:lnTo>
                    <a:pt x="3887" y="7183"/>
                  </a:lnTo>
                  <a:lnTo>
                    <a:pt x="3640" y="7236"/>
                  </a:lnTo>
                  <a:lnTo>
                    <a:pt x="3395" y="7341"/>
                  </a:lnTo>
                  <a:lnTo>
                    <a:pt x="3345" y="7394"/>
                  </a:lnTo>
                  <a:lnTo>
                    <a:pt x="3395" y="7499"/>
                  </a:lnTo>
                  <a:lnTo>
                    <a:pt x="2903" y="7288"/>
                  </a:lnTo>
                  <a:lnTo>
                    <a:pt x="3297" y="6813"/>
                  </a:lnTo>
                  <a:lnTo>
                    <a:pt x="3690" y="6338"/>
                  </a:lnTo>
                  <a:lnTo>
                    <a:pt x="4133" y="5968"/>
                  </a:lnTo>
                  <a:lnTo>
                    <a:pt x="4625" y="5599"/>
                  </a:lnTo>
                  <a:lnTo>
                    <a:pt x="5117" y="5281"/>
                  </a:lnTo>
                  <a:lnTo>
                    <a:pt x="5658" y="4964"/>
                  </a:lnTo>
                  <a:lnTo>
                    <a:pt x="6200" y="4754"/>
                  </a:lnTo>
                  <a:lnTo>
                    <a:pt x="6740" y="4542"/>
                  </a:lnTo>
                  <a:lnTo>
                    <a:pt x="7332" y="4384"/>
                  </a:lnTo>
                  <a:lnTo>
                    <a:pt x="7922" y="4279"/>
                  </a:lnTo>
                  <a:lnTo>
                    <a:pt x="8463" y="4226"/>
                  </a:lnTo>
                  <a:close/>
                  <a:moveTo>
                    <a:pt x="7233" y="20650"/>
                  </a:moveTo>
                  <a:lnTo>
                    <a:pt x="7282" y="20702"/>
                  </a:lnTo>
                  <a:lnTo>
                    <a:pt x="7183" y="20702"/>
                  </a:lnTo>
                  <a:lnTo>
                    <a:pt x="7233" y="20650"/>
                  </a:lnTo>
                  <a:close/>
                  <a:moveTo>
                    <a:pt x="10333" y="20016"/>
                  </a:moveTo>
                  <a:lnTo>
                    <a:pt x="10677" y="20227"/>
                  </a:lnTo>
                  <a:lnTo>
                    <a:pt x="11120" y="20438"/>
                  </a:lnTo>
                  <a:lnTo>
                    <a:pt x="11513" y="20597"/>
                  </a:lnTo>
                  <a:lnTo>
                    <a:pt x="10972" y="20702"/>
                  </a:lnTo>
                  <a:lnTo>
                    <a:pt x="10382" y="20755"/>
                  </a:lnTo>
                  <a:lnTo>
                    <a:pt x="10333" y="20597"/>
                  </a:lnTo>
                  <a:lnTo>
                    <a:pt x="10235" y="20491"/>
                  </a:lnTo>
                  <a:lnTo>
                    <a:pt x="9742" y="20333"/>
                  </a:lnTo>
                  <a:lnTo>
                    <a:pt x="9348" y="20068"/>
                  </a:lnTo>
                  <a:lnTo>
                    <a:pt x="10087" y="20016"/>
                  </a:lnTo>
                  <a:close/>
                  <a:moveTo>
                    <a:pt x="8610" y="20175"/>
                  </a:moveTo>
                  <a:lnTo>
                    <a:pt x="8807" y="20333"/>
                  </a:lnTo>
                  <a:lnTo>
                    <a:pt x="9103" y="20597"/>
                  </a:lnTo>
                  <a:lnTo>
                    <a:pt x="9398" y="20808"/>
                  </a:lnTo>
                  <a:lnTo>
                    <a:pt x="8118" y="20755"/>
                  </a:lnTo>
                  <a:lnTo>
                    <a:pt x="8118" y="20543"/>
                  </a:lnTo>
                  <a:lnTo>
                    <a:pt x="8020" y="20438"/>
                  </a:lnTo>
                  <a:lnTo>
                    <a:pt x="7922" y="20385"/>
                  </a:lnTo>
                  <a:lnTo>
                    <a:pt x="7872" y="20385"/>
                  </a:lnTo>
                  <a:lnTo>
                    <a:pt x="8020" y="20333"/>
                  </a:lnTo>
                  <a:lnTo>
                    <a:pt x="8610" y="20175"/>
                  </a:lnTo>
                  <a:close/>
                  <a:moveTo>
                    <a:pt x="9152" y="3434"/>
                  </a:moveTo>
                  <a:lnTo>
                    <a:pt x="9053" y="3486"/>
                  </a:lnTo>
                  <a:lnTo>
                    <a:pt x="8955" y="3592"/>
                  </a:lnTo>
                  <a:lnTo>
                    <a:pt x="8217" y="3644"/>
                  </a:lnTo>
                  <a:lnTo>
                    <a:pt x="7430" y="3750"/>
                  </a:lnTo>
                  <a:lnTo>
                    <a:pt x="6740" y="3909"/>
                  </a:lnTo>
                  <a:lnTo>
                    <a:pt x="6003" y="4119"/>
                  </a:lnTo>
                  <a:lnTo>
                    <a:pt x="5265" y="4437"/>
                  </a:lnTo>
                  <a:lnTo>
                    <a:pt x="4527" y="4859"/>
                  </a:lnTo>
                  <a:lnTo>
                    <a:pt x="3887" y="5334"/>
                  </a:lnTo>
                  <a:lnTo>
                    <a:pt x="3297" y="5916"/>
                  </a:lnTo>
                  <a:lnTo>
                    <a:pt x="2706" y="6496"/>
                  </a:lnTo>
                  <a:lnTo>
                    <a:pt x="2215" y="7183"/>
                  </a:lnTo>
                  <a:lnTo>
                    <a:pt x="1771" y="7869"/>
                  </a:lnTo>
                  <a:lnTo>
                    <a:pt x="1427" y="8661"/>
                  </a:lnTo>
                  <a:lnTo>
                    <a:pt x="985" y="9665"/>
                  </a:lnTo>
                  <a:lnTo>
                    <a:pt x="640" y="10722"/>
                  </a:lnTo>
                  <a:lnTo>
                    <a:pt x="295" y="11777"/>
                  </a:lnTo>
                  <a:lnTo>
                    <a:pt x="98" y="12834"/>
                  </a:lnTo>
                  <a:lnTo>
                    <a:pt x="50" y="13309"/>
                  </a:lnTo>
                  <a:lnTo>
                    <a:pt x="0" y="13837"/>
                  </a:lnTo>
                  <a:lnTo>
                    <a:pt x="50" y="14312"/>
                  </a:lnTo>
                  <a:lnTo>
                    <a:pt x="98" y="14787"/>
                  </a:lnTo>
                  <a:lnTo>
                    <a:pt x="197" y="15262"/>
                  </a:lnTo>
                  <a:lnTo>
                    <a:pt x="345" y="15737"/>
                  </a:lnTo>
                  <a:lnTo>
                    <a:pt x="492" y="16214"/>
                  </a:lnTo>
                  <a:lnTo>
                    <a:pt x="688" y="16636"/>
                  </a:lnTo>
                  <a:lnTo>
                    <a:pt x="1180" y="17481"/>
                  </a:lnTo>
                  <a:lnTo>
                    <a:pt x="1722" y="18273"/>
                  </a:lnTo>
                  <a:lnTo>
                    <a:pt x="2313" y="19013"/>
                  </a:lnTo>
                  <a:lnTo>
                    <a:pt x="2952" y="19751"/>
                  </a:lnTo>
                  <a:lnTo>
                    <a:pt x="3297" y="20121"/>
                  </a:lnTo>
                  <a:lnTo>
                    <a:pt x="3690" y="20491"/>
                  </a:lnTo>
                  <a:lnTo>
                    <a:pt x="3788" y="20650"/>
                  </a:lnTo>
                  <a:lnTo>
                    <a:pt x="3887" y="20755"/>
                  </a:lnTo>
                  <a:lnTo>
                    <a:pt x="4035" y="20808"/>
                  </a:lnTo>
                  <a:lnTo>
                    <a:pt x="4182" y="20808"/>
                  </a:lnTo>
                  <a:lnTo>
                    <a:pt x="4280" y="20913"/>
                  </a:lnTo>
                  <a:lnTo>
                    <a:pt x="4773" y="21072"/>
                  </a:lnTo>
                  <a:lnTo>
                    <a:pt x="5215" y="21230"/>
                  </a:lnTo>
                  <a:lnTo>
                    <a:pt x="6200" y="21337"/>
                  </a:lnTo>
                  <a:lnTo>
                    <a:pt x="8070" y="21547"/>
                  </a:lnTo>
                  <a:lnTo>
                    <a:pt x="9005" y="21600"/>
                  </a:lnTo>
                  <a:lnTo>
                    <a:pt x="9940" y="21600"/>
                  </a:lnTo>
                  <a:lnTo>
                    <a:pt x="10874" y="21495"/>
                  </a:lnTo>
                  <a:lnTo>
                    <a:pt x="11760" y="21283"/>
                  </a:lnTo>
                  <a:lnTo>
                    <a:pt x="12695" y="21020"/>
                  </a:lnTo>
                  <a:lnTo>
                    <a:pt x="13088" y="20808"/>
                  </a:lnTo>
                  <a:lnTo>
                    <a:pt x="13530" y="20597"/>
                  </a:lnTo>
                  <a:lnTo>
                    <a:pt x="13925" y="20385"/>
                  </a:lnTo>
                  <a:lnTo>
                    <a:pt x="14318" y="20121"/>
                  </a:lnTo>
                  <a:lnTo>
                    <a:pt x="14958" y="19488"/>
                  </a:lnTo>
                  <a:lnTo>
                    <a:pt x="15597" y="18801"/>
                  </a:lnTo>
                  <a:lnTo>
                    <a:pt x="16139" y="18009"/>
                  </a:lnTo>
                  <a:lnTo>
                    <a:pt x="16630" y="17216"/>
                  </a:lnTo>
                  <a:lnTo>
                    <a:pt x="17073" y="16372"/>
                  </a:lnTo>
                  <a:lnTo>
                    <a:pt x="17418" y="15474"/>
                  </a:lnTo>
                  <a:lnTo>
                    <a:pt x="17762" y="14629"/>
                  </a:lnTo>
                  <a:lnTo>
                    <a:pt x="18008" y="13625"/>
                  </a:lnTo>
                  <a:lnTo>
                    <a:pt x="18107" y="13097"/>
                  </a:lnTo>
                  <a:lnTo>
                    <a:pt x="18205" y="12569"/>
                  </a:lnTo>
                  <a:lnTo>
                    <a:pt x="18205" y="11038"/>
                  </a:lnTo>
                  <a:lnTo>
                    <a:pt x="18107" y="10510"/>
                  </a:lnTo>
                  <a:lnTo>
                    <a:pt x="18008" y="10035"/>
                  </a:lnTo>
                  <a:lnTo>
                    <a:pt x="17910" y="9560"/>
                  </a:lnTo>
                  <a:lnTo>
                    <a:pt x="17713" y="9136"/>
                  </a:lnTo>
                  <a:lnTo>
                    <a:pt x="17517" y="8715"/>
                  </a:lnTo>
                  <a:lnTo>
                    <a:pt x="17025" y="7869"/>
                  </a:lnTo>
                  <a:lnTo>
                    <a:pt x="16483" y="7078"/>
                  </a:lnTo>
                  <a:lnTo>
                    <a:pt x="15892" y="6443"/>
                  </a:lnTo>
                  <a:lnTo>
                    <a:pt x="15253" y="5809"/>
                  </a:lnTo>
                  <a:lnTo>
                    <a:pt x="14613" y="5281"/>
                  </a:lnTo>
                  <a:lnTo>
                    <a:pt x="13875" y="4806"/>
                  </a:lnTo>
                  <a:lnTo>
                    <a:pt x="13137" y="4384"/>
                  </a:lnTo>
                  <a:lnTo>
                    <a:pt x="12350" y="4014"/>
                  </a:lnTo>
                  <a:lnTo>
                    <a:pt x="11513" y="3750"/>
                  </a:lnTo>
                  <a:lnTo>
                    <a:pt x="10727" y="3539"/>
                  </a:lnTo>
                  <a:lnTo>
                    <a:pt x="9988" y="3434"/>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965" name="Google Shape;335;p6"/>
            <p:cNvSpPr/>
            <p:nvPr/>
          </p:nvSpPr>
          <p:spPr>
            <a:xfrm>
              <a:off x="1161970" y="4111632"/>
              <a:ext cx="577315" cy="39661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071" y="4030"/>
                  </a:moveTo>
                  <a:lnTo>
                    <a:pt x="12025" y="4095"/>
                  </a:lnTo>
                  <a:lnTo>
                    <a:pt x="11934" y="4162"/>
                  </a:lnTo>
                  <a:lnTo>
                    <a:pt x="11889" y="4426"/>
                  </a:lnTo>
                  <a:lnTo>
                    <a:pt x="11934" y="4624"/>
                  </a:lnTo>
                  <a:lnTo>
                    <a:pt x="12025" y="4691"/>
                  </a:lnTo>
                  <a:lnTo>
                    <a:pt x="12071" y="4756"/>
                  </a:lnTo>
                  <a:lnTo>
                    <a:pt x="12297" y="4756"/>
                  </a:lnTo>
                  <a:lnTo>
                    <a:pt x="12343" y="4691"/>
                  </a:lnTo>
                  <a:lnTo>
                    <a:pt x="12433" y="4558"/>
                  </a:lnTo>
                  <a:lnTo>
                    <a:pt x="12433" y="4228"/>
                  </a:lnTo>
                  <a:lnTo>
                    <a:pt x="12343" y="4095"/>
                  </a:lnTo>
                  <a:lnTo>
                    <a:pt x="12297" y="4030"/>
                  </a:lnTo>
                  <a:close/>
                  <a:moveTo>
                    <a:pt x="12116" y="5746"/>
                  </a:moveTo>
                  <a:lnTo>
                    <a:pt x="12025" y="5879"/>
                  </a:lnTo>
                  <a:lnTo>
                    <a:pt x="11979" y="5944"/>
                  </a:lnTo>
                  <a:lnTo>
                    <a:pt x="11979" y="6276"/>
                  </a:lnTo>
                  <a:lnTo>
                    <a:pt x="12071" y="6342"/>
                  </a:lnTo>
                  <a:lnTo>
                    <a:pt x="12116" y="6407"/>
                  </a:lnTo>
                  <a:lnTo>
                    <a:pt x="12297" y="6407"/>
                  </a:lnTo>
                  <a:lnTo>
                    <a:pt x="12343" y="6342"/>
                  </a:lnTo>
                  <a:lnTo>
                    <a:pt x="12388" y="6276"/>
                  </a:lnTo>
                  <a:lnTo>
                    <a:pt x="12433" y="6078"/>
                  </a:lnTo>
                  <a:lnTo>
                    <a:pt x="12388" y="5944"/>
                  </a:lnTo>
                  <a:lnTo>
                    <a:pt x="12343" y="5813"/>
                  </a:lnTo>
                  <a:lnTo>
                    <a:pt x="12297" y="5746"/>
                  </a:lnTo>
                  <a:close/>
                  <a:moveTo>
                    <a:pt x="14249" y="5483"/>
                  </a:moveTo>
                  <a:lnTo>
                    <a:pt x="14113" y="5548"/>
                  </a:lnTo>
                  <a:lnTo>
                    <a:pt x="14021" y="5615"/>
                  </a:lnTo>
                  <a:lnTo>
                    <a:pt x="13976" y="5746"/>
                  </a:lnTo>
                  <a:lnTo>
                    <a:pt x="13931" y="5879"/>
                  </a:lnTo>
                  <a:lnTo>
                    <a:pt x="13931" y="6144"/>
                  </a:lnTo>
                  <a:lnTo>
                    <a:pt x="13976" y="6276"/>
                  </a:lnTo>
                  <a:lnTo>
                    <a:pt x="14067" y="6342"/>
                  </a:lnTo>
                  <a:lnTo>
                    <a:pt x="14158" y="6474"/>
                  </a:lnTo>
                  <a:lnTo>
                    <a:pt x="14339" y="6474"/>
                  </a:lnTo>
                  <a:lnTo>
                    <a:pt x="14430" y="6342"/>
                  </a:lnTo>
                  <a:lnTo>
                    <a:pt x="14475" y="6276"/>
                  </a:lnTo>
                  <a:lnTo>
                    <a:pt x="14521" y="6144"/>
                  </a:lnTo>
                  <a:lnTo>
                    <a:pt x="14475" y="5879"/>
                  </a:lnTo>
                  <a:lnTo>
                    <a:pt x="14475" y="5681"/>
                  </a:lnTo>
                  <a:lnTo>
                    <a:pt x="14385" y="5548"/>
                  </a:lnTo>
                  <a:lnTo>
                    <a:pt x="14249" y="5483"/>
                  </a:lnTo>
                  <a:close/>
                  <a:moveTo>
                    <a:pt x="19241" y="2775"/>
                  </a:moveTo>
                  <a:lnTo>
                    <a:pt x="19059" y="3369"/>
                  </a:lnTo>
                  <a:lnTo>
                    <a:pt x="18787" y="3897"/>
                  </a:lnTo>
                  <a:lnTo>
                    <a:pt x="18515" y="4426"/>
                  </a:lnTo>
                  <a:lnTo>
                    <a:pt x="18197" y="4889"/>
                  </a:lnTo>
                  <a:lnTo>
                    <a:pt x="17833" y="5285"/>
                  </a:lnTo>
                  <a:lnTo>
                    <a:pt x="17471" y="5681"/>
                  </a:lnTo>
                  <a:lnTo>
                    <a:pt x="16744" y="6474"/>
                  </a:lnTo>
                  <a:lnTo>
                    <a:pt x="16426" y="5879"/>
                  </a:lnTo>
                  <a:lnTo>
                    <a:pt x="16064" y="5350"/>
                  </a:lnTo>
                  <a:lnTo>
                    <a:pt x="16200" y="5285"/>
                  </a:lnTo>
                  <a:lnTo>
                    <a:pt x="16926" y="4558"/>
                  </a:lnTo>
                  <a:lnTo>
                    <a:pt x="17697" y="3897"/>
                  </a:lnTo>
                  <a:lnTo>
                    <a:pt x="18469" y="3303"/>
                  </a:lnTo>
                  <a:lnTo>
                    <a:pt x="19241" y="2775"/>
                  </a:lnTo>
                  <a:close/>
                  <a:moveTo>
                    <a:pt x="11026" y="5813"/>
                  </a:moveTo>
                  <a:lnTo>
                    <a:pt x="10936" y="5944"/>
                  </a:lnTo>
                  <a:lnTo>
                    <a:pt x="10890" y="6078"/>
                  </a:lnTo>
                  <a:lnTo>
                    <a:pt x="10890" y="6407"/>
                  </a:lnTo>
                  <a:lnTo>
                    <a:pt x="10981" y="6540"/>
                  </a:lnTo>
                  <a:lnTo>
                    <a:pt x="11072" y="6605"/>
                  </a:lnTo>
                  <a:lnTo>
                    <a:pt x="11254" y="6605"/>
                  </a:lnTo>
                  <a:lnTo>
                    <a:pt x="11299" y="6540"/>
                  </a:lnTo>
                  <a:lnTo>
                    <a:pt x="11390" y="6407"/>
                  </a:lnTo>
                  <a:lnTo>
                    <a:pt x="11390" y="6078"/>
                  </a:lnTo>
                  <a:lnTo>
                    <a:pt x="11344" y="6011"/>
                  </a:lnTo>
                  <a:lnTo>
                    <a:pt x="11299" y="5879"/>
                  </a:lnTo>
                  <a:lnTo>
                    <a:pt x="11208" y="5813"/>
                  </a:lnTo>
                  <a:close/>
                  <a:moveTo>
                    <a:pt x="20193" y="1983"/>
                  </a:moveTo>
                  <a:lnTo>
                    <a:pt x="19966" y="2775"/>
                  </a:lnTo>
                  <a:lnTo>
                    <a:pt x="19649" y="3501"/>
                  </a:lnTo>
                  <a:lnTo>
                    <a:pt x="19285" y="4228"/>
                  </a:lnTo>
                  <a:lnTo>
                    <a:pt x="18923" y="4954"/>
                  </a:lnTo>
                  <a:lnTo>
                    <a:pt x="18515" y="5548"/>
                  </a:lnTo>
                  <a:lnTo>
                    <a:pt x="18061" y="6144"/>
                  </a:lnTo>
                  <a:lnTo>
                    <a:pt x="17107" y="7333"/>
                  </a:lnTo>
                  <a:lnTo>
                    <a:pt x="17016" y="7068"/>
                  </a:lnTo>
                  <a:lnTo>
                    <a:pt x="17289" y="6803"/>
                  </a:lnTo>
                  <a:lnTo>
                    <a:pt x="17743" y="6407"/>
                  </a:lnTo>
                  <a:lnTo>
                    <a:pt x="18151" y="5944"/>
                  </a:lnTo>
                  <a:lnTo>
                    <a:pt x="18559" y="5417"/>
                  </a:lnTo>
                  <a:lnTo>
                    <a:pt x="18923" y="4889"/>
                  </a:lnTo>
                  <a:lnTo>
                    <a:pt x="19241" y="4293"/>
                  </a:lnTo>
                  <a:lnTo>
                    <a:pt x="19513" y="3634"/>
                  </a:lnTo>
                  <a:lnTo>
                    <a:pt x="19739" y="2973"/>
                  </a:lnTo>
                  <a:lnTo>
                    <a:pt x="19921" y="2181"/>
                  </a:lnTo>
                  <a:lnTo>
                    <a:pt x="19921" y="2047"/>
                  </a:lnTo>
                  <a:lnTo>
                    <a:pt x="20193" y="1983"/>
                  </a:lnTo>
                  <a:close/>
                  <a:moveTo>
                    <a:pt x="13023" y="7135"/>
                  </a:moveTo>
                  <a:lnTo>
                    <a:pt x="12933" y="7199"/>
                  </a:lnTo>
                  <a:lnTo>
                    <a:pt x="12841" y="7333"/>
                  </a:lnTo>
                  <a:lnTo>
                    <a:pt x="12841" y="7397"/>
                  </a:lnTo>
                  <a:lnTo>
                    <a:pt x="12797" y="7597"/>
                  </a:lnTo>
                  <a:lnTo>
                    <a:pt x="12841" y="7795"/>
                  </a:lnTo>
                  <a:lnTo>
                    <a:pt x="12933" y="7927"/>
                  </a:lnTo>
                  <a:lnTo>
                    <a:pt x="12977" y="7994"/>
                  </a:lnTo>
                  <a:lnTo>
                    <a:pt x="13159" y="7994"/>
                  </a:lnTo>
                  <a:lnTo>
                    <a:pt x="13295" y="7860"/>
                  </a:lnTo>
                  <a:lnTo>
                    <a:pt x="13341" y="7729"/>
                  </a:lnTo>
                  <a:lnTo>
                    <a:pt x="13387" y="7597"/>
                  </a:lnTo>
                  <a:lnTo>
                    <a:pt x="13341" y="7397"/>
                  </a:lnTo>
                  <a:lnTo>
                    <a:pt x="13295" y="7333"/>
                  </a:lnTo>
                  <a:lnTo>
                    <a:pt x="13251" y="7199"/>
                  </a:lnTo>
                  <a:lnTo>
                    <a:pt x="13205" y="7135"/>
                  </a:lnTo>
                  <a:close/>
                  <a:moveTo>
                    <a:pt x="20329" y="859"/>
                  </a:moveTo>
                  <a:lnTo>
                    <a:pt x="20556" y="926"/>
                  </a:lnTo>
                  <a:lnTo>
                    <a:pt x="20738" y="1057"/>
                  </a:lnTo>
                  <a:lnTo>
                    <a:pt x="20828" y="1322"/>
                  </a:lnTo>
                  <a:lnTo>
                    <a:pt x="20920" y="1585"/>
                  </a:lnTo>
                  <a:lnTo>
                    <a:pt x="20964" y="1916"/>
                  </a:lnTo>
                  <a:lnTo>
                    <a:pt x="20964" y="2246"/>
                  </a:lnTo>
                  <a:lnTo>
                    <a:pt x="20920" y="2775"/>
                  </a:lnTo>
                  <a:lnTo>
                    <a:pt x="20738" y="3369"/>
                  </a:lnTo>
                  <a:lnTo>
                    <a:pt x="20466" y="3832"/>
                  </a:lnTo>
                  <a:lnTo>
                    <a:pt x="19921" y="4756"/>
                  </a:lnTo>
                  <a:lnTo>
                    <a:pt x="18651" y="6605"/>
                  </a:lnTo>
                  <a:lnTo>
                    <a:pt x="17425" y="8192"/>
                  </a:lnTo>
                  <a:lnTo>
                    <a:pt x="17334" y="7927"/>
                  </a:lnTo>
                  <a:lnTo>
                    <a:pt x="17471" y="7795"/>
                  </a:lnTo>
                  <a:lnTo>
                    <a:pt x="18515" y="6540"/>
                  </a:lnTo>
                  <a:lnTo>
                    <a:pt x="19013" y="5813"/>
                  </a:lnTo>
                  <a:lnTo>
                    <a:pt x="19467" y="5087"/>
                  </a:lnTo>
                  <a:lnTo>
                    <a:pt x="19875" y="4293"/>
                  </a:lnTo>
                  <a:lnTo>
                    <a:pt x="20239" y="3436"/>
                  </a:lnTo>
                  <a:lnTo>
                    <a:pt x="20556" y="2577"/>
                  </a:lnTo>
                  <a:lnTo>
                    <a:pt x="20738" y="1585"/>
                  </a:lnTo>
                  <a:lnTo>
                    <a:pt x="20738" y="1387"/>
                  </a:lnTo>
                  <a:lnTo>
                    <a:pt x="20692" y="1255"/>
                  </a:lnTo>
                  <a:lnTo>
                    <a:pt x="20602" y="1188"/>
                  </a:lnTo>
                  <a:lnTo>
                    <a:pt x="20466" y="1188"/>
                  </a:lnTo>
                  <a:lnTo>
                    <a:pt x="19694" y="1387"/>
                  </a:lnTo>
                  <a:lnTo>
                    <a:pt x="18967" y="1718"/>
                  </a:lnTo>
                  <a:lnTo>
                    <a:pt x="19285" y="1453"/>
                  </a:lnTo>
                  <a:lnTo>
                    <a:pt x="19649" y="1188"/>
                  </a:lnTo>
                  <a:lnTo>
                    <a:pt x="20012" y="990"/>
                  </a:lnTo>
                  <a:lnTo>
                    <a:pt x="20329" y="859"/>
                  </a:lnTo>
                  <a:close/>
                  <a:moveTo>
                    <a:pt x="11571" y="7531"/>
                  </a:moveTo>
                  <a:lnTo>
                    <a:pt x="11390" y="7662"/>
                  </a:lnTo>
                  <a:lnTo>
                    <a:pt x="11299" y="7860"/>
                  </a:lnTo>
                  <a:lnTo>
                    <a:pt x="11299" y="7994"/>
                  </a:lnTo>
                  <a:lnTo>
                    <a:pt x="11344" y="8125"/>
                  </a:lnTo>
                  <a:lnTo>
                    <a:pt x="11390" y="8256"/>
                  </a:lnTo>
                  <a:lnTo>
                    <a:pt x="11480" y="8323"/>
                  </a:lnTo>
                  <a:lnTo>
                    <a:pt x="11662" y="8323"/>
                  </a:lnTo>
                  <a:lnTo>
                    <a:pt x="11798" y="8256"/>
                  </a:lnTo>
                  <a:lnTo>
                    <a:pt x="11889" y="8058"/>
                  </a:lnTo>
                  <a:lnTo>
                    <a:pt x="11934" y="7927"/>
                  </a:lnTo>
                  <a:lnTo>
                    <a:pt x="11934" y="7729"/>
                  </a:lnTo>
                  <a:lnTo>
                    <a:pt x="11889" y="7662"/>
                  </a:lnTo>
                  <a:lnTo>
                    <a:pt x="11798" y="7531"/>
                  </a:lnTo>
                  <a:close/>
                  <a:moveTo>
                    <a:pt x="16382" y="11824"/>
                  </a:moveTo>
                  <a:lnTo>
                    <a:pt x="16290" y="11955"/>
                  </a:lnTo>
                  <a:lnTo>
                    <a:pt x="16246" y="12088"/>
                  </a:lnTo>
                  <a:lnTo>
                    <a:pt x="16246" y="12485"/>
                  </a:lnTo>
                  <a:lnTo>
                    <a:pt x="16336" y="12551"/>
                  </a:lnTo>
                  <a:lnTo>
                    <a:pt x="16472" y="12616"/>
                  </a:lnTo>
                  <a:lnTo>
                    <a:pt x="16654" y="12551"/>
                  </a:lnTo>
                  <a:lnTo>
                    <a:pt x="16744" y="12485"/>
                  </a:lnTo>
                  <a:lnTo>
                    <a:pt x="16744" y="12353"/>
                  </a:lnTo>
                  <a:lnTo>
                    <a:pt x="16790" y="12155"/>
                  </a:lnTo>
                  <a:lnTo>
                    <a:pt x="16744" y="12022"/>
                  </a:lnTo>
                  <a:lnTo>
                    <a:pt x="16654" y="11890"/>
                  </a:lnTo>
                  <a:lnTo>
                    <a:pt x="16472" y="11824"/>
                  </a:lnTo>
                  <a:close/>
                  <a:moveTo>
                    <a:pt x="15111" y="13145"/>
                  </a:moveTo>
                  <a:lnTo>
                    <a:pt x="14974" y="13210"/>
                  </a:lnTo>
                  <a:lnTo>
                    <a:pt x="14884" y="13344"/>
                  </a:lnTo>
                  <a:lnTo>
                    <a:pt x="14838" y="13542"/>
                  </a:lnTo>
                  <a:lnTo>
                    <a:pt x="14838" y="13740"/>
                  </a:lnTo>
                  <a:lnTo>
                    <a:pt x="14884" y="13871"/>
                  </a:lnTo>
                  <a:lnTo>
                    <a:pt x="14974" y="14004"/>
                  </a:lnTo>
                  <a:lnTo>
                    <a:pt x="15111" y="14004"/>
                  </a:lnTo>
                  <a:lnTo>
                    <a:pt x="15202" y="13938"/>
                  </a:lnTo>
                  <a:lnTo>
                    <a:pt x="15292" y="13871"/>
                  </a:lnTo>
                  <a:lnTo>
                    <a:pt x="15384" y="13740"/>
                  </a:lnTo>
                  <a:lnTo>
                    <a:pt x="15384" y="13344"/>
                  </a:lnTo>
                  <a:lnTo>
                    <a:pt x="15247" y="13210"/>
                  </a:lnTo>
                  <a:lnTo>
                    <a:pt x="15111" y="13145"/>
                  </a:lnTo>
                  <a:close/>
                  <a:moveTo>
                    <a:pt x="15746" y="14465"/>
                  </a:moveTo>
                  <a:lnTo>
                    <a:pt x="15656" y="14599"/>
                  </a:lnTo>
                  <a:lnTo>
                    <a:pt x="15656" y="14664"/>
                  </a:lnTo>
                  <a:lnTo>
                    <a:pt x="15610" y="14862"/>
                  </a:lnTo>
                  <a:lnTo>
                    <a:pt x="15610" y="15126"/>
                  </a:lnTo>
                  <a:lnTo>
                    <a:pt x="15656" y="15193"/>
                  </a:lnTo>
                  <a:lnTo>
                    <a:pt x="15700" y="15260"/>
                  </a:lnTo>
                  <a:lnTo>
                    <a:pt x="15746" y="15260"/>
                  </a:lnTo>
                  <a:lnTo>
                    <a:pt x="15836" y="15324"/>
                  </a:lnTo>
                  <a:lnTo>
                    <a:pt x="15972" y="15260"/>
                  </a:lnTo>
                  <a:lnTo>
                    <a:pt x="16064" y="15193"/>
                  </a:lnTo>
                  <a:lnTo>
                    <a:pt x="16108" y="15126"/>
                  </a:lnTo>
                  <a:lnTo>
                    <a:pt x="16108" y="14730"/>
                  </a:lnTo>
                  <a:lnTo>
                    <a:pt x="16018" y="14599"/>
                  </a:lnTo>
                  <a:lnTo>
                    <a:pt x="15972" y="14465"/>
                  </a:lnTo>
                  <a:close/>
                  <a:moveTo>
                    <a:pt x="12433" y="3832"/>
                  </a:moveTo>
                  <a:lnTo>
                    <a:pt x="12933" y="3897"/>
                  </a:lnTo>
                  <a:lnTo>
                    <a:pt x="13431" y="4030"/>
                  </a:lnTo>
                  <a:lnTo>
                    <a:pt x="13931" y="4228"/>
                  </a:lnTo>
                  <a:lnTo>
                    <a:pt x="13885" y="4426"/>
                  </a:lnTo>
                  <a:lnTo>
                    <a:pt x="13931" y="4624"/>
                  </a:lnTo>
                  <a:lnTo>
                    <a:pt x="14021" y="4756"/>
                  </a:lnTo>
                  <a:lnTo>
                    <a:pt x="14158" y="4889"/>
                  </a:lnTo>
                  <a:lnTo>
                    <a:pt x="14385" y="4889"/>
                  </a:lnTo>
                  <a:lnTo>
                    <a:pt x="14566" y="5020"/>
                  </a:lnTo>
                  <a:lnTo>
                    <a:pt x="14974" y="5285"/>
                  </a:lnTo>
                  <a:lnTo>
                    <a:pt x="15066" y="5350"/>
                  </a:lnTo>
                  <a:lnTo>
                    <a:pt x="15156" y="5417"/>
                  </a:lnTo>
                  <a:lnTo>
                    <a:pt x="15428" y="5746"/>
                  </a:lnTo>
                  <a:lnTo>
                    <a:pt x="15700" y="6144"/>
                  </a:lnTo>
                  <a:lnTo>
                    <a:pt x="16200" y="6936"/>
                  </a:lnTo>
                  <a:lnTo>
                    <a:pt x="14203" y="8719"/>
                  </a:lnTo>
                  <a:lnTo>
                    <a:pt x="12207" y="10437"/>
                  </a:lnTo>
                  <a:lnTo>
                    <a:pt x="7533" y="14532"/>
                  </a:lnTo>
                  <a:lnTo>
                    <a:pt x="6443" y="15522"/>
                  </a:lnTo>
                  <a:lnTo>
                    <a:pt x="6625" y="14995"/>
                  </a:lnTo>
                  <a:lnTo>
                    <a:pt x="6987" y="14334"/>
                  </a:lnTo>
                  <a:lnTo>
                    <a:pt x="7351" y="13608"/>
                  </a:lnTo>
                  <a:lnTo>
                    <a:pt x="7305" y="13475"/>
                  </a:lnTo>
                  <a:lnTo>
                    <a:pt x="7261" y="13475"/>
                  </a:lnTo>
                  <a:lnTo>
                    <a:pt x="7033" y="13673"/>
                  </a:lnTo>
                  <a:lnTo>
                    <a:pt x="6851" y="13938"/>
                  </a:lnTo>
                  <a:lnTo>
                    <a:pt x="6443" y="14532"/>
                  </a:lnTo>
                  <a:lnTo>
                    <a:pt x="6171" y="15193"/>
                  </a:lnTo>
                  <a:lnTo>
                    <a:pt x="5899" y="15919"/>
                  </a:lnTo>
                  <a:lnTo>
                    <a:pt x="5853" y="15985"/>
                  </a:lnTo>
                  <a:lnTo>
                    <a:pt x="5717" y="15458"/>
                  </a:lnTo>
                  <a:lnTo>
                    <a:pt x="6080" y="14599"/>
                  </a:lnTo>
                  <a:lnTo>
                    <a:pt x="6534" y="13740"/>
                  </a:lnTo>
                  <a:lnTo>
                    <a:pt x="6987" y="12947"/>
                  </a:lnTo>
                  <a:lnTo>
                    <a:pt x="7441" y="12220"/>
                  </a:lnTo>
                  <a:lnTo>
                    <a:pt x="7441" y="12088"/>
                  </a:lnTo>
                  <a:lnTo>
                    <a:pt x="7351" y="12088"/>
                  </a:lnTo>
                  <a:lnTo>
                    <a:pt x="6851" y="12683"/>
                  </a:lnTo>
                  <a:lnTo>
                    <a:pt x="6398" y="13344"/>
                  </a:lnTo>
                  <a:lnTo>
                    <a:pt x="5989" y="14004"/>
                  </a:lnTo>
                  <a:lnTo>
                    <a:pt x="5581" y="14730"/>
                  </a:lnTo>
                  <a:lnTo>
                    <a:pt x="5536" y="14267"/>
                  </a:lnTo>
                  <a:lnTo>
                    <a:pt x="5490" y="13806"/>
                  </a:lnTo>
                  <a:lnTo>
                    <a:pt x="5762" y="13210"/>
                  </a:lnTo>
                  <a:lnTo>
                    <a:pt x="6035" y="12749"/>
                  </a:lnTo>
                  <a:lnTo>
                    <a:pt x="7033" y="10833"/>
                  </a:lnTo>
                  <a:lnTo>
                    <a:pt x="7079" y="10702"/>
                  </a:lnTo>
                  <a:lnTo>
                    <a:pt x="7033" y="10635"/>
                  </a:lnTo>
                  <a:lnTo>
                    <a:pt x="6897" y="10635"/>
                  </a:lnTo>
                  <a:lnTo>
                    <a:pt x="6534" y="11163"/>
                  </a:lnTo>
                  <a:lnTo>
                    <a:pt x="6126" y="11757"/>
                  </a:lnTo>
                  <a:lnTo>
                    <a:pt x="5445" y="12881"/>
                  </a:lnTo>
                  <a:lnTo>
                    <a:pt x="5445" y="11757"/>
                  </a:lnTo>
                  <a:lnTo>
                    <a:pt x="5717" y="11163"/>
                  </a:lnTo>
                  <a:lnTo>
                    <a:pt x="6126" y="10371"/>
                  </a:lnTo>
                  <a:lnTo>
                    <a:pt x="6353" y="9908"/>
                  </a:lnTo>
                  <a:lnTo>
                    <a:pt x="6489" y="9710"/>
                  </a:lnTo>
                  <a:lnTo>
                    <a:pt x="6671" y="9578"/>
                  </a:lnTo>
                  <a:lnTo>
                    <a:pt x="6715" y="9578"/>
                  </a:lnTo>
                  <a:lnTo>
                    <a:pt x="6715" y="9512"/>
                  </a:lnTo>
                  <a:lnTo>
                    <a:pt x="6671" y="9447"/>
                  </a:lnTo>
                  <a:lnTo>
                    <a:pt x="6671" y="9380"/>
                  </a:lnTo>
                  <a:lnTo>
                    <a:pt x="6398" y="9380"/>
                  </a:lnTo>
                  <a:lnTo>
                    <a:pt x="6262" y="9512"/>
                  </a:lnTo>
                  <a:lnTo>
                    <a:pt x="6126" y="9645"/>
                  </a:lnTo>
                  <a:lnTo>
                    <a:pt x="5899" y="9974"/>
                  </a:lnTo>
                  <a:lnTo>
                    <a:pt x="5717" y="10304"/>
                  </a:lnTo>
                  <a:lnTo>
                    <a:pt x="5536" y="10569"/>
                  </a:lnTo>
                  <a:lnTo>
                    <a:pt x="5672" y="9843"/>
                  </a:lnTo>
                  <a:lnTo>
                    <a:pt x="5853" y="9115"/>
                  </a:lnTo>
                  <a:lnTo>
                    <a:pt x="6035" y="8719"/>
                  </a:lnTo>
                  <a:lnTo>
                    <a:pt x="6216" y="8323"/>
                  </a:lnTo>
                  <a:lnTo>
                    <a:pt x="6443" y="7927"/>
                  </a:lnTo>
                  <a:lnTo>
                    <a:pt x="6671" y="7597"/>
                  </a:lnTo>
                  <a:lnTo>
                    <a:pt x="7169" y="6936"/>
                  </a:lnTo>
                  <a:lnTo>
                    <a:pt x="7713" y="6342"/>
                  </a:lnTo>
                  <a:lnTo>
                    <a:pt x="8259" y="5813"/>
                  </a:lnTo>
                  <a:lnTo>
                    <a:pt x="8803" y="5285"/>
                  </a:lnTo>
                  <a:lnTo>
                    <a:pt x="9393" y="4889"/>
                  </a:lnTo>
                  <a:lnTo>
                    <a:pt x="9982" y="4491"/>
                  </a:lnTo>
                  <a:lnTo>
                    <a:pt x="10482" y="4228"/>
                  </a:lnTo>
                  <a:lnTo>
                    <a:pt x="10936" y="4030"/>
                  </a:lnTo>
                  <a:lnTo>
                    <a:pt x="11435" y="3897"/>
                  </a:lnTo>
                  <a:lnTo>
                    <a:pt x="11934" y="3832"/>
                  </a:lnTo>
                  <a:close/>
                  <a:moveTo>
                    <a:pt x="16472" y="7597"/>
                  </a:moveTo>
                  <a:lnTo>
                    <a:pt x="16608" y="7860"/>
                  </a:lnTo>
                  <a:lnTo>
                    <a:pt x="15564" y="9051"/>
                  </a:lnTo>
                  <a:lnTo>
                    <a:pt x="14475" y="10172"/>
                  </a:lnTo>
                  <a:lnTo>
                    <a:pt x="13341" y="11296"/>
                  </a:lnTo>
                  <a:lnTo>
                    <a:pt x="12207" y="12353"/>
                  </a:lnTo>
                  <a:lnTo>
                    <a:pt x="10981" y="13408"/>
                  </a:lnTo>
                  <a:lnTo>
                    <a:pt x="9756" y="14465"/>
                  </a:lnTo>
                  <a:lnTo>
                    <a:pt x="8485" y="15458"/>
                  </a:lnTo>
                  <a:lnTo>
                    <a:pt x="7169" y="16381"/>
                  </a:lnTo>
                  <a:lnTo>
                    <a:pt x="6171" y="17042"/>
                  </a:lnTo>
                  <a:lnTo>
                    <a:pt x="6080" y="16778"/>
                  </a:lnTo>
                  <a:lnTo>
                    <a:pt x="6126" y="16580"/>
                  </a:lnTo>
                  <a:lnTo>
                    <a:pt x="7487" y="15458"/>
                  </a:lnTo>
                  <a:lnTo>
                    <a:pt x="12615" y="10965"/>
                  </a:lnTo>
                  <a:lnTo>
                    <a:pt x="14566" y="9249"/>
                  </a:lnTo>
                  <a:lnTo>
                    <a:pt x="16472" y="7597"/>
                  </a:lnTo>
                  <a:close/>
                  <a:moveTo>
                    <a:pt x="4900" y="14334"/>
                  </a:moveTo>
                  <a:lnTo>
                    <a:pt x="4946" y="14532"/>
                  </a:lnTo>
                  <a:lnTo>
                    <a:pt x="4946" y="14599"/>
                  </a:lnTo>
                  <a:lnTo>
                    <a:pt x="5128" y="15656"/>
                  </a:lnTo>
                  <a:lnTo>
                    <a:pt x="4900" y="16250"/>
                  </a:lnTo>
                  <a:lnTo>
                    <a:pt x="4854" y="16381"/>
                  </a:lnTo>
                  <a:lnTo>
                    <a:pt x="4854" y="16448"/>
                  </a:lnTo>
                  <a:lnTo>
                    <a:pt x="4946" y="16646"/>
                  </a:lnTo>
                  <a:lnTo>
                    <a:pt x="4129" y="17109"/>
                  </a:lnTo>
                  <a:lnTo>
                    <a:pt x="3720" y="17307"/>
                  </a:lnTo>
                  <a:lnTo>
                    <a:pt x="3267" y="17438"/>
                  </a:lnTo>
                  <a:lnTo>
                    <a:pt x="3584" y="16515"/>
                  </a:lnTo>
                  <a:lnTo>
                    <a:pt x="3993" y="15656"/>
                  </a:lnTo>
                  <a:lnTo>
                    <a:pt x="4402" y="14995"/>
                  </a:lnTo>
                  <a:lnTo>
                    <a:pt x="4900" y="14334"/>
                  </a:lnTo>
                  <a:close/>
                  <a:moveTo>
                    <a:pt x="16835" y="8521"/>
                  </a:moveTo>
                  <a:lnTo>
                    <a:pt x="16926" y="8851"/>
                  </a:lnTo>
                  <a:lnTo>
                    <a:pt x="16064" y="9908"/>
                  </a:lnTo>
                  <a:lnTo>
                    <a:pt x="14974" y="11163"/>
                  </a:lnTo>
                  <a:lnTo>
                    <a:pt x="13885" y="12287"/>
                  </a:lnTo>
                  <a:lnTo>
                    <a:pt x="12751" y="13408"/>
                  </a:lnTo>
                  <a:lnTo>
                    <a:pt x="11571" y="14465"/>
                  </a:lnTo>
                  <a:lnTo>
                    <a:pt x="10392" y="15458"/>
                  </a:lnTo>
                  <a:lnTo>
                    <a:pt x="9212" y="16381"/>
                  </a:lnTo>
                  <a:lnTo>
                    <a:pt x="7986" y="17240"/>
                  </a:lnTo>
                  <a:lnTo>
                    <a:pt x="6715" y="18033"/>
                  </a:lnTo>
                  <a:lnTo>
                    <a:pt x="6489" y="17637"/>
                  </a:lnTo>
                  <a:lnTo>
                    <a:pt x="6761" y="17438"/>
                  </a:lnTo>
                  <a:lnTo>
                    <a:pt x="8167" y="16448"/>
                  </a:lnTo>
                  <a:lnTo>
                    <a:pt x="9574" y="15391"/>
                  </a:lnTo>
                  <a:lnTo>
                    <a:pt x="10981" y="14267"/>
                  </a:lnTo>
                  <a:lnTo>
                    <a:pt x="12343" y="13079"/>
                  </a:lnTo>
                  <a:lnTo>
                    <a:pt x="13477" y="12022"/>
                  </a:lnTo>
                  <a:lnTo>
                    <a:pt x="14612" y="10900"/>
                  </a:lnTo>
                  <a:lnTo>
                    <a:pt x="15746" y="9710"/>
                  </a:lnTo>
                  <a:lnTo>
                    <a:pt x="16835" y="8521"/>
                  </a:lnTo>
                  <a:close/>
                  <a:moveTo>
                    <a:pt x="14838" y="17505"/>
                  </a:moveTo>
                  <a:lnTo>
                    <a:pt x="15428" y="17703"/>
                  </a:lnTo>
                  <a:lnTo>
                    <a:pt x="15384" y="17768"/>
                  </a:lnTo>
                  <a:lnTo>
                    <a:pt x="14884" y="18496"/>
                  </a:lnTo>
                  <a:lnTo>
                    <a:pt x="14884" y="18364"/>
                  </a:lnTo>
                  <a:lnTo>
                    <a:pt x="14838" y="17505"/>
                  </a:lnTo>
                  <a:close/>
                  <a:moveTo>
                    <a:pt x="3358" y="15854"/>
                  </a:moveTo>
                  <a:lnTo>
                    <a:pt x="2995" y="16778"/>
                  </a:lnTo>
                  <a:lnTo>
                    <a:pt x="2677" y="17768"/>
                  </a:lnTo>
                  <a:lnTo>
                    <a:pt x="2677" y="17901"/>
                  </a:lnTo>
                  <a:lnTo>
                    <a:pt x="2722" y="18099"/>
                  </a:lnTo>
                  <a:lnTo>
                    <a:pt x="2813" y="18166"/>
                  </a:lnTo>
                  <a:lnTo>
                    <a:pt x="2904" y="18231"/>
                  </a:lnTo>
                  <a:lnTo>
                    <a:pt x="3584" y="18033"/>
                  </a:lnTo>
                  <a:lnTo>
                    <a:pt x="4266" y="17768"/>
                  </a:lnTo>
                  <a:lnTo>
                    <a:pt x="4854" y="17438"/>
                  </a:lnTo>
                  <a:lnTo>
                    <a:pt x="5490" y="17042"/>
                  </a:lnTo>
                  <a:lnTo>
                    <a:pt x="5626" y="17438"/>
                  </a:lnTo>
                  <a:lnTo>
                    <a:pt x="4402" y="18231"/>
                  </a:lnTo>
                  <a:lnTo>
                    <a:pt x="3812" y="18562"/>
                  </a:lnTo>
                  <a:lnTo>
                    <a:pt x="3176" y="18958"/>
                  </a:lnTo>
                  <a:lnTo>
                    <a:pt x="2813" y="19156"/>
                  </a:lnTo>
                  <a:lnTo>
                    <a:pt x="2495" y="19221"/>
                  </a:lnTo>
                  <a:lnTo>
                    <a:pt x="2177" y="19288"/>
                  </a:lnTo>
                  <a:lnTo>
                    <a:pt x="1815" y="19288"/>
                  </a:lnTo>
                  <a:lnTo>
                    <a:pt x="2586" y="17637"/>
                  </a:lnTo>
                  <a:lnTo>
                    <a:pt x="2904" y="16778"/>
                  </a:lnTo>
                  <a:lnTo>
                    <a:pt x="3267" y="15985"/>
                  </a:lnTo>
                  <a:lnTo>
                    <a:pt x="3358" y="15854"/>
                  </a:lnTo>
                  <a:close/>
                  <a:moveTo>
                    <a:pt x="17107" y="9776"/>
                  </a:moveTo>
                  <a:lnTo>
                    <a:pt x="17244" y="10702"/>
                  </a:lnTo>
                  <a:lnTo>
                    <a:pt x="17244" y="12418"/>
                  </a:lnTo>
                  <a:lnTo>
                    <a:pt x="17153" y="13210"/>
                  </a:lnTo>
                  <a:lnTo>
                    <a:pt x="17016" y="13938"/>
                  </a:lnTo>
                  <a:lnTo>
                    <a:pt x="16835" y="14664"/>
                  </a:lnTo>
                  <a:lnTo>
                    <a:pt x="16608" y="15391"/>
                  </a:lnTo>
                  <a:lnTo>
                    <a:pt x="16336" y="16052"/>
                  </a:lnTo>
                  <a:lnTo>
                    <a:pt x="16018" y="16713"/>
                  </a:lnTo>
                  <a:lnTo>
                    <a:pt x="15656" y="17372"/>
                  </a:lnTo>
                  <a:lnTo>
                    <a:pt x="15202" y="17307"/>
                  </a:lnTo>
                  <a:lnTo>
                    <a:pt x="14748" y="17174"/>
                  </a:lnTo>
                  <a:lnTo>
                    <a:pt x="14657" y="17240"/>
                  </a:lnTo>
                  <a:lnTo>
                    <a:pt x="14612" y="17240"/>
                  </a:lnTo>
                  <a:lnTo>
                    <a:pt x="14566" y="17372"/>
                  </a:lnTo>
                  <a:lnTo>
                    <a:pt x="14475" y="18760"/>
                  </a:lnTo>
                  <a:lnTo>
                    <a:pt x="14475" y="18892"/>
                  </a:lnTo>
                  <a:lnTo>
                    <a:pt x="14113" y="19288"/>
                  </a:lnTo>
                  <a:lnTo>
                    <a:pt x="13840" y="19486"/>
                  </a:lnTo>
                  <a:lnTo>
                    <a:pt x="13795" y="19553"/>
                  </a:lnTo>
                  <a:lnTo>
                    <a:pt x="13659" y="19684"/>
                  </a:lnTo>
                  <a:lnTo>
                    <a:pt x="13659" y="19023"/>
                  </a:lnTo>
                  <a:lnTo>
                    <a:pt x="13749" y="18364"/>
                  </a:lnTo>
                  <a:lnTo>
                    <a:pt x="13840" y="17768"/>
                  </a:lnTo>
                  <a:lnTo>
                    <a:pt x="13976" y="17109"/>
                  </a:lnTo>
                  <a:lnTo>
                    <a:pt x="13976" y="17042"/>
                  </a:lnTo>
                  <a:lnTo>
                    <a:pt x="13931" y="16976"/>
                  </a:lnTo>
                  <a:lnTo>
                    <a:pt x="13885" y="16976"/>
                  </a:lnTo>
                  <a:lnTo>
                    <a:pt x="13840" y="17042"/>
                  </a:lnTo>
                  <a:lnTo>
                    <a:pt x="13704" y="17372"/>
                  </a:lnTo>
                  <a:lnTo>
                    <a:pt x="13567" y="17703"/>
                  </a:lnTo>
                  <a:lnTo>
                    <a:pt x="13341" y="18429"/>
                  </a:lnTo>
                  <a:lnTo>
                    <a:pt x="13251" y="19156"/>
                  </a:lnTo>
                  <a:lnTo>
                    <a:pt x="13251" y="19949"/>
                  </a:lnTo>
                  <a:lnTo>
                    <a:pt x="12705" y="20278"/>
                  </a:lnTo>
                  <a:lnTo>
                    <a:pt x="12161" y="20476"/>
                  </a:lnTo>
                  <a:lnTo>
                    <a:pt x="12207" y="19817"/>
                  </a:lnTo>
                  <a:lnTo>
                    <a:pt x="12343" y="19156"/>
                  </a:lnTo>
                  <a:lnTo>
                    <a:pt x="12433" y="18627"/>
                  </a:lnTo>
                  <a:lnTo>
                    <a:pt x="12569" y="18166"/>
                  </a:lnTo>
                  <a:lnTo>
                    <a:pt x="12887" y="17240"/>
                  </a:lnTo>
                  <a:lnTo>
                    <a:pt x="12887" y="17174"/>
                  </a:lnTo>
                  <a:lnTo>
                    <a:pt x="12841" y="17109"/>
                  </a:lnTo>
                  <a:lnTo>
                    <a:pt x="12797" y="17109"/>
                  </a:lnTo>
                  <a:lnTo>
                    <a:pt x="12797" y="17174"/>
                  </a:lnTo>
                  <a:lnTo>
                    <a:pt x="12388" y="17901"/>
                  </a:lnTo>
                  <a:lnTo>
                    <a:pt x="12071" y="18760"/>
                  </a:lnTo>
                  <a:lnTo>
                    <a:pt x="11798" y="19619"/>
                  </a:lnTo>
                  <a:lnTo>
                    <a:pt x="11753" y="20080"/>
                  </a:lnTo>
                  <a:lnTo>
                    <a:pt x="11662" y="20543"/>
                  </a:lnTo>
                  <a:lnTo>
                    <a:pt x="11072" y="20543"/>
                  </a:lnTo>
                  <a:lnTo>
                    <a:pt x="11072" y="20278"/>
                  </a:lnTo>
                  <a:lnTo>
                    <a:pt x="11026" y="20213"/>
                  </a:lnTo>
                  <a:lnTo>
                    <a:pt x="10981" y="20147"/>
                  </a:lnTo>
                  <a:lnTo>
                    <a:pt x="10936" y="20147"/>
                  </a:lnTo>
                  <a:lnTo>
                    <a:pt x="10890" y="20213"/>
                  </a:lnTo>
                  <a:lnTo>
                    <a:pt x="10800" y="20345"/>
                  </a:lnTo>
                  <a:lnTo>
                    <a:pt x="11344" y="18825"/>
                  </a:lnTo>
                  <a:lnTo>
                    <a:pt x="11616" y="18099"/>
                  </a:lnTo>
                  <a:lnTo>
                    <a:pt x="11979" y="17372"/>
                  </a:lnTo>
                  <a:lnTo>
                    <a:pt x="11979" y="17307"/>
                  </a:lnTo>
                  <a:lnTo>
                    <a:pt x="11934" y="17307"/>
                  </a:lnTo>
                  <a:lnTo>
                    <a:pt x="11934" y="17240"/>
                  </a:lnTo>
                  <a:lnTo>
                    <a:pt x="11889" y="17307"/>
                  </a:lnTo>
                  <a:lnTo>
                    <a:pt x="11435" y="18033"/>
                  </a:lnTo>
                  <a:lnTo>
                    <a:pt x="11026" y="18760"/>
                  </a:lnTo>
                  <a:lnTo>
                    <a:pt x="10664" y="19553"/>
                  </a:lnTo>
                  <a:lnTo>
                    <a:pt x="10300" y="20412"/>
                  </a:lnTo>
                  <a:lnTo>
                    <a:pt x="9846" y="20213"/>
                  </a:lnTo>
                  <a:lnTo>
                    <a:pt x="9892" y="20147"/>
                  </a:lnTo>
                  <a:lnTo>
                    <a:pt x="9892" y="20080"/>
                  </a:lnTo>
                  <a:lnTo>
                    <a:pt x="9846" y="20015"/>
                  </a:lnTo>
                  <a:lnTo>
                    <a:pt x="9846" y="19949"/>
                  </a:lnTo>
                  <a:lnTo>
                    <a:pt x="9802" y="19751"/>
                  </a:lnTo>
                  <a:lnTo>
                    <a:pt x="9846" y="19553"/>
                  </a:lnTo>
                  <a:lnTo>
                    <a:pt x="9938" y="19090"/>
                  </a:lnTo>
                  <a:lnTo>
                    <a:pt x="10120" y="18562"/>
                  </a:lnTo>
                  <a:lnTo>
                    <a:pt x="10482" y="17703"/>
                  </a:lnTo>
                  <a:lnTo>
                    <a:pt x="10845" y="16976"/>
                  </a:lnTo>
                  <a:lnTo>
                    <a:pt x="10890" y="16911"/>
                  </a:lnTo>
                  <a:lnTo>
                    <a:pt x="10845" y="16778"/>
                  </a:lnTo>
                  <a:lnTo>
                    <a:pt x="10754" y="16778"/>
                  </a:lnTo>
                  <a:lnTo>
                    <a:pt x="10346" y="17174"/>
                  </a:lnTo>
                  <a:lnTo>
                    <a:pt x="10028" y="17703"/>
                  </a:lnTo>
                  <a:lnTo>
                    <a:pt x="9756" y="18231"/>
                  </a:lnTo>
                  <a:lnTo>
                    <a:pt x="9529" y="18825"/>
                  </a:lnTo>
                  <a:lnTo>
                    <a:pt x="9393" y="19419"/>
                  </a:lnTo>
                  <a:lnTo>
                    <a:pt x="9348" y="19751"/>
                  </a:lnTo>
                  <a:lnTo>
                    <a:pt x="9393" y="20015"/>
                  </a:lnTo>
                  <a:lnTo>
                    <a:pt x="8848" y="19751"/>
                  </a:lnTo>
                  <a:lnTo>
                    <a:pt x="8304" y="19419"/>
                  </a:lnTo>
                  <a:lnTo>
                    <a:pt x="8576" y="19023"/>
                  </a:lnTo>
                  <a:lnTo>
                    <a:pt x="8758" y="18627"/>
                  </a:lnTo>
                  <a:lnTo>
                    <a:pt x="8848" y="18429"/>
                  </a:lnTo>
                  <a:lnTo>
                    <a:pt x="8894" y="18231"/>
                  </a:lnTo>
                  <a:lnTo>
                    <a:pt x="8894" y="18166"/>
                  </a:lnTo>
                  <a:lnTo>
                    <a:pt x="8848" y="18166"/>
                  </a:lnTo>
                  <a:lnTo>
                    <a:pt x="8758" y="18231"/>
                  </a:lnTo>
                  <a:lnTo>
                    <a:pt x="8667" y="18297"/>
                  </a:lnTo>
                  <a:lnTo>
                    <a:pt x="8440" y="18562"/>
                  </a:lnTo>
                  <a:lnTo>
                    <a:pt x="8031" y="19023"/>
                  </a:lnTo>
                  <a:lnTo>
                    <a:pt x="7941" y="19156"/>
                  </a:lnTo>
                  <a:lnTo>
                    <a:pt x="7305" y="18627"/>
                  </a:lnTo>
                  <a:lnTo>
                    <a:pt x="8531" y="17835"/>
                  </a:lnTo>
                  <a:lnTo>
                    <a:pt x="9756" y="16911"/>
                  </a:lnTo>
                  <a:lnTo>
                    <a:pt x="10981" y="15985"/>
                  </a:lnTo>
                  <a:lnTo>
                    <a:pt x="12116" y="14995"/>
                  </a:lnTo>
                  <a:lnTo>
                    <a:pt x="13295" y="13938"/>
                  </a:lnTo>
                  <a:lnTo>
                    <a:pt x="14430" y="12814"/>
                  </a:lnTo>
                  <a:lnTo>
                    <a:pt x="15520" y="11626"/>
                  </a:lnTo>
                  <a:lnTo>
                    <a:pt x="16608" y="10437"/>
                  </a:lnTo>
                  <a:lnTo>
                    <a:pt x="17107" y="9776"/>
                  </a:lnTo>
                  <a:close/>
                  <a:moveTo>
                    <a:pt x="2041" y="17570"/>
                  </a:moveTo>
                  <a:lnTo>
                    <a:pt x="1271" y="19288"/>
                  </a:lnTo>
                  <a:lnTo>
                    <a:pt x="1225" y="19419"/>
                  </a:lnTo>
                  <a:lnTo>
                    <a:pt x="1271" y="19553"/>
                  </a:lnTo>
                  <a:lnTo>
                    <a:pt x="1271" y="19684"/>
                  </a:lnTo>
                  <a:lnTo>
                    <a:pt x="1361" y="19751"/>
                  </a:lnTo>
                  <a:lnTo>
                    <a:pt x="1679" y="19882"/>
                  </a:lnTo>
                  <a:lnTo>
                    <a:pt x="2041" y="19949"/>
                  </a:lnTo>
                  <a:lnTo>
                    <a:pt x="2359" y="19949"/>
                  </a:lnTo>
                  <a:lnTo>
                    <a:pt x="2677" y="19882"/>
                  </a:lnTo>
                  <a:lnTo>
                    <a:pt x="3358" y="19553"/>
                  </a:lnTo>
                  <a:lnTo>
                    <a:pt x="3993" y="19156"/>
                  </a:lnTo>
                  <a:lnTo>
                    <a:pt x="5899" y="18033"/>
                  </a:lnTo>
                  <a:lnTo>
                    <a:pt x="6126" y="18364"/>
                  </a:lnTo>
                  <a:lnTo>
                    <a:pt x="5036" y="19023"/>
                  </a:lnTo>
                  <a:lnTo>
                    <a:pt x="3948" y="19619"/>
                  </a:lnTo>
                  <a:lnTo>
                    <a:pt x="2767" y="20147"/>
                  </a:lnTo>
                  <a:lnTo>
                    <a:pt x="1543" y="20610"/>
                  </a:lnTo>
                  <a:lnTo>
                    <a:pt x="1361" y="20741"/>
                  </a:lnTo>
                  <a:lnTo>
                    <a:pt x="1043" y="20808"/>
                  </a:lnTo>
                  <a:lnTo>
                    <a:pt x="771" y="20808"/>
                  </a:lnTo>
                  <a:lnTo>
                    <a:pt x="680" y="20741"/>
                  </a:lnTo>
                  <a:lnTo>
                    <a:pt x="589" y="20674"/>
                  </a:lnTo>
                  <a:lnTo>
                    <a:pt x="589" y="20543"/>
                  </a:lnTo>
                  <a:lnTo>
                    <a:pt x="635" y="20345"/>
                  </a:lnTo>
                  <a:lnTo>
                    <a:pt x="816" y="19817"/>
                  </a:lnTo>
                  <a:lnTo>
                    <a:pt x="1225" y="19090"/>
                  </a:lnTo>
                  <a:lnTo>
                    <a:pt x="1633" y="18297"/>
                  </a:lnTo>
                  <a:lnTo>
                    <a:pt x="2041" y="17570"/>
                  </a:lnTo>
                  <a:close/>
                  <a:moveTo>
                    <a:pt x="20193" y="0"/>
                  </a:moveTo>
                  <a:lnTo>
                    <a:pt x="19966" y="67"/>
                  </a:lnTo>
                  <a:lnTo>
                    <a:pt x="19513" y="265"/>
                  </a:lnTo>
                  <a:lnTo>
                    <a:pt x="19149" y="594"/>
                  </a:lnTo>
                  <a:lnTo>
                    <a:pt x="18105" y="1453"/>
                  </a:lnTo>
                  <a:lnTo>
                    <a:pt x="17153" y="2444"/>
                  </a:lnTo>
                  <a:lnTo>
                    <a:pt x="16154" y="3436"/>
                  </a:lnTo>
                  <a:lnTo>
                    <a:pt x="15202" y="4426"/>
                  </a:lnTo>
                  <a:lnTo>
                    <a:pt x="14884" y="4162"/>
                  </a:lnTo>
                  <a:lnTo>
                    <a:pt x="14612" y="4030"/>
                  </a:lnTo>
                  <a:lnTo>
                    <a:pt x="14385" y="4030"/>
                  </a:lnTo>
                  <a:lnTo>
                    <a:pt x="14067" y="3765"/>
                  </a:lnTo>
                  <a:lnTo>
                    <a:pt x="13749" y="3567"/>
                  </a:lnTo>
                  <a:lnTo>
                    <a:pt x="13431" y="3436"/>
                  </a:lnTo>
                  <a:lnTo>
                    <a:pt x="13069" y="3303"/>
                  </a:lnTo>
                  <a:lnTo>
                    <a:pt x="12388" y="3171"/>
                  </a:lnTo>
                  <a:lnTo>
                    <a:pt x="11707" y="3171"/>
                  </a:lnTo>
                  <a:lnTo>
                    <a:pt x="11026" y="3303"/>
                  </a:lnTo>
                  <a:lnTo>
                    <a:pt x="10346" y="3567"/>
                  </a:lnTo>
                  <a:lnTo>
                    <a:pt x="9666" y="3897"/>
                  </a:lnTo>
                  <a:lnTo>
                    <a:pt x="9030" y="4293"/>
                  </a:lnTo>
                  <a:lnTo>
                    <a:pt x="8259" y="4889"/>
                  </a:lnTo>
                  <a:lnTo>
                    <a:pt x="7533" y="5548"/>
                  </a:lnTo>
                  <a:lnTo>
                    <a:pt x="6807" y="6342"/>
                  </a:lnTo>
                  <a:lnTo>
                    <a:pt x="6171" y="7135"/>
                  </a:lnTo>
                  <a:lnTo>
                    <a:pt x="5899" y="7597"/>
                  </a:lnTo>
                  <a:lnTo>
                    <a:pt x="5626" y="8058"/>
                  </a:lnTo>
                  <a:lnTo>
                    <a:pt x="5445" y="8588"/>
                  </a:lnTo>
                  <a:lnTo>
                    <a:pt x="5264" y="9115"/>
                  </a:lnTo>
                  <a:lnTo>
                    <a:pt x="5128" y="9645"/>
                  </a:lnTo>
                  <a:lnTo>
                    <a:pt x="4991" y="10239"/>
                  </a:lnTo>
                  <a:lnTo>
                    <a:pt x="4946" y="10833"/>
                  </a:lnTo>
                  <a:lnTo>
                    <a:pt x="4854" y="11428"/>
                  </a:lnTo>
                  <a:lnTo>
                    <a:pt x="4810" y="12551"/>
                  </a:lnTo>
                  <a:lnTo>
                    <a:pt x="4854" y="13740"/>
                  </a:lnTo>
                  <a:lnTo>
                    <a:pt x="4129" y="14334"/>
                  </a:lnTo>
                  <a:lnTo>
                    <a:pt x="3403" y="14928"/>
                  </a:lnTo>
                  <a:lnTo>
                    <a:pt x="2767" y="15589"/>
                  </a:lnTo>
                  <a:lnTo>
                    <a:pt x="2133" y="16381"/>
                  </a:lnTo>
                  <a:lnTo>
                    <a:pt x="1543" y="17240"/>
                  </a:lnTo>
                  <a:lnTo>
                    <a:pt x="998" y="18099"/>
                  </a:lnTo>
                  <a:lnTo>
                    <a:pt x="499" y="19090"/>
                  </a:lnTo>
                  <a:lnTo>
                    <a:pt x="272" y="19553"/>
                  </a:lnTo>
                  <a:lnTo>
                    <a:pt x="90" y="20080"/>
                  </a:lnTo>
                  <a:lnTo>
                    <a:pt x="0" y="20476"/>
                  </a:lnTo>
                  <a:lnTo>
                    <a:pt x="45" y="20808"/>
                  </a:lnTo>
                  <a:lnTo>
                    <a:pt x="136" y="21137"/>
                  </a:lnTo>
                  <a:lnTo>
                    <a:pt x="226" y="21270"/>
                  </a:lnTo>
                  <a:lnTo>
                    <a:pt x="317" y="21402"/>
                  </a:lnTo>
                  <a:lnTo>
                    <a:pt x="589" y="21533"/>
                  </a:lnTo>
                  <a:lnTo>
                    <a:pt x="861" y="21600"/>
                  </a:lnTo>
                  <a:lnTo>
                    <a:pt x="1134" y="21600"/>
                  </a:lnTo>
                  <a:lnTo>
                    <a:pt x="1451" y="21533"/>
                  </a:lnTo>
                  <a:lnTo>
                    <a:pt x="2269" y="21270"/>
                  </a:lnTo>
                  <a:lnTo>
                    <a:pt x="3085" y="20872"/>
                  </a:lnTo>
                  <a:lnTo>
                    <a:pt x="4718" y="20080"/>
                  </a:lnTo>
                  <a:lnTo>
                    <a:pt x="5672" y="19553"/>
                  </a:lnTo>
                  <a:lnTo>
                    <a:pt x="6625" y="19023"/>
                  </a:lnTo>
                  <a:lnTo>
                    <a:pt x="7125" y="19553"/>
                  </a:lnTo>
                  <a:lnTo>
                    <a:pt x="7669" y="19949"/>
                  </a:lnTo>
                  <a:lnTo>
                    <a:pt x="7713" y="20278"/>
                  </a:lnTo>
                  <a:lnTo>
                    <a:pt x="7759" y="20412"/>
                  </a:lnTo>
                  <a:lnTo>
                    <a:pt x="7849" y="20476"/>
                  </a:lnTo>
                  <a:lnTo>
                    <a:pt x="8031" y="20476"/>
                  </a:lnTo>
                  <a:lnTo>
                    <a:pt x="8167" y="20278"/>
                  </a:lnTo>
                  <a:lnTo>
                    <a:pt x="9166" y="20872"/>
                  </a:lnTo>
                  <a:lnTo>
                    <a:pt x="9666" y="21072"/>
                  </a:lnTo>
                  <a:lnTo>
                    <a:pt x="10164" y="21270"/>
                  </a:lnTo>
                  <a:lnTo>
                    <a:pt x="10256" y="21335"/>
                  </a:lnTo>
                  <a:lnTo>
                    <a:pt x="10346" y="21402"/>
                  </a:lnTo>
                  <a:lnTo>
                    <a:pt x="10482" y="21335"/>
                  </a:lnTo>
                  <a:lnTo>
                    <a:pt x="10572" y="21402"/>
                  </a:lnTo>
                  <a:lnTo>
                    <a:pt x="10981" y="21469"/>
                  </a:lnTo>
                  <a:lnTo>
                    <a:pt x="11843" y="21469"/>
                  </a:lnTo>
                  <a:lnTo>
                    <a:pt x="12252" y="21402"/>
                  </a:lnTo>
                  <a:lnTo>
                    <a:pt x="12661" y="21270"/>
                  </a:lnTo>
                  <a:lnTo>
                    <a:pt x="13069" y="21072"/>
                  </a:lnTo>
                  <a:lnTo>
                    <a:pt x="13477" y="20808"/>
                  </a:lnTo>
                  <a:lnTo>
                    <a:pt x="13885" y="20543"/>
                  </a:lnTo>
                  <a:lnTo>
                    <a:pt x="14294" y="20213"/>
                  </a:lnTo>
                  <a:lnTo>
                    <a:pt x="14702" y="19882"/>
                  </a:lnTo>
                  <a:lnTo>
                    <a:pt x="15066" y="19419"/>
                  </a:lnTo>
                  <a:lnTo>
                    <a:pt x="15428" y="19023"/>
                  </a:lnTo>
                  <a:lnTo>
                    <a:pt x="15792" y="18562"/>
                  </a:lnTo>
                  <a:lnTo>
                    <a:pt x="16108" y="18033"/>
                  </a:lnTo>
                  <a:lnTo>
                    <a:pt x="16426" y="17505"/>
                  </a:lnTo>
                  <a:lnTo>
                    <a:pt x="16699" y="16911"/>
                  </a:lnTo>
                  <a:lnTo>
                    <a:pt x="16971" y="16381"/>
                  </a:lnTo>
                  <a:lnTo>
                    <a:pt x="17198" y="15721"/>
                  </a:lnTo>
                  <a:lnTo>
                    <a:pt x="17380" y="15126"/>
                  </a:lnTo>
                  <a:lnTo>
                    <a:pt x="17561" y="14465"/>
                  </a:lnTo>
                  <a:lnTo>
                    <a:pt x="17697" y="13806"/>
                  </a:lnTo>
                  <a:lnTo>
                    <a:pt x="17788" y="13145"/>
                  </a:lnTo>
                  <a:lnTo>
                    <a:pt x="17879" y="12485"/>
                  </a:lnTo>
                  <a:lnTo>
                    <a:pt x="17925" y="11757"/>
                  </a:lnTo>
                  <a:lnTo>
                    <a:pt x="17925" y="11098"/>
                  </a:lnTo>
                  <a:lnTo>
                    <a:pt x="17879" y="10437"/>
                  </a:lnTo>
                  <a:lnTo>
                    <a:pt x="17788" y="9776"/>
                  </a:lnTo>
                  <a:lnTo>
                    <a:pt x="17652" y="9115"/>
                  </a:lnTo>
                  <a:lnTo>
                    <a:pt x="18695" y="7795"/>
                  </a:lnTo>
                  <a:lnTo>
                    <a:pt x="19694" y="6407"/>
                  </a:lnTo>
                  <a:lnTo>
                    <a:pt x="20329" y="5483"/>
                  </a:lnTo>
                  <a:lnTo>
                    <a:pt x="20647" y="4954"/>
                  </a:lnTo>
                  <a:lnTo>
                    <a:pt x="20964" y="4426"/>
                  </a:lnTo>
                  <a:lnTo>
                    <a:pt x="21238" y="3832"/>
                  </a:lnTo>
                  <a:lnTo>
                    <a:pt x="21464" y="3238"/>
                  </a:lnTo>
                  <a:lnTo>
                    <a:pt x="21600" y="2577"/>
                  </a:lnTo>
                  <a:lnTo>
                    <a:pt x="21600" y="1916"/>
                  </a:lnTo>
                  <a:lnTo>
                    <a:pt x="21510" y="1387"/>
                  </a:lnTo>
                  <a:lnTo>
                    <a:pt x="21374" y="926"/>
                  </a:lnTo>
                  <a:lnTo>
                    <a:pt x="21146" y="463"/>
                  </a:lnTo>
                  <a:lnTo>
                    <a:pt x="20828" y="133"/>
                  </a:lnTo>
                  <a:lnTo>
                    <a:pt x="20647" y="67"/>
                  </a:lnTo>
                  <a:lnTo>
                    <a:pt x="20420"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966" name="Google Shape;336;p6"/>
            <p:cNvSpPr/>
            <p:nvPr/>
          </p:nvSpPr>
          <p:spPr>
            <a:xfrm>
              <a:off x="504571" y="1735614"/>
              <a:ext cx="434211" cy="4487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464" y="2862"/>
                  </a:moveTo>
                  <a:lnTo>
                    <a:pt x="4887" y="3037"/>
                  </a:lnTo>
                  <a:lnTo>
                    <a:pt x="5129" y="3212"/>
                  </a:lnTo>
                  <a:lnTo>
                    <a:pt x="5370" y="3387"/>
                  </a:lnTo>
                  <a:lnTo>
                    <a:pt x="5611" y="3678"/>
                  </a:lnTo>
                  <a:lnTo>
                    <a:pt x="5732" y="3912"/>
                  </a:lnTo>
                  <a:lnTo>
                    <a:pt x="5551" y="3912"/>
                  </a:lnTo>
                  <a:lnTo>
                    <a:pt x="5430" y="3971"/>
                  </a:lnTo>
                  <a:lnTo>
                    <a:pt x="5370" y="4087"/>
                  </a:lnTo>
                  <a:lnTo>
                    <a:pt x="5310" y="4146"/>
                  </a:lnTo>
                  <a:lnTo>
                    <a:pt x="5189" y="4087"/>
                  </a:lnTo>
                  <a:lnTo>
                    <a:pt x="4948" y="3737"/>
                  </a:lnTo>
                  <a:lnTo>
                    <a:pt x="4647" y="3153"/>
                  </a:lnTo>
                  <a:lnTo>
                    <a:pt x="4464" y="2862"/>
                  </a:lnTo>
                  <a:close/>
                  <a:moveTo>
                    <a:pt x="3138" y="4496"/>
                  </a:moveTo>
                  <a:lnTo>
                    <a:pt x="2956" y="4553"/>
                  </a:lnTo>
                  <a:lnTo>
                    <a:pt x="2897" y="4612"/>
                  </a:lnTo>
                  <a:lnTo>
                    <a:pt x="2775" y="4728"/>
                  </a:lnTo>
                  <a:lnTo>
                    <a:pt x="2775" y="4962"/>
                  </a:lnTo>
                  <a:lnTo>
                    <a:pt x="2836" y="5079"/>
                  </a:lnTo>
                  <a:lnTo>
                    <a:pt x="2956" y="5137"/>
                  </a:lnTo>
                  <a:lnTo>
                    <a:pt x="3198" y="5254"/>
                  </a:lnTo>
                  <a:lnTo>
                    <a:pt x="3378" y="5430"/>
                  </a:lnTo>
                  <a:lnTo>
                    <a:pt x="3559" y="5605"/>
                  </a:lnTo>
                  <a:lnTo>
                    <a:pt x="3620" y="5721"/>
                  </a:lnTo>
                  <a:lnTo>
                    <a:pt x="3740" y="5780"/>
                  </a:lnTo>
                  <a:lnTo>
                    <a:pt x="3921" y="5780"/>
                  </a:lnTo>
                  <a:lnTo>
                    <a:pt x="4043" y="5663"/>
                  </a:lnTo>
                  <a:lnTo>
                    <a:pt x="4102" y="5488"/>
                  </a:lnTo>
                  <a:lnTo>
                    <a:pt x="4102" y="5312"/>
                  </a:lnTo>
                  <a:lnTo>
                    <a:pt x="3982" y="5137"/>
                  </a:lnTo>
                  <a:lnTo>
                    <a:pt x="3862" y="5021"/>
                  </a:lnTo>
                  <a:lnTo>
                    <a:pt x="3559" y="4728"/>
                  </a:lnTo>
                  <a:lnTo>
                    <a:pt x="3258" y="4553"/>
                  </a:lnTo>
                  <a:lnTo>
                    <a:pt x="3138" y="4496"/>
                  </a:lnTo>
                  <a:close/>
                  <a:moveTo>
                    <a:pt x="1870" y="3678"/>
                  </a:moveTo>
                  <a:lnTo>
                    <a:pt x="2655" y="3912"/>
                  </a:lnTo>
                  <a:lnTo>
                    <a:pt x="3378" y="4262"/>
                  </a:lnTo>
                  <a:lnTo>
                    <a:pt x="3620" y="4378"/>
                  </a:lnTo>
                  <a:lnTo>
                    <a:pt x="3862" y="4612"/>
                  </a:lnTo>
                  <a:lnTo>
                    <a:pt x="4043" y="4787"/>
                  </a:lnTo>
                  <a:lnTo>
                    <a:pt x="4163" y="5079"/>
                  </a:lnTo>
                  <a:lnTo>
                    <a:pt x="4224" y="5196"/>
                  </a:lnTo>
                  <a:lnTo>
                    <a:pt x="4224" y="5312"/>
                  </a:lnTo>
                  <a:lnTo>
                    <a:pt x="4163" y="5546"/>
                  </a:lnTo>
                  <a:lnTo>
                    <a:pt x="3921" y="5955"/>
                  </a:lnTo>
                  <a:lnTo>
                    <a:pt x="3740" y="6131"/>
                  </a:lnTo>
                  <a:lnTo>
                    <a:pt x="3559" y="6306"/>
                  </a:lnTo>
                  <a:lnTo>
                    <a:pt x="3017" y="5780"/>
                  </a:lnTo>
                  <a:lnTo>
                    <a:pt x="2535" y="5137"/>
                  </a:lnTo>
                  <a:lnTo>
                    <a:pt x="2173" y="4437"/>
                  </a:lnTo>
                  <a:lnTo>
                    <a:pt x="1870" y="3678"/>
                  </a:lnTo>
                  <a:close/>
                  <a:moveTo>
                    <a:pt x="14481" y="818"/>
                  </a:moveTo>
                  <a:lnTo>
                    <a:pt x="14300" y="4028"/>
                  </a:lnTo>
                  <a:lnTo>
                    <a:pt x="14239" y="5780"/>
                  </a:lnTo>
                  <a:lnTo>
                    <a:pt x="14239" y="7240"/>
                  </a:lnTo>
                  <a:lnTo>
                    <a:pt x="12428" y="6013"/>
                  </a:lnTo>
                  <a:lnTo>
                    <a:pt x="11585" y="5371"/>
                  </a:lnTo>
                  <a:lnTo>
                    <a:pt x="10739" y="4728"/>
                  </a:lnTo>
                  <a:lnTo>
                    <a:pt x="10920" y="4437"/>
                  </a:lnTo>
                  <a:lnTo>
                    <a:pt x="11042" y="4262"/>
                  </a:lnTo>
                  <a:lnTo>
                    <a:pt x="12428" y="2862"/>
                  </a:lnTo>
                  <a:lnTo>
                    <a:pt x="13636" y="1577"/>
                  </a:lnTo>
                  <a:lnTo>
                    <a:pt x="13998" y="1168"/>
                  </a:lnTo>
                  <a:lnTo>
                    <a:pt x="14239" y="993"/>
                  </a:lnTo>
                  <a:lnTo>
                    <a:pt x="14481" y="818"/>
                  </a:lnTo>
                  <a:close/>
                  <a:moveTo>
                    <a:pt x="1086" y="6597"/>
                  </a:moveTo>
                  <a:lnTo>
                    <a:pt x="1447" y="6715"/>
                  </a:lnTo>
                  <a:lnTo>
                    <a:pt x="1750" y="6772"/>
                  </a:lnTo>
                  <a:lnTo>
                    <a:pt x="2051" y="6890"/>
                  </a:lnTo>
                  <a:lnTo>
                    <a:pt x="2232" y="7065"/>
                  </a:lnTo>
                  <a:lnTo>
                    <a:pt x="2354" y="7297"/>
                  </a:lnTo>
                  <a:lnTo>
                    <a:pt x="2413" y="7415"/>
                  </a:lnTo>
                  <a:lnTo>
                    <a:pt x="2413" y="7647"/>
                  </a:lnTo>
                  <a:lnTo>
                    <a:pt x="2293" y="7706"/>
                  </a:lnTo>
                  <a:lnTo>
                    <a:pt x="2112" y="7647"/>
                  </a:lnTo>
                  <a:lnTo>
                    <a:pt x="1992" y="7590"/>
                  </a:lnTo>
                  <a:lnTo>
                    <a:pt x="1628" y="7297"/>
                  </a:lnTo>
                  <a:lnTo>
                    <a:pt x="1388" y="7006"/>
                  </a:lnTo>
                  <a:lnTo>
                    <a:pt x="1086" y="6597"/>
                  </a:lnTo>
                  <a:close/>
                  <a:moveTo>
                    <a:pt x="6517" y="4671"/>
                  </a:moveTo>
                  <a:lnTo>
                    <a:pt x="6938" y="5021"/>
                  </a:lnTo>
                  <a:lnTo>
                    <a:pt x="6637" y="5312"/>
                  </a:lnTo>
                  <a:lnTo>
                    <a:pt x="4344" y="7415"/>
                  </a:lnTo>
                  <a:lnTo>
                    <a:pt x="3801" y="7999"/>
                  </a:lnTo>
                  <a:lnTo>
                    <a:pt x="3378" y="8581"/>
                  </a:lnTo>
                  <a:lnTo>
                    <a:pt x="2956" y="8231"/>
                  </a:lnTo>
                  <a:lnTo>
                    <a:pt x="4887" y="6481"/>
                  </a:lnTo>
                  <a:lnTo>
                    <a:pt x="5732" y="5605"/>
                  </a:lnTo>
                  <a:lnTo>
                    <a:pt x="6155" y="5196"/>
                  </a:lnTo>
                  <a:lnTo>
                    <a:pt x="6517" y="4671"/>
                  </a:lnTo>
                  <a:close/>
                  <a:moveTo>
                    <a:pt x="8206" y="8290"/>
                  </a:moveTo>
                  <a:lnTo>
                    <a:pt x="8810" y="9049"/>
                  </a:lnTo>
                  <a:lnTo>
                    <a:pt x="9353" y="9866"/>
                  </a:lnTo>
                  <a:lnTo>
                    <a:pt x="10196" y="11268"/>
                  </a:lnTo>
                  <a:lnTo>
                    <a:pt x="8688" y="10568"/>
                  </a:lnTo>
                  <a:lnTo>
                    <a:pt x="7180" y="9866"/>
                  </a:lnTo>
                  <a:lnTo>
                    <a:pt x="7422" y="9458"/>
                  </a:lnTo>
                  <a:lnTo>
                    <a:pt x="8206" y="8290"/>
                  </a:lnTo>
                  <a:close/>
                  <a:moveTo>
                    <a:pt x="8025" y="7472"/>
                  </a:moveTo>
                  <a:lnTo>
                    <a:pt x="7903" y="7647"/>
                  </a:lnTo>
                  <a:lnTo>
                    <a:pt x="6938" y="8990"/>
                  </a:lnTo>
                  <a:lnTo>
                    <a:pt x="6517" y="9633"/>
                  </a:lnTo>
                  <a:lnTo>
                    <a:pt x="6336" y="9633"/>
                  </a:lnTo>
                  <a:lnTo>
                    <a:pt x="6214" y="9750"/>
                  </a:lnTo>
                  <a:lnTo>
                    <a:pt x="6155" y="9866"/>
                  </a:lnTo>
                  <a:lnTo>
                    <a:pt x="6094" y="9984"/>
                  </a:lnTo>
                  <a:lnTo>
                    <a:pt x="6155" y="10100"/>
                  </a:lnTo>
                  <a:lnTo>
                    <a:pt x="6214" y="10334"/>
                  </a:lnTo>
                  <a:lnTo>
                    <a:pt x="6336" y="10391"/>
                  </a:lnTo>
                  <a:lnTo>
                    <a:pt x="6456" y="10450"/>
                  </a:lnTo>
                  <a:lnTo>
                    <a:pt x="6576" y="10450"/>
                  </a:lnTo>
                  <a:lnTo>
                    <a:pt x="8507" y="11268"/>
                  </a:lnTo>
                  <a:lnTo>
                    <a:pt x="9412" y="11675"/>
                  </a:lnTo>
                  <a:lnTo>
                    <a:pt x="9956" y="11852"/>
                  </a:lnTo>
                  <a:lnTo>
                    <a:pt x="10438" y="11909"/>
                  </a:lnTo>
                  <a:lnTo>
                    <a:pt x="10558" y="11909"/>
                  </a:lnTo>
                  <a:lnTo>
                    <a:pt x="10680" y="11852"/>
                  </a:lnTo>
                  <a:lnTo>
                    <a:pt x="10739" y="11909"/>
                  </a:lnTo>
                  <a:lnTo>
                    <a:pt x="10861" y="11909"/>
                  </a:lnTo>
                  <a:lnTo>
                    <a:pt x="10920" y="11852"/>
                  </a:lnTo>
                  <a:lnTo>
                    <a:pt x="10920" y="11793"/>
                  </a:lnTo>
                  <a:lnTo>
                    <a:pt x="10800" y="11268"/>
                  </a:lnTo>
                  <a:lnTo>
                    <a:pt x="10619" y="10743"/>
                  </a:lnTo>
                  <a:lnTo>
                    <a:pt x="10318" y="10216"/>
                  </a:lnTo>
                  <a:lnTo>
                    <a:pt x="10015" y="9691"/>
                  </a:lnTo>
                  <a:lnTo>
                    <a:pt x="9292" y="8640"/>
                  </a:lnTo>
                  <a:lnTo>
                    <a:pt x="8446" y="7590"/>
                  </a:lnTo>
                  <a:lnTo>
                    <a:pt x="8326" y="7472"/>
                  </a:lnTo>
                  <a:close/>
                  <a:moveTo>
                    <a:pt x="16049" y="15178"/>
                  </a:moveTo>
                  <a:lnTo>
                    <a:pt x="16110" y="15353"/>
                  </a:lnTo>
                  <a:lnTo>
                    <a:pt x="16170" y="15528"/>
                  </a:lnTo>
                  <a:lnTo>
                    <a:pt x="16230" y="15703"/>
                  </a:lnTo>
                  <a:lnTo>
                    <a:pt x="16230" y="15880"/>
                  </a:lnTo>
                  <a:lnTo>
                    <a:pt x="16170" y="16055"/>
                  </a:lnTo>
                  <a:lnTo>
                    <a:pt x="16110" y="15528"/>
                  </a:lnTo>
                  <a:lnTo>
                    <a:pt x="16049" y="15178"/>
                  </a:lnTo>
                  <a:close/>
                  <a:moveTo>
                    <a:pt x="14721" y="14128"/>
                  </a:moveTo>
                  <a:lnTo>
                    <a:pt x="15144" y="14362"/>
                  </a:lnTo>
                  <a:lnTo>
                    <a:pt x="15144" y="14653"/>
                  </a:lnTo>
                  <a:lnTo>
                    <a:pt x="15266" y="14946"/>
                  </a:lnTo>
                  <a:lnTo>
                    <a:pt x="15447" y="15528"/>
                  </a:lnTo>
                  <a:lnTo>
                    <a:pt x="15748" y="16580"/>
                  </a:lnTo>
                  <a:lnTo>
                    <a:pt x="15567" y="16697"/>
                  </a:lnTo>
                  <a:lnTo>
                    <a:pt x="15447" y="16346"/>
                  </a:lnTo>
                  <a:lnTo>
                    <a:pt x="15266" y="16055"/>
                  </a:lnTo>
                  <a:lnTo>
                    <a:pt x="14662" y="14771"/>
                  </a:lnTo>
                  <a:lnTo>
                    <a:pt x="14540" y="14537"/>
                  </a:lnTo>
                  <a:lnTo>
                    <a:pt x="14420" y="14362"/>
                  </a:lnTo>
                  <a:lnTo>
                    <a:pt x="14721" y="14128"/>
                  </a:lnTo>
                  <a:close/>
                  <a:moveTo>
                    <a:pt x="14058" y="14712"/>
                  </a:moveTo>
                  <a:lnTo>
                    <a:pt x="14058" y="14771"/>
                  </a:lnTo>
                  <a:lnTo>
                    <a:pt x="14239" y="14771"/>
                  </a:lnTo>
                  <a:lnTo>
                    <a:pt x="14300" y="14712"/>
                  </a:lnTo>
                  <a:lnTo>
                    <a:pt x="14239" y="14887"/>
                  </a:lnTo>
                  <a:lnTo>
                    <a:pt x="14239" y="15062"/>
                  </a:lnTo>
                  <a:lnTo>
                    <a:pt x="14420" y="15471"/>
                  </a:lnTo>
                  <a:lnTo>
                    <a:pt x="14843" y="16230"/>
                  </a:lnTo>
                  <a:lnTo>
                    <a:pt x="15083" y="16755"/>
                  </a:lnTo>
                  <a:lnTo>
                    <a:pt x="14481" y="16288"/>
                  </a:lnTo>
                  <a:lnTo>
                    <a:pt x="14481" y="16230"/>
                  </a:lnTo>
                  <a:lnTo>
                    <a:pt x="14420" y="15762"/>
                  </a:lnTo>
                  <a:lnTo>
                    <a:pt x="14239" y="15296"/>
                  </a:lnTo>
                  <a:lnTo>
                    <a:pt x="14119" y="15062"/>
                  </a:lnTo>
                  <a:lnTo>
                    <a:pt x="13938" y="14828"/>
                  </a:lnTo>
                  <a:lnTo>
                    <a:pt x="14058" y="14712"/>
                  </a:lnTo>
                  <a:close/>
                  <a:moveTo>
                    <a:pt x="15567" y="16872"/>
                  </a:moveTo>
                  <a:lnTo>
                    <a:pt x="15748" y="16931"/>
                  </a:lnTo>
                  <a:lnTo>
                    <a:pt x="15567" y="16931"/>
                  </a:lnTo>
                  <a:lnTo>
                    <a:pt x="15567" y="16872"/>
                  </a:lnTo>
                  <a:close/>
                  <a:moveTo>
                    <a:pt x="14601" y="13544"/>
                  </a:moveTo>
                  <a:lnTo>
                    <a:pt x="14119" y="13894"/>
                  </a:lnTo>
                  <a:lnTo>
                    <a:pt x="13697" y="14187"/>
                  </a:lnTo>
                  <a:lnTo>
                    <a:pt x="13394" y="14596"/>
                  </a:lnTo>
                  <a:lnTo>
                    <a:pt x="13274" y="14887"/>
                  </a:lnTo>
                  <a:lnTo>
                    <a:pt x="13154" y="15121"/>
                  </a:lnTo>
                  <a:lnTo>
                    <a:pt x="13154" y="15353"/>
                  </a:lnTo>
                  <a:lnTo>
                    <a:pt x="13213" y="15646"/>
                  </a:lnTo>
                  <a:lnTo>
                    <a:pt x="13274" y="15880"/>
                  </a:lnTo>
                  <a:lnTo>
                    <a:pt x="13394" y="16055"/>
                  </a:lnTo>
                  <a:lnTo>
                    <a:pt x="13756" y="16463"/>
                  </a:lnTo>
                  <a:lnTo>
                    <a:pt x="14119" y="16813"/>
                  </a:lnTo>
                  <a:lnTo>
                    <a:pt x="14662" y="17164"/>
                  </a:lnTo>
                  <a:lnTo>
                    <a:pt x="15205" y="17456"/>
                  </a:lnTo>
                  <a:lnTo>
                    <a:pt x="15447" y="17572"/>
                  </a:lnTo>
                  <a:lnTo>
                    <a:pt x="15687" y="17631"/>
                  </a:lnTo>
                  <a:lnTo>
                    <a:pt x="15929" y="17572"/>
                  </a:lnTo>
                  <a:lnTo>
                    <a:pt x="16230" y="17456"/>
                  </a:lnTo>
                  <a:lnTo>
                    <a:pt x="16532" y="17222"/>
                  </a:lnTo>
                  <a:lnTo>
                    <a:pt x="16833" y="16872"/>
                  </a:lnTo>
                  <a:lnTo>
                    <a:pt x="16894" y="16697"/>
                  </a:lnTo>
                  <a:lnTo>
                    <a:pt x="16894" y="16346"/>
                  </a:lnTo>
                  <a:lnTo>
                    <a:pt x="16774" y="16171"/>
                  </a:lnTo>
                  <a:lnTo>
                    <a:pt x="16774" y="15762"/>
                  </a:lnTo>
                  <a:lnTo>
                    <a:pt x="16713" y="15412"/>
                  </a:lnTo>
                  <a:lnTo>
                    <a:pt x="16593" y="15062"/>
                  </a:lnTo>
                  <a:lnTo>
                    <a:pt x="16411" y="14712"/>
                  </a:lnTo>
                  <a:lnTo>
                    <a:pt x="16170" y="14419"/>
                  </a:lnTo>
                  <a:lnTo>
                    <a:pt x="15868" y="14187"/>
                  </a:lnTo>
                  <a:lnTo>
                    <a:pt x="15567" y="13953"/>
                  </a:lnTo>
                  <a:lnTo>
                    <a:pt x="14902" y="13544"/>
                  </a:lnTo>
                  <a:close/>
                  <a:moveTo>
                    <a:pt x="4283" y="13544"/>
                  </a:moveTo>
                  <a:lnTo>
                    <a:pt x="6275" y="15528"/>
                  </a:lnTo>
                  <a:lnTo>
                    <a:pt x="7060" y="16346"/>
                  </a:lnTo>
                  <a:lnTo>
                    <a:pt x="6336" y="16463"/>
                  </a:lnTo>
                  <a:lnTo>
                    <a:pt x="4405" y="16988"/>
                  </a:lnTo>
                  <a:lnTo>
                    <a:pt x="2594" y="17456"/>
                  </a:lnTo>
                  <a:lnTo>
                    <a:pt x="1750" y="17690"/>
                  </a:lnTo>
                  <a:lnTo>
                    <a:pt x="1146" y="17806"/>
                  </a:lnTo>
                  <a:lnTo>
                    <a:pt x="966" y="17806"/>
                  </a:lnTo>
                  <a:lnTo>
                    <a:pt x="785" y="17747"/>
                  </a:lnTo>
                  <a:lnTo>
                    <a:pt x="2594" y="15471"/>
                  </a:lnTo>
                  <a:lnTo>
                    <a:pt x="3138" y="14828"/>
                  </a:lnTo>
                  <a:lnTo>
                    <a:pt x="3620" y="14187"/>
                  </a:lnTo>
                  <a:lnTo>
                    <a:pt x="3982" y="13894"/>
                  </a:lnTo>
                  <a:lnTo>
                    <a:pt x="4283" y="13544"/>
                  </a:lnTo>
                  <a:close/>
                  <a:moveTo>
                    <a:pt x="14662" y="13019"/>
                  </a:moveTo>
                  <a:lnTo>
                    <a:pt x="14963" y="13077"/>
                  </a:lnTo>
                  <a:lnTo>
                    <a:pt x="15205" y="13135"/>
                  </a:lnTo>
                  <a:lnTo>
                    <a:pt x="15748" y="13369"/>
                  </a:lnTo>
                  <a:lnTo>
                    <a:pt x="16230" y="13662"/>
                  </a:lnTo>
                  <a:lnTo>
                    <a:pt x="16652" y="14069"/>
                  </a:lnTo>
                  <a:lnTo>
                    <a:pt x="16955" y="14596"/>
                  </a:lnTo>
                  <a:lnTo>
                    <a:pt x="17195" y="15062"/>
                  </a:lnTo>
                  <a:lnTo>
                    <a:pt x="17376" y="15587"/>
                  </a:lnTo>
                  <a:lnTo>
                    <a:pt x="17437" y="16171"/>
                  </a:lnTo>
                  <a:lnTo>
                    <a:pt x="17437" y="16755"/>
                  </a:lnTo>
                  <a:lnTo>
                    <a:pt x="17256" y="17281"/>
                  </a:lnTo>
                  <a:lnTo>
                    <a:pt x="17256" y="17340"/>
                  </a:lnTo>
                  <a:lnTo>
                    <a:pt x="17195" y="17281"/>
                  </a:lnTo>
                  <a:lnTo>
                    <a:pt x="17014" y="17164"/>
                  </a:lnTo>
                  <a:lnTo>
                    <a:pt x="16894" y="17164"/>
                  </a:lnTo>
                  <a:lnTo>
                    <a:pt x="16713" y="17222"/>
                  </a:lnTo>
                  <a:lnTo>
                    <a:pt x="16652" y="17397"/>
                  </a:lnTo>
                  <a:lnTo>
                    <a:pt x="16593" y="17631"/>
                  </a:lnTo>
                  <a:lnTo>
                    <a:pt x="16532" y="17806"/>
                  </a:lnTo>
                  <a:lnTo>
                    <a:pt x="16230" y="17981"/>
                  </a:lnTo>
                  <a:lnTo>
                    <a:pt x="16110" y="18097"/>
                  </a:lnTo>
                  <a:lnTo>
                    <a:pt x="16049" y="18215"/>
                  </a:lnTo>
                  <a:lnTo>
                    <a:pt x="15809" y="18272"/>
                  </a:lnTo>
                  <a:lnTo>
                    <a:pt x="15567" y="18272"/>
                  </a:lnTo>
                  <a:lnTo>
                    <a:pt x="15386" y="18215"/>
                  </a:lnTo>
                  <a:lnTo>
                    <a:pt x="15144" y="18156"/>
                  </a:lnTo>
                  <a:lnTo>
                    <a:pt x="14178" y="17631"/>
                  </a:lnTo>
                  <a:lnTo>
                    <a:pt x="13697" y="17340"/>
                  </a:lnTo>
                  <a:lnTo>
                    <a:pt x="13274" y="16988"/>
                  </a:lnTo>
                  <a:lnTo>
                    <a:pt x="12912" y="16580"/>
                  </a:lnTo>
                  <a:lnTo>
                    <a:pt x="12670" y="16112"/>
                  </a:lnTo>
                  <a:lnTo>
                    <a:pt x="12489" y="15587"/>
                  </a:lnTo>
                  <a:lnTo>
                    <a:pt x="12489" y="15121"/>
                  </a:lnTo>
                  <a:lnTo>
                    <a:pt x="12550" y="14596"/>
                  </a:lnTo>
                  <a:lnTo>
                    <a:pt x="12792" y="14128"/>
                  </a:lnTo>
                  <a:lnTo>
                    <a:pt x="13093" y="13719"/>
                  </a:lnTo>
                  <a:lnTo>
                    <a:pt x="13516" y="13369"/>
                  </a:lnTo>
                  <a:lnTo>
                    <a:pt x="13817" y="13194"/>
                  </a:lnTo>
                  <a:lnTo>
                    <a:pt x="14119" y="13077"/>
                  </a:lnTo>
                  <a:lnTo>
                    <a:pt x="14359" y="13019"/>
                  </a:lnTo>
                  <a:close/>
                  <a:moveTo>
                    <a:pt x="14420" y="12377"/>
                  </a:moveTo>
                  <a:lnTo>
                    <a:pt x="14058" y="12434"/>
                  </a:lnTo>
                  <a:lnTo>
                    <a:pt x="13756" y="12493"/>
                  </a:lnTo>
                  <a:lnTo>
                    <a:pt x="13394" y="12668"/>
                  </a:lnTo>
                  <a:lnTo>
                    <a:pt x="13093" y="12785"/>
                  </a:lnTo>
                  <a:lnTo>
                    <a:pt x="12792" y="13019"/>
                  </a:lnTo>
                  <a:lnTo>
                    <a:pt x="12489" y="13311"/>
                  </a:lnTo>
                  <a:lnTo>
                    <a:pt x="12247" y="13544"/>
                  </a:lnTo>
                  <a:lnTo>
                    <a:pt x="12067" y="13778"/>
                  </a:lnTo>
                  <a:lnTo>
                    <a:pt x="11826" y="14362"/>
                  </a:lnTo>
                  <a:lnTo>
                    <a:pt x="11705" y="15003"/>
                  </a:lnTo>
                  <a:lnTo>
                    <a:pt x="11705" y="15646"/>
                  </a:lnTo>
                  <a:lnTo>
                    <a:pt x="11766" y="15996"/>
                  </a:lnTo>
                  <a:lnTo>
                    <a:pt x="11886" y="16346"/>
                  </a:lnTo>
                  <a:lnTo>
                    <a:pt x="12067" y="16638"/>
                  </a:lnTo>
                  <a:lnTo>
                    <a:pt x="12247" y="16931"/>
                  </a:lnTo>
                  <a:lnTo>
                    <a:pt x="12731" y="17515"/>
                  </a:lnTo>
                  <a:lnTo>
                    <a:pt x="13335" y="17981"/>
                  </a:lnTo>
                  <a:lnTo>
                    <a:pt x="13998" y="18390"/>
                  </a:lnTo>
                  <a:lnTo>
                    <a:pt x="14662" y="18740"/>
                  </a:lnTo>
                  <a:lnTo>
                    <a:pt x="15024" y="18915"/>
                  </a:lnTo>
                  <a:lnTo>
                    <a:pt x="15386" y="19031"/>
                  </a:lnTo>
                  <a:lnTo>
                    <a:pt x="15748" y="19031"/>
                  </a:lnTo>
                  <a:lnTo>
                    <a:pt x="16049" y="18974"/>
                  </a:lnTo>
                  <a:lnTo>
                    <a:pt x="16411" y="18856"/>
                  </a:lnTo>
                  <a:lnTo>
                    <a:pt x="16774" y="18624"/>
                  </a:lnTo>
                  <a:lnTo>
                    <a:pt x="17075" y="18390"/>
                  </a:lnTo>
                  <a:lnTo>
                    <a:pt x="17256" y="18097"/>
                  </a:lnTo>
                  <a:lnTo>
                    <a:pt x="17557" y="17981"/>
                  </a:lnTo>
                  <a:lnTo>
                    <a:pt x="17738" y="17747"/>
                  </a:lnTo>
                  <a:lnTo>
                    <a:pt x="17921" y="17456"/>
                  </a:lnTo>
                  <a:lnTo>
                    <a:pt x="18041" y="17164"/>
                  </a:lnTo>
                  <a:lnTo>
                    <a:pt x="18101" y="16872"/>
                  </a:lnTo>
                  <a:lnTo>
                    <a:pt x="18101" y="16112"/>
                  </a:lnTo>
                  <a:lnTo>
                    <a:pt x="18041" y="15412"/>
                  </a:lnTo>
                  <a:lnTo>
                    <a:pt x="17799" y="14653"/>
                  </a:lnTo>
                  <a:lnTo>
                    <a:pt x="17498" y="14012"/>
                  </a:lnTo>
                  <a:lnTo>
                    <a:pt x="17256" y="13719"/>
                  </a:lnTo>
                  <a:lnTo>
                    <a:pt x="17014" y="13428"/>
                  </a:lnTo>
                  <a:lnTo>
                    <a:pt x="16774" y="13194"/>
                  </a:lnTo>
                  <a:lnTo>
                    <a:pt x="16471" y="12960"/>
                  </a:lnTo>
                  <a:lnTo>
                    <a:pt x="16170" y="12785"/>
                  </a:lnTo>
                  <a:lnTo>
                    <a:pt x="15809" y="12610"/>
                  </a:lnTo>
                  <a:lnTo>
                    <a:pt x="15506" y="12493"/>
                  </a:lnTo>
                  <a:lnTo>
                    <a:pt x="15144" y="12434"/>
                  </a:lnTo>
                  <a:lnTo>
                    <a:pt x="14782" y="12377"/>
                  </a:lnTo>
                  <a:close/>
                  <a:moveTo>
                    <a:pt x="14843" y="0"/>
                  </a:moveTo>
                  <a:lnTo>
                    <a:pt x="14420" y="59"/>
                  </a:lnTo>
                  <a:lnTo>
                    <a:pt x="14058" y="175"/>
                  </a:lnTo>
                  <a:lnTo>
                    <a:pt x="13756" y="409"/>
                  </a:lnTo>
                  <a:lnTo>
                    <a:pt x="13455" y="700"/>
                  </a:lnTo>
                  <a:lnTo>
                    <a:pt x="12489" y="1634"/>
                  </a:lnTo>
                  <a:lnTo>
                    <a:pt x="11524" y="2628"/>
                  </a:lnTo>
                  <a:lnTo>
                    <a:pt x="10920" y="3269"/>
                  </a:lnTo>
                  <a:lnTo>
                    <a:pt x="10499" y="3678"/>
                  </a:lnTo>
                  <a:lnTo>
                    <a:pt x="10196" y="4146"/>
                  </a:lnTo>
                  <a:lnTo>
                    <a:pt x="9533" y="3503"/>
                  </a:lnTo>
                  <a:lnTo>
                    <a:pt x="9412" y="3387"/>
                  </a:lnTo>
                  <a:lnTo>
                    <a:pt x="9050" y="3387"/>
                  </a:lnTo>
                  <a:lnTo>
                    <a:pt x="8869" y="3503"/>
                  </a:lnTo>
                  <a:lnTo>
                    <a:pt x="8810" y="3562"/>
                  </a:lnTo>
                  <a:lnTo>
                    <a:pt x="8084" y="4028"/>
                  </a:lnTo>
                  <a:lnTo>
                    <a:pt x="7422" y="4612"/>
                  </a:lnTo>
                  <a:lnTo>
                    <a:pt x="7060" y="4321"/>
                  </a:lnTo>
                  <a:lnTo>
                    <a:pt x="6698" y="3971"/>
                  </a:lnTo>
                  <a:lnTo>
                    <a:pt x="6576" y="3912"/>
                  </a:lnTo>
                  <a:lnTo>
                    <a:pt x="6395" y="3912"/>
                  </a:lnTo>
                  <a:lnTo>
                    <a:pt x="6275" y="3971"/>
                  </a:lnTo>
                  <a:lnTo>
                    <a:pt x="6214" y="4087"/>
                  </a:lnTo>
                  <a:lnTo>
                    <a:pt x="6214" y="3678"/>
                  </a:lnTo>
                  <a:lnTo>
                    <a:pt x="6033" y="3387"/>
                  </a:lnTo>
                  <a:lnTo>
                    <a:pt x="5791" y="3037"/>
                  </a:lnTo>
                  <a:lnTo>
                    <a:pt x="5490" y="2803"/>
                  </a:lnTo>
                  <a:lnTo>
                    <a:pt x="5129" y="2569"/>
                  </a:lnTo>
                  <a:lnTo>
                    <a:pt x="4706" y="2394"/>
                  </a:lnTo>
                  <a:lnTo>
                    <a:pt x="4043" y="2102"/>
                  </a:lnTo>
                  <a:lnTo>
                    <a:pt x="3862" y="2102"/>
                  </a:lnTo>
                  <a:lnTo>
                    <a:pt x="3681" y="2160"/>
                  </a:lnTo>
                  <a:lnTo>
                    <a:pt x="3620" y="2277"/>
                  </a:lnTo>
                  <a:lnTo>
                    <a:pt x="3620" y="2394"/>
                  </a:lnTo>
                  <a:lnTo>
                    <a:pt x="4163" y="3562"/>
                  </a:lnTo>
                  <a:lnTo>
                    <a:pt x="4405" y="4028"/>
                  </a:lnTo>
                  <a:lnTo>
                    <a:pt x="4525" y="4262"/>
                  </a:lnTo>
                  <a:lnTo>
                    <a:pt x="4706" y="4496"/>
                  </a:lnTo>
                  <a:lnTo>
                    <a:pt x="4948" y="4612"/>
                  </a:lnTo>
                  <a:lnTo>
                    <a:pt x="5249" y="4671"/>
                  </a:lnTo>
                  <a:lnTo>
                    <a:pt x="5490" y="4671"/>
                  </a:lnTo>
                  <a:lnTo>
                    <a:pt x="5732" y="4553"/>
                  </a:lnTo>
                  <a:lnTo>
                    <a:pt x="5974" y="4437"/>
                  </a:lnTo>
                  <a:lnTo>
                    <a:pt x="5430" y="5021"/>
                  </a:lnTo>
                  <a:lnTo>
                    <a:pt x="4887" y="5546"/>
                  </a:lnTo>
                  <a:lnTo>
                    <a:pt x="4828" y="5430"/>
                  </a:lnTo>
                  <a:lnTo>
                    <a:pt x="4828" y="5196"/>
                  </a:lnTo>
                  <a:lnTo>
                    <a:pt x="4767" y="4903"/>
                  </a:lnTo>
                  <a:lnTo>
                    <a:pt x="4647" y="4496"/>
                  </a:lnTo>
                  <a:lnTo>
                    <a:pt x="4405" y="4146"/>
                  </a:lnTo>
                  <a:lnTo>
                    <a:pt x="4043" y="3794"/>
                  </a:lnTo>
                  <a:lnTo>
                    <a:pt x="3681" y="3562"/>
                  </a:lnTo>
                  <a:lnTo>
                    <a:pt x="3258" y="3328"/>
                  </a:lnTo>
                  <a:lnTo>
                    <a:pt x="2775" y="3153"/>
                  </a:lnTo>
                  <a:lnTo>
                    <a:pt x="2354" y="3037"/>
                  </a:lnTo>
                  <a:lnTo>
                    <a:pt x="1447" y="2919"/>
                  </a:lnTo>
                  <a:lnTo>
                    <a:pt x="1267" y="2919"/>
                  </a:lnTo>
                  <a:lnTo>
                    <a:pt x="1146" y="2978"/>
                  </a:lnTo>
                  <a:lnTo>
                    <a:pt x="1026" y="3094"/>
                  </a:lnTo>
                  <a:lnTo>
                    <a:pt x="1026" y="3269"/>
                  </a:lnTo>
                  <a:lnTo>
                    <a:pt x="1146" y="3794"/>
                  </a:lnTo>
                  <a:lnTo>
                    <a:pt x="1327" y="4378"/>
                  </a:lnTo>
                  <a:lnTo>
                    <a:pt x="1508" y="4846"/>
                  </a:lnTo>
                  <a:lnTo>
                    <a:pt x="1811" y="5371"/>
                  </a:lnTo>
                  <a:lnTo>
                    <a:pt x="2112" y="5838"/>
                  </a:lnTo>
                  <a:lnTo>
                    <a:pt x="2474" y="6247"/>
                  </a:lnTo>
                  <a:lnTo>
                    <a:pt x="2836" y="6656"/>
                  </a:lnTo>
                  <a:lnTo>
                    <a:pt x="3258" y="7065"/>
                  </a:lnTo>
                  <a:lnTo>
                    <a:pt x="3319" y="7065"/>
                  </a:lnTo>
                  <a:lnTo>
                    <a:pt x="2897" y="7472"/>
                  </a:lnTo>
                  <a:lnTo>
                    <a:pt x="2897" y="7240"/>
                  </a:lnTo>
                  <a:lnTo>
                    <a:pt x="2836" y="7006"/>
                  </a:lnTo>
                  <a:lnTo>
                    <a:pt x="2655" y="6772"/>
                  </a:lnTo>
                  <a:lnTo>
                    <a:pt x="2413" y="6538"/>
                  </a:lnTo>
                  <a:lnTo>
                    <a:pt x="2173" y="6363"/>
                  </a:lnTo>
                  <a:lnTo>
                    <a:pt x="1811" y="6247"/>
                  </a:lnTo>
                  <a:lnTo>
                    <a:pt x="1146" y="6072"/>
                  </a:lnTo>
                  <a:lnTo>
                    <a:pt x="543" y="5955"/>
                  </a:lnTo>
                  <a:lnTo>
                    <a:pt x="362" y="5955"/>
                  </a:lnTo>
                  <a:lnTo>
                    <a:pt x="242" y="6072"/>
                  </a:lnTo>
                  <a:lnTo>
                    <a:pt x="181" y="6247"/>
                  </a:lnTo>
                  <a:lnTo>
                    <a:pt x="242" y="6363"/>
                  </a:lnTo>
                  <a:lnTo>
                    <a:pt x="604" y="6890"/>
                  </a:lnTo>
                  <a:lnTo>
                    <a:pt x="1026" y="7531"/>
                  </a:lnTo>
                  <a:lnTo>
                    <a:pt x="1327" y="7822"/>
                  </a:lnTo>
                  <a:lnTo>
                    <a:pt x="1569" y="8056"/>
                  </a:lnTo>
                  <a:lnTo>
                    <a:pt x="1870" y="8231"/>
                  </a:lnTo>
                  <a:lnTo>
                    <a:pt x="2173" y="8349"/>
                  </a:lnTo>
                  <a:lnTo>
                    <a:pt x="2173" y="8406"/>
                  </a:lnTo>
                  <a:lnTo>
                    <a:pt x="2293" y="8524"/>
                  </a:lnTo>
                  <a:lnTo>
                    <a:pt x="3017" y="9166"/>
                  </a:lnTo>
                  <a:lnTo>
                    <a:pt x="2716" y="9750"/>
                  </a:lnTo>
                  <a:lnTo>
                    <a:pt x="2474" y="10334"/>
                  </a:lnTo>
                  <a:lnTo>
                    <a:pt x="2293" y="10975"/>
                  </a:lnTo>
                  <a:lnTo>
                    <a:pt x="2173" y="11034"/>
                  </a:lnTo>
                  <a:lnTo>
                    <a:pt x="2173" y="11384"/>
                  </a:lnTo>
                  <a:lnTo>
                    <a:pt x="2232" y="11559"/>
                  </a:lnTo>
                  <a:lnTo>
                    <a:pt x="2354" y="11734"/>
                  </a:lnTo>
                  <a:lnTo>
                    <a:pt x="2413" y="11793"/>
                  </a:lnTo>
                  <a:lnTo>
                    <a:pt x="2535" y="11852"/>
                  </a:lnTo>
                  <a:lnTo>
                    <a:pt x="2716" y="12084"/>
                  </a:lnTo>
                  <a:lnTo>
                    <a:pt x="3801" y="13077"/>
                  </a:lnTo>
                  <a:lnTo>
                    <a:pt x="3559" y="13253"/>
                  </a:lnTo>
                  <a:lnTo>
                    <a:pt x="3319" y="13428"/>
                  </a:lnTo>
                  <a:lnTo>
                    <a:pt x="2897" y="13837"/>
                  </a:lnTo>
                  <a:lnTo>
                    <a:pt x="2293" y="14653"/>
                  </a:lnTo>
                  <a:lnTo>
                    <a:pt x="1628" y="15471"/>
                  </a:lnTo>
                  <a:lnTo>
                    <a:pt x="362" y="17106"/>
                  </a:lnTo>
                  <a:lnTo>
                    <a:pt x="120" y="17456"/>
                  </a:lnTo>
                  <a:lnTo>
                    <a:pt x="0" y="17747"/>
                  </a:lnTo>
                  <a:lnTo>
                    <a:pt x="0" y="17865"/>
                  </a:lnTo>
                  <a:lnTo>
                    <a:pt x="61" y="18040"/>
                  </a:lnTo>
                  <a:lnTo>
                    <a:pt x="301" y="18331"/>
                  </a:lnTo>
                  <a:lnTo>
                    <a:pt x="423" y="18449"/>
                  </a:lnTo>
                  <a:lnTo>
                    <a:pt x="604" y="18506"/>
                  </a:lnTo>
                  <a:lnTo>
                    <a:pt x="905" y="18565"/>
                  </a:lnTo>
                  <a:lnTo>
                    <a:pt x="1267" y="18506"/>
                  </a:lnTo>
                  <a:lnTo>
                    <a:pt x="1628" y="18449"/>
                  </a:lnTo>
                  <a:lnTo>
                    <a:pt x="3862" y="17806"/>
                  </a:lnTo>
                  <a:lnTo>
                    <a:pt x="5913" y="17222"/>
                  </a:lnTo>
                  <a:lnTo>
                    <a:pt x="6698" y="17047"/>
                  </a:lnTo>
                  <a:lnTo>
                    <a:pt x="7060" y="16931"/>
                  </a:lnTo>
                  <a:lnTo>
                    <a:pt x="7422" y="16697"/>
                  </a:lnTo>
                  <a:lnTo>
                    <a:pt x="8265" y="17515"/>
                  </a:lnTo>
                  <a:lnTo>
                    <a:pt x="9111" y="18331"/>
                  </a:lnTo>
                  <a:lnTo>
                    <a:pt x="10015" y="19090"/>
                  </a:lnTo>
                  <a:lnTo>
                    <a:pt x="10981" y="19732"/>
                  </a:lnTo>
                  <a:lnTo>
                    <a:pt x="11524" y="20083"/>
                  </a:lnTo>
                  <a:lnTo>
                    <a:pt x="12127" y="20375"/>
                  </a:lnTo>
                  <a:lnTo>
                    <a:pt x="12731" y="20666"/>
                  </a:lnTo>
                  <a:lnTo>
                    <a:pt x="13274" y="20900"/>
                  </a:lnTo>
                  <a:lnTo>
                    <a:pt x="13938" y="21075"/>
                  </a:lnTo>
                  <a:lnTo>
                    <a:pt x="14540" y="21250"/>
                  </a:lnTo>
                  <a:lnTo>
                    <a:pt x="15144" y="21368"/>
                  </a:lnTo>
                  <a:lnTo>
                    <a:pt x="15809" y="21484"/>
                  </a:lnTo>
                  <a:lnTo>
                    <a:pt x="16411" y="21543"/>
                  </a:lnTo>
                  <a:lnTo>
                    <a:pt x="17075" y="21600"/>
                  </a:lnTo>
                  <a:lnTo>
                    <a:pt x="18282" y="21543"/>
                  </a:lnTo>
                  <a:lnTo>
                    <a:pt x="19429" y="21368"/>
                  </a:lnTo>
                  <a:lnTo>
                    <a:pt x="20092" y="21193"/>
                  </a:lnTo>
                  <a:lnTo>
                    <a:pt x="20333" y="21134"/>
                  </a:lnTo>
                  <a:lnTo>
                    <a:pt x="20454" y="21134"/>
                  </a:lnTo>
                  <a:lnTo>
                    <a:pt x="20454" y="21193"/>
                  </a:lnTo>
                  <a:lnTo>
                    <a:pt x="20575" y="21250"/>
                  </a:lnTo>
                  <a:lnTo>
                    <a:pt x="20634" y="21250"/>
                  </a:lnTo>
                  <a:lnTo>
                    <a:pt x="20695" y="21193"/>
                  </a:lnTo>
                  <a:lnTo>
                    <a:pt x="20756" y="21134"/>
                  </a:lnTo>
                  <a:lnTo>
                    <a:pt x="20815" y="20959"/>
                  </a:lnTo>
                  <a:lnTo>
                    <a:pt x="20815" y="20725"/>
                  </a:lnTo>
                  <a:lnTo>
                    <a:pt x="20634" y="20608"/>
                  </a:lnTo>
                  <a:lnTo>
                    <a:pt x="20454" y="20550"/>
                  </a:lnTo>
                  <a:lnTo>
                    <a:pt x="20031" y="20550"/>
                  </a:lnTo>
                  <a:lnTo>
                    <a:pt x="19248" y="20725"/>
                  </a:lnTo>
                  <a:lnTo>
                    <a:pt x="18402" y="20841"/>
                  </a:lnTo>
                  <a:lnTo>
                    <a:pt x="17679" y="20900"/>
                  </a:lnTo>
                  <a:lnTo>
                    <a:pt x="16955" y="20841"/>
                  </a:lnTo>
                  <a:lnTo>
                    <a:pt x="16230" y="20841"/>
                  </a:lnTo>
                  <a:lnTo>
                    <a:pt x="15567" y="20725"/>
                  </a:lnTo>
                  <a:lnTo>
                    <a:pt x="14843" y="20608"/>
                  </a:lnTo>
                  <a:lnTo>
                    <a:pt x="14119" y="20375"/>
                  </a:lnTo>
                  <a:lnTo>
                    <a:pt x="13455" y="20141"/>
                  </a:lnTo>
                  <a:lnTo>
                    <a:pt x="12792" y="19908"/>
                  </a:lnTo>
                  <a:lnTo>
                    <a:pt x="12007" y="19499"/>
                  </a:lnTo>
                  <a:lnTo>
                    <a:pt x="11284" y="19031"/>
                  </a:lnTo>
                  <a:lnTo>
                    <a:pt x="10558" y="18506"/>
                  </a:lnTo>
                  <a:lnTo>
                    <a:pt x="9895" y="17981"/>
                  </a:lnTo>
                  <a:lnTo>
                    <a:pt x="8629" y="16813"/>
                  </a:lnTo>
                  <a:lnTo>
                    <a:pt x="7422" y="15587"/>
                  </a:lnTo>
                  <a:lnTo>
                    <a:pt x="4948" y="13194"/>
                  </a:lnTo>
                  <a:lnTo>
                    <a:pt x="3740" y="11968"/>
                  </a:lnTo>
                  <a:lnTo>
                    <a:pt x="3439" y="11618"/>
                  </a:lnTo>
                  <a:lnTo>
                    <a:pt x="3077" y="11268"/>
                  </a:lnTo>
                  <a:lnTo>
                    <a:pt x="3198" y="10684"/>
                  </a:lnTo>
                  <a:lnTo>
                    <a:pt x="3378" y="10159"/>
                  </a:lnTo>
                  <a:lnTo>
                    <a:pt x="3681" y="9633"/>
                  </a:lnTo>
                  <a:lnTo>
                    <a:pt x="3982" y="9107"/>
                  </a:lnTo>
                  <a:lnTo>
                    <a:pt x="4344" y="8640"/>
                  </a:lnTo>
                  <a:lnTo>
                    <a:pt x="4767" y="8231"/>
                  </a:lnTo>
                  <a:lnTo>
                    <a:pt x="5611" y="7356"/>
                  </a:lnTo>
                  <a:lnTo>
                    <a:pt x="7361" y="5663"/>
                  </a:lnTo>
                  <a:lnTo>
                    <a:pt x="8265" y="4846"/>
                  </a:lnTo>
                  <a:lnTo>
                    <a:pt x="8629" y="4496"/>
                  </a:lnTo>
                  <a:lnTo>
                    <a:pt x="8869" y="4262"/>
                  </a:lnTo>
                  <a:lnTo>
                    <a:pt x="9050" y="4146"/>
                  </a:lnTo>
                  <a:lnTo>
                    <a:pt x="9231" y="4321"/>
                  </a:lnTo>
                  <a:lnTo>
                    <a:pt x="8869" y="4496"/>
                  </a:lnTo>
                  <a:lnTo>
                    <a:pt x="8629" y="4728"/>
                  </a:lnTo>
                  <a:lnTo>
                    <a:pt x="8145" y="5254"/>
                  </a:lnTo>
                  <a:lnTo>
                    <a:pt x="7903" y="5546"/>
                  </a:lnTo>
                  <a:lnTo>
                    <a:pt x="7723" y="5838"/>
                  </a:lnTo>
                  <a:lnTo>
                    <a:pt x="7542" y="6188"/>
                  </a:lnTo>
                  <a:lnTo>
                    <a:pt x="7542" y="6306"/>
                  </a:lnTo>
                  <a:lnTo>
                    <a:pt x="7602" y="6481"/>
                  </a:lnTo>
                  <a:lnTo>
                    <a:pt x="7663" y="6597"/>
                  </a:lnTo>
                  <a:lnTo>
                    <a:pt x="7783" y="6597"/>
                  </a:lnTo>
                  <a:lnTo>
                    <a:pt x="8084" y="6422"/>
                  </a:lnTo>
                  <a:lnTo>
                    <a:pt x="8265" y="6188"/>
                  </a:lnTo>
                  <a:lnTo>
                    <a:pt x="8568" y="5663"/>
                  </a:lnTo>
                  <a:lnTo>
                    <a:pt x="9050" y="5137"/>
                  </a:lnTo>
                  <a:lnTo>
                    <a:pt x="9473" y="4612"/>
                  </a:lnTo>
                  <a:lnTo>
                    <a:pt x="9895" y="4962"/>
                  </a:lnTo>
                  <a:lnTo>
                    <a:pt x="9593" y="5254"/>
                  </a:lnTo>
                  <a:lnTo>
                    <a:pt x="9231" y="5605"/>
                  </a:lnTo>
                  <a:lnTo>
                    <a:pt x="8991" y="5955"/>
                  </a:lnTo>
                  <a:lnTo>
                    <a:pt x="8810" y="6306"/>
                  </a:lnTo>
                  <a:lnTo>
                    <a:pt x="8749" y="6481"/>
                  </a:lnTo>
                  <a:lnTo>
                    <a:pt x="8869" y="6656"/>
                  </a:lnTo>
                  <a:lnTo>
                    <a:pt x="9050" y="6715"/>
                  </a:lnTo>
                  <a:lnTo>
                    <a:pt x="9111" y="6715"/>
                  </a:lnTo>
                  <a:lnTo>
                    <a:pt x="9231" y="6656"/>
                  </a:lnTo>
                  <a:lnTo>
                    <a:pt x="9533" y="6363"/>
                  </a:lnTo>
                  <a:lnTo>
                    <a:pt x="9774" y="6013"/>
                  </a:lnTo>
                  <a:lnTo>
                    <a:pt x="10015" y="5663"/>
                  </a:lnTo>
                  <a:lnTo>
                    <a:pt x="10196" y="5254"/>
                  </a:lnTo>
                  <a:lnTo>
                    <a:pt x="10377" y="5371"/>
                  </a:lnTo>
                  <a:lnTo>
                    <a:pt x="10619" y="5546"/>
                  </a:lnTo>
                  <a:lnTo>
                    <a:pt x="10438" y="5721"/>
                  </a:lnTo>
                  <a:lnTo>
                    <a:pt x="10257" y="5897"/>
                  </a:lnTo>
                  <a:lnTo>
                    <a:pt x="10015" y="6306"/>
                  </a:lnTo>
                  <a:lnTo>
                    <a:pt x="9654" y="6772"/>
                  </a:lnTo>
                  <a:lnTo>
                    <a:pt x="9533" y="7006"/>
                  </a:lnTo>
                  <a:lnTo>
                    <a:pt x="9412" y="7297"/>
                  </a:lnTo>
                  <a:lnTo>
                    <a:pt x="9412" y="7472"/>
                  </a:lnTo>
                  <a:lnTo>
                    <a:pt x="9533" y="7531"/>
                  </a:lnTo>
                  <a:lnTo>
                    <a:pt x="9714" y="7590"/>
                  </a:lnTo>
                  <a:lnTo>
                    <a:pt x="9895" y="7472"/>
                  </a:lnTo>
                  <a:lnTo>
                    <a:pt x="10076" y="7297"/>
                  </a:lnTo>
                  <a:lnTo>
                    <a:pt x="10196" y="7065"/>
                  </a:lnTo>
                  <a:lnTo>
                    <a:pt x="10499" y="6597"/>
                  </a:lnTo>
                  <a:lnTo>
                    <a:pt x="10619" y="6306"/>
                  </a:lnTo>
                  <a:lnTo>
                    <a:pt x="10861" y="5780"/>
                  </a:lnTo>
                  <a:lnTo>
                    <a:pt x="12007" y="6597"/>
                  </a:lnTo>
                  <a:lnTo>
                    <a:pt x="11705" y="6831"/>
                  </a:lnTo>
                  <a:lnTo>
                    <a:pt x="11404" y="7065"/>
                  </a:lnTo>
                  <a:lnTo>
                    <a:pt x="11042" y="7472"/>
                  </a:lnTo>
                  <a:lnTo>
                    <a:pt x="10739" y="7999"/>
                  </a:lnTo>
                  <a:lnTo>
                    <a:pt x="10739" y="8231"/>
                  </a:lnTo>
                  <a:lnTo>
                    <a:pt x="10800" y="8290"/>
                  </a:lnTo>
                  <a:lnTo>
                    <a:pt x="10920" y="8349"/>
                  </a:lnTo>
                  <a:lnTo>
                    <a:pt x="10981" y="8406"/>
                  </a:lnTo>
                  <a:lnTo>
                    <a:pt x="11101" y="8406"/>
                  </a:lnTo>
                  <a:lnTo>
                    <a:pt x="11223" y="8349"/>
                  </a:lnTo>
                  <a:lnTo>
                    <a:pt x="11284" y="8231"/>
                  </a:lnTo>
                  <a:lnTo>
                    <a:pt x="11766" y="7472"/>
                  </a:lnTo>
                  <a:lnTo>
                    <a:pt x="12188" y="6772"/>
                  </a:lnTo>
                  <a:lnTo>
                    <a:pt x="12731" y="7122"/>
                  </a:lnTo>
                  <a:lnTo>
                    <a:pt x="12308" y="7531"/>
                  </a:lnTo>
                  <a:lnTo>
                    <a:pt x="11705" y="8174"/>
                  </a:lnTo>
                  <a:lnTo>
                    <a:pt x="11645" y="8290"/>
                  </a:lnTo>
                  <a:lnTo>
                    <a:pt x="11585" y="8349"/>
                  </a:lnTo>
                  <a:lnTo>
                    <a:pt x="11645" y="8465"/>
                  </a:lnTo>
                  <a:lnTo>
                    <a:pt x="11705" y="8524"/>
                  </a:lnTo>
                  <a:lnTo>
                    <a:pt x="11826" y="8581"/>
                  </a:lnTo>
                  <a:lnTo>
                    <a:pt x="11946" y="8640"/>
                  </a:lnTo>
                  <a:lnTo>
                    <a:pt x="12067" y="8640"/>
                  </a:lnTo>
                  <a:lnTo>
                    <a:pt x="12127" y="8524"/>
                  </a:lnTo>
                  <a:lnTo>
                    <a:pt x="12428" y="8231"/>
                  </a:lnTo>
                  <a:lnTo>
                    <a:pt x="12731" y="7940"/>
                  </a:lnTo>
                  <a:lnTo>
                    <a:pt x="12851" y="7647"/>
                  </a:lnTo>
                  <a:lnTo>
                    <a:pt x="12912" y="7472"/>
                  </a:lnTo>
                  <a:lnTo>
                    <a:pt x="12973" y="7297"/>
                  </a:lnTo>
                  <a:lnTo>
                    <a:pt x="13938" y="7940"/>
                  </a:lnTo>
                  <a:lnTo>
                    <a:pt x="13335" y="8465"/>
                  </a:lnTo>
                  <a:lnTo>
                    <a:pt x="12851" y="9107"/>
                  </a:lnTo>
                  <a:lnTo>
                    <a:pt x="12792" y="9224"/>
                  </a:lnTo>
                  <a:lnTo>
                    <a:pt x="12792" y="9283"/>
                  </a:lnTo>
                  <a:lnTo>
                    <a:pt x="12851" y="9458"/>
                  </a:lnTo>
                  <a:lnTo>
                    <a:pt x="12973" y="9516"/>
                  </a:lnTo>
                  <a:lnTo>
                    <a:pt x="13154" y="9516"/>
                  </a:lnTo>
                  <a:lnTo>
                    <a:pt x="13213" y="9458"/>
                  </a:lnTo>
                  <a:lnTo>
                    <a:pt x="13697" y="8756"/>
                  </a:lnTo>
                  <a:lnTo>
                    <a:pt x="14119" y="8056"/>
                  </a:lnTo>
                  <a:lnTo>
                    <a:pt x="14843" y="8524"/>
                  </a:lnTo>
                  <a:lnTo>
                    <a:pt x="14420" y="8932"/>
                  </a:lnTo>
                  <a:lnTo>
                    <a:pt x="14119" y="9224"/>
                  </a:lnTo>
                  <a:lnTo>
                    <a:pt x="13998" y="9399"/>
                  </a:lnTo>
                  <a:lnTo>
                    <a:pt x="13938" y="9633"/>
                  </a:lnTo>
                  <a:lnTo>
                    <a:pt x="13575" y="10159"/>
                  </a:lnTo>
                  <a:lnTo>
                    <a:pt x="13516" y="10275"/>
                  </a:lnTo>
                  <a:lnTo>
                    <a:pt x="13575" y="10450"/>
                  </a:lnTo>
                  <a:lnTo>
                    <a:pt x="13636" y="10509"/>
                  </a:lnTo>
                  <a:lnTo>
                    <a:pt x="13756" y="10568"/>
                  </a:lnTo>
                  <a:lnTo>
                    <a:pt x="13938" y="10568"/>
                  </a:lnTo>
                  <a:lnTo>
                    <a:pt x="14058" y="10450"/>
                  </a:lnTo>
                  <a:lnTo>
                    <a:pt x="14481" y="9866"/>
                  </a:lnTo>
                  <a:lnTo>
                    <a:pt x="14601" y="9750"/>
                  </a:lnTo>
                  <a:lnTo>
                    <a:pt x="14721" y="9575"/>
                  </a:lnTo>
                  <a:lnTo>
                    <a:pt x="14963" y="9224"/>
                  </a:lnTo>
                  <a:lnTo>
                    <a:pt x="15205" y="8815"/>
                  </a:lnTo>
                  <a:lnTo>
                    <a:pt x="15687" y="9107"/>
                  </a:lnTo>
                  <a:lnTo>
                    <a:pt x="15386" y="9399"/>
                  </a:lnTo>
                  <a:lnTo>
                    <a:pt x="15144" y="9750"/>
                  </a:lnTo>
                  <a:lnTo>
                    <a:pt x="14721" y="10216"/>
                  </a:lnTo>
                  <a:lnTo>
                    <a:pt x="14601" y="10450"/>
                  </a:lnTo>
                  <a:lnTo>
                    <a:pt x="14540" y="10743"/>
                  </a:lnTo>
                  <a:lnTo>
                    <a:pt x="14662" y="10859"/>
                  </a:lnTo>
                  <a:lnTo>
                    <a:pt x="14721" y="10918"/>
                  </a:lnTo>
                  <a:lnTo>
                    <a:pt x="14782" y="10918"/>
                  </a:lnTo>
                  <a:lnTo>
                    <a:pt x="15024" y="10800"/>
                  </a:lnTo>
                  <a:lnTo>
                    <a:pt x="15205" y="10568"/>
                  </a:lnTo>
                  <a:lnTo>
                    <a:pt x="15447" y="10159"/>
                  </a:lnTo>
                  <a:lnTo>
                    <a:pt x="15687" y="9750"/>
                  </a:lnTo>
                  <a:lnTo>
                    <a:pt x="15989" y="9341"/>
                  </a:lnTo>
                  <a:lnTo>
                    <a:pt x="16774" y="9925"/>
                  </a:lnTo>
                  <a:lnTo>
                    <a:pt x="16532" y="10216"/>
                  </a:lnTo>
                  <a:lnTo>
                    <a:pt x="16230" y="10568"/>
                  </a:lnTo>
                  <a:lnTo>
                    <a:pt x="15929" y="10918"/>
                  </a:lnTo>
                  <a:lnTo>
                    <a:pt x="15809" y="11150"/>
                  </a:lnTo>
                  <a:lnTo>
                    <a:pt x="15748" y="11325"/>
                  </a:lnTo>
                  <a:lnTo>
                    <a:pt x="15748" y="11443"/>
                  </a:lnTo>
                  <a:lnTo>
                    <a:pt x="15809" y="11559"/>
                  </a:lnTo>
                  <a:lnTo>
                    <a:pt x="16049" y="11559"/>
                  </a:lnTo>
                  <a:lnTo>
                    <a:pt x="16230" y="11443"/>
                  </a:lnTo>
                  <a:lnTo>
                    <a:pt x="16351" y="11268"/>
                  </a:lnTo>
                  <a:lnTo>
                    <a:pt x="16652" y="10859"/>
                  </a:lnTo>
                  <a:lnTo>
                    <a:pt x="16894" y="10509"/>
                  </a:lnTo>
                  <a:lnTo>
                    <a:pt x="17075" y="10159"/>
                  </a:lnTo>
                  <a:lnTo>
                    <a:pt x="17921" y="10859"/>
                  </a:lnTo>
                  <a:lnTo>
                    <a:pt x="17980" y="10918"/>
                  </a:lnTo>
                  <a:lnTo>
                    <a:pt x="17498" y="11500"/>
                  </a:lnTo>
                  <a:lnTo>
                    <a:pt x="17075" y="12084"/>
                  </a:lnTo>
                  <a:lnTo>
                    <a:pt x="16894" y="12259"/>
                  </a:lnTo>
                  <a:lnTo>
                    <a:pt x="16894" y="12434"/>
                  </a:lnTo>
                  <a:lnTo>
                    <a:pt x="17014" y="12610"/>
                  </a:lnTo>
                  <a:lnTo>
                    <a:pt x="17136" y="12668"/>
                  </a:lnTo>
                  <a:lnTo>
                    <a:pt x="17256" y="12610"/>
                  </a:lnTo>
                  <a:lnTo>
                    <a:pt x="17317" y="12552"/>
                  </a:lnTo>
                  <a:lnTo>
                    <a:pt x="17799" y="11909"/>
                  </a:lnTo>
                  <a:lnTo>
                    <a:pt x="18282" y="11209"/>
                  </a:lnTo>
                  <a:lnTo>
                    <a:pt x="18825" y="11852"/>
                  </a:lnTo>
                  <a:lnTo>
                    <a:pt x="18583" y="12259"/>
                  </a:lnTo>
                  <a:lnTo>
                    <a:pt x="18342" y="12668"/>
                  </a:lnTo>
                  <a:lnTo>
                    <a:pt x="18041" y="13135"/>
                  </a:lnTo>
                  <a:lnTo>
                    <a:pt x="17980" y="13428"/>
                  </a:lnTo>
                  <a:lnTo>
                    <a:pt x="17980" y="13662"/>
                  </a:lnTo>
                  <a:lnTo>
                    <a:pt x="18041" y="13778"/>
                  </a:lnTo>
                  <a:lnTo>
                    <a:pt x="18161" y="13778"/>
                  </a:lnTo>
                  <a:lnTo>
                    <a:pt x="18402" y="13662"/>
                  </a:lnTo>
                  <a:lnTo>
                    <a:pt x="18523" y="13486"/>
                  </a:lnTo>
                  <a:lnTo>
                    <a:pt x="18764" y="13019"/>
                  </a:lnTo>
                  <a:lnTo>
                    <a:pt x="19126" y="12259"/>
                  </a:lnTo>
                  <a:lnTo>
                    <a:pt x="19429" y="12727"/>
                  </a:lnTo>
                  <a:lnTo>
                    <a:pt x="19730" y="13194"/>
                  </a:lnTo>
                  <a:lnTo>
                    <a:pt x="19429" y="13837"/>
                  </a:lnTo>
                  <a:lnTo>
                    <a:pt x="19126" y="14478"/>
                  </a:lnTo>
                  <a:lnTo>
                    <a:pt x="18945" y="14478"/>
                  </a:lnTo>
                  <a:lnTo>
                    <a:pt x="18764" y="14828"/>
                  </a:lnTo>
                  <a:lnTo>
                    <a:pt x="18644" y="15121"/>
                  </a:lnTo>
                  <a:lnTo>
                    <a:pt x="18644" y="15353"/>
                  </a:lnTo>
                  <a:lnTo>
                    <a:pt x="18764" y="15471"/>
                  </a:lnTo>
                  <a:lnTo>
                    <a:pt x="19065" y="15471"/>
                  </a:lnTo>
                  <a:lnTo>
                    <a:pt x="19126" y="15412"/>
                  </a:lnTo>
                  <a:lnTo>
                    <a:pt x="19429" y="15003"/>
                  </a:lnTo>
                  <a:lnTo>
                    <a:pt x="19669" y="14596"/>
                  </a:lnTo>
                  <a:lnTo>
                    <a:pt x="19911" y="14187"/>
                  </a:lnTo>
                  <a:lnTo>
                    <a:pt x="20031" y="13778"/>
                  </a:lnTo>
                  <a:lnTo>
                    <a:pt x="20273" y="14362"/>
                  </a:lnTo>
                  <a:lnTo>
                    <a:pt x="20514" y="15003"/>
                  </a:lnTo>
                  <a:lnTo>
                    <a:pt x="19850" y="16055"/>
                  </a:lnTo>
                  <a:lnTo>
                    <a:pt x="19730" y="16055"/>
                  </a:lnTo>
                  <a:lnTo>
                    <a:pt x="19610" y="16346"/>
                  </a:lnTo>
                  <a:lnTo>
                    <a:pt x="19488" y="16580"/>
                  </a:lnTo>
                  <a:lnTo>
                    <a:pt x="19488" y="16755"/>
                  </a:lnTo>
                  <a:lnTo>
                    <a:pt x="19610" y="16872"/>
                  </a:lnTo>
                  <a:lnTo>
                    <a:pt x="19850" y="16872"/>
                  </a:lnTo>
                  <a:lnTo>
                    <a:pt x="19972" y="16813"/>
                  </a:lnTo>
                  <a:lnTo>
                    <a:pt x="20333" y="16230"/>
                  </a:lnTo>
                  <a:lnTo>
                    <a:pt x="20695" y="15646"/>
                  </a:lnTo>
                  <a:lnTo>
                    <a:pt x="20876" y="16638"/>
                  </a:lnTo>
                  <a:lnTo>
                    <a:pt x="20575" y="16931"/>
                  </a:lnTo>
                  <a:lnTo>
                    <a:pt x="20333" y="17281"/>
                  </a:lnTo>
                  <a:lnTo>
                    <a:pt x="20092" y="17631"/>
                  </a:lnTo>
                  <a:lnTo>
                    <a:pt x="20031" y="17865"/>
                  </a:lnTo>
                  <a:lnTo>
                    <a:pt x="20031" y="18097"/>
                  </a:lnTo>
                  <a:lnTo>
                    <a:pt x="20092" y="18156"/>
                  </a:lnTo>
                  <a:lnTo>
                    <a:pt x="20153" y="18156"/>
                  </a:lnTo>
                  <a:lnTo>
                    <a:pt x="20333" y="18097"/>
                  </a:lnTo>
                  <a:lnTo>
                    <a:pt x="20514" y="17981"/>
                  </a:lnTo>
                  <a:lnTo>
                    <a:pt x="20695" y="17631"/>
                  </a:lnTo>
                  <a:lnTo>
                    <a:pt x="20876" y="17281"/>
                  </a:lnTo>
                  <a:lnTo>
                    <a:pt x="20937" y="17806"/>
                  </a:lnTo>
                  <a:lnTo>
                    <a:pt x="20815" y="18740"/>
                  </a:lnTo>
                  <a:lnTo>
                    <a:pt x="20575" y="18974"/>
                  </a:lnTo>
                  <a:lnTo>
                    <a:pt x="20333" y="19206"/>
                  </a:lnTo>
                  <a:lnTo>
                    <a:pt x="20273" y="19440"/>
                  </a:lnTo>
                  <a:lnTo>
                    <a:pt x="20273" y="19556"/>
                  </a:lnTo>
                  <a:lnTo>
                    <a:pt x="20333" y="19674"/>
                  </a:lnTo>
                  <a:lnTo>
                    <a:pt x="20454" y="19732"/>
                  </a:lnTo>
                  <a:lnTo>
                    <a:pt x="20514" y="19732"/>
                  </a:lnTo>
                  <a:lnTo>
                    <a:pt x="20756" y="19556"/>
                  </a:lnTo>
                  <a:lnTo>
                    <a:pt x="20815" y="20141"/>
                  </a:lnTo>
                  <a:lnTo>
                    <a:pt x="20876" y="20199"/>
                  </a:lnTo>
                  <a:lnTo>
                    <a:pt x="20937" y="20141"/>
                  </a:lnTo>
                  <a:lnTo>
                    <a:pt x="21057" y="19966"/>
                  </a:lnTo>
                  <a:lnTo>
                    <a:pt x="21238" y="19732"/>
                  </a:lnTo>
                  <a:lnTo>
                    <a:pt x="21419" y="19206"/>
                  </a:lnTo>
                  <a:lnTo>
                    <a:pt x="21539" y="18681"/>
                  </a:lnTo>
                  <a:lnTo>
                    <a:pt x="21600" y="18156"/>
                  </a:lnTo>
                  <a:lnTo>
                    <a:pt x="21600" y="16931"/>
                  </a:lnTo>
                  <a:lnTo>
                    <a:pt x="21539" y="16288"/>
                  </a:lnTo>
                  <a:lnTo>
                    <a:pt x="21419" y="15703"/>
                  </a:lnTo>
                  <a:lnTo>
                    <a:pt x="21299" y="15062"/>
                  </a:lnTo>
                  <a:lnTo>
                    <a:pt x="21118" y="14419"/>
                  </a:lnTo>
                  <a:lnTo>
                    <a:pt x="20876" y="13837"/>
                  </a:lnTo>
                  <a:lnTo>
                    <a:pt x="20634" y="13253"/>
                  </a:lnTo>
                  <a:lnTo>
                    <a:pt x="20273" y="12668"/>
                  </a:lnTo>
                  <a:lnTo>
                    <a:pt x="19972" y="12143"/>
                  </a:lnTo>
                  <a:lnTo>
                    <a:pt x="19549" y="11618"/>
                  </a:lnTo>
                  <a:lnTo>
                    <a:pt x="19126" y="11093"/>
                  </a:lnTo>
                  <a:lnTo>
                    <a:pt x="18644" y="10568"/>
                  </a:lnTo>
                  <a:lnTo>
                    <a:pt x="18161" y="10100"/>
                  </a:lnTo>
                  <a:lnTo>
                    <a:pt x="17014" y="9166"/>
                  </a:lnTo>
                  <a:lnTo>
                    <a:pt x="15868" y="8349"/>
                  </a:lnTo>
                  <a:lnTo>
                    <a:pt x="14662" y="7531"/>
                  </a:lnTo>
                  <a:lnTo>
                    <a:pt x="14782" y="7065"/>
                  </a:lnTo>
                  <a:lnTo>
                    <a:pt x="14843" y="6656"/>
                  </a:lnTo>
                  <a:lnTo>
                    <a:pt x="14902" y="5663"/>
                  </a:lnTo>
                  <a:lnTo>
                    <a:pt x="14963" y="4612"/>
                  </a:lnTo>
                  <a:lnTo>
                    <a:pt x="15266" y="350"/>
                  </a:lnTo>
                  <a:lnTo>
                    <a:pt x="15205" y="175"/>
                  </a:lnTo>
                  <a:lnTo>
                    <a:pt x="15144" y="59"/>
                  </a:lnTo>
                  <a:lnTo>
                    <a:pt x="14963"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967" name="Google Shape;337;p6"/>
            <p:cNvSpPr/>
            <p:nvPr/>
          </p:nvSpPr>
          <p:spPr>
            <a:xfrm>
              <a:off x="679221" y="2523983"/>
              <a:ext cx="607669" cy="62826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211" y="6172"/>
                  </a:moveTo>
                  <a:lnTo>
                    <a:pt x="16081" y="6214"/>
                  </a:lnTo>
                  <a:lnTo>
                    <a:pt x="15951" y="6255"/>
                  </a:lnTo>
                  <a:lnTo>
                    <a:pt x="15866" y="6339"/>
                  </a:lnTo>
                  <a:lnTo>
                    <a:pt x="15693" y="6547"/>
                  </a:lnTo>
                  <a:lnTo>
                    <a:pt x="15693" y="6797"/>
                  </a:lnTo>
                  <a:lnTo>
                    <a:pt x="15736" y="6839"/>
                  </a:lnTo>
                  <a:lnTo>
                    <a:pt x="15780" y="6881"/>
                  </a:lnTo>
                  <a:lnTo>
                    <a:pt x="15866" y="6881"/>
                  </a:lnTo>
                  <a:lnTo>
                    <a:pt x="15951" y="6797"/>
                  </a:lnTo>
                  <a:lnTo>
                    <a:pt x="16038" y="6756"/>
                  </a:lnTo>
                  <a:lnTo>
                    <a:pt x="16124" y="6589"/>
                  </a:lnTo>
                  <a:lnTo>
                    <a:pt x="16253" y="6422"/>
                  </a:lnTo>
                  <a:lnTo>
                    <a:pt x="16340" y="6255"/>
                  </a:lnTo>
                  <a:lnTo>
                    <a:pt x="16340" y="6172"/>
                  </a:lnTo>
                  <a:close/>
                  <a:moveTo>
                    <a:pt x="15564" y="6922"/>
                  </a:moveTo>
                  <a:lnTo>
                    <a:pt x="15478" y="6964"/>
                  </a:lnTo>
                  <a:lnTo>
                    <a:pt x="15305" y="7172"/>
                  </a:lnTo>
                  <a:lnTo>
                    <a:pt x="15176" y="7381"/>
                  </a:lnTo>
                  <a:lnTo>
                    <a:pt x="15132" y="7422"/>
                  </a:lnTo>
                  <a:lnTo>
                    <a:pt x="15132" y="7506"/>
                  </a:lnTo>
                  <a:lnTo>
                    <a:pt x="15219" y="7589"/>
                  </a:lnTo>
                  <a:lnTo>
                    <a:pt x="15305" y="7631"/>
                  </a:lnTo>
                  <a:lnTo>
                    <a:pt x="15392" y="7589"/>
                  </a:lnTo>
                  <a:lnTo>
                    <a:pt x="15434" y="7547"/>
                  </a:lnTo>
                  <a:lnTo>
                    <a:pt x="15564" y="7339"/>
                  </a:lnTo>
                  <a:lnTo>
                    <a:pt x="15693" y="7131"/>
                  </a:lnTo>
                  <a:lnTo>
                    <a:pt x="15736" y="7047"/>
                  </a:lnTo>
                  <a:lnTo>
                    <a:pt x="15651" y="6964"/>
                  </a:lnTo>
                  <a:lnTo>
                    <a:pt x="15564" y="6922"/>
                  </a:lnTo>
                  <a:close/>
                  <a:moveTo>
                    <a:pt x="20264" y="7297"/>
                  </a:moveTo>
                  <a:lnTo>
                    <a:pt x="20608" y="7631"/>
                  </a:lnTo>
                  <a:lnTo>
                    <a:pt x="20565" y="7631"/>
                  </a:lnTo>
                  <a:lnTo>
                    <a:pt x="20435" y="7756"/>
                  </a:lnTo>
                  <a:lnTo>
                    <a:pt x="20393" y="7589"/>
                  </a:lnTo>
                  <a:lnTo>
                    <a:pt x="20264" y="7297"/>
                  </a:lnTo>
                  <a:close/>
                  <a:moveTo>
                    <a:pt x="14917" y="7714"/>
                  </a:moveTo>
                  <a:lnTo>
                    <a:pt x="14788" y="7798"/>
                  </a:lnTo>
                  <a:lnTo>
                    <a:pt x="14615" y="7923"/>
                  </a:lnTo>
                  <a:lnTo>
                    <a:pt x="14573" y="8089"/>
                  </a:lnTo>
                  <a:lnTo>
                    <a:pt x="14529" y="8173"/>
                  </a:lnTo>
                  <a:lnTo>
                    <a:pt x="14573" y="8214"/>
                  </a:lnTo>
                  <a:lnTo>
                    <a:pt x="14659" y="8299"/>
                  </a:lnTo>
                  <a:lnTo>
                    <a:pt x="14788" y="8299"/>
                  </a:lnTo>
                  <a:lnTo>
                    <a:pt x="14831" y="8256"/>
                  </a:lnTo>
                  <a:lnTo>
                    <a:pt x="14874" y="8173"/>
                  </a:lnTo>
                  <a:lnTo>
                    <a:pt x="14961" y="8006"/>
                  </a:lnTo>
                  <a:lnTo>
                    <a:pt x="15046" y="7964"/>
                  </a:lnTo>
                  <a:lnTo>
                    <a:pt x="15090" y="7881"/>
                  </a:lnTo>
                  <a:lnTo>
                    <a:pt x="15132" y="7798"/>
                  </a:lnTo>
                  <a:lnTo>
                    <a:pt x="15132" y="7756"/>
                  </a:lnTo>
                  <a:lnTo>
                    <a:pt x="15090" y="7756"/>
                  </a:lnTo>
                  <a:lnTo>
                    <a:pt x="15003" y="7714"/>
                  </a:lnTo>
                  <a:close/>
                  <a:moveTo>
                    <a:pt x="20652" y="7673"/>
                  </a:moveTo>
                  <a:lnTo>
                    <a:pt x="20954" y="8006"/>
                  </a:lnTo>
                  <a:lnTo>
                    <a:pt x="21212" y="8381"/>
                  </a:lnTo>
                  <a:lnTo>
                    <a:pt x="20954" y="8632"/>
                  </a:lnTo>
                  <a:lnTo>
                    <a:pt x="20954" y="8549"/>
                  </a:lnTo>
                  <a:lnTo>
                    <a:pt x="20996" y="8339"/>
                  </a:lnTo>
                  <a:lnTo>
                    <a:pt x="20954" y="8089"/>
                  </a:lnTo>
                  <a:lnTo>
                    <a:pt x="20954" y="8048"/>
                  </a:lnTo>
                  <a:lnTo>
                    <a:pt x="20867" y="7964"/>
                  </a:lnTo>
                  <a:lnTo>
                    <a:pt x="20781" y="7964"/>
                  </a:lnTo>
                  <a:lnTo>
                    <a:pt x="20737" y="8006"/>
                  </a:lnTo>
                  <a:lnTo>
                    <a:pt x="20781" y="8048"/>
                  </a:lnTo>
                  <a:lnTo>
                    <a:pt x="20737" y="8214"/>
                  </a:lnTo>
                  <a:lnTo>
                    <a:pt x="20694" y="8464"/>
                  </a:lnTo>
                  <a:lnTo>
                    <a:pt x="20608" y="8716"/>
                  </a:lnTo>
                  <a:lnTo>
                    <a:pt x="20608" y="9049"/>
                  </a:lnTo>
                  <a:lnTo>
                    <a:pt x="20134" y="9758"/>
                  </a:lnTo>
                  <a:lnTo>
                    <a:pt x="20177" y="9341"/>
                  </a:lnTo>
                  <a:lnTo>
                    <a:pt x="20264" y="8924"/>
                  </a:lnTo>
                  <a:lnTo>
                    <a:pt x="20435" y="8674"/>
                  </a:lnTo>
                  <a:lnTo>
                    <a:pt x="20435" y="8549"/>
                  </a:lnTo>
                  <a:lnTo>
                    <a:pt x="20522" y="8507"/>
                  </a:lnTo>
                  <a:lnTo>
                    <a:pt x="20565" y="8464"/>
                  </a:lnTo>
                  <a:lnTo>
                    <a:pt x="20608" y="8381"/>
                  </a:lnTo>
                  <a:lnTo>
                    <a:pt x="20608" y="8256"/>
                  </a:lnTo>
                  <a:lnTo>
                    <a:pt x="20565" y="8048"/>
                  </a:lnTo>
                  <a:lnTo>
                    <a:pt x="20652" y="7673"/>
                  </a:lnTo>
                  <a:close/>
                  <a:moveTo>
                    <a:pt x="19832" y="10049"/>
                  </a:moveTo>
                  <a:lnTo>
                    <a:pt x="19918" y="10091"/>
                  </a:lnTo>
                  <a:lnTo>
                    <a:pt x="19832" y="10174"/>
                  </a:lnTo>
                  <a:lnTo>
                    <a:pt x="19832" y="10049"/>
                  </a:lnTo>
                  <a:close/>
                  <a:moveTo>
                    <a:pt x="13452" y="9758"/>
                  </a:moveTo>
                  <a:lnTo>
                    <a:pt x="13408" y="9799"/>
                  </a:lnTo>
                  <a:lnTo>
                    <a:pt x="13279" y="9841"/>
                  </a:lnTo>
                  <a:lnTo>
                    <a:pt x="13149" y="10008"/>
                  </a:lnTo>
                  <a:lnTo>
                    <a:pt x="13149" y="10216"/>
                  </a:lnTo>
                  <a:lnTo>
                    <a:pt x="13193" y="10258"/>
                  </a:lnTo>
                  <a:lnTo>
                    <a:pt x="13408" y="10258"/>
                  </a:lnTo>
                  <a:lnTo>
                    <a:pt x="13452" y="10216"/>
                  </a:lnTo>
                  <a:lnTo>
                    <a:pt x="13581" y="10008"/>
                  </a:lnTo>
                  <a:lnTo>
                    <a:pt x="13581" y="9841"/>
                  </a:lnTo>
                  <a:lnTo>
                    <a:pt x="13537" y="9799"/>
                  </a:lnTo>
                  <a:lnTo>
                    <a:pt x="13452" y="9758"/>
                  </a:lnTo>
                  <a:close/>
                  <a:moveTo>
                    <a:pt x="19487" y="10008"/>
                  </a:moveTo>
                  <a:lnTo>
                    <a:pt x="19487" y="10299"/>
                  </a:lnTo>
                  <a:lnTo>
                    <a:pt x="19530" y="10424"/>
                  </a:lnTo>
                  <a:lnTo>
                    <a:pt x="19574" y="10508"/>
                  </a:lnTo>
                  <a:lnTo>
                    <a:pt x="19272" y="10926"/>
                  </a:lnTo>
                  <a:lnTo>
                    <a:pt x="19228" y="10676"/>
                  </a:lnTo>
                  <a:lnTo>
                    <a:pt x="19186" y="10424"/>
                  </a:lnTo>
                  <a:lnTo>
                    <a:pt x="19186" y="10341"/>
                  </a:lnTo>
                  <a:lnTo>
                    <a:pt x="19487" y="10008"/>
                  </a:lnTo>
                  <a:close/>
                  <a:moveTo>
                    <a:pt x="18884" y="10676"/>
                  </a:moveTo>
                  <a:lnTo>
                    <a:pt x="18884" y="11009"/>
                  </a:lnTo>
                  <a:lnTo>
                    <a:pt x="18926" y="11134"/>
                  </a:lnTo>
                  <a:lnTo>
                    <a:pt x="19013" y="11301"/>
                  </a:lnTo>
                  <a:lnTo>
                    <a:pt x="18797" y="11551"/>
                  </a:lnTo>
                  <a:lnTo>
                    <a:pt x="18711" y="11718"/>
                  </a:lnTo>
                  <a:lnTo>
                    <a:pt x="18755" y="11217"/>
                  </a:lnTo>
                  <a:lnTo>
                    <a:pt x="18711" y="11134"/>
                  </a:lnTo>
                  <a:lnTo>
                    <a:pt x="18625" y="11092"/>
                  </a:lnTo>
                  <a:lnTo>
                    <a:pt x="18582" y="11051"/>
                  </a:lnTo>
                  <a:lnTo>
                    <a:pt x="18884" y="10676"/>
                  </a:lnTo>
                  <a:close/>
                  <a:moveTo>
                    <a:pt x="11296" y="2669"/>
                  </a:moveTo>
                  <a:lnTo>
                    <a:pt x="11252" y="2752"/>
                  </a:lnTo>
                  <a:lnTo>
                    <a:pt x="10735" y="3252"/>
                  </a:lnTo>
                  <a:lnTo>
                    <a:pt x="10304" y="3837"/>
                  </a:lnTo>
                  <a:lnTo>
                    <a:pt x="9399" y="4962"/>
                  </a:lnTo>
                  <a:lnTo>
                    <a:pt x="8968" y="5546"/>
                  </a:lnTo>
                  <a:lnTo>
                    <a:pt x="8494" y="6089"/>
                  </a:lnTo>
                  <a:lnTo>
                    <a:pt x="8019" y="6630"/>
                  </a:lnTo>
                  <a:lnTo>
                    <a:pt x="7459" y="7131"/>
                  </a:lnTo>
                  <a:lnTo>
                    <a:pt x="7373" y="7214"/>
                  </a:lnTo>
                  <a:lnTo>
                    <a:pt x="7373" y="7339"/>
                  </a:lnTo>
                  <a:lnTo>
                    <a:pt x="7329" y="7339"/>
                  </a:lnTo>
                  <a:lnTo>
                    <a:pt x="7243" y="7381"/>
                  </a:lnTo>
                  <a:lnTo>
                    <a:pt x="7243" y="7464"/>
                  </a:lnTo>
                  <a:lnTo>
                    <a:pt x="7286" y="7506"/>
                  </a:lnTo>
                  <a:lnTo>
                    <a:pt x="7415" y="7714"/>
                  </a:lnTo>
                  <a:lnTo>
                    <a:pt x="7631" y="7923"/>
                  </a:lnTo>
                  <a:lnTo>
                    <a:pt x="8019" y="8256"/>
                  </a:lnTo>
                  <a:lnTo>
                    <a:pt x="8924" y="8882"/>
                  </a:lnTo>
                  <a:lnTo>
                    <a:pt x="9916" y="9507"/>
                  </a:lnTo>
                  <a:lnTo>
                    <a:pt x="10131" y="9674"/>
                  </a:lnTo>
                  <a:lnTo>
                    <a:pt x="10304" y="9883"/>
                  </a:lnTo>
                  <a:lnTo>
                    <a:pt x="10650" y="10299"/>
                  </a:lnTo>
                  <a:lnTo>
                    <a:pt x="10821" y="10466"/>
                  </a:lnTo>
                  <a:lnTo>
                    <a:pt x="11037" y="10633"/>
                  </a:lnTo>
                  <a:lnTo>
                    <a:pt x="11469" y="10884"/>
                  </a:lnTo>
                  <a:lnTo>
                    <a:pt x="12503" y="11551"/>
                  </a:lnTo>
                  <a:lnTo>
                    <a:pt x="13495" y="12259"/>
                  </a:lnTo>
                  <a:lnTo>
                    <a:pt x="14443" y="12968"/>
                  </a:lnTo>
                  <a:lnTo>
                    <a:pt x="14529" y="13010"/>
                  </a:lnTo>
                  <a:lnTo>
                    <a:pt x="14659" y="13010"/>
                  </a:lnTo>
                  <a:lnTo>
                    <a:pt x="14744" y="12968"/>
                  </a:lnTo>
                  <a:lnTo>
                    <a:pt x="14788" y="12926"/>
                  </a:lnTo>
                  <a:lnTo>
                    <a:pt x="14831" y="12843"/>
                  </a:lnTo>
                  <a:lnTo>
                    <a:pt x="14874" y="12718"/>
                  </a:lnTo>
                  <a:lnTo>
                    <a:pt x="14831" y="12635"/>
                  </a:lnTo>
                  <a:lnTo>
                    <a:pt x="14744" y="12551"/>
                  </a:lnTo>
                  <a:lnTo>
                    <a:pt x="13839" y="11843"/>
                  </a:lnTo>
                  <a:lnTo>
                    <a:pt x="13883" y="11801"/>
                  </a:lnTo>
                  <a:lnTo>
                    <a:pt x="14012" y="11593"/>
                  </a:lnTo>
                  <a:lnTo>
                    <a:pt x="14098" y="11384"/>
                  </a:lnTo>
                  <a:lnTo>
                    <a:pt x="14098" y="11301"/>
                  </a:lnTo>
                  <a:lnTo>
                    <a:pt x="14054" y="11259"/>
                  </a:lnTo>
                  <a:lnTo>
                    <a:pt x="13969" y="11259"/>
                  </a:lnTo>
                  <a:lnTo>
                    <a:pt x="13796" y="11426"/>
                  </a:lnTo>
                  <a:lnTo>
                    <a:pt x="13624" y="11634"/>
                  </a:lnTo>
                  <a:lnTo>
                    <a:pt x="13581" y="11676"/>
                  </a:lnTo>
                  <a:lnTo>
                    <a:pt x="12934" y="11217"/>
                  </a:lnTo>
                  <a:lnTo>
                    <a:pt x="12718" y="11092"/>
                  </a:lnTo>
                  <a:lnTo>
                    <a:pt x="12762" y="11009"/>
                  </a:lnTo>
                  <a:lnTo>
                    <a:pt x="12805" y="10926"/>
                  </a:lnTo>
                  <a:lnTo>
                    <a:pt x="12977" y="10759"/>
                  </a:lnTo>
                  <a:lnTo>
                    <a:pt x="13020" y="10716"/>
                  </a:lnTo>
                  <a:lnTo>
                    <a:pt x="13020" y="10591"/>
                  </a:lnTo>
                  <a:lnTo>
                    <a:pt x="12934" y="10550"/>
                  </a:lnTo>
                  <a:lnTo>
                    <a:pt x="12891" y="10591"/>
                  </a:lnTo>
                  <a:lnTo>
                    <a:pt x="12805" y="10550"/>
                  </a:lnTo>
                  <a:lnTo>
                    <a:pt x="12718" y="10591"/>
                  </a:lnTo>
                  <a:lnTo>
                    <a:pt x="12589" y="10716"/>
                  </a:lnTo>
                  <a:lnTo>
                    <a:pt x="12460" y="10884"/>
                  </a:lnTo>
                  <a:lnTo>
                    <a:pt x="11899" y="10550"/>
                  </a:lnTo>
                  <a:lnTo>
                    <a:pt x="11813" y="10466"/>
                  </a:lnTo>
                  <a:lnTo>
                    <a:pt x="12028" y="10133"/>
                  </a:lnTo>
                  <a:lnTo>
                    <a:pt x="12028" y="10008"/>
                  </a:lnTo>
                  <a:lnTo>
                    <a:pt x="11986" y="9924"/>
                  </a:lnTo>
                  <a:lnTo>
                    <a:pt x="11857" y="9883"/>
                  </a:lnTo>
                  <a:lnTo>
                    <a:pt x="11813" y="9924"/>
                  </a:lnTo>
                  <a:lnTo>
                    <a:pt x="11770" y="9966"/>
                  </a:lnTo>
                  <a:lnTo>
                    <a:pt x="11469" y="10299"/>
                  </a:lnTo>
                  <a:lnTo>
                    <a:pt x="11209" y="10091"/>
                  </a:lnTo>
                  <a:lnTo>
                    <a:pt x="10994" y="9883"/>
                  </a:lnTo>
                  <a:lnTo>
                    <a:pt x="10735" y="9591"/>
                  </a:lnTo>
                  <a:lnTo>
                    <a:pt x="10821" y="9466"/>
                  </a:lnTo>
                  <a:lnTo>
                    <a:pt x="10908" y="9341"/>
                  </a:lnTo>
                  <a:lnTo>
                    <a:pt x="10994" y="9049"/>
                  </a:lnTo>
                  <a:lnTo>
                    <a:pt x="10994" y="8966"/>
                  </a:lnTo>
                  <a:lnTo>
                    <a:pt x="10950" y="8924"/>
                  </a:lnTo>
                  <a:lnTo>
                    <a:pt x="10865" y="8924"/>
                  </a:lnTo>
                  <a:lnTo>
                    <a:pt x="10779" y="8966"/>
                  </a:lnTo>
                  <a:lnTo>
                    <a:pt x="10563" y="9216"/>
                  </a:lnTo>
                  <a:lnTo>
                    <a:pt x="10520" y="9299"/>
                  </a:lnTo>
                  <a:lnTo>
                    <a:pt x="10304" y="9132"/>
                  </a:lnTo>
                  <a:lnTo>
                    <a:pt x="9787" y="8799"/>
                  </a:lnTo>
                  <a:lnTo>
                    <a:pt x="9830" y="8464"/>
                  </a:lnTo>
                  <a:lnTo>
                    <a:pt x="9830" y="8424"/>
                  </a:lnTo>
                  <a:lnTo>
                    <a:pt x="9787" y="8339"/>
                  </a:lnTo>
                  <a:lnTo>
                    <a:pt x="9743" y="8299"/>
                  </a:lnTo>
                  <a:lnTo>
                    <a:pt x="9614" y="8299"/>
                  </a:lnTo>
                  <a:lnTo>
                    <a:pt x="9528" y="8339"/>
                  </a:lnTo>
                  <a:lnTo>
                    <a:pt x="9485" y="8464"/>
                  </a:lnTo>
                  <a:lnTo>
                    <a:pt x="9443" y="8590"/>
                  </a:lnTo>
                  <a:lnTo>
                    <a:pt x="9356" y="8549"/>
                  </a:lnTo>
                  <a:lnTo>
                    <a:pt x="8709" y="8089"/>
                  </a:lnTo>
                  <a:lnTo>
                    <a:pt x="8753" y="8048"/>
                  </a:lnTo>
                  <a:lnTo>
                    <a:pt x="8838" y="7923"/>
                  </a:lnTo>
                  <a:lnTo>
                    <a:pt x="8838" y="7798"/>
                  </a:lnTo>
                  <a:lnTo>
                    <a:pt x="8882" y="7673"/>
                  </a:lnTo>
                  <a:lnTo>
                    <a:pt x="8838" y="7631"/>
                  </a:lnTo>
                  <a:lnTo>
                    <a:pt x="8795" y="7631"/>
                  </a:lnTo>
                  <a:lnTo>
                    <a:pt x="8709" y="7673"/>
                  </a:lnTo>
                  <a:lnTo>
                    <a:pt x="8623" y="7673"/>
                  </a:lnTo>
                  <a:lnTo>
                    <a:pt x="8494" y="7756"/>
                  </a:lnTo>
                  <a:lnTo>
                    <a:pt x="8364" y="7839"/>
                  </a:lnTo>
                  <a:lnTo>
                    <a:pt x="7804" y="7547"/>
                  </a:lnTo>
                  <a:lnTo>
                    <a:pt x="7804" y="7506"/>
                  </a:lnTo>
                  <a:lnTo>
                    <a:pt x="8364" y="7006"/>
                  </a:lnTo>
                  <a:lnTo>
                    <a:pt x="8882" y="6422"/>
                  </a:lnTo>
                  <a:lnTo>
                    <a:pt x="8924" y="6505"/>
                  </a:lnTo>
                  <a:lnTo>
                    <a:pt x="8968" y="6547"/>
                  </a:lnTo>
                  <a:lnTo>
                    <a:pt x="9097" y="6547"/>
                  </a:lnTo>
                  <a:lnTo>
                    <a:pt x="9443" y="6339"/>
                  </a:lnTo>
                  <a:lnTo>
                    <a:pt x="9787" y="6130"/>
                  </a:lnTo>
                  <a:lnTo>
                    <a:pt x="10131" y="5921"/>
                  </a:lnTo>
                  <a:lnTo>
                    <a:pt x="10477" y="5712"/>
                  </a:lnTo>
                  <a:lnTo>
                    <a:pt x="10865" y="5546"/>
                  </a:lnTo>
                  <a:lnTo>
                    <a:pt x="11252" y="5379"/>
                  </a:lnTo>
                  <a:lnTo>
                    <a:pt x="11684" y="5296"/>
                  </a:lnTo>
                  <a:lnTo>
                    <a:pt x="12115" y="5254"/>
                  </a:lnTo>
                  <a:lnTo>
                    <a:pt x="12330" y="5254"/>
                  </a:lnTo>
                  <a:lnTo>
                    <a:pt x="12547" y="5296"/>
                  </a:lnTo>
                  <a:lnTo>
                    <a:pt x="12718" y="5379"/>
                  </a:lnTo>
                  <a:lnTo>
                    <a:pt x="12847" y="5504"/>
                  </a:lnTo>
                  <a:lnTo>
                    <a:pt x="12977" y="5671"/>
                  </a:lnTo>
                  <a:lnTo>
                    <a:pt x="13020" y="5839"/>
                  </a:lnTo>
                  <a:lnTo>
                    <a:pt x="13106" y="6255"/>
                  </a:lnTo>
                  <a:lnTo>
                    <a:pt x="13106" y="7589"/>
                  </a:lnTo>
                  <a:lnTo>
                    <a:pt x="13149" y="7964"/>
                  </a:lnTo>
                  <a:lnTo>
                    <a:pt x="13235" y="8381"/>
                  </a:lnTo>
                  <a:lnTo>
                    <a:pt x="13452" y="8757"/>
                  </a:lnTo>
                  <a:lnTo>
                    <a:pt x="13408" y="8882"/>
                  </a:lnTo>
                  <a:lnTo>
                    <a:pt x="13366" y="9007"/>
                  </a:lnTo>
                  <a:lnTo>
                    <a:pt x="13366" y="9257"/>
                  </a:lnTo>
                  <a:lnTo>
                    <a:pt x="13452" y="9382"/>
                  </a:lnTo>
                  <a:lnTo>
                    <a:pt x="13495" y="9466"/>
                  </a:lnTo>
                  <a:lnTo>
                    <a:pt x="13624" y="9549"/>
                  </a:lnTo>
                  <a:lnTo>
                    <a:pt x="13710" y="9633"/>
                  </a:lnTo>
                  <a:lnTo>
                    <a:pt x="13839" y="9674"/>
                  </a:lnTo>
                  <a:lnTo>
                    <a:pt x="14227" y="9674"/>
                  </a:lnTo>
                  <a:lnTo>
                    <a:pt x="14615" y="9883"/>
                  </a:lnTo>
                  <a:lnTo>
                    <a:pt x="15003" y="10049"/>
                  </a:lnTo>
                  <a:lnTo>
                    <a:pt x="15305" y="10091"/>
                  </a:lnTo>
                  <a:lnTo>
                    <a:pt x="15651" y="10091"/>
                  </a:lnTo>
                  <a:lnTo>
                    <a:pt x="16038" y="10008"/>
                  </a:lnTo>
                  <a:lnTo>
                    <a:pt x="16383" y="9883"/>
                  </a:lnTo>
                  <a:lnTo>
                    <a:pt x="16728" y="9758"/>
                  </a:lnTo>
                  <a:lnTo>
                    <a:pt x="17029" y="9549"/>
                  </a:lnTo>
                  <a:lnTo>
                    <a:pt x="17331" y="9341"/>
                  </a:lnTo>
                  <a:lnTo>
                    <a:pt x="17548" y="9132"/>
                  </a:lnTo>
                  <a:lnTo>
                    <a:pt x="17590" y="9091"/>
                  </a:lnTo>
                  <a:lnTo>
                    <a:pt x="17590" y="9007"/>
                  </a:lnTo>
                  <a:lnTo>
                    <a:pt x="17548" y="8882"/>
                  </a:lnTo>
                  <a:lnTo>
                    <a:pt x="17418" y="8841"/>
                  </a:lnTo>
                  <a:lnTo>
                    <a:pt x="17289" y="8841"/>
                  </a:lnTo>
                  <a:lnTo>
                    <a:pt x="16599" y="9257"/>
                  </a:lnTo>
                  <a:lnTo>
                    <a:pt x="16253" y="9424"/>
                  </a:lnTo>
                  <a:lnTo>
                    <a:pt x="15822" y="9549"/>
                  </a:lnTo>
                  <a:lnTo>
                    <a:pt x="15521" y="9633"/>
                  </a:lnTo>
                  <a:lnTo>
                    <a:pt x="15176" y="9591"/>
                  </a:lnTo>
                  <a:lnTo>
                    <a:pt x="14917" y="9507"/>
                  </a:lnTo>
                  <a:lnTo>
                    <a:pt x="14659" y="9341"/>
                  </a:lnTo>
                  <a:lnTo>
                    <a:pt x="14744" y="9216"/>
                  </a:lnTo>
                  <a:lnTo>
                    <a:pt x="14788" y="9049"/>
                  </a:lnTo>
                  <a:lnTo>
                    <a:pt x="14788" y="8924"/>
                  </a:lnTo>
                  <a:lnTo>
                    <a:pt x="14744" y="8841"/>
                  </a:lnTo>
                  <a:lnTo>
                    <a:pt x="14702" y="8799"/>
                  </a:lnTo>
                  <a:lnTo>
                    <a:pt x="14486" y="8674"/>
                  </a:lnTo>
                  <a:lnTo>
                    <a:pt x="14271" y="8549"/>
                  </a:lnTo>
                  <a:lnTo>
                    <a:pt x="13883" y="8549"/>
                  </a:lnTo>
                  <a:lnTo>
                    <a:pt x="13667" y="8089"/>
                  </a:lnTo>
                  <a:lnTo>
                    <a:pt x="13537" y="7631"/>
                  </a:lnTo>
                  <a:lnTo>
                    <a:pt x="13537" y="6839"/>
                  </a:lnTo>
                  <a:lnTo>
                    <a:pt x="13581" y="6422"/>
                  </a:lnTo>
                  <a:lnTo>
                    <a:pt x="13537" y="6004"/>
                  </a:lnTo>
                  <a:lnTo>
                    <a:pt x="13452" y="5671"/>
                  </a:lnTo>
                  <a:lnTo>
                    <a:pt x="13322" y="5379"/>
                  </a:lnTo>
                  <a:lnTo>
                    <a:pt x="13149" y="5171"/>
                  </a:lnTo>
                  <a:lnTo>
                    <a:pt x="12934" y="5004"/>
                  </a:lnTo>
                  <a:lnTo>
                    <a:pt x="12676" y="4921"/>
                  </a:lnTo>
                  <a:lnTo>
                    <a:pt x="12417" y="4837"/>
                  </a:lnTo>
                  <a:lnTo>
                    <a:pt x="11813" y="4837"/>
                  </a:lnTo>
                  <a:lnTo>
                    <a:pt x="11469" y="4879"/>
                  </a:lnTo>
                  <a:lnTo>
                    <a:pt x="11123" y="4962"/>
                  </a:lnTo>
                  <a:lnTo>
                    <a:pt x="10477" y="5212"/>
                  </a:lnTo>
                  <a:lnTo>
                    <a:pt x="9873" y="5546"/>
                  </a:lnTo>
                  <a:lnTo>
                    <a:pt x="9356" y="5921"/>
                  </a:lnTo>
                  <a:lnTo>
                    <a:pt x="9743" y="5421"/>
                  </a:lnTo>
                  <a:lnTo>
                    <a:pt x="10650" y="4254"/>
                  </a:lnTo>
                  <a:lnTo>
                    <a:pt x="11123" y="3627"/>
                  </a:lnTo>
                  <a:lnTo>
                    <a:pt x="11555" y="3002"/>
                  </a:lnTo>
                  <a:lnTo>
                    <a:pt x="11598" y="2919"/>
                  </a:lnTo>
                  <a:lnTo>
                    <a:pt x="11598" y="2877"/>
                  </a:lnTo>
                  <a:lnTo>
                    <a:pt x="11511" y="2752"/>
                  </a:lnTo>
                  <a:lnTo>
                    <a:pt x="11425" y="2710"/>
                  </a:lnTo>
                  <a:lnTo>
                    <a:pt x="11382" y="2669"/>
                  </a:lnTo>
                  <a:close/>
                  <a:moveTo>
                    <a:pt x="18409" y="11217"/>
                  </a:moveTo>
                  <a:lnTo>
                    <a:pt x="18452" y="11259"/>
                  </a:lnTo>
                  <a:lnTo>
                    <a:pt x="18367" y="11801"/>
                  </a:lnTo>
                  <a:lnTo>
                    <a:pt x="18409" y="11843"/>
                  </a:lnTo>
                  <a:lnTo>
                    <a:pt x="18409" y="11884"/>
                  </a:lnTo>
                  <a:lnTo>
                    <a:pt x="18538" y="11926"/>
                  </a:lnTo>
                  <a:lnTo>
                    <a:pt x="18150" y="12385"/>
                  </a:lnTo>
                  <a:lnTo>
                    <a:pt x="18150" y="12301"/>
                  </a:lnTo>
                  <a:lnTo>
                    <a:pt x="18021" y="11926"/>
                  </a:lnTo>
                  <a:lnTo>
                    <a:pt x="17978" y="11884"/>
                  </a:lnTo>
                  <a:lnTo>
                    <a:pt x="17935" y="11884"/>
                  </a:lnTo>
                  <a:lnTo>
                    <a:pt x="17892" y="11926"/>
                  </a:lnTo>
                  <a:lnTo>
                    <a:pt x="17892" y="11968"/>
                  </a:lnTo>
                  <a:lnTo>
                    <a:pt x="17848" y="12301"/>
                  </a:lnTo>
                  <a:lnTo>
                    <a:pt x="17848" y="12718"/>
                  </a:lnTo>
                  <a:lnTo>
                    <a:pt x="17892" y="12760"/>
                  </a:lnTo>
                  <a:lnTo>
                    <a:pt x="17331" y="13469"/>
                  </a:lnTo>
                  <a:lnTo>
                    <a:pt x="17331" y="12635"/>
                  </a:lnTo>
                  <a:lnTo>
                    <a:pt x="17289" y="12593"/>
                  </a:lnTo>
                  <a:lnTo>
                    <a:pt x="18021" y="11718"/>
                  </a:lnTo>
                  <a:lnTo>
                    <a:pt x="18409" y="11217"/>
                  </a:lnTo>
                  <a:close/>
                  <a:moveTo>
                    <a:pt x="17073" y="12843"/>
                  </a:moveTo>
                  <a:lnTo>
                    <a:pt x="16987" y="13136"/>
                  </a:lnTo>
                  <a:lnTo>
                    <a:pt x="16943" y="13386"/>
                  </a:lnTo>
                  <a:lnTo>
                    <a:pt x="16987" y="13511"/>
                  </a:lnTo>
                  <a:lnTo>
                    <a:pt x="17029" y="13594"/>
                  </a:lnTo>
                  <a:lnTo>
                    <a:pt x="17116" y="13636"/>
                  </a:lnTo>
                  <a:lnTo>
                    <a:pt x="17160" y="13636"/>
                  </a:lnTo>
                  <a:lnTo>
                    <a:pt x="16599" y="14345"/>
                  </a:lnTo>
                  <a:lnTo>
                    <a:pt x="16512" y="14386"/>
                  </a:lnTo>
                  <a:lnTo>
                    <a:pt x="16512" y="13678"/>
                  </a:lnTo>
                  <a:lnTo>
                    <a:pt x="16470" y="13553"/>
                  </a:lnTo>
                  <a:lnTo>
                    <a:pt x="17073" y="12843"/>
                  </a:lnTo>
                  <a:close/>
                  <a:moveTo>
                    <a:pt x="5649" y="9091"/>
                  </a:moveTo>
                  <a:lnTo>
                    <a:pt x="5605" y="9132"/>
                  </a:lnTo>
                  <a:lnTo>
                    <a:pt x="5605" y="9174"/>
                  </a:lnTo>
                  <a:lnTo>
                    <a:pt x="5820" y="9341"/>
                  </a:lnTo>
                  <a:lnTo>
                    <a:pt x="5993" y="9466"/>
                  </a:lnTo>
                  <a:lnTo>
                    <a:pt x="6554" y="9758"/>
                  </a:lnTo>
                  <a:lnTo>
                    <a:pt x="7200" y="10049"/>
                  </a:lnTo>
                  <a:lnTo>
                    <a:pt x="7804" y="10383"/>
                  </a:lnTo>
                  <a:lnTo>
                    <a:pt x="8364" y="10801"/>
                  </a:lnTo>
                  <a:lnTo>
                    <a:pt x="8882" y="11176"/>
                  </a:lnTo>
                  <a:lnTo>
                    <a:pt x="9916" y="12093"/>
                  </a:lnTo>
                  <a:lnTo>
                    <a:pt x="10865" y="12926"/>
                  </a:lnTo>
                  <a:lnTo>
                    <a:pt x="11857" y="13761"/>
                  </a:lnTo>
                  <a:lnTo>
                    <a:pt x="12157" y="14011"/>
                  </a:lnTo>
                  <a:lnTo>
                    <a:pt x="12632" y="14386"/>
                  </a:lnTo>
                  <a:lnTo>
                    <a:pt x="12847" y="14511"/>
                  </a:lnTo>
                  <a:lnTo>
                    <a:pt x="13064" y="14595"/>
                  </a:lnTo>
                  <a:lnTo>
                    <a:pt x="13193" y="14595"/>
                  </a:lnTo>
                  <a:lnTo>
                    <a:pt x="13279" y="14553"/>
                  </a:lnTo>
                  <a:lnTo>
                    <a:pt x="13322" y="14511"/>
                  </a:lnTo>
                  <a:lnTo>
                    <a:pt x="13366" y="14428"/>
                  </a:lnTo>
                  <a:lnTo>
                    <a:pt x="13366" y="14303"/>
                  </a:lnTo>
                  <a:lnTo>
                    <a:pt x="13322" y="14178"/>
                  </a:lnTo>
                  <a:lnTo>
                    <a:pt x="13106" y="14011"/>
                  </a:lnTo>
                  <a:lnTo>
                    <a:pt x="12589" y="13636"/>
                  </a:lnTo>
                  <a:lnTo>
                    <a:pt x="12072" y="13219"/>
                  </a:lnTo>
                  <a:lnTo>
                    <a:pt x="11037" y="12343"/>
                  </a:lnTo>
                  <a:lnTo>
                    <a:pt x="10045" y="11426"/>
                  </a:lnTo>
                  <a:lnTo>
                    <a:pt x="9528" y="11009"/>
                  </a:lnTo>
                  <a:lnTo>
                    <a:pt x="9053" y="10633"/>
                  </a:lnTo>
                  <a:lnTo>
                    <a:pt x="8494" y="10258"/>
                  </a:lnTo>
                  <a:lnTo>
                    <a:pt x="7976" y="9883"/>
                  </a:lnTo>
                  <a:lnTo>
                    <a:pt x="7415" y="9591"/>
                  </a:lnTo>
                  <a:lnTo>
                    <a:pt x="6856" y="9341"/>
                  </a:lnTo>
                  <a:lnTo>
                    <a:pt x="6295" y="9132"/>
                  </a:lnTo>
                  <a:lnTo>
                    <a:pt x="6122" y="9091"/>
                  </a:lnTo>
                  <a:close/>
                  <a:moveTo>
                    <a:pt x="1121" y="14303"/>
                  </a:moveTo>
                  <a:lnTo>
                    <a:pt x="1294" y="14428"/>
                  </a:lnTo>
                  <a:lnTo>
                    <a:pt x="1251" y="14511"/>
                  </a:lnTo>
                  <a:lnTo>
                    <a:pt x="1251" y="14636"/>
                  </a:lnTo>
                  <a:lnTo>
                    <a:pt x="1294" y="14595"/>
                  </a:lnTo>
                  <a:lnTo>
                    <a:pt x="1423" y="14678"/>
                  </a:lnTo>
                  <a:lnTo>
                    <a:pt x="1466" y="14761"/>
                  </a:lnTo>
                  <a:lnTo>
                    <a:pt x="1466" y="14845"/>
                  </a:lnTo>
                  <a:lnTo>
                    <a:pt x="1509" y="15053"/>
                  </a:lnTo>
                  <a:lnTo>
                    <a:pt x="1165" y="14886"/>
                  </a:lnTo>
                  <a:lnTo>
                    <a:pt x="992" y="14845"/>
                  </a:lnTo>
                  <a:lnTo>
                    <a:pt x="819" y="14803"/>
                  </a:lnTo>
                  <a:lnTo>
                    <a:pt x="992" y="14511"/>
                  </a:lnTo>
                  <a:lnTo>
                    <a:pt x="1121" y="14303"/>
                  </a:lnTo>
                  <a:close/>
                  <a:moveTo>
                    <a:pt x="3191" y="12343"/>
                  </a:moveTo>
                  <a:lnTo>
                    <a:pt x="3104" y="12426"/>
                  </a:lnTo>
                  <a:lnTo>
                    <a:pt x="3104" y="12468"/>
                  </a:lnTo>
                  <a:lnTo>
                    <a:pt x="3277" y="12676"/>
                  </a:lnTo>
                  <a:lnTo>
                    <a:pt x="3450" y="12801"/>
                  </a:lnTo>
                  <a:lnTo>
                    <a:pt x="3881" y="13010"/>
                  </a:lnTo>
                  <a:lnTo>
                    <a:pt x="4440" y="13386"/>
                  </a:lnTo>
                  <a:lnTo>
                    <a:pt x="5001" y="13761"/>
                  </a:lnTo>
                  <a:lnTo>
                    <a:pt x="5993" y="14511"/>
                  </a:lnTo>
                  <a:lnTo>
                    <a:pt x="6510" y="14886"/>
                  </a:lnTo>
                  <a:lnTo>
                    <a:pt x="6769" y="15053"/>
                  </a:lnTo>
                  <a:lnTo>
                    <a:pt x="6898" y="15095"/>
                  </a:lnTo>
                  <a:lnTo>
                    <a:pt x="7114" y="15095"/>
                  </a:lnTo>
                  <a:lnTo>
                    <a:pt x="7200" y="15053"/>
                  </a:lnTo>
                  <a:lnTo>
                    <a:pt x="7243" y="14970"/>
                  </a:lnTo>
                  <a:lnTo>
                    <a:pt x="7200" y="14845"/>
                  </a:lnTo>
                  <a:lnTo>
                    <a:pt x="7157" y="14761"/>
                  </a:lnTo>
                  <a:lnTo>
                    <a:pt x="7071" y="14636"/>
                  </a:lnTo>
                  <a:lnTo>
                    <a:pt x="6898" y="14470"/>
                  </a:lnTo>
                  <a:lnTo>
                    <a:pt x="6467" y="14178"/>
                  </a:lnTo>
                  <a:lnTo>
                    <a:pt x="5303" y="13344"/>
                  </a:lnTo>
                  <a:lnTo>
                    <a:pt x="4742" y="12968"/>
                  </a:lnTo>
                  <a:lnTo>
                    <a:pt x="4139" y="12593"/>
                  </a:lnTo>
                  <a:lnTo>
                    <a:pt x="3923" y="12510"/>
                  </a:lnTo>
                  <a:lnTo>
                    <a:pt x="3665" y="12385"/>
                  </a:lnTo>
                  <a:lnTo>
                    <a:pt x="3450" y="12343"/>
                  </a:lnTo>
                  <a:close/>
                  <a:moveTo>
                    <a:pt x="16168" y="13928"/>
                  </a:moveTo>
                  <a:lnTo>
                    <a:pt x="16124" y="14053"/>
                  </a:lnTo>
                  <a:lnTo>
                    <a:pt x="16124" y="14678"/>
                  </a:lnTo>
                  <a:lnTo>
                    <a:pt x="16168" y="14761"/>
                  </a:lnTo>
                  <a:lnTo>
                    <a:pt x="16211" y="14803"/>
                  </a:lnTo>
                  <a:lnTo>
                    <a:pt x="16124" y="14886"/>
                  </a:lnTo>
                  <a:lnTo>
                    <a:pt x="15736" y="15387"/>
                  </a:lnTo>
                  <a:lnTo>
                    <a:pt x="15780" y="14928"/>
                  </a:lnTo>
                  <a:lnTo>
                    <a:pt x="15822" y="14678"/>
                  </a:lnTo>
                  <a:lnTo>
                    <a:pt x="15822" y="14511"/>
                  </a:lnTo>
                  <a:lnTo>
                    <a:pt x="15780" y="14386"/>
                  </a:lnTo>
                  <a:lnTo>
                    <a:pt x="16168" y="13928"/>
                  </a:lnTo>
                  <a:close/>
                  <a:moveTo>
                    <a:pt x="5174" y="9883"/>
                  </a:moveTo>
                  <a:lnTo>
                    <a:pt x="5088" y="9924"/>
                  </a:lnTo>
                  <a:lnTo>
                    <a:pt x="5001" y="10008"/>
                  </a:lnTo>
                  <a:lnTo>
                    <a:pt x="5001" y="10216"/>
                  </a:lnTo>
                  <a:lnTo>
                    <a:pt x="5044" y="10299"/>
                  </a:lnTo>
                  <a:lnTo>
                    <a:pt x="5130" y="10383"/>
                  </a:lnTo>
                  <a:lnTo>
                    <a:pt x="5303" y="10466"/>
                  </a:lnTo>
                  <a:lnTo>
                    <a:pt x="5691" y="10633"/>
                  </a:lnTo>
                  <a:lnTo>
                    <a:pt x="6036" y="10801"/>
                  </a:lnTo>
                  <a:lnTo>
                    <a:pt x="6337" y="10967"/>
                  </a:lnTo>
                  <a:lnTo>
                    <a:pt x="6898" y="11384"/>
                  </a:lnTo>
                  <a:lnTo>
                    <a:pt x="7459" y="11843"/>
                  </a:lnTo>
                  <a:lnTo>
                    <a:pt x="7976" y="12343"/>
                  </a:lnTo>
                  <a:lnTo>
                    <a:pt x="10089" y="14094"/>
                  </a:lnTo>
                  <a:lnTo>
                    <a:pt x="11167" y="14970"/>
                  </a:lnTo>
                  <a:lnTo>
                    <a:pt x="11425" y="15136"/>
                  </a:lnTo>
                  <a:lnTo>
                    <a:pt x="11684" y="15303"/>
                  </a:lnTo>
                  <a:lnTo>
                    <a:pt x="11942" y="15428"/>
                  </a:lnTo>
                  <a:lnTo>
                    <a:pt x="12072" y="15470"/>
                  </a:lnTo>
                  <a:lnTo>
                    <a:pt x="12201" y="15470"/>
                  </a:lnTo>
                  <a:lnTo>
                    <a:pt x="12287" y="15428"/>
                  </a:lnTo>
                  <a:lnTo>
                    <a:pt x="12330" y="15387"/>
                  </a:lnTo>
                  <a:lnTo>
                    <a:pt x="12374" y="15303"/>
                  </a:lnTo>
                  <a:lnTo>
                    <a:pt x="12330" y="15220"/>
                  </a:lnTo>
                  <a:lnTo>
                    <a:pt x="12244" y="15053"/>
                  </a:lnTo>
                  <a:lnTo>
                    <a:pt x="12072" y="14928"/>
                  </a:lnTo>
                  <a:lnTo>
                    <a:pt x="11727" y="14720"/>
                  </a:lnTo>
                  <a:lnTo>
                    <a:pt x="11209" y="14345"/>
                  </a:lnTo>
                  <a:lnTo>
                    <a:pt x="10735" y="13969"/>
                  </a:lnTo>
                  <a:lnTo>
                    <a:pt x="8882" y="12426"/>
                  </a:lnTo>
                  <a:lnTo>
                    <a:pt x="8019" y="11676"/>
                  </a:lnTo>
                  <a:lnTo>
                    <a:pt x="7157" y="10967"/>
                  </a:lnTo>
                  <a:lnTo>
                    <a:pt x="6683" y="10633"/>
                  </a:lnTo>
                  <a:lnTo>
                    <a:pt x="6166" y="10341"/>
                  </a:lnTo>
                  <a:lnTo>
                    <a:pt x="5605" y="10174"/>
                  </a:lnTo>
                  <a:lnTo>
                    <a:pt x="5347" y="10049"/>
                  </a:lnTo>
                  <a:lnTo>
                    <a:pt x="5260" y="9966"/>
                  </a:lnTo>
                  <a:lnTo>
                    <a:pt x="5217" y="9883"/>
                  </a:lnTo>
                  <a:close/>
                  <a:moveTo>
                    <a:pt x="1811" y="14803"/>
                  </a:moveTo>
                  <a:lnTo>
                    <a:pt x="2458" y="15220"/>
                  </a:lnTo>
                  <a:lnTo>
                    <a:pt x="2458" y="15428"/>
                  </a:lnTo>
                  <a:lnTo>
                    <a:pt x="2499" y="15630"/>
                  </a:lnTo>
                  <a:lnTo>
                    <a:pt x="1768" y="15220"/>
                  </a:lnTo>
                  <a:lnTo>
                    <a:pt x="1855" y="15178"/>
                  </a:lnTo>
                  <a:lnTo>
                    <a:pt x="1897" y="15136"/>
                  </a:lnTo>
                  <a:lnTo>
                    <a:pt x="1897" y="15011"/>
                  </a:lnTo>
                  <a:lnTo>
                    <a:pt x="1811" y="14886"/>
                  </a:lnTo>
                  <a:lnTo>
                    <a:pt x="1811" y="14803"/>
                  </a:lnTo>
                  <a:close/>
                  <a:moveTo>
                    <a:pt x="15521" y="14720"/>
                  </a:moveTo>
                  <a:lnTo>
                    <a:pt x="15478" y="14803"/>
                  </a:lnTo>
                  <a:lnTo>
                    <a:pt x="15348" y="15638"/>
                  </a:lnTo>
                  <a:lnTo>
                    <a:pt x="15348" y="15721"/>
                  </a:lnTo>
                  <a:lnTo>
                    <a:pt x="15392" y="15763"/>
                  </a:lnTo>
                  <a:lnTo>
                    <a:pt x="15176" y="16013"/>
                  </a:lnTo>
                  <a:lnTo>
                    <a:pt x="15176" y="15596"/>
                  </a:lnTo>
                  <a:lnTo>
                    <a:pt x="15132" y="15178"/>
                  </a:lnTo>
                  <a:lnTo>
                    <a:pt x="15521" y="14720"/>
                  </a:lnTo>
                  <a:close/>
                  <a:moveTo>
                    <a:pt x="2889" y="15513"/>
                  </a:moveTo>
                  <a:lnTo>
                    <a:pt x="3104" y="15679"/>
                  </a:lnTo>
                  <a:lnTo>
                    <a:pt x="3277" y="15804"/>
                  </a:lnTo>
                  <a:lnTo>
                    <a:pt x="3277" y="16013"/>
                  </a:lnTo>
                  <a:lnTo>
                    <a:pt x="3320" y="16180"/>
                  </a:lnTo>
                  <a:lnTo>
                    <a:pt x="3062" y="16013"/>
                  </a:lnTo>
                  <a:lnTo>
                    <a:pt x="2803" y="15846"/>
                  </a:lnTo>
                  <a:lnTo>
                    <a:pt x="2932" y="15846"/>
                  </a:lnTo>
                  <a:lnTo>
                    <a:pt x="3018" y="15763"/>
                  </a:lnTo>
                  <a:lnTo>
                    <a:pt x="3018" y="15638"/>
                  </a:lnTo>
                  <a:lnTo>
                    <a:pt x="2889" y="15513"/>
                  </a:lnTo>
                  <a:close/>
                  <a:moveTo>
                    <a:pt x="4225" y="11134"/>
                  </a:moveTo>
                  <a:lnTo>
                    <a:pt x="4182" y="11176"/>
                  </a:lnTo>
                  <a:lnTo>
                    <a:pt x="4139" y="11217"/>
                  </a:lnTo>
                  <a:lnTo>
                    <a:pt x="4182" y="11342"/>
                  </a:lnTo>
                  <a:lnTo>
                    <a:pt x="4225" y="11468"/>
                  </a:lnTo>
                  <a:lnTo>
                    <a:pt x="4484" y="11634"/>
                  </a:lnTo>
                  <a:lnTo>
                    <a:pt x="5476" y="12301"/>
                  </a:lnTo>
                  <a:lnTo>
                    <a:pt x="6424" y="13093"/>
                  </a:lnTo>
                  <a:lnTo>
                    <a:pt x="7329" y="13844"/>
                  </a:lnTo>
                  <a:lnTo>
                    <a:pt x="8321" y="14595"/>
                  </a:lnTo>
                  <a:lnTo>
                    <a:pt x="9312" y="15303"/>
                  </a:lnTo>
                  <a:lnTo>
                    <a:pt x="10261" y="15971"/>
                  </a:lnTo>
                  <a:lnTo>
                    <a:pt x="10735" y="16305"/>
                  </a:lnTo>
                  <a:lnTo>
                    <a:pt x="11252" y="16555"/>
                  </a:lnTo>
                  <a:lnTo>
                    <a:pt x="11382" y="16555"/>
                  </a:lnTo>
                  <a:lnTo>
                    <a:pt x="11511" y="16513"/>
                  </a:lnTo>
                  <a:lnTo>
                    <a:pt x="11598" y="16430"/>
                  </a:lnTo>
                  <a:lnTo>
                    <a:pt x="11640" y="16388"/>
                  </a:lnTo>
                  <a:lnTo>
                    <a:pt x="11640" y="16263"/>
                  </a:lnTo>
                  <a:lnTo>
                    <a:pt x="11598" y="16221"/>
                  </a:lnTo>
                  <a:lnTo>
                    <a:pt x="11511" y="16138"/>
                  </a:lnTo>
                  <a:lnTo>
                    <a:pt x="11425" y="16096"/>
                  </a:lnTo>
                  <a:lnTo>
                    <a:pt x="11167" y="15929"/>
                  </a:lnTo>
                  <a:lnTo>
                    <a:pt x="10908" y="15763"/>
                  </a:lnTo>
                  <a:lnTo>
                    <a:pt x="9743" y="15011"/>
                  </a:lnTo>
                  <a:lnTo>
                    <a:pt x="8666" y="14219"/>
                  </a:lnTo>
                  <a:lnTo>
                    <a:pt x="7631" y="13428"/>
                  </a:lnTo>
                  <a:lnTo>
                    <a:pt x="6639" y="12635"/>
                  </a:lnTo>
                  <a:lnTo>
                    <a:pt x="5605" y="11843"/>
                  </a:lnTo>
                  <a:lnTo>
                    <a:pt x="5347" y="11634"/>
                  </a:lnTo>
                  <a:lnTo>
                    <a:pt x="4872" y="11342"/>
                  </a:lnTo>
                  <a:lnTo>
                    <a:pt x="4613" y="11217"/>
                  </a:lnTo>
                  <a:lnTo>
                    <a:pt x="4398" y="11134"/>
                  </a:lnTo>
                  <a:close/>
                  <a:moveTo>
                    <a:pt x="3708" y="16054"/>
                  </a:moveTo>
                  <a:lnTo>
                    <a:pt x="4440" y="16555"/>
                  </a:lnTo>
                  <a:lnTo>
                    <a:pt x="4398" y="16763"/>
                  </a:lnTo>
                  <a:lnTo>
                    <a:pt x="4398" y="16888"/>
                  </a:lnTo>
                  <a:lnTo>
                    <a:pt x="3923" y="16555"/>
                  </a:lnTo>
                  <a:lnTo>
                    <a:pt x="3923" y="16471"/>
                  </a:lnTo>
                  <a:lnTo>
                    <a:pt x="3881" y="16388"/>
                  </a:lnTo>
                  <a:lnTo>
                    <a:pt x="3752" y="16221"/>
                  </a:lnTo>
                  <a:lnTo>
                    <a:pt x="3708" y="16054"/>
                  </a:lnTo>
                  <a:close/>
                  <a:moveTo>
                    <a:pt x="14917" y="15387"/>
                  </a:moveTo>
                  <a:lnTo>
                    <a:pt x="14831" y="15888"/>
                  </a:lnTo>
                  <a:lnTo>
                    <a:pt x="14788" y="16388"/>
                  </a:lnTo>
                  <a:lnTo>
                    <a:pt x="14788" y="16471"/>
                  </a:lnTo>
                  <a:lnTo>
                    <a:pt x="14271" y="17097"/>
                  </a:lnTo>
                  <a:lnTo>
                    <a:pt x="14271" y="16555"/>
                  </a:lnTo>
                  <a:lnTo>
                    <a:pt x="14227" y="16221"/>
                  </a:lnTo>
                  <a:lnTo>
                    <a:pt x="14917" y="15387"/>
                  </a:lnTo>
                  <a:close/>
                  <a:moveTo>
                    <a:pt x="4742" y="16763"/>
                  </a:moveTo>
                  <a:lnTo>
                    <a:pt x="5174" y="17055"/>
                  </a:lnTo>
                  <a:lnTo>
                    <a:pt x="5174" y="17222"/>
                  </a:lnTo>
                  <a:lnTo>
                    <a:pt x="5217" y="17305"/>
                  </a:lnTo>
                  <a:lnTo>
                    <a:pt x="5347" y="17472"/>
                  </a:lnTo>
                  <a:lnTo>
                    <a:pt x="5476" y="17680"/>
                  </a:lnTo>
                  <a:lnTo>
                    <a:pt x="5001" y="17305"/>
                  </a:lnTo>
                  <a:lnTo>
                    <a:pt x="5001" y="17222"/>
                  </a:lnTo>
                  <a:lnTo>
                    <a:pt x="4959" y="17138"/>
                  </a:lnTo>
                  <a:lnTo>
                    <a:pt x="4829" y="17013"/>
                  </a:lnTo>
                  <a:lnTo>
                    <a:pt x="4742" y="16888"/>
                  </a:lnTo>
                  <a:lnTo>
                    <a:pt x="4742" y="16763"/>
                  </a:lnTo>
                  <a:close/>
                  <a:moveTo>
                    <a:pt x="14012" y="16471"/>
                  </a:moveTo>
                  <a:lnTo>
                    <a:pt x="13969" y="16888"/>
                  </a:lnTo>
                  <a:lnTo>
                    <a:pt x="13925" y="17180"/>
                  </a:lnTo>
                  <a:lnTo>
                    <a:pt x="13925" y="17472"/>
                  </a:lnTo>
                  <a:lnTo>
                    <a:pt x="13581" y="17847"/>
                  </a:lnTo>
                  <a:lnTo>
                    <a:pt x="13624" y="17597"/>
                  </a:lnTo>
                  <a:lnTo>
                    <a:pt x="13581" y="17305"/>
                  </a:lnTo>
                  <a:lnTo>
                    <a:pt x="13581" y="17222"/>
                  </a:lnTo>
                  <a:lnTo>
                    <a:pt x="13495" y="17180"/>
                  </a:lnTo>
                  <a:lnTo>
                    <a:pt x="13452" y="17180"/>
                  </a:lnTo>
                  <a:lnTo>
                    <a:pt x="14012" y="16471"/>
                  </a:lnTo>
                  <a:close/>
                  <a:moveTo>
                    <a:pt x="5605" y="17305"/>
                  </a:moveTo>
                  <a:lnTo>
                    <a:pt x="5907" y="17513"/>
                  </a:lnTo>
                  <a:lnTo>
                    <a:pt x="6554" y="17973"/>
                  </a:lnTo>
                  <a:lnTo>
                    <a:pt x="6554" y="18515"/>
                  </a:lnTo>
                  <a:lnTo>
                    <a:pt x="5778" y="17930"/>
                  </a:lnTo>
                  <a:lnTo>
                    <a:pt x="5820" y="17805"/>
                  </a:lnTo>
                  <a:lnTo>
                    <a:pt x="5820" y="17680"/>
                  </a:lnTo>
                  <a:lnTo>
                    <a:pt x="5778" y="17597"/>
                  </a:lnTo>
                  <a:lnTo>
                    <a:pt x="5734" y="17472"/>
                  </a:lnTo>
                  <a:lnTo>
                    <a:pt x="5605" y="17305"/>
                  </a:lnTo>
                  <a:close/>
                  <a:moveTo>
                    <a:pt x="6856" y="18181"/>
                  </a:moveTo>
                  <a:lnTo>
                    <a:pt x="7588" y="18765"/>
                  </a:lnTo>
                  <a:lnTo>
                    <a:pt x="7546" y="18848"/>
                  </a:lnTo>
                  <a:lnTo>
                    <a:pt x="7502" y="18973"/>
                  </a:lnTo>
                  <a:lnTo>
                    <a:pt x="7459" y="19182"/>
                  </a:lnTo>
                  <a:lnTo>
                    <a:pt x="6898" y="18765"/>
                  </a:lnTo>
                  <a:lnTo>
                    <a:pt x="6898" y="18348"/>
                  </a:lnTo>
                  <a:lnTo>
                    <a:pt x="6856" y="18181"/>
                  </a:lnTo>
                  <a:close/>
                  <a:moveTo>
                    <a:pt x="13279" y="17347"/>
                  </a:moveTo>
                  <a:lnTo>
                    <a:pt x="13279" y="17555"/>
                  </a:lnTo>
                  <a:lnTo>
                    <a:pt x="13193" y="18140"/>
                  </a:lnTo>
                  <a:lnTo>
                    <a:pt x="13193" y="18223"/>
                  </a:lnTo>
                  <a:lnTo>
                    <a:pt x="13235" y="18265"/>
                  </a:lnTo>
                  <a:lnTo>
                    <a:pt x="11857" y="19765"/>
                  </a:lnTo>
                  <a:lnTo>
                    <a:pt x="11857" y="19307"/>
                  </a:lnTo>
                  <a:lnTo>
                    <a:pt x="12115" y="18931"/>
                  </a:lnTo>
                  <a:lnTo>
                    <a:pt x="12718" y="18098"/>
                  </a:lnTo>
                  <a:lnTo>
                    <a:pt x="12676" y="18265"/>
                  </a:lnTo>
                  <a:lnTo>
                    <a:pt x="12589" y="18515"/>
                  </a:lnTo>
                  <a:lnTo>
                    <a:pt x="12589" y="18765"/>
                  </a:lnTo>
                  <a:lnTo>
                    <a:pt x="12632" y="18806"/>
                  </a:lnTo>
                  <a:lnTo>
                    <a:pt x="12676" y="18806"/>
                  </a:lnTo>
                  <a:lnTo>
                    <a:pt x="12805" y="18723"/>
                  </a:lnTo>
                  <a:lnTo>
                    <a:pt x="12891" y="18598"/>
                  </a:lnTo>
                  <a:lnTo>
                    <a:pt x="12934" y="18306"/>
                  </a:lnTo>
                  <a:lnTo>
                    <a:pt x="12934" y="17805"/>
                  </a:lnTo>
                  <a:lnTo>
                    <a:pt x="13193" y="17472"/>
                  </a:lnTo>
                  <a:lnTo>
                    <a:pt x="13279" y="17347"/>
                  </a:lnTo>
                  <a:close/>
                  <a:moveTo>
                    <a:pt x="7717" y="18848"/>
                  </a:moveTo>
                  <a:lnTo>
                    <a:pt x="8234" y="19348"/>
                  </a:lnTo>
                  <a:lnTo>
                    <a:pt x="8234" y="19848"/>
                  </a:lnTo>
                  <a:lnTo>
                    <a:pt x="8105" y="19723"/>
                  </a:lnTo>
                  <a:lnTo>
                    <a:pt x="7804" y="19473"/>
                  </a:lnTo>
                  <a:lnTo>
                    <a:pt x="7804" y="19348"/>
                  </a:lnTo>
                  <a:lnTo>
                    <a:pt x="7761" y="19098"/>
                  </a:lnTo>
                  <a:lnTo>
                    <a:pt x="7717" y="18848"/>
                  </a:lnTo>
                  <a:close/>
                  <a:moveTo>
                    <a:pt x="11123" y="459"/>
                  </a:moveTo>
                  <a:lnTo>
                    <a:pt x="11382" y="500"/>
                  </a:lnTo>
                  <a:lnTo>
                    <a:pt x="11598" y="542"/>
                  </a:lnTo>
                  <a:lnTo>
                    <a:pt x="11813" y="667"/>
                  </a:lnTo>
                  <a:lnTo>
                    <a:pt x="12244" y="959"/>
                  </a:lnTo>
                  <a:lnTo>
                    <a:pt x="12589" y="1210"/>
                  </a:lnTo>
                  <a:lnTo>
                    <a:pt x="14788" y="2752"/>
                  </a:lnTo>
                  <a:lnTo>
                    <a:pt x="17029" y="4337"/>
                  </a:lnTo>
                  <a:lnTo>
                    <a:pt x="18150" y="5129"/>
                  </a:lnTo>
                  <a:lnTo>
                    <a:pt x="18452" y="5379"/>
                  </a:lnTo>
                  <a:lnTo>
                    <a:pt x="18625" y="5462"/>
                  </a:lnTo>
                  <a:lnTo>
                    <a:pt x="18797" y="5546"/>
                  </a:lnTo>
                  <a:lnTo>
                    <a:pt x="18323" y="6089"/>
                  </a:lnTo>
                  <a:lnTo>
                    <a:pt x="17892" y="6672"/>
                  </a:lnTo>
                  <a:lnTo>
                    <a:pt x="17677" y="6922"/>
                  </a:lnTo>
                  <a:lnTo>
                    <a:pt x="17461" y="7256"/>
                  </a:lnTo>
                  <a:lnTo>
                    <a:pt x="17375" y="7422"/>
                  </a:lnTo>
                  <a:lnTo>
                    <a:pt x="17331" y="7547"/>
                  </a:lnTo>
                  <a:lnTo>
                    <a:pt x="17331" y="7714"/>
                  </a:lnTo>
                  <a:lnTo>
                    <a:pt x="17461" y="7839"/>
                  </a:lnTo>
                  <a:lnTo>
                    <a:pt x="17590" y="7964"/>
                  </a:lnTo>
                  <a:lnTo>
                    <a:pt x="17719" y="8048"/>
                  </a:lnTo>
                  <a:lnTo>
                    <a:pt x="18065" y="8173"/>
                  </a:lnTo>
                  <a:lnTo>
                    <a:pt x="18755" y="8299"/>
                  </a:lnTo>
                  <a:lnTo>
                    <a:pt x="19660" y="8464"/>
                  </a:lnTo>
                  <a:lnTo>
                    <a:pt x="20005" y="8549"/>
                  </a:lnTo>
                  <a:lnTo>
                    <a:pt x="19962" y="8632"/>
                  </a:lnTo>
                  <a:lnTo>
                    <a:pt x="19357" y="9257"/>
                  </a:lnTo>
                  <a:lnTo>
                    <a:pt x="18797" y="9924"/>
                  </a:lnTo>
                  <a:lnTo>
                    <a:pt x="17677" y="11259"/>
                  </a:lnTo>
                  <a:lnTo>
                    <a:pt x="15176" y="14219"/>
                  </a:lnTo>
                  <a:lnTo>
                    <a:pt x="13925" y="15679"/>
                  </a:lnTo>
                  <a:lnTo>
                    <a:pt x="12718" y="17180"/>
                  </a:lnTo>
                  <a:lnTo>
                    <a:pt x="12157" y="17888"/>
                  </a:lnTo>
                  <a:lnTo>
                    <a:pt x="11640" y="18640"/>
                  </a:lnTo>
                  <a:lnTo>
                    <a:pt x="11123" y="19390"/>
                  </a:lnTo>
                  <a:lnTo>
                    <a:pt x="10950" y="19640"/>
                  </a:lnTo>
                  <a:lnTo>
                    <a:pt x="10821" y="19890"/>
                  </a:lnTo>
                  <a:lnTo>
                    <a:pt x="10563" y="19765"/>
                  </a:lnTo>
                  <a:lnTo>
                    <a:pt x="10304" y="19723"/>
                  </a:lnTo>
                  <a:lnTo>
                    <a:pt x="9743" y="19557"/>
                  </a:lnTo>
                  <a:lnTo>
                    <a:pt x="9399" y="19432"/>
                  </a:lnTo>
                  <a:lnTo>
                    <a:pt x="9097" y="19223"/>
                  </a:lnTo>
                  <a:lnTo>
                    <a:pt x="8795" y="19015"/>
                  </a:lnTo>
                  <a:lnTo>
                    <a:pt x="8494" y="18765"/>
                  </a:lnTo>
                  <a:lnTo>
                    <a:pt x="7933" y="18265"/>
                  </a:lnTo>
                  <a:lnTo>
                    <a:pt x="7373" y="17805"/>
                  </a:lnTo>
                  <a:lnTo>
                    <a:pt x="6726" y="17388"/>
                  </a:lnTo>
                  <a:lnTo>
                    <a:pt x="6122" y="16971"/>
                  </a:lnTo>
                  <a:lnTo>
                    <a:pt x="3579" y="15303"/>
                  </a:lnTo>
                  <a:lnTo>
                    <a:pt x="2243" y="14345"/>
                  </a:lnTo>
                  <a:lnTo>
                    <a:pt x="1553" y="13886"/>
                  </a:lnTo>
                  <a:lnTo>
                    <a:pt x="819" y="13469"/>
                  </a:lnTo>
                  <a:lnTo>
                    <a:pt x="733" y="13428"/>
                  </a:lnTo>
                  <a:lnTo>
                    <a:pt x="1897" y="11801"/>
                  </a:lnTo>
                  <a:lnTo>
                    <a:pt x="3104" y="10174"/>
                  </a:lnTo>
                  <a:lnTo>
                    <a:pt x="4311" y="8590"/>
                  </a:lnTo>
                  <a:lnTo>
                    <a:pt x="5562" y="7006"/>
                  </a:lnTo>
                  <a:lnTo>
                    <a:pt x="8192" y="3795"/>
                  </a:lnTo>
                  <a:lnTo>
                    <a:pt x="9572" y="2210"/>
                  </a:lnTo>
                  <a:lnTo>
                    <a:pt x="10261" y="1460"/>
                  </a:lnTo>
                  <a:lnTo>
                    <a:pt x="10865" y="625"/>
                  </a:lnTo>
                  <a:lnTo>
                    <a:pt x="10908" y="542"/>
                  </a:lnTo>
                  <a:lnTo>
                    <a:pt x="10908" y="459"/>
                  </a:lnTo>
                  <a:close/>
                  <a:moveTo>
                    <a:pt x="8494" y="19557"/>
                  </a:moveTo>
                  <a:lnTo>
                    <a:pt x="9011" y="19848"/>
                  </a:lnTo>
                  <a:lnTo>
                    <a:pt x="9528" y="20099"/>
                  </a:lnTo>
                  <a:lnTo>
                    <a:pt x="9485" y="20390"/>
                  </a:lnTo>
                  <a:lnTo>
                    <a:pt x="9528" y="20683"/>
                  </a:lnTo>
                  <a:lnTo>
                    <a:pt x="9226" y="20558"/>
                  </a:lnTo>
                  <a:lnTo>
                    <a:pt x="8753" y="20224"/>
                  </a:lnTo>
                  <a:lnTo>
                    <a:pt x="8709" y="20057"/>
                  </a:lnTo>
                  <a:lnTo>
                    <a:pt x="8623" y="19890"/>
                  </a:lnTo>
                  <a:lnTo>
                    <a:pt x="8494" y="19557"/>
                  </a:lnTo>
                  <a:close/>
                  <a:moveTo>
                    <a:pt x="11555" y="19848"/>
                  </a:moveTo>
                  <a:lnTo>
                    <a:pt x="11598" y="19932"/>
                  </a:lnTo>
                  <a:lnTo>
                    <a:pt x="11640" y="19974"/>
                  </a:lnTo>
                  <a:lnTo>
                    <a:pt x="11123" y="20558"/>
                  </a:lnTo>
                  <a:lnTo>
                    <a:pt x="10821" y="20850"/>
                  </a:lnTo>
                  <a:lnTo>
                    <a:pt x="10779" y="20725"/>
                  </a:lnTo>
                  <a:lnTo>
                    <a:pt x="10735" y="20600"/>
                  </a:lnTo>
                  <a:lnTo>
                    <a:pt x="10735" y="20433"/>
                  </a:lnTo>
                  <a:lnTo>
                    <a:pt x="10950" y="20433"/>
                  </a:lnTo>
                  <a:lnTo>
                    <a:pt x="10950" y="20390"/>
                  </a:lnTo>
                  <a:lnTo>
                    <a:pt x="11037" y="20390"/>
                  </a:lnTo>
                  <a:lnTo>
                    <a:pt x="11123" y="20350"/>
                  </a:lnTo>
                  <a:lnTo>
                    <a:pt x="11252" y="20265"/>
                  </a:lnTo>
                  <a:lnTo>
                    <a:pt x="11338" y="20099"/>
                  </a:lnTo>
                  <a:lnTo>
                    <a:pt x="11511" y="19848"/>
                  </a:lnTo>
                  <a:close/>
                  <a:moveTo>
                    <a:pt x="11123" y="0"/>
                  </a:moveTo>
                  <a:lnTo>
                    <a:pt x="10908" y="42"/>
                  </a:lnTo>
                  <a:lnTo>
                    <a:pt x="10735" y="125"/>
                  </a:lnTo>
                  <a:lnTo>
                    <a:pt x="10606" y="167"/>
                  </a:lnTo>
                  <a:lnTo>
                    <a:pt x="10520" y="292"/>
                  </a:lnTo>
                  <a:lnTo>
                    <a:pt x="10477" y="334"/>
                  </a:lnTo>
                  <a:lnTo>
                    <a:pt x="10477" y="375"/>
                  </a:lnTo>
                  <a:lnTo>
                    <a:pt x="9787" y="1084"/>
                  </a:lnTo>
                  <a:lnTo>
                    <a:pt x="9097" y="1835"/>
                  </a:lnTo>
                  <a:lnTo>
                    <a:pt x="7804" y="3377"/>
                  </a:lnTo>
                  <a:lnTo>
                    <a:pt x="6467" y="4962"/>
                  </a:lnTo>
                  <a:lnTo>
                    <a:pt x="5174" y="6547"/>
                  </a:lnTo>
                  <a:lnTo>
                    <a:pt x="2845" y="9549"/>
                  </a:lnTo>
                  <a:lnTo>
                    <a:pt x="561" y="12551"/>
                  </a:lnTo>
                  <a:lnTo>
                    <a:pt x="388" y="12801"/>
                  </a:lnTo>
                  <a:lnTo>
                    <a:pt x="43" y="13301"/>
                  </a:lnTo>
                  <a:lnTo>
                    <a:pt x="0" y="13386"/>
                  </a:lnTo>
                  <a:lnTo>
                    <a:pt x="0" y="13511"/>
                  </a:lnTo>
                  <a:lnTo>
                    <a:pt x="43" y="13594"/>
                  </a:lnTo>
                  <a:lnTo>
                    <a:pt x="87" y="13678"/>
                  </a:lnTo>
                  <a:lnTo>
                    <a:pt x="173" y="13719"/>
                  </a:lnTo>
                  <a:lnTo>
                    <a:pt x="259" y="13761"/>
                  </a:lnTo>
                  <a:lnTo>
                    <a:pt x="346" y="13761"/>
                  </a:lnTo>
                  <a:lnTo>
                    <a:pt x="475" y="13719"/>
                  </a:lnTo>
                  <a:lnTo>
                    <a:pt x="517" y="13803"/>
                  </a:lnTo>
                  <a:lnTo>
                    <a:pt x="819" y="14094"/>
                  </a:lnTo>
                  <a:lnTo>
                    <a:pt x="690" y="14219"/>
                  </a:lnTo>
                  <a:lnTo>
                    <a:pt x="604" y="14386"/>
                  </a:lnTo>
                  <a:lnTo>
                    <a:pt x="517" y="14553"/>
                  </a:lnTo>
                  <a:lnTo>
                    <a:pt x="475" y="14720"/>
                  </a:lnTo>
                  <a:lnTo>
                    <a:pt x="475" y="14803"/>
                  </a:lnTo>
                  <a:lnTo>
                    <a:pt x="517" y="14845"/>
                  </a:lnTo>
                  <a:lnTo>
                    <a:pt x="604" y="14886"/>
                  </a:lnTo>
                  <a:lnTo>
                    <a:pt x="646" y="14886"/>
                  </a:lnTo>
                  <a:lnTo>
                    <a:pt x="733" y="15011"/>
                  </a:lnTo>
                  <a:lnTo>
                    <a:pt x="819" y="15136"/>
                  </a:lnTo>
                  <a:lnTo>
                    <a:pt x="1035" y="15303"/>
                  </a:lnTo>
                  <a:lnTo>
                    <a:pt x="1509" y="15596"/>
                  </a:lnTo>
                  <a:lnTo>
                    <a:pt x="2803" y="16388"/>
                  </a:lnTo>
                  <a:lnTo>
                    <a:pt x="4182" y="17305"/>
                  </a:lnTo>
                  <a:lnTo>
                    <a:pt x="5476" y="18306"/>
                  </a:lnTo>
                  <a:lnTo>
                    <a:pt x="7546" y="19932"/>
                  </a:lnTo>
                  <a:lnTo>
                    <a:pt x="7546" y="19974"/>
                  </a:lnTo>
                  <a:lnTo>
                    <a:pt x="7631" y="20057"/>
                  </a:lnTo>
                  <a:lnTo>
                    <a:pt x="7717" y="20057"/>
                  </a:lnTo>
                  <a:lnTo>
                    <a:pt x="8019" y="20307"/>
                  </a:lnTo>
                  <a:lnTo>
                    <a:pt x="8580" y="20725"/>
                  </a:lnTo>
                  <a:lnTo>
                    <a:pt x="9140" y="21100"/>
                  </a:lnTo>
                  <a:lnTo>
                    <a:pt x="9443" y="21225"/>
                  </a:lnTo>
                  <a:lnTo>
                    <a:pt x="9701" y="21350"/>
                  </a:lnTo>
                  <a:lnTo>
                    <a:pt x="10002" y="21433"/>
                  </a:lnTo>
                  <a:lnTo>
                    <a:pt x="10131" y="21433"/>
                  </a:lnTo>
                  <a:lnTo>
                    <a:pt x="10304" y="21392"/>
                  </a:lnTo>
                  <a:lnTo>
                    <a:pt x="10348" y="21308"/>
                  </a:lnTo>
                  <a:lnTo>
                    <a:pt x="10390" y="21267"/>
                  </a:lnTo>
                  <a:lnTo>
                    <a:pt x="10390" y="21183"/>
                  </a:lnTo>
                  <a:lnTo>
                    <a:pt x="10348" y="21100"/>
                  </a:lnTo>
                  <a:lnTo>
                    <a:pt x="10261" y="21017"/>
                  </a:lnTo>
                  <a:lnTo>
                    <a:pt x="10131" y="20933"/>
                  </a:lnTo>
                  <a:lnTo>
                    <a:pt x="9916" y="20850"/>
                  </a:lnTo>
                  <a:lnTo>
                    <a:pt x="9873" y="20850"/>
                  </a:lnTo>
                  <a:lnTo>
                    <a:pt x="9873" y="20433"/>
                  </a:lnTo>
                  <a:lnTo>
                    <a:pt x="9830" y="20224"/>
                  </a:lnTo>
                  <a:lnTo>
                    <a:pt x="10131" y="20307"/>
                  </a:lnTo>
                  <a:lnTo>
                    <a:pt x="10520" y="20390"/>
                  </a:lnTo>
                  <a:lnTo>
                    <a:pt x="10433" y="20600"/>
                  </a:lnTo>
                  <a:lnTo>
                    <a:pt x="10433" y="20766"/>
                  </a:lnTo>
                  <a:lnTo>
                    <a:pt x="10477" y="20975"/>
                  </a:lnTo>
                  <a:lnTo>
                    <a:pt x="10563" y="21142"/>
                  </a:lnTo>
                  <a:lnTo>
                    <a:pt x="10433" y="21350"/>
                  </a:lnTo>
                  <a:lnTo>
                    <a:pt x="10433" y="21433"/>
                  </a:lnTo>
                  <a:lnTo>
                    <a:pt x="10477" y="21558"/>
                  </a:lnTo>
                  <a:lnTo>
                    <a:pt x="10606" y="21600"/>
                  </a:lnTo>
                  <a:lnTo>
                    <a:pt x="10692" y="21558"/>
                  </a:lnTo>
                  <a:lnTo>
                    <a:pt x="10908" y="21433"/>
                  </a:lnTo>
                  <a:lnTo>
                    <a:pt x="11080" y="21267"/>
                  </a:lnTo>
                  <a:lnTo>
                    <a:pt x="11425" y="20933"/>
                  </a:lnTo>
                  <a:lnTo>
                    <a:pt x="12157" y="20140"/>
                  </a:lnTo>
                  <a:lnTo>
                    <a:pt x="13581" y="18640"/>
                  </a:lnTo>
                  <a:lnTo>
                    <a:pt x="15046" y="16971"/>
                  </a:lnTo>
                  <a:lnTo>
                    <a:pt x="16470" y="15303"/>
                  </a:lnTo>
                  <a:lnTo>
                    <a:pt x="17806" y="13594"/>
                  </a:lnTo>
                  <a:lnTo>
                    <a:pt x="19057" y="11884"/>
                  </a:lnTo>
                  <a:lnTo>
                    <a:pt x="20349" y="10174"/>
                  </a:lnTo>
                  <a:lnTo>
                    <a:pt x="20910" y="9382"/>
                  </a:lnTo>
                  <a:lnTo>
                    <a:pt x="21169" y="8966"/>
                  </a:lnTo>
                  <a:lnTo>
                    <a:pt x="21427" y="8507"/>
                  </a:lnTo>
                  <a:lnTo>
                    <a:pt x="21513" y="8507"/>
                  </a:lnTo>
                  <a:lnTo>
                    <a:pt x="21557" y="8464"/>
                  </a:lnTo>
                  <a:lnTo>
                    <a:pt x="21600" y="8381"/>
                  </a:lnTo>
                  <a:lnTo>
                    <a:pt x="21600" y="8299"/>
                  </a:lnTo>
                  <a:lnTo>
                    <a:pt x="21471" y="8048"/>
                  </a:lnTo>
                  <a:lnTo>
                    <a:pt x="21341" y="7798"/>
                  </a:lnTo>
                  <a:lnTo>
                    <a:pt x="20954" y="7381"/>
                  </a:lnTo>
                  <a:lnTo>
                    <a:pt x="20737" y="7214"/>
                  </a:lnTo>
                  <a:lnTo>
                    <a:pt x="20479" y="7047"/>
                  </a:lnTo>
                  <a:lnTo>
                    <a:pt x="20306" y="6964"/>
                  </a:lnTo>
                  <a:lnTo>
                    <a:pt x="20134" y="6922"/>
                  </a:lnTo>
                  <a:lnTo>
                    <a:pt x="19875" y="6339"/>
                  </a:lnTo>
                  <a:lnTo>
                    <a:pt x="19789" y="6047"/>
                  </a:lnTo>
                  <a:lnTo>
                    <a:pt x="19745" y="5754"/>
                  </a:lnTo>
                  <a:lnTo>
                    <a:pt x="19745" y="5587"/>
                  </a:lnTo>
                  <a:lnTo>
                    <a:pt x="19660" y="5421"/>
                  </a:lnTo>
                  <a:lnTo>
                    <a:pt x="19574" y="5337"/>
                  </a:lnTo>
                  <a:lnTo>
                    <a:pt x="19357" y="5337"/>
                  </a:lnTo>
                  <a:lnTo>
                    <a:pt x="19272" y="5379"/>
                  </a:lnTo>
                  <a:lnTo>
                    <a:pt x="19228" y="5421"/>
                  </a:lnTo>
                  <a:lnTo>
                    <a:pt x="19272" y="5504"/>
                  </a:lnTo>
                  <a:lnTo>
                    <a:pt x="19315" y="5546"/>
                  </a:lnTo>
                  <a:lnTo>
                    <a:pt x="19315" y="6089"/>
                  </a:lnTo>
                  <a:lnTo>
                    <a:pt x="19357" y="6297"/>
                  </a:lnTo>
                  <a:lnTo>
                    <a:pt x="19444" y="6547"/>
                  </a:lnTo>
                  <a:lnTo>
                    <a:pt x="19616" y="6964"/>
                  </a:lnTo>
                  <a:lnTo>
                    <a:pt x="19962" y="7964"/>
                  </a:lnTo>
                  <a:lnTo>
                    <a:pt x="20005" y="8048"/>
                  </a:lnTo>
                  <a:lnTo>
                    <a:pt x="19444" y="7923"/>
                  </a:lnTo>
                  <a:lnTo>
                    <a:pt x="18711" y="7798"/>
                  </a:lnTo>
                  <a:lnTo>
                    <a:pt x="17978" y="7631"/>
                  </a:lnTo>
                  <a:lnTo>
                    <a:pt x="17848" y="7547"/>
                  </a:lnTo>
                  <a:lnTo>
                    <a:pt x="17892" y="7506"/>
                  </a:lnTo>
                  <a:lnTo>
                    <a:pt x="18021" y="7297"/>
                  </a:lnTo>
                  <a:lnTo>
                    <a:pt x="18452" y="6714"/>
                  </a:lnTo>
                  <a:lnTo>
                    <a:pt x="18840" y="6130"/>
                  </a:lnTo>
                  <a:lnTo>
                    <a:pt x="19142" y="5587"/>
                  </a:lnTo>
                  <a:lnTo>
                    <a:pt x="19228" y="5504"/>
                  </a:lnTo>
                  <a:lnTo>
                    <a:pt x="19228" y="5379"/>
                  </a:lnTo>
                  <a:lnTo>
                    <a:pt x="19186" y="5254"/>
                  </a:lnTo>
                  <a:lnTo>
                    <a:pt x="19099" y="5129"/>
                  </a:lnTo>
                  <a:lnTo>
                    <a:pt x="18884" y="4921"/>
                  </a:lnTo>
                  <a:lnTo>
                    <a:pt x="18323" y="4587"/>
                  </a:lnTo>
                  <a:lnTo>
                    <a:pt x="17073" y="3712"/>
                  </a:lnTo>
                  <a:lnTo>
                    <a:pt x="14615" y="1960"/>
                  </a:lnTo>
                  <a:lnTo>
                    <a:pt x="13452" y="1167"/>
                  </a:lnTo>
                  <a:lnTo>
                    <a:pt x="12287" y="375"/>
                  </a:lnTo>
                  <a:lnTo>
                    <a:pt x="11899" y="167"/>
                  </a:lnTo>
                  <a:lnTo>
                    <a:pt x="11511" y="42"/>
                  </a:lnTo>
                  <a:lnTo>
                    <a:pt x="11296"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968" name="Google Shape;338;p6"/>
            <p:cNvSpPr/>
            <p:nvPr/>
          </p:nvSpPr>
          <p:spPr>
            <a:xfrm>
              <a:off x="1100105" y="929060"/>
              <a:ext cx="588227" cy="46694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826" y="3478"/>
                  </a:moveTo>
                  <a:lnTo>
                    <a:pt x="13094" y="3535"/>
                  </a:lnTo>
                  <a:lnTo>
                    <a:pt x="13584" y="3703"/>
                  </a:lnTo>
                  <a:lnTo>
                    <a:pt x="14028" y="3983"/>
                  </a:lnTo>
                  <a:lnTo>
                    <a:pt x="13895" y="3983"/>
                  </a:lnTo>
                  <a:lnTo>
                    <a:pt x="12915" y="4433"/>
                  </a:lnTo>
                  <a:lnTo>
                    <a:pt x="11980" y="4881"/>
                  </a:lnTo>
                  <a:lnTo>
                    <a:pt x="11224" y="5274"/>
                  </a:lnTo>
                  <a:lnTo>
                    <a:pt x="10421" y="5667"/>
                  </a:lnTo>
                  <a:lnTo>
                    <a:pt x="9665" y="6172"/>
                  </a:lnTo>
                  <a:lnTo>
                    <a:pt x="9308" y="6452"/>
                  </a:lnTo>
                  <a:lnTo>
                    <a:pt x="8996" y="6788"/>
                  </a:lnTo>
                  <a:lnTo>
                    <a:pt x="9264" y="6228"/>
                  </a:lnTo>
                  <a:lnTo>
                    <a:pt x="9575" y="5723"/>
                  </a:lnTo>
                  <a:lnTo>
                    <a:pt x="9887" y="5217"/>
                  </a:lnTo>
                  <a:lnTo>
                    <a:pt x="10244" y="4826"/>
                  </a:lnTo>
                  <a:lnTo>
                    <a:pt x="10645" y="4433"/>
                  </a:lnTo>
                  <a:lnTo>
                    <a:pt x="11045" y="4096"/>
                  </a:lnTo>
                  <a:lnTo>
                    <a:pt x="11535" y="3815"/>
                  </a:lnTo>
                  <a:lnTo>
                    <a:pt x="12025" y="3591"/>
                  </a:lnTo>
                  <a:lnTo>
                    <a:pt x="12292" y="3535"/>
                  </a:lnTo>
                  <a:lnTo>
                    <a:pt x="12559" y="3478"/>
                  </a:lnTo>
                  <a:close/>
                  <a:moveTo>
                    <a:pt x="1559" y="3255"/>
                  </a:moveTo>
                  <a:lnTo>
                    <a:pt x="1514" y="3310"/>
                  </a:lnTo>
                  <a:lnTo>
                    <a:pt x="1336" y="3478"/>
                  </a:lnTo>
                  <a:lnTo>
                    <a:pt x="1202" y="3703"/>
                  </a:lnTo>
                  <a:lnTo>
                    <a:pt x="980" y="4151"/>
                  </a:lnTo>
                  <a:lnTo>
                    <a:pt x="713" y="3983"/>
                  </a:lnTo>
                  <a:lnTo>
                    <a:pt x="534" y="3703"/>
                  </a:lnTo>
                  <a:lnTo>
                    <a:pt x="312" y="3423"/>
                  </a:lnTo>
                  <a:lnTo>
                    <a:pt x="222" y="3366"/>
                  </a:lnTo>
                  <a:lnTo>
                    <a:pt x="134" y="3366"/>
                  </a:lnTo>
                  <a:lnTo>
                    <a:pt x="44" y="3423"/>
                  </a:lnTo>
                  <a:lnTo>
                    <a:pt x="0" y="3535"/>
                  </a:lnTo>
                  <a:lnTo>
                    <a:pt x="0" y="3815"/>
                  </a:lnTo>
                  <a:lnTo>
                    <a:pt x="89" y="4039"/>
                  </a:lnTo>
                  <a:lnTo>
                    <a:pt x="177" y="4264"/>
                  </a:lnTo>
                  <a:lnTo>
                    <a:pt x="312" y="4489"/>
                  </a:lnTo>
                  <a:lnTo>
                    <a:pt x="489" y="4657"/>
                  </a:lnTo>
                  <a:lnTo>
                    <a:pt x="713" y="4769"/>
                  </a:lnTo>
                  <a:lnTo>
                    <a:pt x="356" y="5667"/>
                  </a:lnTo>
                  <a:lnTo>
                    <a:pt x="89" y="6565"/>
                  </a:lnTo>
                  <a:lnTo>
                    <a:pt x="89" y="6845"/>
                  </a:lnTo>
                  <a:lnTo>
                    <a:pt x="177" y="6956"/>
                  </a:lnTo>
                  <a:lnTo>
                    <a:pt x="267" y="7013"/>
                  </a:lnTo>
                  <a:lnTo>
                    <a:pt x="356" y="7069"/>
                  </a:lnTo>
                  <a:lnTo>
                    <a:pt x="446" y="7013"/>
                  </a:lnTo>
                  <a:lnTo>
                    <a:pt x="534" y="6956"/>
                  </a:lnTo>
                  <a:lnTo>
                    <a:pt x="623" y="6845"/>
                  </a:lnTo>
                  <a:lnTo>
                    <a:pt x="1202" y="5106"/>
                  </a:lnTo>
                  <a:lnTo>
                    <a:pt x="1514" y="4264"/>
                  </a:lnTo>
                  <a:lnTo>
                    <a:pt x="1603" y="3815"/>
                  </a:lnTo>
                  <a:lnTo>
                    <a:pt x="1693" y="3366"/>
                  </a:lnTo>
                  <a:lnTo>
                    <a:pt x="1648" y="3310"/>
                  </a:lnTo>
                  <a:lnTo>
                    <a:pt x="1603" y="3255"/>
                  </a:lnTo>
                  <a:close/>
                  <a:moveTo>
                    <a:pt x="14207" y="4151"/>
                  </a:moveTo>
                  <a:lnTo>
                    <a:pt x="14519" y="4489"/>
                  </a:lnTo>
                  <a:lnTo>
                    <a:pt x="14741" y="4826"/>
                  </a:lnTo>
                  <a:lnTo>
                    <a:pt x="14831" y="4994"/>
                  </a:lnTo>
                  <a:lnTo>
                    <a:pt x="14341" y="5217"/>
                  </a:lnTo>
                  <a:lnTo>
                    <a:pt x="13895" y="5442"/>
                  </a:lnTo>
                  <a:lnTo>
                    <a:pt x="11847" y="6396"/>
                  </a:lnTo>
                  <a:lnTo>
                    <a:pt x="10021" y="7294"/>
                  </a:lnTo>
                  <a:lnTo>
                    <a:pt x="9086" y="7799"/>
                  </a:lnTo>
                  <a:lnTo>
                    <a:pt x="8640" y="8079"/>
                  </a:lnTo>
                  <a:lnTo>
                    <a:pt x="8239" y="8415"/>
                  </a:lnTo>
                  <a:lnTo>
                    <a:pt x="8907" y="6956"/>
                  </a:lnTo>
                  <a:lnTo>
                    <a:pt x="8952" y="6956"/>
                  </a:lnTo>
                  <a:lnTo>
                    <a:pt x="10154" y="6228"/>
                  </a:lnTo>
                  <a:lnTo>
                    <a:pt x="11357" y="5554"/>
                  </a:lnTo>
                  <a:lnTo>
                    <a:pt x="13851" y="4376"/>
                  </a:lnTo>
                  <a:lnTo>
                    <a:pt x="13895" y="4489"/>
                  </a:lnTo>
                  <a:lnTo>
                    <a:pt x="13985" y="4544"/>
                  </a:lnTo>
                  <a:lnTo>
                    <a:pt x="14073" y="4601"/>
                  </a:lnTo>
                  <a:lnTo>
                    <a:pt x="14163" y="4544"/>
                  </a:lnTo>
                  <a:lnTo>
                    <a:pt x="14252" y="4433"/>
                  </a:lnTo>
                  <a:lnTo>
                    <a:pt x="14252" y="4264"/>
                  </a:lnTo>
                  <a:lnTo>
                    <a:pt x="14207" y="4151"/>
                  </a:lnTo>
                  <a:close/>
                  <a:moveTo>
                    <a:pt x="14965" y="5385"/>
                  </a:moveTo>
                  <a:lnTo>
                    <a:pt x="15053" y="5499"/>
                  </a:lnTo>
                  <a:lnTo>
                    <a:pt x="15098" y="5499"/>
                  </a:lnTo>
                  <a:lnTo>
                    <a:pt x="15277" y="6003"/>
                  </a:lnTo>
                  <a:lnTo>
                    <a:pt x="15232" y="6003"/>
                  </a:lnTo>
                  <a:lnTo>
                    <a:pt x="15143" y="6060"/>
                  </a:lnTo>
                  <a:lnTo>
                    <a:pt x="14920" y="6283"/>
                  </a:lnTo>
                  <a:lnTo>
                    <a:pt x="14697" y="6452"/>
                  </a:lnTo>
                  <a:lnTo>
                    <a:pt x="14207" y="6733"/>
                  </a:lnTo>
                  <a:lnTo>
                    <a:pt x="13673" y="7013"/>
                  </a:lnTo>
                  <a:lnTo>
                    <a:pt x="13138" y="7238"/>
                  </a:lnTo>
                  <a:lnTo>
                    <a:pt x="12069" y="7686"/>
                  </a:lnTo>
                  <a:lnTo>
                    <a:pt x="11000" y="8247"/>
                  </a:lnTo>
                  <a:lnTo>
                    <a:pt x="9976" y="8752"/>
                  </a:lnTo>
                  <a:lnTo>
                    <a:pt x="8952" y="9370"/>
                  </a:lnTo>
                  <a:lnTo>
                    <a:pt x="8194" y="9763"/>
                  </a:lnTo>
                  <a:lnTo>
                    <a:pt x="7794" y="10043"/>
                  </a:lnTo>
                  <a:lnTo>
                    <a:pt x="7393" y="10323"/>
                  </a:lnTo>
                  <a:lnTo>
                    <a:pt x="7660" y="9763"/>
                  </a:lnTo>
                  <a:lnTo>
                    <a:pt x="8106" y="8640"/>
                  </a:lnTo>
                  <a:lnTo>
                    <a:pt x="8996" y="8360"/>
                  </a:lnTo>
                  <a:lnTo>
                    <a:pt x="9842" y="7911"/>
                  </a:lnTo>
                  <a:lnTo>
                    <a:pt x="11491" y="7069"/>
                  </a:lnTo>
                  <a:lnTo>
                    <a:pt x="13272" y="6228"/>
                  </a:lnTo>
                  <a:lnTo>
                    <a:pt x="14118" y="5835"/>
                  </a:lnTo>
                  <a:lnTo>
                    <a:pt x="14965" y="5385"/>
                  </a:lnTo>
                  <a:close/>
                  <a:moveTo>
                    <a:pt x="6191" y="12848"/>
                  </a:moveTo>
                  <a:lnTo>
                    <a:pt x="6056" y="12905"/>
                  </a:lnTo>
                  <a:lnTo>
                    <a:pt x="6013" y="12960"/>
                  </a:lnTo>
                  <a:lnTo>
                    <a:pt x="6013" y="13016"/>
                  </a:lnTo>
                  <a:lnTo>
                    <a:pt x="5968" y="13409"/>
                  </a:lnTo>
                  <a:lnTo>
                    <a:pt x="5923" y="13746"/>
                  </a:lnTo>
                  <a:lnTo>
                    <a:pt x="5923" y="14139"/>
                  </a:lnTo>
                  <a:lnTo>
                    <a:pt x="5968" y="14307"/>
                  </a:lnTo>
                  <a:lnTo>
                    <a:pt x="6056" y="14475"/>
                  </a:lnTo>
                  <a:lnTo>
                    <a:pt x="6101" y="14531"/>
                  </a:lnTo>
                  <a:lnTo>
                    <a:pt x="6280" y="14531"/>
                  </a:lnTo>
                  <a:lnTo>
                    <a:pt x="6325" y="14475"/>
                  </a:lnTo>
                  <a:lnTo>
                    <a:pt x="6413" y="14362"/>
                  </a:lnTo>
                  <a:lnTo>
                    <a:pt x="6458" y="14194"/>
                  </a:lnTo>
                  <a:lnTo>
                    <a:pt x="6458" y="13409"/>
                  </a:lnTo>
                  <a:lnTo>
                    <a:pt x="6413" y="13016"/>
                  </a:lnTo>
                  <a:lnTo>
                    <a:pt x="6368" y="12960"/>
                  </a:lnTo>
                  <a:lnTo>
                    <a:pt x="6325" y="12905"/>
                  </a:lnTo>
                  <a:lnTo>
                    <a:pt x="6191" y="12848"/>
                  </a:lnTo>
                  <a:close/>
                  <a:moveTo>
                    <a:pt x="6325" y="14812"/>
                  </a:moveTo>
                  <a:lnTo>
                    <a:pt x="6235" y="14869"/>
                  </a:lnTo>
                  <a:lnTo>
                    <a:pt x="6146" y="14924"/>
                  </a:lnTo>
                  <a:lnTo>
                    <a:pt x="6101" y="14980"/>
                  </a:lnTo>
                  <a:lnTo>
                    <a:pt x="6056" y="15148"/>
                  </a:lnTo>
                  <a:lnTo>
                    <a:pt x="6056" y="15260"/>
                  </a:lnTo>
                  <a:lnTo>
                    <a:pt x="5968" y="15765"/>
                  </a:lnTo>
                  <a:lnTo>
                    <a:pt x="5968" y="16271"/>
                  </a:lnTo>
                  <a:lnTo>
                    <a:pt x="6013" y="16439"/>
                  </a:lnTo>
                  <a:lnTo>
                    <a:pt x="6056" y="16494"/>
                  </a:lnTo>
                  <a:lnTo>
                    <a:pt x="6146" y="16551"/>
                  </a:lnTo>
                  <a:lnTo>
                    <a:pt x="6280" y="16551"/>
                  </a:lnTo>
                  <a:lnTo>
                    <a:pt x="6368" y="16494"/>
                  </a:lnTo>
                  <a:lnTo>
                    <a:pt x="6413" y="16439"/>
                  </a:lnTo>
                  <a:lnTo>
                    <a:pt x="6413" y="15710"/>
                  </a:lnTo>
                  <a:lnTo>
                    <a:pt x="6502" y="15148"/>
                  </a:lnTo>
                  <a:lnTo>
                    <a:pt x="6502" y="15037"/>
                  </a:lnTo>
                  <a:lnTo>
                    <a:pt x="6458" y="14924"/>
                  </a:lnTo>
                  <a:lnTo>
                    <a:pt x="6413" y="14869"/>
                  </a:lnTo>
                  <a:lnTo>
                    <a:pt x="6325" y="14812"/>
                  </a:lnTo>
                  <a:close/>
                  <a:moveTo>
                    <a:pt x="17726" y="14531"/>
                  </a:moveTo>
                  <a:lnTo>
                    <a:pt x="17681" y="14644"/>
                  </a:lnTo>
                  <a:lnTo>
                    <a:pt x="17592" y="15092"/>
                  </a:lnTo>
                  <a:lnTo>
                    <a:pt x="17503" y="15485"/>
                  </a:lnTo>
                  <a:lnTo>
                    <a:pt x="17458" y="16383"/>
                  </a:lnTo>
                  <a:lnTo>
                    <a:pt x="17503" y="16494"/>
                  </a:lnTo>
                  <a:lnTo>
                    <a:pt x="17547" y="16608"/>
                  </a:lnTo>
                  <a:lnTo>
                    <a:pt x="17637" y="16663"/>
                  </a:lnTo>
                  <a:lnTo>
                    <a:pt x="17726" y="16719"/>
                  </a:lnTo>
                  <a:lnTo>
                    <a:pt x="17814" y="16719"/>
                  </a:lnTo>
                  <a:lnTo>
                    <a:pt x="17904" y="16663"/>
                  </a:lnTo>
                  <a:lnTo>
                    <a:pt x="17948" y="16608"/>
                  </a:lnTo>
                  <a:lnTo>
                    <a:pt x="17993" y="16494"/>
                  </a:lnTo>
                  <a:lnTo>
                    <a:pt x="17993" y="15037"/>
                  </a:lnTo>
                  <a:lnTo>
                    <a:pt x="17904" y="14644"/>
                  </a:lnTo>
                  <a:lnTo>
                    <a:pt x="17859" y="14531"/>
                  </a:lnTo>
                  <a:close/>
                  <a:moveTo>
                    <a:pt x="15454" y="6396"/>
                  </a:moveTo>
                  <a:lnTo>
                    <a:pt x="15766" y="7463"/>
                  </a:lnTo>
                  <a:lnTo>
                    <a:pt x="15499" y="7631"/>
                  </a:lnTo>
                  <a:lnTo>
                    <a:pt x="15187" y="7799"/>
                  </a:lnTo>
                  <a:lnTo>
                    <a:pt x="14608" y="8136"/>
                  </a:lnTo>
                  <a:lnTo>
                    <a:pt x="13317" y="8920"/>
                  </a:lnTo>
                  <a:lnTo>
                    <a:pt x="12114" y="9650"/>
                  </a:lnTo>
                  <a:lnTo>
                    <a:pt x="10912" y="10268"/>
                  </a:lnTo>
                  <a:lnTo>
                    <a:pt x="9798" y="10716"/>
                  </a:lnTo>
                  <a:lnTo>
                    <a:pt x="8640" y="11166"/>
                  </a:lnTo>
                  <a:lnTo>
                    <a:pt x="8106" y="11445"/>
                  </a:lnTo>
                  <a:lnTo>
                    <a:pt x="7572" y="11782"/>
                  </a:lnTo>
                  <a:lnTo>
                    <a:pt x="7036" y="12118"/>
                  </a:lnTo>
                  <a:lnTo>
                    <a:pt x="6592" y="12568"/>
                  </a:lnTo>
                  <a:lnTo>
                    <a:pt x="6547" y="12623"/>
                  </a:lnTo>
                  <a:lnTo>
                    <a:pt x="6547" y="12680"/>
                  </a:lnTo>
                  <a:lnTo>
                    <a:pt x="6592" y="12736"/>
                  </a:lnTo>
                  <a:lnTo>
                    <a:pt x="6635" y="12736"/>
                  </a:lnTo>
                  <a:lnTo>
                    <a:pt x="7794" y="12175"/>
                  </a:lnTo>
                  <a:lnTo>
                    <a:pt x="8907" y="11614"/>
                  </a:lnTo>
                  <a:lnTo>
                    <a:pt x="10154" y="11109"/>
                  </a:lnTo>
                  <a:lnTo>
                    <a:pt x="11401" y="10548"/>
                  </a:lnTo>
                  <a:lnTo>
                    <a:pt x="12559" y="9986"/>
                  </a:lnTo>
                  <a:lnTo>
                    <a:pt x="13673" y="9313"/>
                  </a:lnTo>
                  <a:lnTo>
                    <a:pt x="14965" y="8529"/>
                  </a:lnTo>
                  <a:lnTo>
                    <a:pt x="15454" y="8247"/>
                  </a:lnTo>
                  <a:lnTo>
                    <a:pt x="15677" y="8079"/>
                  </a:lnTo>
                  <a:lnTo>
                    <a:pt x="15944" y="7967"/>
                  </a:lnTo>
                  <a:lnTo>
                    <a:pt x="15988" y="8191"/>
                  </a:lnTo>
                  <a:lnTo>
                    <a:pt x="16300" y="8977"/>
                  </a:lnTo>
                  <a:lnTo>
                    <a:pt x="16256" y="8977"/>
                  </a:lnTo>
                  <a:lnTo>
                    <a:pt x="16212" y="8865"/>
                  </a:lnTo>
                  <a:lnTo>
                    <a:pt x="16123" y="8809"/>
                  </a:lnTo>
                  <a:lnTo>
                    <a:pt x="16033" y="8752"/>
                  </a:lnTo>
                  <a:lnTo>
                    <a:pt x="15944" y="8809"/>
                  </a:lnTo>
                  <a:lnTo>
                    <a:pt x="14831" y="9538"/>
                  </a:lnTo>
                  <a:lnTo>
                    <a:pt x="13718" y="10211"/>
                  </a:lnTo>
                  <a:lnTo>
                    <a:pt x="12559" y="10829"/>
                  </a:lnTo>
                  <a:lnTo>
                    <a:pt x="11446" y="11445"/>
                  </a:lnTo>
                  <a:lnTo>
                    <a:pt x="10288" y="12007"/>
                  </a:lnTo>
                  <a:lnTo>
                    <a:pt x="9129" y="12512"/>
                  </a:lnTo>
                  <a:lnTo>
                    <a:pt x="8061" y="12960"/>
                  </a:lnTo>
                  <a:lnTo>
                    <a:pt x="7482" y="13241"/>
                  </a:lnTo>
                  <a:lnTo>
                    <a:pt x="7259" y="13409"/>
                  </a:lnTo>
                  <a:lnTo>
                    <a:pt x="6992" y="13578"/>
                  </a:lnTo>
                  <a:lnTo>
                    <a:pt x="6992" y="13689"/>
                  </a:lnTo>
                  <a:lnTo>
                    <a:pt x="7615" y="13689"/>
                  </a:lnTo>
                  <a:lnTo>
                    <a:pt x="8149" y="13466"/>
                  </a:lnTo>
                  <a:lnTo>
                    <a:pt x="9264" y="13016"/>
                  </a:lnTo>
                  <a:lnTo>
                    <a:pt x="10466" y="12455"/>
                  </a:lnTo>
                  <a:lnTo>
                    <a:pt x="11668" y="11894"/>
                  </a:lnTo>
                  <a:lnTo>
                    <a:pt x="12782" y="11334"/>
                  </a:lnTo>
                  <a:lnTo>
                    <a:pt x="13851" y="10716"/>
                  </a:lnTo>
                  <a:lnTo>
                    <a:pt x="14920" y="10099"/>
                  </a:lnTo>
                  <a:lnTo>
                    <a:pt x="15944" y="9425"/>
                  </a:lnTo>
                  <a:lnTo>
                    <a:pt x="16033" y="9482"/>
                  </a:lnTo>
                  <a:lnTo>
                    <a:pt x="16167" y="9482"/>
                  </a:lnTo>
                  <a:lnTo>
                    <a:pt x="16256" y="9425"/>
                  </a:lnTo>
                  <a:lnTo>
                    <a:pt x="16345" y="9313"/>
                  </a:lnTo>
                  <a:lnTo>
                    <a:pt x="16390" y="9257"/>
                  </a:lnTo>
                  <a:lnTo>
                    <a:pt x="16834" y="10268"/>
                  </a:lnTo>
                  <a:lnTo>
                    <a:pt x="16567" y="10379"/>
                  </a:lnTo>
                  <a:lnTo>
                    <a:pt x="16345" y="10491"/>
                  </a:lnTo>
                  <a:lnTo>
                    <a:pt x="15677" y="10829"/>
                  </a:lnTo>
                  <a:lnTo>
                    <a:pt x="15053" y="11221"/>
                  </a:lnTo>
                  <a:lnTo>
                    <a:pt x="13628" y="12175"/>
                  </a:lnTo>
                  <a:lnTo>
                    <a:pt x="12960" y="12623"/>
                  </a:lnTo>
                  <a:lnTo>
                    <a:pt x="12204" y="13073"/>
                  </a:lnTo>
                  <a:lnTo>
                    <a:pt x="11446" y="13409"/>
                  </a:lnTo>
                  <a:lnTo>
                    <a:pt x="10688" y="13689"/>
                  </a:lnTo>
                  <a:lnTo>
                    <a:pt x="9129" y="14251"/>
                  </a:lnTo>
                  <a:lnTo>
                    <a:pt x="7527" y="14869"/>
                  </a:lnTo>
                  <a:lnTo>
                    <a:pt x="7036" y="15092"/>
                  </a:lnTo>
                  <a:lnTo>
                    <a:pt x="6859" y="15317"/>
                  </a:lnTo>
                  <a:lnTo>
                    <a:pt x="6769" y="15373"/>
                  </a:lnTo>
                  <a:lnTo>
                    <a:pt x="6769" y="15317"/>
                  </a:lnTo>
                  <a:lnTo>
                    <a:pt x="6725" y="15260"/>
                  </a:lnTo>
                  <a:lnTo>
                    <a:pt x="6725" y="15317"/>
                  </a:lnTo>
                  <a:lnTo>
                    <a:pt x="6680" y="15428"/>
                  </a:lnTo>
                  <a:lnTo>
                    <a:pt x="6680" y="15597"/>
                  </a:lnTo>
                  <a:lnTo>
                    <a:pt x="6725" y="15653"/>
                  </a:lnTo>
                  <a:lnTo>
                    <a:pt x="6769" y="15653"/>
                  </a:lnTo>
                  <a:lnTo>
                    <a:pt x="7036" y="15485"/>
                  </a:lnTo>
                  <a:lnTo>
                    <a:pt x="7304" y="15373"/>
                  </a:lnTo>
                  <a:lnTo>
                    <a:pt x="7927" y="15205"/>
                  </a:lnTo>
                  <a:lnTo>
                    <a:pt x="9353" y="14644"/>
                  </a:lnTo>
                  <a:lnTo>
                    <a:pt x="10778" y="14194"/>
                  </a:lnTo>
                  <a:lnTo>
                    <a:pt x="11491" y="13914"/>
                  </a:lnTo>
                  <a:lnTo>
                    <a:pt x="12159" y="13578"/>
                  </a:lnTo>
                  <a:lnTo>
                    <a:pt x="12782" y="13298"/>
                  </a:lnTo>
                  <a:lnTo>
                    <a:pt x="13361" y="12905"/>
                  </a:lnTo>
                  <a:lnTo>
                    <a:pt x="14519" y="12118"/>
                  </a:lnTo>
                  <a:lnTo>
                    <a:pt x="15143" y="11725"/>
                  </a:lnTo>
                  <a:lnTo>
                    <a:pt x="15766" y="11334"/>
                  </a:lnTo>
                  <a:lnTo>
                    <a:pt x="16479" y="10997"/>
                  </a:lnTo>
                  <a:lnTo>
                    <a:pt x="16701" y="10884"/>
                  </a:lnTo>
                  <a:lnTo>
                    <a:pt x="17013" y="10772"/>
                  </a:lnTo>
                  <a:lnTo>
                    <a:pt x="17058" y="10829"/>
                  </a:lnTo>
                  <a:lnTo>
                    <a:pt x="17191" y="10829"/>
                  </a:lnTo>
                  <a:lnTo>
                    <a:pt x="17236" y="10997"/>
                  </a:lnTo>
                  <a:lnTo>
                    <a:pt x="16791" y="11277"/>
                  </a:lnTo>
                  <a:lnTo>
                    <a:pt x="16390" y="11614"/>
                  </a:lnTo>
                  <a:lnTo>
                    <a:pt x="15098" y="12568"/>
                  </a:lnTo>
                  <a:lnTo>
                    <a:pt x="13761" y="13409"/>
                  </a:lnTo>
                  <a:lnTo>
                    <a:pt x="12381" y="14139"/>
                  </a:lnTo>
                  <a:lnTo>
                    <a:pt x="11000" y="14812"/>
                  </a:lnTo>
                  <a:lnTo>
                    <a:pt x="9575" y="15428"/>
                  </a:lnTo>
                  <a:lnTo>
                    <a:pt x="8194" y="15990"/>
                  </a:lnTo>
                  <a:lnTo>
                    <a:pt x="7527" y="16271"/>
                  </a:lnTo>
                  <a:lnTo>
                    <a:pt x="7170" y="16439"/>
                  </a:lnTo>
                  <a:lnTo>
                    <a:pt x="6859" y="16663"/>
                  </a:lnTo>
                  <a:lnTo>
                    <a:pt x="6814" y="16719"/>
                  </a:lnTo>
                  <a:lnTo>
                    <a:pt x="6814" y="16831"/>
                  </a:lnTo>
                  <a:lnTo>
                    <a:pt x="6903" y="16888"/>
                  </a:lnTo>
                  <a:lnTo>
                    <a:pt x="7215" y="16831"/>
                  </a:lnTo>
                  <a:lnTo>
                    <a:pt x="7527" y="16776"/>
                  </a:lnTo>
                  <a:lnTo>
                    <a:pt x="8149" y="16551"/>
                  </a:lnTo>
                  <a:lnTo>
                    <a:pt x="8907" y="16215"/>
                  </a:lnTo>
                  <a:lnTo>
                    <a:pt x="9665" y="15935"/>
                  </a:lnTo>
                  <a:lnTo>
                    <a:pt x="11179" y="15317"/>
                  </a:lnTo>
                  <a:lnTo>
                    <a:pt x="12648" y="14587"/>
                  </a:lnTo>
                  <a:lnTo>
                    <a:pt x="13895" y="13858"/>
                  </a:lnTo>
                  <a:lnTo>
                    <a:pt x="15143" y="13128"/>
                  </a:lnTo>
                  <a:lnTo>
                    <a:pt x="16479" y="12175"/>
                  </a:lnTo>
                  <a:lnTo>
                    <a:pt x="17013" y="11839"/>
                  </a:lnTo>
                  <a:lnTo>
                    <a:pt x="17280" y="11614"/>
                  </a:lnTo>
                  <a:lnTo>
                    <a:pt x="17503" y="11389"/>
                  </a:lnTo>
                  <a:lnTo>
                    <a:pt x="17637" y="11614"/>
                  </a:lnTo>
                  <a:lnTo>
                    <a:pt x="17637" y="11670"/>
                  </a:lnTo>
                  <a:lnTo>
                    <a:pt x="17503" y="12175"/>
                  </a:lnTo>
                  <a:lnTo>
                    <a:pt x="17503" y="12736"/>
                  </a:lnTo>
                  <a:lnTo>
                    <a:pt x="17414" y="12623"/>
                  </a:lnTo>
                  <a:lnTo>
                    <a:pt x="17280" y="12623"/>
                  </a:lnTo>
                  <a:lnTo>
                    <a:pt x="16791" y="12905"/>
                  </a:lnTo>
                  <a:lnTo>
                    <a:pt x="16300" y="13241"/>
                  </a:lnTo>
                  <a:lnTo>
                    <a:pt x="15410" y="13971"/>
                  </a:lnTo>
                  <a:lnTo>
                    <a:pt x="14875" y="14419"/>
                  </a:lnTo>
                  <a:lnTo>
                    <a:pt x="14297" y="14812"/>
                  </a:lnTo>
                  <a:lnTo>
                    <a:pt x="13718" y="15205"/>
                  </a:lnTo>
                  <a:lnTo>
                    <a:pt x="13138" y="15485"/>
                  </a:lnTo>
                  <a:lnTo>
                    <a:pt x="10511" y="16551"/>
                  </a:lnTo>
                  <a:lnTo>
                    <a:pt x="9398" y="16999"/>
                  </a:lnTo>
                  <a:lnTo>
                    <a:pt x="8862" y="17224"/>
                  </a:lnTo>
                  <a:lnTo>
                    <a:pt x="8328" y="17505"/>
                  </a:lnTo>
                  <a:lnTo>
                    <a:pt x="6413" y="17449"/>
                  </a:lnTo>
                  <a:lnTo>
                    <a:pt x="6368" y="17112"/>
                  </a:lnTo>
                  <a:lnTo>
                    <a:pt x="6280" y="16999"/>
                  </a:lnTo>
                  <a:lnTo>
                    <a:pt x="6101" y="16999"/>
                  </a:lnTo>
                  <a:lnTo>
                    <a:pt x="6056" y="17112"/>
                  </a:lnTo>
                  <a:lnTo>
                    <a:pt x="6013" y="17449"/>
                  </a:lnTo>
                  <a:lnTo>
                    <a:pt x="5076" y="17337"/>
                  </a:lnTo>
                  <a:lnTo>
                    <a:pt x="4632" y="17337"/>
                  </a:lnTo>
                  <a:lnTo>
                    <a:pt x="4142" y="17392"/>
                  </a:lnTo>
                  <a:lnTo>
                    <a:pt x="3786" y="17449"/>
                  </a:lnTo>
                  <a:lnTo>
                    <a:pt x="3474" y="17674"/>
                  </a:lnTo>
                  <a:lnTo>
                    <a:pt x="3429" y="16831"/>
                  </a:lnTo>
                  <a:lnTo>
                    <a:pt x="3295" y="14419"/>
                  </a:lnTo>
                  <a:lnTo>
                    <a:pt x="3295" y="14026"/>
                  </a:lnTo>
                  <a:lnTo>
                    <a:pt x="3607" y="14026"/>
                  </a:lnTo>
                  <a:lnTo>
                    <a:pt x="3963" y="13971"/>
                  </a:lnTo>
                  <a:lnTo>
                    <a:pt x="4275" y="13858"/>
                  </a:lnTo>
                  <a:lnTo>
                    <a:pt x="4587" y="13746"/>
                  </a:lnTo>
                  <a:lnTo>
                    <a:pt x="4899" y="13521"/>
                  </a:lnTo>
                  <a:lnTo>
                    <a:pt x="5211" y="13298"/>
                  </a:lnTo>
                  <a:lnTo>
                    <a:pt x="5745" y="12848"/>
                  </a:lnTo>
                  <a:lnTo>
                    <a:pt x="6146" y="12400"/>
                  </a:lnTo>
                  <a:lnTo>
                    <a:pt x="6502" y="11894"/>
                  </a:lnTo>
                  <a:lnTo>
                    <a:pt x="6814" y="11389"/>
                  </a:lnTo>
                  <a:lnTo>
                    <a:pt x="7126" y="10884"/>
                  </a:lnTo>
                  <a:lnTo>
                    <a:pt x="7615" y="10716"/>
                  </a:lnTo>
                  <a:lnTo>
                    <a:pt x="8061" y="10436"/>
                  </a:lnTo>
                  <a:lnTo>
                    <a:pt x="8996" y="9818"/>
                  </a:lnTo>
                  <a:lnTo>
                    <a:pt x="10199" y="9145"/>
                  </a:lnTo>
                  <a:lnTo>
                    <a:pt x="11357" y="8529"/>
                  </a:lnTo>
                  <a:lnTo>
                    <a:pt x="12514" y="8022"/>
                  </a:lnTo>
                  <a:lnTo>
                    <a:pt x="13673" y="7463"/>
                  </a:lnTo>
                  <a:lnTo>
                    <a:pt x="14608" y="7069"/>
                  </a:lnTo>
                  <a:lnTo>
                    <a:pt x="15098" y="6733"/>
                  </a:lnTo>
                  <a:lnTo>
                    <a:pt x="15320" y="6452"/>
                  </a:lnTo>
                  <a:lnTo>
                    <a:pt x="15454" y="6396"/>
                  </a:lnTo>
                  <a:close/>
                  <a:moveTo>
                    <a:pt x="2895" y="0"/>
                  </a:moveTo>
                  <a:lnTo>
                    <a:pt x="2716" y="57"/>
                  </a:lnTo>
                  <a:lnTo>
                    <a:pt x="2672" y="112"/>
                  </a:lnTo>
                  <a:lnTo>
                    <a:pt x="2627" y="168"/>
                  </a:lnTo>
                  <a:lnTo>
                    <a:pt x="2494" y="561"/>
                  </a:lnTo>
                  <a:lnTo>
                    <a:pt x="2405" y="786"/>
                  </a:lnTo>
                  <a:lnTo>
                    <a:pt x="1915" y="2189"/>
                  </a:lnTo>
                  <a:lnTo>
                    <a:pt x="1870" y="2357"/>
                  </a:lnTo>
                  <a:lnTo>
                    <a:pt x="1915" y="2469"/>
                  </a:lnTo>
                  <a:lnTo>
                    <a:pt x="1960" y="2580"/>
                  </a:lnTo>
                  <a:lnTo>
                    <a:pt x="2048" y="2693"/>
                  </a:lnTo>
                  <a:lnTo>
                    <a:pt x="2137" y="2749"/>
                  </a:lnTo>
                  <a:lnTo>
                    <a:pt x="2227" y="2749"/>
                  </a:lnTo>
                  <a:lnTo>
                    <a:pt x="2315" y="2693"/>
                  </a:lnTo>
                  <a:lnTo>
                    <a:pt x="2405" y="2525"/>
                  </a:lnTo>
                  <a:lnTo>
                    <a:pt x="2583" y="2076"/>
                  </a:lnTo>
                  <a:lnTo>
                    <a:pt x="2539" y="3310"/>
                  </a:lnTo>
                  <a:lnTo>
                    <a:pt x="2539" y="4544"/>
                  </a:lnTo>
                  <a:lnTo>
                    <a:pt x="2494" y="6228"/>
                  </a:lnTo>
                  <a:lnTo>
                    <a:pt x="2405" y="6283"/>
                  </a:lnTo>
                  <a:lnTo>
                    <a:pt x="2227" y="6228"/>
                  </a:lnTo>
                  <a:lnTo>
                    <a:pt x="2093" y="6115"/>
                  </a:lnTo>
                  <a:lnTo>
                    <a:pt x="1960" y="6115"/>
                  </a:lnTo>
                  <a:lnTo>
                    <a:pt x="1870" y="6172"/>
                  </a:lnTo>
                  <a:lnTo>
                    <a:pt x="1826" y="6283"/>
                  </a:lnTo>
                  <a:lnTo>
                    <a:pt x="1870" y="6452"/>
                  </a:lnTo>
                  <a:lnTo>
                    <a:pt x="2003" y="6565"/>
                  </a:lnTo>
                  <a:lnTo>
                    <a:pt x="2137" y="6676"/>
                  </a:lnTo>
                  <a:lnTo>
                    <a:pt x="2315" y="6733"/>
                  </a:lnTo>
                  <a:lnTo>
                    <a:pt x="2494" y="6788"/>
                  </a:lnTo>
                  <a:lnTo>
                    <a:pt x="2494" y="8472"/>
                  </a:lnTo>
                  <a:lnTo>
                    <a:pt x="2315" y="8529"/>
                  </a:lnTo>
                  <a:lnTo>
                    <a:pt x="2003" y="8584"/>
                  </a:lnTo>
                  <a:lnTo>
                    <a:pt x="1960" y="8697"/>
                  </a:lnTo>
                  <a:lnTo>
                    <a:pt x="1870" y="8752"/>
                  </a:lnTo>
                  <a:lnTo>
                    <a:pt x="1870" y="8809"/>
                  </a:lnTo>
                  <a:lnTo>
                    <a:pt x="1826" y="8865"/>
                  </a:lnTo>
                  <a:lnTo>
                    <a:pt x="1870" y="8920"/>
                  </a:lnTo>
                  <a:lnTo>
                    <a:pt x="1915" y="8920"/>
                  </a:lnTo>
                  <a:lnTo>
                    <a:pt x="2003" y="9033"/>
                  </a:lnTo>
                  <a:lnTo>
                    <a:pt x="2494" y="9033"/>
                  </a:lnTo>
                  <a:lnTo>
                    <a:pt x="2539" y="9482"/>
                  </a:lnTo>
                  <a:lnTo>
                    <a:pt x="2539" y="10941"/>
                  </a:lnTo>
                  <a:lnTo>
                    <a:pt x="2227" y="11052"/>
                  </a:lnTo>
                  <a:lnTo>
                    <a:pt x="1870" y="11277"/>
                  </a:lnTo>
                  <a:lnTo>
                    <a:pt x="1826" y="11334"/>
                  </a:lnTo>
                  <a:lnTo>
                    <a:pt x="1826" y="11389"/>
                  </a:lnTo>
                  <a:lnTo>
                    <a:pt x="1870" y="11445"/>
                  </a:lnTo>
                  <a:lnTo>
                    <a:pt x="1915" y="11502"/>
                  </a:lnTo>
                  <a:lnTo>
                    <a:pt x="2539" y="11502"/>
                  </a:lnTo>
                  <a:lnTo>
                    <a:pt x="2627" y="13689"/>
                  </a:lnTo>
                  <a:lnTo>
                    <a:pt x="2627" y="13746"/>
                  </a:lnTo>
                  <a:lnTo>
                    <a:pt x="2405" y="13689"/>
                  </a:lnTo>
                  <a:lnTo>
                    <a:pt x="1915" y="13689"/>
                  </a:lnTo>
                  <a:lnTo>
                    <a:pt x="1826" y="13746"/>
                  </a:lnTo>
                  <a:lnTo>
                    <a:pt x="1781" y="13858"/>
                  </a:lnTo>
                  <a:lnTo>
                    <a:pt x="1781" y="13971"/>
                  </a:lnTo>
                  <a:lnTo>
                    <a:pt x="1870" y="14082"/>
                  </a:lnTo>
                  <a:lnTo>
                    <a:pt x="2048" y="14139"/>
                  </a:lnTo>
                  <a:lnTo>
                    <a:pt x="2227" y="14251"/>
                  </a:lnTo>
                  <a:lnTo>
                    <a:pt x="2672" y="14362"/>
                  </a:lnTo>
                  <a:lnTo>
                    <a:pt x="2716" y="15935"/>
                  </a:lnTo>
                  <a:lnTo>
                    <a:pt x="2449" y="15935"/>
                  </a:lnTo>
                  <a:lnTo>
                    <a:pt x="2182" y="15990"/>
                  </a:lnTo>
                  <a:lnTo>
                    <a:pt x="2093" y="16103"/>
                  </a:lnTo>
                  <a:lnTo>
                    <a:pt x="2003" y="16215"/>
                  </a:lnTo>
                  <a:lnTo>
                    <a:pt x="1915" y="16326"/>
                  </a:lnTo>
                  <a:lnTo>
                    <a:pt x="1960" y="16439"/>
                  </a:lnTo>
                  <a:lnTo>
                    <a:pt x="2048" y="16551"/>
                  </a:lnTo>
                  <a:lnTo>
                    <a:pt x="2583" y="16551"/>
                  </a:lnTo>
                  <a:lnTo>
                    <a:pt x="2761" y="16608"/>
                  </a:lnTo>
                  <a:lnTo>
                    <a:pt x="2761" y="16663"/>
                  </a:lnTo>
                  <a:lnTo>
                    <a:pt x="2806" y="17897"/>
                  </a:lnTo>
                  <a:lnTo>
                    <a:pt x="2850" y="18290"/>
                  </a:lnTo>
                  <a:lnTo>
                    <a:pt x="2895" y="18515"/>
                  </a:lnTo>
                  <a:lnTo>
                    <a:pt x="3028" y="18683"/>
                  </a:lnTo>
                  <a:lnTo>
                    <a:pt x="3117" y="18740"/>
                  </a:lnTo>
                  <a:lnTo>
                    <a:pt x="3252" y="18740"/>
                  </a:lnTo>
                  <a:lnTo>
                    <a:pt x="3340" y="18683"/>
                  </a:lnTo>
                  <a:lnTo>
                    <a:pt x="3385" y="18572"/>
                  </a:lnTo>
                  <a:lnTo>
                    <a:pt x="3429" y="18515"/>
                  </a:lnTo>
                  <a:lnTo>
                    <a:pt x="3652" y="18290"/>
                  </a:lnTo>
                  <a:lnTo>
                    <a:pt x="3963" y="18178"/>
                  </a:lnTo>
                  <a:lnTo>
                    <a:pt x="4231" y="18122"/>
                  </a:lnTo>
                  <a:lnTo>
                    <a:pt x="4542" y="18122"/>
                  </a:lnTo>
                  <a:lnTo>
                    <a:pt x="4542" y="18683"/>
                  </a:lnTo>
                  <a:lnTo>
                    <a:pt x="4632" y="18908"/>
                  </a:lnTo>
                  <a:lnTo>
                    <a:pt x="4721" y="19131"/>
                  </a:lnTo>
                  <a:lnTo>
                    <a:pt x="4809" y="19245"/>
                  </a:lnTo>
                  <a:lnTo>
                    <a:pt x="4899" y="19188"/>
                  </a:lnTo>
                  <a:lnTo>
                    <a:pt x="4988" y="19131"/>
                  </a:lnTo>
                  <a:lnTo>
                    <a:pt x="5033" y="19020"/>
                  </a:lnTo>
                  <a:lnTo>
                    <a:pt x="4943" y="18683"/>
                  </a:lnTo>
                  <a:lnTo>
                    <a:pt x="4899" y="18458"/>
                  </a:lnTo>
                  <a:lnTo>
                    <a:pt x="4899" y="18178"/>
                  </a:lnTo>
                  <a:lnTo>
                    <a:pt x="6146" y="18234"/>
                  </a:lnTo>
                  <a:lnTo>
                    <a:pt x="6146" y="18572"/>
                  </a:lnTo>
                  <a:lnTo>
                    <a:pt x="6191" y="19300"/>
                  </a:lnTo>
                  <a:lnTo>
                    <a:pt x="6235" y="19413"/>
                  </a:lnTo>
                  <a:lnTo>
                    <a:pt x="6280" y="19524"/>
                  </a:lnTo>
                  <a:lnTo>
                    <a:pt x="6458" y="19524"/>
                  </a:lnTo>
                  <a:lnTo>
                    <a:pt x="6635" y="19468"/>
                  </a:lnTo>
                  <a:lnTo>
                    <a:pt x="6680" y="19300"/>
                  </a:lnTo>
                  <a:lnTo>
                    <a:pt x="6725" y="19076"/>
                  </a:lnTo>
                  <a:lnTo>
                    <a:pt x="6635" y="18908"/>
                  </a:lnTo>
                  <a:lnTo>
                    <a:pt x="6547" y="18851"/>
                  </a:lnTo>
                  <a:lnTo>
                    <a:pt x="6502" y="18515"/>
                  </a:lnTo>
                  <a:lnTo>
                    <a:pt x="6413" y="18234"/>
                  </a:lnTo>
                  <a:lnTo>
                    <a:pt x="7170" y="18290"/>
                  </a:lnTo>
                  <a:lnTo>
                    <a:pt x="7882" y="18290"/>
                  </a:lnTo>
                  <a:lnTo>
                    <a:pt x="7882" y="18347"/>
                  </a:lnTo>
                  <a:lnTo>
                    <a:pt x="7839" y="18627"/>
                  </a:lnTo>
                  <a:lnTo>
                    <a:pt x="7794" y="18963"/>
                  </a:lnTo>
                  <a:lnTo>
                    <a:pt x="7839" y="19245"/>
                  </a:lnTo>
                  <a:lnTo>
                    <a:pt x="7972" y="19524"/>
                  </a:lnTo>
                  <a:lnTo>
                    <a:pt x="8016" y="19638"/>
                  </a:lnTo>
                  <a:lnTo>
                    <a:pt x="8106" y="19693"/>
                  </a:lnTo>
                  <a:lnTo>
                    <a:pt x="8194" y="19693"/>
                  </a:lnTo>
                  <a:lnTo>
                    <a:pt x="8284" y="19638"/>
                  </a:lnTo>
                  <a:lnTo>
                    <a:pt x="8373" y="19524"/>
                  </a:lnTo>
                  <a:lnTo>
                    <a:pt x="8373" y="19356"/>
                  </a:lnTo>
                  <a:lnTo>
                    <a:pt x="8284" y="19300"/>
                  </a:lnTo>
                  <a:lnTo>
                    <a:pt x="8239" y="19245"/>
                  </a:lnTo>
                  <a:lnTo>
                    <a:pt x="8149" y="18963"/>
                  </a:lnTo>
                  <a:lnTo>
                    <a:pt x="8106" y="18683"/>
                  </a:lnTo>
                  <a:lnTo>
                    <a:pt x="8061" y="18347"/>
                  </a:lnTo>
                  <a:lnTo>
                    <a:pt x="8061" y="18290"/>
                  </a:lnTo>
                  <a:lnTo>
                    <a:pt x="9620" y="18347"/>
                  </a:lnTo>
                  <a:lnTo>
                    <a:pt x="9531" y="18403"/>
                  </a:lnTo>
                  <a:lnTo>
                    <a:pt x="9486" y="18515"/>
                  </a:lnTo>
                  <a:lnTo>
                    <a:pt x="9441" y="18740"/>
                  </a:lnTo>
                  <a:lnTo>
                    <a:pt x="9441" y="19131"/>
                  </a:lnTo>
                  <a:lnTo>
                    <a:pt x="9486" y="19300"/>
                  </a:lnTo>
                  <a:lnTo>
                    <a:pt x="9575" y="19468"/>
                  </a:lnTo>
                  <a:lnTo>
                    <a:pt x="9665" y="19524"/>
                  </a:lnTo>
                  <a:lnTo>
                    <a:pt x="9753" y="19468"/>
                  </a:lnTo>
                  <a:lnTo>
                    <a:pt x="9842" y="19413"/>
                  </a:lnTo>
                  <a:lnTo>
                    <a:pt x="9887" y="19300"/>
                  </a:lnTo>
                  <a:lnTo>
                    <a:pt x="9842" y="19076"/>
                  </a:lnTo>
                  <a:lnTo>
                    <a:pt x="9798" y="18795"/>
                  </a:lnTo>
                  <a:lnTo>
                    <a:pt x="9798" y="18627"/>
                  </a:lnTo>
                  <a:lnTo>
                    <a:pt x="9753" y="18515"/>
                  </a:lnTo>
                  <a:lnTo>
                    <a:pt x="9753" y="18347"/>
                  </a:lnTo>
                  <a:lnTo>
                    <a:pt x="11401" y="18347"/>
                  </a:lnTo>
                  <a:lnTo>
                    <a:pt x="11312" y="18683"/>
                  </a:lnTo>
                  <a:lnTo>
                    <a:pt x="11312" y="19076"/>
                  </a:lnTo>
                  <a:lnTo>
                    <a:pt x="11357" y="19188"/>
                  </a:lnTo>
                  <a:lnTo>
                    <a:pt x="11446" y="19245"/>
                  </a:lnTo>
                  <a:lnTo>
                    <a:pt x="11668" y="19245"/>
                  </a:lnTo>
                  <a:lnTo>
                    <a:pt x="11758" y="19188"/>
                  </a:lnTo>
                  <a:lnTo>
                    <a:pt x="11802" y="19076"/>
                  </a:lnTo>
                  <a:lnTo>
                    <a:pt x="11802" y="18908"/>
                  </a:lnTo>
                  <a:lnTo>
                    <a:pt x="11668" y="18851"/>
                  </a:lnTo>
                  <a:lnTo>
                    <a:pt x="11668" y="18347"/>
                  </a:lnTo>
                  <a:lnTo>
                    <a:pt x="12915" y="18347"/>
                  </a:lnTo>
                  <a:lnTo>
                    <a:pt x="12960" y="18740"/>
                  </a:lnTo>
                  <a:lnTo>
                    <a:pt x="13049" y="19131"/>
                  </a:lnTo>
                  <a:lnTo>
                    <a:pt x="13138" y="19245"/>
                  </a:lnTo>
                  <a:lnTo>
                    <a:pt x="13317" y="19245"/>
                  </a:lnTo>
                  <a:lnTo>
                    <a:pt x="13361" y="19131"/>
                  </a:lnTo>
                  <a:lnTo>
                    <a:pt x="13406" y="18963"/>
                  </a:lnTo>
                  <a:lnTo>
                    <a:pt x="13317" y="18627"/>
                  </a:lnTo>
                  <a:lnTo>
                    <a:pt x="13227" y="18347"/>
                  </a:lnTo>
                  <a:lnTo>
                    <a:pt x="14697" y="18347"/>
                  </a:lnTo>
                  <a:lnTo>
                    <a:pt x="14653" y="18458"/>
                  </a:lnTo>
                  <a:lnTo>
                    <a:pt x="14608" y="18572"/>
                  </a:lnTo>
                  <a:lnTo>
                    <a:pt x="14564" y="18908"/>
                  </a:lnTo>
                  <a:lnTo>
                    <a:pt x="14608" y="19076"/>
                  </a:lnTo>
                  <a:lnTo>
                    <a:pt x="14653" y="19300"/>
                  </a:lnTo>
                  <a:lnTo>
                    <a:pt x="14741" y="19468"/>
                  </a:lnTo>
                  <a:lnTo>
                    <a:pt x="14831" y="19581"/>
                  </a:lnTo>
                  <a:lnTo>
                    <a:pt x="14920" y="19638"/>
                  </a:lnTo>
                  <a:lnTo>
                    <a:pt x="15008" y="19581"/>
                  </a:lnTo>
                  <a:lnTo>
                    <a:pt x="15053" y="19524"/>
                  </a:lnTo>
                  <a:lnTo>
                    <a:pt x="15053" y="19413"/>
                  </a:lnTo>
                  <a:lnTo>
                    <a:pt x="15008" y="19188"/>
                  </a:lnTo>
                  <a:lnTo>
                    <a:pt x="14920" y="18908"/>
                  </a:lnTo>
                  <a:lnTo>
                    <a:pt x="14875" y="18627"/>
                  </a:lnTo>
                  <a:lnTo>
                    <a:pt x="14875" y="18290"/>
                  </a:lnTo>
                  <a:lnTo>
                    <a:pt x="16212" y="18290"/>
                  </a:lnTo>
                  <a:lnTo>
                    <a:pt x="16123" y="18515"/>
                  </a:lnTo>
                  <a:lnTo>
                    <a:pt x="16078" y="18740"/>
                  </a:lnTo>
                  <a:lnTo>
                    <a:pt x="16078" y="19020"/>
                  </a:lnTo>
                  <a:lnTo>
                    <a:pt x="16167" y="19245"/>
                  </a:lnTo>
                  <a:lnTo>
                    <a:pt x="16212" y="19300"/>
                  </a:lnTo>
                  <a:lnTo>
                    <a:pt x="16300" y="19356"/>
                  </a:lnTo>
                  <a:lnTo>
                    <a:pt x="16390" y="19356"/>
                  </a:lnTo>
                  <a:lnTo>
                    <a:pt x="16479" y="19245"/>
                  </a:lnTo>
                  <a:lnTo>
                    <a:pt x="16524" y="19020"/>
                  </a:lnTo>
                  <a:lnTo>
                    <a:pt x="16434" y="18683"/>
                  </a:lnTo>
                  <a:lnTo>
                    <a:pt x="16434" y="18458"/>
                  </a:lnTo>
                  <a:lnTo>
                    <a:pt x="16479" y="18234"/>
                  </a:lnTo>
                  <a:lnTo>
                    <a:pt x="17681" y="18178"/>
                  </a:lnTo>
                  <a:lnTo>
                    <a:pt x="17637" y="18908"/>
                  </a:lnTo>
                  <a:lnTo>
                    <a:pt x="17681" y="19020"/>
                  </a:lnTo>
                  <a:lnTo>
                    <a:pt x="17771" y="19131"/>
                  </a:lnTo>
                  <a:lnTo>
                    <a:pt x="17904" y="19131"/>
                  </a:lnTo>
                  <a:lnTo>
                    <a:pt x="17993" y="19076"/>
                  </a:lnTo>
                  <a:lnTo>
                    <a:pt x="18081" y="18963"/>
                  </a:lnTo>
                  <a:lnTo>
                    <a:pt x="18171" y="18795"/>
                  </a:lnTo>
                  <a:lnTo>
                    <a:pt x="18171" y="18458"/>
                  </a:lnTo>
                  <a:lnTo>
                    <a:pt x="18126" y="18347"/>
                  </a:lnTo>
                  <a:lnTo>
                    <a:pt x="18038" y="18290"/>
                  </a:lnTo>
                  <a:lnTo>
                    <a:pt x="18038" y="18178"/>
                  </a:lnTo>
                  <a:lnTo>
                    <a:pt x="20176" y="18010"/>
                  </a:lnTo>
                  <a:lnTo>
                    <a:pt x="20219" y="18065"/>
                  </a:lnTo>
                  <a:lnTo>
                    <a:pt x="20086" y="18347"/>
                  </a:lnTo>
                  <a:lnTo>
                    <a:pt x="19864" y="18627"/>
                  </a:lnTo>
                  <a:lnTo>
                    <a:pt x="19774" y="18795"/>
                  </a:lnTo>
                  <a:lnTo>
                    <a:pt x="19730" y="18908"/>
                  </a:lnTo>
                  <a:lnTo>
                    <a:pt x="19774" y="19020"/>
                  </a:lnTo>
                  <a:lnTo>
                    <a:pt x="19819" y="19131"/>
                  </a:lnTo>
                  <a:lnTo>
                    <a:pt x="19907" y="19188"/>
                  </a:lnTo>
                  <a:lnTo>
                    <a:pt x="19997" y="19245"/>
                  </a:lnTo>
                  <a:lnTo>
                    <a:pt x="20086" y="19245"/>
                  </a:lnTo>
                  <a:lnTo>
                    <a:pt x="20131" y="19188"/>
                  </a:lnTo>
                  <a:lnTo>
                    <a:pt x="20309" y="19076"/>
                  </a:lnTo>
                  <a:lnTo>
                    <a:pt x="20398" y="18908"/>
                  </a:lnTo>
                  <a:lnTo>
                    <a:pt x="20620" y="18515"/>
                  </a:lnTo>
                  <a:lnTo>
                    <a:pt x="21199" y="17561"/>
                  </a:lnTo>
                  <a:lnTo>
                    <a:pt x="21199" y="17224"/>
                  </a:lnTo>
                  <a:lnTo>
                    <a:pt x="21156" y="17112"/>
                  </a:lnTo>
                  <a:lnTo>
                    <a:pt x="20710" y="16663"/>
                  </a:lnTo>
                  <a:lnTo>
                    <a:pt x="20309" y="16271"/>
                  </a:lnTo>
                  <a:lnTo>
                    <a:pt x="20219" y="16215"/>
                  </a:lnTo>
                  <a:lnTo>
                    <a:pt x="20131" y="16215"/>
                  </a:lnTo>
                  <a:lnTo>
                    <a:pt x="20086" y="16271"/>
                  </a:lnTo>
                  <a:lnTo>
                    <a:pt x="19997" y="16326"/>
                  </a:lnTo>
                  <a:lnTo>
                    <a:pt x="19952" y="16494"/>
                  </a:lnTo>
                  <a:lnTo>
                    <a:pt x="19952" y="16608"/>
                  </a:lnTo>
                  <a:lnTo>
                    <a:pt x="19997" y="16719"/>
                  </a:lnTo>
                  <a:lnTo>
                    <a:pt x="20398" y="17169"/>
                  </a:lnTo>
                  <a:lnTo>
                    <a:pt x="16924" y="17392"/>
                  </a:lnTo>
                  <a:lnTo>
                    <a:pt x="17058" y="17337"/>
                  </a:lnTo>
                  <a:lnTo>
                    <a:pt x="17325" y="17112"/>
                  </a:lnTo>
                  <a:lnTo>
                    <a:pt x="17414" y="16999"/>
                  </a:lnTo>
                  <a:lnTo>
                    <a:pt x="17503" y="16831"/>
                  </a:lnTo>
                  <a:lnTo>
                    <a:pt x="17503" y="16719"/>
                  </a:lnTo>
                  <a:lnTo>
                    <a:pt x="17458" y="16663"/>
                  </a:lnTo>
                  <a:lnTo>
                    <a:pt x="17280" y="16663"/>
                  </a:lnTo>
                  <a:lnTo>
                    <a:pt x="17146" y="16719"/>
                  </a:lnTo>
                  <a:lnTo>
                    <a:pt x="16879" y="16944"/>
                  </a:lnTo>
                  <a:lnTo>
                    <a:pt x="16657" y="17169"/>
                  </a:lnTo>
                  <a:lnTo>
                    <a:pt x="16479" y="17449"/>
                  </a:lnTo>
                  <a:lnTo>
                    <a:pt x="14920" y="17505"/>
                  </a:lnTo>
                  <a:lnTo>
                    <a:pt x="15232" y="17337"/>
                  </a:lnTo>
                  <a:lnTo>
                    <a:pt x="15587" y="17169"/>
                  </a:lnTo>
                  <a:lnTo>
                    <a:pt x="15988" y="16944"/>
                  </a:lnTo>
                  <a:lnTo>
                    <a:pt x="16390" y="16663"/>
                  </a:lnTo>
                  <a:lnTo>
                    <a:pt x="16746" y="16326"/>
                  </a:lnTo>
                  <a:lnTo>
                    <a:pt x="17058" y="15935"/>
                  </a:lnTo>
                  <a:lnTo>
                    <a:pt x="17103" y="15765"/>
                  </a:lnTo>
                  <a:lnTo>
                    <a:pt x="17058" y="15653"/>
                  </a:lnTo>
                  <a:lnTo>
                    <a:pt x="16968" y="15597"/>
                  </a:lnTo>
                  <a:lnTo>
                    <a:pt x="16879" y="15653"/>
                  </a:lnTo>
                  <a:lnTo>
                    <a:pt x="16567" y="15878"/>
                  </a:lnTo>
                  <a:lnTo>
                    <a:pt x="16256" y="16158"/>
                  </a:lnTo>
                  <a:lnTo>
                    <a:pt x="15944" y="16439"/>
                  </a:lnTo>
                  <a:lnTo>
                    <a:pt x="15632" y="16663"/>
                  </a:lnTo>
                  <a:lnTo>
                    <a:pt x="15277" y="16888"/>
                  </a:lnTo>
                  <a:lnTo>
                    <a:pt x="14920" y="17056"/>
                  </a:lnTo>
                  <a:lnTo>
                    <a:pt x="14564" y="17281"/>
                  </a:lnTo>
                  <a:lnTo>
                    <a:pt x="14207" y="17505"/>
                  </a:lnTo>
                  <a:lnTo>
                    <a:pt x="12337" y="17561"/>
                  </a:lnTo>
                  <a:lnTo>
                    <a:pt x="12871" y="17281"/>
                  </a:lnTo>
                  <a:lnTo>
                    <a:pt x="14831" y="16271"/>
                  </a:lnTo>
                  <a:lnTo>
                    <a:pt x="15499" y="15990"/>
                  </a:lnTo>
                  <a:lnTo>
                    <a:pt x="16167" y="15542"/>
                  </a:lnTo>
                  <a:lnTo>
                    <a:pt x="16479" y="15317"/>
                  </a:lnTo>
                  <a:lnTo>
                    <a:pt x="16746" y="15037"/>
                  </a:lnTo>
                  <a:lnTo>
                    <a:pt x="16968" y="14700"/>
                  </a:lnTo>
                  <a:lnTo>
                    <a:pt x="17103" y="14307"/>
                  </a:lnTo>
                  <a:lnTo>
                    <a:pt x="17103" y="14139"/>
                  </a:lnTo>
                  <a:lnTo>
                    <a:pt x="17058" y="14082"/>
                  </a:lnTo>
                  <a:lnTo>
                    <a:pt x="16924" y="14026"/>
                  </a:lnTo>
                  <a:lnTo>
                    <a:pt x="16834" y="14082"/>
                  </a:lnTo>
                  <a:lnTo>
                    <a:pt x="16345" y="14700"/>
                  </a:lnTo>
                  <a:lnTo>
                    <a:pt x="16078" y="14980"/>
                  </a:lnTo>
                  <a:lnTo>
                    <a:pt x="15766" y="15260"/>
                  </a:lnTo>
                  <a:lnTo>
                    <a:pt x="15410" y="15485"/>
                  </a:lnTo>
                  <a:lnTo>
                    <a:pt x="15053" y="15653"/>
                  </a:lnTo>
                  <a:lnTo>
                    <a:pt x="14297" y="16046"/>
                  </a:lnTo>
                  <a:lnTo>
                    <a:pt x="12648" y="16888"/>
                  </a:lnTo>
                  <a:lnTo>
                    <a:pt x="12025" y="17224"/>
                  </a:lnTo>
                  <a:lnTo>
                    <a:pt x="11446" y="17561"/>
                  </a:lnTo>
                  <a:lnTo>
                    <a:pt x="9308" y="17561"/>
                  </a:lnTo>
                  <a:lnTo>
                    <a:pt x="10466" y="17056"/>
                  </a:lnTo>
                  <a:lnTo>
                    <a:pt x="13227" y="15935"/>
                  </a:lnTo>
                  <a:lnTo>
                    <a:pt x="13761" y="15653"/>
                  </a:lnTo>
                  <a:lnTo>
                    <a:pt x="14297" y="15373"/>
                  </a:lnTo>
                  <a:lnTo>
                    <a:pt x="14786" y="15037"/>
                  </a:lnTo>
                  <a:lnTo>
                    <a:pt x="15277" y="14644"/>
                  </a:lnTo>
                  <a:lnTo>
                    <a:pt x="16300" y="13802"/>
                  </a:lnTo>
                  <a:lnTo>
                    <a:pt x="16834" y="13409"/>
                  </a:lnTo>
                  <a:lnTo>
                    <a:pt x="17370" y="13073"/>
                  </a:lnTo>
                  <a:lnTo>
                    <a:pt x="17458" y="13016"/>
                  </a:lnTo>
                  <a:lnTo>
                    <a:pt x="17503" y="12960"/>
                  </a:lnTo>
                  <a:lnTo>
                    <a:pt x="17503" y="13521"/>
                  </a:lnTo>
                  <a:lnTo>
                    <a:pt x="17547" y="13634"/>
                  </a:lnTo>
                  <a:lnTo>
                    <a:pt x="17592" y="13689"/>
                  </a:lnTo>
                  <a:lnTo>
                    <a:pt x="17637" y="13746"/>
                  </a:lnTo>
                  <a:lnTo>
                    <a:pt x="17726" y="13802"/>
                  </a:lnTo>
                  <a:lnTo>
                    <a:pt x="17814" y="13746"/>
                  </a:lnTo>
                  <a:lnTo>
                    <a:pt x="17904" y="13689"/>
                  </a:lnTo>
                  <a:lnTo>
                    <a:pt x="17948" y="13634"/>
                  </a:lnTo>
                  <a:lnTo>
                    <a:pt x="17948" y="12680"/>
                  </a:lnTo>
                  <a:lnTo>
                    <a:pt x="17904" y="12287"/>
                  </a:lnTo>
                  <a:lnTo>
                    <a:pt x="17814" y="11894"/>
                  </a:lnTo>
                  <a:lnTo>
                    <a:pt x="18305" y="12512"/>
                  </a:lnTo>
                  <a:lnTo>
                    <a:pt x="18839" y="13128"/>
                  </a:lnTo>
                  <a:lnTo>
                    <a:pt x="19106" y="13409"/>
                  </a:lnTo>
                  <a:lnTo>
                    <a:pt x="19240" y="13521"/>
                  </a:lnTo>
                  <a:lnTo>
                    <a:pt x="19418" y="13578"/>
                  </a:lnTo>
                  <a:lnTo>
                    <a:pt x="19864" y="13634"/>
                  </a:lnTo>
                  <a:lnTo>
                    <a:pt x="20353" y="13634"/>
                  </a:lnTo>
                  <a:lnTo>
                    <a:pt x="20887" y="13578"/>
                  </a:lnTo>
                  <a:lnTo>
                    <a:pt x="21378" y="13353"/>
                  </a:lnTo>
                  <a:lnTo>
                    <a:pt x="21466" y="13298"/>
                  </a:lnTo>
                  <a:lnTo>
                    <a:pt x="21556" y="13128"/>
                  </a:lnTo>
                  <a:lnTo>
                    <a:pt x="21600" y="13016"/>
                  </a:lnTo>
                  <a:lnTo>
                    <a:pt x="21556" y="12905"/>
                  </a:lnTo>
                  <a:lnTo>
                    <a:pt x="21511" y="12736"/>
                  </a:lnTo>
                  <a:lnTo>
                    <a:pt x="21466" y="12680"/>
                  </a:lnTo>
                  <a:lnTo>
                    <a:pt x="21333" y="12623"/>
                  </a:lnTo>
                  <a:lnTo>
                    <a:pt x="21199" y="12623"/>
                  </a:lnTo>
                  <a:lnTo>
                    <a:pt x="20799" y="12791"/>
                  </a:lnTo>
                  <a:lnTo>
                    <a:pt x="20353" y="12848"/>
                  </a:lnTo>
                  <a:lnTo>
                    <a:pt x="19907" y="12905"/>
                  </a:lnTo>
                  <a:lnTo>
                    <a:pt x="19640" y="12848"/>
                  </a:lnTo>
                  <a:lnTo>
                    <a:pt x="19463" y="12791"/>
                  </a:lnTo>
                  <a:lnTo>
                    <a:pt x="18794" y="12063"/>
                  </a:lnTo>
                  <a:lnTo>
                    <a:pt x="18216" y="11277"/>
                  </a:lnTo>
                  <a:lnTo>
                    <a:pt x="17681" y="10436"/>
                  </a:lnTo>
                  <a:lnTo>
                    <a:pt x="17191" y="9538"/>
                  </a:lnTo>
                  <a:lnTo>
                    <a:pt x="16791" y="8584"/>
                  </a:lnTo>
                  <a:lnTo>
                    <a:pt x="16434" y="7631"/>
                  </a:lnTo>
                  <a:lnTo>
                    <a:pt x="15899" y="6003"/>
                  </a:lnTo>
                  <a:lnTo>
                    <a:pt x="15544" y="5217"/>
                  </a:lnTo>
                  <a:lnTo>
                    <a:pt x="15187" y="4489"/>
                  </a:lnTo>
                  <a:lnTo>
                    <a:pt x="14965" y="4208"/>
                  </a:lnTo>
                  <a:lnTo>
                    <a:pt x="14741" y="3871"/>
                  </a:lnTo>
                  <a:lnTo>
                    <a:pt x="14519" y="3591"/>
                  </a:lnTo>
                  <a:lnTo>
                    <a:pt x="14252" y="3366"/>
                  </a:lnTo>
                  <a:lnTo>
                    <a:pt x="13940" y="3198"/>
                  </a:lnTo>
                  <a:lnTo>
                    <a:pt x="13628" y="3030"/>
                  </a:lnTo>
                  <a:lnTo>
                    <a:pt x="13272" y="2917"/>
                  </a:lnTo>
                  <a:lnTo>
                    <a:pt x="12871" y="2862"/>
                  </a:lnTo>
                  <a:lnTo>
                    <a:pt x="12514" y="2862"/>
                  </a:lnTo>
                  <a:lnTo>
                    <a:pt x="12114" y="2917"/>
                  </a:lnTo>
                  <a:lnTo>
                    <a:pt x="11758" y="3030"/>
                  </a:lnTo>
                  <a:lnTo>
                    <a:pt x="11401" y="3142"/>
                  </a:lnTo>
                  <a:lnTo>
                    <a:pt x="11045" y="3366"/>
                  </a:lnTo>
                  <a:lnTo>
                    <a:pt x="10733" y="3591"/>
                  </a:lnTo>
                  <a:lnTo>
                    <a:pt x="10421" y="3815"/>
                  </a:lnTo>
                  <a:lnTo>
                    <a:pt x="10109" y="4151"/>
                  </a:lnTo>
                  <a:lnTo>
                    <a:pt x="9575" y="4769"/>
                  </a:lnTo>
                  <a:lnTo>
                    <a:pt x="9086" y="5554"/>
                  </a:lnTo>
                  <a:lnTo>
                    <a:pt x="8640" y="6340"/>
                  </a:lnTo>
                  <a:lnTo>
                    <a:pt x="8239" y="7126"/>
                  </a:lnTo>
                  <a:lnTo>
                    <a:pt x="7438" y="8920"/>
                  </a:lnTo>
                  <a:lnTo>
                    <a:pt x="7036" y="9875"/>
                  </a:lnTo>
                  <a:lnTo>
                    <a:pt x="6592" y="10772"/>
                  </a:lnTo>
                  <a:lnTo>
                    <a:pt x="6056" y="11614"/>
                  </a:lnTo>
                  <a:lnTo>
                    <a:pt x="5789" y="12007"/>
                  </a:lnTo>
                  <a:lnTo>
                    <a:pt x="5478" y="12343"/>
                  </a:lnTo>
                  <a:lnTo>
                    <a:pt x="5166" y="12680"/>
                  </a:lnTo>
                  <a:lnTo>
                    <a:pt x="4809" y="12960"/>
                  </a:lnTo>
                  <a:lnTo>
                    <a:pt x="4454" y="13185"/>
                  </a:lnTo>
                  <a:lnTo>
                    <a:pt x="4053" y="13353"/>
                  </a:lnTo>
                  <a:lnTo>
                    <a:pt x="3652" y="13521"/>
                  </a:lnTo>
                  <a:lnTo>
                    <a:pt x="3295" y="13634"/>
                  </a:lnTo>
                  <a:lnTo>
                    <a:pt x="3162" y="9482"/>
                  </a:lnTo>
                  <a:lnTo>
                    <a:pt x="3117" y="4769"/>
                  </a:lnTo>
                  <a:lnTo>
                    <a:pt x="3162" y="2300"/>
                  </a:lnTo>
                  <a:lnTo>
                    <a:pt x="3117" y="1739"/>
                  </a:lnTo>
                  <a:lnTo>
                    <a:pt x="3295" y="2132"/>
                  </a:lnTo>
                  <a:lnTo>
                    <a:pt x="3474" y="2525"/>
                  </a:lnTo>
                  <a:lnTo>
                    <a:pt x="3519" y="2637"/>
                  </a:lnTo>
                  <a:lnTo>
                    <a:pt x="3607" y="2693"/>
                  </a:lnTo>
                  <a:lnTo>
                    <a:pt x="3786" y="2693"/>
                  </a:lnTo>
                  <a:lnTo>
                    <a:pt x="3874" y="2580"/>
                  </a:lnTo>
                  <a:lnTo>
                    <a:pt x="3919" y="2525"/>
                  </a:lnTo>
                  <a:lnTo>
                    <a:pt x="3963" y="2412"/>
                  </a:lnTo>
                  <a:lnTo>
                    <a:pt x="3963" y="2300"/>
                  </a:lnTo>
                  <a:lnTo>
                    <a:pt x="3829" y="1739"/>
                  </a:lnTo>
                  <a:lnTo>
                    <a:pt x="3607" y="1178"/>
                  </a:lnTo>
                  <a:lnTo>
                    <a:pt x="3117" y="168"/>
                  </a:lnTo>
                  <a:lnTo>
                    <a:pt x="3028" y="57"/>
                  </a:lnTo>
                  <a:lnTo>
                    <a:pt x="2895" y="0"/>
                  </a:lnTo>
                  <a:close/>
                  <a:moveTo>
                    <a:pt x="18884" y="19188"/>
                  </a:moveTo>
                  <a:lnTo>
                    <a:pt x="18794" y="19245"/>
                  </a:lnTo>
                  <a:lnTo>
                    <a:pt x="18661" y="19300"/>
                  </a:lnTo>
                  <a:lnTo>
                    <a:pt x="18483" y="19524"/>
                  </a:lnTo>
                  <a:lnTo>
                    <a:pt x="18305" y="19749"/>
                  </a:lnTo>
                  <a:lnTo>
                    <a:pt x="18305" y="19806"/>
                  </a:lnTo>
                  <a:lnTo>
                    <a:pt x="17993" y="19581"/>
                  </a:lnTo>
                  <a:lnTo>
                    <a:pt x="17637" y="19413"/>
                  </a:lnTo>
                  <a:lnTo>
                    <a:pt x="17547" y="19413"/>
                  </a:lnTo>
                  <a:lnTo>
                    <a:pt x="17503" y="19468"/>
                  </a:lnTo>
                  <a:lnTo>
                    <a:pt x="17458" y="19581"/>
                  </a:lnTo>
                  <a:lnTo>
                    <a:pt x="17458" y="19693"/>
                  </a:lnTo>
                  <a:lnTo>
                    <a:pt x="17681" y="20029"/>
                  </a:lnTo>
                  <a:lnTo>
                    <a:pt x="17948" y="20366"/>
                  </a:lnTo>
                  <a:lnTo>
                    <a:pt x="17814" y="20591"/>
                  </a:lnTo>
                  <a:lnTo>
                    <a:pt x="17592" y="20984"/>
                  </a:lnTo>
                  <a:lnTo>
                    <a:pt x="17503" y="21208"/>
                  </a:lnTo>
                  <a:lnTo>
                    <a:pt x="17503" y="21432"/>
                  </a:lnTo>
                  <a:lnTo>
                    <a:pt x="17547" y="21545"/>
                  </a:lnTo>
                  <a:lnTo>
                    <a:pt x="17592" y="21600"/>
                  </a:lnTo>
                  <a:lnTo>
                    <a:pt x="17726" y="21600"/>
                  </a:lnTo>
                  <a:lnTo>
                    <a:pt x="17814" y="21545"/>
                  </a:lnTo>
                  <a:lnTo>
                    <a:pt x="17948" y="21488"/>
                  </a:lnTo>
                  <a:lnTo>
                    <a:pt x="18081" y="21264"/>
                  </a:lnTo>
                  <a:lnTo>
                    <a:pt x="18393" y="20759"/>
                  </a:lnTo>
                  <a:lnTo>
                    <a:pt x="18928" y="21264"/>
                  </a:lnTo>
                  <a:lnTo>
                    <a:pt x="19061" y="21320"/>
                  </a:lnTo>
                  <a:lnTo>
                    <a:pt x="19151" y="21320"/>
                  </a:lnTo>
                  <a:lnTo>
                    <a:pt x="19240" y="21264"/>
                  </a:lnTo>
                  <a:lnTo>
                    <a:pt x="19285" y="21152"/>
                  </a:lnTo>
                  <a:lnTo>
                    <a:pt x="19330" y="21040"/>
                  </a:lnTo>
                  <a:lnTo>
                    <a:pt x="19330" y="20759"/>
                  </a:lnTo>
                  <a:lnTo>
                    <a:pt x="19240" y="20647"/>
                  </a:lnTo>
                  <a:lnTo>
                    <a:pt x="18705" y="20142"/>
                  </a:lnTo>
                  <a:lnTo>
                    <a:pt x="18794" y="20029"/>
                  </a:lnTo>
                  <a:lnTo>
                    <a:pt x="18928" y="19693"/>
                  </a:lnTo>
                  <a:lnTo>
                    <a:pt x="19017" y="19581"/>
                  </a:lnTo>
                  <a:lnTo>
                    <a:pt x="19106" y="19524"/>
                  </a:lnTo>
                  <a:lnTo>
                    <a:pt x="19151" y="19468"/>
                  </a:lnTo>
                  <a:lnTo>
                    <a:pt x="19196" y="19413"/>
                  </a:lnTo>
                  <a:lnTo>
                    <a:pt x="19196" y="19356"/>
                  </a:lnTo>
                  <a:lnTo>
                    <a:pt x="19151" y="19356"/>
                  </a:lnTo>
                  <a:lnTo>
                    <a:pt x="19017" y="19245"/>
                  </a:lnTo>
                  <a:lnTo>
                    <a:pt x="18884" y="19188"/>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969" name="Google Shape;339;p6"/>
            <p:cNvSpPr/>
            <p:nvPr/>
          </p:nvSpPr>
          <p:spPr>
            <a:xfrm>
              <a:off x="1085556" y="258336"/>
              <a:ext cx="548219" cy="51548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968" y="3558"/>
                  </a:moveTo>
                  <a:lnTo>
                    <a:pt x="18398" y="3659"/>
                  </a:lnTo>
                  <a:lnTo>
                    <a:pt x="18398" y="3710"/>
                  </a:lnTo>
                  <a:lnTo>
                    <a:pt x="18350" y="3914"/>
                  </a:lnTo>
                  <a:lnTo>
                    <a:pt x="18254" y="4066"/>
                  </a:lnTo>
                  <a:lnTo>
                    <a:pt x="18063" y="4219"/>
                  </a:lnTo>
                  <a:lnTo>
                    <a:pt x="17920" y="4269"/>
                  </a:lnTo>
                  <a:lnTo>
                    <a:pt x="17681" y="4116"/>
                  </a:lnTo>
                  <a:lnTo>
                    <a:pt x="17728" y="3863"/>
                  </a:lnTo>
                  <a:lnTo>
                    <a:pt x="17825" y="3710"/>
                  </a:lnTo>
                  <a:lnTo>
                    <a:pt x="17873" y="3609"/>
                  </a:lnTo>
                  <a:lnTo>
                    <a:pt x="17968" y="3558"/>
                  </a:lnTo>
                  <a:close/>
                  <a:moveTo>
                    <a:pt x="12281" y="5133"/>
                  </a:moveTo>
                  <a:lnTo>
                    <a:pt x="12806" y="6200"/>
                  </a:lnTo>
                  <a:lnTo>
                    <a:pt x="13236" y="7268"/>
                  </a:lnTo>
                  <a:lnTo>
                    <a:pt x="10847" y="6099"/>
                  </a:lnTo>
                  <a:lnTo>
                    <a:pt x="11565" y="5591"/>
                  </a:lnTo>
                  <a:lnTo>
                    <a:pt x="12281" y="5133"/>
                  </a:lnTo>
                  <a:close/>
                  <a:moveTo>
                    <a:pt x="6881" y="5082"/>
                  </a:moveTo>
                  <a:lnTo>
                    <a:pt x="8314" y="5642"/>
                  </a:lnTo>
                  <a:lnTo>
                    <a:pt x="9652" y="6251"/>
                  </a:lnTo>
                  <a:lnTo>
                    <a:pt x="8314" y="7369"/>
                  </a:lnTo>
                  <a:lnTo>
                    <a:pt x="7025" y="8539"/>
                  </a:lnTo>
                  <a:lnTo>
                    <a:pt x="6928" y="7318"/>
                  </a:lnTo>
                  <a:lnTo>
                    <a:pt x="6881" y="6048"/>
                  </a:lnTo>
                  <a:lnTo>
                    <a:pt x="6881" y="5082"/>
                  </a:lnTo>
                  <a:close/>
                  <a:moveTo>
                    <a:pt x="17060" y="3455"/>
                  </a:moveTo>
                  <a:lnTo>
                    <a:pt x="16965" y="3659"/>
                  </a:lnTo>
                  <a:lnTo>
                    <a:pt x="16917" y="3914"/>
                  </a:lnTo>
                  <a:lnTo>
                    <a:pt x="16868" y="4168"/>
                  </a:lnTo>
                  <a:lnTo>
                    <a:pt x="16917" y="4421"/>
                  </a:lnTo>
                  <a:lnTo>
                    <a:pt x="17060" y="4727"/>
                  </a:lnTo>
                  <a:lnTo>
                    <a:pt x="17251" y="4981"/>
                  </a:lnTo>
                  <a:lnTo>
                    <a:pt x="17490" y="5133"/>
                  </a:lnTo>
                  <a:lnTo>
                    <a:pt x="17776" y="5234"/>
                  </a:lnTo>
                  <a:lnTo>
                    <a:pt x="17968" y="5286"/>
                  </a:lnTo>
                  <a:lnTo>
                    <a:pt x="17633" y="6251"/>
                  </a:lnTo>
                  <a:lnTo>
                    <a:pt x="17251" y="7217"/>
                  </a:lnTo>
                  <a:lnTo>
                    <a:pt x="16821" y="8132"/>
                  </a:lnTo>
                  <a:lnTo>
                    <a:pt x="16343" y="9046"/>
                  </a:lnTo>
                  <a:lnTo>
                    <a:pt x="15196" y="8335"/>
                  </a:lnTo>
                  <a:lnTo>
                    <a:pt x="14049" y="7726"/>
                  </a:lnTo>
                  <a:lnTo>
                    <a:pt x="13811" y="6964"/>
                  </a:lnTo>
                  <a:lnTo>
                    <a:pt x="13476" y="6200"/>
                  </a:lnTo>
                  <a:lnTo>
                    <a:pt x="13189" y="5489"/>
                  </a:lnTo>
                  <a:lnTo>
                    <a:pt x="12806" y="4777"/>
                  </a:lnTo>
                  <a:lnTo>
                    <a:pt x="13811" y="4219"/>
                  </a:lnTo>
                  <a:lnTo>
                    <a:pt x="14336" y="4015"/>
                  </a:lnTo>
                  <a:lnTo>
                    <a:pt x="14862" y="3812"/>
                  </a:lnTo>
                  <a:lnTo>
                    <a:pt x="15435" y="3659"/>
                  </a:lnTo>
                  <a:lnTo>
                    <a:pt x="15960" y="3558"/>
                  </a:lnTo>
                  <a:lnTo>
                    <a:pt x="16534" y="3455"/>
                  </a:lnTo>
                  <a:close/>
                  <a:moveTo>
                    <a:pt x="3392" y="9301"/>
                  </a:moveTo>
                  <a:lnTo>
                    <a:pt x="3488" y="9352"/>
                  </a:lnTo>
                  <a:lnTo>
                    <a:pt x="3584" y="9453"/>
                  </a:lnTo>
                  <a:lnTo>
                    <a:pt x="3631" y="9657"/>
                  </a:lnTo>
                  <a:lnTo>
                    <a:pt x="3584" y="9859"/>
                  </a:lnTo>
                  <a:lnTo>
                    <a:pt x="3536" y="9911"/>
                  </a:lnTo>
                  <a:lnTo>
                    <a:pt x="3392" y="10012"/>
                  </a:lnTo>
                  <a:lnTo>
                    <a:pt x="3201" y="10164"/>
                  </a:lnTo>
                  <a:lnTo>
                    <a:pt x="2819" y="9859"/>
                  </a:lnTo>
                  <a:lnTo>
                    <a:pt x="2963" y="9657"/>
                  </a:lnTo>
                  <a:lnTo>
                    <a:pt x="2963" y="9554"/>
                  </a:lnTo>
                  <a:lnTo>
                    <a:pt x="3201" y="9505"/>
                  </a:lnTo>
                  <a:lnTo>
                    <a:pt x="3536" y="9505"/>
                  </a:lnTo>
                  <a:lnTo>
                    <a:pt x="3536" y="9453"/>
                  </a:lnTo>
                  <a:lnTo>
                    <a:pt x="3488" y="9402"/>
                  </a:lnTo>
                  <a:lnTo>
                    <a:pt x="3392" y="9301"/>
                  </a:lnTo>
                  <a:close/>
                  <a:moveTo>
                    <a:pt x="10895" y="9046"/>
                  </a:moveTo>
                  <a:lnTo>
                    <a:pt x="11134" y="9097"/>
                  </a:lnTo>
                  <a:lnTo>
                    <a:pt x="11277" y="9148"/>
                  </a:lnTo>
                  <a:lnTo>
                    <a:pt x="11277" y="9301"/>
                  </a:lnTo>
                  <a:lnTo>
                    <a:pt x="11325" y="9505"/>
                  </a:lnTo>
                  <a:lnTo>
                    <a:pt x="11325" y="9859"/>
                  </a:lnTo>
                  <a:lnTo>
                    <a:pt x="11277" y="10012"/>
                  </a:lnTo>
                  <a:lnTo>
                    <a:pt x="11230" y="10164"/>
                  </a:lnTo>
                  <a:lnTo>
                    <a:pt x="11134" y="10316"/>
                  </a:lnTo>
                  <a:lnTo>
                    <a:pt x="10895" y="10316"/>
                  </a:lnTo>
                  <a:lnTo>
                    <a:pt x="10560" y="10419"/>
                  </a:lnTo>
                  <a:lnTo>
                    <a:pt x="10225" y="10520"/>
                  </a:lnTo>
                  <a:lnTo>
                    <a:pt x="10035" y="10368"/>
                  </a:lnTo>
                  <a:lnTo>
                    <a:pt x="9939" y="10164"/>
                  </a:lnTo>
                  <a:lnTo>
                    <a:pt x="9844" y="9962"/>
                  </a:lnTo>
                  <a:lnTo>
                    <a:pt x="9892" y="9707"/>
                  </a:lnTo>
                  <a:lnTo>
                    <a:pt x="9987" y="9352"/>
                  </a:lnTo>
                  <a:lnTo>
                    <a:pt x="10130" y="9352"/>
                  </a:lnTo>
                  <a:lnTo>
                    <a:pt x="10225" y="9402"/>
                  </a:lnTo>
                  <a:lnTo>
                    <a:pt x="10322" y="9352"/>
                  </a:lnTo>
                  <a:lnTo>
                    <a:pt x="10369" y="9301"/>
                  </a:lnTo>
                  <a:lnTo>
                    <a:pt x="10513" y="9097"/>
                  </a:lnTo>
                  <a:lnTo>
                    <a:pt x="10895" y="9046"/>
                  </a:lnTo>
                  <a:close/>
                  <a:moveTo>
                    <a:pt x="4109" y="4421"/>
                  </a:moveTo>
                  <a:lnTo>
                    <a:pt x="4682" y="4472"/>
                  </a:lnTo>
                  <a:lnTo>
                    <a:pt x="5257" y="4574"/>
                  </a:lnTo>
                  <a:lnTo>
                    <a:pt x="5782" y="4727"/>
                  </a:lnTo>
                  <a:lnTo>
                    <a:pt x="6355" y="4880"/>
                  </a:lnTo>
                  <a:lnTo>
                    <a:pt x="6308" y="5642"/>
                  </a:lnTo>
                  <a:lnTo>
                    <a:pt x="6308" y="6455"/>
                  </a:lnTo>
                  <a:lnTo>
                    <a:pt x="6355" y="7318"/>
                  </a:lnTo>
                  <a:lnTo>
                    <a:pt x="6498" y="9046"/>
                  </a:lnTo>
                  <a:lnTo>
                    <a:pt x="5447" y="10063"/>
                  </a:lnTo>
                  <a:lnTo>
                    <a:pt x="4922" y="10571"/>
                  </a:lnTo>
                  <a:lnTo>
                    <a:pt x="4396" y="11130"/>
                  </a:lnTo>
                  <a:lnTo>
                    <a:pt x="4252" y="11029"/>
                  </a:lnTo>
                  <a:lnTo>
                    <a:pt x="3774" y="10623"/>
                  </a:lnTo>
                  <a:lnTo>
                    <a:pt x="3917" y="10419"/>
                  </a:lnTo>
                  <a:lnTo>
                    <a:pt x="4062" y="10267"/>
                  </a:lnTo>
                  <a:lnTo>
                    <a:pt x="4109" y="10164"/>
                  </a:lnTo>
                  <a:lnTo>
                    <a:pt x="4157" y="10114"/>
                  </a:lnTo>
                  <a:lnTo>
                    <a:pt x="4157" y="9911"/>
                  </a:lnTo>
                  <a:lnTo>
                    <a:pt x="4205" y="9606"/>
                  </a:lnTo>
                  <a:lnTo>
                    <a:pt x="4157" y="9453"/>
                  </a:lnTo>
                  <a:lnTo>
                    <a:pt x="4109" y="9250"/>
                  </a:lnTo>
                  <a:lnTo>
                    <a:pt x="4062" y="9097"/>
                  </a:lnTo>
                  <a:lnTo>
                    <a:pt x="3966" y="8945"/>
                  </a:lnTo>
                  <a:lnTo>
                    <a:pt x="3871" y="8844"/>
                  </a:lnTo>
                  <a:lnTo>
                    <a:pt x="3727" y="8741"/>
                  </a:lnTo>
                  <a:lnTo>
                    <a:pt x="3584" y="8691"/>
                  </a:lnTo>
                  <a:lnTo>
                    <a:pt x="3392" y="8640"/>
                  </a:lnTo>
                  <a:lnTo>
                    <a:pt x="3249" y="8640"/>
                  </a:lnTo>
                  <a:lnTo>
                    <a:pt x="3058" y="8691"/>
                  </a:lnTo>
                  <a:lnTo>
                    <a:pt x="2771" y="8844"/>
                  </a:lnTo>
                  <a:lnTo>
                    <a:pt x="2484" y="9046"/>
                  </a:lnTo>
                  <a:lnTo>
                    <a:pt x="2293" y="9301"/>
                  </a:lnTo>
                  <a:lnTo>
                    <a:pt x="1720" y="8741"/>
                  </a:lnTo>
                  <a:lnTo>
                    <a:pt x="1242" y="8082"/>
                  </a:lnTo>
                  <a:lnTo>
                    <a:pt x="955" y="7623"/>
                  </a:lnTo>
                  <a:lnTo>
                    <a:pt x="812" y="7166"/>
                  </a:lnTo>
                  <a:lnTo>
                    <a:pt x="717" y="6657"/>
                  </a:lnTo>
                  <a:lnTo>
                    <a:pt x="668" y="6150"/>
                  </a:lnTo>
                  <a:lnTo>
                    <a:pt x="717" y="5895"/>
                  </a:lnTo>
                  <a:lnTo>
                    <a:pt x="812" y="5642"/>
                  </a:lnTo>
                  <a:lnTo>
                    <a:pt x="955" y="5438"/>
                  </a:lnTo>
                  <a:lnTo>
                    <a:pt x="1098" y="5234"/>
                  </a:lnTo>
                  <a:lnTo>
                    <a:pt x="1290" y="5082"/>
                  </a:lnTo>
                  <a:lnTo>
                    <a:pt x="1528" y="4930"/>
                  </a:lnTo>
                  <a:lnTo>
                    <a:pt x="2006" y="4727"/>
                  </a:lnTo>
                  <a:lnTo>
                    <a:pt x="2484" y="4524"/>
                  </a:lnTo>
                  <a:lnTo>
                    <a:pt x="3011" y="4421"/>
                  </a:lnTo>
                  <a:close/>
                  <a:moveTo>
                    <a:pt x="14336" y="8589"/>
                  </a:moveTo>
                  <a:lnTo>
                    <a:pt x="16008" y="9554"/>
                  </a:lnTo>
                  <a:lnTo>
                    <a:pt x="15482" y="10368"/>
                  </a:lnTo>
                  <a:lnTo>
                    <a:pt x="14957" y="11130"/>
                  </a:lnTo>
                  <a:lnTo>
                    <a:pt x="14766" y="10267"/>
                  </a:lnTo>
                  <a:lnTo>
                    <a:pt x="14574" y="9352"/>
                  </a:lnTo>
                  <a:lnTo>
                    <a:pt x="14336" y="8589"/>
                  </a:lnTo>
                  <a:close/>
                  <a:moveTo>
                    <a:pt x="9462" y="11333"/>
                  </a:moveTo>
                  <a:lnTo>
                    <a:pt x="9652" y="11435"/>
                  </a:lnTo>
                  <a:lnTo>
                    <a:pt x="9892" y="11486"/>
                  </a:lnTo>
                  <a:lnTo>
                    <a:pt x="10369" y="11486"/>
                  </a:lnTo>
                  <a:lnTo>
                    <a:pt x="10035" y="11537"/>
                  </a:lnTo>
                  <a:lnTo>
                    <a:pt x="9844" y="11537"/>
                  </a:lnTo>
                  <a:lnTo>
                    <a:pt x="9700" y="11486"/>
                  </a:lnTo>
                  <a:lnTo>
                    <a:pt x="9557" y="11435"/>
                  </a:lnTo>
                  <a:lnTo>
                    <a:pt x="9462" y="11333"/>
                  </a:lnTo>
                  <a:close/>
                  <a:moveTo>
                    <a:pt x="10657" y="8284"/>
                  </a:moveTo>
                  <a:lnTo>
                    <a:pt x="10417" y="8335"/>
                  </a:lnTo>
                  <a:lnTo>
                    <a:pt x="10179" y="8436"/>
                  </a:lnTo>
                  <a:lnTo>
                    <a:pt x="9987" y="8640"/>
                  </a:lnTo>
                  <a:lnTo>
                    <a:pt x="9652" y="8792"/>
                  </a:lnTo>
                  <a:lnTo>
                    <a:pt x="9366" y="9046"/>
                  </a:lnTo>
                  <a:lnTo>
                    <a:pt x="9079" y="9301"/>
                  </a:lnTo>
                  <a:lnTo>
                    <a:pt x="8841" y="9606"/>
                  </a:lnTo>
                  <a:lnTo>
                    <a:pt x="8697" y="9809"/>
                  </a:lnTo>
                  <a:lnTo>
                    <a:pt x="8649" y="10063"/>
                  </a:lnTo>
                  <a:lnTo>
                    <a:pt x="8554" y="10267"/>
                  </a:lnTo>
                  <a:lnTo>
                    <a:pt x="8554" y="10977"/>
                  </a:lnTo>
                  <a:lnTo>
                    <a:pt x="8697" y="11435"/>
                  </a:lnTo>
                  <a:lnTo>
                    <a:pt x="8841" y="11689"/>
                  </a:lnTo>
                  <a:lnTo>
                    <a:pt x="8984" y="11893"/>
                  </a:lnTo>
                  <a:lnTo>
                    <a:pt x="9174" y="12046"/>
                  </a:lnTo>
                  <a:lnTo>
                    <a:pt x="9366" y="12147"/>
                  </a:lnTo>
                  <a:lnTo>
                    <a:pt x="9605" y="12198"/>
                  </a:lnTo>
                  <a:lnTo>
                    <a:pt x="9844" y="12248"/>
                  </a:lnTo>
                  <a:lnTo>
                    <a:pt x="10322" y="12248"/>
                  </a:lnTo>
                  <a:lnTo>
                    <a:pt x="10752" y="12147"/>
                  </a:lnTo>
                  <a:lnTo>
                    <a:pt x="11182" y="11943"/>
                  </a:lnTo>
                  <a:lnTo>
                    <a:pt x="11612" y="11588"/>
                  </a:lnTo>
                  <a:lnTo>
                    <a:pt x="11995" y="11181"/>
                  </a:lnTo>
                  <a:lnTo>
                    <a:pt x="12328" y="10724"/>
                  </a:lnTo>
                  <a:lnTo>
                    <a:pt x="12425" y="10520"/>
                  </a:lnTo>
                  <a:lnTo>
                    <a:pt x="12520" y="10267"/>
                  </a:lnTo>
                  <a:lnTo>
                    <a:pt x="12568" y="10012"/>
                  </a:lnTo>
                  <a:lnTo>
                    <a:pt x="12568" y="9505"/>
                  </a:lnTo>
                  <a:lnTo>
                    <a:pt x="12471" y="9301"/>
                  </a:lnTo>
                  <a:lnTo>
                    <a:pt x="12328" y="9046"/>
                  </a:lnTo>
                  <a:lnTo>
                    <a:pt x="11995" y="8691"/>
                  </a:lnTo>
                  <a:lnTo>
                    <a:pt x="11803" y="8589"/>
                  </a:lnTo>
                  <a:lnTo>
                    <a:pt x="11373" y="8386"/>
                  </a:lnTo>
                  <a:lnTo>
                    <a:pt x="10895" y="8284"/>
                  </a:lnTo>
                  <a:close/>
                  <a:moveTo>
                    <a:pt x="6595" y="9809"/>
                  </a:moveTo>
                  <a:lnTo>
                    <a:pt x="6833" y="11333"/>
                  </a:lnTo>
                  <a:lnTo>
                    <a:pt x="7120" y="12859"/>
                  </a:lnTo>
                  <a:lnTo>
                    <a:pt x="6020" y="12198"/>
                  </a:lnTo>
                  <a:lnTo>
                    <a:pt x="4922" y="11486"/>
                  </a:lnTo>
                  <a:lnTo>
                    <a:pt x="5782" y="10623"/>
                  </a:lnTo>
                  <a:lnTo>
                    <a:pt x="6595" y="9809"/>
                  </a:lnTo>
                  <a:close/>
                  <a:moveTo>
                    <a:pt x="10274" y="6556"/>
                  </a:moveTo>
                  <a:lnTo>
                    <a:pt x="11946" y="7318"/>
                  </a:lnTo>
                  <a:lnTo>
                    <a:pt x="13523" y="8132"/>
                  </a:lnTo>
                  <a:lnTo>
                    <a:pt x="13811" y="9046"/>
                  </a:lnTo>
                  <a:lnTo>
                    <a:pt x="14049" y="9962"/>
                  </a:lnTo>
                  <a:lnTo>
                    <a:pt x="14241" y="10876"/>
                  </a:lnTo>
                  <a:lnTo>
                    <a:pt x="14431" y="11842"/>
                  </a:lnTo>
                  <a:lnTo>
                    <a:pt x="13763" y="12604"/>
                  </a:lnTo>
                  <a:lnTo>
                    <a:pt x="13046" y="13366"/>
                  </a:lnTo>
                  <a:lnTo>
                    <a:pt x="12281" y="14078"/>
                  </a:lnTo>
                  <a:lnTo>
                    <a:pt x="11517" y="14789"/>
                  </a:lnTo>
                  <a:lnTo>
                    <a:pt x="10560" y="14434"/>
                  </a:lnTo>
                  <a:lnTo>
                    <a:pt x="9605" y="14078"/>
                  </a:lnTo>
                  <a:lnTo>
                    <a:pt x="8697" y="13671"/>
                  </a:lnTo>
                  <a:lnTo>
                    <a:pt x="7789" y="13214"/>
                  </a:lnTo>
                  <a:lnTo>
                    <a:pt x="7454" y="11282"/>
                  </a:lnTo>
                  <a:lnTo>
                    <a:pt x="7120" y="9301"/>
                  </a:lnTo>
                  <a:lnTo>
                    <a:pt x="8697" y="7928"/>
                  </a:lnTo>
                  <a:lnTo>
                    <a:pt x="10274" y="6556"/>
                  </a:lnTo>
                  <a:close/>
                  <a:moveTo>
                    <a:pt x="14527" y="12706"/>
                  </a:moveTo>
                  <a:lnTo>
                    <a:pt x="14622" y="14078"/>
                  </a:lnTo>
                  <a:lnTo>
                    <a:pt x="14622" y="15552"/>
                  </a:lnTo>
                  <a:lnTo>
                    <a:pt x="13428" y="15297"/>
                  </a:lnTo>
                  <a:lnTo>
                    <a:pt x="12233" y="14993"/>
                  </a:lnTo>
                  <a:lnTo>
                    <a:pt x="13046" y="14282"/>
                  </a:lnTo>
                  <a:lnTo>
                    <a:pt x="13763" y="13570"/>
                  </a:lnTo>
                  <a:lnTo>
                    <a:pt x="14527" y="12706"/>
                  </a:lnTo>
                  <a:close/>
                  <a:moveTo>
                    <a:pt x="16582" y="9911"/>
                  </a:moveTo>
                  <a:lnTo>
                    <a:pt x="17251" y="10368"/>
                  </a:lnTo>
                  <a:lnTo>
                    <a:pt x="17920" y="10825"/>
                  </a:lnTo>
                  <a:lnTo>
                    <a:pt x="18541" y="11333"/>
                  </a:lnTo>
                  <a:lnTo>
                    <a:pt x="19114" y="11893"/>
                  </a:lnTo>
                  <a:lnTo>
                    <a:pt x="19688" y="12503"/>
                  </a:lnTo>
                  <a:lnTo>
                    <a:pt x="20166" y="13112"/>
                  </a:lnTo>
                  <a:lnTo>
                    <a:pt x="20596" y="13773"/>
                  </a:lnTo>
                  <a:lnTo>
                    <a:pt x="20930" y="14484"/>
                  </a:lnTo>
                  <a:lnTo>
                    <a:pt x="21170" y="15247"/>
                  </a:lnTo>
                  <a:lnTo>
                    <a:pt x="21074" y="15297"/>
                  </a:lnTo>
                  <a:lnTo>
                    <a:pt x="20787" y="15501"/>
                  </a:lnTo>
                  <a:lnTo>
                    <a:pt x="20452" y="15653"/>
                  </a:lnTo>
                  <a:lnTo>
                    <a:pt x="20119" y="15755"/>
                  </a:lnTo>
                  <a:lnTo>
                    <a:pt x="19784" y="15857"/>
                  </a:lnTo>
                  <a:lnTo>
                    <a:pt x="19688" y="15755"/>
                  </a:lnTo>
                  <a:lnTo>
                    <a:pt x="19641" y="15806"/>
                  </a:lnTo>
                  <a:lnTo>
                    <a:pt x="18541" y="15857"/>
                  </a:lnTo>
                  <a:lnTo>
                    <a:pt x="17442" y="15806"/>
                  </a:lnTo>
                  <a:lnTo>
                    <a:pt x="16390" y="15755"/>
                  </a:lnTo>
                  <a:lnTo>
                    <a:pt x="15292" y="15653"/>
                  </a:lnTo>
                  <a:lnTo>
                    <a:pt x="15244" y="14129"/>
                  </a:lnTo>
                  <a:lnTo>
                    <a:pt x="15196" y="13112"/>
                  </a:lnTo>
                  <a:lnTo>
                    <a:pt x="15100" y="12046"/>
                  </a:lnTo>
                  <a:lnTo>
                    <a:pt x="15865" y="10977"/>
                  </a:lnTo>
                  <a:lnTo>
                    <a:pt x="16582" y="9911"/>
                  </a:lnTo>
                  <a:close/>
                  <a:moveTo>
                    <a:pt x="7979" y="14078"/>
                  </a:moveTo>
                  <a:lnTo>
                    <a:pt x="8841" y="14484"/>
                  </a:lnTo>
                  <a:lnTo>
                    <a:pt x="9700" y="14840"/>
                  </a:lnTo>
                  <a:lnTo>
                    <a:pt x="10847" y="15247"/>
                  </a:lnTo>
                  <a:lnTo>
                    <a:pt x="9844" y="16009"/>
                  </a:lnTo>
                  <a:lnTo>
                    <a:pt x="8744" y="16619"/>
                  </a:lnTo>
                  <a:lnTo>
                    <a:pt x="8601" y="16720"/>
                  </a:lnTo>
                  <a:lnTo>
                    <a:pt x="8266" y="15349"/>
                  </a:lnTo>
                  <a:lnTo>
                    <a:pt x="7979" y="14078"/>
                  </a:lnTo>
                  <a:close/>
                  <a:moveTo>
                    <a:pt x="4492" y="11994"/>
                  </a:moveTo>
                  <a:lnTo>
                    <a:pt x="5065" y="12400"/>
                  </a:lnTo>
                  <a:lnTo>
                    <a:pt x="6165" y="13061"/>
                  </a:lnTo>
                  <a:lnTo>
                    <a:pt x="7311" y="13722"/>
                  </a:lnTo>
                  <a:lnTo>
                    <a:pt x="7646" y="15349"/>
                  </a:lnTo>
                  <a:lnTo>
                    <a:pt x="7836" y="16162"/>
                  </a:lnTo>
                  <a:lnTo>
                    <a:pt x="8076" y="17025"/>
                  </a:lnTo>
                  <a:lnTo>
                    <a:pt x="7406" y="17331"/>
                  </a:lnTo>
                  <a:lnTo>
                    <a:pt x="6690" y="17636"/>
                  </a:lnTo>
                  <a:lnTo>
                    <a:pt x="6020" y="17838"/>
                  </a:lnTo>
                  <a:lnTo>
                    <a:pt x="5304" y="17991"/>
                  </a:lnTo>
                  <a:lnTo>
                    <a:pt x="4825" y="17991"/>
                  </a:lnTo>
                  <a:lnTo>
                    <a:pt x="4396" y="17941"/>
                  </a:lnTo>
                  <a:lnTo>
                    <a:pt x="3966" y="17838"/>
                  </a:lnTo>
                  <a:lnTo>
                    <a:pt x="3536" y="17585"/>
                  </a:lnTo>
                  <a:lnTo>
                    <a:pt x="3344" y="17432"/>
                  </a:lnTo>
                  <a:lnTo>
                    <a:pt x="3201" y="17229"/>
                  </a:lnTo>
                  <a:lnTo>
                    <a:pt x="3058" y="17025"/>
                  </a:lnTo>
                  <a:lnTo>
                    <a:pt x="2963" y="16772"/>
                  </a:lnTo>
                  <a:lnTo>
                    <a:pt x="2819" y="16314"/>
                  </a:lnTo>
                  <a:lnTo>
                    <a:pt x="2819" y="15755"/>
                  </a:lnTo>
                  <a:lnTo>
                    <a:pt x="2866" y="15247"/>
                  </a:lnTo>
                  <a:lnTo>
                    <a:pt x="2963" y="14739"/>
                  </a:lnTo>
                  <a:lnTo>
                    <a:pt x="3106" y="14231"/>
                  </a:lnTo>
                  <a:lnTo>
                    <a:pt x="3297" y="13773"/>
                  </a:lnTo>
                  <a:lnTo>
                    <a:pt x="3536" y="13265"/>
                  </a:lnTo>
                  <a:lnTo>
                    <a:pt x="3822" y="12859"/>
                  </a:lnTo>
                  <a:lnTo>
                    <a:pt x="4157" y="12400"/>
                  </a:lnTo>
                  <a:lnTo>
                    <a:pt x="4492" y="11994"/>
                  </a:lnTo>
                  <a:close/>
                  <a:moveTo>
                    <a:pt x="10800" y="19465"/>
                  </a:moveTo>
                  <a:lnTo>
                    <a:pt x="10943" y="19516"/>
                  </a:lnTo>
                  <a:lnTo>
                    <a:pt x="10943" y="19872"/>
                  </a:lnTo>
                  <a:lnTo>
                    <a:pt x="10895" y="20075"/>
                  </a:lnTo>
                  <a:lnTo>
                    <a:pt x="10800" y="20227"/>
                  </a:lnTo>
                  <a:lnTo>
                    <a:pt x="10657" y="20329"/>
                  </a:lnTo>
                  <a:lnTo>
                    <a:pt x="10369" y="20075"/>
                  </a:lnTo>
                  <a:lnTo>
                    <a:pt x="10130" y="19821"/>
                  </a:lnTo>
                  <a:lnTo>
                    <a:pt x="10225" y="19617"/>
                  </a:lnTo>
                  <a:lnTo>
                    <a:pt x="10417" y="19516"/>
                  </a:lnTo>
                  <a:lnTo>
                    <a:pt x="10608" y="19465"/>
                  </a:lnTo>
                  <a:close/>
                  <a:moveTo>
                    <a:pt x="11612" y="15501"/>
                  </a:moveTo>
                  <a:lnTo>
                    <a:pt x="13093" y="15907"/>
                  </a:lnTo>
                  <a:lnTo>
                    <a:pt x="14622" y="16213"/>
                  </a:lnTo>
                  <a:lnTo>
                    <a:pt x="14574" y="17025"/>
                  </a:lnTo>
                  <a:lnTo>
                    <a:pt x="14479" y="17788"/>
                  </a:lnTo>
                  <a:lnTo>
                    <a:pt x="14288" y="18602"/>
                  </a:lnTo>
                  <a:lnTo>
                    <a:pt x="14097" y="19364"/>
                  </a:lnTo>
                  <a:lnTo>
                    <a:pt x="13858" y="19770"/>
                  </a:lnTo>
                  <a:lnTo>
                    <a:pt x="13619" y="20177"/>
                  </a:lnTo>
                  <a:lnTo>
                    <a:pt x="13284" y="20532"/>
                  </a:lnTo>
                  <a:lnTo>
                    <a:pt x="12903" y="20787"/>
                  </a:lnTo>
                  <a:lnTo>
                    <a:pt x="12568" y="20939"/>
                  </a:lnTo>
                  <a:lnTo>
                    <a:pt x="12233" y="20990"/>
                  </a:lnTo>
                  <a:lnTo>
                    <a:pt x="11851" y="20939"/>
                  </a:lnTo>
                  <a:lnTo>
                    <a:pt x="11517" y="20838"/>
                  </a:lnTo>
                  <a:lnTo>
                    <a:pt x="11660" y="20583"/>
                  </a:lnTo>
                  <a:lnTo>
                    <a:pt x="11708" y="20329"/>
                  </a:lnTo>
                  <a:lnTo>
                    <a:pt x="11803" y="20025"/>
                  </a:lnTo>
                  <a:lnTo>
                    <a:pt x="11803" y="19770"/>
                  </a:lnTo>
                  <a:lnTo>
                    <a:pt x="11755" y="19516"/>
                  </a:lnTo>
                  <a:lnTo>
                    <a:pt x="11660" y="19364"/>
                  </a:lnTo>
                  <a:lnTo>
                    <a:pt x="11517" y="19160"/>
                  </a:lnTo>
                  <a:lnTo>
                    <a:pt x="11373" y="19059"/>
                  </a:lnTo>
                  <a:lnTo>
                    <a:pt x="11134" y="18907"/>
                  </a:lnTo>
                  <a:lnTo>
                    <a:pt x="10943" y="18855"/>
                  </a:lnTo>
                  <a:lnTo>
                    <a:pt x="10752" y="18804"/>
                  </a:lnTo>
                  <a:lnTo>
                    <a:pt x="10513" y="18804"/>
                  </a:lnTo>
                  <a:lnTo>
                    <a:pt x="10274" y="18855"/>
                  </a:lnTo>
                  <a:lnTo>
                    <a:pt x="10082" y="18956"/>
                  </a:lnTo>
                  <a:lnTo>
                    <a:pt x="9892" y="19109"/>
                  </a:lnTo>
                  <a:lnTo>
                    <a:pt x="9700" y="19261"/>
                  </a:lnTo>
                  <a:lnTo>
                    <a:pt x="9462" y="18855"/>
                  </a:lnTo>
                  <a:lnTo>
                    <a:pt x="9222" y="18347"/>
                  </a:lnTo>
                  <a:lnTo>
                    <a:pt x="8984" y="17890"/>
                  </a:lnTo>
                  <a:lnTo>
                    <a:pt x="8792" y="17381"/>
                  </a:lnTo>
                  <a:lnTo>
                    <a:pt x="10179" y="16568"/>
                  </a:lnTo>
                  <a:lnTo>
                    <a:pt x="10895" y="16059"/>
                  </a:lnTo>
                  <a:lnTo>
                    <a:pt x="11612" y="15501"/>
                  </a:lnTo>
                  <a:close/>
                  <a:moveTo>
                    <a:pt x="8458" y="0"/>
                  </a:moveTo>
                  <a:lnTo>
                    <a:pt x="8028" y="407"/>
                  </a:lnTo>
                  <a:lnTo>
                    <a:pt x="7646" y="865"/>
                  </a:lnTo>
                  <a:lnTo>
                    <a:pt x="7311" y="1373"/>
                  </a:lnTo>
                  <a:lnTo>
                    <a:pt x="7071" y="1931"/>
                  </a:lnTo>
                  <a:lnTo>
                    <a:pt x="6833" y="2491"/>
                  </a:lnTo>
                  <a:lnTo>
                    <a:pt x="6642" y="3049"/>
                  </a:lnTo>
                  <a:lnTo>
                    <a:pt x="6546" y="3659"/>
                  </a:lnTo>
                  <a:lnTo>
                    <a:pt x="6451" y="4269"/>
                  </a:lnTo>
                  <a:lnTo>
                    <a:pt x="5495" y="4015"/>
                  </a:lnTo>
                  <a:lnTo>
                    <a:pt x="4539" y="3863"/>
                  </a:lnTo>
                  <a:lnTo>
                    <a:pt x="3584" y="3762"/>
                  </a:lnTo>
                  <a:lnTo>
                    <a:pt x="3106" y="3812"/>
                  </a:lnTo>
                  <a:lnTo>
                    <a:pt x="2676" y="3863"/>
                  </a:lnTo>
                  <a:lnTo>
                    <a:pt x="2246" y="3914"/>
                  </a:lnTo>
                  <a:lnTo>
                    <a:pt x="1815" y="4015"/>
                  </a:lnTo>
                  <a:lnTo>
                    <a:pt x="1433" y="4219"/>
                  </a:lnTo>
                  <a:lnTo>
                    <a:pt x="1051" y="4421"/>
                  </a:lnTo>
                  <a:lnTo>
                    <a:pt x="717" y="4625"/>
                  </a:lnTo>
                  <a:lnTo>
                    <a:pt x="477" y="4930"/>
                  </a:lnTo>
                  <a:lnTo>
                    <a:pt x="238" y="5286"/>
                  </a:lnTo>
                  <a:lnTo>
                    <a:pt x="95" y="5692"/>
                  </a:lnTo>
                  <a:lnTo>
                    <a:pt x="0" y="6099"/>
                  </a:lnTo>
                  <a:lnTo>
                    <a:pt x="0" y="6556"/>
                  </a:lnTo>
                  <a:lnTo>
                    <a:pt x="47" y="6964"/>
                  </a:lnTo>
                  <a:lnTo>
                    <a:pt x="190" y="7421"/>
                  </a:lnTo>
                  <a:lnTo>
                    <a:pt x="334" y="7827"/>
                  </a:lnTo>
                  <a:lnTo>
                    <a:pt x="573" y="8234"/>
                  </a:lnTo>
                  <a:lnTo>
                    <a:pt x="812" y="8640"/>
                  </a:lnTo>
                  <a:lnTo>
                    <a:pt x="1098" y="8996"/>
                  </a:lnTo>
                  <a:lnTo>
                    <a:pt x="1576" y="9505"/>
                  </a:lnTo>
                  <a:lnTo>
                    <a:pt x="2103" y="10063"/>
                  </a:lnTo>
                  <a:lnTo>
                    <a:pt x="2103" y="10419"/>
                  </a:lnTo>
                  <a:lnTo>
                    <a:pt x="2198" y="10775"/>
                  </a:lnTo>
                  <a:lnTo>
                    <a:pt x="2246" y="10927"/>
                  </a:lnTo>
                  <a:lnTo>
                    <a:pt x="2389" y="11029"/>
                  </a:lnTo>
                  <a:lnTo>
                    <a:pt x="2484" y="11130"/>
                  </a:lnTo>
                  <a:lnTo>
                    <a:pt x="2676" y="11181"/>
                  </a:lnTo>
                  <a:lnTo>
                    <a:pt x="2819" y="11232"/>
                  </a:lnTo>
                  <a:lnTo>
                    <a:pt x="2963" y="11181"/>
                  </a:lnTo>
                  <a:lnTo>
                    <a:pt x="3297" y="11080"/>
                  </a:lnTo>
                  <a:lnTo>
                    <a:pt x="3966" y="11638"/>
                  </a:lnTo>
                  <a:lnTo>
                    <a:pt x="3441" y="12350"/>
                  </a:lnTo>
                  <a:lnTo>
                    <a:pt x="3011" y="13112"/>
                  </a:lnTo>
                  <a:lnTo>
                    <a:pt x="2628" y="13926"/>
                  </a:lnTo>
                  <a:lnTo>
                    <a:pt x="2436" y="14332"/>
                  </a:lnTo>
                  <a:lnTo>
                    <a:pt x="2341" y="14789"/>
                  </a:lnTo>
                  <a:lnTo>
                    <a:pt x="2246" y="15196"/>
                  </a:lnTo>
                  <a:lnTo>
                    <a:pt x="2198" y="15602"/>
                  </a:lnTo>
                  <a:lnTo>
                    <a:pt x="2198" y="16009"/>
                  </a:lnTo>
                  <a:lnTo>
                    <a:pt x="2246" y="16467"/>
                  </a:lnTo>
                  <a:lnTo>
                    <a:pt x="2341" y="16823"/>
                  </a:lnTo>
                  <a:lnTo>
                    <a:pt x="2484" y="17229"/>
                  </a:lnTo>
                  <a:lnTo>
                    <a:pt x="2676" y="17585"/>
                  </a:lnTo>
                  <a:lnTo>
                    <a:pt x="2914" y="17890"/>
                  </a:lnTo>
                  <a:lnTo>
                    <a:pt x="3249" y="18194"/>
                  </a:lnTo>
                  <a:lnTo>
                    <a:pt x="3631" y="18398"/>
                  </a:lnTo>
                  <a:lnTo>
                    <a:pt x="3966" y="18551"/>
                  </a:lnTo>
                  <a:lnTo>
                    <a:pt x="4396" y="18602"/>
                  </a:lnTo>
                  <a:lnTo>
                    <a:pt x="4779" y="18652"/>
                  </a:lnTo>
                  <a:lnTo>
                    <a:pt x="5208" y="18652"/>
                  </a:lnTo>
                  <a:lnTo>
                    <a:pt x="5590" y="18602"/>
                  </a:lnTo>
                  <a:lnTo>
                    <a:pt x="5973" y="18551"/>
                  </a:lnTo>
                  <a:lnTo>
                    <a:pt x="6546" y="18347"/>
                  </a:lnTo>
                  <a:lnTo>
                    <a:pt x="7168" y="18143"/>
                  </a:lnTo>
                  <a:lnTo>
                    <a:pt x="7693" y="17941"/>
                  </a:lnTo>
                  <a:lnTo>
                    <a:pt x="8266" y="17636"/>
                  </a:lnTo>
                  <a:lnTo>
                    <a:pt x="8506" y="18246"/>
                  </a:lnTo>
                  <a:lnTo>
                    <a:pt x="8744" y="18804"/>
                  </a:lnTo>
                  <a:lnTo>
                    <a:pt x="9079" y="19364"/>
                  </a:lnTo>
                  <a:lnTo>
                    <a:pt x="9414" y="19872"/>
                  </a:lnTo>
                  <a:lnTo>
                    <a:pt x="9317" y="20126"/>
                  </a:lnTo>
                  <a:lnTo>
                    <a:pt x="9271" y="20379"/>
                  </a:lnTo>
                  <a:lnTo>
                    <a:pt x="9317" y="20634"/>
                  </a:lnTo>
                  <a:lnTo>
                    <a:pt x="9414" y="20888"/>
                  </a:lnTo>
                  <a:lnTo>
                    <a:pt x="9557" y="21092"/>
                  </a:lnTo>
                  <a:lnTo>
                    <a:pt x="9749" y="21244"/>
                  </a:lnTo>
                  <a:lnTo>
                    <a:pt x="9939" y="21345"/>
                  </a:lnTo>
                  <a:lnTo>
                    <a:pt x="10130" y="21448"/>
                  </a:lnTo>
                  <a:lnTo>
                    <a:pt x="10322" y="21497"/>
                  </a:lnTo>
                  <a:lnTo>
                    <a:pt x="10560" y="21497"/>
                  </a:lnTo>
                  <a:lnTo>
                    <a:pt x="10752" y="21448"/>
                  </a:lnTo>
                  <a:lnTo>
                    <a:pt x="10990" y="21345"/>
                  </a:lnTo>
                  <a:lnTo>
                    <a:pt x="11038" y="21345"/>
                  </a:lnTo>
                  <a:lnTo>
                    <a:pt x="11468" y="21497"/>
                  </a:lnTo>
                  <a:lnTo>
                    <a:pt x="11946" y="21600"/>
                  </a:lnTo>
                  <a:lnTo>
                    <a:pt x="12376" y="21600"/>
                  </a:lnTo>
                  <a:lnTo>
                    <a:pt x="12854" y="21497"/>
                  </a:lnTo>
                  <a:lnTo>
                    <a:pt x="13236" y="21345"/>
                  </a:lnTo>
                  <a:lnTo>
                    <a:pt x="13571" y="21143"/>
                  </a:lnTo>
                  <a:lnTo>
                    <a:pt x="13906" y="20838"/>
                  </a:lnTo>
                  <a:lnTo>
                    <a:pt x="14144" y="20532"/>
                  </a:lnTo>
                  <a:lnTo>
                    <a:pt x="14384" y="20177"/>
                  </a:lnTo>
                  <a:lnTo>
                    <a:pt x="14574" y="19770"/>
                  </a:lnTo>
                  <a:lnTo>
                    <a:pt x="14719" y="19364"/>
                  </a:lnTo>
                  <a:lnTo>
                    <a:pt x="14862" y="18956"/>
                  </a:lnTo>
                  <a:lnTo>
                    <a:pt x="15005" y="18347"/>
                  </a:lnTo>
                  <a:lnTo>
                    <a:pt x="15149" y="17686"/>
                  </a:lnTo>
                  <a:lnTo>
                    <a:pt x="15196" y="16975"/>
                  </a:lnTo>
                  <a:lnTo>
                    <a:pt x="15244" y="16314"/>
                  </a:lnTo>
                  <a:lnTo>
                    <a:pt x="16438" y="16415"/>
                  </a:lnTo>
                  <a:lnTo>
                    <a:pt x="17585" y="16518"/>
                  </a:lnTo>
                  <a:lnTo>
                    <a:pt x="18779" y="16518"/>
                  </a:lnTo>
                  <a:lnTo>
                    <a:pt x="19927" y="16467"/>
                  </a:lnTo>
                  <a:lnTo>
                    <a:pt x="19974" y="16415"/>
                  </a:lnTo>
                  <a:lnTo>
                    <a:pt x="19974" y="16314"/>
                  </a:lnTo>
                  <a:lnTo>
                    <a:pt x="20309" y="16213"/>
                  </a:lnTo>
                  <a:lnTo>
                    <a:pt x="20692" y="16111"/>
                  </a:lnTo>
                  <a:lnTo>
                    <a:pt x="21025" y="15907"/>
                  </a:lnTo>
                  <a:lnTo>
                    <a:pt x="21360" y="15705"/>
                  </a:lnTo>
                  <a:lnTo>
                    <a:pt x="21504" y="15705"/>
                  </a:lnTo>
                  <a:lnTo>
                    <a:pt x="21552" y="15653"/>
                  </a:lnTo>
                  <a:lnTo>
                    <a:pt x="21600" y="15552"/>
                  </a:lnTo>
                  <a:lnTo>
                    <a:pt x="21552" y="15145"/>
                  </a:lnTo>
                  <a:lnTo>
                    <a:pt x="21457" y="14739"/>
                  </a:lnTo>
                  <a:lnTo>
                    <a:pt x="21360" y="14332"/>
                  </a:lnTo>
                  <a:lnTo>
                    <a:pt x="21217" y="13977"/>
                  </a:lnTo>
                  <a:lnTo>
                    <a:pt x="20835" y="13214"/>
                  </a:lnTo>
                  <a:lnTo>
                    <a:pt x="20357" y="12553"/>
                  </a:lnTo>
                  <a:lnTo>
                    <a:pt x="19831" y="11893"/>
                  </a:lnTo>
                  <a:lnTo>
                    <a:pt x="19258" y="11282"/>
                  </a:lnTo>
                  <a:lnTo>
                    <a:pt x="18636" y="10724"/>
                  </a:lnTo>
                  <a:lnTo>
                    <a:pt x="17968" y="10164"/>
                  </a:lnTo>
                  <a:lnTo>
                    <a:pt x="16868" y="9402"/>
                  </a:lnTo>
                  <a:lnTo>
                    <a:pt x="17395" y="8386"/>
                  </a:lnTo>
                  <a:lnTo>
                    <a:pt x="17873" y="7369"/>
                  </a:lnTo>
                  <a:lnTo>
                    <a:pt x="18303" y="6303"/>
                  </a:lnTo>
                  <a:lnTo>
                    <a:pt x="18636" y="5234"/>
                  </a:lnTo>
                  <a:lnTo>
                    <a:pt x="18636" y="5032"/>
                  </a:lnTo>
                  <a:lnTo>
                    <a:pt x="18828" y="4880"/>
                  </a:lnTo>
                  <a:lnTo>
                    <a:pt x="19019" y="4676"/>
                  </a:lnTo>
                  <a:lnTo>
                    <a:pt x="19211" y="4371"/>
                  </a:lnTo>
                  <a:lnTo>
                    <a:pt x="19306" y="4066"/>
                  </a:lnTo>
                  <a:lnTo>
                    <a:pt x="19306" y="3710"/>
                  </a:lnTo>
                  <a:lnTo>
                    <a:pt x="19211" y="3354"/>
                  </a:lnTo>
                  <a:lnTo>
                    <a:pt x="19067" y="3101"/>
                  </a:lnTo>
                  <a:lnTo>
                    <a:pt x="18876" y="2846"/>
                  </a:lnTo>
                  <a:lnTo>
                    <a:pt x="18589" y="2693"/>
                  </a:lnTo>
                  <a:lnTo>
                    <a:pt x="18446" y="2644"/>
                  </a:lnTo>
                  <a:lnTo>
                    <a:pt x="18254" y="2644"/>
                  </a:lnTo>
                  <a:lnTo>
                    <a:pt x="18016" y="2693"/>
                  </a:lnTo>
                  <a:lnTo>
                    <a:pt x="17825" y="2796"/>
                  </a:lnTo>
                  <a:lnTo>
                    <a:pt x="17633" y="2897"/>
                  </a:lnTo>
                  <a:lnTo>
                    <a:pt x="17442" y="3049"/>
                  </a:lnTo>
                  <a:lnTo>
                    <a:pt x="16868" y="2948"/>
                  </a:lnTo>
                  <a:lnTo>
                    <a:pt x="16247" y="2998"/>
                  </a:lnTo>
                  <a:lnTo>
                    <a:pt x="15674" y="3049"/>
                  </a:lnTo>
                  <a:lnTo>
                    <a:pt x="15100" y="3151"/>
                  </a:lnTo>
                  <a:lnTo>
                    <a:pt x="14479" y="3354"/>
                  </a:lnTo>
                  <a:lnTo>
                    <a:pt x="13906" y="3558"/>
                  </a:lnTo>
                  <a:lnTo>
                    <a:pt x="13379" y="3812"/>
                  </a:lnTo>
                  <a:lnTo>
                    <a:pt x="12806" y="4116"/>
                  </a:lnTo>
                  <a:lnTo>
                    <a:pt x="12520" y="4269"/>
                  </a:lnTo>
                  <a:lnTo>
                    <a:pt x="11995" y="3354"/>
                  </a:lnTo>
                  <a:lnTo>
                    <a:pt x="11420" y="2440"/>
                  </a:lnTo>
                  <a:lnTo>
                    <a:pt x="10752" y="1575"/>
                  </a:lnTo>
                  <a:lnTo>
                    <a:pt x="10082" y="762"/>
                  </a:lnTo>
                  <a:lnTo>
                    <a:pt x="9939" y="661"/>
                  </a:lnTo>
                  <a:lnTo>
                    <a:pt x="9796" y="661"/>
                  </a:lnTo>
                  <a:lnTo>
                    <a:pt x="9271" y="865"/>
                  </a:lnTo>
                  <a:lnTo>
                    <a:pt x="8744" y="1118"/>
                  </a:lnTo>
                  <a:lnTo>
                    <a:pt x="8649" y="1169"/>
                  </a:lnTo>
                  <a:lnTo>
                    <a:pt x="8601" y="1221"/>
                  </a:lnTo>
                  <a:lnTo>
                    <a:pt x="8649" y="1373"/>
                  </a:lnTo>
                  <a:lnTo>
                    <a:pt x="8697" y="1474"/>
                  </a:lnTo>
                  <a:lnTo>
                    <a:pt x="8841" y="1474"/>
                  </a:lnTo>
                  <a:lnTo>
                    <a:pt x="9317" y="1423"/>
                  </a:lnTo>
                  <a:lnTo>
                    <a:pt x="9749" y="1373"/>
                  </a:lnTo>
                  <a:lnTo>
                    <a:pt x="10369" y="2135"/>
                  </a:lnTo>
                  <a:lnTo>
                    <a:pt x="10943" y="2897"/>
                  </a:lnTo>
                  <a:lnTo>
                    <a:pt x="11517" y="3762"/>
                  </a:lnTo>
                  <a:lnTo>
                    <a:pt x="11995" y="4574"/>
                  </a:lnTo>
                  <a:lnTo>
                    <a:pt x="11087" y="5185"/>
                  </a:lnTo>
                  <a:lnTo>
                    <a:pt x="10225" y="5845"/>
                  </a:lnTo>
                  <a:lnTo>
                    <a:pt x="8601" y="5082"/>
                  </a:lnTo>
                  <a:lnTo>
                    <a:pt x="7789" y="4727"/>
                  </a:lnTo>
                  <a:lnTo>
                    <a:pt x="6928" y="4421"/>
                  </a:lnTo>
                  <a:lnTo>
                    <a:pt x="7025" y="3863"/>
                  </a:lnTo>
                  <a:lnTo>
                    <a:pt x="7120" y="3303"/>
                  </a:lnTo>
                  <a:lnTo>
                    <a:pt x="7263" y="2745"/>
                  </a:lnTo>
                  <a:lnTo>
                    <a:pt x="7454" y="2185"/>
                  </a:lnTo>
                  <a:lnTo>
                    <a:pt x="7693" y="1678"/>
                  </a:lnTo>
                  <a:lnTo>
                    <a:pt x="7979" y="1169"/>
                  </a:lnTo>
                  <a:lnTo>
                    <a:pt x="8314" y="712"/>
                  </a:lnTo>
                  <a:lnTo>
                    <a:pt x="8649" y="255"/>
                  </a:lnTo>
                  <a:lnTo>
                    <a:pt x="8697" y="152"/>
                  </a:lnTo>
                  <a:lnTo>
                    <a:pt x="8697" y="51"/>
                  </a:lnTo>
                  <a:lnTo>
                    <a:pt x="8601"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970" name="Google Shape;340;p6"/>
            <p:cNvSpPr/>
            <p:nvPr/>
          </p:nvSpPr>
          <p:spPr>
            <a:xfrm>
              <a:off x="701044" y="1319591"/>
              <a:ext cx="310514" cy="3662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307" y="860"/>
                  </a:moveTo>
                  <a:lnTo>
                    <a:pt x="11560" y="930"/>
                  </a:lnTo>
                  <a:lnTo>
                    <a:pt x="11728" y="1074"/>
                  </a:lnTo>
                  <a:lnTo>
                    <a:pt x="11728" y="1503"/>
                  </a:lnTo>
                  <a:lnTo>
                    <a:pt x="11560" y="1860"/>
                  </a:lnTo>
                  <a:lnTo>
                    <a:pt x="11392" y="2075"/>
                  </a:lnTo>
                  <a:lnTo>
                    <a:pt x="11137" y="2219"/>
                  </a:lnTo>
                  <a:lnTo>
                    <a:pt x="10884" y="2289"/>
                  </a:lnTo>
                  <a:lnTo>
                    <a:pt x="10631" y="2219"/>
                  </a:lnTo>
                  <a:lnTo>
                    <a:pt x="10042" y="2004"/>
                  </a:lnTo>
                  <a:lnTo>
                    <a:pt x="10210" y="1788"/>
                  </a:lnTo>
                  <a:lnTo>
                    <a:pt x="10210" y="1503"/>
                  </a:lnTo>
                  <a:lnTo>
                    <a:pt x="10125" y="1359"/>
                  </a:lnTo>
                  <a:lnTo>
                    <a:pt x="10042" y="1289"/>
                  </a:lnTo>
                  <a:lnTo>
                    <a:pt x="10295" y="1074"/>
                  </a:lnTo>
                  <a:lnTo>
                    <a:pt x="10631" y="930"/>
                  </a:lnTo>
                  <a:lnTo>
                    <a:pt x="10969" y="860"/>
                  </a:lnTo>
                  <a:close/>
                  <a:moveTo>
                    <a:pt x="7763" y="12660"/>
                  </a:moveTo>
                  <a:lnTo>
                    <a:pt x="7763" y="12732"/>
                  </a:lnTo>
                  <a:lnTo>
                    <a:pt x="7680" y="12732"/>
                  </a:lnTo>
                  <a:lnTo>
                    <a:pt x="7763" y="12660"/>
                  </a:lnTo>
                  <a:close/>
                  <a:moveTo>
                    <a:pt x="9872" y="13518"/>
                  </a:moveTo>
                  <a:lnTo>
                    <a:pt x="9789" y="13662"/>
                  </a:lnTo>
                  <a:lnTo>
                    <a:pt x="9704" y="13590"/>
                  </a:lnTo>
                  <a:lnTo>
                    <a:pt x="9872" y="13518"/>
                  </a:lnTo>
                  <a:close/>
                  <a:moveTo>
                    <a:pt x="11981" y="8226"/>
                  </a:moveTo>
                  <a:lnTo>
                    <a:pt x="12487" y="8441"/>
                  </a:lnTo>
                  <a:lnTo>
                    <a:pt x="12993" y="8655"/>
                  </a:lnTo>
                  <a:lnTo>
                    <a:pt x="13078" y="8870"/>
                  </a:lnTo>
                  <a:lnTo>
                    <a:pt x="13163" y="8942"/>
                  </a:lnTo>
                  <a:lnTo>
                    <a:pt x="13331" y="8942"/>
                  </a:lnTo>
                  <a:lnTo>
                    <a:pt x="13837" y="9513"/>
                  </a:lnTo>
                  <a:lnTo>
                    <a:pt x="14175" y="10086"/>
                  </a:lnTo>
                  <a:lnTo>
                    <a:pt x="14260" y="10730"/>
                  </a:lnTo>
                  <a:lnTo>
                    <a:pt x="14260" y="11373"/>
                  </a:lnTo>
                  <a:lnTo>
                    <a:pt x="14007" y="11945"/>
                  </a:lnTo>
                  <a:lnTo>
                    <a:pt x="13669" y="12518"/>
                  </a:lnTo>
                  <a:lnTo>
                    <a:pt x="13331" y="12875"/>
                  </a:lnTo>
                  <a:lnTo>
                    <a:pt x="12993" y="13161"/>
                  </a:lnTo>
                  <a:lnTo>
                    <a:pt x="12993" y="12446"/>
                  </a:lnTo>
                  <a:lnTo>
                    <a:pt x="12910" y="12373"/>
                  </a:lnTo>
                  <a:lnTo>
                    <a:pt x="12825" y="12303"/>
                  </a:lnTo>
                  <a:lnTo>
                    <a:pt x="12740" y="12303"/>
                  </a:lnTo>
                  <a:lnTo>
                    <a:pt x="12657" y="12373"/>
                  </a:lnTo>
                  <a:lnTo>
                    <a:pt x="12404" y="12660"/>
                  </a:lnTo>
                  <a:lnTo>
                    <a:pt x="12319" y="13017"/>
                  </a:lnTo>
                  <a:lnTo>
                    <a:pt x="12234" y="13518"/>
                  </a:lnTo>
                  <a:lnTo>
                    <a:pt x="11728" y="13662"/>
                  </a:lnTo>
                  <a:lnTo>
                    <a:pt x="11728" y="13089"/>
                  </a:lnTo>
                  <a:lnTo>
                    <a:pt x="11813" y="12802"/>
                  </a:lnTo>
                  <a:lnTo>
                    <a:pt x="11981" y="12588"/>
                  </a:lnTo>
                  <a:lnTo>
                    <a:pt x="12066" y="12518"/>
                  </a:lnTo>
                  <a:lnTo>
                    <a:pt x="11981" y="12446"/>
                  </a:lnTo>
                  <a:lnTo>
                    <a:pt x="11898" y="12373"/>
                  </a:lnTo>
                  <a:lnTo>
                    <a:pt x="11813" y="12373"/>
                  </a:lnTo>
                  <a:lnTo>
                    <a:pt x="11392" y="12588"/>
                  </a:lnTo>
                  <a:lnTo>
                    <a:pt x="11137" y="12947"/>
                  </a:lnTo>
                  <a:lnTo>
                    <a:pt x="10969" y="13304"/>
                  </a:lnTo>
                  <a:lnTo>
                    <a:pt x="10969" y="13733"/>
                  </a:lnTo>
                  <a:lnTo>
                    <a:pt x="10801" y="13733"/>
                  </a:lnTo>
                  <a:lnTo>
                    <a:pt x="10716" y="13662"/>
                  </a:lnTo>
                  <a:lnTo>
                    <a:pt x="10631" y="13590"/>
                  </a:lnTo>
                  <a:lnTo>
                    <a:pt x="10548" y="13590"/>
                  </a:lnTo>
                  <a:lnTo>
                    <a:pt x="11560" y="11730"/>
                  </a:lnTo>
                  <a:lnTo>
                    <a:pt x="11560" y="11588"/>
                  </a:lnTo>
                  <a:lnTo>
                    <a:pt x="11475" y="11516"/>
                  </a:lnTo>
                  <a:lnTo>
                    <a:pt x="11392" y="11516"/>
                  </a:lnTo>
                  <a:lnTo>
                    <a:pt x="11307" y="11588"/>
                  </a:lnTo>
                  <a:lnTo>
                    <a:pt x="10125" y="13161"/>
                  </a:lnTo>
                  <a:lnTo>
                    <a:pt x="10042" y="13017"/>
                  </a:lnTo>
                  <a:lnTo>
                    <a:pt x="9957" y="12947"/>
                  </a:lnTo>
                  <a:lnTo>
                    <a:pt x="9789" y="12947"/>
                  </a:lnTo>
                  <a:lnTo>
                    <a:pt x="10210" y="12159"/>
                  </a:lnTo>
                  <a:lnTo>
                    <a:pt x="10716" y="11301"/>
                  </a:lnTo>
                  <a:lnTo>
                    <a:pt x="10801" y="11229"/>
                  </a:lnTo>
                  <a:lnTo>
                    <a:pt x="10716" y="11159"/>
                  </a:lnTo>
                  <a:lnTo>
                    <a:pt x="10548" y="11159"/>
                  </a:lnTo>
                  <a:lnTo>
                    <a:pt x="9619" y="12231"/>
                  </a:lnTo>
                  <a:lnTo>
                    <a:pt x="9198" y="12802"/>
                  </a:lnTo>
                  <a:lnTo>
                    <a:pt x="8860" y="13376"/>
                  </a:lnTo>
                  <a:lnTo>
                    <a:pt x="8439" y="13231"/>
                  </a:lnTo>
                  <a:lnTo>
                    <a:pt x="8692" y="13161"/>
                  </a:lnTo>
                  <a:lnTo>
                    <a:pt x="8860" y="12947"/>
                  </a:lnTo>
                  <a:lnTo>
                    <a:pt x="8945" y="12802"/>
                  </a:lnTo>
                  <a:lnTo>
                    <a:pt x="8945" y="12446"/>
                  </a:lnTo>
                  <a:lnTo>
                    <a:pt x="8775" y="12446"/>
                  </a:lnTo>
                  <a:lnTo>
                    <a:pt x="9198" y="12017"/>
                  </a:lnTo>
                  <a:lnTo>
                    <a:pt x="10378" y="10800"/>
                  </a:lnTo>
                  <a:lnTo>
                    <a:pt x="10378" y="10658"/>
                  </a:lnTo>
                  <a:lnTo>
                    <a:pt x="10295" y="10586"/>
                  </a:lnTo>
                  <a:lnTo>
                    <a:pt x="10125" y="10586"/>
                  </a:lnTo>
                  <a:lnTo>
                    <a:pt x="8692" y="11730"/>
                  </a:lnTo>
                  <a:lnTo>
                    <a:pt x="8354" y="11945"/>
                  </a:lnTo>
                  <a:lnTo>
                    <a:pt x="8269" y="11874"/>
                  </a:lnTo>
                  <a:lnTo>
                    <a:pt x="8186" y="11874"/>
                  </a:lnTo>
                  <a:lnTo>
                    <a:pt x="8016" y="11945"/>
                  </a:lnTo>
                  <a:lnTo>
                    <a:pt x="8439" y="11443"/>
                  </a:lnTo>
                  <a:lnTo>
                    <a:pt x="8945" y="11014"/>
                  </a:lnTo>
                  <a:lnTo>
                    <a:pt x="9536" y="10658"/>
                  </a:lnTo>
                  <a:lnTo>
                    <a:pt x="10125" y="10301"/>
                  </a:lnTo>
                  <a:lnTo>
                    <a:pt x="10210" y="10229"/>
                  </a:lnTo>
                  <a:lnTo>
                    <a:pt x="10125" y="10157"/>
                  </a:lnTo>
                  <a:lnTo>
                    <a:pt x="10125" y="10086"/>
                  </a:lnTo>
                  <a:lnTo>
                    <a:pt x="9957" y="10014"/>
                  </a:lnTo>
                  <a:lnTo>
                    <a:pt x="9113" y="10371"/>
                  </a:lnTo>
                  <a:lnTo>
                    <a:pt x="8354" y="10800"/>
                  </a:lnTo>
                  <a:lnTo>
                    <a:pt x="7680" y="11301"/>
                  </a:lnTo>
                  <a:lnTo>
                    <a:pt x="7089" y="11945"/>
                  </a:lnTo>
                  <a:lnTo>
                    <a:pt x="7004" y="11730"/>
                  </a:lnTo>
                  <a:lnTo>
                    <a:pt x="7089" y="11660"/>
                  </a:lnTo>
                  <a:lnTo>
                    <a:pt x="7680" y="10944"/>
                  </a:lnTo>
                  <a:lnTo>
                    <a:pt x="8354" y="10301"/>
                  </a:lnTo>
                  <a:lnTo>
                    <a:pt x="9113" y="9655"/>
                  </a:lnTo>
                  <a:lnTo>
                    <a:pt x="9872" y="9084"/>
                  </a:lnTo>
                  <a:lnTo>
                    <a:pt x="9872" y="9012"/>
                  </a:lnTo>
                  <a:lnTo>
                    <a:pt x="9789" y="8942"/>
                  </a:lnTo>
                  <a:lnTo>
                    <a:pt x="9704" y="8942"/>
                  </a:lnTo>
                  <a:lnTo>
                    <a:pt x="9028" y="9227"/>
                  </a:lnTo>
                  <a:lnTo>
                    <a:pt x="8354" y="9513"/>
                  </a:lnTo>
                  <a:lnTo>
                    <a:pt x="7763" y="9942"/>
                  </a:lnTo>
                  <a:lnTo>
                    <a:pt x="7257" y="10443"/>
                  </a:lnTo>
                  <a:lnTo>
                    <a:pt x="7425" y="10157"/>
                  </a:lnTo>
                  <a:lnTo>
                    <a:pt x="7680" y="9870"/>
                  </a:lnTo>
                  <a:lnTo>
                    <a:pt x="8186" y="9441"/>
                  </a:lnTo>
                  <a:lnTo>
                    <a:pt x="8860" y="9012"/>
                  </a:lnTo>
                  <a:lnTo>
                    <a:pt x="9536" y="8727"/>
                  </a:lnTo>
                  <a:lnTo>
                    <a:pt x="10125" y="8513"/>
                  </a:lnTo>
                  <a:lnTo>
                    <a:pt x="10716" y="8369"/>
                  </a:lnTo>
                  <a:lnTo>
                    <a:pt x="11392" y="8226"/>
                  </a:lnTo>
                  <a:close/>
                  <a:moveTo>
                    <a:pt x="1856" y="17094"/>
                  </a:moveTo>
                  <a:lnTo>
                    <a:pt x="1856" y="17238"/>
                  </a:lnTo>
                  <a:lnTo>
                    <a:pt x="1941" y="17381"/>
                  </a:lnTo>
                  <a:lnTo>
                    <a:pt x="2111" y="17453"/>
                  </a:lnTo>
                  <a:lnTo>
                    <a:pt x="2617" y="17453"/>
                  </a:lnTo>
                  <a:lnTo>
                    <a:pt x="2785" y="17523"/>
                  </a:lnTo>
                  <a:lnTo>
                    <a:pt x="3038" y="17523"/>
                  </a:lnTo>
                  <a:lnTo>
                    <a:pt x="3038" y="17737"/>
                  </a:lnTo>
                  <a:lnTo>
                    <a:pt x="2870" y="17882"/>
                  </a:lnTo>
                  <a:lnTo>
                    <a:pt x="2700" y="17952"/>
                  </a:lnTo>
                  <a:lnTo>
                    <a:pt x="2194" y="18024"/>
                  </a:lnTo>
                  <a:lnTo>
                    <a:pt x="1941" y="17952"/>
                  </a:lnTo>
                  <a:lnTo>
                    <a:pt x="1603" y="17810"/>
                  </a:lnTo>
                  <a:lnTo>
                    <a:pt x="1350" y="17667"/>
                  </a:lnTo>
                  <a:lnTo>
                    <a:pt x="1267" y="17453"/>
                  </a:lnTo>
                  <a:lnTo>
                    <a:pt x="1520" y="17238"/>
                  </a:lnTo>
                  <a:lnTo>
                    <a:pt x="1856" y="17094"/>
                  </a:lnTo>
                  <a:close/>
                  <a:moveTo>
                    <a:pt x="19576" y="16880"/>
                  </a:moveTo>
                  <a:lnTo>
                    <a:pt x="19829" y="16952"/>
                  </a:lnTo>
                  <a:lnTo>
                    <a:pt x="20082" y="17024"/>
                  </a:lnTo>
                  <a:lnTo>
                    <a:pt x="20335" y="17166"/>
                  </a:lnTo>
                  <a:lnTo>
                    <a:pt x="20588" y="17308"/>
                  </a:lnTo>
                  <a:lnTo>
                    <a:pt x="20671" y="17523"/>
                  </a:lnTo>
                  <a:lnTo>
                    <a:pt x="20756" y="17737"/>
                  </a:lnTo>
                  <a:lnTo>
                    <a:pt x="20756" y="17810"/>
                  </a:lnTo>
                  <a:lnTo>
                    <a:pt x="20671" y="17810"/>
                  </a:lnTo>
                  <a:lnTo>
                    <a:pt x="20418" y="17737"/>
                  </a:lnTo>
                  <a:lnTo>
                    <a:pt x="20250" y="17810"/>
                  </a:lnTo>
                  <a:lnTo>
                    <a:pt x="20082" y="17882"/>
                  </a:lnTo>
                  <a:lnTo>
                    <a:pt x="19829" y="18096"/>
                  </a:lnTo>
                  <a:lnTo>
                    <a:pt x="19491" y="18239"/>
                  </a:lnTo>
                  <a:lnTo>
                    <a:pt x="19153" y="18168"/>
                  </a:lnTo>
                  <a:lnTo>
                    <a:pt x="18985" y="18024"/>
                  </a:lnTo>
                  <a:lnTo>
                    <a:pt x="18900" y="17882"/>
                  </a:lnTo>
                  <a:lnTo>
                    <a:pt x="18900" y="17595"/>
                  </a:lnTo>
                  <a:lnTo>
                    <a:pt x="18985" y="17238"/>
                  </a:lnTo>
                  <a:lnTo>
                    <a:pt x="18985" y="16952"/>
                  </a:lnTo>
                  <a:lnTo>
                    <a:pt x="19576" y="16880"/>
                  </a:lnTo>
                  <a:close/>
                  <a:moveTo>
                    <a:pt x="11560" y="18525"/>
                  </a:moveTo>
                  <a:lnTo>
                    <a:pt x="11645" y="18667"/>
                  </a:lnTo>
                  <a:lnTo>
                    <a:pt x="11475" y="18597"/>
                  </a:lnTo>
                  <a:lnTo>
                    <a:pt x="11560" y="18525"/>
                  </a:lnTo>
                  <a:close/>
                  <a:moveTo>
                    <a:pt x="10801" y="19241"/>
                  </a:moveTo>
                  <a:lnTo>
                    <a:pt x="11392" y="19383"/>
                  </a:lnTo>
                  <a:lnTo>
                    <a:pt x="11307" y="19525"/>
                  </a:lnTo>
                  <a:lnTo>
                    <a:pt x="11222" y="20027"/>
                  </a:lnTo>
                  <a:lnTo>
                    <a:pt x="11137" y="20099"/>
                  </a:lnTo>
                  <a:lnTo>
                    <a:pt x="10463" y="20099"/>
                  </a:lnTo>
                  <a:lnTo>
                    <a:pt x="10210" y="19956"/>
                  </a:lnTo>
                  <a:lnTo>
                    <a:pt x="9957" y="19742"/>
                  </a:lnTo>
                  <a:lnTo>
                    <a:pt x="9872" y="19598"/>
                  </a:lnTo>
                  <a:lnTo>
                    <a:pt x="9789" y="19383"/>
                  </a:lnTo>
                  <a:lnTo>
                    <a:pt x="9957" y="19311"/>
                  </a:lnTo>
                  <a:lnTo>
                    <a:pt x="10210" y="19241"/>
                  </a:lnTo>
                  <a:close/>
                  <a:moveTo>
                    <a:pt x="11054" y="0"/>
                  </a:moveTo>
                  <a:lnTo>
                    <a:pt x="10631" y="72"/>
                  </a:lnTo>
                  <a:lnTo>
                    <a:pt x="10295" y="214"/>
                  </a:lnTo>
                  <a:lnTo>
                    <a:pt x="9872" y="287"/>
                  </a:lnTo>
                  <a:lnTo>
                    <a:pt x="9536" y="501"/>
                  </a:lnTo>
                  <a:lnTo>
                    <a:pt x="9198" y="716"/>
                  </a:lnTo>
                  <a:lnTo>
                    <a:pt x="8945" y="930"/>
                  </a:lnTo>
                  <a:lnTo>
                    <a:pt x="8692" y="1217"/>
                  </a:lnTo>
                  <a:lnTo>
                    <a:pt x="8522" y="1573"/>
                  </a:lnTo>
                  <a:lnTo>
                    <a:pt x="8439" y="1860"/>
                  </a:lnTo>
                  <a:lnTo>
                    <a:pt x="8439" y="2219"/>
                  </a:lnTo>
                  <a:lnTo>
                    <a:pt x="8522" y="2576"/>
                  </a:lnTo>
                  <a:lnTo>
                    <a:pt x="8775" y="3077"/>
                  </a:lnTo>
                  <a:lnTo>
                    <a:pt x="9198" y="3434"/>
                  </a:lnTo>
                  <a:lnTo>
                    <a:pt x="9619" y="3648"/>
                  </a:lnTo>
                  <a:lnTo>
                    <a:pt x="10125" y="3792"/>
                  </a:lnTo>
                  <a:lnTo>
                    <a:pt x="10042" y="4007"/>
                  </a:lnTo>
                  <a:lnTo>
                    <a:pt x="9957" y="4221"/>
                  </a:lnTo>
                  <a:lnTo>
                    <a:pt x="9957" y="7154"/>
                  </a:lnTo>
                  <a:lnTo>
                    <a:pt x="10042" y="7368"/>
                  </a:lnTo>
                  <a:lnTo>
                    <a:pt x="9366" y="7653"/>
                  </a:lnTo>
                  <a:lnTo>
                    <a:pt x="8775" y="8012"/>
                  </a:lnTo>
                  <a:lnTo>
                    <a:pt x="8607" y="8154"/>
                  </a:lnTo>
                  <a:lnTo>
                    <a:pt x="8607" y="8296"/>
                  </a:lnTo>
                  <a:lnTo>
                    <a:pt x="8101" y="8583"/>
                  </a:lnTo>
                  <a:lnTo>
                    <a:pt x="7680" y="8870"/>
                  </a:lnTo>
                  <a:lnTo>
                    <a:pt x="7257" y="9156"/>
                  </a:lnTo>
                  <a:lnTo>
                    <a:pt x="6919" y="9513"/>
                  </a:lnTo>
                  <a:lnTo>
                    <a:pt x="6583" y="9870"/>
                  </a:lnTo>
                  <a:lnTo>
                    <a:pt x="6330" y="10301"/>
                  </a:lnTo>
                  <a:lnTo>
                    <a:pt x="6160" y="10730"/>
                  </a:lnTo>
                  <a:lnTo>
                    <a:pt x="6077" y="11087"/>
                  </a:lnTo>
                  <a:lnTo>
                    <a:pt x="6077" y="11516"/>
                  </a:lnTo>
                  <a:lnTo>
                    <a:pt x="6160" y="11945"/>
                  </a:lnTo>
                  <a:lnTo>
                    <a:pt x="6330" y="12373"/>
                  </a:lnTo>
                  <a:lnTo>
                    <a:pt x="6498" y="12802"/>
                  </a:lnTo>
                  <a:lnTo>
                    <a:pt x="6666" y="13017"/>
                  </a:lnTo>
                  <a:lnTo>
                    <a:pt x="5568" y="13805"/>
                  </a:lnTo>
                  <a:lnTo>
                    <a:pt x="4389" y="14520"/>
                  </a:lnTo>
                  <a:lnTo>
                    <a:pt x="3291" y="15306"/>
                  </a:lnTo>
                  <a:lnTo>
                    <a:pt x="2785" y="15735"/>
                  </a:lnTo>
                  <a:lnTo>
                    <a:pt x="2279" y="16236"/>
                  </a:lnTo>
                  <a:lnTo>
                    <a:pt x="1773" y="16308"/>
                  </a:lnTo>
                  <a:lnTo>
                    <a:pt x="1435" y="16236"/>
                  </a:lnTo>
                  <a:lnTo>
                    <a:pt x="1097" y="16236"/>
                  </a:lnTo>
                  <a:lnTo>
                    <a:pt x="844" y="16308"/>
                  </a:lnTo>
                  <a:lnTo>
                    <a:pt x="591" y="16451"/>
                  </a:lnTo>
                  <a:lnTo>
                    <a:pt x="423" y="16595"/>
                  </a:lnTo>
                  <a:lnTo>
                    <a:pt x="255" y="16737"/>
                  </a:lnTo>
                  <a:lnTo>
                    <a:pt x="85" y="17166"/>
                  </a:lnTo>
                  <a:lnTo>
                    <a:pt x="0" y="17667"/>
                  </a:lnTo>
                  <a:lnTo>
                    <a:pt x="0" y="18168"/>
                  </a:lnTo>
                  <a:lnTo>
                    <a:pt x="170" y="18597"/>
                  </a:lnTo>
                  <a:lnTo>
                    <a:pt x="591" y="18882"/>
                  </a:lnTo>
                  <a:lnTo>
                    <a:pt x="1097" y="19169"/>
                  </a:lnTo>
                  <a:lnTo>
                    <a:pt x="1603" y="19311"/>
                  </a:lnTo>
                  <a:lnTo>
                    <a:pt x="2194" y="19383"/>
                  </a:lnTo>
                  <a:lnTo>
                    <a:pt x="2700" y="19311"/>
                  </a:lnTo>
                  <a:lnTo>
                    <a:pt x="3291" y="19241"/>
                  </a:lnTo>
                  <a:lnTo>
                    <a:pt x="3797" y="19096"/>
                  </a:lnTo>
                  <a:lnTo>
                    <a:pt x="4136" y="18812"/>
                  </a:lnTo>
                  <a:lnTo>
                    <a:pt x="4389" y="18667"/>
                  </a:lnTo>
                  <a:lnTo>
                    <a:pt x="4474" y="18453"/>
                  </a:lnTo>
                  <a:lnTo>
                    <a:pt x="4556" y="18239"/>
                  </a:lnTo>
                  <a:lnTo>
                    <a:pt x="4556" y="17952"/>
                  </a:lnTo>
                  <a:lnTo>
                    <a:pt x="4389" y="17523"/>
                  </a:lnTo>
                  <a:lnTo>
                    <a:pt x="4136" y="17094"/>
                  </a:lnTo>
                  <a:lnTo>
                    <a:pt x="3797" y="16737"/>
                  </a:lnTo>
                  <a:lnTo>
                    <a:pt x="3291" y="16451"/>
                  </a:lnTo>
                  <a:lnTo>
                    <a:pt x="3206" y="16451"/>
                  </a:lnTo>
                  <a:lnTo>
                    <a:pt x="3630" y="16094"/>
                  </a:lnTo>
                  <a:lnTo>
                    <a:pt x="4050" y="15735"/>
                  </a:lnTo>
                  <a:lnTo>
                    <a:pt x="4980" y="15164"/>
                  </a:lnTo>
                  <a:lnTo>
                    <a:pt x="5568" y="14735"/>
                  </a:lnTo>
                  <a:lnTo>
                    <a:pt x="6077" y="14306"/>
                  </a:lnTo>
                  <a:lnTo>
                    <a:pt x="6583" y="13805"/>
                  </a:lnTo>
                  <a:lnTo>
                    <a:pt x="6919" y="13231"/>
                  </a:lnTo>
                  <a:lnTo>
                    <a:pt x="7172" y="13448"/>
                  </a:lnTo>
                  <a:lnTo>
                    <a:pt x="7595" y="13733"/>
                  </a:lnTo>
                  <a:lnTo>
                    <a:pt x="8354" y="14091"/>
                  </a:lnTo>
                  <a:lnTo>
                    <a:pt x="9198" y="14306"/>
                  </a:lnTo>
                  <a:lnTo>
                    <a:pt x="10042" y="14448"/>
                  </a:lnTo>
                  <a:lnTo>
                    <a:pt x="10210" y="14448"/>
                  </a:lnTo>
                  <a:lnTo>
                    <a:pt x="10125" y="15378"/>
                  </a:lnTo>
                  <a:lnTo>
                    <a:pt x="10125" y="16308"/>
                  </a:lnTo>
                  <a:lnTo>
                    <a:pt x="10210" y="18168"/>
                  </a:lnTo>
                  <a:lnTo>
                    <a:pt x="9789" y="18311"/>
                  </a:lnTo>
                  <a:lnTo>
                    <a:pt x="9451" y="18453"/>
                  </a:lnTo>
                  <a:lnTo>
                    <a:pt x="9198" y="18667"/>
                  </a:lnTo>
                  <a:lnTo>
                    <a:pt x="9028" y="18882"/>
                  </a:lnTo>
                  <a:lnTo>
                    <a:pt x="8945" y="19096"/>
                  </a:lnTo>
                  <a:lnTo>
                    <a:pt x="8860" y="19383"/>
                  </a:lnTo>
                  <a:lnTo>
                    <a:pt x="8775" y="19742"/>
                  </a:lnTo>
                  <a:lnTo>
                    <a:pt x="8860" y="20027"/>
                  </a:lnTo>
                  <a:lnTo>
                    <a:pt x="9028" y="20600"/>
                  </a:lnTo>
                  <a:lnTo>
                    <a:pt x="9366" y="21099"/>
                  </a:lnTo>
                  <a:lnTo>
                    <a:pt x="9619" y="21243"/>
                  </a:lnTo>
                  <a:lnTo>
                    <a:pt x="9957" y="21386"/>
                  </a:lnTo>
                  <a:lnTo>
                    <a:pt x="10210" y="21530"/>
                  </a:lnTo>
                  <a:lnTo>
                    <a:pt x="10548" y="21600"/>
                  </a:lnTo>
                  <a:lnTo>
                    <a:pt x="11222" y="21600"/>
                  </a:lnTo>
                  <a:lnTo>
                    <a:pt x="11898" y="21458"/>
                  </a:lnTo>
                  <a:lnTo>
                    <a:pt x="12151" y="21315"/>
                  </a:lnTo>
                  <a:lnTo>
                    <a:pt x="12404" y="21099"/>
                  </a:lnTo>
                  <a:lnTo>
                    <a:pt x="12572" y="20884"/>
                  </a:lnTo>
                  <a:lnTo>
                    <a:pt x="12657" y="20670"/>
                  </a:lnTo>
                  <a:lnTo>
                    <a:pt x="12825" y="20099"/>
                  </a:lnTo>
                  <a:lnTo>
                    <a:pt x="12740" y="19598"/>
                  </a:lnTo>
                  <a:lnTo>
                    <a:pt x="12657" y="19311"/>
                  </a:lnTo>
                  <a:lnTo>
                    <a:pt x="12404" y="19096"/>
                  </a:lnTo>
                  <a:lnTo>
                    <a:pt x="12234" y="18882"/>
                  </a:lnTo>
                  <a:lnTo>
                    <a:pt x="11898" y="18740"/>
                  </a:lnTo>
                  <a:lnTo>
                    <a:pt x="11813" y="18383"/>
                  </a:lnTo>
                  <a:lnTo>
                    <a:pt x="11728" y="18239"/>
                  </a:lnTo>
                  <a:lnTo>
                    <a:pt x="11137" y="18239"/>
                  </a:lnTo>
                  <a:lnTo>
                    <a:pt x="11054" y="16523"/>
                  </a:lnTo>
                  <a:lnTo>
                    <a:pt x="11054" y="15520"/>
                  </a:lnTo>
                  <a:lnTo>
                    <a:pt x="10969" y="14520"/>
                  </a:lnTo>
                  <a:lnTo>
                    <a:pt x="11813" y="14448"/>
                  </a:lnTo>
                  <a:lnTo>
                    <a:pt x="12657" y="14234"/>
                  </a:lnTo>
                  <a:lnTo>
                    <a:pt x="13416" y="13877"/>
                  </a:lnTo>
                  <a:lnTo>
                    <a:pt x="14090" y="13376"/>
                  </a:lnTo>
                  <a:lnTo>
                    <a:pt x="14260" y="13231"/>
                  </a:lnTo>
                  <a:lnTo>
                    <a:pt x="14513" y="13518"/>
                  </a:lnTo>
                  <a:lnTo>
                    <a:pt x="14934" y="13805"/>
                  </a:lnTo>
                  <a:lnTo>
                    <a:pt x="15358" y="14019"/>
                  </a:lnTo>
                  <a:lnTo>
                    <a:pt x="15779" y="14234"/>
                  </a:lnTo>
                  <a:lnTo>
                    <a:pt x="16199" y="14877"/>
                  </a:lnTo>
                  <a:lnTo>
                    <a:pt x="16705" y="15593"/>
                  </a:lnTo>
                  <a:lnTo>
                    <a:pt x="17382" y="16451"/>
                  </a:lnTo>
                  <a:lnTo>
                    <a:pt x="17635" y="16737"/>
                  </a:lnTo>
                  <a:lnTo>
                    <a:pt x="17382" y="17094"/>
                  </a:lnTo>
                  <a:lnTo>
                    <a:pt x="17214" y="17453"/>
                  </a:lnTo>
                  <a:lnTo>
                    <a:pt x="17129" y="17737"/>
                  </a:lnTo>
                  <a:lnTo>
                    <a:pt x="17129" y="18096"/>
                  </a:lnTo>
                  <a:lnTo>
                    <a:pt x="17214" y="18383"/>
                  </a:lnTo>
                  <a:lnTo>
                    <a:pt x="17297" y="18740"/>
                  </a:lnTo>
                  <a:lnTo>
                    <a:pt x="17467" y="19026"/>
                  </a:lnTo>
                  <a:lnTo>
                    <a:pt x="17720" y="19311"/>
                  </a:lnTo>
                  <a:lnTo>
                    <a:pt x="18056" y="19525"/>
                  </a:lnTo>
                  <a:lnTo>
                    <a:pt x="18309" y="19742"/>
                  </a:lnTo>
                  <a:lnTo>
                    <a:pt x="18647" y="19812"/>
                  </a:lnTo>
                  <a:lnTo>
                    <a:pt x="18985" y="19884"/>
                  </a:lnTo>
                  <a:lnTo>
                    <a:pt x="19659" y="19884"/>
                  </a:lnTo>
                  <a:lnTo>
                    <a:pt x="19997" y="19742"/>
                  </a:lnTo>
                  <a:lnTo>
                    <a:pt x="20418" y="19598"/>
                  </a:lnTo>
                  <a:lnTo>
                    <a:pt x="20926" y="19169"/>
                  </a:lnTo>
                  <a:lnTo>
                    <a:pt x="21347" y="18597"/>
                  </a:lnTo>
                  <a:lnTo>
                    <a:pt x="21515" y="18311"/>
                  </a:lnTo>
                  <a:lnTo>
                    <a:pt x="21600" y="18024"/>
                  </a:lnTo>
                  <a:lnTo>
                    <a:pt x="21600" y="17381"/>
                  </a:lnTo>
                  <a:lnTo>
                    <a:pt x="21432" y="17094"/>
                  </a:lnTo>
                  <a:lnTo>
                    <a:pt x="21262" y="16809"/>
                  </a:lnTo>
                  <a:lnTo>
                    <a:pt x="21009" y="16595"/>
                  </a:lnTo>
                  <a:lnTo>
                    <a:pt x="20671" y="16451"/>
                  </a:lnTo>
                  <a:lnTo>
                    <a:pt x="20335" y="16308"/>
                  </a:lnTo>
                  <a:lnTo>
                    <a:pt x="19997" y="16236"/>
                  </a:lnTo>
                  <a:lnTo>
                    <a:pt x="19238" y="16164"/>
                  </a:lnTo>
                  <a:lnTo>
                    <a:pt x="18815" y="16164"/>
                  </a:lnTo>
                  <a:lnTo>
                    <a:pt x="18394" y="16308"/>
                  </a:lnTo>
                  <a:lnTo>
                    <a:pt x="18226" y="16022"/>
                  </a:lnTo>
                  <a:lnTo>
                    <a:pt x="17973" y="15735"/>
                  </a:lnTo>
                  <a:lnTo>
                    <a:pt x="17382" y="14949"/>
                  </a:lnTo>
                  <a:lnTo>
                    <a:pt x="16791" y="14234"/>
                  </a:lnTo>
                  <a:lnTo>
                    <a:pt x="16623" y="13947"/>
                  </a:lnTo>
                  <a:lnTo>
                    <a:pt x="16452" y="13662"/>
                  </a:lnTo>
                  <a:lnTo>
                    <a:pt x="16199" y="13518"/>
                  </a:lnTo>
                  <a:lnTo>
                    <a:pt x="15864" y="13448"/>
                  </a:lnTo>
                  <a:lnTo>
                    <a:pt x="15272" y="13161"/>
                  </a:lnTo>
                  <a:lnTo>
                    <a:pt x="14596" y="12732"/>
                  </a:lnTo>
                  <a:lnTo>
                    <a:pt x="15019" y="12159"/>
                  </a:lnTo>
                  <a:lnTo>
                    <a:pt x="15187" y="11443"/>
                  </a:lnTo>
                  <a:lnTo>
                    <a:pt x="15187" y="10730"/>
                  </a:lnTo>
                  <a:lnTo>
                    <a:pt x="15105" y="10086"/>
                  </a:lnTo>
                  <a:lnTo>
                    <a:pt x="14849" y="9441"/>
                  </a:lnTo>
                  <a:lnTo>
                    <a:pt x="14513" y="8942"/>
                  </a:lnTo>
                  <a:lnTo>
                    <a:pt x="14090" y="8441"/>
                  </a:lnTo>
                  <a:lnTo>
                    <a:pt x="13501" y="8012"/>
                  </a:lnTo>
                  <a:lnTo>
                    <a:pt x="12910" y="7725"/>
                  </a:lnTo>
                  <a:lnTo>
                    <a:pt x="12319" y="7439"/>
                  </a:lnTo>
                  <a:lnTo>
                    <a:pt x="11560" y="7296"/>
                  </a:lnTo>
                  <a:lnTo>
                    <a:pt x="10884" y="7296"/>
                  </a:lnTo>
                  <a:lnTo>
                    <a:pt x="10884" y="6867"/>
                  </a:lnTo>
                  <a:lnTo>
                    <a:pt x="10801" y="5222"/>
                  </a:lnTo>
                  <a:lnTo>
                    <a:pt x="10884" y="4650"/>
                  </a:lnTo>
                  <a:lnTo>
                    <a:pt x="10801" y="4221"/>
                  </a:lnTo>
                  <a:lnTo>
                    <a:pt x="10716" y="3863"/>
                  </a:lnTo>
                  <a:lnTo>
                    <a:pt x="11137" y="3792"/>
                  </a:lnTo>
                  <a:lnTo>
                    <a:pt x="11645" y="3648"/>
                  </a:lnTo>
                  <a:lnTo>
                    <a:pt x="12066" y="3434"/>
                  </a:lnTo>
                  <a:lnTo>
                    <a:pt x="12404" y="3219"/>
                  </a:lnTo>
                  <a:lnTo>
                    <a:pt x="12740" y="2862"/>
                  </a:lnTo>
                  <a:lnTo>
                    <a:pt x="12910" y="2504"/>
                  </a:lnTo>
                  <a:lnTo>
                    <a:pt x="13078" y="2147"/>
                  </a:lnTo>
                  <a:lnTo>
                    <a:pt x="13078" y="1646"/>
                  </a:lnTo>
                  <a:lnTo>
                    <a:pt x="12910" y="1217"/>
                  </a:lnTo>
                  <a:lnTo>
                    <a:pt x="12657" y="788"/>
                  </a:lnTo>
                  <a:lnTo>
                    <a:pt x="12572" y="501"/>
                  </a:lnTo>
                  <a:lnTo>
                    <a:pt x="12487" y="359"/>
                  </a:lnTo>
                  <a:lnTo>
                    <a:pt x="12319" y="287"/>
                  </a:lnTo>
                  <a:lnTo>
                    <a:pt x="11981" y="287"/>
                  </a:lnTo>
                  <a:lnTo>
                    <a:pt x="11645" y="214"/>
                  </a:lnTo>
                  <a:lnTo>
                    <a:pt x="11475" y="72"/>
                  </a:lnTo>
                  <a:lnTo>
                    <a:pt x="11054"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971" name="Google Shape;341;p6"/>
            <p:cNvSpPr/>
            <p:nvPr/>
          </p:nvSpPr>
          <p:spPr>
            <a:xfrm>
              <a:off x="787178" y="2259595"/>
              <a:ext cx="539721" cy="20738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464" y="0"/>
                  </a:moveTo>
                  <a:lnTo>
                    <a:pt x="19222" y="251"/>
                  </a:lnTo>
                  <a:lnTo>
                    <a:pt x="19028" y="503"/>
                  </a:lnTo>
                  <a:lnTo>
                    <a:pt x="18882" y="758"/>
                  </a:lnTo>
                  <a:lnTo>
                    <a:pt x="18882" y="882"/>
                  </a:lnTo>
                  <a:lnTo>
                    <a:pt x="18785" y="758"/>
                  </a:lnTo>
                  <a:lnTo>
                    <a:pt x="18640" y="758"/>
                  </a:lnTo>
                  <a:lnTo>
                    <a:pt x="18542" y="1009"/>
                  </a:lnTo>
                  <a:lnTo>
                    <a:pt x="18494" y="1136"/>
                  </a:lnTo>
                  <a:lnTo>
                    <a:pt x="18494" y="1515"/>
                  </a:lnTo>
                  <a:lnTo>
                    <a:pt x="18542" y="1894"/>
                  </a:lnTo>
                  <a:lnTo>
                    <a:pt x="18591" y="2018"/>
                  </a:lnTo>
                  <a:lnTo>
                    <a:pt x="18687" y="2146"/>
                  </a:lnTo>
                  <a:lnTo>
                    <a:pt x="18979" y="2146"/>
                  </a:lnTo>
                  <a:lnTo>
                    <a:pt x="19222" y="1894"/>
                  </a:lnTo>
                  <a:lnTo>
                    <a:pt x="19464" y="1639"/>
                  </a:lnTo>
                  <a:lnTo>
                    <a:pt x="19708" y="1515"/>
                  </a:lnTo>
                  <a:lnTo>
                    <a:pt x="19804" y="1639"/>
                  </a:lnTo>
                  <a:lnTo>
                    <a:pt x="19853" y="1767"/>
                  </a:lnTo>
                  <a:lnTo>
                    <a:pt x="19804" y="2018"/>
                  </a:lnTo>
                  <a:lnTo>
                    <a:pt x="19755" y="2273"/>
                  </a:lnTo>
                  <a:lnTo>
                    <a:pt x="19513" y="3031"/>
                  </a:lnTo>
                  <a:lnTo>
                    <a:pt x="18687" y="5937"/>
                  </a:lnTo>
                  <a:lnTo>
                    <a:pt x="18687" y="6189"/>
                  </a:lnTo>
                  <a:lnTo>
                    <a:pt x="18640" y="6440"/>
                  </a:lnTo>
                  <a:lnTo>
                    <a:pt x="18687" y="6819"/>
                  </a:lnTo>
                  <a:lnTo>
                    <a:pt x="18833" y="7074"/>
                  </a:lnTo>
                  <a:lnTo>
                    <a:pt x="18979" y="7198"/>
                  </a:lnTo>
                  <a:lnTo>
                    <a:pt x="19610" y="7198"/>
                  </a:lnTo>
                  <a:lnTo>
                    <a:pt x="20192" y="7074"/>
                  </a:lnTo>
                  <a:lnTo>
                    <a:pt x="20872" y="6695"/>
                  </a:lnTo>
                  <a:lnTo>
                    <a:pt x="21212" y="6440"/>
                  </a:lnTo>
                  <a:lnTo>
                    <a:pt x="21503" y="6061"/>
                  </a:lnTo>
                  <a:lnTo>
                    <a:pt x="21600" y="5682"/>
                  </a:lnTo>
                  <a:lnTo>
                    <a:pt x="21600" y="5304"/>
                  </a:lnTo>
                  <a:lnTo>
                    <a:pt x="21552" y="5052"/>
                  </a:lnTo>
                  <a:lnTo>
                    <a:pt x="21454" y="4925"/>
                  </a:lnTo>
                  <a:lnTo>
                    <a:pt x="21358" y="4797"/>
                  </a:lnTo>
                  <a:lnTo>
                    <a:pt x="21114" y="4925"/>
                  </a:lnTo>
                  <a:lnTo>
                    <a:pt x="20872" y="5052"/>
                  </a:lnTo>
                  <a:lnTo>
                    <a:pt x="20338" y="5304"/>
                  </a:lnTo>
                  <a:lnTo>
                    <a:pt x="19610" y="5558"/>
                  </a:lnTo>
                  <a:lnTo>
                    <a:pt x="20192" y="3537"/>
                  </a:lnTo>
                  <a:lnTo>
                    <a:pt x="20338" y="2903"/>
                  </a:lnTo>
                  <a:lnTo>
                    <a:pt x="20484" y="2400"/>
                  </a:lnTo>
                  <a:lnTo>
                    <a:pt x="20532" y="1639"/>
                  </a:lnTo>
                  <a:lnTo>
                    <a:pt x="20532" y="1388"/>
                  </a:lnTo>
                  <a:lnTo>
                    <a:pt x="20484" y="1009"/>
                  </a:lnTo>
                  <a:lnTo>
                    <a:pt x="20338" y="630"/>
                  </a:lnTo>
                  <a:lnTo>
                    <a:pt x="20144" y="251"/>
                  </a:lnTo>
                  <a:lnTo>
                    <a:pt x="19950" y="124"/>
                  </a:lnTo>
                  <a:lnTo>
                    <a:pt x="19708" y="0"/>
                  </a:lnTo>
                  <a:close/>
                  <a:moveTo>
                    <a:pt x="8738" y="9598"/>
                  </a:moveTo>
                  <a:lnTo>
                    <a:pt x="8154" y="9977"/>
                  </a:lnTo>
                  <a:lnTo>
                    <a:pt x="7377" y="10232"/>
                  </a:lnTo>
                  <a:lnTo>
                    <a:pt x="6990" y="10483"/>
                  </a:lnTo>
                  <a:lnTo>
                    <a:pt x="6602" y="10735"/>
                  </a:lnTo>
                  <a:lnTo>
                    <a:pt x="6553" y="10862"/>
                  </a:lnTo>
                  <a:lnTo>
                    <a:pt x="6456" y="11117"/>
                  </a:lnTo>
                  <a:lnTo>
                    <a:pt x="6456" y="11747"/>
                  </a:lnTo>
                  <a:lnTo>
                    <a:pt x="6504" y="11998"/>
                  </a:lnTo>
                  <a:lnTo>
                    <a:pt x="6602" y="12126"/>
                  </a:lnTo>
                  <a:lnTo>
                    <a:pt x="6698" y="12126"/>
                  </a:lnTo>
                  <a:lnTo>
                    <a:pt x="7426" y="11998"/>
                  </a:lnTo>
                  <a:lnTo>
                    <a:pt x="8154" y="11747"/>
                  </a:lnTo>
                  <a:lnTo>
                    <a:pt x="8785" y="11496"/>
                  </a:lnTo>
                  <a:lnTo>
                    <a:pt x="9076" y="11241"/>
                  </a:lnTo>
                  <a:lnTo>
                    <a:pt x="9222" y="10989"/>
                  </a:lnTo>
                  <a:lnTo>
                    <a:pt x="9320" y="10735"/>
                  </a:lnTo>
                  <a:lnTo>
                    <a:pt x="9320" y="10232"/>
                  </a:lnTo>
                  <a:lnTo>
                    <a:pt x="9271" y="9977"/>
                  </a:lnTo>
                  <a:lnTo>
                    <a:pt x="9125" y="9853"/>
                  </a:lnTo>
                  <a:lnTo>
                    <a:pt x="9029" y="9726"/>
                  </a:lnTo>
                  <a:lnTo>
                    <a:pt x="8738" y="9598"/>
                  </a:lnTo>
                  <a:close/>
                  <a:moveTo>
                    <a:pt x="17863" y="6695"/>
                  </a:moveTo>
                  <a:lnTo>
                    <a:pt x="17572" y="6819"/>
                  </a:lnTo>
                  <a:lnTo>
                    <a:pt x="17281" y="6946"/>
                  </a:lnTo>
                  <a:lnTo>
                    <a:pt x="17037" y="7074"/>
                  </a:lnTo>
                  <a:lnTo>
                    <a:pt x="16795" y="7577"/>
                  </a:lnTo>
                  <a:lnTo>
                    <a:pt x="16601" y="7831"/>
                  </a:lnTo>
                  <a:lnTo>
                    <a:pt x="16455" y="8338"/>
                  </a:lnTo>
                  <a:lnTo>
                    <a:pt x="16261" y="9219"/>
                  </a:lnTo>
                  <a:lnTo>
                    <a:pt x="16115" y="10356"/>
                  </a:lnTo>
                  <a:lnTo>
                    <a:pt x="16115" y="12126"/>
                  </a:lnTo>
                  <a:lnTo>
                    <a:pt x="16164" y="12632"/>
                  </a:lnTo>
                  <a:lnTo>
                    <a:pt x="16261" y="13135"/>
                  </a:lnTo>
                  <a:lnTo>
                    <a:pt x="16358" y="13641"/>
                  </a:lnTo>
                  <a:lnTo>
                    <a:pt x="16504" y="14147"/>
                  </a:lnTo>
                  <a:lnTo>
                    <a:pt x="16650" y="14526"/>
                  </a:lnTo>
                  <a:lnTo>
                    <a:pt x="16843" y="14778"/>
                  </a:lnTo>
                  <a:lnTo>
                    <a:pt x="17037" y="15033"/>
                  </a:lnTo>
                  <a:lnTo>
                    <a:pt x="17183" y="15157"/>
                  </a:lnTo>
                  <a:lnTo>
                    <a:pt x="17328" y="15157"/>
                  </a:lnTo>
                  <a:lnTo>
                    <a:pt x="17669" y="14905"/>
                  </a:lnTo>
                  <a:lnTo>
                    <a:pt x="18203" y="14275"/>
                  </a:lnTo>
                  <a:lnTo>
                    <a:pt x="18785" y="13769"/>
                  </a:lnTo>
                  <a:lnTo>
                    <a:pt x="19076" y="13262"/>
                  </a:lnTo>
                  <a:lnTo>
                    <a:pt x="19271" y="12756"/>
                  </a:lnTo>
                  <a:lnTo>
                    <a:pt x="19319" y="12505"/>
                  </a:lnTo>
                  <a:lnTo>
                    <a:pt x="19271" y="12253"/>
                  </a:lnTo>
                  <a:lnTo>
                    <a:pt x="19222" y="11998"/>
                  </a:lnTo>
                  <a:lnTo>
                    <a:pt x="19124" y="11874"/>
                  </a:lnTo>
                  <a:lnTo>
                    <a:pt x="18979" y="11747"/>
                  </a:lnTo>
                  <a:lnTo>
                    <a:pt x="18785" y="11874"/>
                  </a:lnTo>
                  <a:lnTo>
                    <a:pt x="18445" y="12126"/>
                  </a:lnTo>
                  <a:lnTo>
                    <a:pt x="17765" y="12884"/>
                  </a:lnTo>
                  <a:lnTo>
                    <a:pt x="17572" y="13135"/>
                  </a:lnTo>
                  <a:lnTo>
                    <a:pt x="17377" y="13262"/>
                  </a:lnTo>
                  <a:lnTo>
                    <a:pt x="17183" y="13262"/>
                  </a:lnTo>
                  <a:lnTo>
                    <a:pt x="16988" y="13011"/>
                  </a:lnTo>
                  <a:lnTo>
                    <a:pt x="16892" y="12632"/>
                  </a:lnTo>
                  <a:lnTo>
                    <a:pt x="16843" y="12253"/>
                  </a:lnTo>
                  <a:lnTo>
                    <a:pt x="16746" y="11496"/>
                  </a:lnTo>
                  <a:lnTo>
                    <a:pt x="16746" y="10735"/>
                  </a:lnTo>
                  <a:lnTo>
                    <a:pt x="16843" y="9977"/>
                  </a:lnTo>
                  <a:lnTo>
                    <a:pt x="16988" y="9347"/>
                  </a:lnTo>
                  <a:lnTo>
                    <a:pt x="17183" y="8716"/>
                  </a:lnTo>
                  <a:lnTo>
                    <a:pt x="17377" y="8462"/>
                  </a:lnTo>
                  <a:lnTo>
                    <a:pt x="17572" y="8338"/>
                  </a:lnTo>
                  <a:lnTo>
                    <a:pt x="18009" y="8210"/>
                  </a:lnTo>
                  <a:lnTo>
                    <a:pt x="18445" y="8083"/>
                  </a:lnTo>
                  <a:lnTo>
                    <a:pt x="18931" y="8083"/>
                  </a:lnTo>
                  <a:lnTo>
                    <a:pt x="18931" y="7704"/>
                  </a:lnTo>
                  <a:lnTo>
                    <a:pt x="18687" y="7325"/>
                  </a:lnTo>
                  <a:lnTo>
                    <a:pt x="18396" y="7074"/>
                  </a:lnTo>
                  <a:lnTo>
                    <a:pt x="18154" y="6819"/>
                  </a:lnTo>
                  <a:lnTo>
                    <a:pt x="17863" y="6695"/>
                  </a:lnTo>
                  <a:close/>
                  <a:moveTo>
                    <a:pt x="8980" y="14399"/>
                  </a:moveTo>
                  <a:lnTo>
                    <a:pt x="8398" y="14778"/>
                  </a:lnTo>
                  <a:lnTo>
                    <a:pt x="7815" y="15033"/>
                  </a:lnTo>
                  <a:lnTo>
                    <a:pt x="7232" y="15284"/>
                  </a:lnTo>
                  <a:lnTo>
                    <a:pt x="6698" y="15663"/>
                  </a:lnTo>
                  <a:lnTo>
                    <a:pt x="6602" y="15914"/>
                  </a:lnTo>
                  <a:lnTo>
                    <a:pt x="6553" y="16169"/>
                  </a:lnTo>
                  <a:lnTo>
                    <a:pt x="6553" y="16548"/>
                  </a:lnTo>
                  <a:lnTo>
                    <a:pt x="6698" y="16675"/>
                  </a:lnTo>
                  <a:lnTo>
                    <a:pt x="6990" y="16799"/>
                  </a:lnTo>
                  <a:lnTo>
                    <a:pt x="7912" y="16799"/>
                  </a:lnTo>
                  <a:lnTo>
                    <a:pt x="8543" y="16420"/>
                  </a:lnTo>
                  <a:lnTo>
                    <a:pt x="9125" y="16042"/>
                  </a:lnTo>
                  <a:lnTo>
                    <a:pt x="9222" y="15914"/>
                  </a:lnTo>
                  <a:lnTo>
                    <a:pt x="9320" y="15790"/>
                  </a:lnTo>
                  <a:lnTo>
                    <a:pt x="9368" y="15535"/>
                  </a:lnTo>
                  <a:lnTo>
                    <a:pt x="9417" y="15284"/>
                  </a:lnTo>
                  <a:lnTo>
                    <a:pt x="9368" y="14778"/>
                  </a:lnTo>
                  <a:lnTo>
                    <a:pt x="9271" y="14526"/>
                  </a:lnTo>
                  <a:lnTo>
                    <a:pt x="9174" y="14399"/>
                  </a:lnTo>
                  <a:close/>
                  <a:moveTo>
                    <a:pt x="14659" y="7074"/>
                  </a:moveTo>
                  <a:lnTo>
                    <a:pt x="14270" y="7198"/>
                  </a:lnTo>
                  <a:lnTo>
                    <a:pt x="13979" y="7453"/>
                  </a:lnTo>
                  <a:lnTo>
                    <a:pt x="13737" y="7955"/>
                  </a:lnTo>
                  <a:lnTo>
                    <a:pt x="13543" y="8589"/>
                  </a:lnTo>
                  <a:lnTo>
                    <a:pt x="13494" y="8210"/>
                  </a:lnTo>
                  <a:lnTo>
                    <a:pt x="13348" y="8083"/>
                  </a:lnTo>
                  <a:lnTo>
                    <a:pt x="13155" y="7955"/>
                  </a:lnTo>
                  <a:lnTo>
                    <a:pt x="12717" y="7955"/>
                  </a:lnTo>
                  <a:lnTo>
                    <a:pt x="12571" y="8083"/>
                  </a:lnTo>
                  <a:lnTo>
                    <a:pt x="12183" y="8589"/>
                  </a:lnTo>
                  <a:lnTo>
                    <a:pt x="11892" y="9219"/>
                  </a:lnTo>
                  <a:lnTo>
                    <a:pt x="11843" y="8840"/>
                  </a:lnTo>
                  <a:lnTo>
                    <a:pt x="11796" y="8716"/>
                  </a:lnTo>
                  <a:lnTo>
                    <a:pt x="11747" y="8716"/>
                  </a:lnTo>
                  <a:lnTo>
                    <a:pt x="11649" y="8840"/>
                  </a:lnTo>
                  <a:lnTo>
                    <a:pt x="11552" y="9474"/>
                  </a:lnTo>
                  <a:lnTo>
                    <a:pt x="11456" y="10104"/>
                  </a:lnTo>
                  <a:lnTo>
                    <a:pt x="11407" y="11496"/>
                  </a:lnTo>
                  <a:lnTo>
                    <a:pt x="11358" y="12756"/>
                  </a:lnTo>
                  <a:lnTo>
                    <a:pt x="11407" y="14020"/>
                  </a:lnTo>
                  <a:lnTo>
                    <a:pt x="11503" y="15284"/>
                  </a:lnTo>
                  <a:lnTo>
                    <a:pt x="11601" y="16548"/>
                  </a:lnTo>
                  <a:lnTo>
                    <a:pt x="11649" y="16799"/>
                  </a:lnTo>
                  <a:lnTo>
                    <a:pt x="11747" y="17054"/>
                  </a:lnTo>
                  <a:lnTo>
                    <a:pt x="11843" y="17178"/>
                  </a:lnTo>
                  <a:lnTo>
                    <a:pt x="11989" y="17054"/>
                  </a:lnTo>
                  <a:lnTo>
                    <a:pt x="12087" y="16927"/>
                  </a:lnTo>
                  <a:lnTo>
                    <a:pt x="12183" y="16799"/>
                  </a:lnTo>
                  <a:lnTo>
                    <a:pt x="12232" y="16420"/>
                  </a:lnTo>
                  <a:lnTo>
                    <a:pt x="12183" y="16042"/>
                  </a:lnTo>
                  <a:lnTo>
                    <a:pt x="12087" y="14399"/>
                  </a:lnTo>
                  <a:lnTo>
                    <a:pt x="12038" y="12632"/>
                  </a:lnTo>
                  <a:lnTo>
                    <a:pt x="12087" y="11496"/>
                  </a:lnTo>
                  <a:lnTo>
                    <a:pt x="12183" y="10735"/>
                  </a:lnTo>
                  <a:lnTo>
                    <a:pt x="12426" y="10232"/>
                  </a:lnTo>
                  <a:lnTo>
                    <a:pt x="12669" y="9726"/>
                  </a:lnTo>
                  <a:lnTo>
                    <a:pt x="12960" y="9598"/>
                  </a:lnTo>
                  <a:lnTo>
                    <a:pt x="13057" y="14020"/>
                  </a:lnTo>
                  <a:lnTo>
                    <a:pt x="13106" y="14275"/>
                  </a:lnTo>
                  <a:lnTo>
                    <a:pt x="13155" y="14526"/>
                  </a:lnTo>
                  <a:lnTo>
                    <a:pt x="13251" y="14778"/>
                  </a:lnTo>
                  <a:lnTo>
                    <a:pt x="13397" y="14778"/>
                  </a:lnTo>
                  <a:lnTo>
                    <a:pt x="13494" y="14905"/>
                  </a:lnTo>
                  <a:lnTo>
                    <a:pt x="13591" y="14778"/>
                  </a:lnTo>
                  <a:lnTo>
                    <a:pt x="13639" y="14526"/>
                  </a:lnTo>
                  <a:lnTo>
                    <a:pt x="13688" y="14275"/>
                  </a:lnTo>
                  <a:lnTo>
                    <a:pt x="13834" y="12253"/>
                  </a:lnTo>
                  <a:lnTo>
                    <a:pt x="13979" y="10356"/>
                  </a:lnTo>
                  <a:lnTo>
                    <a:pt x="14028" y="9853"/>
                  </a:lnTo>
                  <a:lnTo>
                    <a:pt x="14125" y="9474"/>
                  </a:lnTo>
                  <a:lnTo>
                    <a:pt x="14270" y="9095"/>
                  </a:lnTo>
                  <a:lnTo>
                    <a:pt x="14416" y="8840"/>
                  </a:lnTo>
                  <a:lnTo>
                    <a:pt x="14659" y="8840"/>
                  </a:lnTo>
                  <a:lnTo>
                    <a:pt x="14707" y="9095"/>
                  </a:lnTo>
                  <a:lnTo>
                    <a:pt x="14707" y="9853"/>
                  </a:lnTo>
                  <a:lnTo>
                    <a:pt x="14805" y="11874"/>
                  </a:lnTo>
                  <a:lnTo>
                    <a:pt x="14950" y="13896"/>
                  </a:lnTo>
                  <a:lnTo>
                    <a:pt x="15047" y="14654"/>
                  </a:lnTo>
                  <a:lnTo>
                    <a:pt x="15145" y="15535"/>
                  </a:lnTo>
                  <a:lnTo>
                    <a:pt x="15291" y="16293"/>
                  </a:lnTo>
                  <a:lnTo>
                    <a:pt x="15387" y="16548"/>
                  </a:lnTo>
                  <a:lnTo>
                    <a:pt x="15533" y="16675"/>
                  </a:lnTo>
                  <a:lnTo>
                    <a:pt x="15678" y="16675"/>
                  </a:lnTo>
                  <a:lnTo>
                    <a:pt x="15775" y="16548"/>
                  </a:lnTo>
                  <a:lnTo>
                    <a:pt x="15873" y="16420"/>
                  </a:lnTo>
                  <a:lnTo>
                    <a:pt x="15920" y="16169"/>
                  </a:lnTo>
                  <a:lnTo>
                    <a:pt x="15969" y="15790"/>
                  </a:lnTo>
                  <a:lnTo>
                    <a:pt x="15873" y="15411"/>
                  </a:lnTo>
                  <a:lnTo>
                    <a:pt x="15775" y="15157"/>
                  </a:lnTo>
                  <a:lnTo>
                    <a:pt x="15727" y="14654"/>
                  </a:lnTo>
                  <a:lnTo>
                    <a:pt x="15629" y="14020"/>
                  </a:lnTo>
                  <a:lnTo>
                    <a:pt x="15582" y="13011"/>
                  </a:lnTo>
                  <a:lnTo>
                    <a:pt x="15436" y="11496"/>
                  </a:lnTo>
                  <a:lnTo>
                    <a:pt x="15387" y="9853"/>
                  </a:lnTo>
                  <a:lnTo>
                    <a:pt x="15387" y="8716"/>
                  </a:lnTo>
                  <a:lnTo>
                    <a:pt x="15338" y="8210"/>
                  </a:lnTo>
                  <a:lnTo>
                    <a:pt x="15193" y="7831"/>
                  </a:lnTo>
                  <a:lnTo>
                    <a:pt x="14950" y="7325"/>
                  </a:lnTo>
                  <a:lnTo>
                    <a:pt x="14805" y="7198"/>
                  </a:lnTo>
                  <a:lnTo>
                    <a:pt x="14659" y="7074"/>
                  </a:lnTo>
                  <a:close/>
                  <a:moveTo>
                    <a:pt x="3591" y="3916"/>
                  </a:moveTo>
                  <a:lnTo>
                    <a:pt x="3398" y="4040"/>
                  </a:lnTo>
                  <a:lnTo>
                    <a:pt x="3204" y="4418"/>
                  </a:lnTo>
                  <a:lnTo>
                    <a:pt x="3155" y="4673"/>
                  </a:lnTo>
                  <a:lnTo>
                    <a:pt x="2864" y="4418"/>
                  </a:lnTo>
                  <a:lnTo>
                    <a:pt x="2330" y="4418"/>
                  </a:lnTo>
                  <a:lnTo>
                    <a:pt x="2039" y="4673"/>
                  </a:lnTo>
                  <a:lnTo>
                    <a:pt x="1019" y="5176"/>
                  </a:lnTo>
                  <a:lnTo>
                    <a:pt x="486" y="5682"/>
                  </a:lnTo>
                  <a:lnTo>
                    <a:pt x="242" y="5937"/>
                  </a:lnTo>
                  <a:lnTo>
                    <a:pt x="49" y="6316"/>
                  </a:lnTo>
                  <a:lnTo>
                    <a:pt x="0" y="6567"/>
                  </a:lnTo>
                  <a:lnTo>
                    <a:pt x="0" y="6819"/>
                  </a:lnTo>
                  <a:lnTo>
                    <a:pt x="49" y="6946"/>
                  </a:lnTo>
                  <a:lnTo>
                    <a:pt x="146" y="7074"/>
                  </a:lnTo>
                  <a:lnTo>
                    <a:pt x="97" y="8083"/>
                  </a:lnTo>
                  <a:lnTo>
                    <a:pt x="97" y="12756"/>
                  </a:lnTo>
                  <a:lnTo>
                    <a:pt x="146" y="16675"/>
                  </a:lnTo>
                  <a:lnTo>
                    <a:pt x="195" y="20591"/>
                  </a:lnTo>
                  <a:lnTo>
                    <a:pt x="242" y="20970"/>
                  </a:lnTo>
                  <a:lnTo>
                    <a:pt x="388" y="21349"/>
                  </a:lnTo>
                  <a:lnTo>
                    <a:pt x="533" y="21473"/>
                  </a:lnTo>
                  <a:lnTo>
                    <a:pt x="679" y="21349"/>
                  </a:lnTo>
                  <a:lnTo>
                    <a:pt x="824" y="21473"/>
                  </a:lnTo>
                  <a:lnTo>
                    <a:pt x="1117" y="21600"/>
                  </a:lnTo>
                  <a:lnTo>
                    <a:pt x="1359" y="21473"/>
                  </a:lnTo>
                  <a:lnTo>
                    <a:pt x="1845" y="21221"/>
                  </a:lnTo>
                  <a:lnTo>
                    <a:pt x="3155" y="20591"/>
                  </a:lnTo>
                  <a:lnTo>
                    <a:pt x="3446" y="20464"/>
                  </a:lnTo>
                  <a:lnTo>
                    <a:pt x="3640" y="20336"/>
                  </a:lnTo>
                  <a:lnTo>
                    <a:pt x="3835" y="20085"/>
                  </a:lnTo>
                  <a:lnTo>
                    <a:pt x="3931" y="19578"/>
                  </a:lnTo>
                  <a:lnTo>
                    <a:pt x="3931" y="19200"/>
                  </a:lnTo>
                  <a:lnTo>
                    <a:pt x="3883" y="18948"/>
                  </a:lnTo>
                  <a:lnTo>
                    <a:pt x="3737" y="18693"/>
                  </a:lnTo>
                  <a:lnTo>
                    <a:pt x="3544" y="18569"/>
                  </a:lnTo>
                  <a:lnTo>
                    <a:pt x="3349" y="18569"/>
                  </a:lnTo>
                  <a:lnTo>
                    <a:pt x="3155" y="18693"/>
                  </a:lnTo>
                  <a:lnTo>
                    <a:pt x="2718" y="18948"/>
                  </a:lnTo>
                  <a:lnTo>
                    <a:pt x="2330" y="19200"/>
                  </a:lnTo>
                  <a:lnTo>
                    <a:pt x="1359" y="19706"/>
                  </a:lnTo>
                  <a:lnTo>
                    <a:pt x="922" y="19957"/>
                  </a:lnTo>
                  <a:lnTo>
                    <a:pt x="873" y="17054"/>
                  </a:lnTo>
                  <a:lnTo>
                    <a:pt x="824" y="14147"/>
                  </a:lnTo>
                  <a:lnTo>
                    <a:pt x="1117" y="14147"/>
                  </a:lnTo>
                  <a:lnTo>
                    <a:pt x="1359" y="14020"/>
                  </a:lnTo>
                  <a:lnTo>
                    <a:pt x="1892" y="13641"/>
                  </a:lnTo>
                  <a:lnTo>
                    <a:pt x="3253" y="12884"/>
                  </a:lnTo>
                  <a:lnTo>
                    <a:pt x="3300" y="13011"/>
                  </a:lnTo>
                  <a:lnTo>
                    <a:pt x="3446" y="13011"/>
                  </a:lnTo>
                  <a:lnTo>
                    <a:pt x="3544" y="12884"/>
                  </a:lnTo>
                  <a:lnTo>
                    <a:pt x="3640" y="12756"/>
                  </a:lnTo>
                  <a:lnTo>
                    <a:pt x="3689" y="12632"/>
                  </a:lnTo>
                  <a:lnTo>
                    <a:pt x="3786" y="12253"/>
                  </a:lnTo>
                  <a:lnTo>
                    <a:pt x="3835" y="11998"/>
                  </a:lnTo>
                  <a:lnTo>
                    <a:pt x="3835" y="11747"/>
                  </a:lnTo>
                  <a:lnTo>
                    <a:pt x="3786" y="11496"/>
                  </a:lnTo>
                  <a:lnTo>
                    <a:pt x="3737" y="11241"/>
                  </a:lnTo>
                  <a:lnTo>
                    <a:pt x="3591" y="10862"/>
                  </a:lnTo>
                  <a:lnTo>
                    <a:pt x="3349" y="10862"/>
                  </a:lnTo>
                  <a:lnTo>
                    <a:pt x="1892" y="11874"/>
                  </a:lnTo>
                  <a:lnTo>
                    <a:pt x="1359" y="12126"/>
                  </a:lnTo>
                  <a:lnTo>
                    <a:pt x="1068" y="12377"/>
                  </a:lnTo>
                  <a:lnTo>
                    <a:pt x="824" y="12505"/>
                  </a:lnTo>
                  <a:lnTo>
                    <a:pt x="777" y="9598"/>
                  </a:lnTo>
                  <a:lnTo>
                    <a:pt x="777" y="8462"/>
                  </a:lnTo>
                  <a:lnTo>
                    <a:pt x="728" y="7198"/>
                  </a:lnTo>
                  <a:lnTo>
                    <a:pt x="1408" y="6819"/>
                  </a:lnTo>
                  <a:lnTo>
                    <a:pt x="2136" y="6316"/>
                  </a:lnTo>
                  <a:lnTo>
                    <a:pt x="2378" y="6189"/>
                  </a:lnTo>
                  <a:lnTo>
                    <a:pt x="2718" y="6189"/>
                  </a:lnTo>
                  <a:lnTo>
                    <a:pt x="2864" y="6440"/>
                  </a:lnTo>
                  <a:lnTo>
                    <a:pt x="2960" y="6567"/>
                  </a:lnTo>
                  <a:lnTo>
                    <a:pt x="3058" y="6695"/>
                  </a:lnTo>
                  <a:lnTo>
                    <a:pt x="3204" y="6695"/>
                  </a:lnTo>
                  <a:lnTo>
                    <a:pt x="3300" y="6567"/>
                  </a:lnTo>
                  <a:lnTo>
                    <a:pt x="3980" y="5682"/>
                  </a:lnTo>
                  <a:lnTo>
                    <a:pt x="4077" y="5558"/>
                  </a:lnTo>
                  <a:lnTo>
                    <a:pt x="4126" y="5431"/>
                  </a:lnTo>
                  <a:lnTo>
                    <a:pt x="4175" y="4925"/>
                  </a:lnTo>
                  <a:lnTo>
                    <a:pt x="4126" y="4418"/>
                  </a:lnTo>
                  <a:lnTo>
                    <a:pt x="4077" y="4295"/>
                  </a:lnTo>
                  <a:lnTo>
                    <a:pt x="3980" y="4040"/>
                  </a:lnTo>
                  <a:lnTo>
                    <a:pt x="3786" y="3916"/>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972" name="Google Shape;342;p6"/>
            <p:cNvSpPr/>
            <p:nvPr/>
          </p:nvSpPr>
          <p:spPr>
            <a:xfrm>
              <a:off x="413610" y="4847857"/>
              <a:ext cx="687686" cy="4827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676" y="651"/>
                  </a:moveTo>
                  <a:lnTo>
                    <a:pt x="5867" y="706"/>
                  </a:lnTo>
                  <a:lnTo>
                    <a:pt x="5791" y="706"/>
                  </a:lnTo>
                  <a:lnTo>
                    <a:pt x="5676" y="651"/>
                  </a:lnTo>
                  <a:close/>
                  <a:moveTo>
                    <a:pt x="5029" y="706"/>
                  </a:moveTo>
                  <a:lnTo>
                    <a:pt x="4990" y="759"/>
                  </a:lnTo>
                  <a:lnTo>
                    <a:pt x="4762" y="814"/>
                  </a:lnTo>
                  <a:lnTo>
                    <a:pt x="5029" y="706"/>
                  </a:lnTo>
                  <a:close/>
                  <a:moveTo>
                    <a:pt x="5371" y="1194"/>
                  </a:moveTo>
                  <a:lnTo>
                    <a:pt x="5410" y="1247"/>
                  </a:lnTo>
                  <a:lnTo>
                    <a:pt x="5447" y="1357"/>
                  </a:lnTo>
                  <a:lnTo>
                    <a:pt x="5561" y="1465"/>
                  </a:lnTo>
                  <a:lnTo>
                    <a:pt x="5714" y="1520"/>
                  </a:lnTo>
                  <a:lnTo>
                    <a:pt x="5981" y="1520"/>
                  </a:lnTo>
                  <a:lnTo>
                    <a:pt x="6095" y="1465"/>
                  </a:lnTo>
                  <a:lnTo>
                    <a:pt x="6210" y="1465"/>
                  </a:lnTo>
                  <a:lnTo>
                    <a:pt x="6248" y="1520"/>
                  </a:lnTo>
                  <a:lnTo>
                    <a:pt x="6285" y="1628"/>
                  </a:lnTo>
                  <a:lnTo>
                    <a:pt x="6400" y="2116"/>
                  </a:lnTo>
                  <a:lnTo>
                    <a:pt x="6400" y="2551"/>
                  </a:lnTo>
                  <a:lnTo>
                    <a:pt x="6362" y="3039"/>
                  </a:lnTo>
                  <a:lnTo>
                    <a:pt x="6285" y="3473"/>
                  </a:lnTo>
                  <a:lnTo>
                    <a:pt x="6210" y="3745"/>
                  </a:lnTo>
                  <a:lnTo>
                    <a:pt x="6134" y="4016"/>
                  </a:lnTo>
                  <a:lnTo>
                    <a:pt x="5867" y="4450"/>
                  </a:lnTo>
                  <a:lnTo>
                    <a:pt x="5600" y="4776"/>
                  </a:lnTo>
                  <a:lnTo>
                    <a:pt x="5257" y="5047"/>
                  </a:lnTo>
                  <a:lnTo>
                    <a:pt x="5257" y="4884"/>
                  </a:lnTo>
                  <a:lnTo>
                    <a:pt x="5219" y="4829"/>
                  </a:lnTo>
                  <a:lnTo>
                    <a:pt x="5143" y="4776"/>
                  </a:lnTo>
                  <a:lnTo>
                    <a:pt x="5067" y="4776"/>
                  </a:lnTo>
                  <a:lnTo>
                    <a:pt x="5257" y="4125"/>
                  </a:lnTo>
                  <a:lnTo>
                    <a:pt x="5257" y="4016"/>
                  </a:lnTo>
                  <a:lnTo>
                    <a:pt x="5181" y="3962"/>
                  </a:lnTo>
                  <a:lnTo>
                    <a:pt x="5143" y="3962"/>
                  </a:lnTo>
                  <a:lnTo>
                    <a:pt x="5067" y="4016"/>
                  </a:lnTo>
                  <a:lnTo>
                    <a:pt x="4723" y="4776"/>
                  </a:lnTo>
                  <a:lnTo>
                    <a:pt x="4495" y="5264"/>
                  </a:lnTo>
                  <a:lnTo>
                    <a:pt x="4266" y="5210"/>
                  </a:lnTo>
                  <a:lnTo>
                    <a:pt x="4001" y="5156"/>
                  </a:lnTo>
                  <a:lnTo>
                    <a:pt x="3848" y="5102"/>
                  </a:lnTo>
                  <a:lnTo>
                    <a:pt x="4152" y="4721"/>
                  </a:lnTo>
                  <a:lnTo>
                    <a:pt x="4762" y="3908"/>
                  </a:lnTo>
                  <a:lnTo>
                    <a:pt x="4762" y="3690"/>
                  </a:lnTo>
                  <a:lnTo>
                    <a:pt x="4686" y="3635"/>
                  </a:lnTo>
                  <a:lnTo>
                    <a:pt x="4609" y="3635"/>
                  </a:lnTo>
                  <a:lnTo>
                    <a:pt x="3619" y="4613"/>
                  </a:lnTo>
                  <a:lnTo>
                    <a:pt x="3428" y="4829"/>
                  </a:lnTo>
                  <a:lnTo>
                    <a:pt x="3352" y="4721"/>
                  </a:lnTo>
                  <a:lnTo>
                    <a:pt x="3391" y="4559"/>
                  </a:lnTo>
                  <a:lnTo>
                    <a:pt x="3428" y="4450"/>
                  </a:lnTo>
                  <a:lnTo>
                    <a:pt x="3391" y="4341"/>
                  </a:lnTo>
                  <a:lnTo>
                    <a:pt x="3352" y="4288"/>
                  </a:lnTo>
                  <a:lnTo>
                    <a:pt x="3467" y="4341"/>
                  </a:lnTo>
                  <a:lnTo>
                    <a:pt x="3809" y="4070"/>
                  </a:lnTo>
                  <a:lnTo>
                    <a:pt x="4914" y="3039"/>
                  </a:lnTo>
                  <a:lnTo>
                    <a:pt x="4953" y="2931"/>
                  </a:lnTo>
                  <a:lnTo>
                    <a:pt x="4953" y="2876"/>
                  </a:lnTo>
                  <a:lnTo>
                    <a:pt x="4914" y="2768"/>
                  </a:lnTo>
                  <a:lnTo>
                    <a:pt x="4839" y="2768"/>
                  </a:lnTo>
                  <a:lnTo>
                    <a:pt x="4495" y="2931"/>
                  </a:lnTo>
                  <a:lnTo>
                    <a:pt x="3962" y="3256"/>
                  </a:lnTo>
                  <a:lnTo>
                    <a:pt x="3428" y="3635"/>
                  </a:lnTo>
                  <a:lnTo>
                    <a:pt x="3200" y="3908"/>
                  </a:lnTo>
                  <a:lnTo>
                    <a:pt x="3047" y="4125"/>
                  </a:lnTo>
                  <a:lnTo>
                    <a:pt x="3010" y="3853"/>
                  </a:lnTo>
                  <a:lnTo>
                    <a:pt x="3010" y="3635"/>
                  </a:lnTo>
                  <a:lnTo>
                    <a:pt x="3200" y="3527"/>
                  </a:lnTo>
                  <a:lnTo>
                    <a:pt x="3391" y="3310"/>
                  </a:lnTo>
                  <a:lnTo>
                    <a:pt x="3771" y="2984"/>
                  </a:lnTo>
                  <a:lnTo>
                    <a:pt x="4266" y="2551"/>
                  </a:lnTo>
                  <a:lnTo>
                    <a:pt x="4762" y="2225"/>
                  </a:lnTo>
                  <a:lnTo>
                    <a:pt x="4839" y="2116"/>
                  </a:lnTo>
                  <a:lnTo>
                    <a:pt x="4839" y="2008"/>
                  </a:lnTo>
                  <a:lnTo>
                    <a:pt x="4762" y="1953"/>
                  </a:lnTo>
                  <a:lnTo>
                    <a:pt x="4686" y="1900"/>
                  </a:lnTo>
                  <a:lnTo>
                    <a:pt x="4419" y="2008"/>
                  </a:lnTo>
                  <a:lnTo>
                    <a:pt x="4115" y="2116"/>
                  </a:lnTo>
                  <a:lnTo>
                    <a:pt x="3848" y="2225"/>
                  </a:lnTo>
                  <a:lnTo>
                    <a:pt x="3581" y="2441"/>
                  </a:lnTo>
                  <a:lnTo>
                    <a:pt x="3277" y="2659"/>
                  </a:lnTo>
                  <a:lnTo>
                    <a:pt x="3428" y="2333"/>
                  </a:lnTo>
                  <a:lnTo>
                    <a:pt x="3619" y="2008"/>
                  </a:lnTo>
                  <a:lnTo>
                    <a:pt x="3924" y="1790"/>
                  </a:lnTo>
                  <a:lnTo>
                    <a:pt x="4266" y="1574"/>
                  </a:lnTo>
                  <a:lnTo>
                    <a:pt x="4914" y="1247"/>
                  </a:lnTo>
                  <a:lnTo>
                    <a:pt x="4953" y="1357"/>
                  </a:lnTo>
                  <a:lnTo>
                    <a:pt x="5029" y="1465"/>
                  </a:lnTo>
                  <a:lnTo>
                    <a:pt x="5105" y="1465"/>
                  </a:lnTo>
                  <a:lnTo>
                    <a:pt x="5181" y="1520"/>
                  </a:lnTo>
                  <a:lnTo>
                    <a:pt x="5257" y="1465"/>
                  </a:lnTo>
                  <a:lnTo>
                    <a:pt x="5296" y="1411"/>
                  </a:lnTo>
                  <a:lnTo>
                    <a:pt x="5371" y="1302"/>
                  </a:lnTo>
                  <a:lnTo>
                    <a:pt x="5371" y="1194"/>
                  </a:lnTo>
                  <a:close/>
                  <a:moveTo>
                    <a:pt x="10019" y="4884"/>
                  </a:moveTo>
                  <a:lnTo>
                    <a:pt x="10286" y="4992"/>
                  </a:lnTo>
                  <a:lnTo>
                    <a:pt x="10286" y="5047"/>
                  </a:lnTo>
                  <a:lnTo>
                    <a:pt x="10514" y="5372"/>
                  </a:lnTo>
                  <a:lnTo>
                    <a:pt x="10704" y="5753"/>
                  </a:lnTo>
                  <a:lnTo>
                    <a:pt x="10553" y="5970"/>
                  </a:lnTo>
                  <a:lnTo>
                    <a:pt x="10362" y="6186"/>
                  </a:lnTo>
                  <a:lnTo>
                    <a:pt x="10172" y="6350"/>
                  </a:lnTo>
                  <a:lnTo>
                    <a:pt x="9982" y="6404"/>
                  </a:lnTo>
                  <a:lnTo>
                    <a:pt x="9866" y="6350"/>
                  </a:lnTo>
                  <a:lnTo>
                    <a:pt x="9791" y="6295"/>
                  </a:lnTo>
                  <a:lnTo>
                    <a:pt x="9866" y="6133"/>
                  </a:lnTo>
                  <a:lnTo>
                    <a:pt x="9866" y="6023"/>
                  </a:lnTo>
                  <a:lnTo>
                    <a:pt x="9829" y="5915"/>
                  </a:lnTo>
                  <a:lnTo>
                    <a:pt x="9752" y="5807"/>
                  </a:lnTo>
                  <a:lnTo>
                    <a:pt x="9600" y="5807"/>
                  </a:lnTo>
                  <a:lnTo>
                    <a:pt x="9829" y="5644"/>
                  </a:lnTo>
                  <a:lnTo>
                    <a:pt x="9866" y="5590"/>
                  </a:lnTo>
                  <a:lnTo>
                    <a:pt x="9905" y="5535"/>
                  </a:lnTo>
                  <a:lnTo>
                    <a:pt x="9905" y="5372"/>
                  </a:lnTo>
                  <a:lnTo>
                    <a:pt x="9829" y="5264"/>
                  </a:lnTo>
                  <a:lnTo>
                    <a:pt x="9752" y="5210"/>
                  </a:lnTo>
                  <a:lnTo>
                    <a:pt x="9715" y="5210"/>
                  </a:lnTo>
                  <a:lnTo>
                    <a:pt x="9409" y="5372"/>
                  </a:lnTo>
                  <a:lnTo>
                    <a:pt x="9562" y="4992"/>
                  </a:lnTo>
                  <a:lnTo>
                    <a:pt x="9638" y="5047"/>
                  </a:lnTo>
                  <a:lnTo>
                    <a:pt x="9715" y="5047"/>
                  </a:lnTo>
                  <a:lnTo>
                    <a:pt x="9866" y="4992"/>
                  </a:lnTo>
                  <a:lnTo>
                    <a:pt x="10019" y="4884"/>
                  </a:lnTo>
                  <a:close/>
                  <a:moveTo>
                    <a:pt x="1562" y="6404"/>
                  </a:moveTo>
                  <a:lnTo>
                    <a:pt x="1676" y="6458"/>
                  </a:lnTo>
                  <a:lnTo>
                    <a:pt x="1790" y="6566"/>
                  </a:lnTo>
                  <a:lnTo>
                    <a:pt x="1943" y="6784"/>
                  </a:lnTo>
                  <a:lnTo>
                    <a:pt x="1981" y="7055"/>
                  </a:lnTo>
                  <a:lnTo>
                    <a:pt x="2019" y="7272"/>
                  </a:lnTo>
                  <a:lnTo>
                    <a:pt x="1981" y="7544"/>
                  </a:lnTo>
                  <a:lnTo>
                    <a:pt x="1943" y="7760"/>
                  </a:lnTo>
                  <a:lnTo>
                    <a:pt x="1829" y="7978"/>
                  </a:lnTo>
                  <a:lnTo>
                    <a:pt x="1676" y="8141"/>
                  </a:lnTo>
                  <a:lnTo>
                    <a:pt x="1524" y="8249"/>
                  </a:lnTo>
                  <a:lnTo>
                    <a:pt x="1486" y="8032"/>
                  </a:lnTo>
                  <a:lnTo>
                    <a:pt x="1486" y="7707"/>
                  </a:lnTo>
                  <a:lnTo>
                    <a:pt x="1448" y="7598"/>
                  </a:lnTo>
                  <a:lnTo>
                    <a:pt x="1448" y="7489"/>
                  </a:lnTo>
                  <a:lnTo>
                    <a:pt x="1371" y="7380"/>
                  </a:lnTo>
                  <a:lnTo>
                    <a:pt x="1334" y="7327"/>
                  </a:lnTo>
                  <a:lnTo>
                    <a:pt x="1219" y="7380"/>
                  </a:lnTo>
                  <a:lnTo>
                    <a:pt x="1067" y="7489"/>
                  </a:lnTo>
                  <a:lnTo>
                    <a:pt x="1181" y="7380"/>
                  </a:lnTo>
                  <a:lnTo>
                    <a:pt x="1371" y="7217"/>
                  </a:lnTo>
                  <a:lnTo>
                    <a:pt x="1524" y="7055"/>
                  </a:lnTo>
                  <a:lnTo>
                    <a:pt x="1600" y="6947"/>
                  </a:lnTo>
                  <a:lnTo>
                    <a:pt x="1562" y="6838"/>
                  </a:lnTo>
                  <a:lnTo>
                    <a:pt x="1524" y="6729"/>
                  </a:lnTo>
                  <a:lnTo>
                    <a:pt x="1448" y="6676"/>
                  </a:lnTo>
                  <a:lnTo>
                    <a:pt x="1486" y="6621"/>
                  </a:lnTo>
                  <a:lnTo>
                    <a:pt x="1524" y="6566"/>
                  </a:lnTo>
                  <a:lnTo>
                    <a:pt x="1524" y="6513"/>
                  </a:lnTo>
                  <a:lnTo>
                    <a:pt x="1486" y="6404"/>
                  </a:lnTo>
                  <a:close/>
                  <a:moveTo>
                    <a:pt x="1181" y="8249"/>
                  </a:moveTo>
                  <a:lnTo>
                    <a:pt x="1181" y="8358"/>
                  </a:lnTo>
                  <a:lnTo>
                    <a:pt x="1067" y="8303"/>
                  </a:lnTo>
                  <a:lnTo>
                    <a:pt x="1181" y="8249"/>
                  </a:lnTo>
                  <a:close/>
                  <a:moveTo>
                    <a:pt x="8190" y="8738"/>
                  </a:moveTo>
                  <a:lnTo>
                    <a:pt x="8534" y="8846"/>
                  </a:lnTo>
                  <a:lnTo>
                    <a:pt x="8610" y="9009"/>
                  </a:lnTo>
                  <a:lnTo>
                    <a:pt x="8724" y="9117"/>
                  </a:lnTo>
                  <a:lnTo>
                    <a:pt x="8838" y="9280"/>
                  </a:lnTo>
                  <a:lnTo>
                    <a:pt x="8952" y="9443"/>
                  </a:lnTo>
                  <a:lnTo>
                    <a:pt x="9028" y="9660"/>
                  </a:lnTo>
                  <a:lnTo>
                    <a:pt x="9105" y="9877"/>
                  </a:lnTo>
                  <a:lnTo>
                    <a:pt x="9143" y="10258"/>
                  </a:lnTo>
                  <a:lnTo>
                    <a:pt x="9105" y="10583"/>
                  </a:lnTo>
                  <a:lnTo>
                    <a:pt x="8991" y="10909"/>
                  </a:lnTo>
                  <a:lnTo>
                    <a:pt x="8877" y="11180"/>
                  </a:lnTo>
                  <a:lnTo>
                    <a:pt x="8762" y="11397"/>
                  </a:lnTo>
                  <a:lnTo>
                    <a:pt x="8610" y="11560"/>
                  </a:lnTo>
                  <a:lnTo>
                    <a:pt x="8457" y="11668"/>
                  </a:lnTo>
                  <a:lnTo>
                    <a:pt x="8305" y="11777"/>
                  </a:lnTo>
                  <a:lnTo>
                    <a:pt x="8381" y="11234"/>
                  </a:lnTo>
                  <a:lnTo>
                    <a:pt x="8381" y="11125"/>
                  </a:lnTo>
                  <a:lnTo>
                    <a:pt x="8343" y="11071"/>
                  </a:lnTo>
                  <a:lnTo>
                    <a:pt x="8267" y="11071"/>
                  </a:lnTo>
                  <a:lnTo>
                    <a:pt x="8229" y="11125"/>
                  </a:lnTo>
                  <a:lnTo>
                    <a:pt x="8038" y="11452"/>
                  </a:lnTo>
                  <a:lnTo>
                    <a:pt x="7847" y="11831"/>
                  </a:lnTo>
                  <a:lnTo>
                    <a:pt x="7543" y="11723"/>
                  </a:lnTo>
                  <a:lnTo>
                    <a:pt x="7772" y="11234"/>
                  </a:lnTo>
                  <a:lnTo>
                    <a:pt x="8038" y="10854"/>
                  </a:lnTo>
                  <a:lnTo>
                    <a:pt x="8038" y="10691"/>
                  </a:lnTo>
                  <a:lnTo>
                    <a:pt x="7924" y="10691"/>
                  </a:lnTo>
                  <a:lnTo>
                    <a:pt x="7733" y="10854"/>
                  </a:lnTo>
                  <a:lnTo>
                    <a:pt x="7543" y="11017"/>
                  </a:lnTo>
                  <a:lnTo>
                    <a:pt x="7352" y="11234"/>
                  </a:lnTo>
                  <a:lnTo>
                    <a:pt x="7200" y="11505"/>
                  </a:lnTo>
                  <a:lnTo>
                    <a:pt x="7123" y="11397"/>
                  </a:lnTo>
                  <a:lnTo>
                    <a:pt x="6972" y="11180"/>
                  </a:lnTo>
                  <a:lnTo>
                    <a:pt x="7505" y="10746"/>
                  </a:lnTo>
                  <a:lnTo>
                    <a:pt x="8038" y="10258"/>
                  </a:lnTo>
                  <a:lnTo>
                    <a:pt x="8038" y="10203"/>
                  </a:lnTo>
                  <a:lnTo>
                    <a:pt x="8000" y="10148"/>
                  </a:lnTo>
                  <a:lnTo>
                    <a:pt x="7696" y="10148"/>
                  </a:lnTo>
                  <a:lnTo>
                    <a:pt x="7352" y="10258"/>
                  </a:lnTo>
                  <a:lnTo>
                    <a:pt x="7048" y="10420"/>
                  </a:lnTo>
                  <a:lnTo>
                    <a:pt x="6781" y="10691"/>
                  </a:lnTo>
                  <a:lnTo>
                    <a:pt x="6743" y="10366"/>
                  </a:lnTo>
                  <a:lnTo>
                    <a:pt x="6743" y="9986"/>
                  </a:lnTo>
                  <a:lnTo>
                    <a:pt x="6858" y="9931"/>
                  </a:lnTo>
                  <a:lnTo>
                    <a:pt x="7238" y="9768"/>
                  </a:lnTo>
                  <a:lnTo>
                    <a:pt x="7390" y="9660"/>
                  </a:lnTo>
                  <a:lnTo>
                    <a:pt x="7581" y="9497"/>
                  </a:lnTo>
                  <a:lnTo>
                    <a:pt x="7619" y="9389"/>
                  </a:lnTo>
                  <a:lnTo>
                    <a:pt x="7619" y="9335"/>
                  </a:lnTo>
                  <a:lnTo>
                    <a:pt x="7581" y="9335"/>
                  </a:lnTo>
                  <a:lnTo>
                    <a:pt x="7276" y="9280"/>
                  </a:lnTo>
                  <a:lnTo>
                    <a:pt x="7009" y="9335"/>
                  </a:lnTo>
                  <a:lnTo>
                    <a:pt x="7123" y="9172"/>
                  </a:lnTo>
                  <a:lnTo>
                    <a:pt x="7238" y="9009"/>
                  </a:lnTo>
                  <a:lnTo>
                    <a:pt x="7390" y="8901"/>
                  </a:lnTo>
                  <a:lnTo>
                    <a:pt x="7543" y="8792"/>
                  </a:lnTo>
                  <a:lnTo>
                    <a:pt x="7847" y="8738"/>
                  </a:lnTo>
                  <a:close/>
                  <a:moveTo>
                    <a:pt x="5143" y="0"/>
                  </a:moveTo>
                  <a:lnTo>
                    <a:pt x="4914" y="53"/>
                  </a:lnTo>
                  <a:lnTo>
                    <a:pt x="4648" y="163"/>
                  </a:lnTo>
                  <a:lnTo>
                    <a:pt x="4419" y="271"/>
                  </a:lnTo>
                  <a:lnTo>
                    <a:pt x="4191" y="434"/>
                  </a:lnTo>
                  <a:lnTo>
                    <a:pt x="3771" y="814"/>
                  </a:lnTo>
                  <a:lnTo>
                    <a:pt x="3428" y="1302"/>
                  </a:lnTo>
                  <a:lnTo>
                    <a:pt x="3086" y="1845"/>
                  </a:lnTo>
                  <a:lnTo>
                    <a:pt x="2781" y="2441"/>
                  </a:lnTo>
                  <a:lnTo>
                    <a:pt x="2667" y="2768"/>
                  </a:lnTo>
                  <a:lnTo>
                    <a:pt x="2590" y="3094"/>
                  </a:lnTo>
                  <a:lnTo>
                    <a:pt x="2514" y="3473"/>
                  </a:lnTo>
                  <a:lnTo>
                    <a:pt x="2476" y="3798"/>
                  </a:lnTo>
                  <a:lnTo>
                    <a:pt x="2514" y="4125"/>
                  </a:lnTo>
                  <a:lnTo>
                    <a:pt x="2553" y="4341"/>
                  </a:lnTo>
                  <a:lnTo>
                    <a:pt x="2629" y="4613"/>
                  </a:lnTo>
                  <a:lnTo>
                    <a:pt x="2704" y="4829"/>
                  </a:lnTo>
                  <a:lnTo>
                    <a:pt x="2590" y="4939"/>
                  </a:lnTo>
                  <a:lnTo>
                    <a:pt x="2095" y="5264"/>
                  </a:lnTo>
                  <a:lnTo>
                    <a:pt x="1866" y="5482"/>
                  </a:lnTo>
                  <a:lnTo>
                    <a:pt x="1752" y="5590"/>
                  </a:lnTo>
                  <a:lnTo>
                    <a:pt x="1638" y="5698"/>
                  </a:lnTo>
                  <a:lnTo>
                    <a:pt x="1105" y="5698"/>
                  </a:lnTo>
                  <a:lnTo>
                    <a:pt x="914" y="5807"/>
                  </a:lnTo>
                  <a:lnTo>
                    <a:pt x="762" y="5915"/>
                  </a:lnTo>
                  <a:lnTo>
                    <a:pt x="610" y="6078"/>
                  </a:lnTo>
                  <a:lnTo>
                    <a:pt x="495" y="6295"/>
                  </a:lnTo>
                  <a:lnTo>
                    <a:pt x="381" y="6513"/>
                  </a:lnTo>
                  <a:lnTo>
                    <a:pt x="190" y="6838"/>
                  </a:lnTo>
                  <a:lnTo>
                    <a:pt x="76" y="7217"/>
                  </a:lnTo>
                  <a:lnTo>
                    <a:pt x="38" y="7380"/>
                  </a:lnTo>
                  <a:lnTo>
                    <a:pt x="0" y="7598"/>
                  </a:lnTo>
                  <a:lnTo>
                    <a:pt x="38" y="7815"/>
                  </a:lnTo>
                  <a:lnTo>
                    <a:pt x="76" y="8032"/>
                  </a:lnTo>
                  <a:lnTo>
                    <a:pt x="190" y="8249"/>
                  </a:lnTo>
                  <a:lnTo>
                    <a:pt x="267" y="8466"/>
                  </a:lnTo>
                  <a:lnTo>
                    <a:pt x="419" y="8629"/>
                  </a:lnTo>
                  <a:lnTo>
                    <a:pt x="533" y="8792"/>
                  </a:lnTo>
                  <a:lnTo>
                    <a:pt x="685" y="8901"/>
                  </a:lnTo>
                  <a:lnTo>
                    <a:pt x="877" y="8954"/>
                  </a:lnTo>
                  <a:lnTo>
                    <a:pt x="1219" y="9064"/>
                  </a:lnTo>
                  <a:lnTo>
                    <a:pt x="1409" y="9064"/>
                  </a:lnTo>
                  <a:lnTo>
                    <a:pt x="1562" y="9009"/>
                  </a:lnTo>
                  <a:lnTo>
                    <a:pt x="1752" y="8954"/>
                  </a:lnTo>
                  <a:lnTo>
                    <a:pt x="1905" y="8846"/>
                  </a:lnTo>
                  <a:lnTo>
                    <a:pt x="2133" y="8521"/>
                  </a:lnTo>
                  <a:lnTo>
                    <a:pt x="2362" y="8141"/>
                  </a:lnTo>
                  <a:lnTo>
                    <a:pt x="2476" y="7707"/>
                  </a:lnTo>
                  <a:lnTo>
                    <a:pt x="2514" y="7489"/>
                  </a:lnTo>
                  <a:lnTo>
                    <a:pt x="2514" y="7217"/>
                  </a:lnTo>
                  <a:lnTo>
                    <a:pt x="2476" y="7001"/>
                  </a:lnTo>
                  <a:lnTo>
                    <a:pt x="2439" y="6784"/>
                  </a:lnTo>
                  <a:lnTo>
                    <a:pt x="2362" y="6513"/>
                  </a:lnTo>
                  <a:lnTo>
                    <a:pt x="2286" y="6295"/>
                  </a:lnTo>
                  <a:lnTo>
                    <a:pt x="2172" y="6133"/>
                  </a:lnTo>
                  <a:lnTo>
                    <a:pt x="2133" y="6078"/>
                  </a:lnTo>
                  <a:lnTo>
                    <a:pt x="2247" y="5970"/>
                  </a:lnTo>
                  <a:lnTo>
                    <a:pt x="2590" y="5644"/>
                  </a:lnTo>
                  <a:lnTo>
                    <a:pt x="2781" y="5427"/>
                  </a:lnTo>
                  <a:lnTo>
                    <a:pt x="2971" y="5210"/>
                  </a:lnTo>
                  <a:lnTo>
                    <a:pt x="3238" y="5482"/>
                  </a:lnTo>
                  <a:lnTo>
                    <a:pt x="3277" y="5590"/>
                  </a:lnTo>
                  <a:lnTo>
                    <a:pt x="3352" y="5644"/>
                  </a:lnTo>
                  <a:lnTo>
                    <a:pt x="3467" y="5644"/>
                  </a:lnTo>
                  <a:lnTo>
                    <a:pt x="3848" y="5861"/>
                  </a:lnTo>
                  <a:lnTo>
                    <a:pt x="4266" y="5970"/>
                  </a:lnTo>
                  <a:lnTo>
                    <a:pt x="4686" y="6023"/>
                  </a:lnTo>
                  <a:lnTo>
                    <a:pt x="5067" y="5915"/>
                  </a:lnTo>
                  <a:lnTo>
                    <a:pt x="5447" y="5753"/>
                  </a:lnTo>
                  <a:lnTo>
                    <a:pt x="5486" y="5861"/>
                  </a:lnTo>
                  <a:lnTo>
                    <a:pt x="5524" y="5970"/>
                  </a:lnTo>
                  <a:lnTo>
                    <a:pt x="5753" y="6241"/>
                  </a:lnTo>
                  <a:lnTo>
                    <a:pt x="5943" y="6566"/>
                  </a:lnTo>
                  <a:lnTo>
                    <a:pt x="6210" y="7272"/>
                  </a:lnTo>
                  <a:lnTo>
                    <a:pt x="6438" y="8032"/>
                  </a:lnTo>
                  <a:lnTo>
                    <a:pt x="6591" y="8358"/>
                  </a:lnTo>
                  <a:lnTo>
                    <a:pt x="6781" y="8683"/>
                  </a:lnTo>
                  <a:lnTo>
                    <a:pt x="6591" y="8901"/>
                  </a:lnTo>
                  <a:lnTo>
                    <a:pt x="6476" y="9172"/>
                  </a:lnTo>
                  <a:lnTo>
                    <a:pt x="6362" y="9443"/>
                  </a:lnTo>
                  <a:lnTo>
                    <a:pt x="6285" y="9715"/>
                  </a:lnTo>
                  <a:lnTo>
                    <a:pt x="6020" y="9931"/>
                  </a:lnTo>
                  <a:lnTo>
                    <a:pt x="5943" y="10095"/>
                  </a:lnTo>
                  <a:lnTo>
                    <a:pt x="5943" y="10258"/>
                  </a:lnTo>
                  <a:lnTo>
                    <a:pt x="5981" y="10420"/>
                  </a:lnTo>
                  <a:lnTo>
                    <a:pt x="6057" y="10474"/>
                  </a:lnTo>
                  <a:lnTo>
                    <a:pt x="6248" y="10474"/>
                  </a:lnTo>
                  <a:lnTo>
                    <a:pt x="6285" y="10799"/>
                  </a:lnTo>
                  <a:lnTo>
                    <a:pt x="6362" y="11125"/>
                  </a:lnTo>
                  <a:lnTo>
                    <a:pt x="6362" y="11452"/>
                  </a:lnTo>
                  <a:lnTo>
                    <a:pt x="6438" y="11560"/>
                  </a:lnTo>
                  <a:lnTo>
                    <a:pt x="6552" y="11614"/>
                  </a:lnTo>
                  <a:lnTo>
                    <a:pt x="6591" y="11614"/>
                  </a:lnTo>
                  <a:lnTo>
                    <a:pt x="6743" y="11885"/>
                  </a:lnTo>
                  <a:lnTo>
                    <a:pt x="6895" y="12048"/>
                  </a:lnTo>
                  <a:lnTo>
                    <a:pt x="7048" y="12211"/>
                  </a:lnTo>
                  <a:lnTo>
                    <a:pt x="7123" y="12265"/>
                  </a:lnTo>
                  <a:lnTo>
                    <a:pt x="7200" y="12319"/>
                  </a:lnTo>
                  <a:lnTo>
                    <a:pt x="7467" y="12483"/>
                  </a:lnTo>
                  <a:lnTo>
                    <a:pt x="7733" y="12536"/>
                  </a:lnTo>
                  <a:lnTo>
                    <a:pt x="8038" y="12536"/>
                  </a:lnTo>
                  <a:lnTo>
                    <a:pt x="8305" y="12483"/>
                  </a:lnTo>
                  <a:lnTo>
                    <a:pt x="8571" y="12374"/>
                  </a:lnTo>
                  <a:lnTo>
                    <a:pt x="8838" y="12211"/>
                  </a:lnTo>
                  <a:lnTo>
                    <a:pt x="9067" y="11940"/>
                  </a:lnTo>
                  <a:lnTo>
                    <a:pt x="9258" y="11668"/>
                  </a:lnTo>
                  <a:lnTo>
                    <a:pt x="9448" y="11289"/>
                  </a:lnTo>
                  <a:lnTo>
                    <a:pt x="9600" y="10799"/>
                  </a:lnTo>
                  <a:lnTo>
                    <a:pt x="9638" y="10366"/>
                  </a:lnTo>
                  <a:lnTo>
                    <a:pt x="9676" y="10095"/>
                  </a:lnTo>
                  <a:lnTo>
                    <a:pt x="9638" y="9877"/>
                  </a:lnTo>
                  <a:lnTo>
                    <a:pt x="9562" y="9552"/>
                  </a:lnTo>
                  <a:lnTo>
                    <a:pt x="9486" y="9172"/>
                  </a:lnTo>
                  <a:lnTo>
                    <a:pt x="9295" y="8846"/>
                  </a:lnTo>
                  <a:lnTo>
                    <a:pt x="9219" y="8738"/>
                  </a:lnTo>
                  <a:lnTo>
                    <a:pt x="9105" y="8629"/>
                  </a:lnTo>
                  <a:lnTo>
                    <a:pt x="9143" y="8411"/>
                  </a:lnTo>
                  <a:lnTo>
                    <a:pt x="9372" y="7760"/>
                  </a:lnTo>
                  <a:lnTo>
                    <a:pt x="9562" y="7055"/>
                  </a:lnTo>
                  <a:lnTo>
                    <a:pt x="9791" y="7109"/>
                  </a:lnTo>
                  <a:lnTo>
                    <a:pt x="10019" y="7109"/>
                  </a:lnTo>
                  <a:lnTo>
                    <a:pt x="10210" y="7001"/>
                  </a:lnTo>
                  <a:lnTo>
                    <a:pt x="10439" y="6892"/>
                  </a:lnTo>
                  <a:lnTo>
                    <a:pt x="10629" y="6729"/>
                  </a:lnTo>
                  <a:lnTo>
                    <a:pt x="10820" y="6513"/>
                  </a:lnTo>
                  <a:lnTo>
                    <a:pt x="11124" y="6078"/>
                  </a:lnTo>
                  <a:lnTo>
                    <a:pt x="11200" y="5861"/>
                  </a:lnTo>
                  <a:lnTo>
                    <a:pt x="11200" y="5644"/>
                  </a:lnTo>
                  <a:lnTo>
                    <a:pt x="11048" y="5264"/>
                  </a:lnTo>
                  <a:lnTo>
                    <a:pt x="10896" y="4939"/>
                  </a:lnTo>
                  <a:lnTo>
                    <a:pt x="10743" y="4667"/>
                  </a:lnTo>
                  <a:lnTo>
                    <a:pt x="10514" y="4396"/>
                  </a:lnTo>
                  <a:lnTo>
                    <a:pt x="10286" y="4178"/>
                  </a:lnTo>
                  <a:lnTo>
                    <a:pt x="10172" y="4125"/>
                  </a:lnTo>
                  <a:lnTo>
                    <a:pt x="10057" y="4070"/>
                  </a:lnTo>
                  <a:lnTo>
                    <a:pt x="9866" y="4233"/>
                  </a:lnTo>
                  <a:lnTo>
                    <a:pt x="9752" y="4178"/>
                  </a:lnTo>
                  <a:lnTo>
                    <a:pt x="9676" y="4233"/>
                  </a:lnTo>
                  <a:lnTo>
                    <a:pt x="9372" y="4450"/>
                  </a:lnTo>
                  <a:lnTo>
                    <a:pt x="9105" y="4721"/>
                  </a:lnTo>
                  <a:lnTo>
                    <a:pt x="8991" y="4884"/>
                  </a:lnTo>
                  <a:lnTo>
                    <a:pt x="8877" y="5102"/>
                  </a:lnTo>
                  <a:lnTo>
                    <a:pt x="8800" y="5264"/>
                  </a:lnTo>
                  <a:lnTo>
                    <a:pt x="8762" y="5535"/>
                  </a:lnTo>
                  <a:lnTo>
                    <a:pt x="8762" y="5861"/>
                  </a:lnTo>
                  <a:lnTo>
                    <a:pt x="8800" y="6186"/>
                  </a:lnTo>
                  <a:lnTo>
                    <a:pt x="8952" y="6513"/>
                  </a:lnTo>
                  <a:lnTo>
                    <a:pt x="9105" y="6729"/>
                  </a:lnTo>
                  <a:lnTo>
                    <a:pt x="9219" y="6838"/>
                  </a:lnTo>
                  <a:lnTo>
                    <a:pt x="9028" y="7217"/>
                  </a:lnTo>
                  <a:lnTo>
                    <a:pt x="8877" y="7598"/>
                  </a:lnTo>
                  <a:lnTo>
                    <a:pt x="8610" y="8303"/>
                  </a:lnTo>
                  <a:lnTo>
                    <a:pt x="8457" y="8195"/>
                  </a:lnTo>
                  <a:lnTo>
                    <a:pt x="8267" y="8141"/>
                  </a:lnTo>
                  <a:lnTo>
                    <a:pt x="8076" y="8086"/>
                  </a:lnTo>
                  <a:lnTo>
                    <a:pt x="7696" y="8086"/>
                  </a:lnTo>
                  <a:lnTo>
                    <a:pt x="7505" y="8141"/>
                  </a:lnTo>
                  <a:lnTo>
                    <a:pt x="7315" y="8195"/>
                  </a:lnTo>
                  <a:lnTo>
                    <a:pt x="7123" y="8358"/>
                  </a:lnTo>
                  <a:lnTo>
                    <a:pt x="7009" y="7870"/>
                  </a:lnTo>
                  <a:lnTo>
                    <a:pt x="6858" y="7435"/>
                  </a:lnTo>
                  <a:lnTo>
                    <a:pt x="6514" y="6621"/>
                  </a:lnTo>
                  <a:lnTo>
                    <a:pt x="6400" y="6295"/>
                  </a:lnTo>
                  <a:lnTo>
                    <a:pt x="6285" y="6023"/>
                  </a:lnTo>
                  <a:lnTo>
                    <a:pt x="6095" y="5753"/>
                  </a:lnTo>
                  <a:lnTo>
                    <a:pt x="5905" y="5590"/>
                  </a:lnTo>
                  <a:lnTo>
                    <a:pt x="5943" y="5482"/>
                  </a:lnTo>
                  <a:lnTo>
                    <a:pt x="5943" y="5372"/>
                  </a:lnTo>
                  <a:lnTo>
                    <a:pt x="6134" y="5156"/>
                  </a:lnTo>
                  <a:lnTo>
                    <a:pt x="6285" y="4939"/>
                  </a:lnTo>
                  <a:lnTo>
                    <a:pt x="6438" y="4667"/>
                  </a:lnTo>
                  <a:lnTo>
                    <a:pt x="6591" y="4396"/>
                  </a:lnTo>
                  <a:lnTo>
                    <a:pt x="6705" y="4070"/>
                  </a:lnTo>
                  <a:lnTo>
                    <a:pt x="6781" y="3745"/>
                  </a:lnTo>
                  <a:lnTo>
                    <a:pt x="6858" y="3419"/>
                  </a:lnTo>
                  <a:lnTo>
                    <a:pt x="6933" y="3039"/>
                  </a:lnTo>
                  <a:lnTo>
                    <a:pt x="6933" y="2008"/>
                  </a:lnTo>
                  <a:lnTo>
                    <a:pt x="6895" y="1682"/>
                  </a:lnTo>
                  <a:lnTo>
                    <a:pt x="6819" y="1302"/>
                  </a:lnTo>
                  <a:lnTo>
                    <a:pt x="6705" y="1031"/>
                  </a:lnTo>
                  <a:lnTo>
                    <a:pt x="6514" y="814"/>
                  </a:lnTo>
                  <a:lnTo>
                    <a:pt x="6438" y="706"/>
                  </a:lnTo>
                  <a:lnTo>
                    <a:pt x="6324" y="706"/>
                  </a:lnTo>
                  <a:lnTo>
                    <a:pt x="6248" y="488"/>
                  </a:lnTo>
                  <a:lnTo>
                    <a:pt x="6134" y="326"/>
                  </a:lnTo>
                  <a:lnTo>
                    <a:pt x="5981" y="217"/>
                  </a:lnTo>
                  <a:lnTo>
                    <a:pt x="5828" y="108"/>
                  </a:lnTo>
                  <a:lnTo>
                    <a:pt x="5486" y="0"/>
                  </a:lnTo>
                  <a:close/>
                  <a:moveTo>
                    <a:pt x="15696" y="9986"/>
                  </a:moveTo>
                  <a:lnTo>
                    <a:pt x="15772" y="10040"/>
                  </a:lnTo>
                  <a:lnTo>
                    <a:pt x="16077" y="10203"/>
                  </a:lnTo>
                  <a:lnTo>
                    <a:pt x="16191" y="10311"/>
                  </a:lnTo>
                  <a:lnTo>
                    <a:pt x="16343" y="10420"/>
                  </a:lnTo>
                  <a:lnTo>
                    <a:pt x="16457" y="10637"/>
                  </a:lnTo>
                  <a:lnTo>
                    <a:pt x="16534" y="10854"/>
                  </a:lnTo>
                  <a:lnTo>
                    <a:pt x="16687" y="11342"/>
                  </a:lnTo>
                  <a:lnTo>
                    <a:pt x="16762" y="11885"/>
                  </a:lnTo>
                  <a:lnTo>
                    <a:pt x="16801" y="12483"/>
                  </a:lnTo>
                  <a:lnTo>
                    <a:pt x="16801" y="12754"/>
                  </a:lnTo>
                  <a:lnTo>
                    <a:pt x="16762" y="13025"/>
                  </a:lnTo>
                  <a:lnTo>
                    <a:pt x="16687" y="13297"/>
                  </a:lnTo>
                  <a:lnTo>
                    <a:pt x="16571" y="13513"/>
                  </a:lnTo>
                  <a:lnTo>
                    <a:pt x="16305" y="13840"/>
                  </a:lnTo>
                  <a:lnTo>
                    <a:pt x="16000" y="14165"/>
                  </a:lnTo>
                  <a:lnTo>
                    <a:pt x="15657" y="14436"/>
                  </a:lnTo>
                  <a:lnTo>
                    <a:pt x="15276" y="14653"/>
                  </a:lnTo>
                  <a:lnTo>
                    <a:pt x="15772" y="13622"/>
                  </a:lnTo>
                  <a:lnTo>
                    <a:pt x="15772" y="13513"/>
                  </a:lnTo>
                  <a:lnTo>
                    <a:pt x="15733" y="13459"/>
                  </a:lnTo>
                  <a:lnTo>
                    <a:pt x="15696" y="13405"/>
                  </a:lnTo>
                  <a:lnTo>
                    <a:pt x="15619" y="13459"/>
                  </a:lnTo>
                  <a:lnTo>
                    <a:pt x="15125" y="14111"/>
                  </a:lnTo>
                  <a:lnTo>
                    <a:pt x="14667" y="14762"/>
                  </a:lnTo>
                  <a:lnTo>
                    <a:pt x="14477" y="14762"/>
                  </a:lnTo>
                  <a:lnTo>
                    <a:pt x="14286" y="14653"/>
                  </a:lnTo>
                  <a:lnTo>
                    <a:pt x="14477" y="14273"/>
                  </a:lnTo>
                  <a:lnTo>
                    <a:pt x="14705" y="13893"/>
                  </a:lnTo>
                  <a:lnTo>
                    <a:pt x="14933" y="13513"/>
                  </a:lnTo>
                  <a:lnTo>
                    <a:pt x="15200" y="13187"/>
                  </a:lnTo>
                  <a:lnTo>
                    <a:pt x="15239" y="13079"/>
                  </a:lnTo>
                  <a:lnTo>
                    <a:pt x="15239" y="13025"/>
                  </a:lnTo>
                  <a:lnTo>
                    <a:pt x="15200" y="12917"/>
                  </a:lnTo>
                  <a:lnTo>
                    <a:pt x="15125" y="12917"/>
                  </a:lnTo>
                  <a:lnTo>
                    <a:pt x="15353" y="12699"/>
                  </a:lnTo>
                  <a:lnTo>
                    <a:pt x="15390" y="12591"/>
                  </a:lnTo>
                  <a:lnTo>
                    <a:pt x="15353" y="12483"/>
                  </a:lnTo>
                  <a:lnTo>
                    <a:pt x="15276" y="12428"/>
                  </a:lnTo>
                  <a:lnTo>
                    <a:pt x="15200" y="12428"/>
                  </a:lnTo>
                  <a:lnTo>
                    <a:pt x="14781" y="12754"/>
                  </a:lnTo>
                  <a:lnTo>
                    <a:pt x="14401" y="13079"/>
                  </a:lnTo>
                  <a:lnTo>
                    <a:pt x="14020" y="13405"/>
                  </a:lnTo>
                  <a:lnTo>
                    <a:pt x="13677" y="13785"/>
                  </a:lnTo>
                  <a:lnTo>
                    <a:pt x="13563" y="13459"/>
                  </a:lnTo>
                  <a:lnTo>
                    <a:pt x="14248" y="12808"/>
                  </a:lnTo>
                  <a:lnTo>
                    <a:pt x="14972" y="12265"/>
                  </a:lnTo>
                  <a:lnTo>
                    <a:pt x="15010" y="12156"/>
                  </a:lnTo>
                  <a:lnTo>
                    <a:pt x="15010" y="12048"/>
                  </a:lnTo>
                  <a:lnTo>
                    <a:pt x="14972" y="11993"/>
                  </a:lnTo>
                  <a:lnTo>
                    <a:pt x="14895" y="11993"/>
                  </a:lnTo>
                  <a:lnTo>
                    <a:pt x="14172" y="12374"/>
                  </a:lnTo>
                  <a:lnTo>
                    <a:pt x="13486" y="12808"/>
                  </a:lnTo>
                  <a:lnTo>
                    <a:pt x="13486" y="12536"/>
                  </a:lnTo>
                  <a:lnTo>
                    <a:pt x="13638" y="12428"/>
                  </a:lnTo>
                  <a:lnTo>
                    <a:pt x="13753" y="12319"/>
                  </a:lnTo>
                  <a:lnTo>
                    <a:pt x="14020" y="12048"/>
                  </a:lnTo>
                  <a:lnTo>
                    <a:pt x="14552" y="11723"/>
                  </a:lnTo>
                  <a:lnTo>
                    <a:pt x="14858" y="11560"/>
                  </a:lnTo>
                  <a:lnTo>
                    <a:pt x="15125" y="11505"/>
                  </a:lnTo>
                  <a:lnTo>
                    <a:pt x="15162" y="11452"/>
                  </a:lnTo>
                  <a:lnTo>
                    <a:pt x="15162" y="11397"/>
                  </a:lnTo>
                  <a:lnTo>
                    <a:pt x="15125" y="11342"/>
                  </a:lnTo>
                  <a:lnTo>
                    <a:pt x="14781" y="11342"/>
                  </a:lnTo>
                  <a:lnTo>
                    <a:pt x="14438" y="11397"/>
                  </a:lnTo>
                  <a:lnTo>
                    <a:pt x="14095" y="11505"/>
                  </a:lnTo>
                  <a:lnTo>
                    <a:pt x="13791" y="11614"/>
                  </a:lnTo>
                  <a:lnTo>
                    <a:pt x="14020" y="11234"/>
                  </a:lnTo>
                  <a:lnTo>
                    <a:pt x="14629" y="11071"/>
                  </a:lnTo>
                  <a:lnTo>
                    <a:pt x="14933" y="10962"/>
                  </a:lnTo>
                  <a:lnTo>
                    <a:pt x="15239" y="10746"/>
                  </a:lnTo>
                  <a:lnTo>
                    <a:pt x="15276" y="10691"/>
                  </a:lnTo>
                  <a:lnTo>
                    <a:pt x="15276" y="10583"/>
                  </a:lnTo>
                  <a:lnTo>
                    <a:pt x="15200" y="10529"/>
                  </a:lnTo>
                  <a:lnTo>
                    <a:pt x="14895" y="10474"/>
                  </a:lnTo>
                  <a:lnTo>
                    <a:pt x="14552" y="10474"/>
                  </a:lnTo>
                  <a:lnTo>
                    <a:pt x="14819" y="10258"/>
                  </a:lnTo>
                  <a:lnTo>
                    <a:pt x="15086" y="10095"/>
                  </a:lnTo>
                  <a:lnTo>
                    <a:pt x="15390" y="9986"/>
                  </a:lnTo>
                  <a:close/>
                  <a:moveTo>
                    <a:pt x="5447" y="13459"/>
                  </a:moveTo>
                  <a:lnTo>
                    <a:pt x="5524" y="13622"/>
                  </a:lnTo>
                  <a:lnTo>
                    <a:pt x="5600" y="13677"/>
                  </a:lnTo>
                  <a:lnTo>
                    <a:pt x="5791" y="13677"/>
                  </a:lnTo>
                  <a:lnTo>
                    <a:pt x="5867" y="13730"/>
                  </a:lnTo>
                  <a:lnTo>
                    <a:pt x="5981" y="13785"/>
                  </a:lnTo>
                  <a:lnTo>
                    <a:pt x="6057" y="13893"/>
                  </a:lnTo>
                  <a:lnTo>
                    <a:pt x="6095" y="14002"/>
                  </a:lnTo>
                  <a:lnTo>
                    <a:pt x="6134" y="14111"/>
                  </a:lnTo>
                  <a:lnTo>
                    <a:pt x="6134" y="14273"/>
                  </a:lnTo>
                  <a:lnTo>
                    <a:pt x="6095" y="14436"/>
                  </a:lnTo>
                  <a:lnTo>
                    <a:pt x="6020" y="14544"/>
                  </a:lnTo>
                  <a:lnTo>
                    <a:pt x="5943" y="14653"/>
                  </a:lnTo>
                  <a:lnTo>
                    <a:pt x="5867" y="14762"/>
                  </a:lnTo>
                  <a:lnTo>
                    <a:pt x="5753" y="14816"/>
                  </a:lnTo>
                  <a:lnTo>
                    <a:pt x="5676" y="14599"/>
                  </a:lnTo>
                  <a:lnTo>
                    <a:pt x="5561" y="14436"/>
                  </a:lnTo>
                  <a:lnTo>
                    <a:pt x="5410" y="14328"/>
                  </a:lnTo>
                  <a:lnTo>
                    <a:pt x="5219" y="14273"/>
                  </a:lnTo>
                  <a:lnTo>
                    <a:pt x="5257" y="14273"/>
                  </a:lnTo>
                  <a:lnTo>
                    <a:pt x="5410" y="14165"/>
                  </a:lnTo>
                  <a:lnTo>
                    <a:pt x="5486" y="14111"/>
                  </a:lnTo>
                  <a:lnTo>
                    <a:pt x="5486" y="13840"/>
                  </a:lnTo>
                  <a:lnTo>
                    <a:pt x="5410" y="13677"/>
                  </a:lnTo>
                  <a:lnTo>
                    <a:pt x="5296" y="13677"/>
                  </a:lnTo>
                  <a:lnTo>
                    <a:pt x="5143" y="13730"/>
                  </a:lnTo>
                  <a:lnTo>
                    <a:pt x="4990" y="13840"/>
                  </a:lnTo>
                  <a:lnTo>
                    <a:pt x="5029" y="13730"/>
                  </a:lnTo>
                  <a:lnTo>
                    <a:pt x="5067" y="13622"/>
                  </a:lnTo>
                  <a:lnTo>
                    <a:pt x="5029" y="13568"/>
                  </a:lnTo>
                  <a:lnTo>
                    <a:pt x="5219" y="13513"/>
                  </a:lnTo>
                  <a:lnTo>
                    <a:pt x="5447" y="13459"/>
                  </a:lnTo>
                  <a:close/>
                  <a:moveTo>
                    <a:pt x="6591" y="11885"/>
                  </a:moveTo>
                  <a:lnTo>
                    <a:pt x="6591" y="11940"/>
                  </a:lnTo>
                  <a:lnTo>
                    <a:pt x="6552" y="12103"/>
                  </a:lnTo>
                  <a:lnTo>
                    <a:pt x="6362" y="12211"/>
                  </a:lnTo>
                  <a:lnTo>
                    <a:pt x="6210" y="12374"/>
                  </a:lnTo>
                  <a:lnTo>
                    <a:pt x="5905" y="12754"/>
                  </a:lnTo>
                  <a:lnTo>
                    <a:pt x="5791" y="12754"/>
                  </a:lnTo>
                  <a:lnTo>
                    <a:pt x="5676" y="12862"/>
                  </a:lnTo>
                  <a:lnTo>
                    <a:pt x="5600" y="12971"/>
                  </a:lnTo>
                  <a:lnTo>
                    <a:pt x="5447" y="12917"/>
                  </a:lnTo>
                  <a:lnTo>
                    <a:pt x="4990" y="12917"/>
                  </a:lnTo>
                  <a:lnTo>
                    <a:pt x="4723" y="13079"/>
                  </a:lnTo>
                  <a:lnTo>
                    <a:pt x="4458" y="13350"/>
                  </a:lnTo>
                  <a:lnTo>
                    <a:pt x="4343" y="13568"/>
                  </a:lnTo>
                  <a:lnTo>
                    <a:pt x="4229" y="13840"/>
                  </a:lnTo>
                  <a:lnTo>
                    <a:pt x="4229" y="14381"/>
                  </a:lnTo>
                  <a:lnTo>
                    <a:pt x="4305" y="14544"/>
                  </a:lnTo>
                  <a:lnTo>
                    <a:pt x="4419" y="14762"/>
                  </a:lnTo>
                  <a:lnTo>
                    <a:pt x="4609" y="15034"/>
                  </a:lnTo>
                  <a:lnTo>
                    <a:pt x="4800" y="15250"/>
                  </a:lnTo>
                  <a:lnTo>
                    <a:pt x="5029" y="15359"/>
                  </a:lnTo>
                  <a:lnTo>
                    <a:pt x="5219" y="15467"/>
                  </a:lnTo>
                  <a:lnTo>
                    <a:pt x="5447" y="15522"/>
                  </a:lnTo>
                  <a:lnTo>
                    <a:pt x="5676" y="15522"/>
                  </a:lnTo>
                  <a:lnTo>
                    <a:pt x="5943" y="15467"/>
                  </a:lnTo>
                  <a:lnTo>
                    <a:pt x="6134" y="15305"/>
                  </a:lnTo>
                  <a:lnTo>
                    <a:pt x="6324" y="15142"/>
                  </a:lnTo>
                  <a:lnTo>
                    <a:pt x="6476" y="14871"/>
                  </a:lnTo>
                  <a:lnTo>
                    <a:pt x="6591" y="14599"/>
                  </a:lnTo>
                  <a:lnTo>
                    <a:pt x="6629" y="14165"/>
                  </a:lnTo>
                  <a:lnTo>
                    <a:pt x="6552" y="13840"/>
                  </a:lnTo>
                  <a:lnTo>
                    <a:pt x="6438" y="13513"/>
                  </a:lnTo>
                  <a:lnTo>
                    <a:pt x="6248" y="13242"/>
                  </a:lnTo>
                  <a:lnTo>
                    <a:pt x="6552" y="12808"/>
                  </a:lnTo>
                  <a:lnTo>
                    <a:pt x="6667" y="12646"/>
                  </a:lnTo>
                  <a:lnTo>
                    <a:pt x="6819" y="12428"/>
                  </a:lnTo>
                  <a:lnTo>
                    <a:pt x="6819" y="12211"/>
                  </a:lnTo>
                  <a:lnTo>
                    <a:pt x="6781" y="12156"/>
                  </a:lnTo>
                  <a:lnTo>
                    <a:pt x="6743" y="12103"/>
                  </a:lnTo>
                  <a:lnTo>
                    <a:pt x="6629" y="11940"/>
                  </a:lnTo>
                  <a:lnTo>
                    <a:pt x="6591" y="11885"/>
                  </a:lnTo>
                  <a:close/>
                  <a:moveTo>
                    <a:pt x="20762" y="15413"/>
                  </a:moveTo>
                  <a:lnTo>
                    <a:pt x="20915" y="15522"/>
                  </a:lnTo>
                  <a:lnTo>
                    <a:pt x="20915" y="15685"/>
                  </a:lnTo>
                  <a:lnTo>
                    <a:pt x="20953" y="15738"/>
                  </a:lnTo>
                  <a:lnTo>
                    <a:pt x="20991" y="15738"/>
                  </a:lnTo>
                  <a:lnTo>
                    <a:pt x="21029" y="15685"/>
                  </a:lnTo>
                  <a:lnTo>
                    <a:pt x="21067" y="15956"/>
                  </a:lnTo>
                  <a:lnTo>
                    <a:pt x="21067" y="16553"/>
                  </a:lnTo>
                  <a:lnTo>
                    <a:pt x="20991" y="16824"/>
                  </a:lnTo>
                  <a:lnTo>
                    <a:pt x="20915" y="17041"/>
                  </a:lnTo>
                  <a:lnTo>
                    <a:pt x="20839" y="17258"/>
                  </a:lnTo>
                  <a:lnTo>
                    <a:pt x="20724" y="17475"/>
                  </a:lnTo>
                  <a:lnTo>
                    <a:pt x="20572" y="17584"/>
                  </a:lnTo>
                  <a:lnTo>
                    <a:pt x="20419" y="17692"/>
                  </a:lnTo>
                  <a:lnTo>
                    <a:pt x="20229" y="17692"/>
                  </a:lnTo>
                  <a:lnTo>
                    <a:pt x="20191" y="17584"/>
                  </a:lnTo>
                  <a:lnTo>
                    <a:pt x="19962" y="17422"/>
                  </a:lnTo>
                  <a:lnTo>
                    <a:pt x="20382" y="17312"/>
                  </a:lnTo>
                  <a:lnTo>
                    <a:pt x="20419" y="17258"/>
                  </a:lnTo>
                  <a:lnTo>
                    <a:pt x="20496" y="17204"/>
                  </a:lnTo>
                  <a:lnTo>
                    <a:pt x="20496" y="16987"/>
                  </a:lnTo>
                  <a:lnTo>
                    <a:pt x="20458" y="16824"/>
                  </a:lnTo>
                  <a:lnTo>
                    <a:pt x="20382" y="16769"/>
                  </a:lnTo>
                  <a:lnTo>
                    <a:pt x="20153" y="16769"/>
                  </a:lnTo>
                  <a:lnTo>
                    <a:pt x="20419" y="16498"/>
                  </a:lnTo>
                  <a:lnTo>
                    <a:pt x="20496" y="16444"/>
                  </a:lnTo>
                  <a:lnTo>
                    <a:pt x="20496" y="16173"/>
                  </a:lnTo>
                  <a:lnTo>
                    <a:pt x="20458" y="16064"/>
                  </a:lnTo>
                  <a:lnTo>
                    <a:pt x="20382" y="16010"/>
                  </a:lnTo>
                  <a:lnTo>
                    <a:pt x="20305" y="16010"/>
                  </a:lnTo>
                  <a:lnTo>
                    <a:pt x="20229" y="16064"/>
                  </a:lnTo>
                  <a:lnTo>
                    <a:pt x="20076" y="16118"/>
                  </a:lnTo>
                  <a:lnTo>
                    <a:pt x="19924" y="16173"/>
                  </a:lnTo>
                  <a:lnTo>
                    <a:pt x="20382" y="15901"/>
                  </a:lnTo>
                  <a:lnTo>
                    <a:pt x="20419" y="15847"/>
                  </a:lnTo>
                  <a:lnTo>
                    <a:pt x="20419" y="15793"/>
                  </a:lnTo>
                  <a:lnTo>
                    <a:pt x="20382" y="15738"/>
                  </a:lnTo>
                  <a:lnTo>
                    <a:pt x="20229" y="15685"/>
                  </a:lnTo>
                  <a:lnTo>
                    <a:pt x="20038" y="15685"/>
                  </a:lnTo>
                  <a:lnTo>
                    <a:pt x="20115" y="15630"/>
                  </a:lnTo>
                  <a:lnTo>
                    <a:pt x="20343" y="15467"/>
                  </a:lnTo>
                  <a:lnTo>
                    <a:pt x="20533" y="15413"/>
                  </a:lnTo>
                  <a:close/>
                  <a:moveTo>
                    <a:pt x="17334" y="19810"/>
                  </a:moveTo>
                  <a:lnTo>
                    <a:pt x="17448" y="19918"/>
                  </a:lnTo>
                  <a:lnTo>
                    <a:pt x="17524" y="20026"/>
                  </a:lnTo>
                  <a:lnTo>
                    <a:pt x="17372" y="20189"/>
                  </a:lnTo>
                  <a:lnTo>
                    <a:pt x="17219" y="20351"/>
                  </a:lnTo>
                  <a:lnTo>
                    <a:pt x="17067" y="20569"/>
                  </a:lnTo>
                  <a:lnTo>
                    <a:pt x="16991" y="20786"/>
                  </a:lnTo>
                  <a:lnTo>
                    <a:pt x="16724" y="20732"/>
                  </a:lnTo>
                  <a:lnTo>
                    <a:pt x="16687" y="20677"/>
                  </a:lnTo>
                  <a:lnTo>
                    <a:pt x="17334" y="19810"/>
                  </a:lnTo>
                  <a:close/>
                  <a:moveTo>
                    <a:pt x="17295" y="17692"/>
                  </a:moveTo>
                  <a:lnTo>
                    <a:pt x="17715" y="18235"/>
                  </a:lnTo>
                  <a:lnTo>
                    <a:pt x="17943" y="18561"/>
                  </a:lnTo>
                  <a:lnTo>
                    <a:pt x="18172" y="18941"/>
                  </a:lnTo>
                  <a:lnTo>
                    <a:pt x="18362" y="19320"/>
                  </a:lnTo>
                  <a:lnTo>
                    <a:pt x="18439" y="19483"/>
                  </a:lnTo>
                  <a:lnTo>
                    <a:pt x="18477" y="19646"/>
                  </a:lnTo>
                  <a:lnTo>
                    <a:pt x="18477" y="19863"/>
                  </a:lnTo>
                  <a:lnTo>
                    <a:pt x="18439" y="20026"/>
                  </a:lnTo>
                  <a:lnTo>
                    <a:pt x="18400" y="20189"/>
                  </a:lnTo>
                  <a:lnTo>
                    <a:pt x="18286" y="20351"/>
                  </a:lnTo>
                  <a:lnTo>
                    <a:pt x="18172" y="20514"/>
                  </a:lnTo>
                  <a:lnTo>
                    <a:pt x="18019" y="20623"/>
                  </a:lnTo>
                  <a:lnTo>
                    <a:pt x="17943" y="20514"/>
                  </a:lnTo>
                  <a:lnTo>
                    <a:pt x="17829" y="20514"/>
                  </a:lnTo>
                  <a:lnTo>
                    <a:pt x="17753" y="20569"/>
                  </a:lnTo>
                  <a:lnTo>
                    <a:pt x="17715" y="20623"/>
                  </a:lnTo>
                  <a:lnTo>
                    <a:pt x="17676" y="20623"/>
                  </a:lnTo>
                  <a:lnTo>
                    <a:pt x="17601" y="20677"/>
                  </a:lnTo>
                  <a:lnTo>
                    <a:pt x="17562" y="20786"/>
                  </a:lnTo>
                  <a:lnTo>
                    <a:pt x="17524" y="20786"/>
                  </a:lnTo>
                  <a:lnTo>
                    <a:pt x="17601" y="20623"/>
                  </a:lnTo>
                  <a:lnTo>
                    <a:pt x="17753" y="20406"/>
                  </a:lnTo>
                  <a:lnTo>
                    <a:pt x="17829" y="20243"/>
                  </a:lnTo>
                  <a:lnTo>
                    <a:pt x="17867" y="20080"/>
                  </a:lnTo>
                  <a:lnTo>
                    <a:pt x="17829" y="19972"/>
                  </a:lnTo>
                  <a:lnTo>
                    <a:pt x="17791" y="19863"/>
                  </a:lnTo>
                  <a:lnTo>
                    <a:pt x="17676" y="19700"/>
                  </a:lnTo>
                  <a:lnTo>
                    <a:pt x="17524" y="19538"/>
                  </a:lnTo>
                  <a:lnTo>
                    <a:pt x="17334" y="19483"/>
                  </a:lnTo>
                  <a:lnTo>
                    <a:pt x="17258" y="19483"/>
                  </a:lnTo>
                  <a:lnTo>
                    <a:pt x="17219" y="19538"/>
                  </a:lnTo>
                  <a:lnTo>
                    <a:pt x="16229" y="20406"/>
                  </a:lnTo>
                  <a:lnTo>
                    <a:pt x="16114" y="20351"/>
                  </a:lnTo>
                  <a:lnTo>
                    <a:pt x="16000" y="20189"/>
                  </a:lnTo>
                  <a:lnTo>
                    <a:pt x="16495" y="19755"/>
                  </a:lnTo>
                  <a:lnTo>
                    <a:pt x="16991" y="19375"/>
                  </a:lnTo>
                  <a:lnTo>
                    <a:pt x="17029" y="19267"/>
                  </a:lnTo>
                  <a:lnTo>
                    <a:pt x="17029" y="19212"/>
                  </a:lnTo>
                  <a:lnTo>
                    <a:pt x="16991" y="19104"/>
                  </a:lnTo>
                  <a:lnTo>
                    <a:pt x="16915" y="19104"/>
                  </a:lnTo>
                  <a:lnTo>
                    <a:pt x="16610" y="19157"/>
                  </a:lnTo>
                  <a:lnTo>
                    <a:pt x="16305" y="19320"/>
                  </a:lnTo>
                  <a:lnTo>
                    <a:pt x="16000" y="19483"/>
                  </a:lnTo>
                  <a:lnTo>
                    <a:pt x="15733" y="19646"/>
                  </a:lnTo>
                  <a:lnTo>
                    <a:pt x="15619" y="19267"/>
                  </a:lnTo>
                  <a:lnTo>
                    <a:pt x="15657" y="19212"/>
                  </a:lnTo>
                  <a:lnTo>
                    <a:pt x="16687" y="18344"/>
                  </a:lnTo>
                  <a:lnTo>
                    <a:pt x="16724" y="18289"/>
                  </a:lnTo>
                  <a:lnTo>
                    <a:pt x="16724" y="18235"/>
                  </a:lnTo>
                  <a:lnTo>
                    <a:pt x="16687" y="18181"/>
                  </a:lnTo>
                  <a:lnTo>
                    <a:pt x="16610" y="18126"/>
                  </a:lnTo>
                  <a:lnTo>
                    <a:pt x="16153" y="18289"/>
                  </a:lnTo>
                  <a:lnTo>
                    <a:pt x="15733" y="18452"/>
                  </a:lnTo>
                  <a:lnTo>
                    <a:pt x="15886" y="18235"/>
                  </a:lnTo>
                  <a:lnTo>
                    <a:pt x="16114" y="18018"/>
                  </a:lnTo>
                  <a:lnTo>
                    <a:pt x="16343" y="17855"/>
                  </a:lnTo>
                  <a:lnTo>
                    <a:pt x="16610" y="17747"/>
                  </a:lnTo>
                  <a:lnTo>
                    <a:pt x="16952" y="17692"/>
                  </a:lnTo>
                  <a:close/>
                  <a:moveTo>
                    <a:pt x="15429" y="9335"/>
                  </a:moveTo>
                  <a:lnTo>
                    <a:pt x="15162" y="9389"/>
                  </a:lnTo>
                  <a:lnTo>
                    <a:pt x="14933" y="9443"/>
                  </a:lnTo>
                  <a:lnTo>
                    <a:pt x="14743" y="9552"/>
                  </a:lnTo>
                  <a:lnTo>
                    <a:pt x="14324" y="9877"/>
                  </a:lnTo>
                  <a:lnTo>
                    <a:pt x="13943" y="10311"/>
                  </a:lnTo>
                  <a:lnTo>
                    <a:pt x="13753" y="10583"/>
                  </a:lnTo>
                  <a:lnTo>
                    <a:pt x="13448" y="10637"/>
                  </a:lnTo>
                  <a:lnTo>
                    <a:pt x="13334" y="10691"/>
                  </a:lnTo>
                  <a:lnTo>
                    <a:pt x="13296" y="10799"/>
                  </a:lnTo>
                  <a:lnTo>
                    <a:pt x="13257" y="10909"/>
                  </a:lnTo>
                  <a:lnTo>
                    <a:pt x="13257" y="11017"/>
                  </a:lnTo>
                  <a:lnTo>
                    <a:pt x="11467" y="11289"/>
                  </a:lnTo>
                  <a:lnTo>
                    <a:pt x="10439" y="11342"/>
                  </a:lnTo>
                  <a:lnTo>
                    <a:pt x="9943" y="11397"/>
                  </a:lnTo>
                  <a:lnTo>
                    <a:pt x="9448" y="11452"/>
                  </a:lnTo>
                  <a:lnTo>
                    <a:pt x="9372" y="11505"/>
                  </a:lnTo>
                  <a:lnTo>
                    <a:pt x="9334" y="11560"/>
                  </a:lnTo>
                  <a:lnTo>
                    <a:pt x="9295" y="11723"/>
                  </a:lnTo>
                  <a:lnTo>
                    <a:pt x="9372" y="11885"/>
                  </a:lnTo>
                  <a:lnTo>
                    <a:pt x="9409" y="11940"/>
                  </a:lnTo>
                  <a:lnTo>
                    <a:pt x="9486" y="11993"/>
                  </a:lnTo>
                  <a:lnTo>
                    <a:pt x="9982" y="12048"/>
                  </a:lnTo>
                  <a:lnTo>
                    <a:pt x="10514" y="12048"/>
                  </a:lnTo>
                  <a:lnTo>
                    <a:pt x="11581" y="11940"/>
                  </a:lnTo>
                  <a:lnTo>
                    <a:pt x="12381" y="11885"/>
                  </a:lnTo>
                  <a:lnTo>
                    <a:pt x="13181" y="11777"/>
                  </a:lnTo>
                  <a:lnTo>
                    <a:pt x="13029" y="12211"/>
                  </a:lnTo>
                  <a:lnTo>
                    <a:pt x="12953" y="12483"/>
                  </a:lnTo>
                  <a:lnTo>
                    <a:pt x="12953" y="12699"/>
                  </a:lnTo>
                  <a:lnTo>
                    <a:pt x="12990" y="13187"/>
                  </a:lnTo>
                  <a:lnTo>
                    <a:pt x="12839" y="13350"/>
                  </a:lnTo>
                  <a:lnTo>
                    <a:pt x="12724" y="13513"/>
                  </a:lnTo>
                  <a:lnTo>
                    <a:pt x="12724" y="13677"/>
                  </a:lnTo>
                  <a:lnTo>
                    <a:pt x="12762" y="13840"/>
                  </a:lnTo>
                  <a:lnTo>
                    <a:pt x="12876" y="13948"/>
                  </a:lnTo>
                  <a:lnTo>
                    <a:pt x="13029" y="14002"/>
                  </a:lnTo>
                  <a:lnTo>
                    <a:pt x="13181" y="14002"/>
                  </a:lnTo>
                  <a:lnTo>
                    <a:pt x="13296" y="14328"/>
                  </a:lnTo>
                  <a:lnTo>
                    <a:pt x="13448" y="14599"/>
                  </a:lnTo>
                  <a:lnTo>
                    <a:pt x="13600" y="14871"/>
                  </a:lnTo>
                  <a:lnTo>
                    <a:pt x="13753" y="15087"/>
                  </a:lnTo>
                  <a:lnTo>
                    <a:pt x="13943" y="15250"/>
                  </a:lnTo>
                  <a:lnTo>
                    <a:pt x="14172" y="15413"/>
                  </a:lnTo>
                  <a:lnTo>
                    <a:pt x="14401" y="15467"/>
                  </a:lnTo>
                  <a:lnTo>
                    <a:pt x="14629" y="15522"/>
                  </a:lnTo>
                  <a:lnTo>
                    <a:pt x="14781" y="15522"/>
                  </a:lnTo>
                  <a:lnTo>
                    <a:pt x="15162" y="15413"/>
                  </a:lnTo>
                  <a:lnTo>
                    <a:pt x="15543" y="15305"/>
                  </a:lnTo>
                  <a:lnTo>
                    <a:pt x="15505" y="15467"/>
                  </a:lnTo>
                  <a:lnTo>
                    <a:pt x="15505" y="15685"/>
                  </a:lnTo>
                  <a:lnTo>
                    <a:pt x="15582" y="16118"/>
                  </a:lnTo>
                  <a:lnTo>
                    <a:pt x="15657" y="16390"/>
                  </a:lnTo>
                  <a:lnTo>
                    <a:pt x="15733" y="16716"/>
                  </a:lnTo>
                  <a:lnTo>
                    <a:pt x="15886" y="16987"/>
                  </a:lnTo>
                  <a:lnTo>
                    <a:pt x="16077" y="17204"/>
                  </a:lnTo>
                  <a:lnTo>
                    <a:pt x="16077" y="17258"/>
                  </a:lnTo>
                  <a:lnTo>
                    <a:pt x="15848" y="17367"/>
                  </a:lnTo>
                  <a:lnTo>
                    <a:pt x="15657" y="17584"/>
                  </a:lnTo>
                  <a:lnTo>
                    <a:pt x="15467" y="17747"/>
                  </a:lnTo>
                  <a:lnTo>
                    <a:pt x="15353" y="17963"/>
                  </a:lnTo>
                  <a:lnTo>
                    <a:pt x="15239" y="18235"/>
                  </a:lnTo>
                  <a:lnTo>
                    <a:pt x="15162" y="18506"/>
                  </a:lnTo>
                  <a:lnTo>
                    <a:pt x="15125" y="18778"/>
                  </a:lnTo>
                  <a:lnTo>
                    <a:pt x="15086" y="19049"/>
                  </a:lnTo>
                  <a:lnTo>
                    <a:pt x="15086" y="19320"/>
                  </a:lnTo>
                  <a:lnTo>
                    <a:pt x="15162" y="19755"/>
                  </a:lnTo>
                  <a:lnTo>
                    <a:pt x="15315" y="20135"/>
                  </a:lnTo>
                  <a:lnTo>
                    <a:pt x="15315" y="20298"/>
                  </a:lnTo>
                  <a:lnTo>
                    <a:pt x="15353" y="20461"/>
                  </a:lnTo>
                  <a:lnTo>
                    <a:pt x="15505" y="20569"/>
                  </a:lnTo>
                  <a:lnTo>
                    <a:pt x="15582" y="20677"/>
                  </a:lnTo>
                  <a:lnTo>
                    <a:pt x="15886" y="21004"/>
                  </a:lnTo>
                  <a:lnTo>
                    <a:pt x="16229" y="21274"/>
                  </a:lnTo>
                  <a:lnTo>
                    <a:pt x="16610" y="21492"/>
                  </a:lnTo>
                  <a:lnTo>
                    <a:pt x="17029" y="21600"/>
                  </a:lnTo>
                  <a:lnTo>
                    <a:pt x="17448" y="21600"/>
                  </a:lnTo>
                  <a:lnTo>
                    <a:pt x="17867" y="21492"/>
                  </a:lnTo>
                  <a:lnTo>
                    <a:pt x="18248" y="21329"/>
                  </a:lnTo>
                  <a:lnTo>
                    <a:pt x="18591" y="21057"/>
                  </a:lnTo>
                  <a:lnTo>
                    <a:pt x="18820" y="20732"/>
                  </a:lnTo>
                  <a:lnTo>
                    <a:pt x="18971" y="20406"/>
                  </a:lnTo>
                  <a:lnTo>
                    <a:pt x="19010" y="20026"/>
                  </a:lnTo>
                  <a:lnTo>
                    <a:pt x="19010" y="19700"/>
                  </a:lnTo>
                  <a:lnTo>
                    <a:pt x="18934" y="19320"/>
                  </a:lnTo>
                  <a:lnTo>
                    <a:pt x="18820" y="18941"/>
                  </a:lnTo>
                  <a:lnTo>
                    <a:pt x="18667" y="18561"/>
                  </a:lnTo>
                  <a:lnTo>
                    <a:pt x="18477" y="18235"/>
                  </a:lnTo>
                  <a:lnTo>
                    <a:pt x="18591" y="18181"/>
                  </a:lnTo>
                  <a:lnTo>
                    <a:pt x="18934" y="17910"/>
                  </a:lnTo>
                  <a:lnTo>
                    <a:pt x="19315" y="17530"/>
                  </a:lnTo>
                  <a:lnTo>
                    <a:pt x="19429" y="17801"/>
                  </a:lnTo>
                  <a:lnTo>
                    <a:pt x="19581" y="18018"/>
                  </a:lnTo>
                  <a:lnTo>
                    <a:pt x="19734" y="18181"/>
                  </a:lnTo>
                  <a:lnTo>
                    <a:pt x="19886" y="18289"/>
                  </a:lnTo>
                  <a:lnTo>
                    <a:pt x="20153" y="18398"/>
                  </a:lnTo>
                  <a:lnTo>
                    <a:pt x="20419" y="18344"/>
                  </a:lnTo>
                  <a:lnTo>
                    <a:pt x="20686" y="18235"/>
                  </a:lnTo>
                  <a:lnTo>
                    <a:pt x="20915" y="18018"/>
                  </a:lnTo>
                  <a:lnTo>
                    <a:pt x="21143" y="17747"/>
                  </a:lnTo>
                  <a:lnTo>
                    <a:pt x="21334" y="17422"/>
                  </a:lnTo>
                  <a:lnTo>
                    <a:pt x="21448" y="17041"/>
                  </a:lnTo>
                  <a:lnTo>
                    <a:pt x="21524" y="16607"/>
                  </a:lnTo>
                  <a:lnTo>
                    <a:pt x="21600" y="16064"/>
                  </a:lnTo>
                  <a:lnTo>
                    <a:pt x="21563" y="15793"/>
                  </a:lnTo>
                  <a:lnTo>
                    <a:pt x="21524" y="15575"/>
                  </a:lnTo>
                  <a:lnTo>
                    <a:pt x="21486" y="15359"/>
                  </a:lnTo>
                  <a:lnTo>
                    <a:pt x="21372" y="15196"/>
                  </a:lnTo>
                  <a:lnTo>
                    <a:pt x="21143" y="14924"/>
                  </a:lnTo>
                  <a:lnTo>
                    <a:pt x="20839" y="14762"/>
                  </a:lnTo>
                  <a:lnTo>
                    <a:pt x="20686" y="14707"/>
                  </a:lnTo>
                  <a:lnTo>
                    <a:pt x="20382" y="14707"/>
                  </a:lnTo>
                  <a:lnTo>
                    <a:pt x="20268" y="14816"/>
                  </a:lnTo>
                  <a:lnTo>
                    <a:pt x="20229" y="14924"/>
                  </a:lnTo>
                  <a:lnTo>
                    <a:pt x="19924" y="15087"/>
                  </a:lnTo>
                  <a:lnTo>
                    <a:pt x="19658" y="15250"/>
                  </a:lnTo>
                  <a:lnTo>
                    <a:pt x="19544" y="15413"/>
                  </a:lnTo>
                  <a:lnTo>
                    <a:pt x="19391" y="15575"/>
                  </a:lnTo>
                  <a:lnTo>
                    <a:pt x="19315" y="15793"/>
                  </a:lnTo>
                  <a:lnTo>
                    <a:pt x="19238" y="16010"/>
                  </a:lnTo>
                  <a:lnTo>
                    <a:pt x="19162" y="16444"/>
                  </a:lnTo>
                  <a:lnTo>
                    <a:pt x="19162" y="16879"/>
                  </a:lnTo>
                  <a:lnTo>
                    <a:pt x="18743" y="17312"/>
                  </a:lnTo>
                  <a:lnTo>
                    <a:pt x="18324" y="17747"/>
                  </a:lnTo>
                  <a:lnTo>
                    <a:pt x="18286" y="17801"/>
                  </a:lnTo>
                  <a:lnTo>
                    <a:pt x="18286" y="17910"/>
                  </a:lnTo>
                  <a:lnTo>
                    <a:pt x="17905" y="17422"/>
                  </a:lnTo>
                  <a:lnTo>
                    <a:pt x="17562" y="17041"/>
                  </a:lnTo>
                  <a:lnTo>
                    <a:pt x="17486" y="16987"/>
                  </a:lnTo>
                  <a:lnTo>
                    <a:pt x="17334" y="16987"/>
                  </a:lnTo>
                  <a:lnTo>
                    <a:pt x="17295" y="17095"/>
                  </a:lnTo>
                  <a:lnTo>
                    <a:pt x="17067" y="17041"/>
                  </a:lnTo>
                  <a:lnTo>
                    <a:pt x="16838" y="17041"/>
                  </a:lnTo>
                  <a:lnTo>
                    <a:pt x="16381" y="17095"/>
                  </a:lnTo>
                  <a:lnTo>
                    <a:pt x="16420" y="16932"/>
                  </a:lnTo>
                  <a:lnTo>
                    <a:pt x="16381" y="16769"/>
                  </a:lnTo>
                  <a:lnTo>
                    <a:pt x="16267" y="16498"/>
                  </a:lnTo>
                  <a:lnTo>
                    <a:pt x="16153" y="16281"/>
                  </a:lnTo>
                  <a:lnTo>
                    <a:pt x="16039" y="16010"/>
                  </a:lnTo>
                  <a:lnTo>
                    <a:pt x="15963" y="15685"/>
                  </a:lnTo>
                  <a:lnTo>
                    <a:pt x="15924" y="15413"/>
                  </a:lnTo>
                  <a:lnTo>
                    <a:pt x="15886" y="15250"/>
                  </a:lnTo>
                  <a:lnTo>
                    <a:pt x="15810" y="15142"/>
                  </a:lnTo>
                  <a:lnTo>
                    <a:pt x="16229" y="14816"/>
                  </a:lnTo>
                  <a:lnTo>
                    <a:pt x="16648" y="14436"/>
                  </a:lnTo>
                  <a:lnTo>
                    <a:pt x="16991" y="13948"/>
                  </a:lnTo>
                  <a:lnTo>
                    <a:pt x="17105" y="13730"/>
                  </a:lnTo>
                  <a:lnTo>
                    <a:pt x="17219" y="13459"/>
                  </a:lnTo>
                  <a:lnTo>
                    <a:pt x="17295" y="13134"/>
                  </a:lnTo>
                  <a:lnTo>
                    <a:pt x="17334" y="12754"/>
                  </a:lnTo>
                  <a:lnTo>
                    <a:pt x="17334" y="11993"/>
                  </a:lnTo>
                  <a:lnTo>
                    <a:pt x="17219" y="11289"/>
                  </a:lnTo>
                  <a:lnTo>
                    <a:pt x="17029" y="10637"/>
                  </a:lnTo>
                  <a:lnTo>
                    <a:pt x="16877" y="10203"/>
                  </a:lnTo>
                  <a:lnTo>
                    <a:pt x="16648" y="9823"/>
                  </a:lnTo>
                  <a:lnTo>
                    <a:pt x="16495" y="9660"/>
                  </a:lnTo>
                  <a:lnTo>
                    <a:pt x="16343" y="9552"/>
                  </a:lnTo>
                  <a:lnTo>
                    <a:pt x="16191" y="9497"/>
                  </a:lnTo>
                  <a:lnTo>
                    <a:pt x="16000" y="9443"/>
                  </a:lnTo>
                  <a:lnTo>
                    <a:pt x="15657" y="9335"/>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973" name="Google Shape;343;p6"/>
            <p:cNvSpPr/>
            <p:nvPr/>
          </p:nvSpPr>
          <p:spPr>
            <a:xfrm>
              <a:off x="531255" y="3816924"/>
              <a:ext cx="452396" cy="4766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52" y="3461"/>
                  </a:moveTo>
                  <a:lnTo>
                    <a:pt x="14477" y="3572"/>
                  </a:lnTo>
                  <a:lnTo>
                    <a:pt x="14420" y="3737"/>
                  </a:lnTo>
                  <a:lnTo>
                    <a:pt x="14362" y="3846"/>
                  </a:lnTo>
                  <a:lnTo>
                    <a:pt x="14362" y="4011"/>
                  </a:lnTo>
                  <a:lnTo>
                    <a:pt x="14420" y="4287"/>
                  </a:lnTo>
                  <a:lnTo>
                    <a:pt x="14535" y="4617"/>
                  </a:lnTo>
                  <a:lnTo>
                    <a:pt x="14941" y="5606"/>
                  </a:lnTo>
                  <a:lnTo>
                    <a:pt x="15347" y="6595"/>
                  </a:lnTo>
                  <a:lnTo>
                    <a:pt x="15230" y="6650"/>
                  </a:lnTo>
                  <a:lnTo>
                    <a:pt x="14303" y="7915"/>
                  </a:lnTo>
                  <a:lnTo>
                    <a:pt x="13899" y="8463"/>
                  </a:lnTo>
                  <a:lnTo>
                    <a:pt x="13725" y="8739"/>
                  </a:lnTo>
                  <a:lnTo>
                    <a:pt x="13667" y="8904"/>
                  </a:lnTo>
                  <a:lnTo>
                    <a:pt x="13725" y="9069"/>
                  </a:lnTo>
                  <a:lnTo>
                    <a:pt x="13899" y="9013"/>
                  </a:lnTo>
                  <a:lnTo>
                    <a:pt x="14014" y="8959"/>
                  </a:lnTo>
                  <a:lnTo>
                    <a:pt x="14246" y="8739"/>
                  </a:lnTo>
                  <a:lnTo>
                    <a:pt x="14652" y="8244"/>
                  </a:lnTo>
                  <a:lnTo>
                    <a:pt x="15694" y="6980"/>
                  </a:lnTo>
                  <a:lnTo>
                    <a:pt x="15809" y="6980"/>
                  </a:lnTo>
                  <a:lnTo>
                    <a:pt x="15983" y="6924"/>
                  </a:lnTo>
                  <a:lnTo>
                    <a:pt x="16041" y="6815"/>
                  </a:lnTo>
                  <a:lnTo>
                    <a:pt x="16041" y="6650"/>
                  </a:lnTo>
                  <a:lnTo>
                    <a:pt x="15288" y="4837"/>
                  </a:lnTo>
                  <a:lnTo>
                    <a:pt x="14883" y="4067"/>
                  </a:lnTo>
                  <a:lnTo>
                    <a:pt x="14767" y="3793"/>
                  </a:lnTo>
                  <a:lnTo>
                    <a:pt x="14709" y="3628"/>
                  </a:lnTo>
                  <a:lnTo>
                    <a:pt x="14709" y="3461"/>
                  </a:lnTo>
                  <a:close/>
                  <a:moveTo>
                    <a:pt x="13725" y="2418"/>
                  </a:moveTo>
                  <a:lnTo>
                    <a:pt x="13841" y="2693"/>
                  </a:lnTo>
                  <a:lnTo>
                    <a:pt x="13899" y="2858"/>
                  </a:lnTo>
                  <a:lnTo>
                    <a:pt x="14073" y="2967"/>
                  </a:lnTo>
                  <a:lnTo>
                    <a:pt x="14246" y="3078"/>
                  </a:lnTo>
                  <a:lnTo>
                    <a:pt x="14477" y="3022"/>
                  </a:lnTo>
                  <a:lnTo>
                    <a:pt x="14826" y="2858"/>
                  </a:lnTo>
                  <a:lnTo>
                    <a:pt x="15173" y="2583"/>
                  </a:lnTo>
                  <a:lnTo>
                    <a:pt x="15577" y="3407"/>
                  </a:lnTo>
                  <a:lnTo>
                    <a:pt x="16041" y="4122"/>
                  </a:lnTo>
                  <a:lnTo>
                    <a:pt x="16504" y="4891"/>
                  </a:lnTo>
                  <a:lnTo>
                    <a:pt x="16851" y="5661"/>
                  </a:lnTo>
                  <a:lnTo>
                    <a:pt x="16621" y="5880"/>
                  </a:lnTo>
                  <a:lnTo>
                    <a:pt x="16389" y="6100"/>
                  </a:lnTo>
                  <a:lnTo>
                    <a:pt x="16215" y="6376"/>
                  </a:lnTo>
                  <a:lnTo>
                    <a:pt x="16157" y="6706"/>
                  </a:lnTo>
                  <a:lnTo>
                    <a:pt x="16215" y="6870"/>
                  </a:lnTo>
                  <a:lnTo>
                    <a:pt x="16330" y="6980"/>
                  </a:lnTo>
                  <a:lnTo>
                    <a:pt x="16330" y="7200"/>
                  </a:lnTo>
                  <a:lnTo>
                    <a:pt x="16389" y="7309"/>
                  </a:lnTo>
                  <a:lnTo>
                    <a:pt x="16562" y="7365"/>
                  </a:lnTo>
                  <a:lnTo>
                    <a:pt x="16562" y="7420"/>
                  </a:lnTo>
                  <a:lnTo>
                    <a:pt x="16330" y="7750"/>
                  </a:lnTo>
                  <a:lnTo>
                    <a:pt x="15751" y="8463"/>
                  </a:lnTo>
                  <a:lnTo>
                    <a:pt x="15230" y="9233"/>
                  </a:lnTo>
                  <a:lnTo>
                    <a:pt x="14999" y="9124"/>
                  </a:lnTo>
                  <a:lnTo>
                    <a:pt x="14709" y="9069"/>
                  </a:lnTo>
                  <a:lnTo>
                    <a:pt x="14420" y="9178"/>
                  </a:lnTo>
                  <a:lnTo>
                    <a:pt x="14130" y="9289"/>
                  </a:lnTo>
                  <a:lnTo>
                    <a:pt x="13956" y="9508"/>
                  </a:lnTo>
                  <a:lnTo>
                    <a:pt x="13782" y="9728"/>
                  </a:lnTo>
                  <a:lnTo>
                    <a:pt x="13146" y="9728"/>
                  </a:lnTo>
                  <a:lnTo>
                    <a:pt x="11929" y="9783"/>
                  </a:lnTo>
                  <a:lnTo>
                    <a:pt x="11872" y="9672"/>
                  </a:lnTo>
                  <a:lnTo>
                    <a:pt x="11698" y="9563"/>
                  </a:lnTo>
                  <a:lnTo>
                    <a:pt x="11177" y="9398"/>
                  </a:lnTo>
                  <a:lnTo>
                    <a:pt x="11119" y="9398"/>
                  </a:lnTo>
                  <a:lnTo>
                    <a:pt x="11004" y="9343"/>
                  </a:lnTo>
                  <a:lnTo>
                    <a:pt x="10713" y="9343"/>
                  </a:lnTo>
                  <a:lnTo>
                    <a:pt x="10481" y="9289"/>
                  </a:lnTo>
                  <a:lnTo>
                    <a:pt x="9207" y="8134"/>
                  </a:lnTo>
                  <a:lnTo>
                    <a:pt x="8282" y="7309"/>
                  </a:lnTo>
                  <a:lnTo>
                    <a:pt x="8397" y="7035"/>
                  </a:lnTo>
                  <a:lnTo>
                    <a:pt x="8397" y="6759"/>
                  </a:lnTo>
                  <a:lnTo>
                    <a:pt x="8339" y="6650"/>
                  </a:lnTo>
                  <a:lnTo>
                    <a:pt x="8282" y="6541"/>
                  </a:lnTo>
                  <a:lnTo>
                    <a:pt x="8050" y="6376"/>
                  </a:lnTo>
                  <a:lnTo>
                    <a:pt x="8339" y="5715"/>
                  </a:lnTo>
                  <a:lnTo>
                    <a:pt x="9150" y="4067"/>
                  </a:lnTo>
                  <a:lnTo>
                    <a:pt x="9671" y="3022"/>
                  </a:lnTo>
                  <a:lnTo>
                    <a:pt x="9903" y="3022"/>
                  </a:lnTo>
                  <a:lnTo>
                    <a:pt x="10134" y="2967"/>
                  </a:lnTo>
                  <a:lnTo>
                    <a:pt x="10366" y="2858"/>
                  </a:lnTo>
                  <a:lnTo>
                    <a:pt x="10598" y="2693"/>
                  </a:lnTo>
                  <a:lnTo>
                    <a:pt x="10772" y="2528"/>
                  </a:lnTo>
                  <a:lnTo>
                    <a:pt x="11814" y="2472"/>
                  </a:lnTo>
                  <a:lnTo>
                    <a:pt x="13725" y="2418"/>
                  </a:lnTo>
                  <a:close/>
                  <a:moveTo>
                    <a:pt x="10772" y="10222"/>
                  </a:moveTo>
                  <a:lnTo>
                    <a:pt x="10945" y="10333"/>
                  </a:lnTo>
                  <a:lnTo>
                    <a:pt x="10655" y="10333"/>
                  </a:lnTo>
                  <a:lnTo>
                    <a:pt x="10598" y="10278"/>
                  </a:lnTo>
                  <a:lnTo>
                    <a:pt x="10772" y="10222"/>
                  </a:lnTo>
                  <a:close/>
                  <a:moveTo>
                    <a:pt x="4285" y="8080"/>
                  </a:moveTo>
                  <a:lnTo>
                    <a:pt x="4169" y="8134"/>
                  </a:lnTo>
                  <a:lnTo>
                    <a:pt x="3996" y="8244"/>
                  </a:lnTo>
                  <a:lnTo>
                    <a:pt x="3880" y="8354"/>
                  </a:lnTo>
                  <a:lnTo>
                    <a:pt x="3590" y="8683"/>
                  </a:lnTo>
                  <a:lnTo>
                    <a:pt x="3127" y="9454"/>
                  </a:lnTo>
                  <a:lnTo>
                    <a:pt x="2606" y="10278"/>
                  </a:lnTo>
                  <a:lnTo>
                    <a:pt x="2374" y="10607"/>
                  </a:lnTo>
                  <a:lnTo>
                    <a:pt x="2259" y="10772"/>
                  </a:lnTo>
                  <a:lnTo>
                    <a:pt x="2201" y="10882"/>
                  </a:lnTo>
                  <a:lnTo>
                    <a:pt x="2201" y="10993"/>
                  </a:lnTo>
                  <a:lnTo>
                    <a:pt x="2085" y="11048"/>
                  </a:lnTo>
                  <a:lnTo>
                    <a:pt x="2085" y="11267"/>
                  </a:lnTo>
                  <a:lnTo>
                    <a:pt x="2201" y="11322"/>
                  </a:lnTo>
                  <a:lnTo>
                    <a:pt x="2374" y="11378"/>
                  </a:lnTo>
                  <a:lnTo>
                    <a:pt x="2548" y="11267"/>
                  </a:lnTo>
                  <a:lnTo>
                    <a:pt x="2722" y="11157"/>
                  </a:lnTo>
                  <a:lnTo>
                    <a:pt x="2895" y="10993"/>
                  </a:lnTo>
                  <a:lnTo>
                    <a:pt x="3186" y="10552"/>
                  </a:lnTo>
                  <a:lnTo>
                    <a:pt x="3360" y="10222"/>
                  </a:lnTo>
                  <a:lnTo>
                    <a:pt x="4054" y="9289"/>
                  </a:lnTo>
                  <a:lnTo>
                    <a:pt x="4343" y="8794"/>
                  </a:lnTo>
                  <a:lnTo>
                    <a:pt x="4517" y="8574"/>
                  </a:lnTo>
                  <a:lnTo>
                    <a:pt x="4517" y="8189"/>
                  </a:lnTo>
                  <a:lnTo>
                    <a:pt x="4401" y="8134"/>
                  </a:lnTo>
                  <a:lnTo>
                    <a:pt x="4285" y="8080"/>
                  </a:lnTo>
                  <a:close/>
                  <a:moveTo>
                    <a:pt x="6429" y="7255"/>
                  </a:moveTo>
                  <a:lnTo>
                    <a:pt x="6602" y="7530"/>
                  </a:lnTo>
                  <a:lnTo>
                    <a:pt x="6833" y="7750"/>
                  </a:lnTo>
                  <a:lnTo>
                    <a:pt x="7065" y="7804"/>
                  </a:lnTo>
                  <a:lnTo>
                    <a:pt x="7297" y="7859"/>
                  </a:lnTo>
                  <a:lnTo>
                    <a:pt x="7529" y="7859"/>
                  </a:lnTo>
                  <a:lnTo>
                    <a:pt x="7759" y="7804"/>
                  </a:lnTo>
                  <a:lnTo>
                    <a:pt x="8397" y="8354"/>
                  </a:lnTo>
                  <a:lnTo>
                    <a:pt x="9730" y="9672"/>
                  </a:lnTo>
                  <a:lnTo>
                    <a:pt x="9671" y="9783"/>
                  </a:lnTo>
                  <a:lnTo>
                    <a:pt x="9613" y="9948"/>
                  </a:lnTo>
                  <a:lnTo>
                    <a:pt x="9671" y="10168"/>
                  </a:lnTo>
                  <a:lnTo>
                    <a:pt x="9730" y="10333"/>
                  </a:lnTo>
                  <a:lnTo>
                    <a:pt x="9845" y="10498"/>
                  </a:lnTo>
                  <a:lnTo>
                    <a:pt x="9845" y="10607"/>
                  </a:lnTo>
                  <a:lnTo>
                    <a:pt x="9381" y="11102"/>
                  </a:lnTo>
                  <a:lnTo>
                    <a:pt x="8977" y="11652"/>
                  </a:lnTo>
                  <a:lnTo>
                    <a:pt x="8165" y="12752"/>
                  </a:lnTo>
                  <a:lnTo>
                    <a:pt x="7412" y="13685"/>
                  </a:lnTo>
                  <a:lnTo>
                    <a:pt x="7238" y="13576"/>
                  </a:lnTo>
                  <a:lnTo>
                    <a:pt x="7008" y="13576"/>
                  </a:lnTo>
                  <a:lnTo>
                    <a:pt x="6717" y="13631"/>
                  </a:lnTo>
                  <a:lnTo>
                    <a:pt x="6485" y="13796"/>
                  </a:lnTo>
                  <a:lnTo>
                    <a:pt x="6312" y="14015"/>
                  </a:lnTo>
                  <a:lnTo>
                    <a:pt x="6196" y="14291"/>
                  </a:lnTo>
                  <a:lnTo>
                    <a:pt x="5675" y="14235"/>
                  </a:lnTo>
                  <a:lnTo>
                    <a:pt x="4460" y="14291"/>
                  </a:lnTo>
                  <a:lnTo>
                    <a:pt x="4401" y="14015"/>
                  </a:lnTo>
                  <a:lnTo>
                    <a:pt x="4228" y="13796"/>
                  </a:lnTo>
                  <a:lnTo>
                    <a:pt x="3996" y="13631"/>
                  </a:lnTo>
                  <a:lnTo>
                    <a:pt x="3764" y="13576"/>
                  </a:lnTo>
                  <a:lnTo>
                    <a:pt x="3533" y="13576"/>
                  </a:lnTo>
                  <a:lnTo>
                    <a:pt x="3243" y="13631"/>
                  </a:lnTo>
                  <a:lnTo>
                    <a:pt x="2490" y="12641"/>
                  </a:lnTo>
                  <a:lnTo>
                    <a:pt x="2201" y="12146"/>
                  </a:lnTo>
                  <a:lnTo>
                    <a:pt x="1795" y="11652"/>
                  </a:lnTo>
                  <a:lnTo>
                    <a:pt x="1912" y="11378"/>
                  </a:lnTo>
                  <a:lnTo>
                    <a:pt x="1969" y="11157"/>
                  </a:lnTo>
                  <a:lnTo>
                    <a:pt x="1912" y="10882"/>
                  </a:lnTo>
                  <a:lnTo>
                    <a:pt x="1853" y="10663"/>
                  </a:lnTo>
                  <a:lnTo>
                    <a:pt x="1680" y="10498"/>
                  </a:lnTo>
                  <a:lnTo>
                    <a:pt x="1738" y="10387"/>
                  </a:lnTo>
                  <a:lnTo>
                    <a:pt x="1853" y="10222"/>
                  </a:lnTo>
                  <a:lnTo>
                    <a:pt x="1969" y="9948"/>
                  </a:lnTo>
                  <a:lnTo>
                    <a:pt x="2548" y="8959"/>
                  </a:lnTo>
                  <a:lnTo>
                    <a:pt x="3069" y="8024"/>
                  </a:lnTo>
                  <a:lnTo>
                    <a:pt x="3416" y="8024"/>
                  </a:lnTo>
                  <a:lnTo>
                    <a:pt x="3764" y="7915"/>
                  </a:lnTo>
                  <a:lnTo>
                    <a:pt x="3996" y="7694"/>
                  </a:lnTo>
                  <a:lnTo>
                    <a:pt x="4111" y="7585"/>
                  </a:lnTo>
                  <a:lnTo>
                    <a:pt x="4169" y="7420"/>
                  </a:lnTo>
                  <a:lnTo>
                    <a:pt x="4228" y="7365"/>
                  </a:lnTo>
                  <a:lnTo>
                    <a:pt x="4922" y="7420"/>
                  </a:lnTo>
                  <a:lnTo>
                    <a:pt x="5849" y="7365"/>
                  </a:lnTo>
                  <a:lnTo>
                    <a:pt x="6429" y="7255"/>
                  </a:lnTo>
                  <a:close/>
                  <a:moveTo>
                    <a:pt x="14014" y="11596"/>
                  </a:moveTo>
                  <a:lnTo>
                    <a:pt x="14014" y="11707"/>
                  </a:lnTo>
                  <a:lnTo>
                    <a:pt x="14073" y="11982"/>
                  </a:lnTo>
                  <a:lnTo>
                    <a:pt x="14073" y="12091"/>
                  </a:lnTo>
                  <a:lnTo>
                    <a:pt x="14130" y="12257"/>
                  </a:lnTo>
                  <a:lnTo>
                    <a:pt x="14826" y="13081"/>
                  </a:lnTo>
                  <a:lnTo>
                    <a:pt x="15462" y="13906"/>
                  </a:lnTo>
                  <a:lnTo>
                    <a:pt x="15694" y="14180"/>
                  </a:lnTo>
                  <a:lnTo>
                    <a:pt x="15809" y="14291"/>
                  </a:lnTo>
                  <a:lnTo>
                    <a:pt x="15983" y="14345"/>
                  </a:lnTo>
                  <a:lnTo>
                    <a:pt x="16157" y="14345"/>
                  </a:lnTo>
                  <a:lnTo>
                    <a:pt x="16273" y="14291"/>
                  </a:lnTo>
                  <a:lnTo>
                    <a:pt x="16389" y="14235"/>
                  </a:lnTo>
                  <a:lnTo>
                    <a:pt x="16447" y="14070"/>
                  </a:lnTo>
                  <a:lnTo>
                    <a:pt x="16447" y="13850"/>
                  </a:lnTo>
                  <a:lnTo>
                    <a:pt x="16389" y="13741"/>
                  </a:lnTo>
                  <a:lnTo>
                    <a:pt x="16273" y="13685"/>
                  </a:lnTo>
                  <a:lnTo>
                    <a:pt x="16100" y="13631"/>
                  </a:lnTo>
                  <a:lnTo>
                    <a:pt x="15926" y="13411"/>
                  </a:lnTo>
                  <a:lnTo>
                    <a:pt x="15809" y="13246"/>
                  </a:lnTo>
                  <a:lnTo>
                    <a:pt x="15230" y="12587"/>
                  </a:lnTo>
                  <a:lnTo>
                    <a:pt x="14652" y="11872"/>
                  </a:lnTo>
                  <a:lnTo>
                    <a:pt x="14535" y="11761"/>
                  </a:lnTo>
                  <a:lnTo>
                    <a:pt x="14420" y="11707"/>
                  </a:lnTo>
                  <a:lnTo>
                    <a:pt x="14130" y="11596"/>
                  </a:lnTo>
                  <a:close/>
                  <a:moveTo>
                    <a:pt x="3360" y="14565"/>
                  </a:moveTo>
                  <a:lnTo>
                    <a:pt x="3243" y="14620"/>
                  </a:lnTo>
                  <a:lnTo>
                    <a:pt x="3243" y="14565"/>
                  </a:lnTo>
                  <a:close/>
                  <a:moveTo>
                    <a:pt x="8860" y="13906"/>
                  </a:moveTo>
                  <a:lnTo>
                    <a:pt x="8803" y="13961"/>
                  </a:lnTo>
                  <a:lnTo>
                    <a:pt x="8803" y="14291"/>
                  </a:lnTo>
                  <a:lnTo>
                    <a:pt x="8918" y="14509"/>
                  </a:lnTo>
                  <a:lnTo>
                    <a:pt x="9150" y="14894"/>
                  </a:lnTo>
                  <a:lnTo>
                    <a:pt x="9730" y="15665"/>
                  </a:lnTo>
                  <a:lnTo>
                    <a:pt x="10192" y="16324"/>
                  </a:lnTo>
                  <a:lnTo>
                    <a:pt x="10424" y="16654"/>
                  </a:lnTo>
                  <a:lnTo>
                    <a:pt x="10772" y="16928"/>
                  </a:lnTo>
                  <a:lnTo>
                    <a:pt x="10830" y="17039"/>
                  </a:lnTo>
                  <a:lnTo>
                    <a:pt x="11004" y="17204"/>
                  </a:lnTo>
                  <a:lnTo>
                    <a:pt x="11119" y="17259"/>
                  </a:lnTo>
                  <a:lnTo>
                    <a:pt x="11234" y="17259"/>
                  </a:lnTo>
                  <a:lnTo>
                    <a:pt x="11351" y="17204"/>
                  </a:lnTo>
                  <a:lnTo>
                    <a:pt x="11408" y="17093"/>
                  </a:lnTo>
                  <a:lnTo>
                    <a:pt x="11466" y="16763"/>
                  </a:lnTo>
                  <a:lnTo>
                    <a:pt x="11408" y="16598"/>
                  </a:lnTo>
                  <a:lnTo>
                    <a:pt x="11293" y="16433"/>
                  </a:lnTo>
                  <a:lnTo>
                    <a:pt x="11177" y="16379"/>
                  </a:lnTo>
                  <a:lnTo>
                    <a:pt x="11060" y="16324"/>
                  </a:lnTo>
                  <a:lnTo>
                    <a:pt x="10945" y="16159"/>
                  </a:lnTo>
                  <a:lnTo>
                    <a:pt x="10830" y="15994"/>
                  </a:lnTo>
                  <a:lnTo>
                    <a:pt x="10598" y="15665"/>
                  </a:lnTo>
                  <a:lnTo>
                    <a:pt x="9903" y="14730"/>
                  </a:lnTo>
                  <a:lnTo>
                    <a:pt x="9498" y="14235"/>
                  </a:lnTo>
                  <a:lnTo>
                    <a:pt x="9265" y="14070"/>
                  </a:lnTo>
                  <a:lnTo>
                    <a:pt x="9033" y="13906"/>
                  </a:lnTo>
                  <a:close/>
                  <a:moveTo>
                    <a:pt x="13782" y="10443"/>
                  </a:moveTo>
                  <a:lnTo>
                    <a:pt x="13899" y="10607"/>
                  </a:lnTo>
                  <a:lnTo>
                    <a:pt x="14073" y="10717"/>
                  </a:lnTo>
                  <a:lnTo>
                    <a:pt x="14188" y="10828"/>
                  </a:lnTo>
                  <a:lnTo>
                    <a:pt x="14362" y="10882"/>
                  </a:lnTo>
                  <a:lnTo>
                    <a:pt x="14826" y="10828"/>
                  </a:lnTo>
                  <a:lnTo>
                    <a:pt x="14999" y="10882"/>
                  </a:lnTo>
                  <a:lnTo>
                    <a:pt x="15115" y="10937"/>
                  </a:lnTo>
                  <a:lnTo>
                    <a:pt x="15347" y="11322"/>
                  </a:lnTo>
                  <a:lnTo>
                    <a:pt x="15577" y="11707"/>
                  </a:lnTo>
                  <a:lnTo>
                    <a:pt x="16157" y="12531"/>
                  </a:lnTo>
                  <a:lnTo>
                    <a:pt x="16910" y="13631"/>
                  </a:lnTo>
                  <a:lnTo>
                    <a:pt x="16794" y="13906"/>
                  </a:lnTo>
                  <a:lnTo>
                    <a:pt x="16736" y="14126"/>
                  </a:lnTo>
                  <a:lnTo>
                    <a:pt x="16678" y="14620"/>
                  </a:lnTo>
                  <a:lnTo>
                    <a:pt x="16621" y="14894"/>
                  </a:lnTo>
                  <a:lnTo>
                    <a:pt x="16621" y="15335"/>
                  </a:lnTo>
                  <a:lnTo>
                    <a:pt x="16678" y="15389"/>
                  </a:lnTo>
                  <a:lnTo>
                    <a:pt x="16330" y="15939"/>
                  </a:lnTo>
                  <a:lnTo>
                    <a:pt x="15462" y="17313"/>
                  </a:lnTo>
                  <a:lnTo>
                    <a:pt x="15288" y="17259"/>
                  </a:lnTo>
                  <a:lnTo>
                    <a:pt x="15056" y="17259"/>
                  </a:lnTo>
                  <a:lnTo>
                    <a:pt x="14826" y="17313"/>
                  </a:lnTo>
                  <a:lnTo>
                    <a:pt x="14652" y="17424"/>
                  </a:lnTo>
                  <a:lnTo>
                    <a:pt x="14477" y="17533"/>
                  </a:lnTo>
                  <a:lnTo>
                    <a:pt x="14362" y="17698"/>
                  </a:lnTo>
                  <a:lnTo>
                    <a:pt x="14246" y="17863"/>
                  </a:lnTo>
                  <a:lnTo>
                    <a:pt x="14188" y="18028"/>
                  </a:lnTo>
                  <a:lnTo>
                    <a:pt x="13261" y="18083"/>
                  </a:lnTo>
                  <a:lnTo>
                    <a:pt x="11814" y="18193"/>
                  </a:lnTo>
                  <a:lnTo>
                    <a:pt x="11060" y="18193"/>
                  </a:lnTo>
                  <a:lnTo>
                    <a:pt x="11004" y="17918"/>
                  </a:lnTo>
                  <a:lnTo>
                    <a:pt x="10772" y="17643"/>
                  </a:lnTo>
                  <a:lnTo>
                    <a:pt x="10655" y="17589"/>
                  </a:lnTo>
                  <a:lnTo>
                    <a:pt x="10540" y="17533"/>
                  </a:lnTo>
                  <a:lnTo>
                    <a:pt x="10251" y="17478"/>
                  </a:lnTo>
                  <a:lnTo>
                    <a:pt x="10134" y="17424"/>
                  </a:lnTo>
                  <a:lnTo>
                    <a:pt x="10019" y="17478"/>
                  </a:lnTo>
                  <a:lnTo>
                    <a:pt x="9903" y="17589"/>
                  </a:lnTo>
                  <a:lnTo>
                    <a:pt x="9786" y="17589"/>
                  </a:lnTo>
                  <a:lnTo>
                    <a:pt x="9439" y="16818"/>
                  </a:lnTo>
                  <a:lnTo>
                    <a:pt x="9033" y="16050"/>
                  </a:lnTo>
                  <a:lnTo>
                    <a:pt x="8629" y="15444"/>
                  </a:lnTo>
                  <a:lnTo>
                    <a:pt x="8165" y="14785"/>
                  </a:lnTo>
                  <a:lnTo>
                    <a:pt x="8224" y="14620"/>
                  </a:lnTo>
                  <a:lnTo>
                    <a:pt x="8282" y="14455"/>
                  </a:lnTo>
                  <a:lnTo>
                    <a:pt x="8282" y="14235"/>
                  </a:lnTo>
                  <a:lnTo>
                    <a:pt x="8224" y="14070"/>
                  </a:lnTo>
                  <a:lnTo>
                    <a:pt x="8107" y="13961"/>
                  </a:lnTo>
                  <a:lnTo>
                    <a:pt x="8050" y="13961"/>
                  </a:lnTo>
                  <a:lnTo>
                    <a:pt x="8224" y="13741"/>
                  </a:lnTo>
                  <a:lnTo>
                    <a:pt x="9092" y="12587"/>
                  </a:lnTo>
                  <a:lnTo>
                    <a:pt x="9730" y="11761"/>
                  </a:lnTo>
                  <a:lnTo>
                    <a:pt x="10077" y="11378"/>
                  </a:lnTo>
                  <a:lnTo>
                    <a:pt x="10307" y="10937"/>
                  </a:lnTo>
                  <a:lnTo>
                    <a:pt x="10540" y="10993"/>
                  </a:lnTo>
                  <a:lnTo>
                    <a:pt x="10945" y="10993"/>
                  </a:lnTo>
                  <a:lnTo>
                    <a:pt x="11177" y="10937"/>
                  </a:lnTo>
                  <a:lnTo>
                    <a:pt x="11351" y="10882"/>
                  </a:lnTo>
                  <a:lnTo>
                    <a:pt x="11525" y="10717"/>
                  </a:lnTo>
                  <a:lnTo>
                    <a:pt x="11698" y="10607"/>
                  </a:lnTo>
                  <a:lnTo>
                    <a:pt x="11814" y="10443"/>
                  </a:lnTo>
                  <a:close/>
                  <a:moveTo>
                    <a:pt x="7529" y="0"/>
                  </a:moveTo>
                  <a:lnTo>
                    <a:pt x="7529" y="54"/>
                  </a:lnTo>
                  <a:lnTo>
                    <a:pt x="7586" y="274"/>
                  </a:lnTo>
                  <a:lnTo>
                    <a:pt x="7703" y="439"/>
                  </a:lnTo>
                  <a:lnTo>
                    <a:pt x="7876" y="548"/>
                  </a:lnTo>
                  <a:lnTo>
                    <a:pt x="8050" y="604"/>
                  </a:lnTo>
                  <a:lnTo>
                    <a:pt x="8165" y="824"/>
                  </a:lnTo>
                  <a:lnTo>
                    <a:pt x="8339" y="1043"/>
                  </a:lnTo>
                  <a:lnTo>
                    <a:pt x="8629" y="1483"/>
                  </a:lnTo>
                  <a:lnTo>
                    <a:pt x="8745" y="1648"/>
                  </a:lnTo>
                  <a:lnTo>
                    <a:pt x="8629" y="1922"/>
                  </a:lnTo>
                  <a:lnTo>
                    <a:pt x="8629" y="2198"/>
                  </a:lnTo>
                  <a:lnTo>
                    <a:pt x="8745" y="2528"/>
                  </a:lnTo>
                  <a:lnTo>
                    <a:pt x="8918" y="2748"/>
                  </a:lnTo>
                  <a:lnTo>
                    <a:pt x="9033" y="2858"/>
                  </a:lnTo>
                  <a:lnTo>
                    <a:pt x="8456" y="3902"/>
                  </a:lnTo>
                  <a:lnTo>
                    <a:pt x="7703" y="5385"/>
                  </a:lnTo>
                  <a:lnTo>
                    <a:pt x="7529" y="5770"/>
                  </a:lnTo>
                  <a:lnTo>
                    <a:pt x="7297" y="6100"/>
                  </a:lnTo>
                  <a:lnTo>
                    <a:pt x="6950" y="6100"/>
                  </a:lnTo>
                  <a:lnTo>
                    <a:pt x="6776" y="6156"/>
                  </a:lnTo>
                  <a:lnTo>
                    <a:pt x="6602" y="6265"/>
                  </a:lnTo>
                  <a:lnTo>
                    <a:pt x="6485" y="6430"/>
                  </a:lnTo>
                  <a:lnTo>
                    <a:pt x="6429" y="6595"/>
                  </a:lnTo>
                  <a:lnTo>
                    <a:pt x="5502" y="6706"/>
                  </a:lnTo>
                  <a:lnTo>
                    <a:pt x="4807" y="6759"/>
                  </a:lnTo>
                  <a:lnTo>
                    <a:pt x="4228" y="6815"/>
                  </a:lnTo>
                  <a:lnTo>
                    <a:pt x="4054" y="6541"/>
                  </a:lnTo>
                  <a:lnTo>
                    <a:pt x="3880" y="6320"/>
                  </a:lnTo>
                  <a:lnTo>
                    <a:pt x="3590" y="6211"/>
                  </a:lnTo>
                  <a:lnTo>
                    <a:pt x="3301" y="6156"/>
                  </a:lnTo>
                  <a:lnTo>
                    <a:pt x="3011" y="6156"/>
                  </a:lnTo>
                  <a:lnTo>
                    <a:pt x="2837" y="6265"/>
                  </a:lnTo>
                  <a:lnTo>
                    <a:pt x="2606" y="6430"/>
                  </a:lnTo>
                  <a:lnTo>
                    <a:pt x="2490" y="6595"/>
                  </a:lnTo>
                  <a:lnTo>
                    <a:pt x="2374" y="6759"/>
                  </a:lnTo>
                  <a:lnTo>
                    <a:pt x="2374" y="6924"/>
                  </a:lnTo>
                  <a:lnTo>
                    <a:pt x="2259" y="7145"/>
                  </a:lnTo>
                  <a:lnTo>
                    <a:pt x="2259" y="7420"/>
                  </a:lnTo>
                  <a:lnTo>
                    <a:pt x="2316" y="7639"/>
                  </a:lnTo>
                  <a:lnTo>
                    <a:pt x="2374" y="7750"/>
                  </a:lnTo>
                  <a:lnTo>
                    <a:pt x="2374" y="7804"/>
                  </a:lnTo>
                  <a:lnTo>
                    <a:pt x="1969" y="8630"/>
                  </a:lnTo>
                  <a:lnTo>
                    <a:pt x="1389" y="9618"/>
                  </a:lnTo>
                  <a:lnTo>
                    <a:pt x="1216" y="9948"/>
                  </a:lnTo>
                  <a:lnTo>
                    <a:pt x="1216" y="10058"/>
                  </a:lnTo>
                  <a:lnTo>
                    <a:pt x="1159" y="10222"/>
                  </a:lnTo>
                  <a:lnTo>
                    <a:pt x="1159" y="10168"/>
                  </a:lnTo>
                  <a:lnTo>
                    <a:pt x="985" y="10168"/>
                  </a:lnTo>
                  <a:lnTo>
                    <a:pt x="868" y="10222"/>
                  </a:lnTo>
                  <a:lnTo>
                    <a:pt x="638" y="10387"/>
                  </a:lnTo>
                  <a:lnTo>
                    <a:pt x="521" y="10443"/>
                  </a:lnTo>
                  <a:lnTo>
                    <a:pt x="406" y="10498"/>
                  </a:lnTo>
                  <a:lnTo>
                    <a:pt x="289" y="10663"/>
                  </a:lnTo>
                  <a:lnTo>
                    <a:pt x="174" y="10828"/>
                  </a:lnTo>
                  <a:lnTo>
                    <a:pt x="174" y="11157"/>
                  </a:lnTo>
                  <a:lnTo>
                    <a:pt x="0" y="11652"/>
                  </a:lnTo>
                  <a:lnTo>
                    <a:pt x="58" y="11761"/>
                  </a:lnTo>
                  <a:lnTo>
                    <a:pt x="115" y="11817"/>
                  </a:lnTo>
                  <a:lnTo>
                    <a:pt x="174" y="11926"/>
                  </a:lnTo>
                  <a:lnTo>
                    <a:pt x="289" y="11926"/>
                  </a:lnTo>
                  <a:lnTo>
                    <a:pt x="579" y="12037"/>
                  </a:lnTo>
                  <a:lnTo>
                    <a:pt x="1042" y="12037"/>
                  </a:lnTo>
                  <a:lnTo>
                    <a:pt x="1042" y="11982"/>
                  </a:lnTo>
                  <a:lnTo>
                    <a:pt x="1216" y="11982"/>
                  </a:lnTo>
                  <a:lnTo>
                    <a:pt x="1389" y="12257"/>
                  </a:lnTo>
                  <a:lnTo>
                    <a:pt x="1563" y="12531"/>
                  </a:lnTo>
                  <a:lnTo>
                    <a:pt x="1912" y="12970"/>
                  </a:lnTo>
                  <a:lnTo>
                    <a:pt x="2606" y="13906"/>
                  </a:lnTo>
                  <a:lnTo>
                    <a:pt x="2663" y="14015"/>
                  </a:lnTo>
                  <a:lnTo>
                    <a:pt x="2606" y="14235"/>
                  </a:lnTo>
                  <a:lnTo>
                    <a:pt x="2548" y="14455"/>
                  </a:lnTo>
                  <a:lnTo>
                    <a:pt x="2490" y="14730"/>
                  </a:lnTo>
                  <a:lnTo>
                    <a:pt x="2490" y="14894"/>
                  </a:lnTo>
                  <a:lnTo>
                    <a:pt x="2548" y="15059"/>
                  </a:lnTo>
                  <a:lnTo>
                    <a:pt x="2433" y="15335"/>
                  </a:lnTo>
                  <a:lnTo>
                    <a:pt x="2259" y="15609"/>
                  </a:lnTo>
                  <a:lnTo>
                    <a:pt x="2142" y="15883"/>
                  </a:lnTo>
                  <a:lnTo>
                    <a:pt x="1912" y="16159"/>
                  </a:lnTo>
                  <a:lnTo>
                    <a:pt x="1795" y="16269"/>
                  </a:lnTo>
                  <a:lnTo>
                    <a:pt x="1795" y="16433"/>
                  </a:lnTo>
                  <a:lnTo>
                    <a:pt x="1853" y="16598"/>
                  </a:lnTo>
                  <a:lnTo>
                    <a:pt x="1969" y="16709"/>
                  </a:lnTo>
                  <a:lnTo>
                    <a:pt x="2142" y="16763"/>
                  </a:lnTo>
                  <a:lnTo>
                    <a:pt x="2316" y="16709"/>
                  </a:lnTo>
                  <a:lnTo>
                    <a:pt x="2433" y="16598"/>
                  </a:lnTo>
                  <a:lnTo>
                    <a:pt x="2490" y="16433"/>
                  </a:lnTo>
                  <a:lnTo>
                    <a:pt x="2548" y="16379"/>
                  </a:lnTo>
                  <a:lnTo>
                    <a:pt x="2663" y="16215"/>
                  </a:lnTo>
                  <a:lnTo>
                    <a:pt x="2780" y="15939"/>
                  </a:lnTo>
                  <a:lnTo>
                    <a:pt x="2895" y="15719"/>
                  </a:lnTo>
                  <a:lnTo>
                    <a:pt x="3011" y="15280"/>
                  </a:lnTo>
                  <a:lnTo>
                    <a:pt x="3416" y="15280"/>
                  </a:lnTo>
                  <a:lnTo>
                    <a:pt x="3707" y="15224"/>
                  </a:lnTo>
                  <a:lnTo>
                    <a:pt x="3937" y="15115"/>
                  </a:lnTo>
                  <a:lnTo>
                    <a:pt x="4169" y="15005"/>
                  </a:lnTo>
                  <a:lnTo>
                    <a:pt x="4285" y="14841"/>
                  </a:lnTo>
                  <a:lnTo>
                    <a:pt x="5270" y="14841"/>
                  </a:lnTo>
                  <a:lnTo>
                    <a:pt x="6312" y="14894"/>
                  </a:lnTo>
                  <a:lnTo>
                    <a:pt x="6370" y="15059"/>
                  </a:lnTo>
                  <a:lnTo>
                    <a:pt x="6429" y="15115"/>
                  </a:lnTo>
                  <a:lnTo>
                    <a:pt x="6544" y="15224"/>
                  </a:lnTo>
                  <a:lnTo>
                    <a:pt x="6776" y="15335"/>
                  </a:lnTo>
                  <a:lnTo>
                    <a:pt x="7008" y="15444"/>
                  </a:lnTo>
                  <a:lnTo>
                    <a:pt x="7297" y="15444"/>
                  </a:lnTo>
                  <a:lnTo>
                    <a:pt x="7586" y="15389"/>
                  </a:lnTo>
                  <a:lnTo>
                    <a:pt x="7703" y="15335"/>
                  </a:lnTo>
                  <a:lnTo>
                    <a:pt x="8339" y="16215"/>
                  </a:lnTo>
                  <a:lnTo>
                    <a:pt x="8571" y="16654"/>
                  </a:lnTo>
                  <a:lnTo>
                    <a:pt x="8803" y="17093"/>
                  </a:lnTo>
                  <a:lnTo>
                    <a:pt x="9150" y="17972"/>
                  </a:lnTo>
                  <a:lnTo>
                    <a:pt x="9092" y="18137"/>
                  </a:lnTo>
                  <a:lnTo>
                    <a:pt x="9092" y="18742"/>
                  </a:lnTo>
                  <a:lnTo>
                    <a:pt x="9033" y="18907"/>
                  </a:lnTo>
                  <a:lnTo>
                    <a:pt x="9033" y="19017"/>
                  </a:lnTo>
                  <a:lnTo>
                    <a:pt x="9092" y="19128"/>
                  </a:lnTo>
                  <a:lnTo>
                    <a:pt x="9439" y="19292"/>
                  </a:lnTo>
                  <a:lnTo>
                    <a:pt x="9092" y="19731"/>
                  </a:lnTo>
                  <a:lnTo>
                    <a:pt x="8860" y="20172"/>
                  </a:lnTo>
                  <a:lnTo>
                    <a:pt x="8686" y="20666"/>
                  </a:lnTo>
                  <a:lnTo>
                    <a:pt x="8571" y="21161"/>
                  </a:lnTo>
                  <a:lnTo>
                    <a:pt x="8512" y="21270"/>
                  </a:lnTo>
                  <a:lnTo>
                    <a:pt x="8571" y="21381"/>
                  </a:lnTo>
                  <a:lnTo>
                    <a:pt x="8686" y="21491"/>
                  </a:lnTo>
                  <a:lnTo>
                    <a:pt x="8803" y="21546"/>
                  </a:lnTo>
                  <a:lnTo>
                    <a:pt x="8918" y="21600"/>
                  </a:lnTo>
                  <a:lnTo>
                    <a:pt x="9033" y="21600"/>
                  </a:lnTo>
                  <a:lnTo>
                    <a:pt x="9092" y="21546"/>
                  </a:lnTo>
                  <a:lnTo>
                    <a:pt x="9207" y="21435"/>
                  </a:lnTo>
                  <a:lnTo>
                    <a:pt x="9207" y="21326"/>
                  </a:lnTo>
                  <a:lnTo>
                    <a:pt x="9265" y="21106"/>
                  </a:lnTo>
                  <a:lnTo>
                    <a:pt x="9439" y="20666"/>
                  </a:lnTo>
                  <a:lnTo>
                    <a:pt x="9613" y="20172"/>
                  </a:lnTo>
                  <a:lnTo>
                    <a:pt x="9960" y="19511"/>
                  </a:lnTo>
                  <a:lnTo>
                    <a:pt x="10366" y="19511"/>
                  </a:lnTo>
                  <a:lnTo>
                    <a:pt x="10598" y="19457"/>
                  </a:lnTo>
                  <a:lnTo>
                    <a:pt x="10713" y="19292"/>
                  </a:lnTo>
                  <a:lnTo>
                    <a:pt x="10830" y="18852"/>
                  </a:lnTo>
                  <a:lnTo>
                    <a:pt x="11987" y="18852"/>
                  </a:lnTo>
                  <a:lnTo>
                    <a:pt x="13029" y="18798"/>
                  </a:lnTo>
                  <a:lnTo>
                    <a:pt x="14073" y="18742"/>
                  </a:lnTo>
                  <a:lnTo>
                    <a:pt x="14130" y="18742"/>
                  </a:lnTo>
                  <a:lnTo>
                    <a:pt x="14130" y="18907"/>
                  </a:lnTo>
                  <a:lnTo>
                    <a:pt x="14246" y="19017"/>
                  </a:lnTo>
                  <a:lnTo>
                    <a:pt x="14477" y="19182"/>
                  </a:lnTo>
                  <a:lnTo>
                    <a:pt x="14767" y="19292"/>
                  </a:lnTo>
                  <a:lnTo>
                    <a:pt x="15056" y="19346"/>
                  </a:lnTo>
                  <a:lnTo>
                    <a:pt x="15230" y="19896"/>
                  </a:lnTo>
                  <a:lnTo>
                    <a:pt x="15462" y="20720"/>
                  </a:lnTo>
                  <a:lnTo>
                    <a:pt x="15636" y="21052"/>
                  </a:lnTo>
                  <a:lnTo>
                    <a:pt x="15751" y="21216"/>
                  </a:lnTo>
                  <a:lnTo>
                    <a:pt x="15868" y="21381"/>
                  </a:lnTo>
                  <a:lnTo>
                    <a:pt x="16100" y="21381"/>
                  </a:lnTo>
                  <a:lnTo>
                    <a:pt x="16215" y="21326"/>
                  </a:lnTo>
                  <a:lnTo>
                    <a:pt x="16273" y="21216"/>
                  </a:lnTo>
                  <a:lnTo>
                    <a:pt x="16273" y="20831"/>
                  </a:lnTo>
                  <a:lnTo>
                    <a:pt x="16100" y="20391"/>
                  </a:lnTo>
                  <a:lnTo>
                    <a:pt x="15751" y="19402"/>
                  </a:lnTo>
                  <a:lnTo>
                    <a:pt x="15636" y="19072"/>
                  </a:lnTo>
                  <a:lnTo>
                    <a:pt x="15751" y="18907"/>
                  </a:lnTo>
                  <a:lnTo>
                    <a:pt x="15926" y="18578"/>
                  </a:lnTo>
                  <a:lnTo>
                    <a:pt x="15983" y="18302"/>
                  </a:lnTo>
                  <a:lnTo>
                    <a:pt x="16041" y="18028"/>
                  </a:lnTo>
                  <a:lnTo>
                    <a:pt x="16041" y="17807"/>
                  </a:lnTo>
                  <a:lnTo>
                    <a:pt x="15983" y="17754"/>
                  </a:lnTo>
                  <a:lnTo>
                    <a:pt x="16736" y="16544"/>
                  </a:lnTo>
                  <a:lnTo>
                    <a:pt x="17547" y="15335"/>
                  </a:lnTo>
                  <a:lnTo>
                    <a:pt x="17952" y="15115"/>
                  </a:lnTo>
                  <a:lnTo>
                    <a:pt x="18184" y="14950"/>
                  </a:lnTo>
                  <a:lnTo>
                    <a:pt x="18357" y="14785"/>
                  </a:lnTo>
                  <a:lnTo>
                    <a:pt x="18416" y="14730"/>
                  </a:lnTo>
                  <a:lnTo>
                    <a:pt x="18531" y="14620"/>
                  </a:lnTo>
                  <a:lnTo>
                    <a:pt x="18648" y="14400"/>
                  </a:lnTo>
                  <a:lnTo>
                    <a:pt x="18763" y="14180"/>
                  </a:lnTo>
                  <a:lnTo>
                    <a:pt x="19052" y="14235"/>
                  </a:lnTo>
                  <a:lnTo>
                    <a:pt x="19399" y="14235"/>
                  </a:lnTo>
                  <a:lnTo>
                    <a:pt x="20326" y="14291"/>
                  </a:lnTo>
                  <a:lnTo>
                    <a:pt x="21196" y="14235"/>
                  </a:lnTo>
                  <a:lnTo>
                    <a:pt x="21311" y="14235"/>
                  </a:lnTo>
                  <a:lnTo>
                    <a:pt x="21426" y="14180"/>
                  </a:lnTo>
                  <a:lnTo>
                    <a:pt x="21543" y="14070"/>
                  </a:lnTo>
                  <a:lnTo>
                    <a:pt x="21543" y="13961"/>
                  </a:lnTo>
                  <a:lnTo>
                    <a:pt x="21600" y="13850"/>
                  </a:lnTo>
                  <a:lnTo>
                    <a:pt x="21543" y="13741"/>
                  </a:lnTo>
                  <a:lnTo>
                    <a:pt x="21485" y="13631"/>
                  </a:lnTo>
                  <a:lnTo>
                    <a:pt x="21370" y="13520"/>
                  </a:lnTo>
                  <a:lnTo>
                    <a:pt x="21196" y="13520"/>
                  </a:lnTo>
                  <a:lnTo>
                    <a:pt x="20616" y="13466"/>
                  </a:lnTo>
                  <a:lnTo>
                    <a:pt x="19979" y="13466"/>
                  </a:lnTo>
                  <a:lnTo>
                    <a:pt x="18763" y="13520"/>
                  </a:lnTo>
                  <a:lnTo>
                    <a:pt x="18648" y="13411"/>
                  </a:lnTo>
                  <a:lnTo>
                    <a:pt x="18531" y="13300"/>
                  </a:lnTo>
                  <a:lnTo>
                    <a:pt x="18184" y="13135"/>
                  </a:lnTo>
                  <a:lnTo>
                    <a:pt x="18068" y="13135"/>
                  </a:lnTo>
                  <a:lnTo>
                    <a:pt x="17895" y="13191"/>
                  </a:lnTo>
                  <a:lnTo>
                    <a:pt x="17721" y="13135"/>
                  </a:lnTo>
                  <a:lnTo>
                    <a:pt x="17489" y="13191"/>
                  </a:lnTo>
                  <a:lnTo>
                    <a:pt x="16794" y="12146"/>
                  </a:lnTo>
                  <a:lnTo>
                    <a:pt x="16215" y="11378"/>
                  </a:lnTo>
                  <a:lnTo>
                    <a:pt x="15926" y="10937"/>
                  </a:lnTo>
                  <a:lnTo>
                    <a:pt x="15636" y="10607"/>
                  </a:lnTo>
                  <a:lnTo>
                    <a:pt x="15751" y="10443"/>
                  </a:lnTo>
                  <a:lnTo>
                    <a:pt x="15868" y="10222"/>
                  </a:lnTo>
                  <a:lnTo>
                    <a:pt x="15926" y="10058"/>
                  </a:lnTo>
                  <a:lnTo>
                    <a:pt x="15983" y="9839"/>
                  </a:lnTo>
                  <a:lnTo>
                    <a:pt x="15926" y="9728"/>
                  </a:lnTo>
                  <a:lnTo>
                    <a:pt x="15868" y="9672"/>
                  </a:lnTo>
                  <a:lnTo>
                    <a:pt x="15694" y="9672"/>
                  </a:lnTo>
                  <a:lnTo>
                    <a:pt x="15983" y="9343"/>
                  </a:lnTo>
                  <a:lnTo>
                    <a:pt x="16273" y="8959"/>
                  </a:lnTo>
                  <a:lnTo>
                    <a:pt x="16794" y="8244"/>
                  </a:lnTo>
                  <a:lnTo>
                    <a:pt x="17374" y="7420"/>
                  </a:lnTo>
                  <a:lnTo>
                    <a:pt x="17489" y="7420"/>
                  </a:lnTo>
                  <a:lnTo>
                    <a:pt x="17604" y="7365"/>
                  </a:lnTo>
                  <a:lnTo>
                    <a:pt x="17721" y="7255"/>
                  </a:lnTo>
                  <a:lnTo>
                    <a:pt x="17836" y="7145"/>
                  </a:lnTo>
                  <a:lnTo>
                    <a:pt x="18184" y="6870"/>
                  </a:lnTo>
                  <a:lnTo>
                    <a:pt x="18299" y="6706"/>
                  </a:lnTo>
                  <a:lnTo>
                    <a:pt x="18416" y="6541"/>
                  </a:lnTo>
                  <a:lnTo>
                    <a:pt x="18474" y="6376"/>
                  </a:lnTo>
                  <a:lnTo>
                    <a:pt x="18474" y="6211"/>
                  </a:lnTo>
                  <a:lnTo>
                    <a:pt x="18416" y="5991"/>
                  </a:lnTo>
                  <a:lnTo>
                    <a:pt x="18299" y="5826"/>
                  </a:lnTo>
                  <a:lnTo>
                    <a:pt x="18184" y="5661"/>
                  </a:lnTo>
                  <a:lnTo>
                    <a:pt x="18010" y="5606"/>
                  </a:lnTo>
                  <a:lnTo>
                    <a:pt x="17836" y="5550"/>
                  </a:lnTo>
                  <a:lnTo>
                    <a:pt x="17604" y="5496"/>
                  </a:lnTo>
                  <a:lnTo>
                    <a:pt x="17257" y="4782"/>
                  </a:lnTo>
                  <a:lnTo>
                    <a:pt x="16851" y="4122"/>
                  </a:lnTo>
                  <a:lnTo>
                    <a:pt x="16330" y="3132"/>
                  </a:lnTo>
                  <a:lnTo>
                    <a:pt x="15983" y="2583"/>
                  </a:lnTo>
                  <a:lnTo>
                    <a:pt x="15636" y="2143"/>
                  </a:lnTo>
                  <a:lnTo>
                    <a:pt x="15694" y="1922"/>
                  </a:lnTo>
                  <a:lnTo>
                    <a:pt x="15694" y="1813"/>
                  </a:lnTo>
                  <a:lnTo>
                    <a:pt x="15751" y="1593"/>
                  </a:lnTo>
                  <a:lnTo>
                    <a:pt x="15694" y="1428"/>
                  </a:lnTo>
                  <a:lnTo>
                    <a:pt x="15636" y="1263"/>
                  </a:lnTo>
                  <a:lnTo>
                    <a:pt x="15520" y="1043"/>
                  </a:lnTo>
                  <a:lnTo>
                    <a:pt x="15347" y="878"/>
                  </a:lnTo>
                  <a:lnTo>
                    <a:pt x="15115" y="769"/>
                  </a:lnTo>
                  <a:lnTo>
                    <a:pt x="14883" y="713"/>
                  </a:lnTo>
                  <a:lnTo>
                    <a:pt x="14594" y="769"/>
                  </a:lnTo>
                  <a:lnTo>
                    <a:pt x="14362" y="824"/>
                  </a:lnTo>
                  <a:lnTo>
                    <a:pt x="14188" y="989"/>
                  </a:lnTo>
                  <a:lnTo>
                    <a:pt x="14073" y="1209"/>
                  </a:lnTo>
                  <a:lnTo>
                    <a:pt x="14014" y="1428"/>
                  </a:lnTo>
                  <a:lnTo>
                    <a:pt x="13956" y="1539"/>
                  </a:lnTo>
                  <a:lnTo>
                    <a:pt x="12451" y="1648"/>
                  </a:lnTo>
                  <a:lnTo>
                    <a:pt x="11177" y="1758"/>
                  </a:lnTo>
                  <a:lnTo>
                    <a:pt x="10945" y="1758"/>
                  </a:lnTo>
                  <a:lnTo>
                    <a:pt x="10830" y="1593"/>
                  </a:lnTo>
                  <a:lnTo>
                    <a:pt x="10655" y="1374"/>
                  </a:lnTo>
                  <a:lnTo>
                    <a:pt x="10598" y="1319"/>
                  </a:lnTo>
                  <a:lnTo>
                    <a:pt x="10481" y="1209"/>
                  </a:lnTo>
                  <a:lnTo>
                    <a:pt x="10307" y="1154"/>
                  </a:lnTo>
                  <a:lnTo>
                    <a:pt x="10192" y="1154"/>
                  </a:lnTo>
                  <a:lnTo>
                    <a:pt x="10077" y="1209"/>
                  </a:lnTo>
                  <a:lnTo>
                    <a:pt x="9381" y="1209"/>
                  </a:lnTo>
                  <a:lnTo>
                    <a:pt x="8977" y="713"/>
                  </a:lnTo>
                  <a:lnTo>
                    <a:pt x="8803" y="439"/>
                  </a:lnTo>
                  <a:lnTo>
                    <a:pt x="8629" y="165"/>
                  </a:lnTo>
                  <a:lnTo>
                    <a:pt x="8571" y="54"/>
                  </a:lnTo>
                  <a:lnTo>
                    <a:pt x="8456" y="0"/>
                  </a:lnTo>
                  <a:lnTo>
                    <a:pt x="8224" y="0"/>
                  </a:lnTo>
                  <a:lnTo>
                    <a:pt x="7933" y="54"/>
                  </a:lnTo>
                  <a:lnTo>
                    <a:pt x="7759"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974" name="Google Shape;344;p6"/>
            <p:cNvSpPr/>
            <p:nvPr/>
          </p:nvSpPr>
          <p:spPr>
            <a:xfrm>
              <a:off x="1012780" y="3362081"/>
              <a:ext cx="346886" cy="24620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028" y="5108"/>
                  </a:moveTo>
                  <a:lnTo>
                    <a:pt x="14651" y="5213"/>
                  </a:lnTo>
                  <a:lnTo>
                    <a:pt x="14198" y="5320"/>
                  </a:lnTo>
                  <a:lnTo>
                    <a:pt x="13819" y="5532"/>
                  </a:lnTo>
                  <a:lnTo>
                    <a:pt x="13443" y="5851"/>
                  </a:lnTo>
                  <a:lnTo>
                    <a:pt x="13140" y="6173"/>
                  </a:lnTo>
                  <a:lnTo>
                    <a:pt x="12913" y="6597"/>
                  </a:lnTo>
                  <a:lnTo>
                    <a:pt x="12763" y="7130"/>
                  </a:lnTo>
                  <a:lnTo>
                    <a:pt x="12763" y="7342"/>
                  </a:lnTo>
                  <a:lnTo>
                    <a:pt x="12839" y="7554"/>
                  </a:lnTo>
                  <a:lnTo>
                    <a:pt x="12990" y="7661"/>
                  </a:lnTo>
                  <a:lnTo>
                    <a:pt x="13140" y="7661"/>
                  </a:lnTo>
                  <a:lnTo>
                    <a:pt x="13443" y="7554"/>
                  </a:lnTo>
                  <a:lnTo>
                    <a:pt x="13669" y="7342"/>
                  </a:lnTo>
                  <a:lnTo>
                    <a:pt x="14122" y="6916"/>
                  </a:lnTo>
                  <a:lnTo>
                    <a:pt x="14425" y="6811"/>
                  </a:lnTo>
                  <a:lnTo>
                    <a:pt x="14727" y="6597"/>
                  </a:lnTo>
                  <a:lnTo>
                    <a:pt x="15407" y="6597"/>
                  </a:lnTo>
                  <a:lnTo>
                    <a:pt x="15784" y="6704"/>
                  </a:lnTo>
                  <a:lnTo>
                    <a:pt x="16162" y="6916"/>
                  </a:lnTo>
                  <a:lnTo>
                    <a:pt x="16313" y="7130"/>
                  </a:lnTo>
                  <a:lnTo>
                    <a:pt x="16389" y="7342"/>
                  </a:lnTo>
                  <a:lnTo>
                    <a:pt x="16463" y="7661"/>
                  </a:lnTo>
                  <a:lnTo>
                    <a:pt x="16463" y="7980"/>
                  </a:lnTo>
                  <a:lnTo>
                    <a:pt x="16389" y="8407"/>
                  </a:lnTo>
                  <a:lnTo>
                    <a:pt x="16237" y="8833"/>
                  </a:lnTo>
                  <a:lnTo>
                    <a:pt x="15784" y="9683"/>
                  </a:lnTo>
                  <a:lnTo>
                    <a:pt x="14801" y="11598"/>
                  </a:lnTo>
                  <a:lnTo>
                    <a:pt x="13819" y="13408"/>
                  </a:lnTo>
                  <a:lnTo>
                    <a:pt x="11705" y="17025"/>
                  </a:lnTo>
                  <a:lnTo>
                    <a:pt x="11555" y="17452"/>
                  </a:lnTo>
                  <a:lnTo>
                    <a:pt x="11631" y="17875"/>
                  </a:lnTo>
                  <a:lnTo>
                    <a:pt x="11705" y="18090"/>
                  </a:lnTo>
                  <a:lnTo>
                    <a:pt x="11781" y="18197"/>
                  </a:lnTo>
                  <a:lnTo>
                    <a:pt x="11931" y="18302"/>
                  </a:lnTo>
                  <a:lnTo>
                    <a:pt x="12084" y="18302"/>
                  </a:lnTo>
                  <a:lnTo>
                    <a:pt x="13519" y="18197"/>
                  </a:lnTo>
                  <a:lnTo>
                    <a:pt x="14954" y="18302"/>
                  </a:lnTo>
                  <a:lnTo>
                    <a:pt x="16539" y="18409"/>
                  </a:lnTo>
                  <a:lnTo>
                    <a:pt x="17295" y="18621"/>
                  </a:lnTo>
                  <a:lnTo>
                    <a:pt x="17595" y="18621"/>
                  </a:lnTo>
                  <a:lnTo>
                    <a:pt x="17974" y="18516"/>
                  </a:lnTo>
                  <a:lnTo>
                    <a:pt x="18201" y="18302"/>
                  </a:lnTo>
                  <a:lnTo>
                    <a:pt x="18277" y="17983"/>
                  </a:lnTo>
                  <a:lnTo>
                    <a:pt x="18277" y="17663"/>
                  </a:lnTo>
                  <a:lnTo>
                    <a:pt x="18050" y="17452"/>
                  </a:lnTo>
                  <a:lnTo>
                    <a:pt x="17824" y="17237"/>
                  </a:lnTo>
                  <a:lnTo>
                    <a:pt x="17445" y="17025"/>
                  </a:lnTo>
                  <a:lnTo>
                    <a:pt x="16690" y="16814"/>
                  </a:lnTo>
                  <a:lnTo>
                    <a:pt x="15254" y="16706"/>
                  </a:lnTo>
                  <a:lnTo>
                    <a:pt x="13292" y="16706"/>
                  </a:lnTo>
                  <a:lnTo>
                    <a:pt x="15557" y="12662"/>
                  </a:lnTo>
                  <a:lnTo>
                    <a:pt x="16162" y="11598"/>
                  </a:lnTo>
                  <a:lnTo>
                    <a:pt x="16766" y="10429"/>
                  </a:lnTo>
                  <a:lnTo>
                    <a:pt x="17068" y="9790"/>
                  </a:lnTo>
                  <a:lnTo>
                    <a:pt x="17295" y="9257"/>
                  </a:lnTo>
                  <a:lnTo>
                    <a:pt x="17445" y="8514"/>
                  </a:lnTo>
                  <a:lnTo>
                    <a:pt x="17521" y="7873"/>
                  </a:lnTo>
                  <a:lnTo>
                    <a:pt x="17521" y="7235"/>
                  </a:lnTo>
                  <a:lnTo>
                    <a:pt x="17369" y="6704"/>
                  </a:lnTo>
                  <a:lnTo>
                    <a:pt x="17142" y="6278"/>
                  </a:lnTo>
                  <a:lnTo>
                    <a:pt x="16916" y="5851"/>
                  </a:lnTo>
                  <a:lnTo>
                    <a:pt x="16615" y="5532"/>
                  </a:lnTo>
                  <a:lnTo>
                    <a:pt x="16237" y="5320"/>
                  </a:lnTo>
                  <a:lnTo>
                    <a:pt x="15784" y="5213"/>
                  </a:lnTo>
                  <a:lnTo>
                    <a:pt x="15407" y="5108"/>
                  </a:lnTo>
                  <a:close/>
                  <a:moveTo>
                    <a:pt x="1962" y="0"/>
                  </a:moveTo>
                  <a:lnTo>
                    <a:pt x="1585" y="107"/>
                  </a:lnTo>
                  <a:lnTo>
                    <a:pt x="1283" y="319"/>
                  </a:lnTo>
                  <a:lnTo>
                    <a:pt x="906" y="531"/>
                  </a:lnTo>
                  <a:lnTo>
                    <a:pt x="603" y="746"/>
                  </a:lnTo>
                  <a:lnTo>
                    <a:pt x="301" y="1172"/>
                  </a:lnTo>
                  <a:lnTo>
                    <a:pt x="74" y="1491"/>
                  </a:lnTo>
                  <a:lnTo>
                    <a:pt x="0" y="1703"/>
                  </a:lnTo>
                  <a:lnTo>
                    <a:pt x="0" y="1915"/>
                  </a:lnTo>
                  <a:lnTo>
                    <a:pt x="150" y="2234"/>
                  </a:lnTo>
                  <a:lnTo>
                    <a:pt x="377" y="2448"/>
                  </a:lnTo>
                  <a:lnTo>
                    <a:pt x="527" y="2448"/>
                  </a:lnTo>
                  <a:lnTo>
                    <a:pt x="679" y="2341"/>
                  </a:lnTo>
                  <a:lnTo>
                    <a:pt x="1359" y="1915"/>
                  </a:lnTo>
                  <a:lnTo>
                    <a:pt x="1736" y="1810"/>
                  </a:lnTo>
                  <a:lnTo>
                    <a:pt x="2114" y="1703"/>
                  </a:lnTo>
                  <a:lnTo>
                    <a:pt x="2038" y="1810"/>
                  </a:lnTo>
                  <a:lnTo>
                    <a:pt x="2038" y="3087"/>
                  </a:lnTo>
                  <a:lnTo>
                    <a:pt x="2265" y="4256"/>
                  </a:lnTo>
                  <a:lnTo>
                    <a:pt x="2794" y="7661"/>
                  </a:lnTo>
                  <a:lnTo>
                    <a:pt x="4758" y="21069"/>
                  </a:lnTo>
                  <a:lnTo>
                    <a:pt x="4832" y="21281"/>
                  </a:lnTo>
                  <a:lnTo>
                    <a:pt x="4985" y="21496"/>
                  </a:lnTo>
                  <a:lnTo>
                    <a:pt x="5135" y="21600"/>
                  </a:lnTo>
                  <a:lnTo>
                    <a:pt x="5512" y="21600"/>
                  </a:lnTo>
                  <a:lnTo>
                    <a:pt x="5664" y="21496"/>
                  </a:lnTo>
                  <a:lnTo>
                    <a:pt x="5814" y="21281"/>
                  </a:lnTo>
                  <a:lnTo>
                    <a:pt x="5891" y="21069"/>
                  </a:lnTo>
                  <a:lnTo>
                    <a:pt x="8382" y="11917"/>
                  </a:lnTo>
                  <a:lnTo>
                    <a:pt x="10799" y="2872"/>
                  </a:lnTo>
                  <a:lnTo>
                    <a:pt x="13292" y="2660"/>
                  </a:lnTo>
                  <a:lnTo>
                    <a:pt x="15784" y="2553"/>
                  </a:lnTo>
                  <a:lnTo>
                    <a:pt x="18503" y="2660"/>
                  </a:lnTo>
                  <a:lnTo>
                    <a:pt x="19862" y="2872"/>
                  </a:lnTo>
                  <a:lnTo>
                    <a:pt x="20542" y="2872"/>
                  </a:lnTo>
                  <a:lnTo>
                    <a:pt x="21221" y="2767"/>
                  </a:lnTo>
                  <a:lnTo>
                    <a:pt x="21374" y="2660"/>
                  </a:lnTo>
                  <a:lnTo>
                    <a:pt x="21524" y="2553"/>
                  </a:lnTo>
                  <a:lnTo>
                    <a:pt x="21600" y="2341"/>
                  </a:lnTo>
                  <a:lnTo>
                    <a:pt x="21600" y="2129"/>
                  </a:lnTo>
                  <a:lnTo>
                    <a:pt x="21448" y="1703"/>
                  </a:lnTo>
                  <a:lnTo>
                    <a:pt x="21374" y="1491"/>
                  </a:lnTo>
                  <a:lnTo>
                    <a:pt x="21221" y="1384"/>
                  </a:lnTo>
                  <a:lnTo>
                    <a:pt x="20618" y="1172"/>
                  </a:lnTo>
                  <a:lnTo>
                    <a:pt x="20013" y="1065"/>
                  </a:lnTo>
                  <a:lnTo>
                    <a:pt x="18804" y="957"/>
                  </a:lnTo>
                  <a:lnTo>
                    <a:pt x="16086" y="850"/>
                  </a:lnTo>
                  <a:lnTo>
                    <a:pt x="13216" y="957"/>
                  </a:lnTo>
                  <a:lnTo>
                    <a:pt x="10346" y="1172"/>
                  </a:lnTo>
                  <a:lnTo>
                    <a:pt x="10120" y="1276"/>
                  </a:lnTo>
                  <a:lnTo>
                    <a:pt x="9969" y="1384"/>
                  </a:lnTo>
                  <a:lnTo>
                    <a:pt x="9893" y="1595"/>
                  </a:lnTo>
                  <a:lnTo>
                    <a:pt x="9743" y="1810"/>
                  </a:lnTo>
                  <a:lnTo>
                    <a:pt x="5512" y="17875"/>
                  </a:lnTo>
                  <a:lnTo>
                    <a:pt x="4379" y="10748"/>
                  </a:lnTo>
                  <a:lnTo>
                    <a:pt x="3550" y="5747"/>
                  </a:lnTo>
                  <a:lnTo>
                    <a:pt x="3171" y="3510"/>
                  </a:lnTo>
                  <a:lnTo>
                    <a:pt x="3020" y="2448"/>
                  </a:lnTo>
                  <a:lnTo>
                    <a:pt x="2944" y="1915"/>
                  </a:lnTo>
                  <a:lnTo>
                    <a:pt x="2870" y="1595"/>
                  </a:lnTo>
                  <a:lnTo>
                    <a:pt x="2944" y="1595"/>
                  </a:lnTo>
                  <a:lnTo>
                    <a:pt x="3020" y="1491"/>
                  </a:lnTo>
                  <a:lnTo>
                    <a:pt x="3020" y="1384"/>
                  </a:lnTo>
                  <a:lnTo>
                    <a:pt x="3097" y="1065"/>
                  </a:lnTo>
                  <a:lnTo>
                    <a:pt x="3097" y="638"/>
                  </a:lnTo>
                  <a:lnTo>
                    <a:pt x="3020" y="319"/>
                  </a:lnTo>
                  <a:lnTo>
                    <a:pt x="2870" y="212"/>
                  </a:lnTo>
                  <a:lnTo>
                    <a:pt x="2718" y="107"/>
                  </a:lnTo>
                  <a:lnTo>
                    <a:pt x="2341"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975" name="Google Shape;345;p6"/>
            <p:cNvSpPr/>
            <p:nvPr/>
          </p:nvSpPr>
          <p:spPr>
            <a:xfrm>
              <a:off x="1226248" y="4993409"/>
              <a:ext cx="335941" cy="21465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624" y="1950"/>
                  </a:moveTo>
                  <a:lnTo>
                    <a:pt x="17624" y="2319"/>
                  </a:lnTo>
                  <a:lnTo>
                    <a:pt x="17701" y="2562"/>
                  </a:lnTo>
                  <a:lnTo>
                    <a:pt x="17858" y="2685"/>
                  </a:lnTo>
                  <a:lnTo>
                    <a:pt x="18013" y="2685"/>
                  </a:lnTo>
                  <a:lnTo>
                    <a:pt x="18639" y="2562"/>
                  </a:lnTo>
                  <a:lnTo>
                    <a:pt x="18949" y="2562"/>
                  </a:lnTo>
                  <a:lnTo>
                    <a:pt x="19106" y="2685"/>
                  </a:lnTo>
                  <a:lnTo>
                    <a:pt x="19183" y="2805"/>
                  </a:lnTo>
                  <a:lnTo>
                    <a:pt x="19574" y="3660"/>
                  </a:lnTo>
                  <a:lnTo>
                    <a:pt x="19808" y="4392"/>
                  </a:lnTo>
                  <a:lnTo>
                    <a:pt x="20120" y="5370"/>
                  </a:lnTo>
                  <a:lnTo>
                    <a:pt x="20276" y="6222"/>
                  </a:lnTo>
                  <a:lnTo>
                    <a:pt x="20431" y="7200"/>
                  </a:lnTo>
                  <a:lnTo>
                    <a:pt x="20509" y="8175"/>
                  </a:lnTo>
                  <a:lnTo>
                    <a:pt x="20509" y="9030"/>
                  </a:lnTo>
                  <a:lnTo>
                    <a:pt x="20354" y="9885"/>
                  </a:lnTo>
                  <a:lnTo>
                    <a:pt x="20197" y="10740"/>
                  </a:lnTo>
                  <a:lnTo>
                    <a:pt x="19884" y="11592"/>
                  </a:lnTo>
                  <a:lnTo>
                    <a:pt x="19495" y="12204"/>
                  </a:lnTo>
                  <a:lnTo>
                    <a:pt x="19106" y="12813"/>
                  </a:lnTo>
                  <a:lnTo>
                    <a:pt x="18560" y="13179"/>
                  </a:lnTo>
                  <a:lnTo>
                    <a:pt x="18013" y="13302"/>
                  </a:lnTo>
                  <a:lnTo>
                    <a:pt x="17701" y="13302"/>
                  </a:lnTo>
                  <a:lnTo>
                    <a:pt x="17467" y="13056"/>
                  </a:lnTo>
                  <a:lnTo>
                    <a:pt x="17233" y="12813"/>
                  </a:lnTo>
                  <a:lnTo>
                    <a:pt x="16999" y="12447"/>
                  </a:lnTo>
                  <a:lnTo>
                    <a:pt x="16689" y="11592"/>
                  </a:lnTo>
                  <a:lnTo>
                    <a:pt x="16453" y="10740"/>
                  </a:lnTo>
                  <a:lnTo>
                    <a:pt x="16219" y="9762"/>
                  </a:lnTo>
                  <a:lnTo>
                    <a:pt x="16143" y="8664"/>
                  </a:lnTo>
                  <a:lnTo>
                    <a:pt x="16064" y="7686"/>
                  </a:lnTo>
                  <a:lnTo>
                    <a:pt x="16143" y="6588"/>
                  </a:lnTo>
                  <a:lnTo>
                    <a:pt x="16219" y="5247"/>
                  </a:lnTo>
                  <a:lnTo>
                    <a:pt x="16532" y="4026"/>
                  </a:lnTo>
                  <a:lnTo>
                    <a:pt x="16766" y="3417"/>
                  </a:lnTo>
                  <a:lnTo>
                    <a:pt x="16999" y="2805"/>
                  </a:lnTo>
                  <a:lnTo>
                    <a:pt x="17233" y="2319"/>
                  </a:lnTo>
                  <a:lnTo>
                    <a:pt x="17624" y="1950"/>
                  </a:lnTo>
                  <a:close/>
                  <a:moveTo>
                    <a:pt x="17858" y="486"/>
                  </a:moveTo>
                  <a:lnTo>
                    <a:pt x="17391" y="732"/>
                  </a:lnTo>
                  <a:lnTo>
                    <a:pt x="16923" y="975"/>
                  </a:lnTo>
                  <a:lnTo>
                    <a:pt x="16610" y="1341"/>
                  </a:lnTo>
                  <a:lnTo>
                    <a:pt x="16298" y="1830"/>
                  </a:lnTo>
                  <a:lnTo>
                    <a:pt x="15985" y="2319"/>
                  </a:lnTo>
                  <a:lnTo>
                    <a:pt x="15751" y="2928"/>
                  </a:lnTo>
                  <a:lnTo>
                    <a:pt x="15441" y="4269"/>
                  </a:lnTo>
                  <a:lnTo>
                    <a:pt x="15207" y="5613"/>
                  </a:lnTo>
                  <a:lnTo>
                    <a:pt x="15129" y="6834"/>
                  </a:lnTo>
                  <a:lnTo>
                    <a:pt x="15050" y="8175"/>
                  </a:lnTo>
                  <a:lnTo>
                    <a:pt x="15207" y="9762"/>
                  </a:lnTo>
                  <a:lnTo>
                    <a:pt x="15441" y="11226"/>
                  </a:lnTo>
                  <a:lnTo>
                    <a:pt x="15751" y="12570"/>
                  </a:lnTo>
                  <a:lnTo>
                    <a:pt x="15985" y="13179"/>
                  </a:lnTo>
                  <a:lnTo>
                    <a:pt x="16298" y="13791"/>
                  </a:lnTo>
                  <a:lnTo>
                    <a:pt x="16610" y="14277"/>
                  </a:lnTo>
                  <a:lnTo>
                    <a:pt x="16923" y="14643"/>
                  </a:lnTo>
                  <a:lnTo>
                    <a:pt x="17312" y="14889"/>
                  </a:lnTo>
                  <a:lnTo>
                    <a:pt x="17780" y="15009"/>
                  </a:lnTo>
                  <a:lnTo>
                    <a:pt x="18247" y="15009"/>
                  </a:lnTo>
                  <a:lnTo>
                    <a:pt x="18639" y="14889"/>
                  </a:lnTo>
                  <a:lnTo>
                    <a:pt x="19106" y="14766"/>
                  </a:lnTo>
                  <a:lnTo>
                    <a:pt x="19417" y="14523"/>
                  </a:lnTo>
                  <a:lnTo>
                    <a:pt x="19808" y="14157"/>
                  </a:lnTo>
                  <a:lnTo>
                    <a:pt x="20120" y="13791"/>
                  </a:lnTo>
                  <a:lnTo>
                    <a:pt x="20665" y="12813"/>
                  </a:lnTo>
                  <a:lnTo>
                    <a:pt x="21056" y="11715"/>
                  </a:lnTo>
                  <a:lnTo>
                    <a:pt x="21366" y="10371"/>
                  </a:lnTo>
                  <a:lnTo>
                    <a:pt x="21600" y="9153"/>
                  </a:lnTo>
                  <a:lnTo>
                    <a:pt x="21600" y="7809"/>
                  </a:lnTo>
                  <a:lnTo>
                    <a:pt x="21523" y="6954"/>
                  </a:lnTo>
                  <a:lnTo>
                    <a:pt x="21366" y="5856"/>
                  </a:lnTo>
                  <a:lnTo>
                    <a:pt x="21132" y="4635"/>
                  </a:lnTo>
                  <a:lnTo>
                    <a:pt x="20743" y="3537"/>
                  </a:lnTo>
                  <a:lnTo>
                    <a:pt x="20354" y="2439"/>
                  </a:lnTo>
                  <a:lnTo>
                    <a:pt x="19884" y="1464"/>
                  </a:lnTo>
                  <a:lnTo>
                    <a:pt x="19650" y="1098"/>
                  </a:lnTo>
                  <a:lnTo>
                    <a:pt x="19340" y="852"/>
                  </a:lnTo>
                  <a:lnTo>
                    <a:pt x="19106" y="732"/>
                  </a:lnTo>
                  <a:lnTo>
                    <a:pt x="18794" y="609"/>
                  </a:lnTo>
                  <a:lnTo>
                    <a:pt x="18326" y="486"/>
                  </a:lnTo>
                  <a:close/>
                  <a:moveTo>
                    <a:pt x="8500" y="0"/>
                  </a:moveTo>
                  <a:lnTo>
                    <a:pt x="8344" y="120"/>
                  </a:lnTo>
                  <a:lnTo>
                    <a:pt x="8187" y="366"/>
                  </a:lnTo>
                  <a:lnTo>
                    <a:pt x="8111" y="1341"/>
                  </a:lnTo>
                  <a:lnTo>
                    <a:pt x="8032" y="2439"/>
                  </a:lnTo>
                  <a:lnTo>
                    <a:pt x="7875" y="4392"/>
                  </a:lnTo>
                  <a:lnTo>
                    <a:pt x="7719" y="8175"/>
                  </a:lnTo>
                  <a:lnTo>
                    <a:pt x="6159" y="7932"/>
                  </a:lnTo>
                  <a:lnTo>
                    <a:pt x="4522" y="7932"/>
                  </a:lnTo>
                  <a:lnTo>
                    <a:pt x="2964" y="8055"/>
                  </a:lnTo>
                  <a:lnTo>
                    <a:pt x="2183" y="8298"/>
                  </a:lnTo>
                  <a:lnTo>
                    <a:pt x="1403" y="8541"/>
                  </a:lnTo>
                  <a:lnTo>
                    <a:pt x="1403" y="8298"/>
                  </a:lnTo>
                  <a:lnTo>
                    <a:pt x="1248" y="8175"/>
                  </a:lnTo>
                  <a:lnTo>
                    <a:pt x="1169" y="8298"/>
                  </a:lnTo>
                  <a:lnTo>
                    <a:pt x="1014" y="5490"/>
                  </a:lnTo>
                  <a:lnTo>
                    <a:pt x="935" y="3051"/>
                  </a:lnTo>
                  <a:lnTo>
                    <a:pt x="857" y="1830"/>
                  </a:lnTo>
                  <a:lnTo>
                    <a:pt x="778" y="609"/>
                  </a:lnTo>
                  <a:lnTo>
                    <a:pt x="702" y="366"/>
                  </a:lnTo>
                  <a:lnTo>
                    <a:pt x="310" y="366"/>
                  </a:lnTo>
                  <a:lnTo>
                    <a:pt x="234" y="609"/>
                  </a:lnTo>
                  <a:lnTo>
                    <a:pt x="77" y="1707"/>
                  </a:lnTo>
                  <a:lnTo>
                    <a:pt x="0" y="2928"/>
                  </a:lnTo>
                  <a:lnTo>
                    <a:pt x="0" y="5247"/>
                  </a:lnTo>
                  <a:lnTo>
                    <a:pt x="77" y="7566"/>
                  </a:lnTo>
                  <a:lnTo>
                    <a:pt x="234" y="9885"/>
                  </a:lnTo>
                  <a:lnTo>
                    <a:pt x="389" y="12081"/>
                  </a:lnTo>
                  <a:lnTo>
                    <a:pt x="623" y="14400"/>
                  </a:lnTo>
                  <a:lnTo>
                    <a:pt x="857" y="16596"/>
                  </a:lnTo>
                  <a:lnTo>
                    <a:pt x="1014" y="17817"/>
                  </a:lnTo>
                  <a:lnTo>
                    <a:pt x="1169" y="18306"/>
                  </a:lnTo>
                  <a:lnTo>
                    <a:pt x="1248" y="18795"/>
                  </a:lnTo>
                  <a:lnTo>
                    <a:pt x="1169" y="19038"/>
                  </a:lnTo>
                  <a:lnTo>
                    <a:pt x="1248" y="19404"/>
                  </a:lnTo>
                  <a:lnTo>
                    <a:pt x="1403" y="19647"/>
                  </a:lnTo>
                  <a:lnTo>
                    <a:pt x="1558" y="19770"/>
                  </a:lnTo>
                  <a:lnTo>
                    <a:pt x="1871" y="19770"/>
                  </a:lnTo>
                  <a:lnTo>
                    <a:pt x="2026" y="19647"/>
                  </a:lnTo>
                  <a:lnTo>
                    <a:pt x="2183" y="19404"/>
                  </a:lnTo>
                  <a:lnTo>
                    <a:pt x="2260" y="19161"/>
                  </a:lnTo>
                  <a:lnTo>
                    <a:pt x="2260" y="18183"/>
                  </a:lnTo>
                  <a:lnTo>
                    <a:pt x="1871" y="15621"/>
                  </a:lnTo>
                  <a:lnTo>
                    <a:pt x="1558" y="12936"/>
                  </a:lnTo>
                  <a:lnTo>
                    <a:pt x="1324" y="10251"/>
                  </a:lnTo>
                  <a:lnTo>
                    <a:pt x="1248" y="9762"/>
                  </a:lnTo>
                  <a:lnTo>
                    <a:pt x="2105" y="9885"/>
                  </a:lnTo>
                  <a:lnTo>
                    <a:pt x="2885" y="9762"/>
                  </a:lnTo>
                  <a:lnTo>
                    <a:pt x="4522" y="9639"/>
                  </a:lnTo>
                  <a:lnTo>
                    <a:pt x="6082" y="9639"/>
                  </a:lnTo>
                  <a:lnTo>
                    <a:pt x="7719" y="9885"/>
                  </a:lnTo>
                  <a:lnTo>
                    <a:pt x="7564" y="14157"/>
                  </a:lnTo>
                  <a:lnTo>
                    <a:pt x="7407" y="16110"/>
                  </a:lnTo>
                  <a:lnTo>
                    <a:pt x="7407" y="16596"/>
                  </a:lnTo>
                  <a:lnTo>
                    <a:pt x="7486" y="17208"/>
                  </a:lnTo>
                  <a:lnTo>
                    <a:pt x="7564" y="17574"/>
                  </a:lnTo>
                  <a:lnTo>
                    <a:pt x="7719" y="17940"/>
                  </a:lnTo>
                  <a:lnTo>
                    <a:pt x="7798" y="18060"/>
                  </a:lnTo>
                  <a:lnTo>
                    <a:pt x="7953" y="18183"/>
                  </a:lnTo>
                  <a:lnTo>
                    <a:pt x="8187" y="17940"/>
                  </a:lnTo>
                  <a:lnTo>
                    <a:pt x="8344" y="17694"/>
                  </a:lnTo>
                  <a:lnTo>
                    <a:pt x="8500" y="17328"/>
                  </a:lnTo>
                  <a:lnTo>
                    <a:pt x="8578" y="16353"/>
                  </a:lnTo>
                  <a:lnTo>
                    <a:pt x="8578" y="14523"/>
                  </a:lnTo>
                  <a:lnTo>
                    <a:pt x="8734" y="9762"/>
                  </a:lnTo>
                  <a:lnTo>
                    <a:pt x="8812" y="4881"/>
                  </a:lnTo>
                  <a:lnTo>
                    <a:pt x="8889" y="2562"/>
                  </a:lnTo>
                  <a:lnTo>
                    <a:pt x="8889" y="1464"/>
                  </a:lnTo>
                  <a:lnTo>
                    <a:pt x="8812" y="366"/>
                  </a:lnTo>
                  <a:lnTo>
                    <a:pt x="8655" y="120"/>
                  </a:lnTo>
                  <a:lnTo>
                    <a:pt x="8500" y="0"/>
                  </a:lnTo>
                  <a:close/>
                  <a:moveTo>
                    <a:pt x="11697" y="12570"/>
                  </a:moveTo>
                  <a:lnTo>
                    <a:pt x="11151" y="12690"/>
                  </a:lnTo>
                  <a:lnTo>
                    <a:pt x="10683" y="13056"/>
                  </a:lnTo>
                  <a:lnTo>
                    <a:pt x="10371" y="13302"/>
                  </a:lnTo>
                  <a:lnTo>
                    <a:pt x="10215" y="13668"/>
                  </a:lnTo>
                  <a:lnTo>
                    <a:pt x="10215" y="13791"/>
                  </a:lnTo>
                  <a:lnTo>
                    <a:pt x="10294" y="13911"/>
                  </a:lnTo>
                  <a:lnTo>
                    <a:pt x="10449" y="14157"/>
                  </a:lnTo>
                  <a:lnTo>
                    <a:pt x="11151" y="14157"/>
                  </a:lnTo>
                  <a:lnTo>
                    <a:pt x="12165" y="14034"/>
                  </a:lnTo>
                  <a:lnTo>
                    <a:pt x="12086" y="14400"/>
                  </a:lnTo>
                  <a:lnTo>
                    <a:pt x="11852" y="14766"/>
                  </a:lnTo>
                  <a:lnTo>
                    <a:pt x="11463" y="15375"/>
                  </a:lnTo>
                  <a:lnTo>
                    <a:pt x="10683" y="16962"/>
                  </a:lnTo>
                  <a:lnTo>
                    <a:pt x="9903" y="18672"/>
                  </a:lnTo>
                  <a:lnTo>
                    <a:pt x="9280" y="20379"/>
                  </a:lnTo>
                  <a:lnTo>
                    <a:pt x="9201" y="20868"/>
                  </a:lnTo>
                  <a:lnTo>
                    <a:pt x="9280" y="21357"/>
                  </a:lnTo>
                  <a:lnTo>
                    <a:pt x="9514" y="21600"/>
                  </a:lnTo>
                  <a:lnTo>
                    <a:pt x="9826" y="21600"/>
                  </a:lnTo>
                  <a:lnTo>
                    <a:pt x="13413" y="20379"/>
                  </a:lnTo>
                  <a:lnTo>
                    <a:pt x="13568" y="20259"/>
                  </a:lnTo>
                  <a:lnTo>
                    <a:pt x="13725" y="20013"/>
                  </a:lnTo>
                  <a:lnTo>
                    <a:pt x="13802" y="19770"/>
                  </a:lnTo>
                  <a:lnTo>
                    <a:pt x="13725" y="19404"/>
                  </a:lnTo>
                  <a:lnTo>
                    <a:pt x="13647" y="19161"/>
                  </a:lnTo>
                  <a:lnTo>
                    <a:pt x="13568" y="18915"/>
                  </a:lnTo>
                  <a:lnTo>
                    <a:pt x="13334" y="18795"/>
                  </a:lnTo>
                  <a:lnTo>
                    <a:pt x="13100" y="18795"/>
                  </a:lnTo>
                  <a:lnTo>
                    <a:pt x="10683" y="19647"/>
                  </a:lnTo>
                  <a:lnTo>
                    <a:pt x="11306" y="18183"/>
                  </a:lnTo>
                  <a:lnTo>
                    <a:pt x="12010" y="16842"/>
                  </a:lnTo>
                  <a:lnTo>
                    <a:pt x="12477" y="15987"/>
                  </a:lnTo>
                  <a:lnTo>
                    <a:pt x="12866" y="15132"/>
                  </a:lnTo>
                  <a:lnTo>
                    <a:pt x="13022" y="14643"/>
                  </a:lnTo>
                  <a:lnTo>
                    <a:pt x="13179" y="14157"/>
                  </a:lnTo>
                  <a:lnTo>
                    <a:pt x="13179" y="13056"/>
                  </a:lnTo>
                  <a:lnTo>
                    <a:pt x="13100" y="12936"/>
                  </a:lnTo>
                  <a:lnTo>
                    <a:pt x="13022" y="12690"/>
                  </a:lnTo>
                  <a:lnTo>
                    <a:pt x="12711" y="1257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976" name="Google Shape;346;p6"/>
            <p:cNvSpPr/>
            <p:nvPr/>
          </p:nvSpPr>
          <p:spPr>
            <a:xfrm>
              <a:off x="36404" y="328699"/>
              <a:ext cx="377207" cy="37475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793" y="8039"/>
                  </a:moveTo>
                  <a:lnTo>
                    <a:pt x="9723" y="8109"/>
                  </a:lnTo>
                  <a:lnTo>
                    <a:pt x="9654" y="8178"/>
                  </a:lnTo>
                  <a:lnTo>
                    <a:pt x="9446" y="8319"/>
                  </a:lnTo>
                  <a:lnTo>
                    <a:pt x="9306" y="8528"/>
                  </a:lnTo>
                  <a:lnTo>
                    <a:pt x="9306" y="8597"/>
                  </a:lnTo>
                  <a:lnTo>
                    <a:pt x="9168" y="8877"/>
                  </a:lnTo>
                  <a:lnTo>
                    <a:pt x="9168" y="9087"/>
                  </a:lnTo>
                  <a:lnTo>
                    <a:pt x="9238" y="9228"/>
                  </a:lnTo>
                  <a:lnTo>
                    <a:pt x="9446" y="9367"/>
                  </a:lnTo>
                  <a:lnTo>
                    <a:pt x="9654" y="9506"/>
                  </a:lnTo>
                  <a:lnTo>
                    <a:pt x="10001" y="9506"/>
                  </a:lnTo>
                  <a:lnTo>
                    <a:pt x="10279" y="9367"/>
                  </a:lnTo>
                  <a:lnTo>
                    <a:pt x="10488" y="9087"/>
                  </a:lnTo>
                  <a:lnTo>
                    <a:pt x="10558" y="8948"/>
                  </a:lnTo>
                  <a:lnTo>
                    <a:pt x="10626" y="8808"/>
                  </a:lnTo>
                  <a:lnTo>
                    <a:pt x="10558" y="8667"/>
                  </a:lnTo>
                  <a:lnTo>
                    <a:pt x="10558" y="8528"/>
                  </a:lnTo>
                  <a:lnTo>
                    <a:pt x="10279" y="8387"/>
                  </a:lnTo>
                  <a:lnTo>
                    <a:pt x="10071" y="8319"/>
                  </a:lnTo>
                  <a:lnTo>
                    <a:pt x="10071" y="8178"/>
                  </a:lnTo>
                  <a:lnTo>
                    <a:pt x="9931" y="8109"/>
                  </a:lnTo>
                  <a:lnTo>
                    <a:pt x="9793" y="8039"/>
                  </a:lnTo>
                  <a:close/>
                  <a:moveTo>
                    <a:pt x="11321" y="11463"/>
                  </a:moveTo>
                  <a:lnTo>
                    <a:pt x="11391" y="11534"/>
                  </a:lnTo>
                  <a:lnTo>
                    <a:pt x="11459" y="11673"/>
                  </a:lnTo>
                  <a:lnTo>
                    <a:pt x="11459" y="11814"/>
                  </a:lnTo>
                  <a:lnTo>
                    <a:pt x="11182" y="11884"/>
                  </a:lnTo>
                  <a:lnTo>
                    <a:pt x="11251" y="11604"/>
                  </a:lnTo>
                  <a:lnTo>
                    <a:pt x="11321" y="11463"/>
                  </a:lnTo>
                  <a:close/>
                  <a:moveTo>
                    <a:pt x="11042" y="10695"/>
                  </a:moveTo>
                  <a:lnTo>
                    <a:pt x="10834" y="10766"/>
                  </a:lnTo>
                  <a:lnTo>
                    <a:pt x="10696" y="10905"/>
                  </a:lnTo>
                  <a:lnTo>
                    <a:pt x="10626" y="11044"/>
                  </a:lnTo>
                  <a:lnTo>
                    <a:pt x="10626" y="11185"/>
                  </a:lnTo>
                  <a:lnTo>
                    <a:pt x="10766" y="11324"/>
                  </a:lnTo>
                  <a:lnTo>
                    <a:pt x="10558" y="11743"/>
                  </a:lnTo>
                  <a:lnTo>
                    <a:pt x="10488" y="12233"/>
                  </a:lnTo>
                  <a:lnTo>
                    <a:pt x="10558" y="12443"/>
                  </a:lnTo>
                  <a:lnTo>
                    <a:pt x="10766" y="12513"/>
                  </a:lnTo>
                  <a:lnTo>
                    <a:pt x="11042" y="12582"/>
                  </a:lnTo>
                  <a:lnTo>
                    <a:pt x="11321" y="12582"/>
                  </a:lnTo>
                  <a:lnTo>
                    <a:pt x="11529" y="12513"/>
                  </a:lnTo>
                  <a:lnTo>
                    <a:pt x="11807" y="12443"/>
                  </a:lnTo>
                  <a:lnTo>
                    <a:pt x="12016" y="12304"/>
                  </a:lnTo>
                  <a:lnTo>
                    <a:pt x="12154" y="12094"/>
                  </a:lnTo>
                  <a:lnTo>
                    <a:pt x="12224" y="11814"/>
                  </a:lnTo>
                  <a:lnTo>
                    <a:pt x="12224" y="11534"/>
                  </a:lnTo>
                  <a:lnTo>
                    <a:pt x="12154" y="11324"/>
                  </a:lnTo>
                  <a:lnTo>
                    <a:pt x="12016" y="11114"/>
                  </a:lnTo>
                  <a:lnTo>
                    <a:pt x="11877" y="10975"/>
                  </a:lnTo>
                  <a:lnTo>
                    <a:pt x="11667" y="10834"/>
                  </a:lnTo>
                  <a:lnTo>
                    <a:pt x="11459" y="10766"/>
                  </a:lnTo>
                  <a:lnTo>
                    <a:pt x="11251" y="10695"/>
                  </a:lnTo>
                  <a:close/>
                  <a:moveTo>
                    <a:pt x="7432" y="839"/>
                  </a:moveTo>
                  <a:lnTo>
                    <a:pt x="8751" y="909"/>
                  </a:lnTo>
                  <a:lnTo>
                    <a:pt x="10139" y="909"/>
                  </a:lnTo>
                  <a:lnTo>
                    <a:pt x="12919" y="1048"/>
                  </a:lnTo>
                  <a:lnTo>
                    <a:pt x="14447" y="1048"/>
                  </a:lnTo>
                  <a:lnTo>
                    <a:pt x="14585" y="1397"/>
                  </a:lnTo>
                  <a:lnTo>
                    <a:pt x="14723" y="2026"/>
                  </a:lnTo>
                  <a:lnTo>
                    <a:pt x="14238" y="2235"/>
                  </a:lnTo>
                  <a:lnTo>
                    <a:pt x="13614" y="2306"/>
                  </a:lnTo>
                  <a:lnTo>
                    <a:pt x="13335" y="2306"/>
                  </a:lnTo>
                  <a:lnTo>
                    <a:pt x="12987" y="2235"/>
                  </a:lnTo>
                  <a:lnTo>
                    <a:pt x="12710" y="2235"/>
                  </a:lnTo>
                  <a:lnTo>
                    <a:pt x="12362" y="2306"/>
                  </a:lnTo>
                  <a:lnTo>
                    <a:pt x="12294" y="2376"/>
                  </a:lnTo>
                  <a:lnTo>
                    <a:pt x="12224" y="2516"/>
                  </a:lnTo>
                  <a:lnTo>
                    <a:pt x="12154" y="2657"/>
                  </a:lnTo>
                  <a:lnTo>
                    <a:pt x="12224" y="2796"/>
                  </a:lnTo>
                  <a:lnTo>
                    <a:pt x="12224" y="2866"/>
                  </a:lnTo>
                  <a:lnTo>
                    <a:pt x="12294" y="3005"/>
                  </a:lnTo>
                  <a:lnTo>
                    <a:pt x="12432" y="3145"/>
                  </a:lnTo>
                  <a:lnTo>
                    <a:pt x="12432" y="3985"/>
                  </a:lnTo>
                  <a:lnTo>
                    <a:pt x="12570" y="5033"/>
                  </a:lnTo>
                  <a:lnTo>
                    <a:pt x="12640" y="6081"/>
                  </a:lnTo>
                  <a:lnTo>
                    <a:pt x="12710" y="6920"/>
                  </a:lnTo>
                  <a:lnTo>
                    <a:pt x="12710" y="7758"/>
                  </a:lnTo>
                  <a:lnTo>
                    <a:pt x="12640" y="8738"/>
                  </a:lnTo>
                  <a:lnTo>
                    <a:pt x="12570" y="9228"/>
                  </a:lnTo>
                  <a:lnTo>
                    <a:pt x="12570" y="9716"/>
                  </a:lnTo>
                  <a:lnTo>
                    <a:pt x="12640" y="9996"/>
                  </a:lnTo>
                  <a:lnTo>
                    <a:pt x="12570" y="10135"/>
                  </a:lnTo>
                  <a:lnTo>
                    <a:pt x="12570" y="10415"/>
                  </a:lnTo>
                  <a:lnTo>
                    <a:pt x="12710" y="10556"/>
                  </a:lnTo>
                  <a:lnTo>
                    <a:pt x="13473" y="11044"/>
                  </a:lnTo>
                  <a:lnTo>
                    <a:pt x="14168" y="11463"/>
                  </a:lnTo>
                  <a:lnTo>
                    <a:pt x="14863" y="12024"/>
                  </a:lnTo>
                  <a:lnTo>
                    <a:pt x="15558" y="12652"/>
                  </a:lnTo>
                  <a:lnTo>
                    <a:pt x="16878" y="13910"/>
                  </a:lnTo>
                  <a:lnTo>
                    <a:pt x="16321" y="13981"/>
                  </a:lnTo>
                  <a:lnTo>
                    <a:pt x="15766" y="13910"/>
                  </a:lnTo>
                  <a:lnTo>
                    <a:pt x="15350" y="13771"/>
                  </a:lnTo>
                  <a:lnTo>
                    <a:pt x="14931" y="13632"/>
                  </a:lnTo>
                  <a:lnTo>
                    <a:pt x="14168" y="13211"/>
                  </a:lnTo>
                  <a:lnTo>
                    <a:pt x="13473" y="13001"/>
                  </a:lnTo>
                  <a:lnTo>
                    <a:pt x="12779" y="12933"/>
                  </a:lnTo>
                  <a:lnTo>
                    <a:pt x="12086" y="13001"/>
                  </a:lnTo>
                  <a:lnTo>
                    <a:pt x="11321" y="13211"/>
                  </a:lnTo>
                  <a:lnTo>
                    <a:pt x="10558" y="13422"/>
                  </a:lnTo>
                  <a:lnTo>
                    <a:pt x="9863" y="13771"/>
                  </a:lnTo>
                  <a:lnTo>
                    <a:pt x="9168" y="14051"/>
                  </a:lnTo>
                  <a:lnTo>
                    <a:pt x="8403" y="14329"/>
                  </a:lnTo>
                  <a:lnTo>
                    <a:pt x="7778" y="14400"/>
                  </a:lnTo>
                  <a:lnTo>
                    <a:pt x="7223" y="14471"/>
                  </a:lnTo>
                  <a:lnTo>
                    <a:pt x="7362" y="14400"/>
                  </a:lnTo>
                  <a:lnTo>
                    <a:pt x="7432" y="14261"/>
                  </a:lnTo>
                  <a:lnTo>
                    <a:pt x="7432" y="13910"/>
                  </a:lnTo>
                  <a:lnTo>
                    <a:pt x="7362" y="13771"/>
                  </a:lnTo>
                  <a:lnTo>
                    <a:pt x="7223" y="13701"/>
                  </a:lnTo>
                  <a:lnTo>
                    <a:pt x="5279" y="13701"/>
                  </a:lnTo>
                  <a:lnTo>
                    <a:pt x="5555" y="13422"/>
                  </a:lnTo>
                  <a:lnTo>
                    <a:pt x="6182" y="12723"/>
                  </a:lnTo>
                  <a:lnTo>
                    <a:pt x="6737" y="12792"/>
                  </a:lnTo>
                  <a:lnTo>
                    <a:pt x="7293" y="12792"/>
                  </a:lnTo>
                  <a:lnTo>
                    <a:pt x="8335" y="12723"/>
                  </a:lnTo>
                  <a:lnTo>
                    <a:pt x="8611" y="12652"/>
                  </a:lnTo>
                  <a:lnTo>
                    <a:pt x="8751" y="12443"/>
                  </a:lnTo>
                  <a:lnTo>
                    <a:pt x="8751" y="12304"/>
                  </a:lnTo>
                  <a:lnTo>
                    <a:pt x="8681" y="12163"/>
                  </a:lnTo>
                  <a:lnTo>
                    <a:pt x="8543" y="12024"/>
                  </a:lnTo>
                  <a:lnTo>
                    <a:pt x="8335" y="11953"/>
                  </a:lnTo>
                  <a:lnTo>
                    <a:pt x="6945" y="11953"/>
                  </a:lnTo>
                  <a:lnTo>
                    <a:pt x="7432" y="11463"/>
                  </a:lnTo>
                  <a:lnTo>
                    <a:pt x="7918" y="10905"/>
                  </a:lnTo>
                  <a:lnTo>
                    <a:pt x="8127" y="10905"/>
                  </a:lnTo>
                  <a:lnTo>
                    <a:pt x="8265" y="10834"/>
                  </a:lnTo>
                  <a:lnTo>
                    <a:pt x="8403" y="10625"/>
                  </a:lnTo>
                  <a:lnTo>
                    <a:pt x="8473" y="10415"/>
                  </a:lnTo>
                  <a:lnTo>
                    <a:pt x="8335" y="6571"/>
                  </a:lnTo>
                  <a:lnTo>
                    <a:pt x="8265" y="4753"/>
                  </a:lnTo>
                  <a:lnTo>
                    <a:pt x="8195" y="3844"/>
                  </a:lnTo>
                  <a:lnTo>
                    <a:pt x="8127" y="2935"/>
                  </a:lnTo>
                  <a:lnTo>
                    <a:pt x="8056" y="2725"/>
                  </a:lnTo>
                  <a:lnTo>
                    <a:pt x="8611" y="2866"/>
                  </a:lnTo>
                  <a:lnTo>
                    <a:pt x="9376" y="3005"/>
                  </a:lnTo>
                  <a:lnTo>
                    <a:pt x="9793" y="3005"/>
                  </a:lnTo>
                  <a:lnTo>
                    <a:pt x="10139" y="2866"/>
                  </a:lnTo>
                  <a:lnTo>
                    <a:pt x="10209" y="2796"/>
                  </a:lnTo>
                  <a:lnTo>
                    <a:pt x="10279" y="2725"/>
                  </a:lnTo>
                  <a:lnTo>
                    <a:pt x="10279" y="2586"/>
                  </a:lnTo>
                  <a:lnTo>
                    <a:pt x="10209" y="2516"/>
                  </a:lnTo>
                  <a:lnTo>
                    <a:pt x="9931" y="2306"/>
                  </a:lnTo>
                  <a:lnTo>
                    <a:pt x="9584" y="2235"/>
                  </a:lnTo>
                  <a:lnTo>
                    <a:pt x="8960" y="2167"/>
                  </a:lnTo>
                  <a:lnTo>
                    <a:pt x="7986" y="2026"/>
                  </a:lnTo>
                  <a:lnTo>
                    <a:pt x="7918" y="1957"/>
                  </a:lnTo>
                  <a:lnTo>
                    <a:pt x="7848" y="1887"/>
                  </a:lnTo>
                  <a:lnTo>
                    <a:pt x="7570" y="1887"/>
                  </a:lnTo>
                  <a:lnTo>
                    <a:pt x="7293" y="1957"/>
                  </a:lnTo>
                  <a:lnTo>
                    <a:pt x="7015" y="2026"/>
                  </a:lnTo>
                  <a:lnTo>
                    <a:pt x="6807" y="2026"/>
                  </a:lnTo>
                  <a:lnTo>
                    <a:pt x="6667" y="1957"/>
                  </a:lnTo>
                  <a:lnTo>
                    <a:pt x="6599" y="1887"/>
                  </a:lnTo>
                  <a:lnTo>
                    <a:pt x="6458" y="1677"/>
                  </a:lnTo>
                  <a:lnTo>
                    <a:pt x="6458" y="1328"/>
                  </a:lnTo>
                  <a:lnTo>
                    <a:pt x="6599" y="1187"/>
                  </a:lnTo>
                  <a:lnTo>
                    <a:pt x="6737" y="1048"/>
                  </a:lnTo>
                  <a:lnTo>
                    <a:pt x="7083" y="909"/>
                  </a:lnTo>
                  <a:lnTo>
                    <a:pt x="7432" y="839"/>
                  </a:lnTo>
                  <a:close/>
                  <a:moveTo>
                    <a:pt x="11529" y="15380"/>
                  </a:moveTo>
                  <a:lnTo>
                    <a:pt x="11599" y="15519"/>
                  </a:lnTo>
                  <a:lnTo>
                    <a:pt x="11599" y="15658"/>
                  </a:lnTo>
                  <a:lnTo>
                    <a:pt x="11529" y="15799"/>
                  </a:lnTo>
                  <a:lnTo>
                    <a:pt x="11459" y="15938"/>
                  </a:lnTo>
                  <a:lnTo>
                    <a:pt x="11321" y="16008"/>
                  </a:lnTo>
                  <a:lnTo>
                    <a:pt x="11182" y="16008"/>
                  </a:lnTo>
                  <a:lnTo>
                    <a:pt x="11042" y="15938"/>
                  </a:lnTo>
                  <a:lnTo>
                    <a:pt x="10904" y="15799"/>
                  </a:lnTo>
                  <a:lnTo>
                    <a:pt x="10904" y="15589"/>
                  </a:lnTo>
                  <a:lnTo>
                    <a:pt x="11042" y="15519"/>
                  </a:lnTo>
                  <a:lnTo>
                    <a:pt x="11251" y="15380"/>
                  </a:lnTo>
                  <a:lnTo>
                    <a:pt x="11391" y="15448"/>
                  </a:lnTo>
                  <a:lnTo>
                    <a:pt x="11459" y="15448"/>
                  </a:lnTo>
                  <a:lnTo>
                    <a:pt x="11529" y="15380"/>
                  </a:lnTo>
                  <a:close/>
                  <a:moveTo>
                    <a:pt x="11182" y="14539"/>
                  </a:moveTo>
                  <a:lnTo>
                    <a:pt x="10974" y="14610"/>
                  </a:lnTo>
                  <a:lnTo>
                    <a:pt x="10766" y="14680"/>
                  </a:lnTo>
                  <a:lnTo>
                    <a:pt x="10558" y="14819"/>
                  </a:lnTo>
                  <a:lnTo>
                    <a:pt x="10349" y="15029"/>
                  </a:lnTo>
                  <a:lnTo>
                    <a:pt x="10349" y="15099"/>
                  </a:lnTo>
                  <a:lnTo>
                    <a:pt x="10279" y="15239"/>
                  </a:lnTo>
                  <a:lnTo>
                    <a:pt x="10418" y="15380"/>
                  </a:lnTo>
                  <a:lnTo>
                    <a:pt x="10279" y="15658"/>
                  </a:lnTo>
                  <a:lnTo>
                    <a:pt x="10279" y="15938"/>
                  </a:lnTo>
                  <a:lnTo>
                    <a:pt x="10349" y="16148"/>
                  </a:lnTo>
                  <a:lnTo>
                    <a:pt x="10488" y="16357"/>
                  </a:lnTo>
                  <a:lnTo>
                    <a:pt x="10696" y="16567"/>
                  </a:lnTo>
                  <a:lnTo>
                    <a:pt x="10974" y="16637"/>
                  </a:lnTo>
                  <a:lnTo>
                    <a:pt x="11182" y="16708"/>
                  </a:lnTo>
                  <a:lnTo>
                    <a:pt x="11459" y="16708"/>
                  </a:lnTo>
                  <a:lnTo>
                    <a:pt x="11737" y="16637"/>
                  </a:lnTo>
                  <a:lnTo>
                    <a:pt x="11946" y="16498"/>
                  </a:lnTo>
                  <a:lnTo>
                    <a:pt x="12086" y="16357"/>
                  </a:lnTo>
                  <a:lnTo>
                    <a:pt x="12224" y="16148"/>
                  </a:lnTo>
                  <a:lnTo>
                    <a:pt x="12294" y="15867"/>
                  </a:lnTo>
                  <a:lnTo>
                    <a:pt x="12294" y="15380"/>
                  </a:lnTo>
                  <a:lnTo>
                    <a:pt x="12224" y="15170"/>
                  </a:lnTo>
                  <a:lnTo>
                    <a:pt x="12086" y="14960"/>
                  </a:lnTo>
                  <a:lnTo>
                    <a:pt x="11946" y="14819"/>
                  </a:lnTo>
                  <a:lnTo>
                    <a:pt x="11737" y="14680"/>
                  </a:lnTo>
                  <a:lnTo>
                    <a:pt x="11459" y="14610"/>
                  </a:lnTo>
                  <a:lnTo>
                    <a:pt x="11182" y="14539"/>
                  </a:lnTo>
                  <a:close/>
                  <a:moveTo>
                    <a:pt x="8473" y="17405"/>
                  </a:moveTo>
                  <a:lnTo>
                    <a:pt x="8543" y="17686"/>
                  </a:lnTo>
                  <a:lnTo>
                    <a:pt x="8473" y="17895"/>
                  </a:lnTo>
                  <a:lnTo>
                    <a:pt x="8335" y="18175"/>
                  </a:lnTo>
                  <a:lnTo>
                    <a:pt x="8056" y="18385"/>
                  </a:lnTo>
                  <a:lnTo>
                    <a:pt x="7918" y="18455"/>
                  </a:lnTo>
                  <a:lnTo>
                    <a:pt x="7778" y="18455"/>
                  </a:lnTo>
                  <a:lnTo>
                    <a:pt x="7640" y="18385"/>
                  </a:lnTo>
                  <a:lnTo>
                    <a:pt x="7502" y="18246"/>
                  </a:lnTo>
                  <a:lnTo>
                    <a:pt x="7432" y="18105"/>
                  </a:lnTo>
                  <a:lnTo>
                    <a:pt x="7432" y="17966"/>
                  </a:lnTo>
                  <a:lnTo>
                    <a:pt x="7502" y="17825"/>
                  </a:lnTo>
                  <a:lnTo>
                    <a:pt x="7640" y="17686"/>
                  </a:lnTo>
                  <a:lnTo>
                    <a:pt x="7986" y="17546"/>
                  </a:lnTo>
                  <a:lnTo>
                    <a:pt x="8335" y="17476"/>
                  </a:lnTo>
                  <a:lnTo>
                    <a:pt x="8403" y="17476"/>
                  </a:lnTo>
                  <a:lnTo>
                    <a:pt x="8473" y="17405"/>
                  </a:lnTo>
                  <a:close/>
                  <a:moveTo>
                    <a:pt x="14655" y="17895"/>
                  </a:moveTo>
                  <a:lnTo>
                    <a:pt x="14793" y="18034"/>
                  </a:lnTo>
                  <a:lnTo>
                    <a:pt x="14863" y="18246"/>
                  </a:lnTo>
                  <a:lnTo>
                    <a:pt x="14863" y="18455"/>
                  </a:lnTo>
                  <a:lnTo>
                    <a:pt x="14793" y="18665"/>
                  </a:lnTo>
                  <a:lnTo>
                    <a:pt x="14585" y="18804"/>
                  </a:lnTo>
                  <a:lnTo>
                    <a:pt x="14307" y="18875"/>
                  </a:lnTo>
                  <a:lnTo>
                    <a:pt x="14098" y="18875"/>
                  </a:lnTo>
                  <a:lnTo>
                    <a:pt x="13822" y="18804"/>
                  </a:lnTo>
                  <a:lnTo>
                    <a:pt x="13682" y="18665"/>
                  </a:lnTo>
                  <a:lnTo>
                    <a:pt x="13822" y="18385"/>
                  </a:lnTo>
                  <a:lnTo>
                    <a:pt x="13960" y="18175"/>
                  </a:lnTo>
                  <a:lnTo>
                    <a:pt x="14168" y="18034"/>
                  </a:lnTo>
                  <a:lnTo>
                    <a:pt x="14447" y="17966"/>
                  </a:lnTo>
                  <a:lnTo>
                    <a:pt x="14585" y="17895"/>
                  </a:lnTo>
                  <a:close/>
                  <a:moveTo>
                    <a:pt x="8403" y="16498"/>
                  </a:moveTo>
                  <a:lnTo>
                    <a:pt x="8127" y="16567"/>
                  </a:lnTo>
                  <a:lnTo>
                    <a:pt x="7848" y="16567"/>
                  </a:lnTo>
                  <a:lnTo>
                    <a:pt x="7710" y="16637"/>
                  </a:lnTo>
                  <a:lnTo>
                    <a:pt x="7570" y="16776"/>
                  </a:lnTo>
                  <a:lnTo>
                    <a:pt x="7502" y="17057"/>
                  </a:lnTo>
                  <a:lnTo>
                    <a:pt x="7083" y="17266"/>
                  </a:lnTo>
                  <a:lnTo>
                    <a:pt x="6807" y="17615"/>
                  </a:lnTo>
                  <a:lnTo>
                    <a:pt x="6737" y="17825"/>
                  </a:lnTo>
                  <a:lnTo>
                    <a:pt x="6667" y="18105"/>
                  </a:lnTo>
                  <a:lnTo>
                    <a:pt x="6737" y="18314"/>
                  </a:lnTo>
                  <a:lnTo>
                    <a:pt x="6807" y="18595"/>
                  </a:lnTo>
                  <a:lnTo>
                    <a:pt x="7015" y="18804"/>
                  </a:lnTo>
                  <a:lnTo>
                    <a:pt x="7153" y="19014"/>
                  </a:lnTo>
                  <a:lnTo>
                    <a:pt x="7432" y="19153"/>
                  </a:lnTo>
                  <a:lnTo>
                    <a:pt x="7640" y="19224"/>
                  </a:lnTo>
                  <a:lnTo>
                    <a:pt x="8265" y="19224"/>
                  </a:lnTo>
                  <a:lnTo>
                    <a:pt x="8543" y="19084"/>
                  </a:lnTo>
                  <a:lnTo>
                    <a:pt x="8751" y="18875"/>
                  </a:lnTo>
                  <a:lnTo>
                    <a:pt x="8960" y="18665"/>
                  </a:lnTo>
                  <a:lnTo>
                    <a:pt x="9168" y="18385"/>
                  </a:lnTo>
                  <a:lnTo>
                    <a:pt x="9238" y="18105"/>
                  </a:lnTo>
                  <a:lnTo>
                    <a:pt x="9306" y="17825"/>
                  </a:lnTo>
                  <a:lnTo>
                    <a:pt x="9306" y="17476"/>
                  </a:lnTo>
                  <a:lnTo>
                    <a:pt x="9238" y="17196"/>
                  </a:lnTo>
                  <a:lnTo>
                    <a:pt x="9098" y="16918"/>
                  </a:lnTo>
                  <a:lnTo>
                    <a:pt x="8960" y="16708"/>
                  </a:lnTo>
                  <a:lnTo>
                    <a:pt x="8681" y="16567"/>
                  </a:lnTo>
                  <a:lnTo>
                    <a:pt x="8403" y="16498"/>
                  </a:lnTo>
                  <a:close/>
                  <a:moveTo>
                    <a:pt x="14098" y="17057"/>
                  </a:moveTo>
                  <a:lnTo>
                    <a:pt x="13890" y="17127"/>
                  </a:lnTo>
                  <a:lnTo>
                    <a:pt x="13752" y="17266"/>
                  </a:lnTo>
                  <a:lnTo>
                    <a:pt x="13682" y="17405"/>
                  </a:lnTo>
                  <a:lnTo>
                    <a:pt x="13682" y="17546"/>
                  </a:lnTo>
                  <a:lnTo>
                    <a:pt x="13473" y="17756"/>
                  </a:lnTo>
                  <a:lnTo>
                    <a:pt x="13265" y="17895"/>
                  </a:lnTo>
                  <a:lnTo>
                    <a:pt x="13127" y="18105"/>
                  </a:lnTo>
                  <a:lnTo>
                    <a:pt x="13057" y="18314"/>
                  </a:lnTo>
                  <a:lnTo>
                    <a:pt x="13057" y="18246"/>
                  </a:lnTo>
                  <a:lnTo>
                    <a:pt x="12987" y="18314"/>
                  </a:lnTo>
                  <a:lnTo>
                    <a:pt x="12919" y="18595"/>
                  </a:lnTo>
                  <a:lnTo>
                    <a:pt x="12919" y="18875"/>
                  </a:lnTo>
                  <a:lnTo>
                    <a:pt x="12987" y="19014"/>
                  </a:lnTo>
                  <a:lnTo>
                    <a:pt x="13057" y="19153"/>
                  </a:lnTo>
                  <a:lnTo>
                    <a:pt x="13265" y="19294"/>
                  </a:lnTo>
                  <a:lnTo>
                    <a:pt x="13335" y="19363"/>
                  </a:lnTo>
                  <a:lnTo>
                    <a:pt x="13335" y="19433"/>
                  </a:lnTo>
                  <a:lnTo>
                    <a:pt x="13682" y="19572"/>
                  </a:lnTo>
                  <a:lnTo>
                    <a:pt x="13960" y="19713"/>
                  </a:lnTo>
                  <a:lnTo>
                    <a:pt x="14585" y="19713"/>
                  </a:lnTo>
                  <a:lnTo>
                    <a:pt x="14863" y="19572"/>
                  </a:lnTo>
                  <a:lnTo>
                    <a:pt x="15142" y="19433"/>
                  </a:lnTo>
                  <a:lnTo>
                    <a:pt x="15350" y="19224"/>
                  </a:lnTo>
                  <a:lnTo>
                    <a:pt x="15488" y="18943"/>
                  </a:lnTo>
                  <a:lnTo>
                    <a:pt x="15626" y="18665"/>
                  </a:lnTo>
                  <a:lnTo>
                    <a:pt x="15696" y="18314"/>
                  </a:lnTo>
                  <a:lnTo>
                    <a:pt x="15626" y="18034"/>
                  </a:lnTo>
                  <a:lnTo>
                    <a:pt x="15558" y="17756"/>
                  </a:lnTo>
                  <a:lnTo>
                    <a:pt x="15418" y="17476"/>
                  </a:lnTo>
                  <a:lnTo>
                    <a:pt x="15142" y="17196"/>
                  </a:lnTo>
                  <a:lnTo>
                    <a:pt x="15001" y="17127"/>
                  </a:lnTo>
                  <a:lnTo>
                    <a:pt x="14863" y="17057"/>
                  </a:lnTo>
                  <a:close/>
                  <a:moveTo>
                    <a:pt x="13195" y="13771"/>
                  </a:moveTo>
                  <a:lnTo>
                    <a:pt x="13682" y="13910"/>
                  </a:lnTo>
                  <a:lnTo>
                    <a:pt x="14655" y="14329"/>
                  </a:lnTo>
                  <a:lnTo>
                    <a:pt x="15280" y="14610"/>
                  </a:lnTo>
                  <a:lnTo>
                    <a:pt x="16043" y="14749"/>
                  </a:lnTo>
                  <a:lnTo>
                    <a:pt x="16391" y="14819"/>
                  </a:lnTo>
                  <a:lnTo>
                    <a:pt x="16808" y="14819"/>
                  </a:lnTo>
                  <a:lnTo>
                    <a:pt x="17154" y="14749"/>
                  </a:lnTo>
                  <a:lnTo>
                    <a:pt x="17503" y="14610"/>
                  </a:lnTo>
                  <a:lnTo>
                    <a:pt x="18127" y="15380"/>
                  </a:lnTo>
                  <a:lnTo>
                    <a:pt x="19169" y="16847"/>
                  </a:lnTo>
                  <a:lnTo>
                    <a:pt x="20142" y="18385"/>
                  </a:lnTo>
                  <a:lnTo>
                    <a:pt x="20419" y="18804"/>
                  </a:lnTo>
                  <a:lnTo>
                    <a:pt x="20489" y="19084"/>
                  </a:lnTo>
                  <a:lnTo>
                    <a:pt x="20419" y="19363"/>
                  </a:lnTo>
                  <a:lnTo>
                    <a:pt x="20350" y="19504"/>
                  </a:lnTo>
                  <a:lnTo>
                    <a:pt x="20142" y="19713"/>
                  </a:lnTo>
                  <a:lnTo>
                    <a:pt x="19794" y="19923"/>
                  </a:lnTo>
                  <a:lnTo>
                    <a:pt x="19377" y="20203"/>
                  </a:lnTo>
                  <a:lnTo>
                    <a:pt x="18474" y="20133"/>
                  </a:lnTo>
                  <a:lnTo>
                    <a:pt x="17571" y="19993"/>
                  </a:lnTo>
                  <a:lnTo>
                    <a:pt x="15766" y="19923"/>
                  </a:lnTo>
                  <a:lnTo>
                    <a:pt x="13960" y="19993"/>
                  </a:lnTo>
                  <a:lnTo>
                    <a:pt x="12154" y="20062"/>
                  </a:lnTo>
                  <a:lnTo>
                    <a:pt x="3959" y="20342"/>
                  </a:lnTo>
                  <a:lnTo>
                    <a:pt x="2015" y="20413"/>
                  </a:lnTo>
                  <a:lnTo>
                    <a:pt x="1390" y="20413"/>
                  </a:lnTo>
                  <a:lnTo>
                    <a:pt x="1181" y="20272"/>
                  </a:lnTo>
                  <a:lnTo>
                    <a:pt x="1111" y="20203"/>
                  </a:lnTo>
                  <a:lnTo>
                    <a:pt x="1041" y="20133"/>
                  </a:lnTo>
                  <a:lnTo>
                    <a:pt x="1111" y="19852"/>
                  </a:lnTo>
                  <a:lnTo>
                    <a:pt x="1390" y="19433"/>
                  </a:lnTo>
                  <a:lnTo>
                    <a:pt x="2015" y="18455"/>
                  </a:lnTo>
                  <a:lnTo>
                    <a:pt x="2918" y="18246"/>
                  </a:lnTo>
                  <a:lnTo>
                    <a:pt x="3334" y="18175"/>
                  </a:lnTo>
                  <a:lnTo>
                    <a:pt x="3819" y="18105"/>
                  </a:lnTo>
                  <a:lnTo>
                    <a:pt x="3959" y="18034"/>
                  </a:lnTo>
                  <a:lnTo>
                    <a:pt x="4027" y="17966"/>
                  </a:lnTo>
                  <a:lnTo>
                    <a:pt x="4097" y="17686"/>
                  </a:lnTo>
                  <a:lnTo>
                    <a:pt x="4027" y="17476"/>
                  </a:lnTo>
                  <a:lnTo>
                    <a:pt x="3959" y="17405"/>
                  </a:lnTo>
                  <a:lnTo>
                    <a:pt x="3819" y="17337"/>
                  </a:lnTo>
                  <a:lnTo>
                    <a:pt x="3543" y="17266"/>
                  </a:lnTo>
                  <a:lnTo>
                    <a:pt x="3264" y="17266"/>
                  </a:lnTo>
                  <a:lnTo>
                    <a:pt x="2639" y="17405"/>
                  </a:lnTo>
                  <a:lnTo>
                    <a:pt x="3402" y="16287"/>
                  </a:lnTo>
                  <a:lnTo>
                    <a:pt x="3473" y="16218"/>
                  </a:lnTo>
                  <a:lnTo>
                    <a:pt x="3681" y="16287"/>
                  </a:lnTo>
                  <a:lnTo>
                    <a:pt x="3959" y="16357"/>
                  </a:lnTo>
                  <a:lnTo>
                    <a:pt x="4654" y="16428"/>
                  </a:lnTo>
                  <a:lnTo>
                    <a:pt x="5625" y="16428"/>
                  </a:lnTo>
                  <a:lnTo>
                    <a:pt x="5834" y="16357"/>
                  </a:lnTo>
                  <a:lnTo>
                    <a:pt x="5974" y="16218"/>
                  </a:lnTo>
                  <a:lnTo>
                    <a:pt x="6042" y="16008"/>
                  </a:lnTo>
                  <a:lnTo>
                    <a:pt x="5974" y="15799"/>
                  </a:lnTo>
                  <a:lnTo>
                    <a:pt x="5834" y="15658"/>
                  </a:lnTo>
                  <a:lnTo>
                    <a:pt x="5625" y="15589"/>
                  </a:lnTo>
                  <a:lnTo>
                    <a:pt x="3889" y="15589"/>
                  </a:lnTo>
                  <a:lnTo>
                    <a:pt x="4792" y="14329"/>
                  </a:lnTo>
                  <a:lnTo>
                    <a:pt x="5209" y="14400"/>
                  </a:lnTo>
                  <a:lnTo>
                    <a:pt x="5487" y="14680"/>
                  </a:lnTo>
                  <a:lnTo>
                    <a:pt x="5765" y="14819"/>
                  </a:lnTo>
                  <a:lnTo>
                    <a:pt x="6042" y="14960"/>
                  </a:lnTo>
                  <a:lnTo>
                    <a:pt x="6390" y="15099"/>
                  </a:lnTo>
                  <a:lnTo>
                    <a:pt x="7083" y="15170"/>
                  </a:lnTo>
                  <a:lnTo>
                    <a:pt x="7710" y="15170"/>
                  </a:lnTo>
                  <a:lnTo>
                    <a:pt x="8611" y="15029"/>
                  </a:lnTo>
                  <a:lnTo>
                    <a:pt x="9376" y="14819"/>
                  </a:lnTo>
                  <a:lnTo>
                    <a:pt x="10974" y="14120"/>
                  </a:lnTo>
                  <a:lnTo>
                    <a:pt x="11807" y="13842"/>
                  </a:lnTo>
                  <a:lnTo>
                    <a:pt x="12294" y="13771"/>
                  </a:lnTo>
                  <a:close/>
                  <a:moveTo>
                    <a:pt x="7640" y="0"/>
                  </a:moveTo>
                  <a:lnTo>
                    <a:pt x="7223" y="69"/>
                  </a:lnTo>
                  <a:lnTo>
                    <a:pt x="6807" y="139"/>
                  </a:lnTo>
                  <a:lnTo>
                    <a:pt x="6458" y="278"/>
                  </a:lnTo>
                  <a:lnTo>
                    <a:pt x="6112" y="488"/>
                  </a:lnTo>
                  <a:lnTo>
                    <a:pt x="5904" y="768"/>
                  </a:lnTo>
                  <a:lnTo>
                    <a:pt x="5695" y="1048"/>
                  </a:lnTo>
                  <a:lnTo>
                    <a:pt x="5625" y="1467"/>
                  </a:lnTo>
                  <a:lnTo>
                    <a:pt x="5695" y="1887"/>
                  </a:lnTo>
                  <a:lnTo>
                    <a:pt x="5834" y="2235"/>
                  </a:lnTo>
                  <a:lnTo>
                    <a:pt x="5974" y="2447"/>
                  </a:lnTo>
                  <a:lnTo>
                    <a:pt x="6182" y="2586"/>
                  </a:lnTo>
                  <a:lnTo>
                    <a:pt x="6458" y="2725"/>
                  </a:lnTo>
                  <a:lnTo>
                    <a:pt x="6737" y="2796"/>
                  </a:lnTo>
                  <a:lnTo>
                    <a:pt x="7015" y="2796"/>
                  </a:lnTo>
                  <a:lnTo>
                    <a:pt x="7293" y="2725"/>
                  </a:lnTo>
                  <a:lnTo>
                    <a:pt x="7570" y="2657"/>
                  </a:lnTo>
                  <a:lnTo>
                    <a:pt x="7710" y="2657"/>
                  </a:lnTo>
                  <a:lnTo>
                    <a:pt x="7502" y="2796"/>
                  </a:lnTo>
                  <a:lnTo>
                    <a:pt x="7432" y="3005"/>
                  </a:lnTo>
                  <a:lnTo>
                    <a:pt x="7362" y="3914"/>
                  </a:lnTo>
                  <a:lnTo>
                    <a:pt x="7362" y="4824"/>
                  </a:lnTo>
                  <a:lnTo>
                    <a:pt x="7432" y="6571"/>
                  </a:lnTo>
                  <a:lnTo>
                    <a:pt x="7432" y="10066"/>
                  </a:lnTo>
                  <a:lnTo>
                    <a:pt x="7502" y="10415"/>
                  </a:lnTo>
                  <a:lnTo>
                    <a:pt x="7502" y="10486"/>
                  </a:lnTo>
                  <a:lnTo>
                    <a:pt x="7083" y="10695"/>
                  </a:lnTo>
                  <a:lnTo>
                    <a:pt x="6737" y="10905"/>
                  </a:lnTo>
                  <a:lnTo>
                    <a:pt x="6112" y="11463"/>
                  </a:lnTo>
                  <a:lnTo>
                    <a:pt x="5487" y="12094"/>
                  </a:lnTo>
                  <a:lnTo>
                    <a:pt x="4930" y="12723"/>
                  </a:lnTo>
                  <a:lnTo>
                    <a:pt x="4237" y="13491"/>
                  </a:lnTo>
                  <a:lnTo>
                    <a:pt x="3611" y="14261"/>
                  </a:lnTo>
                  <a:lnTo>
                    <a:pt x="2431" y="15938"/>
                  </a:lnTo>
                  <a:lnTo>
                    <a:pt x="1320" y="17615"/>
                  </a:lnTo>
                  <a:lnTo>
                    <a:pt x="278" y="19294"/>
                  </a:lnTo>
                  <a:lnTo>
                    <a:pt x="70" y="19643"/>
                  </a:lnTo>
                  <a:lnTo>
                    <a:pt x="0" y="19993"/>
                  </a:lnTo>
                  <a:lnTo>
                    <a:pt x="70" y="20342"/>
                  </a:lnTo>
                  <a:lnTo>
                    <a:pt x="208" y="20691"/>
                  </a:lnTo>
                  <a:lnTo>
                    <a:pt x="417" y="20971"/>
                  </a:lnTo>
                  <a:lnTo>
                    <a:pt x="695" y="21181"/>
                  </a:lnTo>
                  <a:lnTo>
                    <a:pt x="1041" y="21390"/>
                  </a:lnTo>
                  <a:lnTo>
                    <a:pt x="1458" y="21461"/>
                  </a:lnTo>
                  <a:lnTo>
                    <a:pt x="2499" y="21531"/>
                  </a:lnTo>
                  <a:lnTo>
                    <a:pt x="3543" y="21461"/>
                  </a:lnTo>
                  <a:lnTo>
                    <a:pt x="5695" y="21322"/>
                  </a:lnTo>
                  <a:lnTo>
                    <a:pt x="10418" y="21181"/>
                  </a:lnTo>
                  <a:lnTo>
                    <a:pt x="14098" y="21042"/>
                  </a:lnTo>
                  <a:lnTo>
                    <a:pt x="15905" y="20971"/>
                  </a:lnTo>
                  <a:lnTo>
                    <a:pt x="17711" y="21042"/>
                  </a:lnTo>
                  <a:lnTo>
                    <a:pt x="17779" y="21251"/>
                  </a:lnTo>
                  <a:lnTo>
                    <a:pt x="17919" y="21390"/>
                  </a:lnTo>
                  <a:lnTo>
                    <a:pt x="18198" y="21531"/>
                  </a:lnTo>
                  <a:lnTo>
                    <a:pt x="18544" y="21600"/>
                  </a:lnTo>
                  <a:lnTo>
                    <a:pt x="18891" y="21600"/>
                  </a:lnTo>
                  <a:lnTo>
                    <a:pt x="19169" y="21531"/>
                  </a:lnTo>
                  <a:lnTo>
                    <a:pt x="19447" y="21531"/>
                  </a:lnTo>
                  <a:lnTo>
                    <a:pt x="19655" y="21461"/>
                  </a:lnTo>
                  <a:lnTo>
                    <a:pt x="19794" y="21322"/>
                  </a:lnTo>
                  <a:lnTo>
                    <a:pt x="20002" y="21181"/>
                  </a:lnTo>
                  <a:lnTo>
                    <a:pt x="20419" y="20901"/>
                  </a:lnTo>
                  <a:lnTo>
                    <a:pt x="20767" y="20552"/>
                  </a:lnTo>
                  <a:lnTo>
                    <a:pt x="21113" y="20203"/>
                  </a:lnTo>
                  <a:lnTo>
                    <a:pt x="21392" y="19923"/>
                  </a:lnTo>
                  <a:lnTo>
                    <a:pt x="21462" y="19643"/>
                  </a:lnTo>
                  <a:lnTo>
                    <a:pt x="21530" y="19433"/>
                  </a:lnTo>
                  <a:lnTo>
                    <a:pt x="21600" y="19153"/>
                  </a:lnTo>
                  <a:lnTo>
                    <a:pt x="21530" y="18943"/>
                  </a:lnTo>
                  <a:lnTo>
                    <a:pt x="21392" y="18455"/>
                  </a:lnTo>
                  <a:lnTo>
                    <a:pt x="21183" y="18034"/>
                  </a:lnTo>
                  <a:lnTo>
                    <a:pt x="20559" y="16986"/>
                  </a:lnTo>
                  <a:lnTo>
                    <a:pt x="19864" y="15938"/>
                  </a:lnTo>
                  <a:lnTo>
                    <a:pt x="19169" y="15029"/>
                  </a:lnTo>
                  <a:lnTo>
                    <a:pt x="18406" y="14120"/>
                  </a:lnTo>
                  <a:lnTo>
                    <a:pt x="17641" y="13211"/>
                  </a:lnTo>
                  <a:lnTo>
                    <a:pt x="16808" y="12372"/>
                  </a:lnTo>
                  <a:lnTo>
                    <a:pt x="16043" y="11673"/>
                  </a:lnTo>
                  <a:lnTo>
                    <a:pt x="15280" y="10975"/>
                  </a:lnTo>
                  <a:lnTo>
                    <a:pt x="14863" y="10625"/>
                  </a:lnTo>
                  <a:lnTo>
                    <a:pt x="14377" y="10346"/>
                  </a:lnTo>
                  <a:lnTo>
                    <a:pt x="13960" y="10135"/>
                  </a:lnTo>
                  <a:lnTo>
                    <a:pt x="13473" y="9925"/>
                  </a:lnTo>
                  <a:lnTo>
                    <a:pt x="13473" y="9857"/>
                  </a:lnTo>
                  <a:lnTo>
                    <a:pt x="13614" y="9437"/>
                  </a:lnTo>
                  <a:lnTo>
                    <a:pt x="13682" y="8948"/>
                  </a:lnTo>
                  <a:lnTo>
                    <a:pt x="13682" y="6990"/>
                  </a:lnTo>
                  <a:lnTo>
                    <a:pt x="13614" y="6081"/>
                  </a:lnTo>
                  <a:lnTo>
                    <a:pt x="13544" y="5382"/>
                  </a:lnTo>
                  <a:lnTo>
                    <a:pt x="13473" y="4543"/>
                  </a:lnTo>
                  <a:lnTo>
                    <a:pt x="13335" y="4124"/>
                  </a:lnTo>
                  <a:lnTo>
                    <a:pt x="13265" y="3705"/>
                  </a:lnTo>
                  <a:lnTo>
                    <a:pt x="13127" y="3354"/>
                  </a:lnTo>
                  <a:lnTo>
                    <a:pt x="12919" y="3076"/>
                  </a:lnTo>
                  <a:lnTo>
                    <a:pt x="13614" y="3145"/>
                  </a:lnTo>
                  <a:lnTo>
                    <a:pt x="14238" y="3145"/>
                  </a:lnTo>
                  <a:lnTo>
                    <a:pt x="14863" y="2935"/>
                  </a:lnTo>
                  <a:lnTo>
                    <a:pt x="15142" y="2796"/>
                  </a:lnTo>
                  <a:lnTo>
                    <a:pt x="15418" y="2586"/>
                  </a:lnTo>
                  <a:lnTo>
                    <a:pt x="15626" y="2376"/>
                  </a:lnTo>
                  <a:lnTo>
                    <a:pt x="15626" y="2096"/>
                  </a:lnTo>
                  <a:lnTo>
                    <a:pt x="15418" y="1187"/>
                  </a:lnTo>
                  <a:lnTo>
                    <a:pt x="15280" y="768"/>
                  </a:lnTo>
                  <a:lnTo>
                    <a:pt x="15142" y="558"/>
                  </a:lnTo>
                  <a:lnTo>
                    <a:pt x="15001" y="419"/>
                  </a:lnTo>
                  <a:lnTo>
                    <a:pt x="14863" y="278"/>
                  </a:lnTo>
                  <a:lnTo>
                    <a:pt x="14723" y="278"/>
                  </a:lnTo>
                  <a:lnTo>
                    <a:pt x="14447" y="210"/>
                  </a:lnTo>
                  <a:lnTo>
                    <a:pt x="12919" y="139"/>
                  </a:lnTo>
                  <a:lnTo>
                    <a:pt x="7640"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977" name="Google Shape;347;p6"/>
            <p:cNvSpPr/>
            <p:nvPr/>
          </p:nvSpPr>
          <p:spPr>
            <a:xfrm>
              <a:off x="1092831" y="3689557"/>
              <a:ext cx="357797" cy="44875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428" y="2160"/>
                  </a:moveTo>
                  <a:lnTo>
                    <a:pt x="20648" y="2628"/>
                  </a:lnTo>
                  <a:lnTo>
                    <a:pt x="20648" y="3678"/>
                  </a:lnTo>
                  <a:lnTo>
                    <a:pt x="20428" y="4144"/>
                  </a:lnTo>
                  <a:lnTo>
                    <a:pt x="20428" y="4087"/>
                  </a:lnTo>
                  <a:lnTo>
                    <a:pt x="20354" y="3094"/>
                  </a:lnTo>
                  <a:lnTo>
                    <a:pt x="20428" y="2160"/>
                  </a:lnTo>
                  <a:close/>
                  <a:moveTo>
                    <a:pt x="19037" y="3328"/>
                  </a:moveTo>
                  <a:lnTo>
                    <a:pt x="19037" y="4437"/>
                  </a:lnTo>
                  <a:lnTo>
                    <a:pt x="18891" y="3503"/>
                  </a:lnTo>
                  <a:lnTo>
                    <a:pt x="19037" y="3328"/>
                  </a:lnTo>
                  <a:close/>
                  <a:moveTo>
                    <a:pt x="19841" y="2044"/>
                  </a:moveTo>
                  <a:lnTo>
                    <a:pt x="19696" y="2919"/>
                  </a:lnTo>
                  <a:lnTo>
                    <a:pt x="19622" y="3387"/>
                  </a:lnTo>
                  <a:lnTo>
                    <a:pt x="19622" y="4203"/>
                  </a:lnTo>
                  <a:lnTo>
                    <a:pt x="19696" y="4437"/>
                  </a:lnTo>
                  <a:lnTo>
                    <a:pt x="19841" y="4671"/>
                  </a:lnTo>
                  <a:lnTo>
                    <a:pt x="19989" y="4846"/>
                  </a:lnTo>
                  <a:lnTo>
                    <a:pt x="20061" y="4846"/>
                  </a:lnTo>
                  <a:lnTo>
                    <a:pt x="19841" y="5137"/>
                  </a:lnTo>
                  <a:lnTo>
                    <a:pt x="19257" y="5779"/>
                  </a:lnTo>
                  <a:lnTo>
                    <a:pt x="19111" y="4846"/>
                  </a:lnTo>
                  <a:lnTo>
                    <a:pt x="19183" y="4962"/>
                  </a:lnTo>
                  <a:lnTo>
                    <a:pt x="19257" y="5021"/>
                  </a:lnTo>
                  <a:lnTo>
                    <a:pt x="19402" y="5079"/>
                  </a:lnTo>
                  <a:lnTo>
                    <a:pt x="19550" y="5021"/>
                  </a:lnTo>
                  <a:lnTo>
                    <a:pt x="19696" y="5021"/>
                  </a:lnTo>
                  <a:lnTo>
                    <a:pt x="19770" y="4903"/>
                  </a:lnTo>
                  <a:lnTo>
                    <a:pt x="19770" y="4728"/>
                  </a:lnTo>
                  <a:lnTo>
                    <a:pt x="19696" y="4671"/>
                  </a:lnTo>
                  <a:lnTo>
                    <a:pt x="19622" y="4612"/>
                  </a:lnTo>
                  <a:lnTo>
                    <a:pt x="19476" y="4612"/>
                  </a:lnTo>
                  <a:lnTo>
                    <a:pt x="19476" y="4203"/>
                  </a:lnTo>
                  <a:lnTo>
                    <a:pt x="19402" y="3328"/>
                  </a:lnTo>
                  <a:lnTo>
                    <a:pt x="19330" y="3210"/>
                  </a:lnTo>
                  <a:lnTo>
                    <a:pt x="19135" y="3210"/>
                  </a:lnTo>
                  <a:lnTo>
                    <a:pt x="19183" y="3153"/>
                  </a:lnTo>
                  <a:lnTo>
                    <a:pt x="19402" y="2803"/>
                  </a:lnTo>
                  <a:lnTo>
                    <a:pt x="19622" y="2453"/>
                  </a:lnTo>
                  <a:lnTo>
                    <a:pt x="19841" y="2044"/>
                  </a:lnTo>
                  <a:close/>
                  <a:moveTo>
                    <a:pt x="18598" y="3794"/>
                  </a:moveTo>
                  <a:lnTo>
                    <a:pt x="18524" y="4962"/>
                  </a:lnTo>
                  <a:lnTo>
                    <a:pt x="18598" y="6188"/>
                  </a:lnTo>
                  <a:lnTo>
                    <a:pt x="18670" y="6306"/>
                  </a:lnTo>
                  <a:lnTo>
                    <a:pt x="18159" y="6656"/>
                  </a:lnTo>
                  <a:lnTo>
                    <a:pt x="18159" y="5955"/>
                  </a:lnTo>
                  <a:lnTo>
                    <a:pt x="18011" y="5254"/>
                  </a:lnTo>
                  <a:lnTo>
                    <a:pt x="17939" y="4319"/>
                  </a:lnTo>
                  <a:lnTo>
                    <a:pt x="18231" y="4087"/>
                  </a:lnTo>
                  <a:lnTo>
                    <a:pt x="18598" y="3794"/>
                  </a:lnTo>
                  <a:close/>
                  <a:moveTo>
                    <a:pt x="16181" y="5721"/>
                  </a:moveTo>
                  <a:lnTo>
                    <a:pt x="15961" y="6188"/>
                  </a:lnTo>
                  <a:lnTo>
                    <a:pt x="15815" y="6713"/>
                  </a:lnTo>
                  <a:lnTo>
                    <a:pt x="15741" y="6013"/>
                  </a:lnTo>
                  <a:lnTo>
                    <a:pt x="16181" y="5721"/>
                  </a:lnTo>
                  <a:close/>
                  <a:moveTo>
                    <a:pt x="17426" y="4728"/>
                  </a:moveTo>
                  <a:lnTo>
                    <a:pt x="17426" y="6072"/>
                  </a:lnTo>
                  <a:lnTo>
                    <a:pt x="17500" y="6538"/>
                  </a:lnTo>
                  <a:lnTo>
                    <a:pt x="17646" y="6947"/>
                  </a:lnTo>
                  <a:lnTo>
                    <a:pt x="17646" y="7006"/>
                  </a:lnTo>
                  <a:lnTo>
                    <a:pt x="17207" y="7297"/>
                  </a:lnTo>
                  <a:lnTo>
                    <a:pt x="17280" y="6713"/>
                  </a:lnTo>
                  <a:lnTo>
                    <a:pt x="17352" y="6072"/>
                  </a:lnTo>
                  <a:lnTo>
                    <a:pt x="17352" y="5488"/>
                  </a:lnTo>
                  <a:lnTo>
                    <a:pt x="17280" y="4903"/>
                  </a:lnTo>
                  <a:lnTo>
                    <a:pt x="17426" y="4728"/>
                  </a:lnTo>
                  <a:close/>
                  <a:moveTo>
                    <a:pt x="16694" y="5312"/>
                  </a:moveTo>
                  <a:lnTo>
                    <a:pt x="16474" y="7531"/>
                  </a:lnTo>
                  <a:lnTo>
                    <a:pt x="16548" y="7647"/>
                  </a:lnTo>
                  <a:lnTo>
                    <a:pt x="16548" y="7706"/>
                  </a:lnTo>
                  <a:lnTo>
                    <a:pt x="16400" y="7822"/>
                  </a:lnTo>
                  <a:lnTo>
                    <a:pt x="16328" y="7765"/>
                  </a:lnTo>
                  <a:lnTo>
                    <a:pt x="16620" y="5604"/>
                  </a:lnTo>
                  <a:lnTo>
                    <a:pt x="16548" y="5546"/>
                  </a:lnTo>
                  <a:lnTo>
                    <a:pt x="16474" y="5488"/>
                  </a:lnTo>
                  <a:lnTo>
                    <a:pt x="16694" y="5312"/>
                  </a:lnTo>
                  <a:close/>
                  <a:moveTo>
                    <a:pt x="15376" y="6306"/>
                  </a:moveTo>
                  <a:lnTo>
                    <a:pt x="15302" y="6888"/>
                  </a:lnTo>
                  <a:lnTo>
                    <a:pt x="15157" y="7472"/>
                  </a:lnTo>
                  <a:lnTo>
                    <a:pt x="15009" y="7997"/>
                  </a:lnTo>
                  <a:lnTo>
                    <a:pt x="14789" y="8581"/>
                  </a:lnTo>
                  <a:lnTo>
                    <a:pt x="14789" y="8699"/>
                  </a:lnTo>
                  <a:lnTo>
                    <a:pt x="14644" y="8640"/>
                  </a:lnTo>
                  <a:lnTo>
                    <a:pt x="14570" y="8640"/>
                  </a:lnTo>
                  <a:lnTo>
                    <a:pt x="14570" y="7940"/>
                  </a:lnTo>
                  <a:lnTo>
                    <a:pt x="14498" y="7472"/>
                  </a:lnTo>
                  <a:lnTo>
                    <a:pt x="14424" y="6947"/>
                  </a:lnTo>
                  <a:lnTo>
                    <a:pt x="15376" y="6306"/>
                  </a:lnTo>
                  <a:close/>
                  <a:moveTo>
                    <a:pt x="14059" y="7181"/>
                  </a:moveTo>
                  <a:lnTo>
                    <a:pt x="13911" y="7997"/>
                  </a:lnTo>
                  <a:lnTo>
                    <a:pt x="13911" y="8815"/>
                  </a:lnTo>
                  <a:lnTo>
                    <a:pt x="13985" y="8990"/>
                  </a:lnTo>
                  <a:lnTo>
                    <a:pt x="14131" y="9166"/>
                  </a:lnTo>
                  <a:lnTo>
                    <a:pt x="13326" y="9632"/>
                  </a:lnTo>
                  <a:lnTo>
                    <a:pt x="13398" y="9224"/>
                  </a:lnTo>
                  <a:lnTo>
                    <a:pt x="13472" y="8815"/>
                  </a:lnTo>
                  <a:lnTo>
                    <a:pt x="13472" y="8231"/>
                  </a:lnTo>
                  <a:lnTo>
                    <a:pt x="13326" y="7706"/>
                  </a:lnTo>
                  <a:lnTo>
                    <a:pt x="14059" y="7181"/>
                  </a:lnTo>
                  <a:close/>
                  <a:moveTo>
                    <a:pt x="13178" y="7822"/>
                  </a:moveTo>
                  <a:lnTo>
                    <a:pt x="13107" y="8231"/>
                  </a:lnTo>
                  <a:lnTo>
                    <a:pt x="13033" y="8640"/>
                  </a:lnTo>
                  <a:lnTo>
                    <a:pt x="12887" y="8932"/>
                  </a:lnTo>
                  <a:lnTo>
                    <a:pt x="12739" y="9166"/>
                  </a:lnTo>
                  <a:lnTo>
                    <a:pt x="12594" y="9457"/>
                  </a:lnTo>
                  <a:lnTo>
                    <a:pt x="12594" y="9866"/>
                  </a:lnTo>
                  <a:lnTo>
                    <a:pt x="12739" y="9925"/>
                  </a:lnTo>
                  <a:lnTo>
                    <a:pt x="11935" y="10334"/>
                  </a:lnTo>
                  <a:lnTo>
                    <a:pt x="12081" y="9691"/>
                  </a:lnTo>
                  <a:lnTo>
                    <a:pt x="12081" y="9166"/>
                  </a:lnTo>
                  <a:lnTo>
                    <a:pt x="12007" y="8581"/>
                  </a:lnTo>
                  <a:lnTo>
                    <a:pt x="13178" y="7822"/>
                  </a:lnTo>
                  <a:close/>
                  <a:moveTo>
                    <a:pt x="11715" y="8815"/>
                  </a:moveTo>
                  <a:lnTo>
                    <a:pt x="11568" y="9457"/>
                  </a:lnTo>
                  <a:lnTo>
                    <a:pt x="11348" y="10100"/>
                  </a:lnTo>
                  <a:lnTo>
                    <a:pt x="11202" y="10450"/>
                  </a:lnTo>
                  <a:lnTo>
                    <a:pt x="11202" y="10741"/>
                  </a:lnTo>
                  <a:lnTo>
                    <a:pt x="10324" y="11268"/>
                  </a:lnTo>
                  <a:lnTo>
                    <a:pt x="10763" y="9457"/>
                  </a:lnTo>
                  <a:lnTo>
                    <a:pt x="11715" y="8815"/>
                  </a:lnTo>
                  <a:close/>
                  <a:moveTo>
                    <a:pt x="18231" y="759"/>
                  </a:moveTo>
                  <a:lnTo>
                    <a:pt x="18817" y="934"/>
                  </a:lnTo>
                  <a:lnTo>
                    <a:pt x="18598" y="1168"/>
                  </a:lnTo>
                  <a:lnTo>
                    <a:pt x="18598" y="1343"/>
                  </a:lnTo>
                  <a:lnTo>
                    <a:pt x="18670" y="1459"/>
                  </a:lnTo>
                  <a:lnTo>
                    <a:pt x="18817" y="1518"/>
                  </a:lnTo>
                  <a:lnTo>
                    <a:pt x="19037" y="1518"/>
                  </a:lnTo>
                  <a:lnTo>
                    <a:pt x="19037" y="1751"/>
                  </a:lnTo>
                  <a:lnTo>
                    <a:pt x="18891" y="2044"/>
                  </a:lnTo>
                  <a:lnTo>
                    <a:pt x="18598" y="2569"/>
                  </a:lnTo>
                  <a:lnTo>
                    <a:pt x="18231" y="3035"/>
                  </a:lnTo>
                  <a:lnTo>
                    <a:pt x="17791" y="3503"/>
                  </a:lnTo>
                  <a:lnTo>
                    <a:pt x="17646" y="3444"/>
                  </a:lnTo>
                  <a:lnTo>
                    <a:pt x="17572" y="3503"/>
                  </a:lnTo>
                  <a:lnTo>
                    <a:pt x="17500" y="3503"/>
                  </a:lnTo>
                  <a:lnTo>
                    <a:pt x="17426" y="3619"/>
                  </a:lnTo>
                  <a:lnTo>
                    <a:pt x="17426" y="3737"/>
                  </a:lnTo>
                  <a:lnTo>
                    <a:pt x="16694" y="4319"/>
                  </a:lnTo>
                  <a:lnTo>
                    <a:pt x="15448" y="5312"/>
                  </a:lnTo>
                  <a:lnTo>
                    <a:pt x="15302" y="5312"/>
                  </a:lnTo>
                  <a:lnTo>
                    <a:pt x="15302" y="5429"/>
                  </a:lnTo>
                  <a:lnTo>
                    <a:pt x="12959" y="7063"/>
                  </a:lnTo>
                  <a:lnTo>
                    <a:pt x="11276" y="8231"/>
                  </a:lnTo>
                  <a:lnTo>
                    <a:pt x="9591" y="9341"/>
                  </a:lnTo>
                  <a:lnTo>
                    <a:pt x="9517" y="9341"/>
                  </a:lnTo>
                  <a:lnTo>
                    <a:pt x="9446" y="9399"/>
                  </a:lnTo>
                  <a:lnTo>
                    <a:pt x="9226" y="9575"/>
                  </a:lnTo>
                  <a:lnTo>
                    <a:pt x="7761" y="10450"/>
                  </a:lnTo>
                  <a:lnTo>
                    <a:pt x="7687" y="10450"/>
                  </a:lnTo>
                  <a:lnTo>
                    <a:pt x="7615" y="10509"/>
                  </a:lnTo>
                  <a:lnTo>
                    <a:pt x="7248" y="10684"/>
                  </a:lnTo>
                  <a:lnTo>
                    <a:pt x="6663" y="10975"/>
                  </a:lnTo>
                  <a:lnTo>
                    <a:pt x="6296" y="11150"/>
                  </a:lnTo>
                  <a:lnTo>
                    <a:pt x="6076" y="11384"/>
                  </a:lnTo>
                  <a:lnTo>
                    <a:pt x="5930" y="11325"/>
                  </a:lnTo>
                  <a:lnTo>
                    <a:pt x="5198" y="10859"/>
                  </a:lnTo>
                  <a:lnTo>
                    <a:pt x="4613" y="10275"/>
                  </a:lnTo>
                  <a:lnTo>
                    <a:pt x="4246" y="9984"/>
                  </a:lnTo>
                  <a:lnTo>
                    <a:pt x="3880" y="9691"/>
                  </a:lnTo>
                  <a:lnTo>
                    <a:pt x="4393" y="9457"/>
                  </a:lnTo>
                  <a:lnTo>
                    <a:pt x="4904" y="9107"/>
                  </a:lnTo>
                  <a:lnTo>
                    <a:pt x="5198" y="9457"/>
                  </a:lnTo>
                  <a:lnTo>
                    <a:pt x="5637" y="9750"/>
                  </a:lnTo>
                  <a:lnTo>
                    <a:pt x="5857" y="9866"/>
                  </a:lnTo>
                  <a:lnTo>
                    <a:pt x="6150" y="9925"/>
                  </a:lnTo>
                  <a:lnTo>
                    <a:pt x="6443" y="9925"/>
                  </a:lnTo>
                  <a:lnTo>
                    <a:pt x="6663" y="9750"/>
                  </a:lnTo>
                  <a:lnTo>
                    <a:pt x="6735" y="9691"/>
                  </a:lnTo>
                  <a:lnTo>
                    <a:pt x="6809" y="9575"/>
                  </a:lnTo>
                  <a:lnTo>
                    <a:pt x="6735" y="9341"/>
                  </a:lnTo>
                  <a:lnTo>
                    <a:pt x="6663" y="9224"/>
                  </a:lnTo>
                  <a:lnTo>
                    <a:pt x="6515" y="9166"/>
                  </a:lnTo>
                  <a:lnTo>
                    <a:pt x="6224" y="9166"/>
                  </a:lnTo>
                  <a:lnTo>
                    <a:pt x="6150" y="9224"/>
                  </a:lnTo>
                  <a:lnTo>
                    <a:pt x="6150" y="9166"/>
                  </a:lnTo>
                  <a:lnTo>
                    <a:pt x="5857" y="8990"/>
                  </a:lnTo>
                  <a:lnTo>
                    <a:pt x="5491" y="8756"/>
                  </a:lnTo>
                  <a:lnTo>
                    <a:pt x="5637" y="8640"/>
                  </a:lnTo>
                  <a:lnTo>
                    <a:pt x="6589" y="7940"/>
                  </a:lnTo>
                  <a:lnTo>
                    <a:pt x="6735" y="8231"/>
                  </a:lnTo>
                  <a:lnTo>
                    <a:pt x="6883" y="8406"/>
                  </a:lnTo>
                  <a:lnTo>
                    <a:pt x="7102" y="8581"/>
                  </a:lnTo>
                  <a:lnTo>
                    <a:pt x="7322" y="8756"/>
                  </a:lnTo>
                  <a:lnTo>
                    <a:pt x="7615" y="8815"/>
                  </a:lnTo>
                  <a:lnTo>
                    <a:pt x="7835" y="8815"/>
                  </a:lnTo>
                  <a:lnTo>
                    <a:pt x="7980" y="8699"/>
                  </a:lnTo>
                  <a:lnTo>
                    <a:pt x="8054" y="8581"/>
                  </a:lnTo>
                  <a:lnTo>
                    <a:pt x="8054" y="8406"/>
                  </a:lnTo>
                  <a:lnTo>
                    <a:pt x="7761" y="8172"/>
                  </a:lnTo>
                  <a:lnTo>
                    <a:pt x="7467" y="7940"/>
                  </a:lnTo>
                  <a:lnTo>
                    <a:pt x="7248" y="7706"/>
                  </a:lnTo>
                  <a:lnTo>
                    <a:pt x="7174" y="7590"/>
                  </a:lnTo>
                  <a:lnTo>
                    <a:pt x="7174" y="7531"/>
                  </a:lnTo>
                  <a:lnTo>
                    <a:pt x="7835" y="7063"/>
                  </a:lnTo>
                  <a:lnTo>
                    <a:pt x="8274" y="6772"/>
                  </a:lnTo>
                  <a:lnTo>
                    <a:pt x="8346" y="7006"/>
                  </a:lnTo>
                  <a:lnTo>
                    <a:pt x="8493" y="7181"/>
                  </a:lnTo>
                  <a:lnTo>
                    <a:pt x="8639" y="7356"/>
                  </a:lnTo>
                  <a:lnTo>
                    <a:pt x="8859" y="7590"/>
                  </a:lnTo>
                  <a:lnTo>
                    <a:pt x="9152" y="7706"/>
                  </a:lnTo>
                  <a:lnTo>
                    <a:pt x="9372" y="7765"/>
                  </a:lnTo>
                  <a:lnTo>
                    <a:pt x="9591" y="7706"/>
                  </a:lnTo>
                  <a:lnTo>
                    <a:pt x="9665" y="7590"/>
                  </a:lnTo>
                  <a:lnTo>
                    <a:pt x="9737" y="7531"/>
                  </a:lnTo>
                  <a:lnTo>
                    <a:pt x="9737" y="7356"/>
                  </a:lnTo>
                  <a:lnTo>
                    <a:pt x="9665" y="7238"/>
                  </a:lnTo>
                  <a:lnTo>
                    <a:pt x="9517" y="7122"/>
                  </a:lnTo>
                  <a:lnTo>
                    <a:pt x="9226" y="6888"/>
                  </a:lnTo>
                  <a:lnTo>
                    <a:pt x="9006" y="6713"/>
                  </a:lnTo>
                  <a:lnTo>
                    <a:pt x="8933" y="6481"/>
                  </a:lnTo>
                  <a:lnTo>
                    <a:pt x="8933" y="6363"/>
                  </a:lnTo>
                  <a:lnTo>
                    <a:pt x="9957" y="5604"/>
                  </a:lnTo>
                  <a:lnTo>
                    <a:pt x="10104" y="5779"/>
                  </a:lnTo>
                  <a:lnTo>
                    <a:pt x="10324" y="6131"/>
                  </a:lnTo>
                  <a:lnTo>
                    <a:pt x="10689" y="6422"/>
                  </a:lnTo>
                  <a:lnTo>
                    <a:pt x="10837" y="6481"/>
                  </a:lnTo>
                  <a:lnTo>
                    <a:pt x="10983" y="6538"/>
                  </a:lnTo>
                  <a:lnTo>
                    <a:pt x="11128" y="6481"/>
                  </a:lnTo>
                  <a:lnTo>
                    <a:pt x="11276" y="6422"/>
                  </a:lnTo>
                  <a:lnTo>
                    <a:pt x="11348" y="6306"/>
                  </a:lnTo>
                  <a:lnTo>
                    <a:pt x="11348" y="6131"/>
                  </a:lnTo>
                  <a:lnTo>
                    <a:pt x="11276" y="6013"/>
                  </a:lnTo>
                  <a:lnTo>
                    <a:pt x="10470" y="5254"/>
                  </a:lnTo>
                  <a:lnTo>
                    <a:pt x="11935" y="4203"/>
                  </a:lnTo>
                  <a:lnTo>
                    <a:pt x="12007" y="4319"/>
                  </a:lnTo>
                  <a:lnTo>
                    <a:pt x="12300" y="4903"/>
                  </a:lnTo>
                  <a:lnTo>
                    <a:pt x="12374" y="5021"/>
                  </a:lnTo>
                  <a:lnTo>
                    <a:pt x="12448" y="5079"/>
                  </a:lnTo>
                  <a:lnTo>
                    <a:pt x="12739" y="5079"/>
                  </a:lnTo>
                  <a:lnTo>
                    <a:pt x="12887" y="5021"/>
                  </a:lnTo>
                  <a:lnTo>
                    <a:pt x="12959" y="4903"/>
                  </a:lnTo>
                  <a:lnTo>
                    <a:pt x="13033" y="4787"/>
                  </a:lnTo>
                  <a:lnTo>
                    <a:pt x="12959" y="4671"/>
                  </a:lnTo>
                  <a:lnTo>
                    <a:pt x="12739" y="4144"/>
                  </a:lnTo>
                  <a:lnTo>
                    <a:pt x="12520" y="3853"/>
                  </a:lnTo>
                  <a:lnTo>
                    <a:pt x="13985" y="2744"/>
                  </a:lnTo>
                  <a:lnTo>
                    <a:pt x="14059" y="3094"/>
                  </a:lnTo>
                  <a:lnTo>
                    <a:pt x="14131" y="3387"/>
                  </a:lnTo>
                  <a:lnTo>
                    <a:pt x="14278" y="3737"/>
                  </a:lnTo>
                  <a:lnTo>
                    <a:pt x="14424" y="4028"/>
                  </a:lnTo>
                  <a:lnTo>
                    <a:pt x="14570" y="4144"/>
                  </a:lnTo>
                  <a:lnTo>
                    <a:pt x="14789" y="4203"/>
                  </a:lnTo>
                  <a:lnTo>
                    <a:pt x="15083" y="4087"/>
                  </a:lnTo>
                  <a:lnTo>
                    <a:pt x="15228" y="3969"/>
                  </a:lnTo>
                  <a:lnTo>
                    <a:pt x="15302" y="3794"/>
                  </a:lnTo>
                  <a:lnTo>
                    <a:pt x="15302" y="3678"/>
                  </a:lnTo>
                  <a:lnTo>
                    <a:pt x="15228" y="3562"/>
                  </a:lnTo>
                  <a:lnTo>
                    <a:pt x="15083" y="3444"/>
                  </a:lnTo>
                  <a:lnTo>
                    <a:pt x="14937" y="3444"/>
                  </a:lnTo>
                  <a:lnTo>
                    <a:pt x="14644" y="2919"/>
                  </a:lnTo>
                  <a:lnTo>
                    <a:pt x="14424" y="2453"/>
                  </a:lnTo>
                  <a:lnTo>
                    <a:pt x="15448" y="1751"/>
                  </a:lnTo>
                  <a:lnTo>
                    <a:pt x="16400" y="1168"/>
                  </a:lnTo>
                  <a:lnTo>
                    <a:pt x="16694" y="993"/>
                  </a:lnTo>
                  <a:lnTo>
                    <a:pt x="16987" y="875"/>
                  </a:lnTo>
                  <a:lnTo>
                    <a:pt x="17646" y="759"/>
                  </a:lnTo>
                  <a:close/>
                  <a:moveTo>
                    <a:pt x="6954" y="11559"/>
                  </a:moveTo>
                  <a:lnTo>
                    <a:pt x="6883" y="11850"/>
                  </a:lnTo>
                  <a:lnTo>
                    <a:pt x="6589" y="11675"/>
                  </a:lnTo>
                  <a:lnTo>
                    <a:pt x="6954" y="11559"/>
                  </a:lnTo>
                  <a:close/>
                  <a:moveTo>
                    <a:pt x="10176" y="9807"/>
                  </a:moveTo>
                  <a:lnTo>
                    <a:pt x="9446" y="11559"/>
                  </a:lnTo>
                  <a:lnTo>
                    <a:pt x="9446" y="11675"/>
                  </a:lnTo>
                  <a:lnTo>
                    <a:pt x="9152" y="11850"/>
                  </a:lnTo>
                  <a:lnTo>
                    <a:pt x="9152" y="11618"/>
                  </a:lnTo>
                  <a:lnTo>
                    <a:pt x="9226" y="10916"/>
                  </a:lnTo>
                  <a:lnTo>
                    <a:pt x="9446" y="10275"/>
                  </a:lnTo>
                  <a:lnTo>
                    <a:pt x="10030" y="9925"/>
                  </a:lnTo>
                  <a:lnTo>
                    <a:pt x="10176" y="9807"/>
                  </a:lnTo>
                  <a:close/>
                  <a:moveTo>
                    <a:pt x="8565" y="10741"/>
                  </a:moveTo>
                  <a:lnTo>
                    <a:pt x="8420" y="11325"/>
                  </a:lnTo>
                  <a:lnTo>
                    <a:pt x="8420" y="12084"/>
                  </a:lnTo>
                  <a:lnTo>
                    <a:pt x="8565" y="12143"/>
                  </a:lnTo>
                  <a:lnTo>
                    <a:pt x="7761" y="12610"/>
                  </a:lnTo>
                  <a:lnTo>
                    <a:pt x="7615" y="12493"/>
                  </a:lnTo>
                  <a:lnTo>
                    <a:pt x="7761" y="12376"/>
                  </a:lnTo>
                  <a:lnTo>
                    <a:pt x="7835" y="12201"/>
                  </a:lnTo>
                  <a:lnTo>
                    <a:pt x="7835" y="12084"/>
                  </a:lnTo>
                  <a:lnTo>
                    <a:pt x="7761" y="11968"/>
                  </a:lnTo>
                  <a:lnTo>
                    <a:pt x="7687" y="11909"/>
                  </a:lnTo>
                  <a:lnTo>
                    <a:pt x="7615" y="11909"/>
                  </a:lnTo>
                  <a:lnTo>
                    <a:pt x="7761" y="11500"/>
                  </a:lnTo>
                  <a:lnTo>
                    <a:pt x="7835" y="11150"/>
                  </a:lnTo>
                  <a:lnTo>
                    <a:pt x="7835" y="11091"/>
                  </a:lnTo>
                  <a:lnTo>
                    <a:pt x="8565" y="10741"/>
                  </a:lnTo>
                  <a:close/>
                  <a:moveTo>
                    <a:pt x="2196" y="9750"/>
                  </a:moveTo>
                  <a:lnTo>
                    <a:pt x="2709" y="9866"/>
                  </a:lnTo>
                  <a:lnTo>
                    <a:pt x="3148" y="10041"/>
                  </a:lnTo>
                  <a:lnTo>
                    <a:pt x="3513" y="10275"/>
                  </a:lnTo>
                  <a:lnTo>
                    <a:pt x="3880" y="10625"/>
                  </a:lnTo>
                  <a:lnTo>
                    <a:pt x="4613" y="11268"/>
                  </a:lnTo>
                  <a:lnTo>
                    <a:pt x="5417" y="11850"/>
                  </a:lnTo>
                  <a:lnTo>
                    <a:pt x="6296" y="12376"/>
                  </a:lnTo>
                  <a:lnTo>
                    <a:pt x="6663" y="12668"/>
                  </a:lnTo>
                  <a:lnTo>
                    <a:pt x="7028" y="12960"/>
                  </a:lnTo>
                  <a:lnTo>
                    <a:pt x="7028" y="13019"/>
                  </a:lnTo>
                  <a:lnTo>
                    <a:pt x="6954" y="13194"/>
                  </a:lnTo>
                  <a:lnTo>
                    <a:pt x="6954" y="13369"/>
                  </a:lnTo>
                  <a:lnTo>
                    <a:pt x="7102" y="13485"/>
                  </a:lnTo>
                  <a:lnTo>
                    <a:pt x="7322" y="13544"/>
                  </a:lnTo>
                  <a:lnTo>
                    <a:pt x="7322" y="13778"/>
                  </a:lnTo>
                  <a:lnTo>
                    <a:pt x="7174" y="13837"/>
                  </a:lnTo>
                  <a:lnTo>
                    <a:pt x="6443" y="13894"/>
                  </a:lnTo>
                  <a:lnTo>
                    <a:pt x="6004" y="13485"/>
                  </a:lnTo>
                  <a:lnTo>
                    <a:pt x="5637" y="13135"/>
                  </a:lnTo>
                  <a:lnTo>
                    <a:pt x="4320" y="11909"/>
                  </a:lnTo>
                  <a:lnTo>
                    <a:pt x="3222" y="10975"/>
                  </a:lnTo>
                  <a:lnTo>
                    <a:pt x="2635" y="10509"/>
                  </a:lnTo>
                  <a:lnTo>
                    <a:pt x="2341" y="10334"/>
                  </a:lnTo>
                  <a:lnTo>
                    <a:pt x="1976" y="10216"/>
                  </a:lnTo>
                  <a:lnTo>
                    <a:pt x="2196" y="9750"/>
                  </a:lnTo>
                  <a:close/>
                  <a:moveTo>
                    <a:pt x="17426" y="0"/>
                  </a:moveTo>
                  <a:lnTo>
                    <a:pt x="16913" y="116"/>
                  </a:lnTo>
                  <a:lnTo>
                    <a:pt x="16400" y="291"/>
                  </a:lnTo>
                  <a:lnTo>
                    <a:pt x="15961" y="525"/>
                  </a:lnTo>
                  <a:lnTo>
                    <a:pt x="15522" y="759"/>
                  </a:lnTo>
                  <a:lnTo>
                    <a:pt x="14278" y="1634"/>
                  </a:lnTo>
                  <a:lnTo>
                    <a:pt x="13033" y="2510"/>
                  </a:lnTo>
                  <a:lnTo>
                    <a:pt x="8054" y="6013"/>
                  </a:lnTo>
                  <a:lnTo>
                    <a:pt x="5637" y="7706"/>
                  </a:lnTo>
                  <a:lnTo>
                    <a:pt x="4613" y="8406"/>
                  </a:lnTo>
                  <a:lnTo>
                    <a:pt x="4174" y="8815"/>
                  </a:lnTo>
                  <a:lnTo>
                    <a:pt x="3733" y="9224"/>
                  </a:lnTo>
                  <a:lnTo>
                    <a:pt x="3513" y="9282"/>
                  </a:lnTo>
                  <a:lnTo>
                    <a:pt x="3441" y="9457"/>
                  </a:lnTo>
                  <a:lnTo>
                    <a:pt x="3074" y="9282"/>
                  </a:lnTo>
                  <a:lnTo>
                    <a:pt x="2709" y="9224"/>
                  </a:lnTo>
                  <a:lnTo>
                    <a:pt x="2341" y="9166"/>
                  </a:lnTo>
                  <a:lnTo>
                    <a:pt x="1902" y="9166"/>
                  </a:lnTo>
                  <a:lnTo>
                    <a:pt x="1683" y="9224"/>
                  </a:lnTo>
                  <a:lnTo>
                    <a:pt x="1537" y="9399"/>
                  </a:lnTo>
                  <a:lnTo>
                    <a:pt x="1244" y="10216"/>
                  </a:lnTo>
                  <a:lnTo>
                    <a:pt x="1244" y="10334"/>
                  </a:lnTo>
                  <a:lnTo>
                    <a:pt x="1317" y="10450"/>
                  </a:lnTo>
                  <a:lnTo>
                    <a:pt x="1391" y="10509"/>
                  </a:lnTo>
                  <a:lnTo>
                    <a:pt x="1537" y="10566"/>
                  </a:lnTo>
                  <a:lnTo>
                    <a:pt x="1830" y="10916"/>
                  </a:lnTo>
                  <a:lnTo>
                    <a:pt x="2196" y="11268"/>
                  </a:lnTo>
                  <a:lnTo>
                    <a:pt x="3002" y="11909"/>
                  </a:lnTo>
                  <a:lnTo>
                    <a:pt x="4759" y="13544"/>
                  </a:lnTo>
                  <a:lnTo>
                    <a:pt x="5417" y="14244"/>
                  </a:lnTo>
                  <a:lnTo>
                    <a:pt x="5857" y="14594"/>
                  </a:lnTo>
                  <a:lnTo>
                    <a:pt x="6296" y="14828"/>
                  </a:lnTo>
                  <a:lnTo>
                    <a:pt x="6589" y="14887"/>
                  </a:lnTo>
                  <a:lnTo>
                    <a:pt x="6809" y="14887"/>
                  </a:lnTo>
                  <a:lnTo>
                    <a:pt x="7028" y="14769"/>
                  </a:lnTo>
                  <a:lnTo>
                    <a:pt x="7174" y="14594"/>
                  </a:lnTo>
                  <a:lnTo>
                    <a:pt x="7615" y="14537"/>
                  </a:lnTo>
                  <a:lnTo>
                    <a:pt x="7907" y="14419"/>
                  </a:lnTo>
                  <a:lnTo>
                    <a:pt x="8126" y="14244"/>
                  </a:lnTo>
                  <a:lnTo>
                    <a:pt x="8274" y="14012"/>
                  </a:lnTo>
                  <a:lnTo>
                    <a:pt x="8274" y="13603"/>
                  </a:lnTo>
                  <a:lnTo>
                    <a:pt x="8200" y="13253"/>
                  </a:lnTo>
                  <a:lnTo>
                    <a:pt x="10617" y="12025"/>
                  </a:lnTo>
                  <a:lnTo>
                    <a:pt x="13033" y="10741"/>
                  </a:lnTo>
                  <a:lnTo>
                    <a:pt x="15302" y="9399"/>
                  </a:lnTo>
                  <a:lnTo>
                    <a:pt x="17572" y="7997"/>
                  </a:lnTo>
                  <a:lnTo>
                    <a:pt x="18524" y="7415"/>
                  </a:lnTo>
                  <a:lnTo>
                    <a:pt x="19402" y="6713"/>
                  </a:lnTo>
                  <a:lnTo>
                    <a:pt x="20209" y="5955"/>
                  </a:lnTo>
                  <a:lnTo>
                    <a:pt x="20574" y="5546"/>
                  </a:lnTo>
                  <a:lnTo>
                    <a:pt x="20867" y="5137"/>
                  </a:lnTo>
                  <a:lnTo>
                    <a:pt x="21161" y="4728"/>
                  </a:lnTo>
                  <a:lnTo>
                    <a:pt x="21380" y="4262"/>
                  </a:lnTo>
                  <a:lnTo>
                    <a:pt x="21526" y="3794"/>
                  </a:lnTo>
                  <a:lnTo>
                    <a:pt x="21600" y="3387"/>
                  </a:lnTo>
                  <a:lnTo>
                    <a:pt x="21600" y="2919"/>
                  </a:lnTo>
                  <a:lnTo>
                    <a:pt x="21526" y="2453"/>
                  </a:lnTo>
                  <a:lnTo>
                    <a:pt x="21307" y="1985"/>
                  </a:lnTo>
                  <a:lnTo>
                    <a:pt x="21013" y="1518"/>
                  </a:lnTo>
                  <a:lnTo>
                    <a:pt x="20722" y="1168"/>
                  </a:lnTo>
                  <a:lnTo>
                    <a:pt x="20354" y="818"/>
                  </a:lnTo>
                  <a:lnTo>
                    <a:pt x="19915" y="584"/>
                  </a:lnTo>
                  <a:lnTo>
                    <a:pt x="19476" y="350"/>
                  </a:lnTo>
                  <a:lnTo>
                    <a:pt x="18963" y="175"/>
                  </a:lnTo>
                  <a:lnTo>
                    <a:pt x="18524" y="59"/>
                  </a:lnTo>
                  <a:lnTo>
                    <a:pt x="17939" y="0"/>
                  </a:lnTo>
                  <a:close/>
                  <a:moveTo>
                    <a:pt x="3952" y="19732"/>
                  </a:moveTo>
                  <a:lnTo>
                    <a:pt x="3952" y="20141"/>
                  </a:lnTo>
                  <a:lnTo>
                    <a:pt x="3807" y="20550"/>
                  </a:lnTo>
                  <a:lnTo>
                    <a:pt x="3587" y="20550"/>
                  </a:lnTo>
                  <a:lnTo>
                    <a:pt x="3733" y="20141"/>
                  </a:lnTo>
                  <a:lnTo>
                    <a:pt x="3952" y="19732"/>
                  </a:lnTo>
                  <a:close/>
                  <a:moveTo>
                    <a:pt x="3294" y="14944"/>
                  </a:moveTo>
                  <a:lnTo>
                    <a:pt x="3367" y="15237"/>
                  </a:lnTo>
                  <a:lnTo>
                    <a:pt x="3807" y="16229"/>
                  </a:lnTo>
                  <a:lnTo>
                    <a:pt x="4685" y="18097"/>
                  </a:lnTo>
                  <a:lnTo>
                    <a:pt x="4833" y="18681"/>
                  </a:lnTo>
                  <a:lnTo>
                    <a:pt x="4904" y="19265"/>
                  </a:lnTo>
                  <a:lnTo>
                    <a:pt x="4833" y="19790"/>
                  </a:lnTo>
                  <a:lnTo>
                    <a:pt x="4685" y="20082"/>
                  </a:lnTo>
                  <a:lnTo>
                    <a:pt x="4539" y="20316"/>
                  </a:lnTo>
                  <a:lnTo>
                    <a:pt x="4613" y="20024"/>
                  </a:lnTo>
                  <a:lnTo>
                    <a:pt x="4539" y="19790"/>
                  </a:lnTo>
                  <a:lnTo>
                    <a:pt x="4393" y="19615"/>
                  </a:lnTo>
                  <a:lnTo>
                    <a:pt x="4246" y="19440"/>
                  </a:lnTo>
                  <a:lnTo>
                    <a:pt x="4026" y="19381"/>
                  </a:lnTo>
                  <a:lnTo>
                    <a:pt x="3733" y="19381"/>
                  </a:lnTo>
                  <a:lnTo>
                    <a:pt x="3661" y="19499"/>
                  </a:lnTo>
                  <a:lnTo>
                    <a:pt x="3661" y="19615"/>
                  </a:lnTo>
                  <a:lnTo>
                    <a:pt x="3148" y="20141"/>
                  </a:lnTo>
                  <a:lnTo>
                    <a:pt x="3002" y="20433"/>
                  </a:lnTo>
                  <a:lnTo>
                    <a:pt x="2854" y="20725"/>
                  </a:lnTo>
                  <a:lnTo>
                    <a:pt x="2709" y="20725"/>
                  </a:lnTo>
                  <a:lnTo>
                    <a:pt x="3148" y="19907"/>
                  </a:lnTo>
                  <a:lnTo>
                    <a:pt x="3513" y="19090"/>
                  </a:lnTo>
                  <a:lnTo>
                    <a:pt x="3513" y="19031"/>
                  </a:lnTo>
                  <a:lnTo>
                    <a:pt x="3441" y="18972"/>
                  </a:lnTo>
                  <a:lnTo>
                    <a:pt x="3367" y="18972"/>
                  </a:lnTo>
                  <a:lnTo>
                    <a:pt x="3294" y="19031"/>
                  </a:lnTo>
                  <a:lnTo>
                    <a:pt x="2635" y="19732"/>
                  </a:lnTo>
                  <a:lnTo>
                    <a:pt x="2050" y="20550"/>
                  </a:lnTo>
                  <a:lnTo>
                    <a:pt x="1757" y="20433"/>
                  </a:lnTo>
                  <a:lnTo>
                    <a:pt x="1757" y="20257"/>
                  </a:lnTo>
                  <a:lnTo>
                    <a:pt x="2050" y="19790"/>
                  </a:lnTo>
                  <a:lnTo>
                    <a:pt x="2341" y="19324"/>
                  </a:lnTo>
                  <a:lnTo>
                    <a:pt x="2709" y="18856"/>
                  </a:lnTo>
                  <a:lnTo>
                    <a:pt x="3074" y="18390"/>
                  </a:lnTo>
                  <a:lnTo>
                    <a:pt x="3074" y="18331"/>
                  </a:lnTo>
                  <a:lnTo>
                    <a:pt x="3002" y="18272"/>
                  </a:lnTo>
                  <a:lnTo>
                    <a:pt x="2928" y="18331"/>
                  </a:lnTo>
                  <a:lnTo>
                    <a:pt x="2270" y="18797"/>
                  </a:lnTo>
                  <a:lnTo>
                    <a:pt x="1902" y="19090"/>
                  </a:lnTo>
                  <a:lnTo>
                    <a:pt x="1611" y="19381"/>
                  </a:lnTo>
                  <a:lnTo>
                    <a:pt x="1391" y="19732"/>
                  </a:lnTo>
                  <a:lnTo>
                    <a:pt x="1172" y="20082"/>
                  </a:lnTo>
                  <a:lnTo>
                    <a:pt x="1098" y="20024"/>
                  </a:lnTo>
                  <a:lnTo>
                    <a:pt x="1244" y="19849"/>
                  </a:lnTo>
                  <a:lnTo>
                    <a:pt x="1317" y="19674"/>
                  </a:lnTo>
                  <a:lnTo>
                    <a:pt x="2270" y="18506"/>
                  </a:lnTo>
                  <a:lnTo>
                    <a:pt x="2635" y="17922"/>
                  </a:lnTo>
                  <a:lnTo>
                    <a:pt x="2928" y="17281"/>
                  </a:lnTo>
                  <a:lnTo>
                    <a:pt x="2854" y="17222"/>
                  </a:lnTo>
                  <a:lnTo>
                    <a:pt x="2783" y="17222"/>
                  </a:lnTo>
                  <a:lnTo>
                    <a:pt x="2122" y="17806"/>
                  </a:lnTo>
                  <a:lnTo>
                    <a:pt x="1463" y="18390"/>
                  </a:lnTo>
                  <a:lnTo>
                    <a:pt x="1683" y="18097"/>
                  </a:lnTo>
                  <a:lnTo>
                    <a:pt x="2489" y="17106"/>
                  </a:lnTo>
                  <a:lnTo>
                    <a:pt x="3294" y="16112"/>
                  </a:lnTo>
                  <a:lnTo>
                    <a:pt x="3294" y="15996"/>
                  </a:lnTo>
                  <a:lnTo>
                    <a:pt x="3222" y="15879"/>
                  </a:lnTo>
                  <a:lnTo>
                    <a:pt x="3002" y="15879"/>
                  </a:lnTo>
                  <a:lnTo>
                    <a:pt x="2635" y="16171"/>
                  </a:lnTo>
                  <a:lnTo>
                    <a:pt x="3002" y="15587"/>
                  </a:lnTo>
                  <a:lnTo>
                    <a:pt x="3294" y="14944"/>
                  </a:lnTo>
                  <a:close/>
                  <a:moveTo>
                    <a:pt x="3074" y="13953"/>
                  </a:moveTo>
                  <a:lnTo>
                    <a:pt x="2928" y="14012"/>
                  </a:lnTo>
                  <a:lnTo>
                    <a:pt x="2783" y="14187"/>
                  </a:lnTo>
                  <a:lnTo>
                    <a:pt x="2783" y="14419"/>
                  </a:lnTo>
                  <a:lnTo>
                    <a:pt x="2415" y="14887"/>
                  </a:lnTo>
                  <a:lnTo>
                    <a:pt x="2196" y="15353"/>
                  </a:lnTo>
                  <a:lnTo>
                    <a:pt x="1317" y="16872"/>
                  </a:lnTo>
                  <a:lnTo>
                    <a:pt x="585" y="18156"/>
                  </a:lnTo>
                  <a:lnTo>
                    <a:pt x="291" y="18797"/>
                  </a:lnTo>
                  <a:lnTo>
                    <a:pt x="72" y="19499"/>
                  </a:lnTo>
                  <a:lnTo>
                    <a:pt x="0" y="19732"/>
                  </a:lnTo>
                  <a:lnTo>
                    <a:pt x="0" y="19907"/>
                  </a:lnTo>
                  <a:lnTo>
                    <a:pt x="146" y="20257"/>
                  </a:lnTo>
                  <a:lnTo>
                    <a:pt x="439" y="20550"/>
                  </a:lnTo>
                  <a:lnTo>
                    <a:pt x="804" y="20841"/>
                  </a:lnTo>
                  <a:lnTo>
                    <a:pt x="878" y="20959"/>
                  </a:lnTo>
                  <a:lnTo>
                    <a:pt x="1024" y="21016"/>
                  </a:lnTo>
                  <a:lnTo>
                    <a:pt x="1172" y="21075"/>
                  </a:lnTo>
                  <a:lnTo>
                    <a:pt x="1317" y="21075"/>
                  </a:lnTo>
                  <a:lnTo>
                    <a:pt x="1463" y="21134"/>
                  </a:lnTo>
                  <a:lnTo>
                    <a:pt x="1757" y="21250"/>
                  </a:lnTo>
                  <a:lnTo>
                    <a:pt x="1902" y="21366"/>
                  </a:lnTo>
                  <a:lnTo>
                    <a:pt x="2196" y="21366"/>
                  </a:lnTo>
                  <a:lnTo>
                    <a:pt x="2854" y="21541"/>
                  </a:lnTo>
                  <a:lnTo>
                    <a:pt x="2928" y="21600"/>
                  </a:lnTo>
                  <a:lnTo>
                    <a:pt x="3367" y="21600"/>
                  </a:lnTo>
                  <a:lnTo>
                    <a:pt x="3807" y="21541"/>
                  </a:lnTo>
                  <a:lnTo>
                    <a:pt x="4246" y="21425"/>
                  </a:lnTo>
                  <a:lnTo>
                    <a:pt x="4613" y="21309"/>
                  </a:lnTo>
                  <a:lnTo>
                    <a:pt x="4978" y="21134"/>
                  </a:lnTo>
                  <a:lnTo>
                    <a:pt x="5198" y="20900"/>
                  </a:lnTo>
                  <a:lnTo>
                    <a:pt x="5417" y="20666"/>
                  </a:lnTo>
                  <a:lnTo>
                    <a:pt x="5563" y="20433"/>
                  </a:lnTo>
                  <a:lnTo>
                    <a:pt x="5711" y="20199"/>
                  </a:lnTo>
                  <a:lnTo>
                    <a:pt x="5857" y="19615"/>
                  </a:lnTo>
                  <a:lnTo>
                    <a:pt x="5857" y="19031"/>
                  </a:lnTo>
                  <a:lnTo>
                    <a:pt x="5711" y="18447"/>
                  </a:lnTo>
                  <a:lnTo>
                    <a:pt x="5563" y="17865"/>
                  </a:lnTo>
                  <a:lnTo>
                    <a:pt x="5344" y="17338"/>
                  </a:lnTo>
                  <a:lnTo>
                    <a:pt x="4100" y="14419"/>
                  </a:lnTo>
                  <a:lnTo>
                    <a:pt x="3952" y="14244"/>
                  </a:lnTo>
                  <a:lnTo>
                    <a:pt x="3733" y="14128"/>
                  </a:lnTo>
                  <a:lnTo>
                    <a:pt x="3513" y="14012"/>
                  </a:lnTo>
                  <a:lnTo>
                    <a:pt x="3294" y="13953"/>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978" name="Google Shape;348;p6"/>
            <p:cNvSpPr/>
            <p:nvPr/>
          </p:nvSpPr>
          <p:spPr>
            <a:xfrm>
              <a:off x="433019" y="3226251"/>
              <a:ext cx="485163" cy="4778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609" y="5647"/>
                  </a:moveTo>
                  <a:lnTo>
                    <a:pt x="11718" y="5702"/>
                  </a:lnTo>
                  <a:lnTo>
                    <a:pt x="11880" y="5811"/>
                  </a:lnTo>
                  <a:lnTo>
                    <a:pt x="12096" y="6085"/>
                  </a:lnTo>
                  <a:lnTo>
                    <a:pt x="12204" y="6413"/>
                  </a:lnTo>
                  <a:lnTo>
                    <a:pt x="12311" y="6744"/>
                  </a:lnTo>
                  <a:lnTo>
                    <a:pt x="12366" y="7017"/>
                  </a:lnTo>
                  <a:lnTo>
                    <a:pt x="12366" y="7619"/>
                  </a:lnTo>
                  <a:lnTo>
                    <a:pt x="12204" y="7894"/>
                  </a:lnTo>
                  <a:lnTo>
                    <a:pt x="11987" y="6962"/>
                  </a:lnTo>
                  <a:lnTo>
                    <a:pt x="11825" y="6304"/>
                  </a:lnTo>
                  <a:lnTo>
                    <a:pt x="11718" y="5975"/>
                  </a:lnTo>
                  <a:lnTo>
                    <a:pt x="11609" y="5647"/>
                  </a:lnTo>
                  <a:close/>
                  <a:moveTo>
                    <a:pt x="6371" y="7566"/>
                  </a:moveTo>
                  <a:lnTo>
                    <a:pt x="6588" y="7784"/>
                  </a:lnTo>
                  <a:lnTo>
                    <a:pt x="6750" y="8004"/>
                  </a:lnTo>
                  <a:lnTo>
                    <a:pt x="6911" y="8223"/>
                  </a:lnTo>
                  <a:lnTo>
                    <a:pt x="7019" y="8497"/>
                  </a:lnTo>
                  <a:lnTo>
                    <a:pt x="7019" y="9045"/>
                  </a:lnTo>
                  <a:lnTo>
                    <a:pt x="6857" y="9154"/>
                  </a:lnTo>
                  <a:lnTo>
                    <a:pt x="6695" y="9320"/>
                  </a:lnTo>
                  <a:lnTo>
                    <a:pt x="6533" y="8936"/>
                  </a:lnTo>
                  <a:lnTo>
                    <a:pt x="6371" y="8497"/>
                  </a:lnTo>
                  <a:lnTo>
                    <a:pt x="6318" y="8059"/>
                  </a:lnTo>
                  <a:lnTo>
                    <a:pt x="6318" y="7675"/>
                  </a:lnTo>
                  <a:lnTo>
                    <a:pt x="6371" y="7566"/>
                  </a:lnTo>
                  <a:close/>
                  <a:moveTo>
                    <a:pt x="9720" y="11349"/>
                  </a:moveTo>
                  <a:lnTo>
                    <a:pt x="9882" y="11458"/>
                  </a:lnTo>
                  <a:lnTo>
                    <a:pt x="9990" y="11677"/>
                  </a:lnTo>
                  <a:lnTo>
                    <a:pt x="10206" y="12061"/>
                  </a:lnTo>
                  <a:lnTo>
                    <a:pt x="10799" y="12993"/>
                  </a:lnTo>
                  <a:lnTo>
                    <a:pt x="10475" y="13268"/>
                  </a:lnTo>
                  <a:lnTo>
                    <a:pt x="10421" y="13103"/>
                  </a:lnTo>
                  <a:lnTo>
                    <a:pt x="10097" y="12664"/>
                  </a:lnTo>
                  <a:lnTo>
                    <a:pt x="9828" y="12171"/>
                  </a:lnTo>
                  <a:lnTo>
                    <a:pt x="9666" y="11786"/>
                  </a:lnTo>
                  <a:lnTo>
                    <a:pt x="9449" y="11458"/>
                  </a:lnTo>
                  <a:lnTo>
                    <a:pt x="9720" y="11349"/>
                  </a:lnTo>
                  <a:close/>
                  <a:moveTo>
                    <a:pt x="7776" y="12115"/>
                  </a:moveTo>
                  <a:lnTo>
                    <a:pt x="7883" y="12171"/>
                  </a:lnTo>
                  <a:lnTo>
                    <a:pt x="8585" y="14090"/>
                  </a:lnTo>
                  <a:lnTo>
                    <a:pt x="8316" y="14199"/>
                  </a:lnTo>
                  <a:lnTo>
                    <a:pt x="8369" y="13925"/>
                  </a:lnTo>
                  <a:lnTo>
                    <a:pt x="8316" y="13761"/>
                  </a:lnTo>
                  <a:lnTo>
                    <a:pt x="8261" y="13541"/>
                  </a:lnTo>
                  <a:lnTo>
                    <a:pt x="8099" y="13103"/>
                  </a:lnTo>
                  <a:lnTo>
                    <a:pt x="7721" y="12115"/>
                  </a:lnTo>
                  <a:close/>
                  <a:moveTo>
                    <a:pt x="10799" y="14803"/>
                  </a:moveTo>
                  <a:lnTo>
                    <a:pt x="10799" y="15296"/>
                  </a:lnTo>
                  <a:lnTo>
                    <a:pt x="10583" y="14912"/>
                  </a:lnTo>
                  <a:lnTo>
                    <a:pt x="10799" y="14803"/>
                  </a:lnTo>
                  <a:close/>
                  <a:moveTo>
                    <a:pt x="14309" y="13541"/>
                  </a:moveTo>
                  <a:lnTo>
                    <a:pt x="14472" y="13870"/>
                  </a:lnTo>
                  <a:lnTo>
                    <a:pt x="14634" y="14199"/>
                  </a:lnTo>
                  <a:lnTo>
                    <a:pt x="14796" y="14474"/>
                  </a:lnTo>
                  <a:lnTo>
                    <a:pt x="14958" y="14747"/>
                  </a:lnTo>
                  <a:lnTo>
                    <a:pt x="15011" y="14967"/>
                  </a:lnTo>
                  <a:lnTo>
                    <a:pt x="15011" y="15405"/>
                  </a:lnTo>
                  <a:lnTo>
                    <a:pt x="14903" y="15625"/>
                  </a:lnTo>
                  <a:lnTo>
                    <a:pt x="14796" y="15460"/>
                  </a:lnTo>
                  <a:lnTo>
                    <a:pt x="14687" y="15405"/>
                  </a:lnTo>
                  <a:lnTo>
                    <a:pt x="14363" y="14583"/>
                  </a:lnTo>
                  <a:lnTo>
                    <a:pt x="14256" y="14143"/>
                  </a:lnTo>
                  <a:lnTo>
                    <a:pt x="14094" y="13706"/>
                  </a:lnTo>
                  <a:lnTo>
                    <a:pt x="14201" y="13650"/>
                  </a:lnTo>
                  <a:lnTo>
                    <a:pt x="14309" y="13541"/>
                  </a:lnTo>
                  <a:close/>
                  <a:moveTo>
                    <a:pt x="11285" y="14583"/>
                  </a:moveTo>
                  <a:lnTo>
                    <a:pt x="11447" y="14638"/>
                  </a:lnTo>
                  <a:lnTo>
                    <a:pt x="11663" y="14747"/>
                  </a:lnTo>
                  <a:lnTo>
                    <a:pt x="11880" y="14967"/>
                  </a:lnTo>
                  <a:lnTo>
                    <a:pt x="12042" y="15296"/>
                  </a:lnTo>
                  <a:lnTo>
                    <a:pt x="12204" y="15898"/>
                  </a:lnTo>
                  <a:lnTo>
                    <a:pt x="12258" y="16173"/>
                  </a:lnTo>
                  <a:lnTo>
                    <a:pt x="12258" y="16391"/>
                  </a:lnTo>
                  <a:lnTo>
                    <a:pt x="12204" y="16611"/>
                  </a:lnTo>
                  <a:lnTo>
                    <a:pt x="12042" y="16722"/>
                  </a:lnTo>
                  <a:lnTo>
                    <a:pt x="12042" y="16611"/>
                  </a:lnTo>
                  <a:lnTo>
                    <a:pt x="11987" y="16447"/>
                  </a:lnTo>
                  <a:lnTo>
                    <a:pt x="11880" y="16391"/>
                  </a:lnTo>
                  <a:lnTo>
                    <a:pt x="11771" y="16282"/>
                  </a:lnTo>
                  <a:lnTo>
                    <a:pt x="11609" y="15953"/>
                  </a:lnTo>
                  <a:lnTo>
                    <a:pt x="11501" y="15515"/>
                  </a:lnTo>
                  <a:lnTo>
                    <a:pt x="11394" y="14692"/>
                  </a:lnTo>
                  <a:lnTo>
                    <a:pt x="11285" y="14583"/>
                  </a:lnTo>
                  <a:close/>
                  <a:moveTo>
                    <a:pt x="14958" y="1973"/>
                  </a:moveTo>
                  <a:lnTo>
                    <a:pt x="15011" y="2302"/>
                  </a:lnTo>
                  <a:lnTo>
                    <a:pt x="15120" y="2577"/>
                  </a:lnTo>
                  <a:lnTo>
                    <a:pt x="15389" y="3125"/>
                  </a:lnTo>
                  <a:lnTo>
                    <a:pt x="16091" y="4825"/>
                  </a:lnTo>
                  <a:lnTo>
                    <a:pt x="16146" y="4934"/>
                  </a:lnTo>
                  <a:lnTo>
                    <a:pt x="15822" y="5043"/>
                  </a:lnTo>
                  <a:lnTo>
                    <a:pt x="15497" y="5153"/>
                  </a:lnTo>
                  <a:lnTo>
                    <a:pt x="14363" y="5591"/>
                  </a:lnTo>
                  <a:lnTo>
                    <a:pt x="13230" y="6195"/>
                  </a:lnTo>
                  <a:lnTo>
                    <a:pt x="13013" y="6304"/>
                  </a:lnTo>
                  <a:lnTo>
                    <a:pt x="12851" y="6469"/>
                  </a:lnTo>
                  <a:lnTo>
                    <a:pt x="12744" y="6085"/>
                  </a:lnTo>
                  <a:lnTo>
                    <a:pt x="12527" y="5702"/>
                  </a:lnTo>
                  <a:lnTo>
                    <a:pt x="12311" y="5372"/>
                  </a:lnTo>
                  <a:lnTo>
                    <a:pt x="12149" y="5262"/>
                  </a:lnTo>
                  <a:lnTo>
                    <a:pt x="11987" y="5153"/>
                  </a:lnTo>
                  <a:lnTo>
                    <a:pt x="11771" y="5098"/>
                  </a:lnTo>
                  <a:lnTo>
                    <a:pt x="11556" y="5043"/>
                  </a:lnTo>
                  <a:lnTo>
                    <a:pt x="11447" y="5043"/>
                  </a:lnTo>
                  <a:lnTo>
                    <a:pt x="11340" y="5098"/>
                  </a:lnTo>
                  <a:lnTo>
                    <a:pt x="11285" y="5207"/>
                  </a:lnTo>
                  <a:lnTo>
                    <a:pt x="11285" y="5318"/>
                  </a:lnTo>
                  <a:lnTo>
                    <a:pt x="11016" y="5372"/>
                  </a:lnTo>
                  <a:lnTo>
                    <a:pt x="10799" y="5538"/>
                  </a:lnTo>
                  <a:lnTo>
                    <a:pt x="10583" y="5756"/>
                  </a:lnTo>
                  <a:lnTo>
                    <a:pt x="10368" y="5975"/>
                  </a:lnTo>
                  <a:lnTo>
                    <a:pt x="10313" y="6140"/>
                  </a:lnTo>
                  <a:lnTo>
                    <a:pt x="10368" y="6304"/>
                  </a:lnTo>
                  <a:lnTo>
                    <a:pt x="10692" y="7017"/>
                  </a:lnTo>
                  <a:lnTo>
                    <a:pt x="10421" y="7126"/>
                  </a:lnTo>
                  <a:lnTo>
                    <a:pt x="9287" y="7510"/>
                  </a:lnTo>
                  <a:lnTo>
                    <a:pt x="8207" y="7894"/>
                  </a:lnTo>
                  <a:lnTo>
                    <a:pt x="7830" y="8004"/>
                  </a:lnTo>
                  <a:lnTo>
                    <a:pt x="7668" y="8059"/>
                  </a:lnTo>
                  <a:lnTo>
                    <a:pt x="7559" y="8168"/>
                  </a:lnTo>
                  <a:lnTo>
                    <a:pt x="7506" y="8004"/>
                  </a:lnTo>
                  <a:lnTo>
                    <a:pt x="7235" y="7566"/>
                  </a:lnTo>
                  <a:lnTo>
                    <a:pt x="7073" y="7291"/>
                  </a:lnTo>
                  <a:lnTo>
                    <a:pt x="6857" y="7072"/>
                  </a:lnTo>
                  <a:lnTo>
                    <a:pt x="6642" y="6908"/>
                  </a:lnTo>
                  <a:lnTo>
                    <a:pt x="6371" y="6797"/>
                  </a:lnTo>
                  <a:lnTo>
                    <a:pt x="6156" y="6744"/>
                  </a:lnTo>
                  <a:lnTo>
                    <a:pt x="5940" y="6853"/>
                  </a:lnTo>
                  <a:lnTo>
                    <a:pt x="5669" y="6853"/>
                  </a:lnTo>
                  <a:lnTo>
                    <a:pt x="5562" y="6908"/>
                  </a:lnTo>
                  <a:lnTo>
                    <a:pt x="5507" y="7017"/>
                  </a:lnTo>
                  <a:lnTo>
                    <a:pt x="5454" y="7455"/>
                  </a:lnTo>
                  <a:lnTo>
                    <a:pt x="5454" y="7894"/>
                  </a:lnTo>
                  <a:lnTo>
                    <a:pt x="5507" y="8332"/>
                  </a:lnTo>
                  <a:lnTo>
                    <a:pt x="5616" y="8772"/>
                  </a:lnTo>
                  <a:lnTo>
                    <a:pt x="5292" y="8717"/>
                  </a:lnTo>
                  <a:lnTo>
                    <a:pt x="4968" y="8772"/>
                  </a:lnTo>
                  <a:lnTo>
                    <a:pt x="4374" y="8990"/>
                  </a:lnTo>
                  <a:lnTo>
                    <a:pt x="3564" y="9210"/>
                  </a:lnTo>
                  <a:lnTo>
                    <a:pt x="3186" y="9374"/>
                  </a:lnTo>
                  <a:lnTo>
                    <a:pt x="3024" y="9485"/>
                  </a:lnTo>
                  <a:lnTo>
                    <a:pt x="2862" y="9649"/>
                  </a:lnTo>
                  <a:lnTo>
                    <a:pt x="2862" y="9758"/>
                  </a:lnTo>
                  <a:lnTo>
                    <a:pt x="2916" y="9814"/>
                  </a:lnTo>
                  <a:lnTo>
                    <a:pt x="3293" y="9867"/>
                  </a:lnTo>
                  <a:lnTo>
                    <a:pt x="3618" y="9814"/>
                  </a:lnTo>
                  <a:lnTo>
                    <a:pt x="4374" y="9649"/>
                  </a:lnTo>
                  <a:lnTo>
                    <a:pt x="5076" y="9485"/>
                  </a:lnTo>
                  <a:lnTo>
                    <a:pt x="5454" y="9320"/>
                  </a:lnTo>
                  <a:lnTo>
                    <a:pt x="5616" y="9210"/>
                  </a:lnTo>
                  <a:lnTo>
                    <a:pt x="5723" y="9101"/>
                  </a:lnTo>
                  <a:lnTo>
                    <a:pt x="5994" y="9539"/>
                  </a:lnTo>
                  <a:lnTo>
                    <a:pt x="6264" y="9978"/>
                  </a:lnTo>
                  <a:lnTo>
                    <a:pt x="6318" y="10032"/>
                  </a:lnTo>
                  <a:lnTo>
                    <a:pt x="6426" y="10196"/>
                  </a:lnTo>
                  <a:lnTo>
                    <a:pt x="6695" y="10416"/>
                  </a:lnTo>
                  <a:lnTo>
                    <a:pt x="6857" y="10471"/>
                  </a:lnTo>
                  <a:lnTo>
                    <a:pt x="6966" y="10526"/>
                  </a:lnTo>
                  <a:lnTo>
                    <a:pt x="7073" y="10471"/>
                  </a:lnTo>
                  <a:lnTo>
                    <a:pt x="7181" y="10361"/>
                  </a:lnTo>
                  <a:lnTo>
                    <a:pt x="7452" y="9923"/>
                  </a:lnTo>
                  <a:lnTo>
                    <a:pt x="7614" y="9485"/>
                  </a:lnTo>
                  <a:lnTo>
                    <a:pt x="7668" y="9045"/>
                  </a:lnTo>
                  <a:lnTo>
                    <a:pt x="7668" y="8607"/>
                  </a:lnTo>
                  <a:lnTo>
                    <a:pt x="7830" y="8607"/>
                  </a:lnTo>
                  <a:lnTo>
                    <a:pt x="7992" y="8552"/>
                  </a:lnTo>
                  <a:lnTo>
                    <a:pt x="8369" y="8443"/>
                  </a:lnTo>
                  <a:lnTo>
                    <a:pt x="9504" y="8114"/>
                  </a:lnTo>
                  <a:lnTo>
                    <a:pt x="10583" y="7730"/>
                  </a:lnTo>
                  <a:lnTo>
                    <a:pt x="10961" y="7566"/>
                  </a:lnTo>
                  <a:lnTo>
                    <a:pt x="11232" y="8114"/>
                  </a:lnTo>
                  <a:lnTo>
                    <a:pt x="11340" y="8388"/>
                  </a:lnTo>
                  <a:lnTo>
                    <a:pt x="11501" y="8607"/>
                  </a:lnTo>
                  <a:lnTo>
                    <a:pt x="11663" y="8717"/>
                  </a:lnTo>
                  <a:lnTo>
                    <a:pt x="12096" y="8717"/>
                  </a:lnTo>
                  <a:lnTo>
                    <a:pt x="12258" y="8607"/>
                  </a:lnTo>
                  <a:lnTo>
                    <a:pt x="12582" y="8332"/>
                  </a:lnTo>
                  <a:lnTo>
                    <a:pt x="12851" y="8004"/>
                  </a:lnTo>
                  <a:lnTo>
                    <a:pt x="12959" y="7730"/>
                  </a:lnTo>
                  <a:lnTo>
                    <a:pt x="13013" y="7455"/>
                  </a:lnTo>
                  <a:lnTo>
                    <a:pt x="13013" y="7182"/>
                  </a:lnTo>
                  <a:lnTo>
                    <a:pt x="12959" y="6853"/>
                  </a:lnTo>
                  <a:lnTo>
                    <a:pt x="13121" y="6853"/>
                  </a:lnTo>
                  <a:lnTo>
                    <a:pt x="13337" y="6744"/>
                  </a:lnTo>
                  <a:lnTo>
                    <a:pt x="14634" y="6140"/>
                  </a:lnTo>
                  <a:lnTo>
                    <a:pt x="15660" y="5756"/>
                  </a:lnTo>
                  <a:lnTo>
                    <a:pt x="16037" y="5591"/>
                  </a:lnTo>
                  <a:lnTo>
                    <a:pt x="16361" y="5482"/>
                  </a:lnTo>
                  <a:lnTo>
                    <a:pt x="16956" y="6853"/>
                  </a:lnTo>
                  <a:lnTo>
                    <a:pt x="17441" y="8279"/>
                  </a:lnTo>
                  <a:lnTo>
                    <a:pt x="17765" y="9320"/>
                  </a:lnTo>
                  <a:lnTo>
                    <a:pt x="17711" y="9485"/>
                  </a:lnTo>
                  <a:lnTo>
                    <a:pt x="17658" y="9649"/>
                  </a:lnTo>
                  <a:lnTo>
                    <a:pt x="17603" y="9649"/>
                  </a:lnTo>
                  <a:lnTo>
                    <a:pt x="17063" y="9867"/>
                  </a:lnTo>
                  <a:lnTo>
                    <a:pt x="16146" y="10142"/>
                  </a:lnTo>
                  <a:lnTo>
                    <a:pt x="14256" y="10800"/>
                  </a:lnTo>
                  <a:lnTo>
                    <a:pt x="12420" y="11402"/>
                  </a:lnTo>
                  <a:lnTo>
                    <a:pt x="11609" y="11622"/>
                  </a:lnTo>
                  <a:lnTo>
                    <a:pt x="11232" y="11842"/>
                  </a:lnTo>
                  <a:lnTo>
                    <a:pt x="11070" y="11951"/>
                  </a:lnTo>
                  <a:lnTo>
                    <a:pt x="10961" y="12115"/>
                  </a:lnTo>
                  <a:lnTo>
                    <a:pt x="10961" y="12171"/>
                  </a:lnTo>
                  <a:lnTo>
                    <a:pt x="11232" y="12226"/>
                  </a:lnTo>
                  <a:lnTo>
                    <a:pt x="11771" y="12226"/>
                  </a:lnTo>
                  <a:lnTo>
                    <a:pt x="12042" y="12115"/>
                  </a:lnTo>
                  <a:lnTo>
                    <a:pt x="13121" y="11786"/>
                  </a:lnTo>
                  <a:lnTo>
                    <a:pt x="15551" y="11020"/>
                  </a:lnTo>
                  <a:lnTo>
                    <a:pt x="17982" y="10251"/>
                  </a:lnTo>
                  <a:lnTo>
                    <a:pt x="18089" y="10196"/>
                  </a:lnTo>
                  <a:lnTo>
                    <a:pt x="18467" y="11622"/>
                  </a:lnTo>
                  <a:lnTo>
                    <a:pt x="18791" y="12664"/>
                  </a:lnTo>
                  <a:lnTo>
                    <a:pt x="18737" y="12719"/>
                  </a:lnTo>
                  <a:lnTo>
                    <a:pt x="18684" y="12828"/>
                  </a:lnTo>
                  <a:lnTo>
                    <a:pt x="17117" y="13432"/>
                  </a:lnTo>
                  <a:lnTo>
                    <a:pt x="16253" y="13761"/>
                  </a:lnTo>
                  <a:lnTo>
                    <a:pt x="15984" y="13870"/>
                  </a:lnTo>
                  <a:lnTo>
                    <a:pt x="15822" y="14034"/>
                  </a:lnTo>
                  <a:lnTo>
                    <a:pt x="15389" y="14309"/>
                  </a:lnTo>
                  <a:lnTo>
                    <a:pt x="15389" y="14363"/>
                  </a:lnTo>
                  <a:lnTo>
                    <a:pt x="15335" y="14199"/>
                  </a:lnTo>
                  <a:lnTo>
                    <a:pt x="15011" y="13486"/>
                  </a:lnTo>
                  <a:lnTo>
                    <a:pt x="14796" y="13157"/>
                  </a:lnTo>
                  <a:lnTo>
                    <a:pt x="14634" y="13048"/>
                  </a:lnTo>
                  <a:lnTo>
                    <a:pt x="14472" y="12993"/>
                  </a:lnTo>
                  <a:lnTo>
                    <a:pt x="14363" y="12993"/>
                  </a:lnTo>
                  <a:lnTo>
                    <a:pt x="14309" y="13103"/>
                  </a:lnTo>
                  <a:lnTo>
                    <a:pt x="14256" y="13212"/>
                  </a:lnTo>
                  <a:lnTo>
                    <a:pt x="13985" y="13212"/>
                  </a:lnTo>
                  <a:lnTo>
                    <a:pt x="13770" y="13157"/>
                  </a:lnTo>
                  <a:lnTo>
                    <a:pt x="13554" y="13212"/>
                  </a:lnTo>
                  <a:lnTo>
                    <a:pt x="13337" y="13268"/>
                  </a:lnTo>
                  <a:lnTo>
                    <a:pt x="13230" y="13432"/>
                  </a:lnTo>
                  <a:lnTo>
                    <a:pt x="13121" y="13596"/>
                  </a:lnTo>
                  <a:lnTo>
                    <a:pt x="13121" y="13761"/>
                  </a:lnTo>
                  <a:lnTo>
                    <a:pt x="13284" y="14363"/>
                  </a:lnTo>
                  <a:lnTo>
                    <a:pt x="13446" y="15021"/>
                  </a:lnTo>
                  <a:lnTo>
                    <a:pt x="12797" y="15185"/>
                  </a:lnTo>
                  <a:lnTo>
                    <a:pt x="12744" y="15240"/>
                  </a:lnTo>
                  <a:lnTo>
                    <a:pt x="12689" y="15296"/>
                  </a:lnTo>
                  <a:lnTo>
                    <a:pt x="12635" y="15460"/>
                  </a:lnTo>
                  <a:lnTo>
                    <a:pt x="12527" y="15131"/>
                  </a:lnTo>
                  <a:lnTo>
                    <a:pt x="12366" y="14803"/>
                  </a:lnTo>
                  <a:lnTo>
                    <a:pt x="12149" y="14474"/>
                  </a:lnTo>
                  <a:lnTo>
                    <a:pt x="11825" y="14199"/>
                  </a:lnTo>
                  <a:lnTo>
                    <a:pt x="11447" y="14034"/>
                  </a:lnTo>
                  <a:lnTo>
                    <a:pt x="11123" y="14034"/>
                  </a:lnTo>
                  <a:lnTo>
                    <a:pt x="10908" y="14090"/>
                  </a:lnTo>
                  <a:lnTo>
                    <a:pt x="10745" y="14143"/>
                  </a:lnTo>
                  <a:lnTo>
                    <a:pt x="10583" y="14254"/>
                  </a:lnTo>
                  <a:lnTo>
                    <a:pt x="10421" y="14363"/>
                  </a:lnTo>
                  <a:lnTo>
                    <a:pt x="10368" y="14528"/>
                  </a:lnTo>
                  <a:lnTo>
                    <a:pt x="10313" y="14747"/>
                  </a:lnTo>
                  <a:lnTo>
                    <a:pt x="10368" y="14856"/>
                  </a:lnTo>
                  <a:lnTo>
                    <a:pt x="10475" y="14912"/>
                  </a:lnTo>
                  <a:lnTo>
                    <a:pt x="10368" y="15296"/>
                  </a:lnTo>
                  <a:lnTo>
                    <a:pt x="10421" y="15680"/>
                  </a:lnTo>
                  <a:lnTo>
                    <a:pt x="7073" y="16666"/>
                  </a:lnTo>
                  <a:lnTo>
                    <a:pt x="6209" y="16940"/>
                  </a:lnTo>
                  <a:lnTo>
                    <a:pt x="5345" y="17215"/>
                  </a:lnTo>
                  <a:lnTo>
                    <a:pt x="5076" y="17379"/>
                  </a:lnTo>
                  <a:lnTo>
                    <a:pt x="4697" y="15844"/>
                  </a:lnTo>
                  <a:lnTo>
                    <a:pt x="4212" y="14363"/>
                  </a:lnTo>
                  <a:lnTo>
                    <a:pt x="4914" y="14254"/>
                  </a:lnTo>
                  <a:lnTo>
                    <a:pt x="5616" y="14090"/>
                  </a:lnTo>
                  <a:lnTo>
                    <a:pt x="7019" y="13650"/>
                  </a:lnTo>
                  <a:lnTo>
                    <a:pt x="7128" y="13925"/>
                  </a:lnTo>
                  <a:lnTo>
                    <a:pt x="7290" y="14199"/>
                  </a:lnTo>
                  <a:lnTo>
                    <a:pt x="7452" y="14474"/>
                  </a:lnTo>
                  <a:lnTo>
                    <a:pt x="7721" y="14692"/>
                  </a:lnTo>
                  <a:lnTo>
                    <a:pt x="7883" y="14747"/>
                  </a:lnTo>
                  <a:lnTo>
                    <a:pt x="8045" y="14803"/>
                  </a:lnTo>
                  <a:lnTo>
                    <a:pt x="8261" y="14803"/>
                  </a:lnTo>
                  <a:lnTo>
                    <a:pt x="8423" y="14747"/>
                  </a:lnTo>
                  <a:lnTo>
                    <a:pt x="8802" y="14583"/>
                  </a:lnTo>
                  <a:lnTo>
                    <a:pt x="9071" y="14418"/>
                  </a:lnTo>
                  <a:lnTo>
                    <a:pt x="9180" y="14254"/>
                  </a:lnTo>
                  <a:lnTo>
                    <a:pt x="9233" y="14199"/>
                  </a:lnTo>
                  <a:lnTo>
                    <a:pt x="9180" y="14090"/>
                  </a:lnTo>
                  <a:lnTo>
                    <a:pt x="8802" y="13048"/>
                  </a:lnTo>
                  <a:lnTo>
                    <a:pt x="9125" y="13048"/>
                  </a:lnTo>
                  <a:lnTo>
                    <a:pt x="9395" y="12939"/>
                  </a:lnTo>
                  <a:lnTo>
                    <a:pt x="9720" y="13815"/>
                  </a:lnTo>
                  <a:lnTo>
                    <a:pt x="9828" y="13925"/>
                  </a:lnTo>
                  <a:lnTo>
                    <a:pt x="9882" y="13979"/>
                  </a:lnTo>
                  <a:lnTo>
                    <a:pt x="9990" y="13979"/>
                  </a:lnTo>
                  <a:lnTo>
                    <a:pt x="10368" y="13925"/>
                  </a:lnTo>
                  <a:lnTo>
                    <a:pt x="10745" y="13761"/>
                  </a:lnTo>
                  <a:lnTo>
                    <a:pt x="11070" y="13541"/>
                  </a:lnTo>
                  <a:lnTo>
                    <a:pt x="11340" y="13268"/>
                  </a:lnTo>
                  <a:lnTo>
                    <a:pt x="11394" y="13212"/>
                  </a:lnTo>
                  <a:lnTo>
                    <a:pt x="11447" y="13103"/>
                  </a:lnTo>
                  <a:lnTo>
                    <a:pt x="11394" y="12939"/>
                  </a:lnTo>
                  <a:lnTo>
                    <a:pt x="10692" y="11786"/>
                  </a:lnTo>
                  <a:lnTo>
                    <a:pt x="10421" y="11238"/>
                  </a:lnTo>
                  <a:lnTo>
                    <a:pt x="10259" y="10964"/>
                  </a:lnTo>
                  <a:lnTo>
                    <a:pt x="10044" y="10800"/>
                  </a:lnTo>
                  <a:lnTo>
                    <a:pt x="9773" y="10691"/>
                  </a:lnTo>
                  <a:lnTo>
                    <a:pt x="9504" y="10745"/>
                  </a:lnTo>
                  <a:lnTo>
                    <a:pt x="9395" y="10800"/>
                  </a:lnTo>
                  <a:lnTo>
                    <a:pt x="9287" y="10855"/>
                  </a:lnTo>
                  <a:lnTo>
                    <a:pt x="9180" y="10964"/>
                  </a:lnTo>
                  <a:lnTo>
                    <a:pt x="9125" y="11074"/>
                  </a:lnTo>
                  <a:lnTo>
                    <a:pt x="8856" y="11129"/>
                  </a:lnTo>
                  <a:lnTo>
                    <a:pt x="8802" y="11184"/>
                  </a:lnTo>
                  <a:lnTo>
                    <a:pt x="8747" y="11238"/>
                  </a:lnTo>
                  <a:lnTo>
                    <a:pt x="8694" y="11349"/>
                  </a:lnTo>
                  <a:lnTo>
                    <a:pt x="8694" y="11458"/>
                  </a:lnTo>
                  <a:lnTo>
                    <a:pt x="9125" y="12390"/>
                  </a:lnTo>
                  <a:lnTo>
                    <a:pt x="9071" y="12499"/>
                  </a:lnTo>
                  <a:lnTo>
                    <a:pt x="9018" y="12555"/>
                  </a:lnTo>
                  <a:lnTo>
                    <a:pt x="8964" y="12555"/>
                  </a:lnTo>
                  <a:lnTo>
                    <a:pt x="8909" y="12608"/>
                  </a:lnTo>
                  <a:lnTo>
                    <a:pt x="8747" y="12664"/>
                  </a:lnTo>
                  <a:lnTo>
                    <a:pt x="8694" y="12719"/>
                  </a:lnTo>
                  <a:lnTo>
                    <a:pt x="8261" y="11677"/>
                  </a:lnTo>
                  <a:lnTo>
                    <a:pt x="8207" y="11622"/>
                  </a:lnTo>
                  <a:lnTo>
                    <a:pt x="8154" y="11513"/>
                  </a:lnTo>
                  <a:lnTo>
                    <a:pt x="7938" y="11513"/>
                  </a:lnTo>
                  <a:lnTo>
                    <a:pt x="7883" y="11458"/>
                  </a:lnTo>
                  <a:lnTo>
                    <a:pt x="7614" y="11458"/>
                  </a:lnTo>
                  <a:lnTo>
                    <a:pt x="7344" y="11513"/>
                  </a:lnTo>
                  <a:lnTo>
                    <a:pt x="7128" y="11677"/>
                  </a:lnTo>
                  <a:lnTo>
                    <a:pt x="6966" y="11897"/>
                  </a:lnTo>
                  <a:lnTo>
                    <a:pt x="6857" y="12171"/>
                  </a:lnTo>
                  <a:lnTo>
                    <a:pt x="6804" y="12444"/>
                  </a:lnTo>
                  <a:lnTo>
                    <a:pt x="6804" y="12993"/>
                  </a:lnTo>
                  <a:lnTo>
                    <a:pt x="5400" y="13377"/>
                  </a:lnTo>
                  <a:lnTo>
                    <a:pt x="4752" y="13650"/>
                  </a:lnTo>
                  <a:lnTo>
                    <a:pt x="4050" y="13925"/>
                  </a:lnTo>
                  <a:lnTo>
                    <a:pt x="3455" y="11951"/>
                  </a:lnTo>
                  <a:lnTo>
                    <a:pt x="2807" y="9978"/>
                  </a:lnTo>
                  <a:lnTo>
                    <a:pt x="2267" y="8004"/>
                  </a:lnTo>
                  <a:lnTo>
                    <a:pt x="2052" y="7017"/>
                  </a:lnTo>
                  <a:lnTo>
                    <a:pt x="1890" y="5975"/>
                  </a:lnTo>
                  <a:lnTo>
                    <a:pt x="2214" y="5920"/>
                  </a:lnTo>
                  <a:lnTo>
                    <a:pt x="2538" y="5866"/>
                  </a:lnTo>
                  <a:lnTo>
                    <a:pt x="3186" y="5702"/>
                  </a:lnTo>
                  <a:lnTo>
                    <a:pt x="4859" y="5207"/>
                  </a:lnTo>
                  <a:lnTo>
                    <a:pt x="8478" y="4221"/>
                  </a:lnTo>
                  <a:lnTo>
                    <a:pt x="10206" y="3728"/>
                  </a:lnTo>
                  <a:lnTo>
                    <a:pt x="11880" y="3125"/>
                  </a:lnTo>
                  <a:lnTo>
                    <a:pt x="13446" y="2577"/>
                  </a:lnTo>
                  <a:lnTo>
                    <a:pt x="14363" y="2248"/>
                  </a:lnTo>
                  <a:lnTo>
                    <a:pt x="14687" y="2083"/>
                  </a:lnTo>
                  <a:lnTo>
                    <a:pt x="14849" y="2028"/>
                  </a:lnTo>
                  <a:lnTo>
                    <a:pt x="14958" y="1973"/>
                  </a:lnTo>
                  <a:close/>
                  <a:moveTo>
                    <a:pt x="18953" y="13432"/>
                  </a:moveTo>
                  <a:lnTo>
                    <a:pt x="19170" y="14309"/>
                  </a:lnTo>
                  <a:lnTo>
                    <a:pt x="19277" y="14803"/>
                  </a:lnTo>
                  <a:lnTo>
                    <a:pt x="19439" y="15240"/>
                  </a:lnTo>
                  <a:lnTo>
                    <a:pt x="18575" y="15350"/>
                  </a:lnTo>
                  <a:lnTo>
                    <a:pt x="17765" y="15569"/>
                  </a:lnTo>
                  <a:lnTo>
                    <a:pt x="16956" y="15789"/>
                  </a:lnTo>
                  <a:lnTo>
                    <a:pt x="16146" y="16062"/>
                  </a:lnTo>
                  <a:lnTo>
                    <a:pt x="14256" y="16775"/>
                  </a:lnTo>
                  <a:lnTo>
                    <a:pt x="12420" y="17488"/>
                  </a:lnTo>
                  <a:lnTo>
                    <a:pt x="8802" y="18859"/>
                  </a:lnTo>
                  <a:lnTo>
                    <a:pt x="7181" y="19463"/>
                  </a:lnTo>
                  <a:lnTo>
                    <a:pt x="6371" y="19792"/>
                  </a:lnTo>
                  <a:lnTo>
                    <a:pt x="5616" y="20174"/>
                  </a:lnTo>
                  <a:lnTo>
                    <a:pt x="5400" y="18968"/>
                  </a:lnTo>
                  <a:lnTo>
                    <a:pt x="5183" y="17762"/>
                  </a:lnTo>
                  <a:lnTo>
                    <a:pt x="5507" y="17762"/>
                  </a:lnTo>
                  <a:lnTo>
                    <a:pt x="5885" y="17653"/>
                  </a:lnTo>
                  <a:lnTo>
                    <a:pt x="7614" y="17160"/>
                  </a:lnTo>
                  <a:lnTo>
                    <a:pt x="10583" y="16338"/>
                  </a:lnTo>
                  <a:lnTo>
                    <a:pt x="10854" y="16940"/>
                  </a:lnTo>
                  <a:lnTo>
                    <a:pt x="11178" y="17488"/>
                  </a:lnTo>
                  <a:lnTo>
                    <a:pt x="11232" y="17597"/>
                  </a:lnTo>
                  <a:lnTo>
                    <a:pt x="11501" y="17597"/>
                  </a:lnTo>
                  <a:lnTo>
                    <a:pt x="11609" y="17488"/>
                  </a:lnTo>
                  <a:lnTo>
                    <a:pt x="11718" y="17379"/>
                  </a:lnTo>
                  <a:lnTo>
                    <a:pt x="11933" y="17324"/>
                  </a:lnTo>
                  <a:lnTo>
                    <a:pt x="12366" y="17215"/>
                  </a:lnTo>
                  <a:lnTo>
                    <a:pt x="12473" y="17104"/>
                  </a:lnTo>
                  <a:lnTo>
                    <a:pt x="12582" y="16995"/>
                  </a:lnTo>
                  <a:lnTo>
                    <a:pt x="12744" y="16722"/>
                  </a:lnTo>
                  <a:lnTo>
                    <a:pt x="12797" y="16447"/>
                  </a:lnTo>
                  <a:lnTo>
                    <a:pt x="12797" y="16118"/>
                  </a:lnTo>
                  <a:lnTo>
                    <a:pt x="12744" y="15844"/>
                  </a:lnTo>
                  <a:lnTo>
                    <a:pt x="12689" y="15569"/>
                  </a:lnTo>
                  <a:lnTo>
                    <a:pt x="12744" y="15680"/>
                  </a:lnTo>
                  <a:lnTo>
                    <a:pt x="12906" y="15734"/>
                  </a:lnTo>
                  <a:lnTo>
                    <a:pt x="13284" y="15680"/>
                  </a:lnTo>
                  <a:lnTo>
                    <a:pt x="13661" y="15569"/>
                  </a:lnTo>
                  <a:lnTo>
                    <a:pt x="13877" y="15898"/>
                  </a:lnTo>
                  <a:lnTo>
                    <a:pt x="14147" y="16173"/>
                  </a:lnTo>
                  <a:lnTo>
                    <a:pt x="14363" y="16282"/>
                  </a:lnTo>
                  <a:lnTo>
                    <a:pt x="14634" y="16338"/>
                  </a:lnTo>
                  <a:lnTo>
                    <a:pt x="14849" y="16338"/>
                  </a:lnTo>
                  <a:lnTo>
                    <a:pt x="15065" y="16227"/>
                  </a:lnTo>
                  <a:lnTo>
                    <a:pt x="15282" y="16118"/>
                  </a:lnTo>
                  <a:lnTo>
                    <a:pt x="15444" y="15898"/>
                  </a:lnTo>
                  <a:lnTo>
                    <a:pt x="15551" y="15680"/>
                  </a:lnTo>
                  <a:lnTo>
                    <a:pt x="15606" y="15460"/>
                  </a:lnTo>
                  <a:lnTo>
                    <a:pt x="15660" y="15185"/>
                  </a:lnTo>
                  <a:lnTo>
                    <a:pt x="15606" y="14912"/>
                  </a:lnTo>
                  <a:lnTo>
                    <a:pt x="15444" y="14418"/>
                  </a:lnTo>
                  <a:lnTo>
                    <a:pt x="15822" y="14418"/>
                  </a:lnTo>
                  <a:lnTo>
                    <a:pt x="16199" y="14363"/>
                  </a:lnTo>
                  <a:lnTo>
                    <a:pt x="17117" y="14090"/>
                  </a:lnTo>
                  <a:lnTo>
                    <a:pt x="18953" y="13432"/>
                  </a:lnTo>
                  <a:close/>
                  <a:moveTo>
                    <a:pt x="19439" y="15953"/>
                  </a:moveTo>
                  <a:lnTo>
                    <a:pt x="19277" y="16009"/>
                  </a:lnTo>
                  <a:lnTo>
                    <a:pt x="17063" y="16831"/>
                  </a:lnTo>
                  <a:lnTo>
                    <a:pt x="12851" y="18475"/>
                  </a:lnTo>
                  <a:lnTo>
                    <a:pt x="10745" y="19243"/>
                  </a:lnTo>
                  <a:lnTo>
                    <a:pt x="9720" y="19627"/>
                  </a:lnTo>
                  <a:lnTo>
                    <a:pt x="8640" y="19901"/>
                  </a:lnTo>
                  <a:lnTo>
                    <a:pt x="6911" y="20285"/>
                  </a:lnTo>
                  <a:lnTo>
                    <a:pt x="7938" y="19845"/>
                  </a:lnTo>
                  <a:lnTo>
                    <a:pt x="8964" y="19463"/>
                  </a:lnTo>
                  <a:lnTo>
                    <a:pt x="12420" y="18201"/>
                  </a:lnTo>
                  <a:lnTo>
                    <a:pt x="14147" y="17488"/>
                  </a:lnTo>
                  <a:lnTo>
                    <a:pt x="15930" y="16886"/>
                  </a:lnTo>
                  <a:lnTo>
                    <a:pt x="16794" y="16556"/>
                  </a:lnTo>
                  <a:lnTo>
                    <a:pt x="17658" y="16282"/>
                  </a:lnTo>
                  <a:lnTo>
                    <a:pt x="18575" y="16062"/>
                  </a:lnTo>
                  <a:lnTo>
                    <a:pt x="19439" y="15953"/>
                  </a:lnTo>
                  <a:close/>
                  <a:moveTo>
                    <a:pt x="15444" y="713"/>
                  </a:moveTo>
                  <a:lnTo>
                    <a:pt x="15768" y="1589"/>
                  </a:lnTo>
                  <a:lnTo>
                    <a:pt x="16146" y="2521"/>
                  </a:lnTo>
                  <a:lnTo>
                    <a:pt x="16901" y="4276"/>
                  </a:lnTo>
                  <a:lnTo>
                    <a:pt x="17658" y="6249"/>
                  </a:lnTo>
                  <a:lnTo>
                    <a:pt x="18360" y="8168"/>
                  </a:lnTo>
                  <a:lnTo>
                    <a:pt x="18953" y="10032"/>
                  </a:lnTo>
                  <a:lnTo>
                    <a:pt x="19548" y="11842"/>
                  </a:lnTo>
                  <a:lnTo>
                    <a:pt x="20141" y="13706"/>
                  </a:lnTo>
                  <a:lnTo>
                    <a:pt x="20627" y="15569"/>
                  </a:lnTo>
                  <a:lnTo>
                    <a:pt x="20303" y="15569"/>
                  </a:lnTo>
                  <a:lnTo>
                    <a:pt x="19979" y="15680"/>
                  </a:lnTo>
                  <a:lnTo>
                    <a:pt x="19979" y="15405"/>
                  </a:lnTo>
                  <a:lnTo>
                    <a:pt x="20087" y="15296"/>
                  </a:lnTo>
                  <a:lnTo>
                    <a:pt x="20087" y="15131"/>
                  </a:lnTo>
                  <a:lnTo>
                    <a:pt x="20034" y="14692"/>
                  </a:lnTo>
                  <a:lnTo>
                    <a:pt x="20034" y="14528"/>
                  </a:lnTo>
                  <a:lnTo>
                    <a:pt x="19763" y="13486"/>
                  </a:lnTo>
                  <a:lnTo>
                    <a:pt x="19277" y="11622"/>
                  </a:lnTo>
                  <a:lnTo>
                    <a:pt x="18684" y="9867"/>
                  </a:lnTo>
                  <a:lnTo>
                    <a:pt x="18089" y="8114"/>
                  </a:lnTo>
                  <a:lnTo>
                    <a:pt x="17441" y="6360"/>
                  </a:lnTo>
                  <a:lnTo>
                    <a:pt x="16739" y="4660"/>
                  </a:lnTo>
                  <a:lnTo>
                    <a:pt x="15984" y="2959"/>
                  </a:lnTo>
                  <a:lnTo>
                    <a:pt x="15713" y="2466"/>
                  </a:lnTo>
                  <a:lnTo>
                    <a:pt x="15444" y="2028"/>
                  </a:lnTo>
                  <a:lnTo>
                    <a:pt x="15606" y="1919"/>
                  </a:lnTo>
                  <a:lnTo>
                    <a:pt x="15660" y="1753"/>
                  </a:lnTo>
                  <a:lnTo>
                    <a:pt x="15606" y="1589"/>
                  </a:lnTo>
                  <a:lnTo>
                    <a:pt x="15551" y="1480"/>
                  </a:lnTo>
                  <a:lnTo>
                    <a:pt x="15497" y="1424"/>
                  </a:lnTo>
                  <a:lnTo>
                    <a:pt x="15389" y="1371"/>
                  </a:lnTo>
                  <a:lnTo>
                    <a:pt x="15120" y="1315"/>
                  </a:lnTo>
                  <a:lnTo>
                    <a:pt x="14849" y="1371"/>
                  </a:lnTo>
                  <a:lnTo>
                    <a:pt x="13823" y="1699"/>
                  </a:lnTo>
                  <a:lnTo>
                    <a:pt x="12744" y="2137"/>
                  </a:lnTo>
                  <a:lnTo>
                    <a:pt x="11663" y="2521"/>
                  </a:lnTo>
                  <a:lnTo>
                    <a:pt x="10583" y="2906"/>
                  </a:lnTo>
                  <a:lnTo>
                    <a:pt x="8316" y="3618"/>
                  </a:lnTo>
                  <a:lnTo>
                    <a:pt x="6047" y="4276"/>
                  </a:lnTo>
                  <a:lnTo>
                    <a:pt x="3780" y="4878"/>
                  </a:lnTo>
                  <a:lnTo>
                    <a:pt x="2592" y="5207"/>
                  </a:lnTo>
                  <a:lnTo>
                    <a:pt x="1998" y="5427"/>
                  </a:lnTo>
                  <a:lnTo>
                    <a:pt x="1728" y="5538"/>
                  </a:lnTo>
                  <a:lnTo>
                    <a:pt x="1512" y="5702"/>
                  </a:lnTo>
                  <a:lnTo>
                    <a:pt x="1457" y="5702"/>
                  </a:lnTo>
                  <a:lnTo>
                    <a:pt x="1404" y="5811"/>
                  </a:lnTo>
                  <a:lnTo>
                    <a:pt x="1350" y="5920"/>
                  </a:lnTo>
                  <a:lnTo>
                    <a:pt x="1457" y="6853"/>
                  </a:lnTo>
                  <a:lnTo>
                    <a:pt x="1619" y="7784"/>
                  </a:lnTo>
                  <a:lnTo>
                    <a:pt x="1836" y="8661"/>
                  </a:lnTo>
                  <a:lnTo>
                    <a:pt x="2052" y="9594"/>
                  </a:lnTo>
                  <a:lnTo>
                    <a:pt x="2538" y="11349"/>
                  </a:lnTo>
                  <a:lnTo>
                    <a:pt x="3131" y="13103"/>
                  </a:lnTo>
                  <a:lnTo>
                    <a:pt x="3726" y="14912"/>
                  </a:lnTo>
                  <a:lnTo>
                    <a:pt x="4266" y="16666"/>
                  </a:lnTo>
                  <a:lnTo>
                    <a:pt x="4481" y="17544"/>
                  </a:lnTo>
                  <a:lnTo>
                    <a:pt x="4697" y="18475"/>
                  </a:lnTo>
                  <a:lnTo>
                    <a:pt x="4859" y="19352"/>
                  </a:lnTo>
                  <a:lnTo>
                    <a:pt x="5021" y="20285"/>
                  </a:lnTo>
                  <a:lnTo>
                    <a:pt x="5021" y="20449"/>
                  </a:lnTo>
                  <a:lnTo>
                    <a:pt x="5130" y="20504"/>
                  </a:lnTo>
                  <a:lnTo>
                    <a:pt x="5238" y="20558"/>
                  </a:lnTo>
                  <a:lnTo>
                    <a:pt x="5345" y="20614"/>
                  </a:lnTo>
                  <a:lnTo>
                    <a:pt x="5400" y="20669"/>
                  </a:lnTo>
                  <a:lnTo>
                    <a:pt x="5507" y="20669"/>
                  </a:lnTo>
                  <a:lnTo>
                    <a:pt x="5940" y="20558"/>
                  </a:lnTo>
                  <a:lnTo>
                    <a:pt x="5454" y="20778"/>
                  </a:lnTo>
                  <a:lnTo>
                    <a:pt x="5021" y="21051"/>
                  </a:lnTo>
                  <a:lnTo>
                    <a:pt x="3780" y="16611"/>
                  </a:lnTo>
                  <a:lnTo>
                    <a:pt x="3131" y="14363"/>
                  </a:lnTo>
                  <a:lnTo>
                    <a:pt x="2538" y="12171"/>
                  </a:lnTo>
                  <a:lnTo>
                    <a:pt x="1404" y="7675"/>
                  </a:lnTo>
                  <a:lnTo>
                    <a:pt x="1188" y="6633"/>
                  </a:lnTo>
                  <a:lnTo>
                    <a:pt x="972" y="5975"/>
                  </a:lnTo>
                  <a:lnTo>
                    <a:pt x="864" y="5647"/>
                  </a:lnTo>
                  <a:lnTo>
                    <a:pt x="702" y="5427"/>
                  </a:lnTo>
                  <a:lnTo>
                    <a:pt x="1566" y="5262"/>
                  </a:lnTo>
                  <a:lnTo>
                    <a:pt x="2430" y="5098"/>
                  </a:lnTo>
                  <a:lnTo>
                    <a:pt x="4157" y="4550"/>
                  </a:lnTo>
                  <a:lnTo>
                    <a:pt x="6156" y="3947"/>
                  </a:lnTo>
                  <a:lnTo>
                    <a:pt x="8099" y="3290"/>
                  </a:lnTo>
                  <a:lnTo>
                    <a:pt x="11825" y="2028"/>
                  </a:lnTo>
                  <a:lnTo>
                    <a:pt x="13661" y="1371"/>
                  </a:lnTo>
                  <a:lnTo>
                    <a:pt x="14580" y="1096"/>
                  </a:lnTo>
                  <a:lnTo>
                    <a:pt x="15011" y="931"/>
                  </a:lnTo>
                  <a:lnTo>
                    <a:pt x="15444" y="713"/>
                  </a:lnTo>
                  <a:close/>
                  <a:moveTo>
                    <a:pt x="15389" y="0"/>
                  </a:moveTo>
                  <a:lnTo>
                    <a:pt x="14958" y="54"/>
                  </a:lnTo>
                  <a:lnTo>
                    <a:pt x="14472" y="218"/>
                  </a:lnTo>
                  <a:lnTo>
                    <a:pt x="13608" y="547"/>
                  </a:lnTo>
                  <a:lnTo>
                    <a:pt x="11771" y="1206"/>
                  </a:lnTo>
                  <a:lnTo>
                    <a:pt x="8099" y="2466"/>
                  </a:lnTo>
                  <a:lnTo>
                    <a:pt x="4319" y="3728"/>
                  </a:lnTo>
                  <a:lnTo>
                    <a:pt x="2376" y="4331"/>
                  </a:lnTo>
                  <a:lnTo>
                    <a:pt x="1350" y="4605"/>
                  </a:lnTo>
                  <a:lnTo>
                    <a:pt x="378" y="4989"/>
                  </a:lnTo>
                  <a:lnTo>
                    <a:pt x="269" y="5098"/>
                  </a:lnTo>
                  <a:lnTo>
                    <a:pt x="216" y="5262"/>
                  </a:lnTo>
                  <a:lnTo>
                    <a:pt x="54" y="5318"/>
                  </a:lnTo>
                  <a:lnTo>
                    <a:pt x="0" y="5372"/>
                  </a:lnTo>
                  <a:lnTo>
                    <a:pt x="0" y="5427"/>
                  </a:lnTo>
                  <a:lnTo>
                    <a:pt x="54" y="5647"/>
                  </a:lnTo>
                  <a:lnTo>
                    <a:pt x="162" y="5866"/>
                  </a:lnTo>
                  <a:lnTo>
                    <a:pt x="269" y="6031"/>
                  </a:lnTo>
                  <a:lnTo>
                    <a:pt x="324" y="6195"/>
                  </a:lnTo>
                  <a:lnTo>
                    <a:pt x="431" y="6524"/>
                  </a:lnTo>
                  <a:lnTo>
                    <a:pt x="864" y="8661"/>
                  </a:lnTo>
                  <a:lnTo>
                    <a:pt x="1404" y="10800"/>
                  </a:lnTo>
                  <a:lnTo>
                    <a:pt x="1890" y="12939"/>
                  </a:lnTo>
                  <a:lnTo>
                    <a:pt x="3024" y="17160"/>
                  </a:lnTo>
                  <a:lnTo>
                    <a:pt x="3618" y="19243"/>
                  </a:lnTo>
                  <a:lnTo>
                    <a:pt x="4266" y="21271"/>
                  </a:lnTo>
                  <a:lnTo>
                    <a:pt x="4319" y="21491"/>
                  </a:lnTo>
                  <a:lnTo>
                    <a:pt x="4481" y="21545"/>
                  </a:lnTo>
                  <a:lnTo>
                    <a:pt x="4643" y="21600"/>
                  </a:lnTo>
                  <a:lnTo>
                    <a:pt x="4859" y="21545"/>
                  </a:lnTo>
                  <a:lnTo>
                    <a:pt x="5292" y="21436"/>
                  </a:lnTo>
                  <a:lnTo>
                    <a:pt x="5723" y="21326"/>
                  </a:lnTo>
                  <a:lnTo>
                    <a:pt x="6642" y="21051"/>
                  </a:lnTo>
                  <a:lnTo>
                    <a:pt x="8802" y="20614"/>
                  </a:lnTo>
                  <a:lnTo>
                    <a:pt x="9882" y="20340"/>
                  </a:lnTo>
                  <a:lnTo>
                    <a:pt x="10961" y="19956"/>
                  </a:lnTo>
                  <a:lnTo>
                    <a:pt x="13068" y="19188"/>
                  </a:lnTo>
                  <a:lnTo>
                    <a:pt x="17279" y="17597"/>
                  </a:lnTo>
                  <a:lnTo>
                    <a:pt x="19332" y="16775"/>
                  </a:lnTo>
                  <a:lnTo>
                    <a:pt x="20087" y="16556"/>
                  </a:lnTo>
                  <a:lnTo>
                    <a:pt x="20465" y="16391"/>
                  </a:lnTo>
                  <a:lnTo>
                    <a:pt x="20843" y="16173"/>
                  </a:lnTo>
                  <a:lnTo>
                    <a:pt x="20898" y="16338"/>
                  </a:lnTo>
                  <a:lnTo>
                    <a:pt x="21005" y="16391"/>
                  </a:lnTo>
                  <a:lnTo>
                    <a:pt x="21167" y="16447"/>
                  </a:lnTo>
                  <a:lnTo>
                    <a:pt x="21329" y="16447"/>
                  </a:lnTo>
                  <a:lnTo>
                    <a:pt x="21437" y="16338"/>
                  </a:lnTo>
                  <a:lnTo>
                    <a:pt x="21546" y="16282"/>
                  </a:lnTo>
                  <a:lnTo>
                    <a:pt x="21600" y="16118"/>
                  </a:lnTo>
                  <a:lnTo>
                    <a:pt x="21546" y="15953"/>
                  </a:lnTo>
                  <a:lnTo>
                    <a:pt x="21005" y="13925"/>
                  </a:lnTo>
                  <a:lnTo>
                    <a:pt x="20412" y="11951"/>
                  </a:lnTo>
                  <a:lnTo>
                    <a:pt x="19763" y="9923"/>
                  </a:lnTo>
                  <a:lnTo>
                    <a:pt x="19061" y="8004"/>
                  </a:lnTo>
                  <a:lnTo>
                    <a:pt x="18360" y="6031"/>
                  </a:lnTo>
                  <a:lnTo>
                    <a:pt x="17549" y="4112"/>
                  </a:lnTo>
                  <a:lnTo>
                    <a:pt x="16794" y="2193"/>
                  </a:lnTo>
                  <a:lnTo>
                    <a:pt x="16361" y="1315"/>
                  </a:lnTo>
                  <a:lnTo>
                    <a:pt x="15875" y="383"/>
                  </a:lnTo>
                  <a:lnTo>
                    <a:pt x="15822" y="329"/>
                  </a:lnTo>
                  <a:lnTo>
                    <a:pt x="15713" y="274"/>
                  </a:lnTo>
                  <a:lnTo>
                    <a:pt x="15660" y="164"/>
                  </a:lnTo>
                  <a:lnTo>
                    <a:pt x="15606" y="109"/>
                  </a:lnTo>
                  <a:lnTo>
                    <a:pt x="15497" y="54"/>
                  </a:lnTo>
                  <a:lnTo>
                    <a:pt x="15389"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979" name="Google Shape;349;p6"/>
            <p:cNvSpPr/>
            <p:nvPr/>
          </p:nvSpPr>
          <p:spPr>
            <a:xfrm>
              <a:off x="386926" y="2907239"/>
              <a:ext cx="181925" cy="1613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304" y="0"/>
                  </a:moveTo>
                  <a:lnTo>
                    <a:pt x="19873" y="164"/>
                  </a:lnTo>
                  <a:lnTo>
                    <a:pt x="19586" y="487"/>
                  </a:lnTo>
                  <a:lnTo>
                    <a:pt x="18722" y="1789"/>
                  </a:lnTo>
                  <a:lnTo>
                    <a:pt x="17713" y="2763"/>
                  </a:lnTo>
                  <a:lnTo>
                    <a:pt x="16559" y="3737"/>
                  </a:lnTo>
                  <a:lnTo>
                    <a:pt x="15409" y="4387"/>
                  </a:lnTo>
                  <a:lnTo>
                    <a:pt x="14687" y="4710"/>
                  </a:lnTo>
                  <a:lnTo>
                    <a:pt x="13968" y="4874"/>
                  </a:lnTo>
                  <a:lnTo>
                    <a:pt x="12673" y="4874"/>
                  </a:lnTo>
                  <a:lnTo>
                    <a:pt x="11232" y="4551"/>
                  </a:lnTo>
                  <a:lnTo>
                    <a:pt x="9936" y="4060"/>
                  </a:lnTo>
                  <a:lnTo>
                    <a:pt x="8786" y="3573"/>
                  </a:lnTo>
                  <a:lnTo>
                    <a:pt x="7487" y="3250"/>
                  </a:lnTo>
                  <a:lnTo>
                    <a:pt x="6191" y="2926"/>
                  </a:lnTo>
                  <a:lnTo>
                    <a:pt x="4896" y="2763"/>
                  </a:lnTo>
                  <a:lnTo>
                    <a:pt x="3600" y="2926"/>
                  </a:lnTo>
                  <a:lnTo>
                    <a:pt x="2450" y="3413"/>
                  </a:lnTo>
                  <a:lnTo>
                    <a:pt x="1873" y="3737"/>
                  </a:lnTo>
                  <a:lnTo>
                    <a:pt x="1441" y="4223"/>
                  </a:lnTo>
                  <a:lnTo>
                    <a:pt x="1009" y="4710"/>
                  </a:lnTo>
                  <a:lnTo>
                    <a:pt x="577" y="5361"/>
                  </a:lnTo>
                  <a:lnTo>
                    <a:pt x="432" y="5684"/>
                  </a:lnTo>
                  <a:lnTo>
                    <a:pt x="432" y="5848"/>
                  </a:lnTo>
                  <a:lnTo>
                    <a:pt x="577" y="6335"/>
                  </a:lnTo>
                  <a:lnTo>
                    <a:pt x="1009" y="6499"/>
                  </a:lnTo>
                  <a:lnTo>
                    <a:pt x="1441" y="6499"/>
                  </a:lnTo>
                  <a:lnTo>
                    <a:pt x="2736" y="5684"/>
                  </a:lnTo>
                  <a:lnTo>
                    <a:pt x="4032" y="5197"/>
                  </a:lnTo>
                  <a:lnTo>
                    <a:pt x="4032" y="11205"/>
                  </a:lnTo>
                  <a:lnTo>
                    <a:pt x="3745" y="14291"/>
                  </a:lnTo>
                  <a:lnTo>
                    <a:pt x="3455" y="17377"/>
                  </a:lnTo>
                  <a:lnTo>
                    <a:pt x="2736" y="17053"/>
                  </a:lnTo>
                  <a:lnTo>
                    <a:pt x="2159" y="16566"/>
                  </a:lnTo>
                  <a:lnTo>
                    <a:pt x="1441" y="16079"/>
                  </a:lnTo>
                  <a:lnTo>
                    <a:pt x="718" y="15592"/>
                  </a:lnTo>
                  <a:lnTo>
                    <a:pt x="432" y="15592"/>
                  </a:lnTo>
                  <a:lnTo>
                    <a:pt x="145" y="15916"/>
                  </a:lnTo>
                  <a:lnTo>
                    <a:pt x="0" y="16243"/>
                  </a:lnTo>
                  <a:lnTo>
                    <a:pt x="0" y="16730"/>
                  </a:lnTo>
                  <a:lnTo>
                    <a:pt x="145" y="17540"/>
                  </a:lnTo>
                  <a:lnTo>
                    <a:pt x="577" y="18350"/>
                  </a:lnTo>
                  <a:lnTo>
                    <a:pt x="1150" y="18842"/>
                  </a:lnTo>
                  <a:lnTo>
                    <a:pt x="2014" y="19488"/>
                  </a:lnTo>
                  <a:lnTo>
                    <a:pt x="2882" y="19816"/>
                  </a:lnTo>
                  <a:lnTo>
                    <a:pt x="4609" y="19816"/>
                  </a:lnTo>
                  <a:lnTo>
                    <a:pt x="4896" y="19652"/>
                  </a:lnTo>
                  <a:lnTo>
                    <a:pt x="5182" y="19488"/>
                  </a:lnTo>
                  <a:lnTo>
                    <a:pt x="5473" y="18842"/>
                  </a:lnTo>
                  <a:lnTo>
                    <a:pt x="5904" y="15429"/>
                  </a:lnTo>
                  <a:lnTo>
                    <a:pt x="6191" y="12020"/>
                  </a:lnTo>
                  <a:lnTo>
                    <a:pt x="6191" y="8447"/>
                  </a:lnTo>
                  <a:lnTo>
                    <a:pt x="6050" y="6658"/>
                  </a:lnTo>
                  <a:lnTo>
                    <a:pt x="5904" y="5038"/>
                  </a:lnTo>
                  <a:lnTo>
                    <a:pt x="6913" y="5197"/>
                  </a:lnTo>
                  <a:lnTo>
                    <a:pt x="8350" y="5848"/>
                  </a:lnTo>
                  <a:lnTo>
                    <a:pt x="9650" y="6335"/>
                  </a:lnTo>
                  <a:lnTo>
                    <a:pt x="11087" y="6986"/>
                  </a:lnTo>
                  <a:lnTo>
                    <a:pt x="12527" y="7309"/>
                  </a:lnTo>
                  <a:lnTo>
                    <a:pt x="13682" y="7309"/>
                  </a:lnTo>
                  <a:lnTo>
                    <a:pt x="13536" y="11205"/>
                  </a:lnTo>
                  <a:lnTo>
                    <a:pt x="13391" y="15269"/>
                  </a:lnTo>
                  <a:lnTo>
                    <a:pt x="13391" y="19488"/>
                  </a:lnTo>
                  <a:lnTo>
                    <a:pt x="13536" y="19488"/>
                  </a:lnTo>
                  <a:lnTo>
                    <a:pt x="13391" y="19816"/>
                  </a:lnTo>
                  <a:lnTo>
                    <a:pt x="13250" y="19975"/>
                  </a:lnTo>
                  <a:lnTo>
                    <a:pt x="13250" y="20790"/>
                  </a:lnTo>
                  <a:lnTo>
                    <a:pt x="13391" y="21277"/>
                  </a:lnTo>
                  <a:lnTo>
                    <a:pt x="13823" y="21600"/>
                  </a:lnTo>
                  <a:lnTo>
                    <a:pt x="14255" y="21600"/>
                  </a:lnTo>
                  <a:lnTo>
                    <a:pt x="14687" y="21436"/>
                  </a:lnTo>
                  <a:lnTo>
                    <a:pt x="15122" y="20949"/>
                  </a:lnTo>
                  <a:lnTo>
                    <a:pt x="15409" y="20303"/>
                  </a:lnTo>
                  <a:lnTo>
                    <a:pt x="15409" y="18842"/>
                  </a:lnTo>
                  <a:lnTo>
                    <a:pt x="15554" y="13481"/>
                  </a:lnTo>
                  <a:lnTo>
                    <a:pt x="15554" y="6822"/>
                  </a:lnTo>
                  <a:lnTo>
                    <a:pt x="17136" y="6171"/>
                  </a:lnTo>
                  <a:lnTo>
                    <a:pt x="18577" y="5038"/>
                  </a:lnTo>
                  <a:lnTo>
                    <a:pt x="19873" y="3737"/>
                  </a:lnTo>
                  <a:lnTo>
                    <a:pt x="20882" y="2439"/>
                  </a:lnTo>
                  <a:lnTo>
                    <a:pt x="21459" y="1625"/>
                  </a:lnTo>
                  <a:lnTo>
                    <a:pt x="21600" y="1138"/>
                  </a:lnTo>
                  <a:lnTo>
                    <a:pt x="21600" y="815"/>
                  </a:lnTo>
                  <a:lnTo>
                    <a:pt x="21313" y="328"/>
                  </a:lnTo>
                  <a:lnTo>
                    <a:pt x="21023" y="164"/>
                  </a:lnTo>
                  <a:lnTo>
                    <a:pt x="20736"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980" name="Google Shape;350;p6"/>
            <p:cNvSpPr/>
            <p:nvPr/>
          </p:nvSpPr>
          <p:spPr>
            <a:xfrm>
              <a:off x="1131616" y="4566474"/>
              <a:ext cx="456066" cy="33716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46" y="4506"/>
                  </a:moveTo>
                  <a:lnTo>
                    <a:pt x="8618" y="4584"/>
                  </a:lnTo>
                  <a:lnTo>
                    <a:pt x="8388" y="4739"/>
                  </a:lnTo>
                  <a:lnTo>
                    <a:pt x="8157" y="4895"/>
                  </a:lnTo>
                  <a:lnTo>
                    <a:pt x="7985" y="5128"/>
                  </a:lnTo>
                  <a:lnTo>
                    <a:pt x="7813" y="5361"/>
                  </a:lnTo>
                  <a:lnTo>
                    <a:pt x="7699" y="5594"/>
                  </a:lnTo>
                  <a:lnTo>
                    <a:pt x="7641" y="5904"/>
                  </a:lnTo>
                  <a:lnTo>
                    <a:pt x="7583" y="6215"/>
                  </a:lnTo>
                  <a:lnTo>
                    <a:pt x="7583" y="6605"/>
                  </a:lnTo>
                  <a:lnTo>
                    <a:pt x="7641" y="6914"/>
                  </a:lnTo>
                  <a:lnTo>
                    <a:pt x="7699" y="7147"/>
                  </a:lnTo>
                  <a:lnTo>
                    <a:pt x="7871" y="7380"/>
                  </a:lnTo>
                  <a:lnTo>
                    <a:pt x="8043" y="7458"/>
                  </a:lnTo>
                  <a:lnTo>
                    <a:pt x="8157" y="7458"/>
                  </a:lnTo>
                  <a:lnTo>
                    <a:pt x="8330" y="7304"/>
                  </a:lnTo>
                  <a:lnTo>
                    <a:pt x="8388" y="7147"/>
                  </a:lnTo>
                  <a:lnTo>
                    <a:pt x="8446" y="6605"/>
                  </a:lnTo>
                  <a:lnTo>
                    <a:pt x="8446" y="6139"/>
                  </a:lnTo>
                  <a:lnTo>
                    <a:pt x="8502" y="6448"/>
                  </a:lnTo>
                  <a:lnTo>
                    <a:pt x="8560" y="6838"/>
                  </a:lnTo>
                  <a:lnTo>
                    <a:pt x="8618" y="7691"/>
                  </a:lnTo>
                  <a:lnTo>
                    <a:pt x="8732" y="8314"/>
                  </a:lnTo>
                  <a:lnTo>
                    <a:pt x="8790" y="8623"/>
                  </a:lnTo>
                  <a:lnTo>
                    <a:pt x="8962" y="8935"/>
                  </a:lnTo>
                  <a:lnTo>
                    <a:pt x="9077" y="9013"/>
                  </a:lnTo>
                  <a:lnTo>
                    <a:pt x="9135" y="9013"/>
                  </a:lnTo>
                  <a:lnTo>
                    <a:pt x="9249" y="8935"/>
                  </a:lnTo>
                  <a:lnTo>
                    <a:pt x="9307" y="8780"/>
                  </a:lnTo>
                  <a:lnTo>
                    <a:pt x="9365" y="8547"/>
                  </a:lnTo>
                  <a:lnTo>
                    <a:pt x="9365" y="8314"/>
                  </a:lnTo>
                  <a:lnTo>
                    <a:pt x="9307" y="7770"/>
                  </a:lnTo>
                  <a:lnTo>
                    <a:pt x="9135" y="6526"/>
                  </a:lnTo>
                  <a:lnTo>
                    <a:pt x="9019" y="5982"/>
                  </a:lnTo>
                  <a:lnTo>
                    <a:pt x="8904" y="5749"/>
                  </a:lnTo>
                  <a:lnTo>
                    <a:pt x="8790" y="5594"/>
                  </a:lnTo>
                  <a:lnTo>
                    <a:pt x="8962" y="5516"/>
                  </a:lnTo>
                  <a:lnTo>
                    <a:pt x="9421" y="5516"/>
                  </a:lnTo>
                  <a:lnTo>
                    <a:pt x="9651" y="5594"/>
                  </a:lnTo>
                  <a:lnTo>
                    <a:pt x="9882" y="6448"/>
                  </a:lnTo>
                  <a:lnTo>
                    <a:pt x="10110" y="7458"/>
                  </a:lnTo>
                  <a:lnTo>
                    <a:pt x="10340" y="8469"/>
                  </a:lnTo>
                  <a:lnTo>
                    <a:pt x="10398" y="8623"/>
                  </a:lnTo>
                  <a:lnTo>
                    <a:pt x="10456" y="8702"/>
                  </a:lnTo>
                  <a:lnTo>
                    <a:pt x="10571" y="8780"/>
                  </a:lnTo>
                  <a:lnTo>
                    <a:pt x="10685" y="8702"/>
                  </a:lnTo>
                  <a:lnTo>
                    <a:pt x="10801" y="8623"/>
                  </a:lnTo>
                  <a:lnTo>
                    <a:pt x="10915" y="8547"/>
                  </a:lnTo>
                  <a:lnTo>
                    <a:pt x="10973" y="8314"/>
                  </a:lnTo>
                  <a:lnTo>
                    <a:pt x="10973" y="8157"/>
                  </a:lnTo>
                  <a:lnTo>
                    <a:pt x="10743" y="7225"/>
                  </a:lnTo>
                  <a:lnTo>
                    <a:pt x="10571" y="6372"/>
                  </a:lnTo>
                  <a:lnTo>
                    <a:pt x="10456" y="6060"/>
                  </a:lnTo>
                  <a:lnTo>
                    <a:pt x="10915" y="6448"/>
                  </a:lnTo>
                  <a:lnTo>
                    <a:pt x="11318" y="6838"/>
                  </a:lnTo>
                  <a:lnTo>
                    <a:pt x="11318" y="7304"/>
                  </a:lnTo>
                  <a:lnTo>
                    <a:pt x="11374" y="7770"/>
                  </a:lnTo>
                  <a:lnTo>
                    <a:pt x="11604" y="8623"/>
                  </a:lnTo>
                  <a:lnTo>
                    <a:pt x="11720" y="8780"/>
                  </a:lnTo>
                  <a:lnTo>
                    <a:pt x="11776" y="8856"/>
                  </a:lnTo>
                  <a:lnTo>
                    <a:pt x="12007" y="8856"/>
                  </a:lnTo>
                  <a:lnTo>
                    <a:pt x="12121" y="8780"/>
                  </a:lnTo>
                  <a:lnTo>
                    <a:pt x="12179" y="8702"/>
                  </a:lnTo>
                  <a:lnTo>
                    <a:pt x="12237" y="8547"/>
                  </a:lnTo>
                  <a:lnTo>
                    <a:pt x="12179" y="8314"/>
                  </a:lnTo>
                  <a:lnTo>
                    <a:pt x="12065" y="7770"/>
                  </a:lnTo>
                  <a:lnTo>
                    <a:pt x="12581" y="8390"/>
                  </a:lnTo>
                  <a:lnTo>
                    <a:pt x="12638" y="8469"/>
                  </a:lnTo>
                  <a:lnTo>
                    <a:pt x="12696" y="8469"/>
                  </a:lnTo>
                  <a:lnTo>
                    <a:pt x="12754" y="8390"/>
                  </a:lnTo>
                  <a:lnTo>
                    <a:pt x="12754" y="7924"/>
                  </a:lnTo>
                  <a:lnTo>
                    <a:pt x="12696" y="7613"/>
                  </a:lnTo>
                  <a:lnTo>
                    <a:pt x="12465" y="6992"/>
                  </a:lnTo>
                  <a:lnTo>
                    <a:pt x="12121" y="6372"/>
                  </a:lnTo>
                  <a:lnTo>
                    <a:pt x="11720" y="5904"/>
                  </a:lnTo>
                  <a:lnTo>
                    <a:pt x="11260" y="5438"/>
                  </a:lnTo>
                  <a:lnTo>
                    <a:pt x="10801" y="5128"/>
                  </a:lnTo>
                  <a:lnTo>
                    <a:pt x="10282" y="4817"/>
                  </a:lnTo>
                  <a:lnTo>
                    <a:pt x="9824" y="4584"/>
                  </a:lnTo>
                  <a:lnTo>
                    <a:pt x="9307" y="4506"/>
                  </a:lnTo>
                  <a:close/>
                  <a:moveTo>
                    <a:pt x="19129" y="7380"/>
                  </a:moveTo>
                  <a:lnTo>
                    <a:pt x="19015" y="7458"/>
                  </a:lnTo>
                  <a:lnTo>
                    <a:pt x="19015" y="8314"/>
                  </a:lnTo>
                  <a:lnTo>
                    <a:pt x="19187" y="9089"/>
                  </a:lnTo>
                  <a:lnTo>
                    <a:pt x="19475" y="10100"/>
                  </a:lnTo>
                  <a:lnTo>
                    <a:pt x="19704" y="10877"/>
                  </a:lnTo>
                  <a:lnTo>
                    <a:pt x="19647" y="11032"/>
                  </a:lnTo>
                  <a:lnTo>
                    <a:pt x="19647" y="11267"/>
                  </a:lnTo>
                  <a:lnTo>
                    <a:pt x="19704" y="11343"/>
                  </a:lnTo>
                  <a:lnTo>
                    <a:pt x="19704" y="11500"/>
                  </a:lnTo>
                  <a:lnTo>
                    <a:pt x="18612" y="11888"/>
                  </a:lnTo>
                  <a:lnTo>
                    <a:pt x="18612" y="11500"/>
                  </a:lnTo>
                  <a:lnTo>
                    <a:pt x="18556" y="11110"/>
                  </a:lnTo>
                  <a:lnTo>
                    <a:pt x="18325" y="10257"/>
                  </a:lnTo>
                  <a:lnTo>
                    <a:pt x="18211" y="9634"/>
                  </a:lnTo>
                  <a:lnTo>
                    <a:pt x="17981" y="9013"/>
                  </a:lnTo>
                  <a:lnTo>
                    <a:pt x="17751" y="8469"/>
                  </a:lnTo>
                  <a:lnTo>
                    <a:pt x="17406" y="7924"/>
                  </a:lnTo>
                  <a:lnTo>
                    <a:pt x="17234" y="7924"/>
                  </a:lnTo>
                  <a:lnTo>
                    <a:pt x="17176" y="8003"/>
                  </a:lnTo>
                  <a:lnTo>
                    <a:pt x="17120" y="8157"/>
                  </a:lnTo>
                  <a:lnTo>
                    <a:pt x="17176" y="8702"/>
                  </a:lnTo>
                  <a:lnTo>
                    <a:pt x="17348" y="9246"/>
                  </a:lnTo>
                  <a:lnTo>
                    <a:pt x="17636" y="10333"/>
                  </a:lnTo>
                  <a:lnTo>
                    <a:pt x="17809" y="11267"/>
                  </a:lnTo>
                  <a:lnTo>
                    <a:pt x="17923" y="11733"/>
                  </a:lnTo>
                  <a:lnTo>
                    <a:pt x="18095" y="12042"/>
                  </a:lnTo>
                  <a:lnTo>
                    <a:pt x="17981" y="12121"/>
                  </a:lnTo>
                  <a:lnTo>
                    <a:pt x="17809" y="12121"/>
                  </a:lnTo>
                  <a:lnTo>
                    <a:pt x="17636" y="12042"/>
                  </a:lnTo>
                  <a:lnTo>
                    <a:pt x="17464" y="11966"/>
                  </a:lnTo>
                  <a:lnTo>
                    <a:pt x="17348" y="11809"/>
                  </a:lnTo>
                  <a:lnTo>
                    <a:pt x="17062" y="11422"/>
                  </a:lnTo>
                  <a:lnTo>
                    <a:pt x="16889" y="11032"/>
                  </a:lnTo>
                  <a:lnTo>
                    <a:pt x="16775" y="10956"/>
                  </a:lnTo>
                  <a:lnTo>
                    <a:pt x="16717" y="10411"/>
                  </a:lnTo>
                  <a:lnTo>
                    <a:pt x="16601" y="9945"/>
                  </a:lnTo>
                  <a:lnTo>
                    <a:pt x="16315" y="9089"/>
                  </a:lnTo>
                  <a:lnTo>
                    <a:pt x="16257" y="9013"/>
                  </a:lnTo>
                  <a:lnTo>
                    <a:pt x="16200" y="8935"/>
                  </a:lnTo>
                  <a:lnTo>
                    <a:pt x="15970" y="8935"/>
                  </a:lnTo>
                  <a:lnTo>
                    <a:pt x="15856" y="9089"/>
                  </a:lnTo>
                  <a:lnTo>
                    <a:pt x="15798" y="9246"/>
                  </a:lnTo>
                  <a:lnTo>
                    <a:pt x="15798" y="9323"/>
                  </a:lnTo>
                  <a:lnTo>
                    <a:pt x="15856" y="9867"/>
                  </a:lnTo>
                  <a:lnTo>
                    <a:pt x="15740" y="9791"/>
                  </a:lnTo>
                  <a:lnTo>
                    <a:pt x="15568" y="9712"/>
                  </a:lnTo>
                  <a:lnTo>
                    <a:pt x="15453" y="9791"/>
                  </a:lnTo>
                  <a:lnTo>
                    <a:pt x="15338" y="9945"/>
                  </a:lnTo>
                  <a:lnTo>
                    <a:pt x="15223" y="10178"/>
                  </a:lnTo>
                  <a:lnTo>
                    <a:pt x="15165" y="10411"/>
                  </a:lnTo>
                  <a:lnTo>
                    <a:pt x="15223" y="10644"/>
                  </a:lnTo>
                  <a:lnTo>
                    <a:pt x="15281" y="10799"/>
                  </a:lnTo>
                  <a:lnTo>
                    <a:pt x="15511" y="11110"/>
                  </a:lnTo>
                  <a:lnTo>
                    <a:pt x="15856" y="11343"/>
                  </a:lnTo>
                  <a:lnTo>
                    <a:pt x="16085" y="11500"/>
                  </a:lnTo>
                  <a:lnTo>
                    <a:pt x="16200" y="11733"/>
                  </a:lnTo>
                  <a:lnTo>
                    <a:pt x="16487" y="12275"/>
                  </a:lnTo>
                  <a:lnTo>
                    <a:pt x="16775" y="12665"/>
                  </a:lnTo>
                  <a:lnTo>
                    <a:pt x="17120" y="13053"/>
                  </a:lnTo>
                  <a:lnTo>
                    <a:pt x="17348" y="13131"/>
                  </a:lnTo>
                  <a:lnTo>
                    <a:pt x="17578" y="13210"/>
                  </a:lnTo>
                  <a:lnTo>
                    <a:pt x="18039" y="13210"/>
                  </a:lnTo>
                  <a:lnTo>
                    <a:pt x="18556" y="13053"/>
                  </a:lnTo>
                  <a:lnTo>
                    <a:pt x="19015" y="12898"/>
                  </a:lnTo>
                  <a:lnTo>
                    <a:pt x="20336" y="12354"/>
                  </a:lnTo>
                  <a:lnTo>
                    <a:pt x="20911" y="12042"/>
                  </a:lnTo>
                  <a:lnTo>
                    <a:pt x="21198" y="11888"/>
                  </a:lnTo>
                  <a:lnTo>
                    <a:pt x="21484" y="11733"/>
                  </a:lnTo>
                  <a:lnTo>
                    <a:pt x="21600" y="11576"/>
                  </a:lnTo>
                  <a:lnTo>
                    <a:pt x="21600" y="11343"/>
                  </a:lnTo>
                  <a:lnTo>
                    <a:pt x="21542" y="11189"/>
                  </a:lnTo>
                  <a:lnTo>
                    <a:pt x="21370" y="11110"/>
                  </a:lnTo>
                  <a:lnTo>
                    <a:pt x="20911" y="11110"/>
                  </a:lnTo>
                  <a:lnTo>
                    <a:pt x="20451" y="11267"/>
                  </a:lnTo>
                  <a:lnTo>
                    <a:pt x="20451" y="10799"/>
                  </a:lnTo>
                  <a:lnTo>
                    <a:pt x="20336" y="10333"/>
                  </a:lnTo>
                  <a:lnTo>
                    <a:pt x="20106" y="9558"/>
                  </a:lnTo>
                  <a:lnTo>
                    <a:pt x="19762" y="8390"/>
                  </a:lnTo>
                  <a:lnTo>
                    <a:pt x="19589" y="7848"/>
                  </a:lnTo>
                  <a:lnTo>
                    <a:pt x="19303" y="7380"/>
                  </a:lnTo>
                  <a:close/>
                  <a:moveTo>
                    <a:pt x="18900" y="0"/>
                  </a:moveTo>
                  <a:lnTo>
                    <a:pt x="18325" y="76"/>
                  </a:lnTo>
                  <a:lnTo>
                    <a:pt x="17751" y="309"/>
                  </a:lnTo>
                  <a:lnTo>
                    <a:pt x="16659" y="777"/>
                  </a:lnTo>
                  <a:lnTo>
                    <a:pt x="15511" y="1243"/>
                  </a:lnTo>
                  <a:lnTo>
                    <a:pt x="14937" y="1476"/>
                  </a:lnTo>
                  <a:lnTo>
                    <a:pt x="14362" y="1786"/>
                  </a:lnTo>
                  <a:lnTo>
                    <a:pt x="13959" y="2175"/>
                  </a:lnTo>
                  <a:lnTo>
                    <a:pt x="13615" y="2563"/>
                  </a:lnTo>
                  <a:lnTo>
                    <a:pt x="13385" y="3029"/>
                  </a:lnTo>
                  <a:lnTo>
                    <a:pt x="13212" y="3574"/>
                  </a:lnTo>
                  <a:lnTo>
                    <a:pt x="13156" y="4118"/>
                  </a:lnTo>
                  <a:lnTo>
                    <a:pt x="13156" y="5361"/>
                  </a:lnTo>
                  <a:lnTo>
                    <a:pt x="13270" y="5982"/>
                  </a:lnTo>
                  <a:lnTo>
                    <a:pt x="13787" y="9323"/>
                  </a:lnTo>
                  <a:lnTo>
                    <a:pt x="14017" y="10956"/>
                  </a:lnTo>
                  <a:lnTo>
                    <a:pt x="14248" y="12665"/>
                  </a:lnTo>
                  <a:lnTo>
                    <a:pt x="14304" y="13443"/>
                  </a:lnTo>
                  <a:lnTo>
                    <a:pt x="14304" y="14218"/>
                  </a:lnTo>
                  <a:lnTo>
                    <a:pt x="13959" y="12974"/>
                  </a:lnTo>
                  <a:lnTo>
                    <a:pt x="13845" y="12275"/>
                  </a:lnTo>
                  <a:lnTo>
                    <a:pt x="13673" y="11500"/>
                  </a:lnTo>
                  <a:lnTo>
                    <a:pt x="13557" y="11110"/>
                  </a:lnTo>
                  <a:lnTo>
                    <a:pt x="13385" y="10799"/>
                  </a:lnTo>
                  <a:lnTo>
                    <a:pt x="13212" y="10490"/>
                  </a:lnTo>
                  <a:lnTo>
                    <a:pt x="13040" y="10333"/>
                  </a:lnTo>
                  <a:lnTo>
                    <a:pt x="12926" y="10333"/>
                  </a:lnTo>
                  <a:lnTo>
                    <a:pt x="12868" y="10411"/>
                  </a:lnTo>
                  <a:lnTo>
                    <a:pt x="12810" y="10644"/>
                  </a:lnTo>
                  <a:lnTo>
                    <a:pt x="12810" y="10877"/>
                  </a:lnTo>
                  <a:lnTo>
                    <a:pt x="12868" y="11422"/>
                  </a:lnTo>
                  <a:lnTo>
                    <a:pt x="13098" y="12508"/>
                  </a:lnTo>
                  <a:lnTo>
                    <a:pt x="13443" y="13909"/>
                  </a:lnTo>
                  <a:lnTo>
                    <a:pt x="13729" y="15307"/>
                  </a:lnTo>
                  <a:lnTo>
                    <a:pt x="13673" y="15618"/>
                  </a:lnTo>
                  <a:lnTo>
                    <a:pt x="13673" y="15927"/>
                  </a:lnTo>
                  <a:lnTo>
                    <a:pt x="13787" y="16084"/>
                  </a:lnTo>
                  <a:lnTo>
                    <a:pt x="13615" y="16393"/>
                  </a:lnTo>
                  <a:lnTo>
                    <a:pt x="13385" y="16705"/>
                  </a:lnTo>
                  <a:lnTo>
                    <a:pt x="13156" y="16938"/>
                  </a:lnTo>
                  <a:lnTo>
                    <a:pt x="12810" y="17171"/>
                  </a:lnTo>
                  <a:lnTo>
                    <a:pt x="12754" y="17016"/>
                  </a:lnTo>
                  <a:lnTo>
                    <a:pt x="12754" y="16938"/>
                  </a:lnTo>
                  <a:lnTo>
                    <a:pt x="12638" y="16861"/>
                  </a:lnTo>
                  <a:lnTo>
                    <a:pt x="11949" y="13830"/>
                  </a:lnTo>
                  <a:lnTo>
                    <a:pt x="11490" y="11966"/>
                  </a:lnTo>
                  <a:lnTo>
                    <a:pt x="11202" y="11189"/>
                  </a:lnTo>
                  <a:lnTo>
                    <a:pt x="11087" y="10644"/>
                  </a:lnTo>
                  <a:lnTo>
                    <a:pt x="11087" y="10333"/>
                  </a:lnTo>
                  <a:lnTo>
                    <a:pt x="11145" y="10178"/>
                  </a:lnTo>
                  <a:lnTo>
                    <a:pt x="11202" y="10024"/>
                  </a:lnTo>
                  <a:lnTo>
                    <a:pt x="11145" y="9867"/>
                  </a:lnTo>
                  <a:lnTo>
                    <a:pt x="11087" y="9791"/>
                  </a:lnTo>
                  <a:lnTo>
                    <a:pt x="10743" y="9479"/>
                  </a:lnTo>
                  <a:lnTo>
                    <a:pt x="10571" y="9401"/>
                  </a:lnTo>
                  <a:lnTo>
                    <a:pt x="10398" y="9479"/>
                  </a:lnTo>
                  <a:lnTo>
                    <a:pt x="10340" y="9634"/>
                  </a:lnTo>
                  <a:lnTo>
                    <a:pt x="10340" y="9791"/>
                  </a:lnTo>
                  <a:lnTo>
                    <a:pt x="10398" y="9867"/>
                  </a:lnTo>
                  <a:lnTo>
                    <a:pt x="10456" y="10100"/>
                  </a:lnTo>
                  <a:lnTo>
                    <a:pt x="10398" y="10333"/>
                  </a:lnTo>
                  <a:lnTo>
                    <a:pt x="10398" y="10723"/>
                  </a:lnTo>
                  <a:lnTo>
                    <a:pt x="10513" y="11267"/>
                  </a:lnTo>
                  <a:lnTo>
                    <a:pt x="10629" y="11809"/>
                  </a:lnTo>
                  <a:lnTo>
                    <a:pt x="10915" y="12898"/>
                  </a:lnTo>
                  <a:lnTo>
                    <a:pt x="12007" y="17482"/>
                  </a:lnTo>
                  <a:lnTo>
                    <a:pt x="11432" y="17482"/>
                  </a:lnTo>
                  <a:lnTo>
                    <a:pt x="10915" y="17327"/>
                  </a:lnTo>
                  <a:lnTo>
                    <a:pt x="10915" y="17016"/>
                  </a:lnTo>
                  <a:lnTo>
                    <a:pt x="10801" y="16938"/>
                  </a:lnTo>
                  <a:lnTo>
                    <a:pt x="10226" y="13519"/>
                  </a:lnTo>
                  <a:lnTo>
                    <a:pt x="9882" y="11655"/>
                  </a:lnTo>
                  <a:lnTo>
                    <a:pt x="9709" y="10799"/>
                  </a:lnTo>
                  <a:lnTo>
                    <a:pt x="9537" y="10411"/>
                  </a:lnTo>
                  <a:lnTo>
                    <a:pt x="9365" y="10024"/>
                  </a:lnTo>
                  <a:lnTo>
                    <a:pt x="9307" y="9945"/>
                  </a:lnTo>
                  <a:lnTo>
                    <a:pt x="9249" y="9945"/>
                  </a:lnTo>
                  <a:lnTo>
                    <a:pt x="9135" y="10024"/>
                  </a:lnTo>
                  <a:lnTo>
                    <a:pt x="9135" y="10100"/>
                  </a:lnTo>
                  <a:lnTo>
                    <a:pt x="9077" y="10566"/>
                  </a:lnTo>
                  <a:lnTo>
                    <a:pt x="9077" y="10956"/>
                  </a:lnTo>
                  <a:lnTo>
                    <a:pt x="9192" y="11809"/>
                  </a:lnTo>
                  <a:lnTo>
                    <a:pt x="9479" y="13519"/>
                  </a:lnTo>
                  <a:lnTo>
                    <a:pt x="10054" y="16705"/>
                  </a:lnTo>
                  <a:lnTo>
                    <a:pt x="9651" y="16393"/>
                  </a:lnTo>
                  <a:lnTo>
                    <a:pt x="9365" y="15927"/>
                  </a:lnTo>
                  <a:lnTo>
                    <a:pt x="9019" y="15307"/>
                  </a:lnTo>
                  <a:lnTo>
                    <a:pt x="8732" y="14608"/>
                  </a:lnTo>
                  <a:lnTo>
                    <a:pt x="8560" y="13909"/>
                  </a:lnTo>
                  <a:lnTo>
                    <a:pt x="8446" y="13210"/>
                  </a:lnTo>
                  <a:lnTo>
                    <a:pt x="8215" y="11733"/>
                  </a:lnTo>
                  <a:lnTo>
                    <a:pt x="8101" y="11032"/>
                  </a:lnTo>
                  <a:lnTo>
                    <a:pt x="7929" y="10333"/>
                  </a:lnTo>
                  <a:lnTo>
                    <a:pt x="7699" y="9712"/>
                  </a:lnTo>
                  <a:lnTo>
                    <a:pt x="7410" y="9246"/>
                  </a:lnTo>
                  <a:lnTo>
                    <a:pt x="7066" y="8780"/>
                  </a:lnTo>
                  <a:lnTo>
                    <a:pt x="6721" y="8390"/>
                  </a:lnTo>
                  <a:lnTo>
                    <a:pt x="6319" y="8081"/>
                  </a:lnTo>
                  <a:lnTo>
                    <a:pt x="5918" y="7848"/>
                  </a:lnTo>
                  <a:lnTo>
                    <a:pt x="5458" y="7613"/>
                  </a:lnTo>
                  <a:lnTo>
                    <a:pt x="4999" y="7458"/>
                  </a:lnTo>
                  <a:lnTo>
                    <a:pt x="4482" y="7304"/>
                  </a:lnTo>
                  <a:lnTo>
                    <a:pt x="3332" y="7304"/>
                  </a:lnTo>
                  <a:lnTo>
                    <a:pt x="2816" y="7458"/>
                  </a:lnTo>
                  <a:lnTo>
                    <a:pt x="1724" y="7770"/>
                  </a:lnTo>
                  <a:lnTo>
                    <a:pt x="633" y="8236"/>
                  </a:lnTo>
                  <a:lnTo>
                    <a:pt x="288" y="8390"/>
                  </a:lnTo>
                  <a:lnTo>
                    <a:pt x="116" y="8547"/>
                  </a:lnTo>
                  <a:lnTo>
                    <a:pt x="0" y="8702"/>
                  </a:lnTo>
                  <a:lnTo>
                    <a:pt x="0" y="9323"/>
                  </a:lnTo>
                  <a:lnTo>
                    <a:pt x="58" y="9401"/>
                  </a:lnTo>
                  <a:lnTo>
                    <a:pt x="116" y="9558"/>
                  </a:lnTo>
                  <a:lnTo>
                    <a:pt x="402" y="9712"/>
                  </a:lnTo>
                  <a:lnTo>
                    <a:pt x="633" y="9712"/>
                  </a:lnTo>
                  <a:lnTo>
                    <a:pt x="805" y="9558"/>
                  </a:lnTo>
                  <a:lnTo>
                    <a:pt x="977" y="9401"/>
                  </a:lnTo>
                  <a:lnTo>
                    <a:pt x="1380" y="9168"/>
                  </a:lnTo>
                  <a:lnTo>
                    <a:pt x="1380" y="9945"/>
                  </a:lnTo>
                  <a:lnTo>
                    <a:pt x="1494" y="10644"/>
                  </a:lnTo>
                  <a:lnTo>
                    <a:pt x="1896" y="12042"/>
                  </a:lnTo>
                  <a:lnTo>
                    <a:pt x="2299" y="13752"/>
                  </a:lnTo>
                  <a:lnTo>
                    <a:pt x="2758" y="15461"/>
                  </a:lnTo>
                  <a:lnTo>
                    <a:pt x="2816" y="15618"/>
                  </a:lnTo>
                  <a:lnTo>
                    <a:pt x="2930" y="15773"/>
                  </a:lnTo>
                  <a:lnTo>
                    <a:pt x="3218" y="15773"/>
                  </a:lnTo>
                  <a:lnTo>
                    <a:pt x="3332" y="15694"/>
                  </a:lnTo>
                  <a:lnTo>
                    <a:pt x="3390" y="15540"/>
                  </a:lnTo>
                  <a:lnTo>
                    <a:pt x="3447" y="15307"/>
                  </a:lnTo>
                  <a:lnTo>
                    <a:pt x="3447" y="15152"/>
                  </a:lnTo>
                  <a:lnTo>
                    <a:pt x="3046" y="13519"/>
                  </a:lnTo>
                  <a:lnTo>
                    <a:pt x="2643" y="11966"/>
                  </a:lnTo>
                  <a:lnTo>
                    <a:pt x="2299" y="10566"/>
                  </a:lnTo>
                  <a:lnTo>
                    <a:pt x="2069" y="9945"/>
                  </a:lnTo>
                  <a:lnTo>
                    <a:pt x="1782" y="9323"/>
                  </a:lnTo>
                  <a:lnTo>
                    <a:pt x="1896" y="9168"/>
                  </a:lnTo>
                  <a:lnTo>
                    <a:pt x="1954" y="9168"/>
                  </a:lnTo>
                  <a:lnTo>
                    <a:pt x="1954" y="9089"/>
                  </a:lnTo>
                  <a:lnTo>
                    <a:pt x="1896" y="9089"/>
                  </a:lnTo>
                  <a:lnTo>
                    <a:pt x="1838" y="9013"/>
                  </a:lnTo>
                  <a:lnTo>
                    <a:pt x="1782" y="9013"/>
                  </a:lnTo>
                  <a:lnTo>
                    <a:pt x="2355" y="8856"/>
                  </a:lnTo>
                  <a:lnTo>
                    <a:pt x="2930" y="8702"/>
                  </a:lnTo>
                  <a:lnTo>
                    <a:pt x="3046" y="9013"/>
                  </a:lnTo>
                  <a:lnTo>
                    <a:pt x="3218" y="9401"/>
                  </a:lnTo>
                  <a:lnTo>
                    <a:pt x="3505" y="10333"/>
                  </a:lnTo>
                  <a:lnTo>
                    <a:pt x="3791" y="11267"/>
                  </a:lnTo>
                  <a:lnTo>
                    <a:pt x="3907" y="12199"/>
                  </a:lnTo>
                  <a:lnTo>
                    <a:pt x="4079" y="13131"/>
                  </a:lnTo>
                  <a:lnTo>
                    <a:pt x="4252" y="13597"/>
                  </a:lnTo>
                  <a:lnTo>
                    <a:pt x="4366" y="13985"/>
                  </a:lnTo>
                  <a:lnTo>
                    <a:pt x="4596" y="14375"/>
                  </a:lnTo>
                  <a:lnTo>
                    <a:pt x="4826" y="14684"/>
                  </a:lnTo>
                  <a:lnTo>
                    <a:pt x="5055" y="14762"/>
                  </a:lnTo>
                  <a:lnTo>
                    <a:pt x="5171" y="14684"/>
                  </a:lnTo>
                  <a:lnTo>
                    <a:pt x="5285" y="14529"/>
                  </a:lnTo>
                  <a:lnTo>
                    <a:pt x="5285" y="14296"/>
                  </a:lnTo>
                  <a:lnTo>
                    <a:pt x="5171" y="13830"/>
                  </a:lnTo>
                  <a:lnTo>
                    <a:pt x="4999" y="13443"/>
                  </a:lnTo>
                  <a:lnTo>
                    <a:pt x="4826" y="12974"/>
                  </a:lnTo>
                  <a:lnTo>
                    <a:pt x="4711" y="12587"/>
                  </a:lnTo>
                  <a:lnTo>
                    <a:pt x="4538" y="11655"/>
                  </a:lnTo>
                  <a:lnTo>
                    <a:pt x="4366" y="10723"/>
                  </a:lnTo>
                  <a:lnTo>
                    <a:pt x="4079" y="9634"/>
                  </a:lnTo>
                  <a:lnTo>
                    <a:pt x="3849" y="9089"/>
                  </a:lnTo>
                  <a:lnTo>
                    <a:pt x="3619" y="8547"/>
                  </a:lnTo>
                  <a:lnTo>
                    <a:pt x="4310" y="8547"/>
                  </a:lnTo>
                  <a:lnTo>
                    <a:pt x="4999" y="8702"/>
                  </a:lnTo>
                  <a:lnTo>
                    <a:pt x="4999" y="8935"/>
                  </a:lnTo>
                  <a:lnTo>
                    <a:pt x="5055" y="9246"/>
                  </a:lnTo>
                  <a:lnTo>
                    <a:pt x="5171" y="9791"/>
                  </a:lnTo>
                  <a:lnTo>
                    <a:pt x="5515" y="10723"/>
                  </a:lnTo>
                  <a:lnTo>
                    <a:pt x="5918" y="12354"/>
                  </a:lnTo>
                  <a:lnTo>
                    <a:pt x="6032" y="12587"/>
                  </a:lnTo>
                  <a:lnTo>
                    <a:pt x="6090" y="12741"/>
                  </a:lnTo>
                  <a:lnTo>
                    <a:pt x="6205" y="12898"/>
                  </a:lnTo>
                  <a:lnTo>
                    <a:pt x="6435" y="12974"/>
                  </a:lnTo>
                  <a:lnTo>
                    <a:pt x="6493" y="12898"/>
                  </a:lnTo>
                  <a:lnTo>
                    <a:pt x="6607" y="12820"/>
                  </a:lnTo>
                  <a:lnTo>
                    <a:pt x="6721" y="12587"/>
                  </a:lnTo>
                  <a:lnTo>
                    <a:pt x="6721" y="12275"/>
                  </a:lnTo>
                  <a:lnTo>
                    <a:pt x="6665" y="12042"/>
                  </a:lnTo>
                  <a:lnTo>
                    <a:pt x="6549" y="11733"/>
                  </a:lnTo>
                  <a:lnTo>
                    <a:pt x="6032" y="9867"/>
                  </a:lnTo>
                  <a:lnTo>
                    <a:pt x="5746" y="9089"/>
                  </a:lnTo>
                  <a:lnTo>
                    <a:pt x="6319" y="9558"/>
                  </a:lnTo>
                  <a:lnTo>
                    <a:pt x="6549" y="9791"/>
                  </a:lnTo>
                  <a:lnTo>
                    <a:pt x="6779" y="10100"/>
                  </a:lnTo>
                  <a:lnTo>
                    <a:pt x="6952" y="10490"/>
                  </a:lnTo>
                  <a:lnTo>
                    <a:pt x="7066" y="10877"/>
                  </a:lnTo>
                  <a:lnTo>
                    <a:pt x="7296" y="11733"/>
                  </a:lnTo>
                  <a:lnTo>
                    <a:pt x="7526" y="13443"/>
                  </a:lnTo>
                  <a:lnTo>
                    <a:pt x="7583" y="14063"/>
                  </a:lnTo>
                  <a:lnTo>
                    <a:pt x="7755" y="14684"/>
                  </a:lnTo>
                  <a:lnTo>
                    <a:pt x="7929" y="15228"/>
                  </a:lnTo>
                  <a:lnTo>
                    <a:pt x="8157" y="15773"/>
                  </a:lnTo>
                  <a:lnTo>
                    <a:pt x="8446" y="16317"/>
                  </a:lnTo>
                  <a:lnTo>
                    <a:pt x="8732" y="16783"/>
                  </a:lnTo>
                  <a:lnTo>
                    <a:pt x="9019" y="17249"/>
                  </a:lnTo>
                  <a:lnTo>
                    <a:pt x="9365" y="17637"/>
                  </a:lnTo>
                  <a:lnTo>
                    <a:pt x="9766" y="17948"/>
                  </a:lnTo>
                  <a:lnTo>
                    <a:pt x="10168" y="18259"/>
                  </a:lnTo>
                  <a:lnTo>
                    <a:pt x="10571" y="18414"/>
                  </a:lnTo>
                  <a:lnTo>
                    <a:pt x="11029" y="18571"/>
                  </a:lnTo>
                  <a:lnTo>
                    <a:pt x="11432" y="18647"/>
                  </a:lnTo>
                  <a:lnTo>
                    <a:pt x="12409" y="18647"/>
                  </a:lnTo>
                  <a:lnTo>
                    <a:pt x="12868" y="18414"/>
                  </a:lnTo>
                  <a:lnTo>
                    <a:pt x="13328" y="18259"/>
                  </a:lnTo>
                  <a:lnTo>
                    <a:pt x="13673" y="17948"/>
                  </a:lnTo>
                  <a:lnTo>
                    <a:pt x="14017" y="17560"/>
                  </a:lnTo>
                  <a:lnTo>
                    <a:pt x="14362" y="17171"/>
                  </a:lnTo>
                  <a:lnTo>
                    <a:pt x="14648" y="16705"/>
                  </a:lnTo>
                  <a:lnTo>
                    <a:pt x="14821" y="16239"/>
                  </a:lnTo>
                  <a:lnTo>
                    <a:pt x="15051" y="15694"/>
                  </a:lnTo>
                  <a:lnTo>
                    <a:pt x="15165" y="15074"/>
                  </a:lnTo>
                  <a:lnTo>
                    <a:pt x="15223" y="14375"/>
                  </a:lnTo>
                  <a:lnTo>
                    <a:pt x="15281" y="13676"/>
                  </a:lnTo>
                  <a:lnTo>
                    <a:pt x="15223" y="12898"/>
                  </a:lnTo>
                  <a:lnTo>
                    <a:pt x="15165" y="12199"/>
                  </a:lnTo>
                  <a:lnTo>
                    <a:pt x="14937" y="10723"/>
                  </a:lnTo>
                  <a:lnTo>
                    <a:pt x="14648" y="9246"/>
                  </a:lnTo>
                  <a:lnTo>
                    <a:pt x="14132" y="5904"/>
                  </a:lnTo>
                  <a:lnTo>
                    <a:pt x="14017" y="5128"/>
                  </a:lnTo>
                  <a:lnTo>
                    <a:pt x="14017" y="4351"/>
                  </a:lnTo>
                  <a:lnTo>
                    <a:pt x="14132" y="4972"/>
                  </a:lnTo>
                  <a:lnTo>
                    <a:pt x="14248" y="5438"/>
                  </a:lnTo>
                  <a:lnTo>
                    <a:pt x="14476" y="5904"/>
                  </a:lnTo>
                  <a:lnTo>
                    <a:pt x="14706" y="6372"/>
                  </a:lnTo>
                  <a:lnTo>
                    <a:pt x="14879" y="6526"/>
                  </a:lnTo>
                  <a:lnTo>
                    <a:pt x="15051" y="6605"/>
                  </a:lnTo>
                  <a:lnTo>
                    <a:pt x="15165" y="6605"/>
                  </a:lnTo>
                  <a:lnTo>
                    <a:pt x="15281" y="6526"/>
                  </a:lnTo>
                  <a:lnTo>
                    <a:pt x="15338" y="6448"/>
                  </a:lnTo>
                  <a:lnTo>
                    <a:pt x="15395" y="6293"/>
                  </a:lnTo>
                  <a:lnTo>
                    <a:pt x="15281" y="5904"/>
                  </a:lnTo>
                  <a:lnTo>
                    <a:pt x="15109" y="5516"/>
                  </a:lnTo>
                  <a:lnTo>
                    <a:pt x="14821" y="4817"/>
                  </a:lnTo>
                  <a:lnTo>
                    <a:pt x="14592" y="4040"/>
                  </a:lnTo>
                  <a:lnTo>
                    <a:pt x="14476" y="3652"/>
                  </a:lnTo>
                  <a:lnTo>
                    <a:pt x="14304" y="3262"/>
                  </a:lnTo>
                  <a:lnTo>
                    <a:pt x="14362" y="3186"/>
                  </a:lnTo>
                  <a:lnTo>
                    <a:pt x="14648" y="2874"/>
                  </a:lnTo>
                  <a:lnTo>
                    <a:pt x="14937" y="2641"/>
                  </a:lnTo>
                  <a:lnTo>
                    <a:pt x="15626" y="2330"/>
                  </a:lnTo>
                  <a:lnTo>
                    <a:pt x="15740" y="2953"/>
                  </a:lnTo>
                  <a:lnTo>
                    <a:pt x="15856" y="3574"/>
                  </a:lnTo>
                  <a:lnTo>
                    <a:pt x="16200" y="4739"/>
                  </a:lnTo>
                  <a:lnTo>
                    <a:pt x="16315" y="5283"/>
                  </a:lnTo>
                  <a:lnTo>
                    <a:pt x="16429" y="5982"/>
                  </a:lnTo>
                  <a:lnTo>
                    <a:pt x="16545" y="6293"/>
                  </a:lnTo>
                  <a:lnTo>
                    <a:pt x="16659" y="6526"/>
                  </a:lnTo>
                  <a:lnTo>
                    <a:pt x="16831" y="6759"/>
                  </a:lnTo>
                  <a:lnTo>
                    <a:pt x="17004" y="6838"/>
                  </a:lnTo>
                  <a:lnTo>
                    <a:pt x="17176" y="6838"/>
                  </a:lnTo>
                  <a:lnTo>
                    <a:pt x="17292" y="6759"/>
                  </a:lnTo>
                  <a:lnTo>
                    <a:pt x="17406" y="6605"/>
                  </a:lnTo>
                  <a:lnTo>
                    <a:pt x="17406" y="6293"/>
                  </a:lnTo>
                  <a:lnTo>
                    <a:pt x="17348" y="6139"/>
                  </a:lnTo>
                  <a:lnTo>
                    <a:pt x="17234" y="5982"/>
                  </a:lnTo>
                  <a:lnTo>
                    <a:pt x="17120" y="5594"/>
                  </a:lnTo>
                  <a:lnTo>
                    <a:pt x="17062" y="5205"/>
                  </a:lnTo>
                  <a:lnTo>
                    <a:pt x="16717" y="3885"/>
                  </a:lnTo>
                  <a:lnTo>
                    <a:pt x="16487" y="2953"/>
                  </a:lnTo>
                  <a:lnTo>
                    <a:pt x="16315" y="2485"/>
                  </a:lnTo>
                  <a:lnTo>
                    <a:pt x="16142" y="2097"/>
                  </a:lnTo>
                  <a:lnTo>
                    <a:pt x="16373" y="1942"/>
                  </a:lnTo>
                  <a:lnTo>
                    <a:pt x="17234" y="1553"/>
                  </a:lnTo>
                  <a:lnTo>
                    <a:pt x="17464" y="2485"/>
                  </a:lnTo>
                  <a:lnTo>
                    <a:pt x="17693" y="3419"/>
                  </a:lnTo>
                  <a:lnTo>
                    <a:pt x="18095" y="4972"/>
                  </a:lnTo>
                  <a:lnTo>
                    <a:pt x="18325" y="5671"/>
                  </a:lnTo>
                  <a:lnTo>
                    <a:pt x="18440" y="5904"/>
                  </a:lnTo>
                  <a:lnTo>
                    <a:pt x="18670" y="6139"/>
                  </a:lnTo>
                  <a:lnTo>
                    <a:pt x="18728" y="6215"/>
                  </a:lnTo>
                  <a:lnTo>
                    <a:pt x="18842" y="6139"/>
                  </a:lnTo>
                  <a:lnTo>
                    <a:pt x="18900" y="6139"/>
                  </a:lnTo>
                  <a:lnTo>
                    <a:pt x="18957" y="5982"/>
                  </a:lnTo>
                  <a:lnTo>
                    <a:pt x="19015" y="5749"/>
                  </a:lnTo>
                  <a:lnTo>
                    <a:pt x="19015" y="5438"/>
                  </a:lnTo>
                  <a:lnTo>
                    <a:pt x="18900" y="4817"/>
                  </a:lnTo>
                  <a:lnTo>
                    <a:pt x="18498" y="3574"/>
                  </a:lnTo>
                  <a:lnTo>
                    <a:pt x="18153" y="2330"/>
                  </a:lnTo>
                  <a:lnTo>
                    <a:pt x="17923" y="1476"/>
                  </a:lnTo>
                  <a:lnTo>
                    <a:pt x="17809" y="1243"/>
                  </a:lnTo>
                  <a:lnTo>
                    <a:pt x="18268" y="932"/>
                  </a:lnTo>
                  <a:lnTo>
                    <a:pt x="18670" y="621"/>
                  </a:lnTo>
                  <a:lnTo>
                    <a:pt x="18957" y="309"/>
                  </a:lnTo>
                  <a:lnTo>
                    <a:pt x="19015" y="233"/>
                  </a:lnTo>
                  <a:lnTo>
                    <a:pt x="19015" y="155"/>
                  </a:lnTo>
                  <a:lnTo>
                    <a:pt x="18957" y="76"/>
                  </a:lnTo>
                  <a:lnTo>
                    <a:pt x="18900" y="0"/>
                  </a:lnTo>
                  <a:close/>
                  <a:moveTo>
                    <a:pt x="6377" y="14995"/>
                  </a:moveTo>
                  <a:lnTo>
                    <a:pt x="6319" y="15074"/>
                  </a:lnTo>
                  <a:lnTo>
                    <a:pt x="6262" y="15152"/>
                  </a:lnTo>
                  <a:lnTo>
                    <a:pt x="6262" y="16006"/>
                  </a:lnTo>
                  <a:lnTo>
                    <a:pt x="6377" y="16861"/>
                  </a:lnTo>
                  <a:lnTo>
                    <a:pt x="6607" y="17637"/>
                  </a:lnTo>
                  <a:lnTo>
                    <a:pt x="6837" y="18492"/>
                  </a:lnTo>
                  <a:lnTo>
                    <a:pt x="6952" y="18647"/>
                  </a:lnTo>
                  <a:lnTo>
                    <a:pt x="6549" y="19037"/>
                  </a:lnTo>
                  <a:lnTo>
                    <a:pt x="6090" y="19270"/>
                  </a:lnTo>
                  <a:lnTo>
                    <a:pt x="6032" y="18959"/>
                  </a:lnTo>
                  <a:lnTo>
                    <a:pt x="5974" y="18647"/>
                  </a:lnTo>
                  <a:lnTo>
                    <a:pt x="5746" y="18026"/>
                  </a:lnTo>
                  <a:lnTo>
                    <a:pt x="5515" y="17094"/>
                  </a:lnTo>
                  <a:lnTo>
                    <a:pt x="5401" y="16705"/>
                  </a:lnTo>
                  <a:lnTo>
                    <a:pt x="5229" y="16239"/>
                  </a:lnTo>
                  <a:lnTo>
                    <a:pt x="5055" y="16160"/>
                  </a:lnTo>
                  <a:lnTo>
                    <a:pt x="4941" y="16160"/>
                  </a:lnTo>
                  <a:lnTo>
                    <a:pt x="4769" y="16317"/>
                  </a:lnTo>
                  <a:lnTo>
                    <a:pt x="4769" y="16472"/>
                  </a:lnTo>
                  <a:lnTo>
                    <a:pt x="4826" y="16938"/>
                  </a:lnTo>
                  <a:lnTo>
                    <a:pt x="4883" y="17404"/>
                  </a:lnTo>
                  <a:lnTo>
                    <a:pt x="5113" y="18338"/>
                  </a:lnTo>
                  <a:lnTo>
                    <a:pt x="5229" y="18959"/>
                  </a:lnTo>
                  <a:lnTo>
                    <a:pt x="5343" y="19270"/>
                  </a:lnTo>
                  <a:lnTo>
                    <a:pt x="5458" y="19579"/>
                  </a:lnTo>
                  <a:lnTo>
                    <a:pt x="4424" y="19969"/>
                  </a:lnTo>
                  <a:lnTo>
                    <a:pt x="4366" y="19658"/>
                  </a:lnTo>
                  <a:lnTo>
                    <a:pt x="4137" y="18571"/>
                  </a:lnTo>
                  <a:lnTo>
                    <a:pt x="3965" y="18103"/>
                  </a:lnTo>
                  <a:lnTo>
                    <a:pt x="3735" y="17637"/>
                  </a:lnTo>
                  <a:lnTo>
                    <a:pt x="3735" y="17404"/>
                  </a:lnTo>
                  <a:lnTo>
                    <a:pt x="3791" y="17327"/>
                  </a:lnTo>
                  <a:lnTo>
                    <a:pt x="3791" y="17171"/>
                  </a:lnTo>
                  <a:lnTo>
                    <a:pt x="3735" y="17171"/>
                  </a:lnTo>
                  <a:lnTo>
                    <a:pt x="3563" y="17249"/>
                  </a:lnTo>
                  <a:lnTo>
                    <a:pt x="3332" y="17249"/>
                  </a:lnTo>
                  <a:lnTo>
                    <a:pt x="3218" y="17327"/>
                  </a:lnTo>
                  <a:lnTo>
                    <a:pt x="3160" y="17482"/>
                  </a:lnTo>
                  <a:lnTo>
                    <a:pt x="3102" y="17637"/>
                  </a:lnTo>
                  <a:lnTo>
                    <a:pt x="3102" y="17793"/>
                  </a:lnTo>
                  <a:lnTo>
                    <a:pt x="3390" y="18726"/>
                  </a:lnTo>
                  <a:lnTo>
                    <a:pt x="3677" y="19736"/>
                  </a:lnTo>
                  <a:lnTo>
                    <a:pt x="3735" y="20280"/>
                  </a:lnTo>
                  <a:lnTo>
                    <a:pt x="3046" y="20513"/>
                  </a:lnTo>
                  <a:lnTo>
                    <a:pt x="2930" y="20590"/>
                  </a:lnTo>
                  <a:lnTo>
                    <a:pt x="2816" y="20746"/>
                  </a:lnTo>
                  <a:lnTo>
                    <a:pt x="2816" y="20901"/>
                  </a:lnTo>
                  <a:lnTo>
                    <a:pt x="2758" y="21056"/>
                  </a:lnTo>
                  <a:lnTo>
                    <a:pt x="2816" y="21212"/>
                  </a:lnTo>
                  <a:lnTo>
                    <a:pt x="2874" y="21367"/>
                  </a:lnTo>
                  <a:lnTo>
                    <a:pt x="2988" y="21522"/>
                  </a:lnTo>
                  <a:lnTo>
                    <a:pt x="3102" y="21600"/>
                  </a:lnTo>
                  <a:lnTo>
                    <a:pt x="3563" y="21600"/>
                  </a:lnTo>
                  <a:lnTo>
                    <a:pt x="3735" y="21445"/>
                  </a:lnTo>
                  <a:lnTo>
                    <a:pt x="3907" y="21367"/>
                  </a:lnTo>
                  <a:lnTo>
                    <a:pt x="3965" y="21289"/>
                  </a:lnTo>
                  <a:lnTo>
                    <a:pt x="4022" y="21367"/>
                  </a:lnTo>
                  <a:lnTo>
                    <a:pt x="4079" y="21445"/>
                  </a:lnTo>
                  <a:lnTo>
                    <a:pt x="4194" y="21445"/>
                  </a:lnTo>
                  <a:lnTo>
                    <a:pt x="4366" y="21367"/>
                  </a:lnTo>
                  <a:lnTo>
                    <a:pt x="4424" y="21134"/>
                  </a:lnTo>
                  <a:lnTo>
                    <a:pt x="5113" y="20901"/>
                  </a:lnTo>
                  <a:lnTo>
                    <a:pt x="5860" y="20590"/>
                  </a:lnTo>
                  <a:lnTo>
                    <a:pt x="6493" y="20280"/>
                  </a:lnTo>
                  <a:lnTo>
                    <a:pt x="7124" y="19812"/>
                  </a:lnTo>
                  <a:lnTo>
                    <a:pt x="7410" y="19503"/>
                  </a:lnTo>
                  <a:lnTo>
                    <a:pt x="7641" y="19192"/>
                  </a:lnTo>
                  <a:lnTo>
                    <a:pt x="7871" y="18726"/>
                  </a:lnTo>
                  <a:lnTo>
                    <a:pt x="8043" y="18259"/>
                  </a:lnTo>
                  <a:lnTo>
                    <a:pt x="8157" y="17793"/>
                  </a:lnTo>
                  <a:lnTo>
                    <a:pt x="8101" y="17327"/>
                  </a:lnTo>
                  <a:lnTo>
                    <a:pt x="7985" y="16938"/>
                  </a:lnTo>
                  <a:lnTo>
                    <a:pt x="7871" y="16705"/>
                  </a:lnTo>
                  <a:lnTo>
                    <a:pt x="7755" y="16550"/>
                  </a:lnTo>
                  <a:lnTo>
                    <a:pt x="7583" y="16550"/>
                  </a:lnTo>
                  <a:lnTo>
                    <a:pt x="7526" y="16628"/>
                  </a:lnTo>
                  <a:lnTo>
                    <a:pt x="7526" y="16705"/>
                  </a:lnTo>
                  <a:lnTo>
                    <a:pt x="7410" y="17637"/>
                  </a:lnTo>
                  <a:lnTo>
                    <a:pt x="7066" y="16239"/>
                  </a:lnTo>
                  <a:lnTo>
                    <a:pt x="6837" y="15618"/>
                  </a:lnTo>
                  <a:lnTo>
                    <a:pt x="6549" y="15074"/>
                  </a:lnTo>
                  <a:lnTo>
                    <a:pt x="6493" y="14995"/>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981" name="Google Shape;351;p6"/>
            <p:cNvSpPr/>
            <p:nvPr/>
          </p:nvSpPr>
          <p:spPr>
            <a:xfrm>
              <a:off x="120092" y="1959993"/>
              <a:ext cx="209831" cy="43543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98" y="541"/>
                  </a:moveTo>
                  <a:lnTo>
                    <a:pt x="2747" y="602"/>
                  </a:lnTo>
                  <a:lnTo>
                    <a:pt x="3496" y="722"/>
                  </a:lnTo>
                  <a:lnTo>
                    <a:pt x="4118" y="902"/>
                  </a:lnTo>
                  <a:lnTo>
                    <a:pt x="4745" y="1204"/>
                  </a:lnTo>
                  <a:lnTo>
                    <a:pt x="5368" y="1504"/>
                  </a:lnTo>
                  <a:lnTo>
                    <a:pt x="5742" y="1806"/>
                  </a:lnTo>
                  <a:lnTo>
                    <a:pt x="6116" y="2167"/>
                  </a:lnTo>
                  <a:lnTo>
                    <a:pt x="6491" y="2528"/>
                  </a:lnTo>
                  <a:lnTo>
                    <a:pt x="6743" y="2888"/>
                  </a:lnTo>
                  <a:lnTo>
                    <a:pt x="6865" y="3310"/>
                  </a:lnTo>
                  <a:lnTo>
                    <a:pt x="6865" y="4092"/>
                  </a:lnTo>
                  <a:lnTo>
                    <a:pt x="6743" y="3971"/>
                  </a:lnTo>
                  <a:lnTo>
                    <a:pt x="5994" y="3189"/>
                  </a:lnTo>
                  <a:lnTo>
                    <a:pt x="5494" y="2828"/>
                  </a:lnTo>
                  <a:lnTo>
                    <a:pt x="4871" y="2467"/>
                  </a:lnTo>
                  <a:lnTo>
                    <a:pt x="4745" y="2406"/>
                  </a:lnTo>
                  <a:lnTo>
                    <a:pt x="4496" y="2406"/>
                  </a:lnTo>
                  <a:lnTo>
                    <a:pt x="4370" y="2467"/>
                  </a:lnTo>
                  <a:lnTo>
                    <a:pt x="4370" y="2588"/>
                  </a:lnTo>
                  <a:lnTo>
                    <a:pt x="4496" y="3008"/>
                  </a:lnTo>
                  <a:lnTo>
                    <a:pt x="4745" y="3490"/>
                  </a:lnTo>
                  <a:lnTo>
                    <a:pt x="5494" y="4332"/>
                  </a:lnTo>
                  <a:lnTo>
                    <a:pt x="5868" y="4814"/>
                  </a:lnTo>
                  <a:lnTo>
                    <a:pt x="5494" y="4693"/>
                  </a:lnTo>
                  <a:lnTo>
                    <a:pt x="4993" y="4453"/>
                  </a:lnTo>
                  <a:lnTo>
                    <a:pt x="4244" y="3851"/>
                  </a:lnTo>
                  <a:lnTo>
                    <a:pt x="3622" y="3249"/>
                  </a:lnTo>
                  <a:lnTo>
                    <a:pt x="3247" y="2828"/>
                  </a:lnTo>
                  <a:lnTo>
                    <a:pt x="2873" y="2286"/>
                  </a:lnTo>
                  <a:lnTo>
                    <a:pt x="2498" y="1685"/>
                  </a:lnTo>
                  <a:lnTo>
                    <a:pt x="2246" y="1143"/>
                  </a:lnTo>
                  <a:lnTo>
                    <a:pt x="1998" y="541"/>
                  </a:lnTo>
                  <a:close/>
                  <a:moveTo>
                    <a:pt x="12611" y="4634"/>
                  </a:moveTo>
                  <a:lnTo>
                    <a:pt x="13360" y="4693"/>
                  </a:lnTo>
                  <a:lnTo>
                    <a:pt x="13982" y="4814"/>
                  </a:lnTo>
                  <a:lnTo>
                    <a:pt x="16106" y="5114"/>
                  </a:lnTo>
                  <a:lnTo>
                    <a:pt x="16981" y="5295"/>
                  </a:lnTo>
                  <a:lnTo>
                    <a:pt x="17978" y="5536"/>
                  </a:lnTo>
                  <a:lnTo>
                    <a:pt x="18727" y="5777"/>
                  </a:lnTo>
                  <a:lnTo>
                    <a:pt x="19354" y="6016"/>
                  </a:lnTo>
                  <a:lnTo>
                    <a:pt x="18853" y="5957"/>
                  </a:lnTo>
                  <a:lnTo>
                    <a:pt x="18605" y="5957"/>
                  </a:lnTo>
                  <a:lnTo>
                    <a:pt x="18353" y="6077"/>
                  </a:lnTo>
                  <a:lnTo>
                    <a:pt x="18227" y="6197"/>
                  </a:lnTo>
                  <a:lnTo>
                    <a:pt x="18353" y="6377"/>
                  </a:lnTo>
                  <a:lnTo>
                    <a:pt x="17104" y="6618"/>
                  </a:lnTo>
                  <a:lnTo>
                    <a:pt x="15858" y="6740"/>
                  </a:lnTo>
                  <a:lnTo>
                    <a:pt x="14609" y="6859"/>
                  </a:lnTo>
                  <a:lnTo>
                    <a:pt x="13234" y="6859"/>
                  </a:lnTo>
                  <a:lnTo>
                    <a:pt x="11736" y="6740"/>
                  </a:lnTo>
                  <a:lnTo>
                    <a:pt x="10364" y="6559"/>
                  </a:lnTo>
                  <a:lnTo>
                    <a:pt x="9738" y="6438"/>
                  </a:lnTo>
                  <a:lnTo>
                    <a:pt x="8989" y="6257"/>
                  </a:lnTo>
                  <a:lnTo>
                    <a:pt x="8366" y="6016"/>
                  </a:lnTo>
                  <a:lnTo>
                    <a:pt x="7992" y="5897"/>
                  </a:lnTo>
                  <a:lnTo>
                    <a:pt x="7866" y="5777"/>
                  </a:lnTo>
                  <a:lnTo>
                    <a:pt x="8615" y="6016"/>
                  </a:lnTo>
                  <a:lnTo>
                    <a:pt x="9490" y="6257"/>
                  </a:lnTo>
                  <a:lnTo>
                    <a:pt x="10364" y="6377"/>
                  </a:lnTo>
                  <a:lnTo>
                    <a:pt x="11362" y="6559"/>
                  </a:lnTo>
                  <a:lnTo>
                    <a:pt x="12236" y="6618"/>
                  </a:lnTo>
                  <a:lnTo>
                    <a:pt x="13234" y="6740"/>
                  </a:lnTo>
                  <a:lnTo>
                    <a:pt x="13860" y="6740"/>
                  </a:lnTo>
                  <a:lnTo>
                    <a:pt x="14234" y="6679"/>
                  </a:lnTo>
                  <a:lnTo>
                    <a:pt x="14731" y="6618"/>
                  </a:lnTo>
                  <a:lnTo>
                    <a:pt x="15106" y="6499"/>
                  </a:lnTo>
                  <a:lnTo>
                    <a:pt x="15232" y="6377"/>
                  </a:lnTo>
                  <a:lnTo>
                    <a:pt x="15106" y="6197"/>
                  </a:lnTo>
                  <a:lnTo>
                    <a:pt x="14731" y="6077"/>
                  </a:lnTo>
                  <a:lnTo>
                    <a:pt x="14357" y="5957"/>
                  </a:lnTo>
                  <a:lnTo>
                    <a:pt x="13486" y="5897"/>
                  </a:lnTo>
                  <a:lnTo>
                    <a:pt x="12611" y="5836"/>
                  </a:lnTo>
                  <a:lnTo>
                    <a:pt x="11736" y="5777"/>
                  </a:lnTo>
                  <a:lnTo>
                    <a:pt x="9238" y="5475"/>
                  </a:lnTo>
                  <a:lnTo>
                    <a:pt x="9738" y="5295"/>
                  </a:lnTo>
                  <a:lnTo>
                    <a:pt x="10487" y="5054"/>
                  </a:lnTo>
                  <a:lnTo>
                    <a:pt x="11236" y="4814"/>
                  </a:lnTo>
                  <a:lnTo>
                    <a:pt x="11862" y="4693"/>
                  </a:lnTo>
                  <a:lnTo>
                    <a:pt x="12611" y="4634"/>
                  </a:lnTo>
                  <a:close/>
                  <a:moveTo>
                    <a:pt x="4370" y="9326"/>
                  </a:moveTo>
                  <a:lnTo>
                    <a:pt x="5868" y="9387"/>
                  </a:lnTo>
                  <a:lnTo>
                    <a:pt x="5994" y="9387"/>
                  </a:lnTo>
                  <a:lnTo>
                    <a:pt x="6242" y="9626"/>
                  </a:lnTo>
                  <a:lnTo>
                    <a:pt x="6491" y="9748"/>
                  </a:lnTo>
                  <a:lnTo>
                    <a:pt x="6865" y="9748"/>
                  </a:lnTo>
                  <a:lnTo>
                    <a:pt x="7243" y="9626"/>
                  </a:lnTo>
                  <a:lnTo>
                    <a:pt x="7366" y="9446"/>
                  </a:lnTo>
                  <a:lnTo>
                    <a:pt x="8989" y="9507"/>
                  </a:lnTo>
                  <a:lnTo>
                    <a:pt x="10487" y="9507"/>
                  </a:lnTo>
                  <a:lnTo>
                    <a:pt x="11362" y="9567"/>
                  </a:lnTo>
                  <a:lnTo>
                    <a:pt x="11984" y="9626"/>
                  </a:lnTo>
                  <a:lnTo>
                    <a:pt x="11984" y="9868"/>
                  </a:lnTo>
                  <a:lnTo>
                    <a:pt x="11488" y="9807"/>
                  </a:lnTo>
                  <a:lnTo>
                    <a:pt x="11113" y="9868"/>
                  </a:lnTo>
                  <a:lnTo>
                    <a:pt x="10613" y="9987"/>
                  </a:lnTo>
                  <a:lnTo>
                    <a:pt x="10487" y="10109"/>
                  </a:lnTo>
                  <a:lnTo>
                    <a:pt x="10487" y="10228"/>
                  </a:lnTo>
                  <a:lnTo>
                    <a:pt x="9364" y="10228"/>
                  </a:lnTo>
                  <a:lnTo>
                    <a:pt x="4496" y="10109"/>
                  </a:lnTo>
                  <a:lnTo>
                    <a:pt x="2747" y="9987"/>
                  </a:lnTo>
                  <a:lnTo>
                    <a:pt x="1750" y="9928"/>
                  </a:lnTo>
                  <a:lnTo>
                    <a:pt x="875" y="9987"/>
                  </a:lnTo>
                  <a:lnTo>
                    <a:pt x="1249" y="9748"/>
                  </a:lnTo>
                  <a:lnTo>
                    <a:pt x="1750" y="9567"/>
                  </a:lnTo>
                  <a:lnTo>
                    <a:pt x="2246" y="9387"/>
                  </a:lnTo>
                  <a:lnTo>
                    <a:pt x="2747" y="9326"/>
                  </a:lnTo>
                  <a:close/>
                  <a:moveTo>
                    <a:pt x="7618" y="10950"/>
                  </a:moveTo>
                  <a:lnTo>
                    <a:pt x="10238" y="11011"/>
                  </a:lnTo>
                  <a:lnTo>
                    <a:pt x="10739" y="11071"/>
                  </a:lnTo>
                  <a:lnTo>
                    <a:pt x="10739" y="13117"/>
                  </a:lnTo>
                  <a:lnTo>
                    <a:pt x="10613" y="15162"/>
                  </a:lnTo>
                  <a:lnTo>
                    <a:pt x="8240" y="15343"/>
                  </a:lnTo>
                  <a:lnTo>
                    <a:pt x="8240" y="14682"/>
                  </a:lnTo>
                  <a:lnTo>
                    <a:pt x="7866" y="12515"/>
                  </a:lnTo>
                  <a:lnTo>
                    <a:pt x="7740" y="11372"/>
                  </a:lnTo>
                  <a:lnTo>
                    <a:pt x="7618" y="10950"/>
                  </a:lnTo>
                  <a:close/>
                  <a:moveTo>
                    <a:pt x="3622" y="10770"/>
                  </a:moveTo>
                  <a:lnTo>
                    <a:pt x="6368" y="10950"/>
                  </a:lnTo>
                  <a:lnTo>
                    <a:pt x="6242" y="11131"/>
                  </a:lnTo>
                  <a:lnTo>
                    <a:pt x="6242" y="11372"/>
                  </a:lnTo>
                  <a:lnTo>
                    <a:pt x="6368" y="11852"/>
                  </a:lnTo>
                  <a:lnTo>
                    <a:pt x="6617" y="14440"/>
                  </a:lnTo>
                  <a:lnTo>
                    <a:pt x="6743" y="15403"/>
                  </a:lnTo>
                  <a:lnTo>
                    <a:pt x="5245" y="15403"/>
                  </a:lnTo>
                  <a:lnTo>
                    <a:pt x="3744" y="15462"/>
                  </a:lnTo>
                  <a:lnTo>
                    <a:pt x="3496" y="13538"/>
                  </a:lnTo>
                  <a:lnTo>
                    <a:pt x="3247" y="12154"/>
                  </a:lnTo>
                  <a:lnTo>
                    <a:pt x="3121" y="11432"/>
                  </a:lnTo>
                  <a:lnTo>
                    <a:pt x="2747" y="10770"/>
                  </a:lnTo>
                  <a:close/>
                  <a:moveTo>
                    <a:pt x="10487" y="15945"/>
                  </a:moveTo>
                  <a:lnTo>
                    <a:pt x="10238" y="17147"/>
                  </a:lnTo>
                  <a:lnTo>
                    <a:pt x="10112" y="17147"/>
                  </a:lnTo>
                  <a:lnTo>
                    <a:pt x="9738" y="17088"/>
                  </a:lnTo>
                  <a:lnTo>
                    <a:pt x="9364" y="17088"/>
                  </a:lnTo>
                  <a:lnTo>
                    <a:pt x="8863" y="17147"/>
                  </a:lnTo>
                  <a:lnTo>
                    <a:pt x="8489" y="17268"/>
                  </a:lnTo>
                  <a:lnTo>
                    <a:pt x="8489" y="17088"/>
                  </a:lnTo>
                  <a:lnTo>
                    <a:pt x="8366" y="16125"/>
                  </a:lnTo>
                  <a:lnTo>
                    <a:pt x="9490" y="16064"/>
                  </a:lnTo>
                  <a:lnTo>
                    <a:pt x="10487" y="15945"/>
                  </a:lnTo>
                  <a:close/>
                  <a:moveTo>
                    <a:pt x="3870" y="16005"/>
                  </a:moveTo>
                  <a:lnTo>
                    <a:pt x="4619" y="16125"/>
                  </a:lnTo>
                  <a:lnTo>
                    <a:pt x="5245" y="16125"/>
                  </a:lnTo>
                  <a:lnTo>
                    <a:pt x="6743" y="16186"/>
                  </a:lnTo>
                  <a:lnTo>
                    <a:pt x="6865" y="16546"/>
                  </a:lnTo>
                  <a:lnTo>
                    <a:pt x="6743" y="16606"/>
                  </a:lnTo>
                  <a:lnTo>
                    <a:pt x="5742" y="16546"/>
                  </a:lnTo>
                  <a:lnTo>
                    <a:pt x="5494" y="16606"/>
                  </a:lnTo>
                  <a:lnTo>
                    <a:pt x="5245" y="16666"/>
                  </a:lnTo>
                  <a:lnTo>
                    <a:pt x="5245" y="16786"/>
                  </a:lnTo>
                  <a:lnTo>
                    <a:pt x="5368" y="16907"/>
                  </a:lnTo>
                  <a:lnTo>
                    <a:pt x="5868" y="17147"/>
                  </a:lnTo>
                  <a:lnTo>
                    <a:pt x="6617" y="17208"/>
                  </a:lnTo>
                  <a:lnTo>
                    <a:pt x="6865" y="17208"/>
                  </a:lnTo>
                  <a:lnTo>
                    <a:pt x="6865" y="17629"/>
                  </a:lnTo>
                  <a:lnTo>
                    <a:pt x="6116" y="17690"/>
                  </a:lnTo>
                  <a:lnTo>
                    <a:pt x="6116" y="17629"/>
                  </a:lnTo>
                  <a:lnTo>
                    <a:pt x="5994" y="17629"/>
                  </a:lnTo>
                  <a:lnTo>
                    <a:pt x="5742" y="17690"/>
                  </a:lnTo>
                  <a:lnTo>
                    <a:pt x="5494" y="17749"/>
                  </a:lnTo>
                  <a:lnTo>
                    <a:pt x="5245" y="17870"/>
                  </a:lnTo>
                  <a:lnTo>
                    <a:pt x="5119" y="18051"/>
                  </a:lnTo>
                  <a:lnTo>
                    <a:pt x="5245" y="18170"/>
                  </a:lnTo>
                  <a:lnTo>
                    <a:pt x="5620" y="18290"/>
                  </a:lnTo>
                  <a:lnTo>
                    <a:pt x="6991" y="18290"/>
                  </a:lnTo>
                  <a:lnTo>
                    <a:pt x="7243" y="18712"/>
                  </a:lnTo>
                  <a:lnTo>
                    <a:pt x="7618" y="19013"/>
                  </a:lnTo>
                  <a:lnTo>
                    <a:pt x="7740" y="19072"/>
                  </a:lnTo>
                  <a:lnTo>
                    <a:pt x="7992" y="19072"/>
                  </a:lnTo>
                  <a:lnTo>
                    <a:pt x="8240" y="19013"/>
                  </a:lnTo>
                  <a:lnTo>
                    <a:pt x="8366" y="18953"/>
                  </a:lnTo>
                  <a:lnTo>
                    <a:pt x="8615" y="18651"/>
                  </a:lnTo>
                  <a:lnTo>
                    <a:pt x="8741" y="18351"/>
                  </a:lnTo>
                  <a:lnTo>
                    <a:pt x="8741" y="18051"/>
                  </a:lnTo>
                  <a:lnTo>
                    <a:pt x="8615" y="17690"/>
                  </a:lnTo>
                  <a:lnTo>
                    <a:pt x="9115" y="17749"/>
                  </a:lnTo>
                  <a:lnTo>
                    <a:pt x="10238" y="17749"/>
                  </a:lnTo>
                  <a:lnTo>
                    <a:pt x="9990" y="18712"/>
                  </a:lnTo>
                  <a:lnTo>
                    <a:pt x="9738" y="19374"/>
                  </a:lnTo>
                  <a:lnTo>
                    <a:pt x="9612" y="19674"/>
                  </a:lnTo>
                  <a:lnTo>
                    <a:pt x="9364" y="19975"/>
                  </a:lnTo>
                  <a:lnTo>
                    <a:pt x="8989" y="20276"/>
                  </a:lnTo>
                  <a:lnTo>
                    <a:pt x="8615" y="20457"/>
                  </a:lnTo>
                  <a:lnTo>
                    <a:pt x="7992" y="20637"/>
                  </a:lnTo>
                  <a:lnTo>
                    <a:pt x="7243" y="20698"/>
                  </a:lnTo>
                  <a:lnTo>
                    <a:pt x="6617" y="20698"/>
                  </a:lnTo>
                  <a:lnTo>
                    <a:pt x="6116" y="20637"/>
                  </a:lnTo>
                  <a:lnTo>
                    <a:pt x="5620" y="20457"/>
                  </a:lnTo>
                  <a:lnTo>
                    <a:pt x="5119" y="20276"/>
                  </a:lnTo>
                  <a:lnTo>
                    <a:pt x="4871" y="20035"/>
                  </a:lnTo>
                  <a:lnTo>
                    <a:pt x="4496" y="19794"/>
                  </a:lnTo>
                  <a:lnTo>
                    <a:pt x="4118" y="19253"/>
                  </a:lnTo>
                  <a:lnTo>
                    <a:pt x="3870" y="18592"/>
                  </a:lnTo>
                  <a:lnTo>
                    <a:pt x="3870" y="16005"/>
                  </a:lnTo>
                  <a:close/>
                  <a:moveTo>
                    <a:pt x="2124" y="0"/>
                  </a:moveTo>
                  <a:lnTo>
                    <a:pt x="1624" y="61"/>
                  </a:lnTo>
                  <a:lnTo>
                    <a:pt x="1123" y="180"/>
                  </a:lnTo>
                  <a:lnTo>
                    <a:pt x="997" y="302"/>
                  </a:lnTo>
                  <a:lnTo>
                    <a:pt x="997" y="482"/>
                  </a:lnTo>
                  <a:lnTo>
                    <a:pt x="1123" y="541"/>
                  </a:lnTo>
                  <a:lnTo>
                    <a:pt x="997" y="963"/>
                  </a:lnTo>
                  <a:lnTo>
                    <a:pt x="997" y="1384"/>
                  </a:lnTo>
                  <a:lnTo>
                    <a:pt x="1123" y="1806"/>
                  </a:lnTo>
                  <a:lnTo>
                    <a:pt x="1249" y="2167"/>
                  </a:lnTo>
                  <a:lnTo>
                    <a:pt x="1872" y="3008"/>
                  </a:lnTo>
                  <a:lnTo>
                    <a:pt x="2498" y="3730"/>
                  </a:lnTo>
                  <a:lnTo>
                    <a:pt x="3121" y="4332"/>
                  </a:lnTo>
                  <a:lnTo>
                    <a:pt x="3996" y="4934"/>
                  </a:lnTo>
                  <a:lnTo>
                    <a:pt x="4496" y="5175"/>
                  </a:lnTo>
                  <a:lnTo>
                    <a:pt x="5119" y="5355"/>
                  </a:lnTo>
                  <a:lnTo>
                    <a:pt x="5620" y="5536"/>
                  </a:lnTo>
                  <a:lnTo>
                    <a:pt x="6368" y="5536"/>
                  </a:lnTo>
                  <a:lnTo>
                    <a:pt x="6116" y="6257"/>
                  </a:lnTo>
                  <a:lnTo>
                    <a:pt x="5868" y="7160"/>
                  </a:lnTo>
                  <a:lnTo>
                    <a:pt x="5868" y="7642"/>
                  </a:lnTo>
                  <a:lnTo>
                    <a:pt x="5994" y="7883"/>
                  </a:lnTo>
                  <a:lnTo>
                    <a:pt x="6116" y="8063"/>
                  </a:lnTo>
                  <a:lnTo>
                    <a:pt x="5994" y="8724"/>
                  </a:lnTo>
                  <a:lnTo>
                    <a:pt x="5494" y="8724"/>
                  </a:lnTo>
                  <a:lnTo>
                    <a:pt x="3870" y="8664"/>
                  </a:lnTo>
                  <a:lnTo>
                    <a:pt x="3121" y="8605"/>
                  </a:lnTo>
                  <a:lnTo>
                    <a:pt x="2372" y="8664"/>
                  </a:lnTo>
                  <a:lnTo>
                    <a:pt x="1372" y="8844"/>
                  </a:lnTo>
                  <a:lnTo>
                    <a:pt x="997" y="8965"/>
                  </a:lnTo>
                  <a:lnTo>
                    <a:pt x="623" y="9146"/>
                  </a:lnTo>
                  <a:lnTo>
                    <a:pt x="374" y="9326"/>
                  </a:lnTo>
                  <a:lnTo>
                    <a:pt x="248" y="9507"/>
                  </a:lnTo>
                  <a:lnTo>
                    <a:pt x="126" y="9748"/>
                  </a:lnTo>
                  <a:lnTo>
                    <a:pt x="0" y="9987"/>
                  </a:lnTo>
                  <a:lnTo>
                    <a:pt x="126" y="10109"/>
                  </a:lnTo>
                  <a:lnTo>
                    <a:pt x="374" y="10168"/>
                  </a:lnTo>
                  <a:lnTo>
                    <a:pt x="126" y="10289"/>
                  </a:lnTo>
                  <a:lnTo>
                    <a:pt x="126" y="10589"/>
                  </a:lnTo>
                  <a:lnTo>
                    <a:pt x="374" y="10711"/>
                  </a:lnTo>
                  <a:lnTo>
                    <a:pt x="623" y="10770"/>
                  </a:lnTo>
                  <a:lnTo>
                    <a:pt x="997" y="10770"/>
                  </a:lnTo>
                  <a:lnTo>
                    <a:pt x="1249" y="10650"/>
                  </a:lnTo>
                  <a:lnTo>
                    <a:pt x="1498" y="10650"/>
                  </a:lnTo>
                  <a:lnTo>
                    <a:pt x="1498" y="11613"/>
                  </a:lnTo>
                  <a:lnTo>
                    <a:pt x="1750" y="12454"/>
                  </a:lnTo>
                  <a:lnTo>
                    <a:pt x="1998" y="14199"/>
                  </a:lnTo>
                  <a:lnTo>
                    <a:pt x="2124" y="15945"/>
                  </a:lnTo>
                  <a:lnTo>
                    <a:pt x="2124" y="17690"/>
                  </a:lnTo>
                  <a:lnTo>
                    <a:pt x="2246" y="18411"/>
                  </a:lnTo>
                  <a:lnTo>
                    <a:pt x="2372" y="19133"/>
                  </a:lnTo>
                  <a:lnTo>
                    <a:pt x="2747" y="19855"/>
                  </a:lnTo>
                  <a:lnTo>
                    <a:pt x="2995" y="20157"/>
                  </a:lnTo>
                  <a:lnTo>
                    <a:pt x="3370" y="20517"/>
                  </a:lnTo>
                  <a:lnTo>
                    <a:pt x="3622" y="20757"/>
                  </a:lnTo>
                  <a:lnTo>
                    <a:pt x="3996" y="20937"/>
                  </a:lnTo>
                  <a:lnTo>
                    <a:pt x="4496" y="21178"/>
                  </a:lnTo>
                  <a:lnTo>
                    <a:pt x="4993" y="21298"/>
                  </a:lnTo>
                  <a:lnTo>
                    <a:pt x="5494" y="21420"/>
                  </a:lnTo>
                  <a:lnTo>
                    <a:pt x="6116" y="21480"/>
                  </a:lnTo>
                  <a:lnTo>
                    <a:pt x="6617" y="21539"/>
                  </a:lnTo>
                  <a:lnTo>
                    <a:pt x="7243" y="21600"/>
                  </a:lnTo>
                  <a:lnTo>
                    <a:pt x="7992" y="21539"/>
                  </a:lnTo>
                  <a:lnTo>
                    <a:pt x="8741" y="21480"/>
                  </a:lnTo>
                  <a:lnTo>
                    <a:pt x="9364" y="21298"/>
                  </a:lnTo>
                  <a:lnTo>
                    <a:pt x="9864" y="21118"/>
                  </a:lnTo>
                  <a:lnTo>
                    <a:pt x="10238" y="20937"/>
                  </a:lnTo>
                  <a:lnTo>
                    <a:pt x="10613" y="20637"/>
                  </a:lnTo>
                  <a:lnTo>
                    <a:pt x="11236" y="20035"/>
                  </a:lnTo>
                  <a:lnTo>
                    <a:pt x="11610" y="19374"/>
                  </a:lnTo>
                  <a:lnTo>
                    <a:pt x="11736" y="18712"/>
                  </a:lnTo>
                  <a:lnTo>
                    <a:pt x="11984" y="17388"/>
                  </a:lnTo>
                  <a:lnTo>
                    <a:pt x="12359" y="15823"/>
                  </a:lnTo>
                  <a:lnTo>
                    <a:pt x="12485" y="14199"/>
                  </a:lnTo>
                  <a:lnTo>
                    <a:pt x="12485" y="10950"/>
                  </a:lnTo>
                  <a:lnTo>
                    <a:pt x="12737" y="10830"/>
                  </a:lnTo>
                  <a:lnTo>
                    <a:pt x="12859" y="10711"/>
                  </a:lnTo>
                  <a:lnTo>
                    <a:pt x="12859" y="10589"/>
                  </a:lnTo>
                  <a:lnTo>
                    <a:pt x="13234" y="10289"/>
                  </a:lnTo>
                  <a:lnTo>
                    <a:pt x="13486" y="9928"/>
                  </a:lnTo>
                  <a:lnTo>
                    <a:pt x="13608" y="9567"/>
                  </a:lnTo>
                  <a:lnTo>
                    <a:pt x="13486" y="9387"/>
                  </a:lnTo>
                  <a:lnTo>
                    <a:pt x="13360" y="9205"/>
                  </a:lnTo>
                  <a:lnTo>
                    <a:pt x="12985" y="9024"/>
                  </a:lnTo>
                  <a:lnTo>
                    <a:pt x="12485" y="8905"/>
                  </a:lnTo>
                  <a:lnTo>
                    <a:pt x="11862" y="8844"/>
                  </a:lnTo>
                  <a:lnTo>
                    <a:pt x="11113" y="8785"/>
                  </a:lnTo>
                  <a:lnTo>
                    <a:pt x="8615" y="8785"/>
                  </a:lnTo>
                  <a:lnTo>
                    <a:pt x="7366" y="8724"/>
                  </a:lnTo>
                  <a:lnTo>
                    <a:pt x="7117" y="7883"/>
                  </a:lnTo>
                  <a:lnTo>
                    <a:pt x="7366" y="7520"/>
                  </a:lnTo>
                  <a:lnTo>
                    <a:pt x="7366" y="7160"/>
                  </a:lnTo>
                  <a:lnTo>
                    <a:pt x="7492" y="6499"/>
                  </a:lnTo>
                  <a:lnTo>
                    <a:pt x="8366" y="6799"/>
                  </a:lnTo>
                  <a:lnTo>
                    <a:pt x="9238" y="7040"/>
                  </a:lnTo>
                  <a:lnTo>
                    <a:pt x="10112" y="7220"/>
                  </a:lnTo>
                  <a:lnTo>
                    <a:pt x="11113" y="7340"/>
                  </a:lnTo>
                  <a:lnTo>
                    <a:pt x="11984" y="7461"/>
                  </a:lnTo>
                  <a:lnTo>
                    <a:pt x="12985" y="7520"/>
                  </a:lnTo>
                  <a:lnTo>
                    <a:pt x="14983" y="7520"/>
                  </a:lnTo>
                  <a:lnTo>
                    <a:pt x="15858" y="7461"/>
                  </a:lnTo>
                  <a:lnTo>
                    <a:pt x="16855" y="7340"/>
                  </a:lnTo>
                  <a:lnTo>
                    <a:pt x="17730" y="7220"/>
                  </a:lnTo>
                  <a:lnTo>
                    <a:pt x="18727" y="7040"/>
                  </a:lnTo>
                  <a:lnTo>
                    <a:pt x="19602" y="6859"/>
                  </a:lnTo>
                  <a:lnTo>
                    <a:pt x="19850" y="6740"/>
                  </a:lnTo>
                  <a:lnTo>
                    <a:pt x="19850" y="6377"/>
                  </a:lnTo>
                  <a:lnTo>
                    <a:pt x="19728" y="6197"/>
                  </a:lnTo>
                  <a:lnTo>
                    <a:pt x="19850" y="6257"/>
                  </a:lnTo>
                  <a:lnTo>
                    <a:pt x="20351" y="6499"/>
                  </a:lnTo>
                  <a:lnTo>
                    <a:pt x="20599" y="6559"/>
                  </a:lnTo>
                  <a:lnTo>
                    <a:pt x="21100" y="6618"/>
                  </a:lnTo>
                  <a:lnTo>
                    <a:pt x="21226" y="6618"/>
                  </a:lnTo>
                  <a:lnTo>
                    <a:pt x="21352" y="6559"/>
                  </a:lnTo>
                  <a:lnTo>
                    <a:pt x="21600" y="6377"/>
                  </a:lnTo>
                  <a:lnTo>
                    <a:pt x="21474" y="6138"/>
                  </a:lnTo>
                  <a:lnTo>
                    <a:pt x="21352" y="5957"/>
                  </a:lnTo>
                  <a:lnTo>
                    <a:pt x="21100" y="5777"/>
                  </a:lnTo>
                  <a:lnTo>
                    <a:pt x="20725" y="5536"/>
                  </a:lnTo>
                  <a:lnTo>
                    <a:pt x="19850" y="5236"/>
                  </a:lnTo>
                  <a:lnTo>
                    <a:pt x="19102" y="4994"/>
                  </a:lnTo>
                  <a:lnTo>
                    <a:pt x="17978" y="4693"/>
                  </a:lnTo>
                  <a:lnTo>
                    <a:pt x="16855" y="4453"/>
                  </a:lnTo>
                  <a:lnTo>
                    <a:pt x="14483" y="4092"/>
                  </a:lnTo>
                  <a:lnTo>
                    <a:pt x="13360" y="3971"/>
                  </a:lnTo>
                  <a:lnTo>
                    <a:pt x="12236" y="3912"/>
                  </a:lnTo>
                  <a:lnTo>
                    <a:pt x="11236" y="4032"/>
                  </a:lnTo>
                  <a:lnTo>
                    <a:pt x="10112" y="4273"/>
                  </a:lnTo>
                  <a:lnTo>
                    <a:pt x="9115" y="4573"/>
                  </a:lnTo>
                  <a:lnTo>
                    <a:pt x="7992" y="5054"/>
                  </a:lnTo>
                  <a:lnTo>
                    <a:pt x="7992" y="4994"/>
                  </a:lnTo>
                  <a:lnTo>
                    <a:pt x="8114" y="4573"/>
                  </a:lnTo>
                  <a:lnTo>
                    <a:pt x="8366" y="4212"/>
                  </a:lnTo>
                  <a:lnTo>
                    <a:pt x="8489" y="4032"/>
                  </a:lnTo>
                  <a:lnTo>
                    <a:pt x="8489" y="3610"/>
                  </a:lnTo>
                  <a:lnTo>
                    <a:pt x="8240" y="3490"/>
                  </a:lnTo>
                  <a:lnTo>
                    <a:pt x="8114" y="3069"/>
                  </a:lnTo>
                  <a:lnTo>
                    <a:pt x="7866" y="2647"/>
                  </a:lnTo>
                  <a:lnTo>
                    <a:pt x="7243" y="1865"/>
                  </a:lnTo>
                  <a:lnTo>
                    <a:pt x="6865" y="1504"/>
                  </a:lnTo>
                  <a:lnTo>
                    <a:pt x="6242" y="1084"/>
                  </a:lnTo>
                  <a:lnTo>
                    <a:pt x="5620" y="722"/>
                  </a:lnTo>
                  <a:lnTo>
                    <a:pt x="4745" y="361"/>
                  </a:lnTo>
                  <a:lnTo>
                    <a:pt x="3870" y="121"/>
                  </a:lnTo>
                  <a:lnTo>
                    <a:pt x="2995"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982" name="Google Shape;352;p6"/>
            <p:cNvSpPr/>
            <p:nvPr/>
          </p:nvSpPr>
          <p:spPr>
            <a:xfrm>
              <a:off x="412386" y="744689"/>
              <a:ext cx="584623" cy="49607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335" y="2852"/>
                  </a:moveTo>
                  <a:lnTo>
                    <a:pt x="8156" y="2905"/>
                  </a:lnTo>
                  <a:lnTo>
                    <a:pt x="8021" y="2959"/>
                  </a:lnTo>
                  <a:lnTo>
                    <a:pt x="7932" y="3169"/>
                  </a:lnTo>
                  <a:lnTo>
                    <a:pt x="7843" y="3434"/>
                  </a:lnTo>
                  <a:lnTo>
                    <a:pt x="7798" y="3644"/>
                  </a:lnTo>
                  <a:lnTo>
                    <a:pt x="7798" y="3802"/>
                  </a:lnTo>
                  <a:lnTo>
                    <a:pt x="7843" y="3962"/>
                  </a:lnTo>
                  <a:lnTo>
                    <a:pt x="7932" y="4067"/>
                  </a:lnTo>
                  <a:lnTo>
                    <a:pt x="8021" y="4120"/>
                  </a:lnTo>
                  <a:lnTo>
                    <a:pt x="8201" y="4120"/>
                  </a:lnTo>
                  <a:lnTo>
                    <a:pt x="8381" y="4067"/>
                  </a:lnTo>
                  <a:lnTo>
                    <a:pt x="8470" y="3962"/>
                  </a:lnTo>
                  <a:lnTo>
                    <a:pt x="8559" y="3802"/>
                  </a:lnTo>
                  <a:lnTo>
                    <a:pt x="8649" y="3644"/>
                  </a:lnTo>
                  <a:lnTo>
                    <a:pt x="8649" y="3275"/>
                  </a:lnTo>
                  <a:lnTo>
                    <a:pt x="8559" y="3117"/>
                  </a:lnTo>
                  <a:lnTo>
                    <a:pt x="8470" y="2959"/>
                  </a:lnTo>
                  <a:lnTo>
                    <a:pt x="8335" y="2852"/>
                  </a:lnTo>
                  <a:close/>
                  <a:moveTo>
                    <a:pt x="6453" y="3802"/>
                  </a:moveTo>
                  <a:lnTo>
                    <a:pt x="6364" y="3856"/>
                  </a:lnTo>
                  <a:lnTo>
                    <a:pt x="6274" y="3909"/>
                  </a:lnTo>
                  <a:lnTo>
                    <a:pt x="6184" y="4014"/>
                  </a:lnTo>
                  <a:lnTo>
                    <a:pt x="6184" y="4226"/>
                  </a:lnTo>
                  <a:lnTo>
                    <a:pt x="6095" y="4279"/>
                  </a:lnTo>
                  <a:lnTo>
                    <a:pt x="6050" y="4384"/>
                  </a:lnTo>
                  <a:lnTo>
                    <a:pt x="6050" y="4647"/>
                  </a:lnTo>
                  <a:lnTo>
                    <a:pt x="6140" y="4806"/>
                  </a:lnTo>
                  <a:lnTo>
                    <a:pt x="6229" y="4912"/>
                  </a:lnTo>
                  <a:lnTo>
                    <a:pt x="6498" y="4912"/>
                  </a:lnTo>
                  <a:lnTo>
                    <a:pt x="6632" y="4806"/>
                  </a:lnTo>
                  <a:lnTo>
                    <a:pt x="6722" y="4701"/>
                  </a:lnTo>
                  <a:lnTo>
                    <a:pt x="6812" y="4542"/>
                  </a:lnTo>
                  <a:lnTo>
                    <a:pt x="6857" y="4331"/>
                  </a:lnTo>
                  <a:lnTo>
                    <a:pt x="6812" y="4120"/>
                  </a:lnTo>
                  <a:lnTo>
                    <a:pt x="6722" y="3962"/>
                  </a:lnTo>
                  <a:lnTo>
                    <a:pt x="6587" y="3856"/>
                  </a:lnTo>
                  <a:lnTo>
                    <a:pt x="6453" y="3802"/>
                  </a:lnTo>
                  <a:close/>
                  <a:moveTo>
                    <a:pt x="8290" y="5124"/>
                  </a:moveTo>
                  <a:lnTo>
                    <a:pt x="8112" y="5176"/>
                  </a:lnTo>
                  <a:lnTo>
                    <a:pt x="7932" y="5334"/>
                  </a:lnTo>
                  <a:lnTo>
                    <a:pt x="7798" y="5493"/>
                  </a:lnTo>
                  <a:lnTo>
                    <a:pt x="7707" y="5704"/>
                  </a:lnTo>
                  <a:lnTo>
                    <a:pt x="7663" y="5916"/>
                  </a:lnTo>
                  <a:lnTo>
                    <a:pt x="7663" y="6286"/>
                  </a:lnTo>
                  <a:lnTo>
                    <a:pt x="7798" y="6391"/>
                  </a:lnTo>
                  <a:lnTo>
                    <a:pt x="7932" y="6444"/>
                  </a:lnTo>
                  <a:lnTo>
                    <a:pt x="8067" y="6391"/>
                  </a:lnTo>
                  <a:lnTo>
                    <a:pt x="8246" y="6233"/>
                  </a:lnTo>
                  <a:lnTo>
                    <a:pt x="8381" y="6233"/>
                  </a:lnTo>
                  <a:lnTo>
                    <a:pt x="8515" y="6179"/>
                  </a:lnTo>
                  <a:lnTo>
                    <a:pt x="8649" y="6021"/>
                  </a:lnTo>
                  <a:lnTo>
                    <a:pt x="8738" y="5809"/>
                  </a:lnTo>
                  <a:lnTo>
                    <a:pt x="8738" y="5546"/>
                  </a:lnTo>
                  <a:lnTo>
                    <a:pt x="8649" y="5334"/>
                  </a:lnTo>
                  <a:lnTo>
                    <a:pt x="8604" y="5229"/>
                  </a:lnTo>
                  <a:lnTo>
                    <a:pt x="8515" y="5176"/>
                  </a:lnTo>
                  <a:lnTo>
                    <a:pt x="8290" y="5124"/>
                  </a:lnTo>
                  <a:close/>
                  <a:moveTo>
                    <a:pt x="5871" y="8608"/>
                  </a:moveTo>
                  <a:lnTo>
                    <a:pt x="5646" y="8768"/>
                  </a:lnTo>
                  <a:lnTo>
                    <a:pt x="5423" y="8926"/>
                  </a:lnTo>
                  <a:lnTo>
                    <a:pt x="5378" y="8978"/>
                  </a:lnTo>
                  <a:lnTo>
                    <a:pt x="5289" y="9085"/>
                  </a:lnTo>
                  <a:lnTo>
                    <a:pt x="5198" y="9190"/>
                  </a:lnTo>
                  <a:lnTo>
                    <a:pt x="5154" y="9348"/>
                  </a:lnTo>
                  <a:lnTo>
                    <a:pt x="5154" y="9453"/>
                  </a:lnTo>
                  <a:lnTo>
                    <a:pt x="5198" y="9665"/>
                  </a:lnTo>
                  <a:lnTo>
                    <a:pt x="5289" y="9876"/>
                  </a:lnTo>
                  <a:lnTo>
                    <a:pt x="5333" y="9930"/>
                  </a:lnTo>
                  <a:lnTo>
                    <a:pt x="5467" y="10035"/>
                  </a:lnTo>
                  <a:lnTo>
                    <a:pt x="5601" y="10088"/>
                  </a:lnTo>
                  <a:lnTo>
                    <a:pt x="5737" y="10140"/>
                  </a:lnTo>
                  <a:lnTo>
                    <a:pt x="5915" y="10088"/>
                  </a:lnTo>
                  <a:lnTo>
                    <a:pt x="6050" y="10035"/>
                  </a:lnTo>
                  <a:lnTo>
                    <a:pt x="6140" y="9930"/>
                  </a:lnTo>
                  <a:lnTo>
                    <a:pt x="6364" y="9718"/>
                  </a:lnTo>
                  <a:lnTo>
                    <a:pt x="6453" y="9560"/>
                  </a:lnTo>
                  <a:lnTo>
                    <a:pt x="6498" y="9348"/>
                  </a:lnTo>
                  <a:lnTo>
                    <a:pt x="6543" y="9136"/>
                  </a:lnTo>
                  <a:lnTo>
                    <a:pt x="6543" y="8978"/>
                  </a:lnTo>
                  <a:lnTo>
                    <a:pt x="6453" y="8820"/>
                  </a:lnTo>
                  <a:lnTo>
                    <a:pt x="6364" y="8715"/>
                  </a:lnTo>
                  <a:lnTo>
                    <a:pt x="6274" y="8608"/>
                  </a:lnTo>
                  <a:close/>
                  <a:moveTo>
                    <a:pt x="5154" y="7078"/>
                  </a:moveTo>
                  <a:lnTo>
                    <a:pt x="5154" y="7288"/>
                  </a:lnTo>
                  <a:lnTo>
                    <a:pt x="5198" y="7394"/>
                  </a:lnTo>
                  <a:lnTo>
                    <a:pt x="5243" y="7448"/>
                  </a:lnTo>
                  <a:lnTo>
                    <a:pt x="5423" y="7499"/>
                  </a:lnTo>
                  <a:lnTo>
                    <a:pt x="5557" y="7448"/>
                  </a:lnTo>
                  <a:lnTo>
                    <a:pt x="5601" y="7394"/>
                  </a:lnTo>
                  <a:lnTo>
                    <a:pt x="5646" y="7288"/>
                  </a:lnTo>
                  <a:lnTo>
                    <a:pt x="5692" y="7236"/>
                  </a:lnTo>
                  <a:lnTo>
                    <a:pt x="6095" y="7394"/>
                  </a:lnTo>
                  <a:lnTo>
                    <a:pt x="6498" y="7499"/>
                  </a:lnTo>
                  <a:lnTo>
                    <a:pt x="6587" y="7658"/>
                  </a:lnTo>
                  <a:lnTo>
                    <a:pt x="6678" y="7816"/>
                  </a:lnTo>
                  <a:lnTo>
                    <a:pt x="6946" y="8081"/>
                  </a:lnTo>
                  <a:lnTo>
                    <a:pt x="7170" y="8398"/>
                  </a:lnTo>
                  <a:lnTo>
                    <a:pt x="7304" y="8715"/>
                  </a:lnTo>
                  <a:lnTo>
                    <a:pt x="7349" y="9031"/>
                  </a:lnTo>
                  <a:lnTo>
                    <a:pt x="7304" y="9401"/>
                  </a:lnTo>
                  <a:lnTo>
                    <a:pt x="7260" y="9612"/>
                  </a:lnTo>
                  <a:lnTo>
                    <a:pt x="7170" y="9823"/>
                  </a:lnTo>
                  <a:lnTo>
                    <a:pt x="6946" y="10193"/>
                  </a:lnTo>
                  <a:lnTo>
                    <a:pt x="6678" y="10405"/>
                  </a:lnTo>
                  <a:lnTo>
                    <a:pt x="6364" y="10615"/>
                  </a:lnTo>
                  <a:lnTo>
                    <a:pt x="6006" y="10722"/>
                  </a:lnTo>
                  <a:lnTo>
                    <a:pt x="5646" y="10773"/>
                  </a:lnTo>
                  <a:lnTo>
                    <a:pt x="5289" y="10827"/>
                  </a:lnTo>
                  <a:lnTo>
                    <a:pt x="4929" y="10773"/>
                  </a:lnTo>
                  <a:lnTo>
                    <a:pt x="4615" y="10722"/>
                  </a:lnTo>
                  <a:lnTo>
                    <a:pt x="4257" y="10563"/>
                  </a:lnTo>
                  <a:lnTo>
                    <a:pt x="4078" y="10405"/>
                  </a:lnTo>
                  <a:lnTo>
                    <a:pt x="3943" y="10193"/>
                  </a:lnTo>
                  <a:lnTo>
                    <a:pt x="3854" y="9930"/>
                  </a:lnTo>
                  <a:lnTo>
                    <a:pt x="3809" y="9665"/>
                  </a:lnTo>
                  <a:lnTo>
                    <a:pt x="3765" y="9190"/>
                  </a:lnTo>
                  <a:lnTo>
                    <a:pt x="3854" y="8768"/>
                  </a:lnTo>
                  <a:lnTo>
                    <a:pt x="3943" y="8345"/>
                  </a:lnTo>
                  <a:lnTo>
                    <a:pt x="4123" y="7975"/>
                  </a:lnTo>
                  <a:lnTo>
                    <a:pt x="4347" y="7658"/>
                  </a:lnTo>
                  <a:lnTo>
                    <a:pt x="4571" y="7448"/>
                  </a:lnTo>
                  <a:lnTo>
                    <a:pt x="4840" y="7236"/>
                  </a:lnTo>
                  <a:lnTo>
                    <a:pt x="5154" y="7078"/>
                  </a:lnTo>
                  <a:close/>
                  <a:moveTo>
                    <a:pt x="14205" y="10352"/>
                  </a:moveTo>
                  <a:lnTo>
                    <a:pt x="14608" y="10457"/>
                  </a:lnTo>
                  <a:lnTo>
                    <a:pt x="14968" y="10457"/>
                  </a:lnTo>
                  <a:lnTo>
                    <a:pt x="15102" y="10405"/>
                  </a:lnTo>
                  <a:lnTo>
                    <a:pt x="15191" y="10722"/>
                  </a:lnTo>
                  <a:lnTo>
                    <a:pt x="15282" y="11092"/>
                  </a:lnTo>
                  <a:lnTo>
                    <a:pt x="15282" y="11250"/>
                  </a:lnTo>
                  <a:lnTo>
                    <a:pt x="15236" y="11250"/>
                  </a:lnTo>
                  <a:lnTo>
                    <a:pt x="15147" y="11302"/>
                  </a:lnTo>
                  <a:lnTo>
                    <a:pt x="15147" y="11355"/>
                  </a:lnTo>
                  <a:lnTo>
                    <a:pt x="14968" y="11250"/>
                  </a:lnTo>
                  <a:lnTo>
                    <a:pt x="14340" y="10880"/>
                  </a:lnTo>
                  <a:lnTo>
                    <a:pt x="14296" y="10773"/>
                  </a:lnTo>
                  <a:lnTo>
                    <a:pt x="14205" y="10615"/>
                  </a:lnTo>
                  <a:lnTo>
                    <a:pt x="14205" y="10352"/>
                  </a:lnTo>
                  <a:close/>
                  <a:moveTo>
                    <a:pt x="5289" y="6338"/>
                  </a:moveTo>
                  <a:lnTo>
                    <a:pt x="5198" y="6444"/>
                  </a:lnTo>
                  <a:lnTo>
                    <a:pt x="4929" y="6496"/>
                  </a:lnTo>
                  <a:lnTo>
                    <a:pt x="4661" y="6654"/>
                  </a:lnTo>
                  <a:lnTo>
                    <a:pt x="4437" y="6813"/>
                  </a:lnTo>
                  <a:lnTo>
                    <a:pt x="4212" y="6971"/>
                  </a:lnTo>
                  <a:lnTo>
                    <a:pt x="3989" y="7183"/>
                  </a:lnTo>
                  <a:lnTo>
                    <a:pt x="3765" y="7448"/>
                  </a:lnTo>
                  <a:lnTo>
                    <a:pt x="3630" y="7711"/>
                  </a:lnTo>
                  <a:lnTo>
                    <a:pt x="3451" y="8028"/>
                  </a:lnTo>
                  <a:lnTo>
                    <a:pt x="3317" y="8503"/>
                  </a:lnTo>
                  <a:lnTo>
                    <a:pt x="3226" y="8978"/>
                  </a:lnTo>
                  <a:lnTo>
                    <a:pt x="3226" y="9506"/>
                  </a:lnTo>
                  <a:lnTo>
                    <a:pt x="3272" y="9982"/>
                  </a:lnTo>
                  <a:lnTo>
                    <a:pt x="3451" y="10457"/>
                  </a:lnTo>
                  <a:lnTo>
                    <a:pt x="3675" y="10827"/>
                  </a:lnTo>
                  <a:lnTo>
                    <a:pt x="3809" y="11038"/>
                  </a:lnTo>
                  <a:lnTo>
                    <a:pt x="3989" y="11143"/>
                  </a:lnTo>
                  <a:lnTo>
                    <a:pt x="4168" y="11302"/>
                  </a:lnTo>
                  <a:lnTo>
                    <a:pt x="4392" y="11355"/>
                  </a:lnTo>
                  <a:lnTo>
                    <a:pt x="4840" y="11513"/>
                  </a:lnTo>
                  <a:lnTo>
                    <a:pt x="5243" y="11567"/>
                  </a:lnTo>
                  <a:lnTo>
                    <a:pt x="5692" y="11513"/>
                  </a:lnTo>
                  <a:lnTo>
                    <a:pt x="6140" y="11460"/>
                  </a:lnTo>
                  <a:lnTo>
                    <a:pt x="6543" y="11302"/>
                  </a:lnTo>
                  <a:lnTo>
                    <a:pt x="6946" y="11092"/>
                  </a:lnTo>
                  <a:lnTo>
                    <a:pt x="7304" y="10773"/>
                  </a:lnTo>
                  <a:lnTo>
                    <a:pt x="7618" y="10405"/>
                  </a:lnTo>
                  <a:lnTo>
                    <a:pt x="7798" y="9982"/>
                  </a:lnTo>
                  <a:lnTo>
                    <a:pt x="7887" y="9560"/>
                  </a:lnTo>
                  <a:lnTo>
                    <a:pt x="7977" y="9136"/>
                  </a:lnTo>
                  <a:lnTo>
                    <a:pt x="7932" y="8661"/>
                  </a:lnTo>
                  <a:lnTo>
                    <a:pt x="7843" y="8291"/>
                  </a:lnTo>
                  <a:lnTo>
                    <a:pt x="7663" y="7923"/>
                  </a:lnTo>
                  <a:lnTo>
                    <a:pt x="7529" y="7764"/>
                  </a:lnTo>
                  <a:lnTo>
                    <a:pt x="7304" y="7553"/>
                  </a:lnTo>
                  <a:lnTo>
                    <a:pt x="7126" y="7341"/>
                  </a:lnTo>
                  <a:lnTo>
                    <a:pt x="7081" y="7236"/>
                  </a:lnTo>
                  <a:lnTo>
                    <a:pt x="7081" y="7129"/>
                  </a:lnTo>
                  <a:lnTo>
                    <a:pt x="7035" y="7024"/>
                  </a:lnTo>
                  <a:lnTo>
                    <a:pt x="6992" y="6919"/>
                  </a:lnTo>
                  <a:lnTo>
                    <a:pt x="6901" y="6813"/>
                  </a:lnTo>
                  <a:lnTo>
                    <a:pt x="6767" y="6761"/>
                  </a:lnTo>
                  <a:lnTo>
                    <a:pt x="6364" y="6708"/>
                  </a:lnTo>
                  <a:lnTo>
                    <a:pt x="6274" y="6603"/>
                  </a:lnTo>
                  <a:lnTo>
                    <a:pt x="6274" y="6496"/>
                  </a:lnTo>
                  <a:lnTo>
                    <a:pt x="6184" y="6391"/>
                  </a:lnTo>
                  <a:lnTo>
                    <a:pt x="5601" y="6391"/>
                  </a:lnTo>
                  <a:lnTo>
                    <a:pt x="5467" y="6338"/>
                  </a:lnTo>
                  <a:close/>
                  <a:moveTo>
                    <a:pt x="2151" y="10722"/>
                  </a:moveTo>
                  <a:lnTo>
                    <a:pt x="2331" y="10773"/>
                  </a:lnTo>
                  <a:lnTo>
                    <a:pt x="2509" y="10827"/>
                  </a:lnTo>
                  <a:lnTo>
                    <a:pt x="2644" y="10985"/>
                  </a:lnTo>
                  <a:lnTo>
                    <a:pt x="2779" y="11143"/>
                  </a:lnTo>
                  <a:lnTo>
                    <a:pt x="2868" y="11355"/>
                  </a:lnTo>
                  <a:lnTo>
                    <a:pt x="2868" y="11672"/>
                  </a:lnTo>
                  <a:lnTo>
                    <a:pt x="2823" y="11725"/>
                  </a:lnTo>
                  <a:lnTo>
                    <a:pt x="2734" y="11725"/>
                  </a:lnTo>
                  <a:lnTo>
                    <a:pt x="2600" y="11618"/>
                  </a:lnTo>
                  <a:lnTo>
                    <a:pt x="2465" y="11460"/>
                  </a:lnTo>
                  <a:lnTo>
                    <a:pt x="2331" y="11250"/>
                  </a:lnTo>
                  <a:lnTo>
                    <a:pt x="2106" y="10827"/>
                  </a:lnTo>
                  <a:lnTo>
                    <a:pt x="2017" y="10722"/>
                  </a:lnTo>
                  <a:close/>
                  <a:moveTo>
                    <a:pt x="17388" y="10985"/>
                  </a:moveTo>
                  <a:lnTo>
                    <a:pt x="17297" y="11038"/>
                  </a:lnTo>
                  <a:lnTo>
                    <a:pt x="17253" y="11143"/>
                  </a:lnTo>
                  <a:lnTo>
                    <a:pt x="17119" y="11460"/>
                  </a:lnTo>
                  <a:lnTo>
                    <a:pt x="17119" y="11618"/>
                  </a:lnTo>
                  <a:lnTo>
                    <a:pt x="17163" y="11777"/>
                  </a:lnTo>
                  <a:lnTo>
                    <a:pt x="17208" y="11883"/>
                  </a:lnTo>
                  <a:lnTo>
                    <a:pt x="17297" y="11935"/>
                  </a:lnTo>
                  <a:lnTo>
                    <a:pt x="17477" y="11935"/>
                  </a:lnTo>
                  <a:lnTo>
                    <a:pt x="17611" y="11883"/>
                  </a:lnTo>
                  <a:lnTo>
                    <a:pt x="17657" y="11777"/>
                  </a:lnTo>
                  <a:lnTo>
                    <a:pt x="17702" y="11672"/>
                  </a:lnTo>
                  <a:lnTo>
                    <a:pt x="17702" y="11197"/>
                  </a:lnTo>
                  <a:lnTo>
                    <a:pt x="17657" y="11092"/>
                  </a:lnTo>
                  <a:lnTo>
                    <a:pt x="17611" y="11038"/>
                  </a:lnTo>
                  <a:lnTo>
                    <a:pt x="17477" y="10985"/>
                  </a:lnTo>
                  <a:close/>
                  <a:moveTo>
                    <a:pt x="9052" y="8978"/>
                  </a:moveTo>
                  <a:lnTo>
                    <a:pt x="8918" y="9085"/>
                  </a:lnTo>
                  <a:lnTo>
                    <a:pt x="8829" y="9136"/>
                  </a:lnTo>
                  <a:lnTo>
                    <a:pt x="8784" y="9243"/>
                  </a:lnTo>
                  <a:lnTo>
                    <a:pt x="8738" y="9453"/>
                  </a:lnTo>
                  <a:lnTo>
                    <a:pt x="8738" y="9718"/>
                  </a:lnTo>
                  <a:lnTo>
                    <a:pt x="8784" y="9982"/>
                  </a:lnTo>
                  <a:lnTo>
                    <a:pt x="8829" y="10088"/>
                  </a:lnTo>
                  <a:lnTo>
                    <a:pt x="8918" y="10193"/>
                  </a:lnTo>
                  <a:lnTo>
                    <a:pt x="9366" y="10298"/>
                  </a:lnTo>
                  <a:lnTo>
                    <a:pt x="9052" y="10615"/>
                  </a:lnTo>
                  <a:lnTo>
                    <a:pt x="8873" y="10827"/>
                  </a:lnTo>
                  <a:lnTo>
                    <a:pt x="8784" y="10932"/>
                  </a:lnTo>
                  <a:lnTo>
                    <a:pt x="8738" y="11092"/>
                  </a:lnTo>
                  <a:lnTo>
                    <a:pt x="8738" y="11355"/>
                  </a:lnTo>
                  <a:lnTo>
                    <a:pt x="8829" y="11618"/>
                  </a:lnTo>
                  <a:lnTo>
                    <a:pt x="8963" y="11777"/>
                  </a:lnTo>
                  <a:lnTo>
                    <a:pt x="9142" y="11935"/>
                  </a:lnTo>
                  <a:lnTo>
                    <a:pt x="9187" y="12094"/>
                  </a:lnTo>
                  <a:lnTo>
                    <a:pt x="9232" y="12200"/>
                  </a:lnTo>
                  <a:lnTo>
                    <a:pt x="9276" y="12253"/>
                  </a:lnTo>
                  <a:lnTo>
                    <a:pt x="9456" y="12253"/>
                  </a:lnTo>
                  <a:lnTo>
                    <a:pt x="9545" y="12147"/>
                  </a:lnTo>
                  <a:lnTo>
                    <a:pt x="9590" y="12042"/>
                  </a:lnTo>
                  <a:lnTo>
                    <a:pt x="9679" y="11830"/>
                  </a:lnTo>
                  <a:lnTo>
                    <a:pt x="9679" y="11725"/>
                  </a:lnTo>
                  <a:lnTo>
                    <a:pt x="9635" y="11618"/>
                  </a:lnTo>
                  <a:lnTo>
                    <a:pt x="9590" y="11513"/>
                  </a:lnTo>
                  <a:lnTo>
                    <a:pt x="9501" y="11460"/>
                  </a:lnTo>
                  <a:lnTo>
                    <a:pt x="9366" y="11408"/>
                  </a:lnTo>
                  <a:lnTo>
                    <a:pt x="9321" y="11355"/>
                  </a:lnTo>
                  <a:lnTo>
                    <a:pt x="9321" y="11197"/>
                  </a:lnTo>
                  <a:lnTo>
                    <a:pt x="9410" y="11038"/>
                  </a:lnTo>
                  <a:lnTo>
                    <a:pt x="9590" y="10932"/>
                  </a:lnTo>
                  <a:lnTo>
                    <a:pt x="9770" y="10668"/>
                  </a:lnTo>
                  <a:lnTo>
                    <a:pt x="9904" y="10352"/>
                  </a:lnTo>
                  <a:lnTo>
                    <a:pt x="9904" y="10193"/>
                  </a:lnTo>
                  <a:lnTo>
                    <a:pt x="9859" y="10035"/>
                  </a:lnTo>
                  <a:lnTo>
                    <a:pt x="9815" y="9930"/>
                  </a:lnTo>
                  <a:lnTo>
                    <a:pt x="9724" y="9823"/>
                  </a:lnTo>
                  <a:lnTo>
                    <a:pt x="9456" y="9718"/>
                  </a:lnTo>
                  <a:lnTo>
                    <a:pt x="9187" y="9665"/>
                  </a:lnTo>
                  <a:lnTo>
                    <a:pt x="9232" y="9453"/>
                  </a:lnTo>
                  <a:lnTo>
                    <a:pt x="9276" y="9348"/>
                  </a:lnTo>
                  <a:lnTo>
                    <a:pt x="9366" y="9295"/>
                  </a:lnTo>
                  <a:lnTo>
                    <a:pt x="9410" y="9190"/>
                  </a:lnTo>
                  <a:lnTo>
                    <a:pt x="9366" y="9085"/>
                  </a:lnTo>
                  <a:lnTo>
                    <a:pt x="9276" y="8978"/>
                  </a:lnTo>
                  <a:close/>
                  <a:moveTo>
                    <a:pt x="2017" y="9930"/>
                  </a:moveTo>
                  <a:lnTo>
                    <a:pt x="1928" y="9982"/>
                  </a:lnTo>
                  <a:lnTo>
                    <a:pt x="1883" y="10088"/>
                  </a:lnTo>
                  <a:lnTo>
                    <a:pt x="1837" y="10193"/>
                  </a:lnTo>
                  <a:lnTo>
                    <a:pt x="1837" y="10405"/>
                  </a:lnTo>
                  <a:lnTo>
                    <a:pt x="1883" y="10510"/>
                  </a:lnTo>
                  <a:lnTo>
                    <a:pt x="1928" y="10615"/>
                  </a:lnTo>
                  <a:lnTo>
                    <a:pt x="1883" y="10668"/>
                  </a:lnTo>
                  <a:lnTo>
                    <a:pt x="1837" y="10668"/>
                  </a:lnTo>
                  <a:lnTo>
                    <a:pt x="1793" y="10773"/>
                  </a:lnTo>
                  <a:lnTo>
                    <a:pt x="1748" y="10880"/>
                  </a:lnTo>
                  <a:lnTo>
                    <a:pt x="1793" y="11250"/>
                  </a:lnTo>
                  <a:lnTo>
                    <a:pt x="1928" y="11567"/>
                  </a:lnTo>
                  <a:lnTo>
                    <a:pt x="2106" y="11883"/>
                  </a:lnTo>
                  <a:lnTo>
                    <a:pt x="2331" y="12147"/>
                  </a:lnTo>
                  <a:lnTo>
                    <a:pt x="2600" y="12305"/>
                  </a:lnTo>
                  <a:lnTo>
                    <a:pt x="2734" y="12358"/>
                  </a:lnTo>
                  <a:lnTo>
                    <a:pt x="2868" y="12412"/>
                  </a:lnTo>
                  <a:lnTo>
                    <a:pt x="3003" y="12412"/>
                  </a:lnTo>
                  <a:lnTo>
                    <a:pt x="3137" y="12305"/>
                  </a:lnTo>
                  <a:lnTo>
                    <a:pt x="3226" y="12200"/>
                  </a:lnTo>
                  <a:lnTo>
                    <a:pt x="3317" y="12042"/>
                  </a:lnTo>
                  <a:lnTo>
                    <a:pt x="3406" y="11725"/>
                  </a:lnTo>
                  <a:lnTo>
                    <a:pt x="3406" y="11460"/>
                  </a:lnTo>
                  <a:lnTo>
                    <a:pt x="3361" y="11143"/>
                  </a:lnTo>
                  <a:lnTo>
                    <a:pt x="3272" y="10880"/>
                  </a:lnTo>
                  <a:lnTo>
                    <a:pt x="3092" y="10615"/>
                  </a:lnTo>
                  <a:lnTo>
                    <a:pt x="2914" y="10405"/>
                  </a:lnTo>
                  <a:lnTo>
                    <a:pt x="2689" y="10246"/>
                  </a:lnTo>
                  <a:lnTo>
                    <a:pt x="2420" y="10140"/>
                  </a:lnTo>
                  <a:lnTo>
                    <a:pt x="2331" y="9982"/>
                  </a:lnTo>
                  <a:lnTo>
                    <a:pt x="2241" y="9930"/>
                  </a:lnTo>
                  <a:close/>
                  <a:moveTo>
                    <a:pt x="17477" y="10405"/>
                  </a:moveTo>
                  <a:lnTo>
                    <a:pt x="17657" y="10457"/>
                  </a:lnTo>
                  <a:lnTo>
                    <a:pt x="17791" y="10510"/>
                  </a:lnTo>
                  <a:lnTo>
                    <a:pt x="17880" y="10668"/>
                  </a:lnTo>
                  <a:lnTo>
                    <a:pt x="17925" y="10827"/>
                  </a:lnTo>
                  <a:lnTo>
                    <a:pt x="17925" y="11250"/>
                  </a:lnTo>
                  <a:lnTo>
                    <a:pt x="17836" y="11618"/>
                  </a:lnTo>
                  <a:lnTo>
                    <a:pt x="17702" y="11935"/>
                  </a:lnTo>
                  <a:lnTo>
                    <a:pt x="17522" y="12253"/>
                  </a:lnTo>
                  <a:lnTo>
                    <a:pt x="17432" y="12358"/>
                  </a:lnTo>
                  <a:lnTo>
                    <a:pt x="17343" y="12412"/>
                  </a:lnTo>
                  <a:lnTo>
                    <a:pt x="17253" y="12412"/>
                  </a:lnTo>
                  <a:lnTo>
                    <a:pt x="17163" y="12358"/>
                  </a:lnTo>
                  <a:lnTo>
                    <a:pt x="17119" y="12305"/>
                  </a:lnTo>
                  <a:lnTo>
                    <a:pt x="17074" y="12200"/>
                  </a:lnTo>
                  <a:lnTo>
                    <a:pt x="16985" y="11935"/>
                  </a:lnTo>
                  <a:lnTo>
                    <a:pt x="17029" y="11567"/>
                  </a:lnTo>
                  <a:lnTo>
                    <a:pt x="17074" y="11197"/>
                  </a:lnTo>
                  <a:lnTo>
                    <a:pt x="17208" y="10457"/>
                  </a:lnTo>
                  <a:lnTo>
                    <a:pt x="17477" y="10405"/>
                  </a:lnTo>
                  <a:close/>
                  <a:moveTo>
                    <a:pt x="17388" y="9718"/>
                  </a:moveTo>
                  <a:lnTo>
                    <a:pt x="17253" y="9770"/>
                  </a:lnTo>
                  <a:lnTo>
                    <a:pt x="16939" y="9770"/>
                  </a:lnTo>
                  <a:lnTo>
                    <a:pt x="16894" y="9823"/>
                  </a:lnTo>
                  <a:lnTo>
                    <a:pt x="16805" y="9982"/>
                  </a:lnTo>
                  <a:lnTo>
                    <a:pt x="16625" y="10615"/>
                  </a:lnTo>
                  <a:lnTo>
                    <a:pt x="16491" y="11302"/>
                  </a:lnTo>
                  <a:lnTo>
                    <a:pt x="16446" y="11672"/>
                  </a:lnTo>
                  <a:lnTo>
                    <a:pt x="16446" y="11988"/>
                  </a:lnTo>
                  <a:lnTo>
                    <a:pt x="16491" y="12358"/>
                  </a:lnTo>
                  <a:lnTo>
                    <a:pt x="16580" y="12675"/>
                  </a:lnTo>
                  <a:lnTo>
                    <a:pt x="16716" y="12834"/>
                  </a:lnTo>
                  <a:lnTo>
                    <a:pt x="16894" y="12992"/>
                  </a:lnTo>
                  <a:lnTo>
                    <a:pt x="17074" y="13097"/>
                  </a:lnTo>
                  <a:lnTo>
                    <a:pt x="17253" y="13150"/>
                  </a:lnTo>
                  <a:lnTo>
                    <a:pt x="17522" y="13097"/>
                  </a:lnTo>
                  <a:lnTo>
                    <a:pt x="17702" y="12992"/>
                  </a:lnTo>
                  <a:lnTo>
                    <a:pt x="17836" y="12780"/>
                  </a:lnTo>
                  <a:lnTo>
                    <a:pt x="18014" y="12570"/>
                  </a:lnTo>
                  <a:lnTo>
                    <a:pt x="18283" y="12094"/>
                  </a:lnTo>
                  <a:lnTo>
                    <a:pt x="18418" y="11777"/>
                  </a:lnTo>
                  <a:lnTo>
                    <a:pt x="18463" y="11513"/>
                  </a:lnTo>
                  <a:lnTo>
                    <a:pt x="18508" y="11250"/>
                  </a:lnTo>
                  <a:lnTo>
                    <a:pt x="18508" y="10932"/>
                  </a:lnTo>
                  <a:lnTo>
                    <a:pt x="18463" y="10668"/>
                  </a:lnTo>
                  <a:lnTo>
                    <a:pt x="18374" y="10352"/>
                  </a:lnTo>
                  <a:lnTo>
                    <a:pt x="18328" y="10193"/>
                  </a:lnTo>
                  <a:lnTo>
                    <a:pt x="18194" y="10088"/>
                  </a:lnTo>
                  <a:lnTo>
                    <a:pt x="17925" y="9823"/>
                  </a:lnTo>
                  <a:lnTo>
                    <a:pt x="17746" y="9770"/>
                  </a:lnTo>
                  <a:lnTo>
                    <a:pt x="17566" y="9718"/>
                  </a:lnTo>
                  <a:close/>
                  <a:moveTo>
                    <a:pt x="7663" y="11355"/>
                  </a:moveTo>
                  <a:lnTo>
                    <a:pt x="7573" y="11408"/>
                  </a:lnTo>
                  <a:lnTo>
                    <a:pt x="7484" y="11513"/>
                  </a:lnTo>
                  <a:lnTo>
                    <a:pt x="7304" y="11672"/>
                  </a:lnTo>
                  <a:lnTo>
                    <a:pt x="7170" y="11935"/>
                  </a:lnTo>
                  <a:lnTo>
                    <a:pt x="7081" y="12200"/>
                  </a:lnTo>
                  <a:lnTo>
                    <a:pt x="7081" y="12358"/>
                  </a:lnTo>
                  <a:lnTo>
                    <a:pt x="7126" y="12464"/>
                  </a:lnTo>
                  <a:lnTo>
                    <a:pt x="7215" y="12517"/>
                  </a:lnTo>
                  <a:lnTo>
                    <a:pt x="7618" y="12517"/>
                  </a:lnTo>
                  <a:lnTo>
                    <a:pt x="7843" y="12622"/>
                  </a:lnTo>
                  <a:lnTo>
                    <a:pt x="7573" y="12992"/>
                  </a:lnTo>
                  <a:lnTo>
                    <a:pt x="7573" y="13150"/>
                  </a:lnTo>
                  <a:lnTo>
                    <a:pt x="7618" y="13309"/>
                  </a:lnTo>
                  <a:lnTo>
                    <a:pt x="7753" y="13467"/>
                  </a:lnTo>
                  <a:lnTo>
                    <a:pt x="7887" y="13520"/>
                  </a:lnTo>
                  <a:lnTo>
                    <a:pt x="8201" y="13520"/>
                  </a:lnTo>
                  <a:lnTo>
                    <a:pt x="8290" y="13415"/>
                  </a:lnTo>
                  <a:lnTo>
                    <a:pt x="8381" y="13255"/>
                  </a:lnTo>
                  <a:lnTo>
                    <a:pt x="8335" y="13097"/>
                  </a:lnTo>
                  <a:lnTo>
                    <a:pt x="8246" y="12992"/>
                  </a:lnTo>
                  <a:lnTo>
                    <a:pt x="8381" y="12887"/>
                  </a:lnTo>
                  <a:lnTo>
                    <a:pt x="8470" y="12780"/>
                  </a:lnTo>
                  <a:lnTo>
                    <a:pt x="8470" y="12570"/>
                  </a:lnTo>
                  <a:lnTo>
                    <a:pt x="8425" y="12412"/>
                  </a:lnTo>
                  <a:lnTo>
                    <a:pt x="8246" y="12253"/>
                  </a:lnTo>
                  <a:lnTo>
                    <a:pt x="8067" y="12147"/>
                  </a:lnTo>
                  <a:lnTo>
                    <a:pt x="7887" y="12042"/>
                  </a:lnTo>
                  <a:lnTo>
                    <a:pt x="7663" y="11988"/>
                  </a:lnTo>
                  <a:lnTo>
                    <a:pt x="7753" y="11777"/>
                  </a:lnTo>
                  <a:lnTo>
                    <a:pt x="7843" y="11567"/>
                  </a:lnTo>
                  <a:lnTo>
                    <a:pt x="7843" y="11460"/>
                  </a:lnTo>
                  <a:lnTo>
                    <a:pt x="7798" y="11408"/>
                  </a:lnTo>
                  <a:lnTo>
                    <a:pt x="7753" y="11408"/>
                  </a:lnTo>
                  <a:lnTo>
                    <a:pt x="7663" y="11355"/>
                  </a:lnTo>
                  <a:close/>
                  <a:moveTo>
                    <a:pt x="9321" y="793"/>
                  </a:moveTo>
                  <a:lnTo>
                    <a:pt x="9501" y="845"/>
                  </a:lnTo>
                  <a:lnTo>
                    <a:pt x="9679" y="952"/>
                  </a:lnTo>
                  <a:lnTo>
                    <a:pt x="10307" y="1585"/>
                  </a:lnTo>
                  <a:lnTo>
                    <a:pt x="10576" y="1902"/>
                  </a:lnTo>
                  <a:lnTo>
                    <a:pt x="10845" y="2272"/>
                  </a:lnTo>
                  <a:lnTo>
                    <a:pt x="11069" y="2640"/>
                  </a:lnTo>
                  <a:lnTo>
                    <a:pt x="11248" y="3064"/>
                  </a:lnTo>
                  <a:lnTo>
                    <a:pt x="11338" y="3486"/>
                  </a:lnTo>
                  <a:lnTo>
                    <a:pt x="11382" y="3962"/>
                  </a:lnTo>
                  <a:lnTo>
                    <a:pt x="11338" y="4437"/>
                  </a:lnTo>
                  <a:lnTo>
                    <a:pt x="11293" y="4859"/>
                  </a:lnTo>
                  <a:lnTo>
                    <a:pt x="11024" y="5704"/>
                  </a:lnTo>
                  <a:lnTo>
                    <a:pt x="10755" y="6496"/>
                  </a:lnTo>
                  <a:lnTo>
                    <a:pt x="10487" y="7341"/>
                  </a:lnTo>
                  <a:lnTo>
                    <a:pt x="10441" y="7711"/>
                  </a:lnTo>
                  <a:lnTo>
                    <a:pt x="10396" y="8081"/>
                  </a:lnTo>
                  <a:lnTo>
                    <a:pt x="10396" y="8450"/>
                  </a:lnTo>
                  <a:lnTo>
                    <a:pt x="10441" y="8873"/>
                  </a:lnTo>
                  <a:lnTo>
                    <a:pt x="10487" y="9085"/>
                  </a:lnTo>
                  <a:lnTo>
                    <a:pt x="10576" y="9348"/>
                  </a:lnTo>
                  <a:lnTo>
                    <a:pt x="10755" y="9823"/>
                  </a:lnTo>
                  <a:lnTo>
                    <a:pt x="10979" y="10246"/>
                  </a:lnTo>
                  <a:lnTo>
                    <a:pt x="11159" y="10722"/>
                  </a:lnTo>
                  <a:lnTo>
                    <a:pt x="11248" y="11197"/>
                  </a:lnTo>
                  <a:lnTo>
                    <a:pt x="11293" y="11725"/>
                  </a:lnTo>
                  <a:lnTo>
                    <a:pt x="11248" y="12200"/>
                  </a:lnTo>
                  <a:lnTo>
                    <a:pt x="11113" y="12675"/>
                  </a:lnTo>
                  <a:lnTo>
                    <a:pt x="10935" y="13150"/>
                  </a:lnTo>
                  <a:lnTo>
                    <a:pt x="10710" y="13574"/>
                  </a:lnTo>
                  <a:lnTo>
                    <a:pt x="10396" y="13942"/>
                  </a:lnTo>
                  <a:lnTo>
                    <a:pt x="10084" y="14259"/>
                  </a:lnTo>
                  <a:lnTo>
                    <a:pt x="9724" y="14471"/>
                  </a:lnTo>
                  <a:lnTo>
                    <a:pt x="9366" y="14682"/>
                  </a:lnTo>
                  <a:lnTo>
                    <a:pt x="9007" y="14841"/>
                  </a:lnTo>
                  <a:lnTo>
                    <a:pt x="8604" y="14894"/>
                  </a:lnTo>
                  <a:lnTo>
                    <a:pt x="8156" y="14999"/>
                  </a:lnTo>
                  <a:lnTo>
                    <a:pt x="7932" y="14946"/>
                  </a:lnTo>
                  <a:lnTo>
                    <a:pt x="7707" y="14894"/>
                  </a:lnTo>
                  <a:lnTo>
                    <a:pt x="7529" y="14735"/>
                  </a:lnTo>
                  <a:lnTo>
                    <a:pt x="7349" y="14524"/>
                  </a:lnTo>
                  <a:lnTo>
                    <a:pt x="7215" y="14312"/>
                  </a:lnTo>
                  <a:lnTo>
                    <a:pt x="7035" y="14154"/>
                  </a:lnTo>
                  <a:lnTo>
                    <a:pt x="6901" y="14049"/>
                  </a:lnTo>
                  <a:lnTo>
                    <a:pt x="6722" y="13942"/>
                  </a:lnTo>
                  <a:lnTo>
                    <a:pt x="6364" y="13837"/>
                  </a:lnTo>
                  <a:lnTo>
                    <a:pt x="6006" y="13837"/>
                  </a:lnTo>
                  <a:lnTo>
                    <a:pt x="5646" y="13942"/>
                  </a:lnTo>
                  <a:lnTo>
                    <a:pt x="4885" y="14207"/>
                  </a:lnTo>
                  <a:lnTo>
                    <a:pt x="4526" y="14365"/>
                  </a:lnTo>
                  <a:lnTo>
                    <a:pt x="4168" y="14471"/>
                  </a:lnTo>
                  <a:lnTo>
                    <a:pt x="3809" y="14524"/>
                  </a:lnTo>
                  <a:lnTo>
                    <a:pt x="3451" y="14471"/>
                  </a:lnTo>
                  <a:lnTo>
                    <a:pt x="3048" y="14417"/>
                  </a:lnTo>
                  <a:lnTo>
                    <a:pt x="2689" y="14259"/>
                  </a:lnTo>
                  <a:lnTo>
                    <a:pt x="2375" y="14101"/>
                  </a:lnTo>
                  <a:lnTo>
                    <a:pt x="2017" y="13890"/>
                  </a:lnTo>
                  <a:lnTo>
                    <a:pt x="1703" y="13625"/>
                  </a:lnTo>
                  <a:lnTo>
                    <a:pt x="1434" y="13362"/>
                  </a:lnTo>
                  <a:lnTo>
                    <a:pt x="1165" y="12939"/>
                  </a:lnTo>
                  <a:lnTo>
                    <a:pt x="942" y="12517"/>
                  </a:lnTo>
                  <a:lnTo>
                    <a:pt x="762" y="12042"/>
                  </a:lnTo>
                  <a:lnTo>
                    <a:pt x="672" y="11567"/>
                  </a:lnTo>
                  <a:lnTo>
                    <a:pt x="628" y="11038"/>
                  </a:lnTo>
                  <a:lnTo>
                    <a:pt x="628" y="10563"/>
                  </a:lnTo>
                  <a:lnTo>
                    <a:pt x="717" y="10035"/>
                  </a:lnTo>
                  <a:lnTo>
                    <a:pt x="808" y="9560"/>
                  </a:lnTo>
                  <a:lnTo>
                    <a:pt x="986" y="9085"/>
                  </a:lnTo>
                  <a:lnTo>
                    <a:pt x="1211" y="8661"/>
                  </a:lnTo>
                  <a:lnTo>
                    <a:pt x="1479" y="8291"/>
                  </a:lnTo>
                  <a:lnTo>
                    <a:pt x="1793" y="7975"/>
                  </a:lnTo>
                  <a:lnTo>
                    <a:pt x="2465" y="7341"/>
                  </a:lnTo>
                  <a:lnTo>
                    <a:pt x="3137" y="6654"/>
                  </a:lnTo>
                  <a:lnTo>
                    <a:pt x="3406" y="6286"/>
                  </a:lnTo>
                  <a:lnTo>
                    <a:pt x="3630" y="5916"/>
                  </a:lnTo>
                  <a:lnTo>
                    <a:pt x="3765" y="5493"/>
                  </a:lnTo>
                  <a:lnTo>
                    <a:pt x="3900" y="5017"/>
                  </a:lnTo>
                  <a:lnTo>
                    <a:pt x="3989" y="4489"/>
                  </a:lnTo>
                  <a:lnTo>
                    <a:pt x="4034" y="3909"/>
                  </a:lnTo>
                  <a:lnTo>
                    <a:pt x="4123" y="3380"/>
                  </a:lnTo>
                  <a:lnTo>
                    <a:pt x="4212" y="3117"/>
                  </a:lnTo>
                  <a:lnTo>
                    <a:pt x="4347" y="2852"/>
                  </a:lnTo>
                  <a:lnTo>
                    <a:pt x="4526" y="2589"/>
                  </a:lnTo>
                  <a:lnTo>
                    <a:pt x="4706" y="2377"/>
                  </a:lnTo>
                  <a:lnTo>
                    <a:pt x="4975" y="2219"/>
                  </a:lnTo>
                  <a:lnTo>
                    <a:pt x="5243" y="2113"/>
                  </a:lnTo>
                  <a:lnTo>
                    <a:pt x="5512" y="2060"/>
                  </a:lnTo>
                  <a:lnTo>
                    <a:pt x="5826" y="2007"/>
                  </a:lnTo>
                  <a:lnTo>
                    <a:pt x="6095" y="2007"/>
                  </a:lnTo>
                  <a:lnTo>
                    <a:pt x="6364" y="2113"/>
                  </a:lnTo>
                  <a:lnTo>
                    <a:pt x="6050" y="2430"/>
                  </a:lnTo>
                  <a:lnTo>
                    <a:pt x="6006" y="2535"/>
                  </a:lnTo>
                  <a:lnTo>
                    <a:pt x="5960" y="2640"/>
                  </a:lnTo>
                  <a:lnTo>
                    <a:pt x="6006" y="2852"/>
                  </a:lnTo>
                  <a:lnTo>
                    <a:pt x="6095" y="3010"/>
                  </a:lnTo>
                  <a:lnTo>
                    <a:pt x="6184" y="3064"/>
                  </a:lnTo>
                  <a:lnTo>
                    <a:pt x="6274" y="3064"/>
                  </a:lnTo>
                  <a:lnTo>
                    <a:pt x="6498" y="3010"/>
                  </a:lnTo>
                  <a:lnTo>
                    <a:pt x="6632" y="2905"/>
                  </a:lnTo>
                  <a:lnTo>
                    <a:pt x="6767" y="2800"/>
                  </a:lnTo>
                  <a:lnTo>
                    <a:pt x="6857" y="2589"/>
                  </a:lnTo>
                  <a:lnTo>
                    <a:pt x="7035" y="2377"/>
                  </a:lnTo>
                  <a:lnTo>
                    <a:pt x="7126" y="2324"/>
                  </a:lnTo>
                  <a:lnTo>
                    <a:pt x="7170" y="2272"/>
                  </a:lnTo>
                  <a:lnTo>
                    <a:pt x="7843" y="1638"/>
                  </a:lnTo>
                  <a:lnTo>
                    <a:pt x="8559" y="1110"/>
                  </a:lnTo>
                  <a:lnTo>
                    <a:pt x="8963" y="898"/>
                  </a:lnTo>
                  <a:lnTo>
                    <a:pt x="9142" y="793"/>
                  </a:lnTo>
                  <a:close/>
                  <a:moveTo>
                    <a:pt x="13219" y="13362"/>
                  </a:moveTo>
                  <a:lnTo>
                    <a:pt x="13399" y="13732"/>
                  </a:lnTo>
                  <a:lnTo>
                    <a:pt x="13579" y="14049"/>
                  </a:lnTo>
                  <a:lnTo>
                    <a:pt x="13847" y="14365"/>
                  </a:lnTo>
                  <a:lnTo>
                    <a:pt x="14161" y="14629"/>
                  </a:lnTo>
                  <a:lnTo>
                    <a:pt x="13937" y="14999"/>
                  </a:lnTo>
                  <a:lnTo>
                    <a:pt x="13668" y="14682"/>
                  </a:lnTo>
                  <a:lnTo>
                    <a:pt x="13399" y="14365"/>
                  </a:lnTo>
                  <a:lnTo>
                    <a:pt x="13085" y="14154"/>
                  </a:lnTo>
                  <a:lnTo>
                    <a:pt x="12772" y="13890"/>
                  </a:lnTo>
                  <a:lnTo>
                    <a:pt x="12951" y="13625"/>
                  </a:lnTo>
                  <a:lnTo>
                    <a:pt x="13219" y="13362"/>
                  </a:lnTo>
                  <a:close/>
                  <a:moveTo>
                    <a:pt x="16985" y="14312"/>
                  </a:moveTo>
                  <a:lnTo>
                    <a:pt x="16894" y="14365"/>
                  </a:lnTo>
                  <a:lnTo>
                    <a:pt x="16805" y="14417"/>
                  </a:lnTo>
                  <a:lnTo>
                    <a:pt x="16760" y="14417"/>
                  </a:lnTo>
                  <a:lnTo>
                    <a:pt x="16760" y="14471"/>
                  </a:lnTo>
                  <a:lnTo>
                    <a:pt x="16671" y="14629"/>
                  </a:lnTo>
                  <a:lnTo>
                    <a:pt x="16625" y="14787"/>
                  </a:lnTo>
                  <a:lnTo>
                    <a:pt x="16671" y="14999"/>
                  </a:lnTo>
                  <a:lnTo>
                    <a:pt x="16760" y="15211"/>
                  </a:lnTo>
                  <a:lnTo>
                    <a:pt x="16894" y="15316"/>
                  </a:lnTo>
                  <a:lnTo>
                    <a:pt x="17029" y="15369"/>
                  </a:lnTo>
                  <a:lnTo>
                    <a:pt x="17163" y="15316"/>
                  </a:lnTo>
                  <a:lnTo>
                    <a:pt x="17297" y="15262"/>
                  </a:lnTo>
                  <a:lnTo>
                    <a:pt x="17432" y="15104"/>
                  </a:lnTo>
                  <a:lnTo>
                    <a:pt x="17522" y="14999"/>
                  </a:lnTo>
                  <a:lnTo>
                    <a:pt x="17566" y="14841"/>
                  </a:lnTo>
                  <a:lnTo>
                    <a:pt x="17566" y="14682"/>
                  </a:lnTo>
                  <a:lnTo>
                    <a:pt x="17477" y="14576"/>
                  </a:lnTo>
                  <a:lnTo>
                    <a:pt x="17388" y="14471"/>
                  </a:lnTo>
                  <a:lnTo>
                    <a:pt x="17297" y="14417"/>
                  </a:lnTo>
                  <a:lnTo>
                    <a:pt x="17208" y="14365"/>
                  </a:lnTo>
                  <a:lnTo>
                    <a:pt x="17029" y="14312"/>
                  </a:lnTo>
                  <a:close/>
                  <a:moveTo>
                    <a:pt x="9276" y="0"/>
                  </a:moveTo>
                  <a:lnTo>
                    <a:pt x="9098" y="53"/>
                  </a:lnTo>
                  <a:lnTo>
                    <a:pt x="8784" y="158"/>
                  </a:lnTo>
                  <a:lnTo>
                    <a:pt x="8515" y="318"/>
                  </a:lnTo>
                  <a:lnTo>
                    <a:pt x="8021" y="635"/>
                  </a:lnTo>
                  <a:lnTo>
                    <a:pt x="7573" y="1003"/>
                  </a:lnTo>
                  <a:lnTo>
                    <a:pt x="6722" y="1743"/>
                  </a:lnTo>
                  <a:lnTo>
                    <a:pt x="6364" y="1532"/>
                  </a:lnTo>
                  <a:lnTo>
                    <a:pt x="6006" y="1427"/>
                  </a:lnTo>
                  <a:lnTo>
                    <a:pt x="5601" y="1427"/>
                  </a:lnTo>
                  <a:lnTo>
                    <a:pt x="5198" y="1479"/>
                  </a:lnTo>
                  <a:lnTo>
                    <a:pt x="4885" y="1585"/>
                  </a:lnTo>
                  <a:lnTo>
                    <a:pt x="4615" y="1743"/>
                  </a:lnTo>
                  <a:lnTo>
                    <a:pt x="4392" y="1955"/>
                  </a:lnTo>
                  <a:lnTo>
                    <a:pt x="4168" y="2165"/>
                  </a:lnTo>
                  <a:lnTo>
                    <a:pt x="3943" y="2430"/>
                  </a:lnTo>
                  <a:lnTo>
                    <a:pt x="3809" y="2747"/>
                  </a:lnTo>
                  <a:lnTo>
                    <a:pt x="3675" y="3064"/>
                  </a:lnTo>
                  <a:lnTo>
                    <a:pt x="3586" y="3380"/>
                  </a:lnTo>
                  <a:lnTo>
                    <a:pt x="3495" y="3856"/>
                  </a:lnTo>
                  <a:lnTo>
                    <a:pt x="3406" y="4331"/>
                  </a:lnTo>
                  <a:lnTo>
                    <a:pt x="3361" y="4806"/>
                  </a:lnTo>
                  <a:lnTo>
                    <a:pt x="3226" y="5282"/>
                  </a:lnTo>
                  <a:lnTo>
                    <a:pt x="3182" y="5546"/>
                  </a:lnTo>
                  <a:lnTo>
                    <a:pt x="3048" y="5757"/>
                  </a:lnTo>
                  <a:lnTo>
                    <a:pt x="2779" y="6126"/>
                  </a:lnTo>
                  <a:lnTo>
                    <a:pt x="2465" y="6444"/>
                  </a:lnTo>
                  <a:lnTo>
                    <a:pt x="2151" y="6761"/>
                  </a:lnTo>
                  <a:lnTo>
                    <a:pt x="1569" y="7288"/>
                  </a:lnTo>
                  <a:lnTo>
                    <a:pt x="1031" y="7869"/>
                  </a:lnTo>
                  <a:lnTo>
                    <a:pt x="808" y="8133"/>
                  </a:lnTo>
                  <a:lnTo>
                    <a:pt x="628" y="8503"/>
                  </a:lnTo>
                  <a:lnTo>
                    <a:pt x="448" y="8820"/>
                  </a:lnTo>
                  <a:lnTo>
                    <a:pt x="269" y="9243"/>
                  </a:lnTo>
                  <a:lnTo>
                    <a:pt x="134" y="9665"/>
                  </a:lnTo>
                  <a:lnTo>
                    <a:pt x="45" y="10088"/>
                  </a:lnTo>
                  <a:lnTo>
                    <a:pt x="0" y="10457"/>
                  </a:lnTo>
                  <a:lnTo>
                    <a:pt x="0" y="10880"/>
                  </a:lnTo>
                  <a:lnTo>
                    <a:pt x="45" y="11302"/>
                  </a:lnTo>
                  <a:lnTo>
                    <a:pt x="90" y="11725"/>
                  </a:lnTo>
                  <a:lnTo>
                    <a:pt x="180" y="12094"/>
                  </a:lnTo>
                  <a:lnTo>
                    <a:pt x="269" y="12464"/>
                  </a:lnTo>
                  <a:lnTo>
                    <a:pt x="448" y="12834"/>
                  </a:lnTo>
                  <a:lnTo>
                    <a:pt x="628" y="13204"/>
                  </a:lnTo>
                  <a:lnTo>
                    <a:pt x="808" y="13520"/>
                  </a:lnTo>
                  <a:lnTo>
                    <a:pt x="1031" y="13837"/>
                  </a:lnTo>
                  <a:lnTo>
                    <a:pt x="1300" y="14154"/>
                  </a:lnTo>
                  <a:lnTo>
                    <a:pt x="1569" y="14417"/>
                  </a:lnTo>
                  <a:lnTo>
                    <a:pt x="1883" y="14629"/>
                  </a:lnTo>
                  <a:lnTo>
                    <a:pt x="2197" y="14841"/>
                  </a:lnTo>
                  <a:lnTo>
                    <a:pt x="2509" y="14946"/>
                  </a:lnTo>
                  <a:lnTo>
                    <a:pt x="2868" y="15104"/>
                  </a:lnTo>
                  <a:lnTo>
                    <a:pt x="3226" y="15157"/>
                  </a:lnTo>
                  <a:lnTo>
                    <a:pt x="3540" y="15211"/>
                  </a:lnTo>
                  <a:lnTo>
                    <a:pt x="3900" y="15211"/>
                  </a:lnTo>
                  <a:lnTo>
                    <a:pt x="4257" y="15157"/>
                  </a:lnTo>
                  <a:lnTo>
                    <a:pt x="4571" y="15104"/>
                  </a:lnTo>
                  <a:lnTo>
                    <a:pt x="4929" y="14999"/>
                  </a:lnTo>
                  <a:lnTo>
                    <a:pt x="5333" y="14787"/>
                  </a:lnTo>
                  <a:lnTo>
                    <a:pt x="5737" y="14629"/>
                  </a:lnTo>
                  <a:lnTo>
                    <a:pt x="5960" y="14576"/>
                  </a:lnTo>
                  <a:lnTo>
                    <a:pt x="6364" y="14576"/>
                  </a:lnTo>
                  <a:lnTo>
                    <a:pt x="6587" y="14629"/>
                  </a:lnTo>
                  <a:lnTo>
                    <a:pt x="6722" y="14787"/>
                  </a:lnTo>
                  <a:lnTo>
                    <a:pt x="6857" y="14946"/>
                  </a:lnTo>
                  <a:lnTo>
                    <a:pt x="7126" y="15262"/>
                  </a:lnTo>
                  <a:lnTo>
                    <a:pt x="7304" y="15421"/>
                  </a:lnTo>
                  <a:lnTo>
                    <a:pt x="7439" y="15527"/>
                  </a:lnTo>
                  <a:lnTo>
                    <a:pt x="7663" y="15632"/>
                  </a:lnTo>
                  <a:lnTo>
                    <a:pt x="7843" y="15686"/>
                  </a:lnTo>
                  <a:lnTo>
                    <a:pt x="8470" y="15686"/>
                  </a:lnTo>
                  <a:lnTo>
                    <a:pt x="8829" y="15632"/>
                  </a:lnTo>
                  <a:lnTo>
                    <a:pt x="9142" y="15579"/>
                  </a:lnTo>
                  <a:lnTo>
                    <a:pt x="9456" y="15474"/>
                  </a:lnTo>
                  <a:lnTo>
                    <a:pt x="9770" y="15316"/>
                  </a:lnTo>
                  <a:lnTo>
                    <a:pt x="10038" y="15157"/>
                  </a:lnTo>
                  <a:lnTo>
                    <a:pt x="10307" y="14946"/>
                  </a:lnTo>
                  <a:lnTo>
                    <a:pt x="10576" y="14682"/>
                  </a:lnTo>
                  <a:lnTo>
                    <a:pt x="10845" y="14417"/>
                  </a:lnTo>
                  <a:lnTo>
                    <a:pt x="11069" y="14154"/>
                  </a:lnTo>
                  <a:lnTo>
                    <a:pt x="11248" y="13837"/>
                  </a:lnTo>
                  <a:lnTo>
                    <a:pt x="11427" y="13520"/>
                  </a:lnTo>
                  <a:lnTo>
                    <a:pt x="11607" y="13204"/>
                  </a:lnTo>
                  <a:lnTo>
                    <a:pt x="11696" y="12834"/>
                  </a:lnTo>
                  <a:lnTo>
                    <a:pt x="11830" y="12517"/>
                  </a:lnTo>
                  <a:lnTo>
                    <a:pt x="11876" y="12094"/>
                  </a:lnTo>
                  <a:lnTo>
                    <a:pt x="11876" y="11355"/>
                  </a:lnTo>
                  <a:lnTo>
                    <a:pt x="11830" y="10985"/>
                  </a:lnTo>
                  <a:lnTo>
                    <a:pt x="11741" y="10615"/>
                  </a:lnTo>
                  <a:lnTo>
                    <a:pt x="11651" y="10246"/>
                  </a:lnTo>
                  <a:lnTo>
                    <a:pt x="11338" y="9560"/>
                  </a:lnTo>
                  <a:lnTo>
                    <a:pt x="11204" y="9190"/>
                  </a:lnTo>
                  <a:lnTo>
                    <a:pt x="11069" y="8768"/>
                  </a:lnTo>
                  <a:lnTo>
                    <a:pt x="11069" y="8028"/>
                  </a:lnTo>
                  <a:lnTo>
                    <a:pt x="11113" y="7658"/>
                  </a:lnTo>
                  <a:lnTo>
                    <a:pt x="11159" y="7288"/>
                  </a:lnTo>
                  <a:lnTo>
                    <a:pt x="11382" y="6496"/>
                  </a:lnTo>
                  <a:lnTo>
                    <a:pt x="11607" y="5809"/>
                  </a:lnTo>
                  <a:lnTo>
                    <a:pt x="11830" y="5124"/>
                  </a:lnTo>
                  <a:lnTo>
                    <a:pt x="11965" y="4437"/>
                  </a:lnTo>
                  <a:lnTo>
                    <a:pt x="12010" y="4067"/>
                  </a:lnTo>
                  <a:lnTo>
                    <a:pt x="12010" y="3697"/>
                  </a:lnTo>
                  <a:lnTo>
                    <a:pt x="11965" y="3327"/>
                  </a:lnTo>
                  <a:lnTo>
                    <a:pt x="11876" y="2959"/>
                  </a:lnTo>
                  <a:lnTo>
                    <a:pt x="11741" y="2640"/>
                  </a:lnTo>
                  <a:lnTo>
                    <a:pt x="11607" y="2272"/>
                  </a:lnTo>
                  <a:lnTo>
                    <a:pt x="11427" y="1955"/>
                  </a:lnTo>
                  <a:lnTo>
                    <a:pt x="11248" y="1690"/>
                  </a:lnTo>
                  <a:lnTo>
                    <a:pt x="10801" y="1110"/>
                  </a:lnTo>
                  <a:lnTo>
                    <a:pt x="10262" y="582"/>
                  </a:lnTo>
                  <a:lnTo>
                    <a:pt x="9724" y="158"/>
                  </a:lnTo>
                  <a:lnTo>
                    <a:pt x="9590" y="53"/>
                  </a:lnTo>
                  <a:lnTo>
                    <a:pt x="9410" y="0"/>
                  </a:lnTo>
                  <a:close/>
                  <a:moveTo>
                    <a:pt x="15774" y="15369"/>
                  </a:moveTo>
                  <a:lnTo>
                    <a:pt x="15685" y="15421"/>
                  </a:lnTo>
                  <a:lnTo>
                    <a:pt x="15594" y="15527"/>
                  </a:lnTo>
                  <a:lnTo>
                    <a:pt x="15550" y="15632"/>
                  </a:lnTo>
                  <a:lnTo>
                    <a:pt x="15550" y="15844"/>
                  </a:lnTo>
                  <a:lnTo>
                    <a:pt x="15594" y="16002"/>
                  </a:lnTo>
                  <a:lnTo>
                    <a:pt x="15730" y="16161"/>
                  </a:lnTo>
                  <a:lnTo>
                    <a:pt x="15908" y="16214"/>
                  </a:lnTo>
                  <a:lnTo>
                    <a:pt x="16043" y="16161"/>
                  </a:lnTo>
                  <a:lnTo>
                    <a:pt x="16177" y="16002"/>
                  </a:lnTo>
                  <a:lnTo>
                    <a:pt x="16222" y="15844"/>
                  </a:lnTo>
                  <a:lnTo>
                    <a:pt x="16222" y="15632"/>
                  </a:lnTo>
                  <a:lnTo>
                    <a:pt x="16177" y="15527"/>
                  </a:lnTo>
                  <a:lnTo>
                    <a:pt x="16088" y="15421"/>
                  </a:lnTo>
                  <a:lnTo>
                    <a:pt x="15999" y="15369"/>
                  </a:lnTo>
                  <a:close/>
                  <a:moveTo>
                    <a:pt x="16580" y="16214"/>
                  </a:moveTo>
                  <a:lnTo>
                    <a:pt x="16491" y="16266"/>
                  </a:lnTo>
                  <a:lnTo>
                    <a:pt x="16446" y="16372"/>
                  </a:lnTo>
                  <a:lnTo>
                    <a:pt x="16357" y="16424"/>
                  </a:lnTo>
                  <a:lnTo>
                    <a:pt x="16267" y="16478"/>
                  </a:lnTo>
                  <a:lnTo>
                    <a:pt x="16177" y="16636"/>
                  </a:lnTo>
                  <a:lnTo>
                    <a:pt x="16177" y="16953"/>
                  </a:lnTo>
                  <a:lnTo>
                    <a:pt x="16222" y="17059"/>
                  </a:lnTo>
                  <a:lnTo>
                    <a:pt x="16311" y="17218"/>
                  </a:lnTo>
                  <a:lnTo>
                    <a:pt x="16625" y="17218"/>
                  </a:lnTo>
                  <a:lnTo>
                    <a:pt x="16760" y="17164"/>
                  </a:lnTo>
                  <a:lnTo>
                    <a:pt x="16894" y="17059"/>
                  </a:lnTo>
                  <a:lnTo>
                    <a:pt x="16939" y="16899"/>
                  </a:lnTo>
                  <a:lnTo>
                    <a:pt x="17029" y="16741"/>
                  </a:lnTo>
                  <a:lnTo>
                    <a:pt x="17029" y="16583"/>
                  </a:lnTo>
                  <a:lnTo>
                    <a:pt x="16985" y="16478"/>
                  </a:lnTo>
                  <a:lnTo>
                    <a:pt x="16939" y="16372"/>
                  </a:lnTo>
                  <a:lnTo>
                    <a:pt x="16894" y="16266"/>
                  </a:lnTo>
                  <a:lnTo>
                    <a:pt x="16760" y="16214"/>
                  </a:lnTo>
                  <a:close/>
                  <a:moveTo>
                    <a:pt x="14922" y="16636"/>
                  </a:moveTo>
                  <a:lnTo>
                    <a:pt x="14833" y="16689"/>
                  </a:lnTo>
                  <a:lnTo>
                    <a:pt x="14744" y="16848"/>
                  </a:lnTo>
                  <a:lnTo>
                    <a:pt x="14699" y="17006"/>
                  </a:lnTo>
                  <a:lnTo>
                    <a:pt x="14699" y="17376"/>
                  </a:lnTo>
                  <a:lnTo>
                    <a:pt x="14788" y="17798"/>
                  </a:lnTo>
                  <a:lnTo>
                    <a:pt x="14968" y="18114"/>
                  </a:lnTo>
                  <a:lnTo>
                    <a:pt x="15057" y="18168"/>
                  </a:lnTo>
                  <a:lnTo>
                    <a:pt x="15147" y="18221"/>
                  </a:lnTo>
                  <a:lnTo>
                    <a:pt x="15282" y="18221"/>
                  </a:lnTo>
                  <a:lnTo>
                    <a:pt x="15371" y="18114"/>
                  </a:lnTo>
                  <a:lnTo>
                    <a:pt x="15416" y="18061"/>
                  </a:lnTo>
                  <a:lnTo>
                    <a:pt x="15505" y="18061"/>
                  </a:lnTo>
                  <a:lnTo>
                    <a:pt x="15640" y="18168"/>
                  </a:lnTo>
                  <a:lnTo>
                    <a:pt x="15730" y="18168"/>
                  </a:lnTo>
                  <a:lnTo>
                    <a:pt x="15819" y="18114"/>
                  </a:lnTo>
                  <a:lnTo>
                    <a:pt x="15864" y="18061"/>
                  </a:lnTo>
                  <a:lnTo>
                    <a:pt x="15908" y="17903"/>
                  </a:lnTo>
                  <a:lnTo>
                    <a:pt x="15864" y="17744"/>
                  </a:lnTo>
                  <a:lnTo>
                    <a:pt x="15774" y="17586"/>
                  </a:lnTo>
                  <a:lnTo>
                    <a:pt x="15640" y="17534"/>
                  </a:lnTo>
                  <a:lnTo>
                    <a:pt x="15460" y="17481"/>
                  </a:lnTo>
                  <a:lnTo>
                    <a:pt x="15326" y="17481"/>
                  </a:lnTo>
                  <a:lnTo>
                    <a:pt x="15236" y="17534"/>
                  </a:lnTo>
                  <a:lnTo>
                    <a:pt x="15147" y="17323"/>
                  </a:lnTo>
                  <a:lnTo>
                    <a:pt x="15147" y="16794"/>
                  </a:lnTo>
                  <a:lnTo>
                    <a:pt x="15102" y="16689"/>
                  </a:lnTo>
                  <a:lnTo>
                    <a:pt x="15013" y="16636"/>
                  </a:lnTo>
                  <a:close/>
                  <a:moveTo>
                    <a:pt x="17163" y="7869"/>
                  </a:moveTo>
                  <a:lnTo>
                    <a:pt x="17343" y="7923"/>
                  </a:lnTo>
                  <a:lnTo>
                    <a:pt x="17702" y="8133"/>
                  </a:lnTo>
                  <a:lnTo>
                    <a:pt x="17925" y="8239"/>
                  </a:lnTo>
                  <a:lnTo>
                    <a:pt x="18239" y="8503"/>
                  </a:lnTo>
                  <a:lnTo>
                    <a:pt x="18508" y="8768"/>
                  </a:lnTo>
                  <a:lnTo>
                    <a:pt x="18777" y="9085"/>
                  </a:lnTo>
                  <a:lnTo>
                    <a:pt x="19046" y="9453"/>
                  </a:lnTo>
                  <a:lnTo>
                    <a:pt x="19269" y="9876"/>
                  </a:lnTo>
                  <a:lnTo>
                    <a:pt x="19403" y="10352"/>
                  </a:lnTo>
                  <a:lnTo>
                    <a:pt x="19538" y="10827"/>
                  </a:lnTo>
                  <a:lnTo>
                    <a:pt x="19628" y="11302"/>
                  </a:lnTo>
                  <a:lnTo>
                    <a:pt x="19673" y="11830"/>
                  </a:lnTo>
                  <a:lnTo>
                    <a:pt x="19673" y="12305"/>
                  </a:lnTo>
                  <a:lnTo>
                    <a:pt x="19628" y="13309"/>
                  </a:lnTo>
                  <a:lnTo>
                    <a:pt x="19494" y="14312"/>
                  </a:lnTo>
                  <a:lnTo>
                    <a:pt x="19269" y="15262"/>
                  </a:lnTo>
                  <a:lnTo>
                    <a:pt x="18956" y="16161"/>
                  </a:lnTo>
                  <a:lnTo>
                    <a:pt x="18777" y="16636"/>
                  </a:lnTo>
                  <a:lnTo>
                    <a:pt x="18552" y="17059"/>
                  </a:lnTo>
                  <a:lnTo>
                    <a:pt x="18328" y="17428"/>
                  </a:lnTo>
                  <a:lnTo>
                    <a:pt x="18060" y="17798"/>
                  </a:lnTo>
                  <a:lnTo>
                    <a:pt x="17746" y="18168"/>
                  </a:lnTo>
                  <a:lnTo>
                    <a:pt x="17432" y="18484"/>
                  </a:lnTo>
                  <a:lnTo>
                    <a:pt x="17119" y="18748"/>
                  </a:lnTo>
                  <a:lnTo>
                    <a:pt x="16760" y="18960"/>
                  </a:lnTo>
                  <a:lnTo>
                    <a:pt x="16357" y="19171"/>
                  </a:lnTo>
                  <a:lnTo>
                    <a:pt x="15954" y="19383"/>
                  </a:lnTo>
                  <a:lnTo>
                    <a:pt x="15640" y="19435"/>
                  </a:lnTo>
                  <a:lnTo>
                    <a:pt x="15282" y="19488"/>
                  </a:lnTo>
                  <a:lnTo>
                    <a:pt x="15057" y="19435"/>
                  </a:lnTo>
                  <a:lnTo>
                    <a:pt x="14878" y="19330"/>
                  </a:lnTo>
                  <a:lnTo>
                    <a:pt x="14699" y="19118"/>
                  </a:lnTo>
                  <a:lnTo>
                    <a:pt x="14565" y="18960"/>
                  </a:lnTo>
                  <a:lnTo>
                    <a:pt x="14027" y="18273"/>
                  </a:lnTo>
                  <a:lnTo>
                    <a:pt x="13802" y="17903"/>
                  </a:lnTo>
                  <a:lnTo>
                    <a:pt x="13713" y="17693"/>
                  </a:lnTo>
                  <a:lnTo>
                    <a:pt x="13668" y="17428"/>
                  </a:lnTo>
                  <a:lnTo>
                    <a:pt x="13668" y="17164"/>
                  </a:lnTo>
                  <a:lnTo>
                    <a:pt x="13758" y="16899"/>
                  </a:lnTo>
                  <a:lnTo>
                    <a:pt x="13982" y="16424"/>
                  </a:lnTo>
                  <a:lnTo>
                    <a:pt x="14430" y="15527"/>
                  </a:lnTo>
                  <a:lnTo>
                    <a:pt x="14833" y="14629"/>
                  </a:lnTo>
                  <a:lnTo>
                    <a:pt x="15236" y="13679"/>
                  </a:lnTo>
                  <a:lnTo>
                    <a:pt x="15594" y="12780"/>
                  </a:lnTo>
                  <a:lnTo>
                    <a:pt x="15730" y="12305"/>
                  </a:lnTo>
                  <a:lnTo>
                    <a:pt x="15819" y="11830"/>
                  </a:lnTo>
                  <a:lnTo>
                    <a:pt x="15864" y="11355"/>
                  </a:lnTo>
                  <a:lnTo>
                    <a:pt x="15819" y="10932"/>
                  </a:lnTo>
                  <a:lnTo>
                    <a:pt x="15730" y="10457"/>
                  </a:lnTo>
                  <a:lnTo>
                    <a:pt x="15594" y="10035"/>
                  </a:lnTo>
                  <a:lnTo>
                    <a:pt x="15550" y="9718"/>
                  </a:lnTo>
                  <a:lnTo>
                    <a:pt x="15505" y="9453"/>
                  </a:lnTo>
                  <a:lnTo>
                    <a:pt x="15550" y="9136"/>
                  </a:lnTo>
                  <a:lnTo>
                    <a:pt x="15640" y="8926"/>
                  </a:lnTo>
                  <a:lnTo>
                    <a:pt x="15730" y="8661"/>
                  </a:lnTo>
                  <a:lnTo>
                    <a:pt x="15864" y="8450"/>
                  </a:lnTo>
                  <a:lnTo>
                    <a:pt x="16043" y="8239"/>
                  </a:lnTo>
                  <a:lnTo>
                    <a:pt x="16222" y="8081"/>
                  </a:lnTo>
                  <a:lnTo>
                    <a:pt x="16267" y="8186"/>
                  </a:lnTo>
                  <a:lnTo>
                    <a:pt x="16357" y="8239"/>
                  </a:lnTo>
                  <a:lnTo>
                    <a:pt x="16536" y="8291"/>
                  </a:lnTo>
                  <a:lnTo>
                    <a:pt x="16671" y="8186"/>
                  </a:lnTo>
                  <a:lnTo>
                    <a:pt x="16760" y="8133"/>
                  </a:lnTo>
                  <a:lnTo>
                    <a:pt x="16805" y="8028"/>
                  </a:lnTo>
                  <a:lnTo>
                    <a:pt x="16894" y="7923"/>
                  </a:lnTo>
                  <a:lnTo>
                    <a:pt x="17029" y="7869"/>
                  </a:lnTo>
                  <a:close/>
                  <a:moveTo>
                    <a:pt x="16671" y="5546"/>
                  </a:moveTo>
                  <a:lnTo>
                    <a:pt x="16625" y="5651"/>
                  </a:lnTo>
                  <a:lnTo>
                    <a:pt x="16491" y="6021"/>
                  </a:lnTo>
                  <a:lnTo>
                    <a:pt x="16446" y="6444"/>
                  </a:lnTo>
                  <a:lnTo>
                    <a:pt x="16446" y="6813"/>
                  </a:lnTo>
                  <a:lnTo>
                    <a:pt x="16491" y="7236"/>
                  </a:lnTo>
                  <a:lnTo>
                    <a:pt x="16267" y="7341"/>
                  </a:lnTo>
                  <a:lnTo>
                    <a:pt x="16043" y="7448"/>
                  </a:lnTo>
                  <a:lnTo>
                    <a:pt x="15908" y="6866"/>
                  </a:lnTo>
                  <a:lnTo>
                    <a:pt x="15685" y="6391"/>
                  </a:lnTo>
                  <a:lnTo>
                    <a:pt x="15640" y="6338"/>
                  </a:lnTo>
                  <a:lnTo>
                    <a:pt x="15550" y="6338"/>
                  </a:lnTo>
                  <a:lnTo>
                    <a:pt x="15505" y="6391"/>
                  </a:lnTo>
                  <a:lnTo>
                    <a:pt x="15505" y="6444"/>
                  </a:lnTo>
                  <a:lnTo>
                    <a:pt x="15460" y="6813"/>
                  </a:lnTo>
                  <a:lnTo>
                    <a:pt x="15505" y="7129"/>
                  </a:lnTo>
                  <a:lnTo>
                    <a:pt x="15640" y="7816"/>
                  </a:lnTo>
                  <a:lnTo>
                    <a:pt x="15371" y="8133"/>
                  </a:lnTo>
                  <a:lnTo>
                    <a:pt x="15147" y="7869"/>
                  </a:lnTo>
                  <a:lnTo>
                    <a:pt x="14833" y="7448"/>
                  </a:lnTo>
                  <a:lnTo>
                    <a:pt x="14788" y="7394"/>
                  </a:lnTo>
                  <a:lnTo>
                    <a:pt x="14699" y="7448"/>
                  </a:lnTo>
                  <a:lnTo>
                    <a:pt x="14654" y="7499"/>
                  </a:lnTo>
                  <a:lnTo>
                    <a:pt x="14654" y="7606"/>
                  </a:lnTo>
                  <a:lnTo>
                    <a:pt x="14699" y="7869"/>
                  </a:lnTo>
                  <a:lnTo>
                    <a:pt x="14833" y="8133"/>
                  </a:lnTo>
                  <a:lnTo>
                    <a:pt x="14968" y="8345"/>
                  </a:lnTo>
                  <a:lnTo>
                    <a:pt x="15191" y="8503"/>
                  </a:lnTo>
                  <a:lnTo>
                    <a:pt x="15147" y="8661"/>
                  </a:lnTo>
                  <a:lnTo>
                    <a:pt x="15102" y="8715"/>
                  </a:lnTo>
                  <a:lnTo>
                    <a:pt x="14833" y="8661"/>
                  </a:lnTo>
                  <a:lnTo>
                    <a:pt x="14340" y="8398"/>
                  </a:lnTo>
                  <a:lnTo>
                    <a:pt x="14251" y="8186"/>
                  </a:lnTo>
                  <a:lnTo>
                    <a:pt x="14205" y="8133"/>
                  </a:lnTo>
                  <a:lnTo>
                    <a:pt x="14161" y="8186"/>
                  </a:lnTo>
                  <a:lnTo>
                    <a:pt x="14116" y="8398"/>
                  </a:lnTo>
                  <a:lnTo>
                    <a:pt x="14071" y="8503"/>
                  </a:lnTo>
                  <a:lnTo>
                    <a:pt x="14071" y="8608"/>
                  </a:lnTo>
                  <a:lnTo>
                    <a:pt x="14116" y="8715"/>
                  </a:lnTo>
                  <a:lnTo>
                    <a:pt x="14205" y="8820"/>
                  </a:lnTo>
                  <a:lnTo>
                    <a:pt x="14385" y="8978"/>
                  </a:lnTo>
                  <a:lnTo>
                    <a:pt x="14654" y="9136"/>
                  </a:lnTo>
                  <a:lnTo>
                    <a:pt x="15013" y="9295"/>
                  </a:lnTo>
                  <a:lnTo>
                    <a:pt x="14968" y="9612"/>
                  </a:lnTo>
                  <a:lnTo>
                    <a:pt x="15013" y="9930"/>
                  </a:lnTo>
                  <a:lnTo>
                    <a:pt x="14116" y="9930"/>
                  </a:lnTo>
                  <a:lnTo>
                    <a:pt x="13982" y="9982"/>
                  </a:lnTo>
                  <a:lnTo>
                    <a:pt x="13937" y="10088"/>
                  </a:lnTo>
                  <a:lnTo>
                    <a:pt x="13937" y="10563"/>
                  </a:lnTo>
                  <a:lnTo>
                    <a:pt x="14027" y="10773"/>
                  </a:lnTo>
                  <a:lnTo>
                    <a:pt x="14116" y="10932"/>
                  </a:lnTo>
                  <a:lnTo>
                    <a:pt x="14161" y="10985"/>
                  </a:lnTo>
                  <a:lnTo>
                    <a:pt x="14565" y="11460"/>
                  </a:lnTo>
                  <a:lnTo>
                    <a:pt x="14833" y="11672"/>
                  </a:lnTo>
                  <a:lnTo>
                    <a:pt x="14968" y="11777"/>
                  </a:lnTo>
                  <a:lnTo>
                    <a:pt x="15102" y="11830"/>
                  </a:lnTo>
                  <a:lnTo>
                    <a:pt x="15236" y="11830"/>
                  </a:lnTo>
                  <a:lnTo>
                    <a:pt x="15102" y="12305"/>
                  </a:lnTo>
                  <a:lnTo>
                    <a:pt x="14968" y="12675"/>
                  </a:lnTo>
                  <a:lnTo>
                    <a:pt x="14922" y="12728"/>
                  </a:lnTo>
                  <a:lnTo>
                    <a:pt x="14878" y="12780"/>
                  </a:lnTo>
                  <a:lnTo>
                    <a:pt x="14430" y="12570"/>
                  </a:lnTo>
                  <a:lnTo>
                    <a:pt x="14116" y="12358"/>
                  </a:lnTo>
                  <a:lnTo>
                    <a:pt x="13847" y="12042"/>
                  </a:lnTo>
                  <a:lnTo>
                    <a:pt x="13713" y="12042"/>
                  </a:lnTo>
                  <a:lnTo>
                    <a:pt x="13668" y="12147"/>
                  </a:lnTo>
                  <a:lnTo>
                    <a:pt x="13668" y="12253"/>
                  </a:lnTo>
                  <a:lnTo>
                    <a:pt x="13847" y="12570"/>
                  </a:lnTo>
                  <a:lnTo>
                    <a:pt x="14116" y="12887"/>
                  </a:lnTo>
                  <a:lnTo>
                    <a:pt x="14430" y="13150"/>
                  </a:lnTo>
                  <a:lnTo>
                    <a:pt x="14744" y="13309"/>
                  </a:lnTo>
                  <a:lnTo>
                    <a:pt x="14474" y="13890"/>
                  </a:lnTo>
                  <a:lnTo>
                    <a:pt x="14340" y="13890"/>
                  </a:lnTo>
                  <a:lnTo>
                    <a:pt x="14251" y="13995"/>
                  </a:lnTo>
                  <a:lnTo>
                    <a:pt x="13758" y="13574"/>
                  </a:lnTo>
                  <a:lnTo>
                    <a:pt x="13310" y="13150"/>
                  </a:lnTo>
                  <a:lnTo>
                    <a:pt x="13265" y="13097"/>
                  </a:lnTo>
                  <a:lnTo>
                    <a:pt x="13219" y="13150"/>
                  </a:lnTo>
                  <a:lnTo>
                    <a:pt x="12951" y="13520"/>
                  </a:lnTo>
                  <a:lnTo>
                    <a:pt x="12682" y="13890"/>
                  </a:lnTo>
                  <a:lnTo>
                    <a:pt x="12593" y="13890"/>
                  </a:lnTo>
                  <a:lnTo>
                    <a:pt x="12502" y="13942"/>
                  </a:lnTo>
                  <a:lnTo>
                    <a:pt x="12458" y="14049"/>
                  </a:lnTo>
                  <a:lnTo>
                    <a:pt x="12502" y="14154"/>
                  </a:lnTo>
                  <a:lnTo>
                    <a:pt x="13130" y="14841"/>
                  </a:lnTo>
                  <a:lnTo>
                    <a:pt x="13668" y="15579"/>
                  </a:lnTo>
                  <a:lnTo>
                    <a:pt x="13399" y="16214"/>
                  </a:lnTo>
                  <a:lnTo>
                    <a:pt x="13175" y="16056"/>
                  </a:lnTo>
                  <a:lnTo>
                    <a:pt x="12951" y="15949"/>
                  </a:lnTo>
                  <a:lnTo>
                    <a:pt x="12682" y="15897"/>
                  </a:lnTo>
                  <a:lnTo>
                    <a:pt x="12593" y="15844"/>
                  </a:lnTo>
                  <a:lnTo>
                    <a:pt x="12458" y="15791"/>
                  </a:lnTo>
                  <a:lnTo>
                    <a:pt x="12413" y="15737"/>
                  </a:lnTo>
                  <a:lnTo>
                    <a:pt x="12324" y="15737"/>
                  </a:lnTo>
                  <a:lnTo>
                    <a:pt x="12190" y="15791"/>
                  </a:lnTo>
                  <a:lnTo>
                    <a:pt x="12144" y="15949"/>
                  </a:lnTo>
                  <a:lnTo>
                    <a:pt x="12144" y="16056"/>
                  </a:lnTo>
                  <a:lnTo>
                    <a:pt x="12190" y="16107"/>
                  </a:lnTo>
                  <a:lnTo>
                    <a:pt x="12368" y="16319"/>
                  </a:lnTo>
                  <a:lnTo>
                    <a:pt x="12593" y="16478"/>
                  </a:lnTo>
                  <a:lnTo>
                    <a:pt x="12907" y="16636"/>
                  </a:lnTo>
                  <a:lnTo>
                    <a:pt x="13041" y="16689"/>
                  </a:lnTo>
                  <a:lnTo>
                    <a:pt x="13175" y="16689"/>
                  </a:lnTo>
                  <a:lnTo>
                    <a:pt x="13130" y="16953"/>
                  </a:lnTo>
                  <a:lnTo>
                    <a:pt x="13085" y="17218"/>
                  </a:lnTo>
                  <a:lnTo>
                    <a:pt x="13041" y="17534"/>
                  </a:lnTo>
                  <a:lnTo>
                    <a:pt x="13085" y="17798"/>
                  </a:lnTo>
                  <a:lnTo>
                    <a:pt x="13175" y="18114"/>
                  </a:lnTo>
                  <a:lnTo>
                    <a:pt x="12996" y="18273"/>
                  </a:lnTo>
                  <a:lnTo>
                    <a:pt x="12772" y="18538"/>
                  </a:lnTo>
                  <a:lnTo>
                    <a:pt x="12682" y="18643"/>
                  </a:lnTo>
                  <a:lnTo>
                    <a:pt x="12593" y="18643"/>
                  </a:lnTo>
                  <a:lnTo>
                    <a:pt x="12548" y="18696"/>
                  </a:lnTo>
                  <a:lnTo>
                    <a:pt x="12502" y="18801"/>
                  </a:lnTo>
                  <a:lnTo>
                    <a:pt x="12502" y="18960"/>
                  </a:lnTo>
                  <a:lnTo>
                    <a:pt x="12548" y="19013"/>
                  </a:lnTo>
                  <a:lnTo>
                    <a:pt x="12593" y="19065"/>
                  </a:lnTo>
                  <a:lnTo>
                    <a:pt x="12772" y="19065"/>
                  </a:lnTo>
                  <a:lnTo>
                    <a:pt x="12907" y="19013"/>
                  </a:lnTo>
                  <a:lnTo>
                    <a:pt x="13130" y="18801"/>
                  </a:lnTo>
                  <a:lnTo>
                    <a:pt x="13444" y="18590"/>
                  </a:lnTo>
                  <a:lnTo>
                    <a:pt x="13937" y="19223"/>
                  </a:lnTo>
                  <a:lnTo>
                    <a:pt x="14027" y="19330"/>
                  </a:lnTo>
                  <a:lnTo>
                    <a:pt x="13847" y="19593"/>
                  </a:lnTo>
                  <a:lnTo>
                    <a:pt x="13758" y="19910"/>
                  </a:lnTo>
                  <a:lnTo>
                    <a:pt x="13668" y="19910"/>
                  </a:lnTo>
                  <a:lnTo>
                    <a:pt x="13579" y="19963"/>
                  </a:lnTo>
                  <a:lnTo>
                    <a:pt x="13444" y="20068"/>
                  </a:lnTo>
                  <a:lnTo>
                    <a:pt x="13399" y="20175"/>
                  </a:lnTo>
                  <a:lnTo>
                    <a:pt x="13444" y="20333"/>
                  </a:lnTo>
                  <a:lnTo>
                    <a:pt x="13488" y="20491"/>
                  </a:lnTo>
                  <a:lnTo>
                    <a:pt x="13623" y="20597"/>
                  </a:lnTo>
                  <a:lnTo>
                    <a:pt x="13758" y="20650"/>
                  </a:lnTo>
                  <a:lnTo>
                    <a:pt x="13893" y="20650"/>
                  </a:lnTo>
                  <a:lnTo>
                    <a:pt x="14027" y="20545"/>
                  </a:lnTo>
                  <a:lnTo>
                    <a:pt x="14116" y="20438"/>
                  </a:lnTo>
                  <a:lnTo>
                    <a:pt x="14205" y="20280"/>
                  </a:lnTo>
                  <a:lnTo>
                    <a:pt x="14251" y="20121"/>
                  </a:lnTo>
                  <a:lnTo>
                    <a:pt x="14251" y="19963"/>
                  </a:lnTo>
                  <a:lnTo>
                    <a:pt x="14340" y="19751"/>
                  </a:lnTo>
                  <a:lnTo>
                    <a:pt x="14474" y="19910"/>
                  </a:lnTo>
                  <a:lnTo>
                    <a:pt x="14654" y="20016"/>
                  </a:lnTo>
                  <a:lnTo>
                    <a:pt x="14833" y="20121"/>
                  </a:lnTo>
                  <a:lnTo>
                    <a:pt x="15057" y="20175"/>
                  </a:lnTo>
                  <a:lnTo>
                    <a:pt x="15102" y="20227"/>
                  </a:lnTo>
                  <a:lnTo>
                    <a:pt x="14968" y="20545"/>
                  </a:lnTo>
                  <a:lnTo>
                    <a:pt x="14878" y="20808"/>
                  </a:lnTo>
                  <a:lnTo>
                    <a:pt x="14788" y="20967"/>
                  </a:lnTo>
                  <a:lnTo>
                    <a:pt x="14654" y="21020"/>
                  </a:lnTo>
                  <a:lnTo>
                    <a:pt x="14608" y="21020"/>
                  </a:lnTo>
                  <a:lnTo>
                    <a:pt x="14519" y="21072"/>
                  </a:lnTo>
                  <a:lnTo>
                    <a:pt x="14474" y="21230"/>
                  </a:lnTo>
                  <a:lnTo>
                    <a:pt x="14474" y="21388"/>
                  </a:lnTo>
                  <a:lnTo>
                    <a:pt x="14565" y="21495"/>
                  </a:lnTo>
                  <a:lnTo>
                    <a:pt x="14654" y="21600"/>
                  </a:lnTo>
                  <a:lnTo>
                    <a:pt x="14744" y="21600"/>
                  </a:lnTo>
                  <a:lnTo>
                    <a:pt x="14922" y="21547"/>
                  </a:lnTo>
                  <a:lnTo>
                    <a:pt x="15102" y="21388"/>
                  </a:lnTo>
                  <a:lnTo>
                    <a:pt x="15236" y="21230"/>
                  </a:lnTo>
                  <a:lnTo>
                    <a:pt x="15326" y="20967"/>
                  </a:lnTo>
                  <a:lnTo>
                    <a:pt x="15416" y="20755"/>
                  </a:lnTo>
                  <a:lnTo>
                    <a:pt x="15505" y="20227"/>
                  </a:lnTo>
                  <a:lnTo>
                    <a:pt x="16043" y="20121"/>
                  </a:lnTo>
                  <a:lnTo>
                    <a:pt x="16536" y="19910"/>
                  </a:lnTo>
                  <a:lnTo>
                    <a:pt x="16222" y="20913"/>
                  </a:lnTo>
                  <a:lnTo>
                    <a:pt x="16133" y="21178"/>
                  </a:lnTo>
                  <a:lnTo>
                    <a:pt x="16133" y="21337"/>
                  </a:lnTo>
                  <a:lnTo>
                    <a:pt x="16177" y="21388"/>
                  </a:lnTo>
                  <a:lnTo>
                    <a:pt x="16222" y="21495"/>
                  </a:lnTo>
                  <a:lnTo>
                    <a:pt x="16311" y="21547"/>
                  </a:lnTo>
                  <a:lnTo>
                    <a:pt x="16402" y="21547"/>
                  </a:lnTo>
                  <a:lnTo>
                    <a:pt x="16491" y="21495"/>
                  </a:lnTo>
                  <a:lnTo>
                    <a:pt x="16580" y="21442"/>
                  </a:lnTo>
                  <a:lnTo>
                    <a:pt x="16625" y="21337"/>
                  </a:lnTo>
                  <a:lnTo>
                    <a:pt x="16760" y="20967"/>
                  </a:lnTo>
                  <a:lnTo>
                    <a:pt x="16850" y="20545"/>
                  </a:lnTo>
                  <a:lnTo>
                    <a:pt x="16894" y="20121"/>
                  </a:lnTo>
                  <a:lnTo>
                    <a:pt x="16894" y="19751"/>
                  </a:lnTo>
                  <a:lnTo>
                    <a:pt x="17432" y="19383"/>
                  </a:lnTo>
                  <a:lnTo>
                    <a:pt x="17477" y="20068"/>
                  </a:lnTo>
                  <a:lnTo>
                    <a:pt x="17522" y="20227"/>
                  </a:lnTo>
                  <a:lnTo>
                    <a:pt x="17566" y="20333"/>
                  </a:lnTo>
                  <a:lnTo>
                    <a:pt x="17566" y="20385"/>
                  </a:lnTo>
                  <a:lnTo>
                    <a:pt x="17611" y="20545"/>
                  </a:lnTo>
                  <a:lnTo>
                    <a:pt x="17702" y="20650"/>
                  </a:lnTo>
                  <a:lnTo>
                    <a:pt x="17925" y="20650"/>
                  </a:lnTo>
                  <a:lnTo>
                    <a:pt x="17925" y="20597"/>
                  </a:lnTo>
                  <a:lnTo>
                    <a:pt x="18014" y="20491"/>
                  </a:lnTo>
                  <a:lnTo>
                    <a:pt x="18060" y="20385"/>
                  </a:lnTo>
                  <a:lnTo>
                    <a:pt x="17970" y="20016"/>
                  </a:lnTo>
                  <a:lnTo>
                    <a:pt x="17925" y="19646"/>
                  </a:lnTo>
                  <a:lnTo>
                    <a:pt x="17791" y="19118"/>
                  </a:lnTo>
                  <a:lnTo>
                    <a:pt x="18328" y="18538"/>
                  </a:lnTo>
                  <a:lnTo>
                    <a:pt x="18463" y="18748"/>
                  </a:lnTo>
                  <a:lnTo>
                    <a:pt x="18597" y="18906"/>
                  </a:lnTo>
                  <a:lnTo>
                    <a:pt x="18777" y="19223"/>
                  </a:lnTo>
                  <a:lnTo>
                    <a:pt x="18911" y="19383"/>
                  </a:lnTo>
                  <a:lnTo>
                    <a:pt x="19046" y="19488"/>
                  </a:lnTo>
                  <a:lnTo>
                    <a:pt x="19135" y="19488"/>
                  </a:lnTo>
                  <a:lnTo>
                    <a:pt x="19225" y="19383"/>
                  </a:lnTo>
                  <a:lnTo>
                    <a:pt x="19269" y="19276"/>
                  </a:lnTo>
                  <a:lnTo>
                    <a:pt x="19269" y="19171"/>
                  </a:lnTo>
                  <a:lnTo>
                    <a:pt x="19225" y="18906"/>
                  </a:lnTo>
                  <a:lnTo>
                    <a:pt x="19091" y="18696"/>
                  </a:lnTo>
                  <a:lnTo>
                    <a:pt x="18911" y="18538"/>
                  </a:lnTo>
                  <a:lnTo>
                    <a:pt x="18777" y="18326"/>
                  </a:lnTo>
                  <a:lnTo>
                    <a:pt x="18642" y="18114"/>
                  </a:lnTo>
                  <a:lnTo>
                    <a:pt x="18911" y="17693"/>
                  </a:lnTo>
                  <a:lnTo>
                    <a:pt x="19180" y="17269"/>
                  </a:lnTo>
                  <a:lnTo>
                    <a:pt x="19269" y="17376"/>
                  </a:lnTo>
                  <a:lnTo>
                    <a:pt x="19538" y="17586"/>
                  </a:lnTo>
                  <a:lnTo>
                    <a:pt x="19763" y="17851"/>
                  </a:lnTo>
                  <a:lnTo>
                    <a:pt x="19852" y="17903"/>
                  </a:lnTo>
                  <a:lnTo>
                    <a:pt x="20031" y="17903"/>
                  </a:lnTo>
                  <a:lnTo>
                    <a:pt x="20077" y="17851"/>
                  </a:lnTo>
                  <a:lnTo>
                    <a:pt x="20121" y="17744"/>
                  </a:lnTo>
                  <a:lnTo>
                    <a:pt x="20166" y="17639"/>
                  </a:lnTo>
                  <a:lnTo>
                    <a:pt x="20166" y="17534"/>
                  </a:lnTo>
                  <a:lnTo>
                    <a:pt x="20077" y="17428"/>
                  </a:lnTo>
                  <a:lnTo>
                    <a:pt x="19852" y="17164"/>
                  </a:lnTo>
                  <a:lnTo>
                    <a:pt x="19583" y="16953"/>
                  </a:lnTo>
                  <a:lnTo>
                    <a:pt x="19403" y="16848"/>
                  </a:lnTo>
                  <a:lnTo>
                    <a:pt x="19717" y="16002"/>
                  </a:lnTo>
                  <a:lnTo>
                    <a:pt x="19942" y="16161"/>
                  </a:lnTo>
                  <a:lnTo>
                    <a:pt x="20300" y="16319"/>
                  </a:lnTo>
                  <a:lnTo>
                    <a:pt x="20749" y="16424"/>
                  </a:lnTo>
                  <a:lnTo>
                    <a:pt x="20838" y="16424"/>
                  </a:lnTo>
                  <a:lnTo>
                    <a:pt x="20883" y="16372"/>
                  </a:lnTo>
                  <a:lnTo>
                    <a:pt x="20928" y="16266"/>
                  </a:lnTo>
                  <a:lnTo>
                    <a:pt x="20972" y="16161"/>
                  </a:lnTo>
                  <a:lnTo>
                    <a:pt x="20972" y="16056"/>
                  </a:lnTo>
                  <a:lnTo>
                    <a:pt x="20928" y="15949"/>
                  </a:lnTo>
                  <a:lnTo>
                    <a:pt x="20883" y="15897"/>
                  </a:lnTo>
                  <a:lnTo>
                    <a:pt x="20794" y="15844"/>
                  </a:lnTo>
                  <a:lnTo>
                    <a:pt x="20480" y="15791"/>
                  </a:lnTo>
                  <a:lnTo>
                    <a:pt x="20211" y="15686"/>
                  </a:lnTo>
                  <a:lnTo>
                    <a:pt x="19852" y="15579"/>
                  </a:lnTo>
                  <a:lnTo>
                    <a:pt x="20031" y="14894"/>
                  </a:lnTo>
                  <a:lnTo>
                    <a:pt x="20166" y="14154"/>
                  </a:lnTo>
                  <a:lnTo>
                    <a:pt x="20435" y="14312"/>
                  </a:lnTo>
                  <a:lnTo>
                    <a:pt x="20749" y="14365"/>
                  </a:lnTo>
                  <a:lnTo>
                    <a:pt x="20928" y="14417"/>
                  </a:lnTo>
                  <a:lnTo>
                    <a:pt x="21106" y="14417"/>
                  </a:lnTo>
                  <a:lnTo>
                    <a:pt x="21286" y="14365"/>
                  </a:lnTo>
                  <a:lnTo>
                    <a:pt x="21331" y="14259"/>
                  </a:lnTo>
                  <a:lnTo>
                    <a:pt x="21375" y="14154"/>
                  </a:lnTo>
                  <a:lnTo>
                    <a:pt x="21375" y="13995"/>
                  </a:lnTo>
                  <a:lnTo>
                    <a:pt x="21241" y="13890"/>
                  </a:lnTo>
                  <a:lnTo>
                    <a:pt x="21106" y="13837"/>
                  </a:lnTo>
                  <a:lnTo>
                    <a:pt x="20972" y="13784"/>
                  </a:lnTo>
                  <a:lnTo>
                    <a:pt x="20211" y="13679"/>
                  </a:lnTo>
                  <a:lnTo>
                    <a:pt x="20211" y="13625"/>
                  </a:lnTo>
                  <a:lnTo>
                    <a:pt x="20255" y="12939"/>
                  </a:lnTo>
                  <a:lnTo>
                    <a:pt x="20300" y="12253"/>
                  </a:lnTo>
                  <a:lnTo>
                    <a:pt x="20524" y="12358"/>
                  </a:lnTo>
                  <a:lnTo>
                    <a:pt x="20794" y="12412"/>
                  </a:lnTo>
                  <a:lnTo>
                    <a:pt x="21017" y="12464"/>
                  </a:lnTo>
                  <a:lnTo>
                    <a:pt x="21286" y="12412"/>
                  </a:lnTo>
                  <a:lnTo>
                    <a:pt x="21466" y="12358"/>
                  </a:lnTo>
                  <a:lnTo>
                    <a:pt x="21555" y="12253"/>
                  </a:lnTo>
                  <a:lnTo>
                    <a:pt x="21600" y="12147"/>
                  </a:lnTo>
                  <a:lnTo>
                    <a:pt x="21600" y="12042"/>
                  </a:lnTo>
                  <a:lnTo>
                    <a:pt x="21555" y="11935"/>
                  </a:lnTo>
                  <a:lnTo>
                    <a:pt x="21420" y="11830"/>
                  </a:lnTo>
                  <a:lnTo>
                    <a:pt x="21241" y="11830"/>
                  </a:lnTo>
                  <a:lnTo>
                    <a:pt x="20883" y="11883"/>
                  </a:lnTo>
                  <a:lnTo>
                    <a:pt x="20300" y="11830"/>
                  </a:lnTo>
                  <a:lnTo>
                    <a:pt x="20255" y="11250"/>
                  </a:lnTo>
                  <a:lnTo>
                    <a:pt x="20166" y="10668"/>
                  </a:lnTo>
                  <a:lnTo>
                    <a:pt x="20389" y="10722"/>
                  </a:lnTo>
                  <a:lnTo>
                    <a:pt x="20614" y="10722"/>
                  </a:lnTo>
                  <a:lnTo>
                    <a:pt x="20794" y="10668"/>
                  </a:lnTo>
                  <a:lnTo>
                    <a:pt x="21017" y="10563"/>
                  </a:lnTo>
                  <a:lnTo>
                    <a:pt x="21197" y="10457"/>
                  </a:lnTo>
                  <a:lnTo>
                    <a:pt x="21241" y="10352"/>
                  </a:lnTo>
                  <a:lnTo>
                    <a:pt x="21286" y="10246"/>
                  </a:lnTo>
                  <a:lnTo>
                    <a:pt x="21286" y="10088"/>
                  </a:lnTo>
                  <a:lnTo>
                    <a:pt x="21197" y="9982"/>
                  </a:lnTo>
                  <a:lnTo>
                    <a:pt x="21152" y="9930"/>
                  </a:lnTo>
                  <a:lnTo>
                    <a:pt x="20928" y="9930"/>
                  </a:lnTo>
                  <a:lnTo>
                    <a:pt x="20703" y="10035"/>
                  </a:lnTo>
                  <a:lnTo>
                    <a:pt x="20480" y="10088"/>
                  </a:lnTo>
                  <a:lnTo>
                    <a:pt x="20031" y="10193"/>
                  </a:lnTo>
                  <a:lnTo>
                    <a:pt x="19942" y="9930"/>
                  </a:lnTo>
                  <a:lnTo>
                    <a:pt x="19717" y="9348"/>
                  </a:lnTo>
                  <a:lnTo>
                    <a:pt x="20031" y="9243"/>
                  </a:lnTo>
                  <a:lnTo>
                    <a:pt x="20480" y="9031"/>
                  </a:lnTo>
                  <a:lnTo>
                    <a:pt x="20703" y="8926"/>
                  </a:lnTo>
                  <a:lnTo>
                    <a:pt x="20883" y="8768"/>
                  </a:lnTo>
                  <a:lnTo>
                    <a:pt x="20928" y="8715"/>
                  </a:lnTo>
                  <a:lnTo>
                    <a:pt x="20928" y="8503"/>
                  </a:lnTo>
                  <a:lnTo>
                    <a:pt x="20794" y="8398"/>
                  </a:lnTo>
                  <a:lnTo>
                    <a:pt x="20658" y="8345"/>
                  </a:lnTo>
                  <a:lnTo>
                    <a:pt x="20480" y="8398"/>
                  </a:lnTo>
                  <a:lnTo>
                    <a:pt x="20255" y="8503"/>
                  </a:lnTo>
                  <a:lnTo>
                    <a:pt x="19852" y="8768"/>
                  </a:lnTo>
                  <a:lnTo>
                    <a:pt x="19673" y="8873"/>
                  </a:lnTo>
                  <a:lnTo>
                    <a:pt x="19494" y="8978"/>
                  </a:lnTo>
                  <a:lnTo>
                    <a:pt x="19494" y="8873"/>
                  </a:lnTo>
                  <a:lnTo>
                    <a:pt x="19449" y="8873"/>
                  </a:lnTo>
                  <a:lnTo>
                    <a:pt x="19046" y="8345"/>
                  </a:lnTo>
                  <a:lnTo>
                    <a:pt x="19449" y="7923"/>
                  </a:lnTo>
                  <a:lnTo>
                    <a:pt x="19852" y="7448"/>
                  </a:lnTo>
                  <a:lnTo>
                    <a:pt x="19897" y="7341"/>
                  </a:lnTo>
                  <a:lnTo>
                    <a:pt x="19942" y="7183"/>
                  </a:lnTo>
                  <a:lnTo>
                    <a:pt x="19897" y="7078"/>
                  </a:lnTo>
                  <a:lnTo>
                    <a:pt x="19852" y="7024"/>
                  </a:lnTo>
                  <a:lnTo>
                    <a:pt x="19763" y="6919"/>
                  </a:lnTo>
                  <a:lnTo>
                    <a:pt x="19583" y="6919"/>
                  </a:lnTo>
                  <a:lnTo>
                    <a:pt x="19494" y="6971"/>
                  </a:lnTo>
                  <a:lnTo>
                    <a:pt x="19091" y="7499"/>
                  </a:lnTo>
                  <a:lnTo>
                    <a:pt x="18732" y="8028"/>
                  </a:lnTo>
                  <a:lnTo>
                    <a:pt x="18418" y="7764"/>
                  </a:lnTo>
                  <a:lnTo>
                    <a:pt x="18105" y="7553"/>
                  </a:lnTo>
                  <a:lnTo>
                    <a:pt x="17925" y="7448"/>
                  </a:lnTo>
                  <a:lnTo>
                    <a:pt x="18014" y="7236"/>
                  </a:lnTo>
                  <a:lnTo>
                    <a:pt x="18283" y="6708"/>
                  </a:lnTo>
                  <a:lnTo>
                    <a:pt x="18328" y="6603"/>
                  </a:lnTo>
                  <a:lnTo>
                    <a:pt x="18328" y="6496"/>
                  </a:lnTo>
                  <a:lnTo>
                    <a:pt x="18239" y="6338"/>
                  </a:lnTo>
                  <a:lnTo>
                    <a:pt x="18149" y="6286"/>
                  </a:lnTo>
                  <a:lnTo>
                    <a:pt x="18014" y="6286"/>
                  </a:lnTo>
                  <a:lnTo>
                    <a:pt x="17925" y="6391"/>
                  </a:lnTo>
                  <a:lnTo>
                    <a:pt x="17746" y="6654"/>
                  </a:lnTo>
                  <a:lnTo>
                    <a:pt x="17611" y="6971"/>
                  </a:lnTo>
                  <a:lnTo>
                    <a:pt x="17522" y="7236"/>
                  </a:lnTo>
                  <a:lnTo>
                    <a:pt x="17297" y="7183"/>
                  </a:lnTo>
                  <a:lnTo>
                    <a:pt x="17029" y="7183"/>
                  </a:lnTo>
                  <a:lnTo>
                    <a:pt x="16985" y="6813"/>
                  </a:lnTo>
                  <a:lnTo>
                    <a:pt x="16939" y="6444"/>
                  </a:lnTo>
                  <a:lnTo>
                    <a:pt x="16894" y="5704"/>
                  </a:lnTo>
                  <a:lnTo>
                    <a:pt x="16894" y="5599"/>
                  </a:lnTo>
                  <a:lnTo>
                    <a:pt x="16805" y="5546"/>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983" name="Google Shape;353;p6"/>
            <p:cNvSpPr/>
            <p:nvPr/>
          </p:nvSpPr>
          <p:spPr>
            <a:xfrm>
              <a:off x="47316" y="3536731"/>
              <a:ext cx="355383" cy="3068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183" y="1280"/>
                  </a:moveTo>
                  <a:lnTo>
                    <a:pt x="8700" y="1366"/>
                  </a:lnTo>
                  <a:lnTo>
                    <a:pt x="9214" y="1622"/>
                  </a:lnTo>
                  <a:lnTo>
                    <a:pt x="9731" y="1964"/>
                  </a:lnTo>
                  <a:lnTo>
                    <a:pt x="10099" y="2476"/>
                  </a:lnTo>
                  <a:lnTo>
                    <a:pt x="10322" y="2818"/>
                  </a:lnTo>
                  <a:lnTo>
                    <a:pt x="10468" y="3244"/>
                  </a:lnTo>
                  <a:lnTo>
                    <a:pt x="10543" y="3586"/>
                  </a:lnTo>
                  <a:lnTo>
                    <a:pt x="10615" y="4012"/>
                  </a:lnTo>
                  <a:lnTo>
                    <a:pt x="10615" y="4866"/>
                  </a:lnTo>
                  <a:lnTo>
                    <a:pt x="10543" y="5721"/>
                  </a:lnTo>
                  <a:lnTo>
                    <a:pt x="10468" y="6146"/>
                  </a:lnTo>
                  <a:lnTo>
                    <a:pt x="9435" y="4098"/>
                  </a:lnTo>
                  <a:lnTo>
                    <a:pt x="8183" y="1280"/>
                  </a:lnTo>
                  <a:close/>
                  <a:moveTo>
                    <a:pt x="2727" y="7001"/>
                  </a:moveTo>
                  <a:lnTo>
                    <a:pt x="3023" y="7599"/>
                  </a:lnTo>
                  <a:lnTo>
                    <a:pt x="3244" y="8281"/>
                  </a:lnTo>
                  <a:lnTo>
                    <a:pt x="3611" y="8965"/>
                  </a:lnTo>
                  <a:lnTo>
                    <a:pt x="2948" y="8793"/>
                  </a:lnTo>
                  <a:lnTo>
                    <a:pt x="2285" y="8709"/>
                  </a:lnTo>
                  <a:lnTo>
                    <a:pt x="2655" y="7257"/>
                  </a:lnTo>
                  <a:lnTo>
                    <a:pt x="2727" y="7001"/>
                  </a:lnTo>
                  <a:close/>
                  <a:moveTo>
                    <a:pt x="7667" y="1280"/>
                  </a:moveTo>
                  <a:lnTo>
                    <a:pt x="8183" y="2732"/>
                  </a:lnTo>
                  <a:lnTo>
                    <a:pt x="8700" y="4185"/>
                  </a:lnTo>
                  <a:lnTo>
                    <a:pt x="9435" y="5890"/>
                  </a:lnTo>
                  <a:lnTo>
                    <a:pt x="10247" y="7599"/>
                  </a:lnTo>
                  <a:lnTo>
                    <a:pt x="10026" y="8965"/>
                  </a:lnTo>
                  <a:lnTo>
                    <a:pt x="9510" y="7427"/>
                  </a:lnTo>
                  <a:lnTo>
                    <a:pt x="8993" y="5890"/>
                  </a:lnTo>
                  <a:lnTo>
                    <a:pt x="8551" y="4610"/>
                  </a:lnTo>
                  <a:lnTo>
                    <a:pt x="8109" y="3414"/>
                  </a:lnTo>
                  <a:lnTo>
                    <a:pt x="7520" y="2048"/>
                  </a:lnTo>
                  <a:lnTo>
                    <a:pt x="7150" y="1366"/>
                  </a:lnTo>
                  <a:lnTo>
                    <a:pt x="7667" y="1280"/>
                  </a:lnTo>
                  <a:close/>
                  <a:moveTo>
                    <a:pt x="3539" y="4012"/>
                  </a:moveTo>
                  <a:lnTo>
                    <a:pt x="3465" y="4185"/>
                  </a:lnTo>
                  <a:lnTo>
                    <a:pt x="3539" y="4524"/>
                  </a:lnTo>
                  <a:lnTo>
                    <a:pt x="3686" y="4697"/>
                  </a:lnTo>
                  <a:lnTo>
                    <a:pt x="3907" y="4780"/>
                  </a:lnTo>
                  <a:lnTo>
                    <a:pt x="4128" y="4780"/>
                  </a:lnTo>
                  <a:lnTo>
                    <a:pt x="4570" y="5890"/>
                  </a:lnTo>
                  <a:lnTo>
                    <a:pt x="4940" y="6915"/>
                  </a:lnTo>
                  <a:lnTo>
                    <a:pt x="6045" y="9733"/>
                  </a:lnTo>
                  <a:lnTo>
                    <a:pt x="6192" y="10075"/>
                  </a:lnTo>
                  <a:lnTo>
                    <a:pt x="5677" y="9903"/>
                  </a:lnTo>
                  <a:lnTo>
                    <a:pt x="4940" y="9477"/>
                  </a:lnTo>
                  <a:lnTo>
                    <a:pt x="4349" y="8709"/>
                  </a:lnTo>
                  <a:lnTo>
                    <a:pt x="3907" y="7855"/>
                  </a:lnTo>
                  <a:lnTo>
                    <a:pt x="3465" y="6831"/>
                  </a:lnTo>
                  <a:lnTo>
                    <a:pt x="3318" y="6319"/>
                  </a:lnTo>
                  <a:lnTo>
                    <a:pt x="3023" y="5804"/>
                  </a:lnTo>
                  <a:lnTo>
                    <a:pt x="3465" y="4098"/>
                  </a:lnTo>
                  <a:lnTo>
                    <a:pt x="3539" y="4012"/>
                  </a:lnTo>
                  <a:close/>
                  <a:moveTo>
                    <a:pt x="5233" y="2732"/>
                  </a:moveTo>
                  <a:lnTo>
                    <a:pt x="5456" y="3756"/>
                  </a:lnTo>
                  <a:lnTo>
                    <a:pt x="5750" y="4780"/>
                  </a:lnTo>
                  <a:lnTo>
                    <a:pt x="6487" y="6745"/>
                  </a:lnTo>
                  <a:lnTo>
                    <a:pt x="8035" y="10927"/>
                  </a:lnTo>
                  <a:lnTo>
                    <a:pt x="7299" y="10587"/>
                  </a:lnTo>
                  <a:lnTo>
                    <a:pt x="7078" y="10159"/>
                  </a:lnTo>
                  <a:lnTo>
                    <a:pt x="6634" y="9049"/>
                  </a:lnTo>
                  <a:lnTo>
                    <a:pt x="5750" y="6831"/>
                  </a:lnTo>
                  <a:lnTo>
                    <a:pt x="4570" y="4268"/>
                  </a:lnTo>
                  <a:lnTo>
                    <a:pt x="4644" y="3842"/>
                  </a:lnTo>
                  <a:lnTo>
                    <a:pt x="4865" y="3414"/>
                  </a:lnTo>
                  <a:lnTo>
                    <a:pt x="5233" y="2732"/>
                  </a:lnTo>
                  <a:close/>
                  <a:moveTo>
                    <a:pt x="6708" y="1536"/>
                  </a:moveTo>
                  <a:lnTo>
                    <a:pt x="6783" y="1792"/>
                  </a:lnTo>
                  <a:lnTo>
                    <a:pt x="7371" y="3414"/>
                  </a:lnTo>
                  <a:lnTo>
                    <a:pt x="7962" y="5036"/>
                  </a:lnTo>
                  <a:lnTo>
                    <a:pt x="8404" y="6489"/>
                  </a:lnTo>
                  <a:lnTo>
                    <a:pt x="8847" y="7941"/>
                  </a:lnTo>
                  <a:lnTo>
                    <a:pt x="9584" y="10843"/>
                  </a:lnTo>
                  <a:lnTo>
                    <a:pt x="9510" y="11183"/>
                  </a:lnTo>
                  <a:lnTo>
                    <a:pt x="9363" y="11183"/>
                  </a:lnTo>
                  <a:lnTo>
                    <a:pt x="9142" y="11269"/>
                  </a:lnTo>
                  <a:lnTo>
                    <a:pt x="7371" y="6915"/>
                  </a:lnTo>
                  <a:lnTo>
                    <a:pt x="6413" y="4610"/>
                  </a:lnTo>
                  <a:lnTo>
                    <a:pt x="5971" y="3500"/>
                  </a:lnTo>
                  <a:lnTo>
                    <a:pt x="5603" y="2306"/>
                  </a:lnTo>
                  <a:lnTo>
                    <a:pt x="6119" y="1878"/>
                  </a:lnTo>
                  <a:lnTo>
                    <a:pt x="6708" y="1536"/>
                  </a:lnTo>
                  <a:close/>
                  <a:moveTo>
                    <a:pt x="15481" y="11525"/>
                  </a:moveTo>
                  <a:lnTo>
                    <a:pt x="15997" y="12209"/>
                  </a:lnTo>
                  <a:lnTo>
                    <a:pt x="15850" y="12123"/>
                  </a:lnTo>
                  <a:lnTo>
                    <a:pt x="15259" y="12379"/>
                  </a:lnTo>
                  <a:lnTo>
                    <a:pt x="14671" y="12721"/>
                  </a:lnTo>
                  <a:lnTo>
                    <a:pt x="14450" y="12465"/>
                  </a:lnTo>
                  <a:lnTo>
                    <a:pt x="14229" y="12209"/>
                  </a:lnTo>
                  <a:lnTo>
                    <a:pt x="14817" y="11867"/>
                  </a:lnTo>
                  <a:lnTo>
                    <a:pt x="15481" y="11525"/>
                  </a:lnTo>
                  <a:close/>
                  <a:moveTo>
                    <a:pt x="16218" y="12465"/>
                  </a:moveTo>
                  <a:lnTo>
                    <a:pt x="16439" y="12721"/>
                  </a:lnTo>
                  <a:lnTo>
                    <a:pt x="15923" y="12977"/>
                  </a:lnTo>
                  <a:lnTo>
                    <a:pt x="16144" y="12635"/>
                  </a:lnTo>
                  <a:lnTo>
                    <a:pt x="16218" y="12465"/>
                  </a:lnTo>
                  <a:close/>
                  <a:moveTo>
                    <a:pt x="15185" y="13061"/>
                  </a:moveTo>
                  <a:lnTo>
                    <a:pt x="15038" y="13317"/>
                  </a:lnTo>
                  <a:lnTo>
                    <a:pt x="15038" y="13233"/>
                  </a:lnTo>
                  <a:lnTo>
                    <a:pt x="15185" y="13061"/>
                  </a:lnTo>
                  <a:close/>
                  <a:moveTo>
                    <a:pt x="16735" y="13147"/>
                  </a:moveTo>
                  <a:lnTo>
                    <a:pt x="16735" y="13233"/>
                  </a:lnTo>
                  <a:lnTo>
                    <a:pt x="15776" y="14343"/>
                  </a:lnTo>
                  <a:lnTo>
                    <a:pt x="15555" y="14001"/>
                  </a:lnTo>
                  <a:lnTo>
                    <a:pt x="16071" y="13489"/>
                  </a:lnTo>
                  <a:lnTo>
                    <a:pt x="16735" y="13147"/>
                  </a:lnTo>
                  <a:close/>
                  <a:moveTo>
                    <a:pt x="16956" y="13489"/>
                  </a:moveTo>
                  <a:lnTo>
                    <a:pt x="17251" y="14087"/>
                  </a:lnTo>
                  <a:lnTo>
                    <a:pt x="16365" y="14343"/>
                  </a:lnTo>
                  <a:lnTo>
                    <a:pt x="16956" y="13489"/>
                  </a:lnTo>
                  <a:close/>
                  <a:moveTo>
                    <a:pt x="16956" y="14769"/>
                  </a:moveTo>
                  <a:lnTo>
                    <a:pt x="16439" y="15537"/>
                  </a:lnTo>
                  <a:lnTo>
                    <a:pt x="16292" y="15111"/>
                  </a:lnTo>
                  <a:lnTo>
                    <a:pt x="16956" y="14769"/>
                  </a:lnTo>
                  <a:close/>
                  <a:moveTo>
                    <a:pt x="17619" y="14683"/>
                  </a:moveTo>
                  <a:lnTo>
                    <a:pt x="17766" y="14939"/>
                  </a:lnTo>
                  <a:lnTo>
                    <a:pt x="17177" y="15537"/>
                  </a:lnTo>
                  <a:lnTo>
                    <a:pt x="17619" y="14683"/>
                  </a:lnTo>
                  <a:close/>
                  <a:moveTo>
                    <a:pt x="18135" y="10927"/>
                  </a:moveTo>
                  <a:lnTo>
                    <a:pt x="18577" y="11013"/>
                  </a:lnTo>
                  <a:lnTo>
                    <a:pt x="19020" y="11183"/>
                  </a:lnTo>
                  <a:lnTo>
                    <a:pt x="19387" y="11439"/>
                  </a:lnTo>
                  <a:lnTo>
                    <a:pt x="19757" y="11781"/>
                  </a:lnTo>
                  <a:lnTo>
                    <a:pt x="19904" y="11867"/>
                  </a:lnTo>
                  <a:lnTo>
                    <a:pt x="19978" y="11867"/>
                  </a:lnTo>
                  <a:lnTo>
                    <a:pt x="20199" y="12123"/>
                  </a:lnTo>
                  <a:lnTo>
                    <a:pt x="20420" y="12635"/>
                  </a:lnTo>
                  <a:lnTo>
                    <a:pt x="20495" y="13147"/>
                  </a:lnTo>
                  <a:lnTo>
                    <a:pt x="20567" y="13659"/>
                  </a:lnTo>
                  <a:lnTo>
                    <a:pt x="20495" y="14171"/>
                  </a:lnTo>
                  <a:lnTo>
                    <a:pt x="20420" y="14769"/>
                  </a:lnTo>
                  <a:lnTo>
                    <a:pt x="20274" y="15281"/>
                  </a:lnTo>
                  <a:lnTo>
                    <a:pt x="19978" y="16305"/>
                  </a:lnTo>
                  <a:lnTo>
                    <a:pt x="19904" y="16478"/>
                  </a:lnTo>
                  <a:lnTo>
                    <a:pt x="19387" y="15537"/>
                  </a:lnTo>
                  <a:lnTo>
                    <a:pt x="18135" y="13573"/>
                  </a:lnTo>
                  <a:lnTo>
                    <a:pt x="17323" y="12293"/>
                  </a:lnTo>
                  <a:lnTo>
                    <a:pt x="16881" y="11695"/>
                  </a:lnTo>
                  <a:lnTo>
                    <a:pt x="16365" y="11269"/>
                  </a:lnTo>
                  <a:lnTo>
                    <a:pt x="17251" y="11013"/>
                  </a:lnTo>
                  <a:lnTo>
                    <a:pt x="17693" y="10927"/>
                  </a:lnTo>
                  <a:close/>
                  <a:moveTo>
                    <a:pt x="2138" y="9221"/>
                  </a:moveTo>
                  <a:lnTo>
                    <a:pt x="2727" y="9733"/>
                  </a:lnTo>
                  <a:lnTo>
                    <a:pt x="3318" y="10075"/>
                  </a:lnTo>
                  <a:lnTo>
                    <a:pt x="4719" y="10671"/>
                  </a:lnTo>
                  <a:lnTo>
                    <a:pt x="4940" y="10843"/>
                  </a:lnTo>
                  <a:lnTo>
                    <a:pt x="5012" y="10927"/>
                  </a:lnTo>
                  <a:lnTo>
                    <a:pt x="5161" y="11013"/>
                  </a:lnTo>
                  <a:lnTo>
                    <a:pt x="5308" y="10927"/>
                  </a:lnTo>
                  <a:lnTo>
                    <a:pt x="8700" y="12379"/>
                  </a:lnTo>
                  <a:lnTo>
                    <a:pt x="8700" y="12465"/>
                  </a:lnTo>
                  <a:lnTo>
                    <a:pt x="8626" y="12379"/>
                  </a:lnTo>
                  <a:lnTo>
                    <a:pt x="7814" y="12037"/>
                  </a:lnTo>
                  <a:lnTo>
                    <a:pt x="7446" y="11953"/>
                  </a:lnTo>
                  <a:lnTo>
                    <a:pt x="7004" y="11867"/>
                  </a:lnTo>
                  <a:lnTo>
                    <a:pt x="6929" y="11953"/>
                  </a:lnTo>
                  <a:lnTo>
                    <a:pt x="6855" y="12037"/>
                  </a:lnTo>
                  <a:lnTo>
                    <a:pt x="6929" y="12209"/>
                  </a:lnTo>
                  <a:lnTo>
                    <a:pt x="7225" y="12549"/>
                  </a:lnTo>
                  <a:lnTo>
                    <a:pt x="7741" y="12891"/>
                  </a:lnTo>
                  <a:lnTo>
                    <a:pt x="8256" y="13233"/>
                  </a:lnTo>
                  <a:lnTo>
                    <a:pt x="8847" y="13403"/>
                  </a:lnTo>
                  <a:lnTo>
                    <a:pt x="8772" y="13745"/>
                  </a:lnTo>
                  <a:lnTo>
                    <a:pt x="8109" y="13745"/>
                  </a:lnTo>
                  <a:lnTo>
                    <a:pt x="7520" y="13659"/>
                  </a:lnTo>
                  <a:lnTo>
                    <a:pt x="6855" y="13403"/>
                  </a:lnTo>
                  <a:lnTo>
                    <a:pt x="6487" y="13233"/>
                  </a:lnTo>
                  <a:lnTo>
                    <a:pt x="6413" y="13061"/>
                  </a:lnTo>
                  <a:lnTo>
                    <a:pt x="6341" y="12977"/>
                  </a:lnTo>
                  <a:lnTo>
                    <a:pt x="6266" y="12891"/>
                  </a:lnTo>
                  <a:lnTo>
                    <a:pt x="6192" y="12805"/>
                  </a:lnTo>
                  <a:lnTo>
                    <a:pt x="6119" y="12805"/>
                  </a:lnTo>
                  <a:lnTo>
                    <a:pt x="6045" y="12891"/>
                  </a:lnTo>
                  <a:lnTo>
                    <a:pt x="5971" y="13147"/>
                  </a:lnTo>
                  <a:lnTo>
                    <a:pt x="5971" y="13317"/>
                  </a:lnTo>
                  <a:lnTo>
                    <a:pt x="6045" y="13489"/>
                  </a:lnTo>
                  <a:lnTo>
                    <a:pt x="6119" y="13659"/>
                  </a:lnTo>
                  <a:lnTo>
                    <a:pt x="6413" y="14001"/>
                  </a:lnTo>
                  <a:lnTo>
                    <a:pt x="6708" y="14257"/>
                  </a:lnTo>
                  <a:lnTo>
                    <a:pt x="7078" y="14427"/>
                  </a:lnTo>
                  <a:lnTo>
                    <a:pt x="7520" y="14599"/>
                  </a:lnTo>
                  <a:lnTo>
                    <a:pt x="7962" y="14683"/>
                  </a:lnTo>
                  <a:lnTo>
                    <a:pt x="8404" y="14683"/>
                  </a:lnTo>
                  <a:lnTo>
                    <a:pt x="7962" y="15537"/>
                  </a:lnTo>
                  <a:lnTo>
                    <a:pt x="7520" y="15367"/>
                  </a:lnTo>
                  <a:lnTo>
                    <a:pt x="6487" y="15025"/>
                  </a:lnTo>
                  <a:lnTo>
                    <a:pt x="5971" y="14939"/>
                  </a:lnTo>
                  <a:lnTo>
                    <a:pt x="5456" y="14855"/>
                  </a:lnTo>
                  <a:lnTo>
                    <a:pt x="5308" y="14855"/>
                  </a:lnTo>
                  <a:lnTo>
                    <a:pt x="5308" y="15111"/>
                  </a:lnTo>
                  <a:lnTo>
                    <a:pt x="5382" y="15195"/>
                  </a:lnTo>
                  <a:lnTo>
                    <a:pt x="5750" y="15537"/>
                  </a:lnTo>
                  <a:lnTo>
                    <a:pt x="6192" y="15793"/>
                  </a:lnTo>
                  <a:lnTo>
                    <a:pt x="7078" y="16222"/>
                  </a:lnTo>
                  <a:lnTo>
                    <a:pt x="7520" y="16478"/>
                  </a:lnTo>
                  <a:lnTo>
                    <a:pt x="7299" y="16817"/>
                  </a:lnTo>
                  <a:lnTo>
                    <a:pt x="7078" y="17073"/>
                  </a:lnTo>
                  <a:lnTo>
                    <a:pt x="5898" y="16478"/>
                  </a:lnTo>
                  <a:lnTo>
                    <a:pt x="4644" y="15879"/>
                  </a:lnTo>
                  <a:lnTo>
                    <a:pt x="4498" y="15879"/>
                  </a:lnTo>
                  <a:lnTo>
                    <a:pt x="4423" y="15966"/>
                  </a:lnTo>
                  <a:lnTo>
                    <a:pt x="4423" y="16222"/>
                  </a:lnTo>
                  <a:lnTo>
                    <a:pt x="4940" y="16734"/>
                  </a:lnTo>
                  <a:lnTo>
                    <a:pt x="5382" y="17246"/>
                  </a:lnTo>
                  <a:lnTo>
                    <a:pt x="5971" y="17588"/>
                  </a:lnTo>
                  <a:lnTo>
                    <a:pt x="6562" y="17927"/>
                  </a:lnTo>
                  <a:lnTo>
                    <a:pt x="5971" y="18526"/>
                  </a:lnTo>
                  <a:lnTo>
                    <a:pt x="5308" y="18526"/>
                  </a:lnTo>
                  <a:lnTo>
                    <a:pt x="4644" y="18356"/>
                  </a:lnTo>
                  <a:lnTo>
                    <a:pt x="3981" y="18100"/>
                  </a:lnTo>
                  <a:lnTo>
                    <a:pt x="3760" y="18100"/>
                  </a:lnTo>
                  <a:lnTo>
                    <a:pt x="3686" y="18183"/>
                  </a:lnTo>
                  <a:lnTo>
                    <a:pt x="3611" y="18270"/>
                  </a:lnTo>
                  <a:lnTo>
                    <a:pt x="3611" y="18439"/>
                  </a:lnTo>
                  <a:lnTo>
                    <a:pt x="3686" y="18782"/>
                  </a:lnTo>
                  <a:lnTo>
                    <a:pt x="3907" y="18951"/>
                  </a:lnTo>
                  <a:lnTo>
                    <a:pt x="4202" y="19124"/>
                  </a:lnTo>
                  <a:lnTo>
                    <a:pt x="4498" y="19294"/>
                  </a:lnTo>
                  <a:lnTo>
                    <a:pt x="4719" y="19380"/>
                  </a:lnTo>
                  <a:lnTo>
                    <a:pt x="4349" y="19466"/>
                  </a:lnTo>
                  <a:lnTo>
                    <a:pt x="3907" y="19466"/>
                  </a:lnTo>
                  <a:lnTo>
                    <a:pt x="3539" y="19380"/>
                  </a:lnTo>
                  <a:lnTo>
                    <a:pt x="3097" y="19207"/>
                  </a:lnTo>
                  <a:lnTo>
                    <a:pt x="2506" y="18782"/>
                  </a:lnTo>
                  <a:lnTo>
                    <a:pt x="2064" y="18270"/>
                  </a:lnTo>
                  <a:lnTo>
                    <a:pt x="1696" y="17671"/>
                  </a:lnTo>
                  <a:lnTo>
                    <a:pt x="1401" y="16990"/>
                  </a:lnTo>
                  <a:lnTo>
                    <a:pt x="1254" y="16222"/>
                  </a:lnTo>
                  <a:lnTo>
                    <a:pt x="1105" y="15537"/>
                  </a:lnTo>
                  <a:lnTo>
                    <a:pt x="1105" y="14001"/>
                  </a:lnTo>
                  <a:lnTo>
                    <a:pt x="1254" y="12805"/>
                  </a:lnTo>
                  <a:lnTo>
                    <a:pt x="1475" y="11611"/>
                  </a:lnTo>
                  <a:lnTo>
                    <a:pt x="2138" y="9221"/>
                  </a:lnTo>
                  <a:close/>
                  <a:moveTo>
                    <a:pt x="13638" y="12635"/>
                  </a:moveTo>
                  <a:lnTo>
                    <a:pt x="13786" y="13147"/>
                  </a:lnTo>
                  <a:lnTo>
                    <a:pt x="14007" y="13573"/>
                  </a:lnTo>
                  <a:lnTo>
                    <a:pt x="14080" y="13745"/>
                  </a:lnTo>
                  <a:lnTo>
                    <a:pt x="14154" y="13915"/>
                  </a:lnTo>
                  <a:lnTo>
                    <a:pt x="14301" y="14001"/>
                  </a:lnTo>
                  <a:lnTo>
                    <a:pt x="15702" y="16305"/>
                  </a:lnTo>
                  <a:lnTo>
                    <a:pt x="16365" y="17502"/>
                  </a:lnTo>
                  <a:lnTo>
                    <a:pt x="16365" y="18014"/>
                  </a:lnTo>
                  <a:lnTo>
                    <a:pt x="16514" y="18183"/>
                  </a:lnTo>
                  <a:lnTo>
                    <a:pt x="16660" y="18270"/>
                  </a:lnTo>
                  <a:lnTo>
                    <a:pt x="16807" y="18270"/>
                  </a:lnTo>
                  <a:lnTo>
                    <a:pt x="16881" y="18183"/>
                  </a:lnTo>
                  <a:lnTo>
                    <a:pt x="17102" y="18356"/>
                  </a:lnTo>
                  <a:lnTo>
                    <a:pt x="17251" y="18439"/>
                  </a:lnTo>
                  <a:lnTo>
                    <a:pt x="17472" y="18526"/>
                  </a:lnTo>
                  <a:lnTo>
                    <a:pt x="17619" y="18439"/>
                  </a:lnTo>
                  <a:lnTo>
                    <a:pt x="17840" y="18612"/>
                  </a:lnTo>
                  <a:lnTo>
                    <a:pt x="18061" y="18612"/>
                  </a:lnTo>
                  <a:lnTo>
                    <a:pt x="18208" y="18695"/>
                  </a:lnTo>
                  <a:lnTo>
                    <a:pt x="18356" y="18612"/>
                  </a:lnTo>
                  <a:lnTo>
                    <a:pt x="18503" y="18439"/>
                  </a:lnTo>
                  <a:lnTo>
                    <a:pt x="18503" y="18014"/>
                  </a:lnTo>
                  <a:lnTo>
                    <a:pt x="18356" y="17844"/>
                  </a:lnTo>
                  <a:lnTo>
                    <a:pt x="18429" y="17588"/>
                  </a:lnTo>
                  <a:lnTo>
                    <a:pt x="18503" y="17415"/>
                  </a:lnTo>
                  <a:lnTo>
                    <a:pt x="18577" y="17246"/>
                  </a:lnTo>
                  <a:lnTo>
                    <a:pt x="18577" y="17159"/>
                  </a:lnTo>
                  <a:lnTo>
                    <a:pt x="18503" y="16990"/>
                  </a:lnTo>
                  <a:lnTo>
                    <a:pt x="18429" y="16903"/>
                  </a:lnTo>
                  <a:lnTo>
                    <a:pt x="18356" y="16817"/>
                  </a:lnTo>
                  <a:lnTo>
                    <a:pt x="18061" y="16817"/>
                  </a:lnTo>
                  <a:lnTo>
                    <a:pt x="17472" y="17073"/>
                  </a:lnTo>
                  <a:lnTo>
                    <a:pt x="17472" y="16990"/>
                  </a:lnTo>
                  <a:lnTo>
                    <a:pt x="17840" y="16647"/>
                  </a:lnTo>
                  <a:lnTo>
                    <a:pt x="18208" y="16222"/>
                  </a:lnTo>
                  <a:lnTo>
                    <a:pt x="18356" y="15966"/>
                  </a:lnTo>
                  <a:lnTo>
                    <a:pt x="18577" y="16391"/>
                  </a:lnTo>
                  <a:lnTo>
                    <a:pt x="19094" y="17329"/>
                  </a:lnTo>
                  <a:lnTo>
                    <a:pt x="19166" y="17671"/>
                  </a:lnTo>
                  <a:lnTo>
                    <a:pt x="18724" y="18356"/>
                  </a:lnTo>
                  <a:lnTo>
                    <a:pt x="18135" y="18951"/>
                  </a:lnTo>
                  <a:lnTo>
                    <a:pt x="17544" y="19466"/>
                  </a:lnTo>
                  <a:lnTo>
                    <a:pt x="16881" y="19892"/>
                  </a:lnTo>
                  <a:lnTo>
                    <a:pt x="16218" y="20148"/>
                  </a:lnTo>
                  <a:lnTo>
                    <a:pt x="15481" y="20234"/>
                  </a:lnTo>
                  <a:lnTo>
                    <a:pt x="15113" y="20234"/>
                  </a:lnTo>
                  <a:lnTo>
                    <a:pt x="14817" y="20148"/>
                  </a:lnTo>
                  <a:lnTo>
                    <a:pt x="14450" y="20062"/>
                  </a:lnTo>
                  <a:lnTo>
                    <a:pt x="14080" y="19892"/>
                  </a:lnTo>
                  <a:lnTo>
                    <a:pt x="13712" y="19636"/>
                  </a:lnTo>
                  <a:lnTo>
                    <a:pt x="13417" y="19294"/>
                  </a:lnTo>
                  <a:lnTo>
                    <a:pt x="12900" y="18612"/>
                  </a:lnTo>
                  <a:lnTo>
                    <a:pt x="12458" y="17844"/>
                  </a:lnTo>
                  <a:lnTo>
                    <a:pt x="12165" y="16990"/>
                  </a:lnTo>
                  <a:lnTo>
                    <a:pt x="12090" y="16049"/>
                  </a:lnTo>
                  <a:lnTo>
                    <a:pt x="12090" y="15537"/>
                  </a:lnTo>
                  <a:lnTo>
                    <a:pt x="12165" y="15111"/>
                  </a:lnTo>
                  <a:lnTo>
                    <a:pt x="12237" y="14683"/>
                  </a:lnTo>
                  <a:lnTo>
                    <a:pt x="12386" y="14257"/>
                  </a:lnTo>
                  <a:lnTo>
                    <a:pt x="12607" y="13831"/>
                  </a:lnTo>
                  <a:lnTo>
                    <a:pt x="12828" y="13403"/>
                  </a:lnTo>
                  <a:lnTo>
                    <a:pt x="13196" y="12977"/>
                  </a:lnTo>
                  <a:lnTo>
                    <a:pt x="13638" y="12635"/>
                  </a:lnTo>
                  <a:close/>
                  <a:moveTo>
                    <a:pt x="7741" y="0"/>
                  </a:moveTo>
                  <a:lnTo>
                    <a:pt x="7078" y="86"/>
                  </a:lnTo>
                  <a:lnTo>
                    <a:pt x="6413" y="256"/>
                  </a:lnTo>
                  <a:lnTo>
                    <a:pt x="5824" y="598"/>
                  </a:lnTo>
                  <a:lnTo>
                    <a:pt x="5233" y="1024"/>
                  </a:lnTo>
                  <a:lnTo>
                    <a:pt x="4719" y="1536"/>
                  </a:lnTo>
                  <a:lnTo>
                    <a:pt x="4202" y="1536"/>
                  </a:lnTo>
                  <a:lnTo>
                    <a:pt x="3760" y="1708"/>
                  </a:lnTo>
                  <a:lnTo>
                    <a:pt x="3390" y="2048"/>
                  </a:lnTo>
                  <a:lnTo>
                    <a:pt x="3097" y="2476"/>
                  </a:lnTo>
                  <a:lnTo>
                    <a:pt x="2801" y="2988"/>
                  </a:lnTo>
                  <a:lnTo>
                    <a:pt x="2655" y="3500"/>
                  </a:lnTo>
                  <a:lnTo>
                    <a:pt x="2285" y="4524"/>
                  </a:lnTo>
                  <a:lnTo>
                    <a:pt x="1326" y="8197"/>
                  </a:lnTo>
                  <a:lnTo>
                    <a:pt x="812" y="9989"/>
                  </a:lnTo>
                  <a:lnTo>
                    <a:pt x="368" y="11781"/>
                  </a:lnTo>
                  <a:lnTo>
                    <a:pt x="74" y="13403"/>
                  </a:lnTo>
                  <a:lnTo>
                    <a:pt x="0" y="14257"/>
                  </a:lnTo>
                  <a:lnTo>
                    <a:pt x="0" y="15793"/>
                  </a:lnTo>
                  <a:lnTo>
                    <a:pt x="147" y="16647"/>
                  </a:lnTo>
                  <a:lnTo>
                    <a:pt x="368" y="17415"/>
                  </a:lnTo>
                  <a:lnTo>
                    <a:pt x="663" y="18183"/>
                  </a:lnTo>
                  <a:lnTo>
                    <a:pt x="959" y="18695"/>
                  </a:lnTo>
                  <a:lnTo>
                    <a:pt x="1326" y="19207"/>
                  </a:lnTo>
                  <a:lnTo>
                    <a:pt x="1769" y="19722"/>
                  </a:lnTo>
                  <a:lnTo>
                    <a:pt x="2213" y="20148"/>
                  </a:lnTo>
                  <a:lnTo>
                    <a:pt x="2727" y="20404"/>
                  </a:lnTo>
                  <a:lnTo>
                    <a:pt x="3318" y="20660"/>
                  </a:lnTo>
                  <a:lnTo>
                    <a:pt x="3834" y="20746"/>
                  </a:lnTo>
                  <a:lnTo>
                    <a:pt x="4423" y="20830"/>
                  </a:lnTo>
                  <a:lnTo>
                    <a:pt x="4940" y="20746"/>
                  </a:lnTo>
                  <a:lnTo>
                    <a:pt x="5382" y="20574"/>
                  </a:lnTo>
                  <a:lnTo>
                    <a:pt x="5824" y="20318"/>
                  </a:lnTo>
                  <a:lnTo>
                    <a:pt x="6192" y="20062"/>
                  </a:lnTo>
                  <a:lnTo>
                    <a:pt x="6929" y="19294"/>
                  </a:lnTo>
                  <a:lnTo>
                    <a:pt x="7593" y="18439"/>
                  </a:lnTo>
                  <a:lnTo>
                    <a:pt x="7667" y="18526"/>
                  </a:lnTo>
                  <a:lnTo>
                    <a:pt x="7888" y="18526"/>
                  </a:lnTo>
                  <a:lnTo>
                    <a:pt x="8109" y="18356"/>
                  </a:lnTo>
                  <a:lnTo>
                    <a:pt x="8256" y="18183"/>
                  </a:lnTo>
                  <a:lnTo>
                    <a:pt x="8256" y="18014"/>
                  </a:lnTo>
                  <a:lnTo>
                    <a:pt x="8183" y="17671"/>
                  </a:lnTo>
                  <a:lnTo>
                    <a:pt x="8404" y="17329"/>
                  </a:lnTo>
                  <a:lnTo>
                    <a:pt x="9068" y="16049"/>
                  </a:lnTo>
                  <a:lnTo>
                    <a:pt x="9584" y="14683"/>
                  </a:lnTo>
                  <a:lnTo>
                    <a:pt x="10099" y="13317"/>
                  </a:lnTo>
                  <a:lnTo>
                    <a:pt x="10468" y="11867"/>
                  </a:lnTo>
                  <a:lnTo>
                    <a:pt x="10543" y="11781"/>
                  </a:lnTo>
                  <a:lnTo>
                    <a:pt x="10615" y="11611"/>
                  </a:lnTo>
                  <a:lnTo>
                    <a:pt x="10615" y="11439"/>
                  </a:lnTo>
                  <a:lnTo>
                    <a:pt x="10985" y="9989"/>
                  </a:lnTo>
                  <a:lnTo>
                    <a:pt x="11278" y="8453"/>
                  </a:lnTo>
                  <a:lnTo>
                    <a:pt x="11499" y="6915"/>
                  </a:lnTo>
                  <a:lnTo>
                    <a:pt x="11648" y="5378"/>
                  </a:lnTo>
                  <a:lnTo>
                    <a:pt x="11720" y="4610"/>
                  </a:lnTo>
                  <a:lnTo>
                    <a:pt x="11648" y="3842"/>
                  </a:lnTo>
                  <a:lnTo>
                    <a:pt x="11574" y="3158"/>
                  </a:lnTo>
                  <a:lnTo>
                    <a:pt x="11353" y="2476"/>
                  </a:lnTo>
                  <a:lnTo>
                    <a:pt x="11132" y="1878"/>
                  </a:lnTo>
                  <a:lnTo>
                    <a:pt x="10764" y="1366"/>
                  </a:lnTo>
                  <a:lnTo>
                    <a:pt x="10247" y="854"/>
                  </a:lnTo>
                  <a:lnTo>
                    <a:pt x="9731" y="428"/>
                  </a:lnTo>
                  <a:lnTo>
                    <a:pt x="9068" y="170"/>
                  </a:lnTo>
                  <a:lnTo>
                    <a:pt x="8404" y="0"/>
                  </a:lnTo>
                  <a:close/>
                  <a:moveTo>
                    <a:pt x="17544" y="9221"/>
                  </a:moveTo>
                  <a:lnTo>
                    <a:pt x="17251" y="9477"/>
                  </a:lnTo>
                  <a:lnTo>
                    <a:pt x="16956" y="9733"/>
                  </a:lnTo>
                  <a:lnTo>
                    <a:pt x="16735" y="10075"/>
                  </a:lnTo>
                  <a:lnTo>
                    <a:pt x="15850" y="10331"/>
                  </a:lnTo>
                  <a:lnTo>
                    <a:pt x="14743" y="10671"/>
                  </a:lnTo>
                  <a:lnTo>
                    <a:pt x="13638" y="11269"/>
                  </a:lnTo>
                  <a:lnTo>
                    <a:pt x="13196" y="11611"/>
                  </a:lnTo>
                  <a:lnTo>
                    <a:pt x="12679" y="12037"/>
                  </a:lnTo>
                  <a:lnTo>
                    <a:pt x="12237" y="12465"/>
                  </a:lnTo>
                  <a:lnTo>
                    <a:pt x="11869" y="12977"/>
                  </a:lnTo>
                  <a:lnTo>
                    <a:pt x="11574" y="13489"/>
                  </a:lnTo>
                  <a:lnTo>
                    <a:pt x="11278" y="14087"/>
                  </a:lnTo>
                  <a:lnTo>
                    <a:pt x="11132" y="14683"/>
                  </a:lnTo>
                  <a:lnTo>
                    <a:pt x="11057" y="15367"/>
                  </a:lnTo>
                  <a:lnTo>
                    <a:pt x="10985" y="15966"/>
                  </a:lnTo>
                  <a:lnTo>
                    <a:pt x="11057" y="16561"/>
                  </a:lnTo>
                  <a:lnTo>
                    <a:pt x="11132" y="17159"/>
                  </a:lnTo>
                  <a:lnTo>
                    <a:pt x="11278" y="17758"/>
                  </a:lnTo>
                  <a:lnTo>
                    <a:pt x="11499" y="18356"/>
                  </a:lnTo>
                  <a:lnTo>
                    <a:pt x="11795" y="18868"/>
                  </a:lnTo>
                  <a:lnTo>
                    <a:pt x="12090" y="19380"/>
                  </a:lnTo>
                  <a:lnTo>
                    <a:pt x="12458" y="19892"/>
                  </a:lnTo>
                  <a:lnTo>
                    <a:pt x="12900" y="20318"/>
                  </a:lnTo>
                  <a:lnTo>
                    <a:pt x="13342" y="20746"/>
                  </a:lnTo>
                  <a:lnTo>
                    <a:pt x="13786" y="21086"/>
                  </a:lnTo>
                  <a:lnTo>
                    <a:pt x="14301" y="21342"/>
                  </a:lnTo>
                  <a:lnTo>
                    <a:pt x="14892" y="21514"/>
                  </a:lnTo>
                  <a:lnTo>
                    <a:pt x="15481" y="21600"/>
                  </a:lnTo>
                  <a:lnTo>
                    <a:pt x="16144" y="21514"/>
                  </a:lnTo>
                  <a:lnTo>
                    <a:pt x="16735" y="21342"/>
                  </a:lnTo>
                  <a:lnTo>
                    <a:pt x="17323" y="21002"/>
                  </a:lnTo>
                  <a:lnTo>
                    <a:pt x="17840" y="20660"/>
                  </a:lnTo>
                  <a:lnTo>
                    <a:pt x="18873" y="19892"/>
                  </a:lnTo>
                  <a:lnTo>
                    <a:pt x="19315" y="19466"/>
                  </a:lnTo>
                  <a:lnTo>
                    <a:pt x="19683" y="18951"/>
                  </a:lnTo>
                  <a:lnTo>
                    <a:pt x="20051" y="18439"/>
                  </a:lnTo>
                  <a:lnTo>
                    <a:pt x="20420" y="17927"/>
                  </a:lnTo>
                  <a:lnTo>
                    <a:pt x="20937" y="16734"/>
                  </a:lnTo>
                  <a:lnTo>
                    <a:pt x="21379" y="15537"/>
                  </a:lnTo>
                  <a:lnTo>
                    <a:pt x="21526" y="14769"/>
                  </a:lnTo>
                  <a:lnTo>
                    <a:pt x="21600" y="14087"/>
                  </a:lnTo>
                  <a:lnTo>
                    <a:pt x="21600" y="13317"/>
                  </a:lnTo>
                  <a:lnTo>
                    <a:pt x="21526" y="12721"/>
                  </a:lnTo>
                  <a:lnTo>
                    <a:pt x="21305" y="12037"/>
                  </a:lnTo>
                  <a:lnTo>
                    <a:pt x="21009" y="11439"/>
                  </a:lnTo>
                  <a:lnTo>
                    <a:pt x="20641" y="10843"/>
                  </a:lnTo>
                  <a:lnTo>
                    <a:pt x="20199" y="10331"/>
                  </a:lnTo>
                  <a:lnTo>
                    <a:pt x="19683" y="9903"/>
                  </a:lnTo>
                  <a:lnTo>
                    <a:pt x="19166" y="9561"/>
                  </a:lnTo>
                  <a:lnTo>
                    <a:pt x="18577" y="9305"/>
                  </a:lnTo>
                  <a:lnTo>
                    <a:pt x="17987" y="9221"/>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984" name="Google Shape;354;p6"/>
            <p:cNvSpPr/>
            <p:nvPr/>
          </p:nvSpPr>
          <p:spPr>
            <a:xfrm>
              <a:off x="477888" y="4452466"/>
              <a:ext cx="559130" cy="3953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603" y="16167"/>
                  </a:moveTo>
                  <a:lnTo>
                    <a:pt x="15369" y="16432"/>
                  </a:lnTo>
                  <a:lnTo>
                    <a:pt x="15134" y="16696"/>
                  </a:lnTo>
                  <a:lnTo>
                    <a:pt x="14572" y="17227"/>
                  </a:lnTo>
                  <a:lnTo>
                    <a:pt x="14057" y="17492"/>
                  </a:lnTo>
                  <a:lnTo>
                    <a:pt x="13588" y="17823"/>
                  </a:lnTo>
                  <a:lnTo>
                    <a:pt x="12932" y="18154"/>
                  </a:lnTo>
                  <a:lnTo>
                    <a:pt x="12744" y="18287"/>
                  </a:lnTo>
                  <a:lnTo>
                    <a:pt x="12510" y="18352"/>
                  </a:lnTo>
                  <a:lnTo>
                    <a:pt x="12651" y="18022"/>
                  </a:lnTo>
                  <a:lnTo>
                    <a:pt x="12839" y="17691"/>
                  </a:lnTo>
                  <a:lnTo>
                    <a:pt x="13213" y="17624"/>
                  </a:lnTo>
                  <a:lnTo>
                    <a:pt x="13541" y="17426"/>
                  </a:lnTo>
                  <a:lnTo>
                    <a:pt x="13869" y="17227"/>
                  </a:lnTo>
                  <a:lnTo>
                    <a:pt x="14198" y="16895"/>
                  </a:lnTo>
                  <a:lnTo>
                    <a:pt x="14479" y="16564"/>
                  </a:lnTo>
                  <a:lnTo>
                    <a:pt x="14525" y="16365"/>
                  </a:lnTo>
                  <a:lnTo>
                    <a:pt x="14619" y="16365"/>
                  </a:lnTo>
                  <a:lnTo>
                    <a:pt x="14665" y="16298"/>
                  </a:lnTo>
                  <a:lnTo>
                    <a:pt x="15134" y="16167"/>
                  </a:lnTo>
                  <a:close/>
                  <a:moveTo>
                    <a:pt x="16119" y="16233"/>
                  </a:moveTo>
                  <a:lnTo>
                    <a:pt x="16400" y="16365"/>
                  </a:lnTo>
                  <a:lnTo>
                    <a:pt x="16400" y="16564"/>
                  </a:lnTo>
                  <a:lnTo>
                    <a:pt x="15603" y="17492"/>
                  </a:lnTo>
                  <a:lnTo>
                    <a:pt x="14713" y="18287"/>
                  </a:lnTo>
                  <a:lnTo>
                    <a:pt x="14198" y="18685"/>
                  </a:lnTo>
                  <a:lnTo>
                    <a:pt x="13682" y="19015"/>
                  </a:lnTo>
                  <a:lnTo>
                    <a:pt x="13167" y="19348"/>
                  </a:lnTo>
                  <a:lnTo>
                    <a:pt x="12651" y="19745"/>
                  </a:lnTo>
                  <a:lnTo>
                    <a:pt x="12558" y="19546"/>
                  </a:lnTo>
                  <a:lnTo>
                    <a:pt x="12510" y="19348"/>
                  </a:lnTo>
                  <a:lnTo>
                    <a:pt x="12463" y="18883"/>
                  </a:lnTo>
                  <a:lnTo>
                    <a:pt x="12651" y="18883"/>
                  </a:lnTo>
                  <a:lnTo>
                    <a:pt x="12839" y="18750"/>
                  </a:lnTo>
                  <a:lnTo>
                    <a:pt x="13213" y="18551"/>
                  </a:lnTo>
                  <a:lnTo>
                    <a:pt x="14150" y="18089"/>
                  </a:lnTo>
                  <a:lnTo>
                    <a:pt x="14665" y="17756"/>
                  </a:lnTo>
                  <a:lnTo>
                    <a:pt x="15229" y="17359"/>
                  </a:lnTo>
                  <a:lnTo>
                    <a:pt x="15696" y="16830"/>
                  </a:lnTo>
                  <a:lnTo>
                    <a:pt x="15884" y="16564"/>
                  </a:lnTo>
                  <a:lnTo>
                    <a:pt x="16119" y="16233"/>
                  </a:lnTo>
                  <a:close/>
                  <a:moveTo>
                    <a:pt x="12089" y="927"/>
                  </a:moveTo>
                  <a:lnTo>
                    <a:pt x="12417" y="993"/>
                  </a:lnTo>
                  <a:lnTo>
                    <a:pt x="12698" y="1060"/>
                  </a:lnTo>
                  <a:lnTo>
                    <a:pt x="12979" y="1192"/>
                  </a:lnTo>
                  <a:lnTo>
                    <a:pt x="13213" y="1391"/>
                  </a:lnTo>
                  <a:lnTo>
                    <a:pt x="13401" y="1656"/>
                  </a:lnTo>
                  <a:lnTo>
                    <a:pt x="13494" y="1987"/>
                  </a:lnTo>
                  <a:lnTo>
                    <a:pt x="13541" y="1987"/>
                  </a:lnTo>
                  <a:lnTo>
                    <a:pt x="13448" y="2186"/>
                  </a:lnTo>
                  <a:lnTo>
                    <a:pt x="13448" y="2384"/>
                  </a:lnTo>
                  <a:lnTo>
                    <a:pt x="13494" y="2915"/>
                  </a:lnTo>
                  <a:lnTo>
                    <a:pt x="13588" y="3378"/>
                  </a:lnTo>
                  <a:lnTo>
                    <a:pt x="13729" y="3775"/>
                  </a:lnTo>
                  <a:lnTo>
                    <a:pt x="13963" y="4239"/>
                  </a:lnTo>
                  <a:lnTo>
                    <a:pt x="14057" y="4505"/>
                  </a:lnTo>
                  <a:lnTo>
                    <a:pt x="14103" y="4836"/>
                  </a:lnTo>
                  <a:lnTo>
                    <a:pt x="14103" y="4969"/>
                  </a:lnTo>
                  <a:lnTo>
                    <a:pt x="14057" y="5034"/>
                  </a:lnTo>
                  <a:lnTo>
                    <a:pt x="13963" y="5034"/>
                  </a:lnTo>
                  <a:lnTo>
                    <a:pt x="13869" y="4969"/>
                  </a:lnTo>
                  <a:lnTo>
                    <a:pt x="13775" y="4770"/>
                  </a:lnTo>
                  <a:lnTo>
                    <a:pt x="13634" y="4174"/>
                  </a:lnTo>
                  <a:lnTo>
                    <a:pt x="13541" y="3842"/>
                  </a:lnTo>
                  <a:lnTo>
                    <a:pt x="13401" y="3577"/>
                  </a:lnTo>
                  <a:lnTo>
                    <a:pt x="13260" y="3246"/>
                  </a:lnTo>
                  <a:lnTo>
                    <a:pt x="13072" y="2980"/>
                  </a:lnTo>
                  <a:lnTo>
                    <a:pt x="12886" y="2782"/>
                  </a:lnTo>
                  <a:lnTo>
                    <a:pt x="12651" y="2583"/>
                  </a:lnTo>
                  <a:lnTo>
                    <a:pt x="12417" y="2451"/>
                  </a:lnTo>
                  <a:lnTo>
                    <a:pt x="12182" y="2384"/>
                  </a:lnTo>
                  <a:lnTo>
                    <a:pt x="11667" y="2384"/>
                  </a:lnTo>
                  <a:lnTo>
                    <a:pt x="11432" y="2451"/>
                  </a:lnTo>
                  <a:lnTo>
                    <a:pt x="11199" y="2583"/>
                  </a:lnTo>
                  <a:lnTo>
                    <a:pt x="11105" y="2650"/>
                  </a:lnTo>
                  <a:lnTo>
                    <a:pt x="11058" y="2717"/>
                  </a:lnTo>
                  <a:lnTo>
                    <a:pt x="11105" y="2915"/>
                  </a:lnTo>
                  <a:lnTo>
                    <a:pt x="11199" y="3047"/>
                  </a:lnTo>
                  <a:lnTo>
                    <a:pt x="11246" y="3114"/>
                  </a:lnTo>
                  <a:lnTo>
                    <a:pt x="11339" y="3114"/>
                  </a:lnTo>
                  <a:lnTo>
                    <a:pt x="11620" y="3047"/>
                  </a:lnTo>
                  <a:lnTo>
                    <a:pt x="11855" y="3047"/>
                  </a:lnTo>
                  <a:lnTo>
                    <a:pt x="12136" y="3114"/>
                  </a:lnTo>
                  <a:lnTo>
                    <a:pt x="12370" y="3246"/>
                  </a:lnTo>
                  <a:lnTo>
                    <a:pt x="12604" y="3378"/>
                  </a:lnTo>
                  <a:lnTo>
                    <a:pt x="12791" y="3643"/>
                  </a:lnTo>
                  <a:lnTo>
                    <a:pt x="12979" y="3909"/>
                  </a:lnTo>
                  <a:lnTo>
                    <a:pt x="13120" y="4239"/>
                  </a:lnTo>
                  <a:lnTo>
                    <a:pt x="13307" y="5034"/>
                  </a:lnTo>
                  <a:lnTo>
                    <a:pt x="13448" y="5367"/>
                  </a:lnTo>
                  <a:lnTo>
                    <a:pt x="13588" y="5632"/>
                  </a:lnTo>
                  <a:lnTo>
                    <a:pt x="13448" y="5764"/>
                  </a:lnTo>
                  <a:lnTo>
                    <a:pt x="13167" y="6095"/>
                  </a:lnTo>
                  <a:lnTo>
                    <a:pt x="12886" y="6492"/>
                  </a:lnTo>
                  <a:lnTo>
                    <a:pt x="12651" y="6891"/>
                  </a:lnTo>
                  <a:lnTo>
                    <a:pt x="12510" y="7354"/>
                  </a:lnTo>
                  <a:lnTo>
                    <a:pt x="12417" y="7751"/>
                  </a:lnTo>
                  <a:lnTo>
                    <a:pt x="12370" y="8148"/>
                  </a:lnTo>
                  <a:lnTo>
                    <a:pt x="12417" y="8548"/>
                  </a:lnTo>
                  <a:lnTo>
                    <a:pt x="12463" y="8945"/>
                  </a:lnTo>
                  <a:lnTo>
                    <a:pt x="12604" y="9275"/>
                  </a:lnTo>
                  <a:lnTo>
                    <a:pt x="12791" y="9541"/>
                  </a:lnTo>
                  <a:lnTo>
                    <a:pt x="13026" y="9805"/>
                  </a:lnTo>
                  <a:lnTo>
                    <a:pt x="13307" y="9938"/>
                  </a:lnTo>
                  <a:lnTo>
                    <a:pt x="13588" y="10070"/>
                  </a:lnTo>
                  <a:lnTo>
                    <a:pt x="13917" y="10005"/>
                  </a:lnTo>
                  <a:lnTo>
                    <a:pt x="14244" y="9938"/>
                  </a:lnTo>
                  <a:lnTo>
                    <a:pt x="14525" y="9740"/>
                  </a:lnTo>
                  <a:lnTo>
                    <a:pt x="15369" y="9144"/>
                  </a:lnTo>
                  <a:lnTo>
                    <a:pt x="16212" y="8414"/>
                  </a:lnTo>
                  <a:lnTo>
                    <a:pt x="16259" y="8282"/>
                  </a:lnTo>
                  <a:lnTo>
                    <a:pt x="16305" y="8148"/>
                  </a:lnTo>
                  <a:lnTo>
                    <a:pt x="16305" y="8016"/>
                  </a:lnTo>
                  <a:lnTo>
                    <a:pt x="16259" y="7950"/>
                  </a:lnTo>
                  <a:lnTo>
                    <a:pt x="16212" y="7818"/>
                  </a:lnTo>
                  <a:lnTo>
                    <a:pt x="16119" y="7751"/>
                  </a:lnTo>
                  <a:lnTo>
                    <a:pt x="15931" y="7751"/>
                  </a:lnTo>
                  <a:lnTo>
                    <a:pt x="15369" y="8215"/>
                  </a:lnTo>
                  <a:lnTo>
                    <a:pt x="14806" y="8746"/>
                  </a:lnTo>
                  <a:lnTo>
                    <a:pt x="14525" y="8945"/>
                  </a:lnTo>
                  <a:lnTo>
                    <a:pt x="14244" y="9144"/>
                  </a:lnTo>
                  <a:lnTo>
                    <a:pt x="13917" y="9275"/>
                  </a:lnTo>
                  <a:lnTo>
                    <a:pt x="13448" y="9275"/>
                  </a:lnTo>
                  <a:lnTo>
                    <a:pt x="13307" y="9209"/>
                  </a:lnTo>
                  <a:lnTo>
                    <a:pt x="13167" y="9077"/>
                  </a:lnTo>
                  <a:lnTo>
                    <a:pt x="13072" y="8945"/>
                  </a:lnTo>
                  <a:lnTo>
                    <a:pt x="12979" y="8746"/>
                  </a:lnTo>
                  <a:lnTo>
                    <a:pt x="12932" y="8548"/>
                  </a:lnTo>
                  <a:lnTo>
                    <a:pt x="12886" y="8083"/>
                  </a:lnTo>
                  <a:lnTo>
                    <a:pt x="12932" y="7885"/>
                  </a:lnTo>
                  <a:lnTo>
                    <a:pt x="12979" y="7619"/>
                  </a:lnTo>
                  <a:lnTo>
                    <a:pt x="13120" y="7222"/>
                  </a:lnTo>
                  <a:lnTo>
                    <a:pt x="13353" y="6891"/>
                  </a:lnTo>
                  <a:lnTo>
                    <a:pt x="13634" y="6559"/>
                  </a:lnTo>
                  <a:lnTo>
                    <a:pt x="14010" y="6095"/>
                  </a:lnTo>
                  <a:lnTo>
                    <a:pt x="14338" y="5632"/>
                  </a:lnTo>
                  <a:lnTo>
                    <a:pt x="14479" y="5367"/>
                  </a:lnTo>
                  <a:lnTo>
                    <a:pt x="14572" y="5101"/>
                  </a:lnTo>
                  <a:lnTo>
                    <a:pt x="14572" y="4373"/>
                  </a:lnTo>
                  <a:lnTo>
                    <a:pt x="14479" y="4108"/>
                  </a:lnTo>
                  <a:lnTo>
                    <a:pt x="14384" y="3909"/>
                  </a:lnTo>
                  <a:lnTo>
                    <a:pt x="14150" y="3378"/>
                  </a:lnTo>
                  <a:lnTo>
                    <a:pt x="13917" y="2849"/>
                  </a:lnTo>
                  <a:lnTo>
                    <a:pt x="13822" y="2583"/>
                  </a:lnTo>
                  <a:lnTo>
                    <a:pt x="13822" y="2318"/>
                  </a:lnTo>
                  <a:lnTo>
                    <a:pt x="13917" y="2252"/>
                  </a:lnTo>
                  <a:lnTo>
                    <a:pt x="14432" y="2054"/>
                  </a:lnTo>
                  <a:lnTo>
                    <a:pt x="14948" y="1855"/>
                  </a:lnTo>
                  <a:lnTo>
                    <a:pt x="15510" y="1721"/>
                  </a:lnTo>
                  <a:lnTo>
                    <a:pt x="16072" y="1656"/>
                  </a:lnTo>
                  <a:lnTo>
                    <a:pt x="16353" y="1721"/>
                  </a:lnTo>
                  <a:lnTo>
                    <a:pt x="16634" y="1855"/>
                  </a:lnTo>
                  <a:lnTo>
                    <a:pt x="16867" y="1987"/>
                  </a:lnTo>
                  <a:lnTo>
                    <a:pt x="17055" y="2186"/>
                  </a:lnTo>
                  <a:lnTo>
                    <a:pt x="17243" y="2451"/>
                  </a:lnTo>
                  <a:lnTo>
                    <a:pt x="17383" y="2717"/>
                  </a:lnTo>
                  <a:lnTo>
                    <a:pt x="17664" y="3445"/>
                  </a:lnTo>
                  <a:lnTo>
                    <a:pt x="17898" y="3976"/>
                  </a:lnTo>
                  <a:lnTo>
                    <a:pt x="17712" y="4373"/>
                  </a:lnTo>
                  <a:lnTo>
                    <a:pt x="17477" y="4637"/>
                  </a:lnTo>
                  <a:lnTo>
                    <a:pt x="17243" y="4836"/>
                  </a:lnTo>
                  <a:lnTo>
                    <a:pt x="16962" y="5034"/>
                  </a:lnTo>
                  <a:lnTo>
                    <a:pt x="16400" y="5300"/>
                  </a:lnTo>
                  <a:lnTo>
                    <a:pt x="15791" y="5565"/>
                  </a:lnTo>
                  <a:lnTo>
                    <a:pt x="15322" y="5831"/>
                  </a:lnTo>
                  <a:lnTo>
                    <a:pt x="14713" y="6228"/>
                  </a:lnTo>
                  <a:lnTo>
                    <a:pt x="14432" y="6427"/>
                  </a:lnTo>
                  <a:lnTo>
                    <a:pt x="14244" y="6757"/>
                  </a:lnTo>
                  <a:lnTo>
                    <a:pt x="14103" y="7023"/>
                  </a:lnTo>
                  <a:lnTo>
                    <a:pt x="14057" y="7222"/>
                  </a:lnTo>
                  <a:lnTo>
                    <a:pt x="14057" y="7552"/>
                  </a:lnTo>
                  <a:lnTo>
                    <a:pt x="14103" y="7686"/>
                  </a:lnTo>
                  <a:lnTo>
                    <a:pt x="14198" y="7751"/>
                  </a:lnTo>
                  <a:lnTo>
                    <a:pt x="14479" y="7751"/>
                  </a:lnTo>
                  <a:lnTo>
                    <a:pt x="14525" y="7619"/>
                  </a:lnTo>
                  <a:lnTo>
                    <a:pt x="14572" y="7487"/>
                  </a:lnTo>
                  <a:lnTo>
                    <a:pt x="14619" y="7354"/>
                  </a:lnTo>
                  <a:lnTo>
                    <a:pt x="14760" y="7155"/>
                  </a:lnTo>
                  <a:lnTo>
                    <a:pt x="15041" y="6891"/>
                  </a:lnTo>
                  <a:lnTo>
                    <a:pt x="15415" y="6626"/>
                  </a:lnTo>
                  <a:lnTo>
                    <a:pt x="15696" y="6492"/>
                  </a:lnTo>
                  <a:lnTo>
                    <a:pt x="16353" y="6161"/>
                  </a:lnTo>
                  <a:lnTo>
                    <a:pt x="16962" y="5831"/>
                  </a:lnTo>
                  <a:lnTo>
                    <a:pt x="17336" y="5632"/>
                  </a:lnTo>
                  <a:lnTo>
                    <a:pt x="17712" y="5367"/>
                  </a:lnTo>
                  <a:lnTo>
                    <a:pt x="17993" y="4969"/>
                  </a:lnTo>
                  <a:lnTo>
                    <a:pt x="18086" y="4770"/>
                  </a:lnTo>
                  <a:lnTo>
                    <a:pt x="18181" y="4505"/>
                  </a:lnTo>
                  <a:lnTo>
                    <a:pt x="18274" y="4637"/>
                  </a:lnTo>
                  <a:lnTo>
                    <a:pt x="18508" y="4902"/>
                  </a:lnTo>
                  <a:lnTo>
                    <a:pt x="18743" y="5034"/>
                  </a:lnTo>
                  <a:lnTo>
                    <a:pt x="19024" y="5233"/>
                  </a:lnTo>
                  <a:lnTo>
                    <a:pt x="19257" y="5433"/>
                  </a:lnTo>
                  <a:lnTo>
                    <a:pt x="19538" y="5764"/>
                  </a:lnTo>
                  <a:lnTo>
                    <a:pt x="19773" y="6228"/>
                  </a:lnTo>
                  <a:lnTo>
                    <a:pt x="19960" y="6691"/>
                  </a:lnTo>
                  <a:lnTo>
                    <a:pt x="20054" y="7222"/>
                  </a:lnTo>
                  <a:lnTo>
                    <a:pt x="19773" y="7885"/>
                  </a:lnTo>
                  <a:lnTo>
                    <a:pt x="19633" y="8215"/>
                  </a:lnTo>
                  <a:lnTo>
                    <a:pt x="19398" y="8481"/>
                  </a:lnTo>
                  <a:lnTo>
                    <a:pt x="19117" y="8811"/>
                  </a:lnTo>
                  <a:lnTo>
                    <a:pt x="18789" y="9144"/>
                  </a:lnTo>
                  <a:lnTo>
                    <a:pt x="18414" y="9342"/>
                  </a:lnTo>
                  <a:lnTo>
                    <a:pt x="18040" y="9541"/>
                  </a:lnTo>
                  <a:lnTo>
                    <a:pt x="17336" y="9805"/>
                  </a:lnTo>
                  <a:lnTo>
                    <a:pt x="16634" y="10137"/>
                  </a:lnTo>
                  <a:lnTo>
                    <a:pt x="16305" y="10336"/>
                  </a:lnTo>
                  <a:lnTo>
                    <a:pt x="15978" y="10601"/>
                  </a:lnTo>
                  <a:lnTo>
                    <a:pt x="15696" y="10865"/>
                  </a:lnTo>
                  <a:lnTo>
                    <a:pt x="15462" y="11262"/>
                  </a:lnTo>
                  <a:lnTo>
                    <a:pt x="15275" y="11595"/>
                  </a:lnTo>
                  <a:lnTo>
                    <a:pt x="15229" y="11992"/>
                  </a:lnTo>
                  <a:lnTo>
                    <a:pt x="15229" y="12323"/>
                  </a:lnTo>
                  <a:lnTo>
                    <a:pt x="15275" y="12655"/>
                  </a:lnTo>
                  <a:lnTo>
                    <a:pt x="15369" y="12921"/>
                  </a:lnTo>
                  <a:lnTo>
                    <a:pt x="15556" y="13184"/>
                  </a:lnTo>
                  <a:lnTo>
                    <a:pt x="15743" y="13383"/>
                  </a:lnTo>
                  <a:lnTo>
                    <a:pt x="16024" y="13582"/>
                  </a:lnTo>
                  <a:lnTo>
                    <a:pt x="16305" y="13649"/>
                  </a:lnTo>
                  <a:lnTo>
                    <a:pt x="16586" y="13649"/>
                  </a:lnTo>
                  <a:lnTo>
                    <a:pt x="16867" y="13582"/>
                  </a:lnTo>
                  <a:lnTo>
                    <a:pt x="17150" y="13517"/>
                  </a:lnTo>
                  <a:lnTo>
                    <a:pt x="17477" y="13383"/>
                  </a:lnTo>
                  <a:lnTo>
                    <a:pt x="17852" y="13184"/>
                  </a:lnTo>
                  <a:lnTo>
                    <a:pt x="18133" y="12921"/>
                  </a:lnTo>
                  <a:lnTo>
                    <a:pt x="18274" y="12720"/>
                  </a:lnTo>
                  <a:lnTo>
                    <a:pt x="18321" y="12588"/>
                  </a:lnTo>
                  <a:lnTo>
                    <a:pt x="18367" y="12323"/>
                  </a:lnTo>
                  <a:lnTo>
                    <a:pt x="18321" y="12258"/>
                  </a:lnTo>
                  <a:lnTo>
                    <a:pt x="18227" y="12191"/>
                  </a:lnTo>
                  <a:lnTo>
                    <a:pt x="17993" y="12191"/>
                  </a:lnTo>
                  <a:lnTo>
                    <a:pt x="17758" y="12323"/>
                  </a:lnTo>
                  <a:lnTo>
                    <a:pt x="17290" y="12588"/>
                  </a:lnTo>
                  <a:lnTo>
                    <a:pt x="17009" y="12720"/>
                  </a:lnTo>
                  <a:lnTo>
                    <a:pt x="16727" y="12787"/>
                  </a:lnTo>
                  <a:lnTo>
                    <a:pt x="16165" y="12787"/>
                  </a:lnTo>
                  <a:lnTo>
                    <a:pt x="15978" y="12655"/>
                  </a:lnTo>
                  <a:lnTo>
                    <a:pt x="15884" y="12521"/>
                  </a:lnTo>
                  <a:lnTo>
                    <a:pt x="15791" y="12323"/>
                  </a:lnTo>
                  <a:lnTo>
                    <a:pt x="15791" y="12124"/>
                  </a:lnTo>
                  <a:lnTo>
                    <a:pt x="15837" y="11925"/>
                  </a:lnTo>
                  <a:lnTo>
                    <a:pt x="15931" y="11727"/>
                  </a:lnTo>
                  <a:lnTo>
                    <a:pt x="16165" y="11396"/>
                  </a:lnTo>
                  <a:lnTo>
                    <a:pt x="16446" y="11131"/>
                  </a:lnTo>
                  <a:lnTo>
                    <a:pt x="16774" y="10932"/>
                  </a:lnTo>
                  <a:lnTo>
                    <a:pt x="17383" y="10666"/>
                  </a:lnTo>
                  <a:lnTo>
                    <a:pt x="18462" y="10137"/>
                  </a:lnTo>
                  <a:lnTo>
                    <a:pt x="19024" y="9805"/>
                  </a:lnTo>
                  <a:lnTo>
                    <a:pt x="19257" y="9606"/>
                  </a:lnTo>
                  <a:lnTo>
                    <a:pt x="19492" y="9342"/>
                  </a:lnTo>
                  <a:lnTo>
                    <a:pt x="19819" y="8945"/>
                  </a:lnTo>
                  <a:lnTo>
                    <a:pt x="20100" y="8414"/>
                  </a:lnTo>
                  <a:lnTo>
                    <a:pt x="20100" y="8481"/>
                  </a:lnTo>
                  <a:lnTo>
                    <a:pt x="20054" y="8679"/>
                  </a:lnTo>
                  <a:lnTo>
                    <a:pt x="20148" y="8878"/>
                  </a:lnTo>
                  <a:lnTo>
                    <a:pt x="20242" y="9010"/>
                  </a:lnTo>
                  <a:lnTo>
                    <a:pt x="20383" y="9077"/>
                  </a:lnTo>
                  <a:lnTo>
                    <a:pt x="20569" y="9144"/>
                  </a:lnTo>
                  <a:lnTo>
                    <a:pt x="20664" y="9209"/>
                  </a:lnTo>
                  <a:lnTo>
                    <a:pt x="20757" y="9407"/>
                  </a:lnTo>
                  <a:lnTo>
                    <a:pt x="20850" y="9673"/>
                  </a:lnTo>
                  <a:lnTo>
                    <a:pt x="20616" y="9740"/>
                  </a:lnTo>
                  <a:lnTo>
                    <a:pt x="20335" y="9872"/>
                  </a:lnTo>
                  <a:lnTo>
                    <a:pt x="19867" y="10204"/>
                  </a:lnTo>
                  <a:lnTo>
                    <a:pt x="19164" y="10534"/>
                  </a:lnTo>
                  <a:lnTo>
                    <a:pt x="18883" y="10666"/>
                  </a:lnTo>
                  <a:lnTo>
                    <a:pt x="18789" y="10800"/>
                  </a:lnTo>
                  <a:lnTo>
                    <a:pt x="18695" y="10999"/>
                  </a:lnTo>
                  <a:lnTo>
                    <a:pt x="18648" y="11131"/>
                  </a:lnTo>
                  <a:lnTo>
                    <a:pt x="18743" y="11329"/>
                  </a:lnTo>
                  <a:lnTo>
                    <a:pt x="18883" y="11396"/>
                  </a:lnTo>
                  <a:lnTo>
                    <a:pt x="19024" y="11396"/>
                  </a:lnTo>
                  <a:lnTo>
                    <a:pt x="19352" y="11329"/>
                  </a:lnTo>
                  <a:lnTo>
                    <a:pt x="19679" y="11131"/>
                  </a:lnTo>
                  <a:lnTo>
                    <a:pt x="19960" y="10932"/>
                  </a:lnTo>
                  <a:lnTo>
                    <a:pt x="20476" y="10601"/>
                  </a:lnTo>
                  <a:lnTo>
                    <a:pt x="20710" y="10336"/>
                  </a:lnTo>
                  <a:lnTo>
                    <a:pt x="20945" y="10070"/>
                  </a:lnTo>
                  <a:lnTo>
                    <a:pt x="20945" y="11860"/>
                  </a:lnTo>
                  <a:lnTo>
                    <a:pt x="20850" y="11925"/>
                  </a:lnTo>
                  <a:lnTo>
                    <a:pt x="20664" y="12521"/>
                  </a:lnTo>
                  <a:lnTo>
                    <a:pt x="20523" y="13119"/>
                  </a:lnTo>
                  <a:lnTo>
                    <a:pt x="19257" y="13119"/>
                  </a:lnTo>
                  <a:lnTo>
                    <a:pt x="18883" y="13184"/>
                  </a:lnTo>
                  <a:lnTo>
                    <a:pt x="18555" y="13383"/>
                  </a:lnTo>
                  <a:lnTo>
                    <a:pt x="18321" y="13715"/>
                  </a:lnTo>
                  <a:lnTo>
                    <a:pt x="18133" y="14113"/>
                  </a:lnTo>
                  <a:lnTo>
                    <a:pt x="17993" y="14510"/>
                  </a:lnTo>
                  <a:lnTo>
                    <a:pt x="17946" y="14776"/>
                  </a:lnTo>
                  <a:lnTo>
                    <a:pt x="17898" y="15039"/>
                  </a:lnTo>
                  <a:lnTo>
                    <a:pt x="17946" y="15504"/>
                  </a:lnTo>
                  <a:lnTo>
                    <a:pt x="18086" y="15968"/>
                  </a:lnTo>
                  <a:lnTo>
                    <a:pt x="18274" y="16432"/>
                  </a:lnTo>
                  <a:lnTo>
                    <a:pt x="18508" y="16830"/>
                  </a:lnTo>
                  <a:lnTo>
                    <a:pt x="18743" y="17227"/>
                  </a:lnTo>
                  <a:lnTo>
                    <a:pt x="18976" y="17624"/>
                  </a:lnTo>
                  <a:lnTo>
                    <a:pt x="19164" y="17756"/>
                  </a:lnTo>
                  <a:lnTo>
                    <a:pt x="19352" y="17823"/>
                  </a:lnTo>
                  <a:lnTo>
                    <a:pt x="19445" y="17756"/>
                  </a:lnTo>
                  <a:lnTo>
                    <a:pt x="19492" y="17624"/>
                  </a:lnTo>
                  <a:lnTo>
                    <a:pt x="19492" y="17292"/>
                  </a:lnTo>
                  <a:lnTo>
                    <a:pt x="19352" y="17028"/>
                  </a:lnTo>
                  <a:lnTo>
                    <a:pt x="19024" y="16497"/>
                  </a:lnTo>
                  <a:lnTo>
                    <a:pt x="18789" y="16167"/>
                  </a:lnTo>
                  <a:lnTo>
                    <a:pt x="18602" y="15769"/>
                  </a:lnTo>
                  <a:lnTo>
                    <a:pt x="18508" y="15372"/>
                  </a:lnTo>
                  <a:lnTo>
                    <a:pt x="18462" y="15106"/>
                  </a:lnTo>
                  <a:lnTo>
                    <a:pt x="18462" y="14908"/>
                  </a:lnTo>
                  <a:lnTo>
                    <a:pt x="18508" y="14642"/>
                  </a:lnTo>
                  <a:lnTo>
                    <a:pt x="18602" y="14443"/>
                  </a:lnTo>
                  <a:lnTo>
                    <a:pt x="18743" y="14178"/>
                  </a:lnTo>
                  <a:lnTo>
                    <a:pt x="19024" y="13979"/>
                  </a:lnTo>
                  <a:lnTo>
                    <a:pt x="19305" y="13847"/>
                  </a:lnTo>
                  <a:lnTo>
                    <a:pt x="19586" y="13780"/>
                  </a:lnTo>
                  <a:lnTo>
                    <a:pt x="20569" y="13780"/>
                  </a:lnTo>
                  <a:lnTo>
                    <a:pt x="20429" y="14178"/>
                  </a:lnTo>
                  <a:lnTo>
                    <a:pt x="20383" y="14378"/>
                  </a:lnTo>
                  <a:lnTo>
                    <a:pt x="20429" y="14642"/>
                  </a:lnTo>
                  <a:lnTo>
                    <a:pt x="20476" y="15039"/>
                  </a:lnTo>
                  <a:lnTo>
                    <a:pt x="20476" y="15901"/>
                  </a:lnTo>
                  <a:lnTo>
                    <a:pt x="20429" y="16298"/>
                  </a:lnTo>
                  <a:lnTo>
                    <a:pt x="20335" y="15968"/>
                  </a:lnTo>
                  <a:lnTo>
                    <a:pt x="20242" y="15702"/>
                  </a:lnTo>
                  <a:lnTo>
                    <a:pt x="20100" y="15372"/>
                  </a:lnTo>
                  <a:lnTo>
                    <a:pt x="19914" y="15106"/>
                  </a:lnTo>
                  <a:lnTo>
                    <a:pt x="19819" y="15039"/>
                  </a:lnTo>
                  <a:lnTo>
                    <a:pt x="19633" y="15039"/>
                  </a:lnTo>
                  <a:lnTo>
                    <a:pt x="19538" y="15106"/>
                  </a:lnTo>
                  <a:lnTo>
                    <a:pt x="19492" y="15238"/>
                  </a:lnTo>
                  <a:lnTo>
                    <a:pt x="19492" y="15504"/>
                  </a:lnTo>
                  <a:lnTo>
                    <a:pt x="19538" y="15636"/>
                  </a:lnTo>
                  <a:lnTo>
                    <a:pt x="19773" y="16100"/>
                  </a:lnTo>
                  <a:lnTo>
                    <a:pt x="19914" y="16564"/>
                  </a:lnTo>
                  <a:lnTo>
                    <a:pt x="19960" y="17093"/>
                  </a:lnTo>
                  <a:lnTo>
                    <a:pt x="19914" y="17691"/>
                  </a:lnTo>
                  <a:lnTo>
                    <a:pt x="19914" y="17823"/>
                  </a:lnTo>
                  <a:lnTo>
                    <a:pt x="19960" y="18022"/>
                  </a:lnTo>
                  <a:lnTo>
                    <a:pt x="19633" y="18618"/>
                  </a:lnTo>
                  <a:lnTo>
                    <a:pt x="19211" y="19214"/>
                  </a:lnTo>
                  <a:lnTo>
                    <a:pt x="19024" y="19413"/>
                  </a:lnTo>
                  <a:lnTo>
                    <a:pt x="18743" y="19678"/>
                  </a:lnTo>
                  <a:lnTo>
                    <a:pt x="18227" y="19944"/>
                  </a:lnTo>
                  <a:lnTo>
                    <a:pt x="18274" y="19810"/>
                  </a:lnTo>
                  <a:lnTo>
                    <a:pt x="18321" y="19214"/>
                  </a:lnTo>
                  <a:lnTo>
                    <a:pt x="18274" y="18685"/>
                  </a:lnTo>
                  <a:lnTo>
                    <a:pt x="18181" y="18089"/>
                  </a:lnTo>
                  <a:lnTo>
                    <a:pt x="17993" y="17557"/>
                  </a:lnTo>
                  <a:lnTo>
                    <a:pt x="17758" y="17028"/>
                  </a:lnTo>
                  <a:lnTo>
                    <a:pt x="17477" y="16564"/>
                  </a:lnTo>
                  <a:lnTo>
                    <a:pt x="17243" y="16298"/>
                  </a:lnTo>
                  <a:lnTo>
                    <a:pt x="17150" y="16100"/>
                  </a:lnTo>
                  <a:lnTo>
                    <a:pt x="17055" y="15968"/>
                  </a:lnTo>
                  <a:lnTo>
                    <a:pt x="16821" y="15968"/>
                  </a:lnTo>
                  <a:lnTo>
                    <a:pt x="16400" y="15702"/>
                  </a:lnTo>
                  <a:lnTo>
                    <a:pt x="16446" y="15504"/>
                  </a:lnTo>
                  <a:lnTo>
                    <a:pt x="16446" y="15106"/>
                  </a:lnTo>
                  <a:lnTo>
                    <a:pt x="16400" y="15039"/>
                  </a:lnTo>
                  <a:lnTo>
                    <a:pt x="16305" y="14974"/>
                  </a:lnTo>
                  <a:lnTo>
                    <a:pt x="16165" y="14974"/>
                  </a:lnTo>
                  <a:lnTo>
                    <a:pt x="16072" y="15039"/>
                  </a:lnTo>
                  <a:lnTo>
                    <a:pt x="16024" y="15173"/>
                  </a:lnTo>
                  <a:lnTo>
                    <a:pt x="15931" y="15504"/>
                  </a:lnTo>
                  <a:lnTo>
                    <a:pt x="15650" y="15437"/>
                  </a:lnTo>
                  <a:lnTo>
                    <a:pt x="15369" y="15504"/>
                  </a:lnTo>
                  <a:lnTo>
                    <a:pt x="15088" y="15570"/>
                  </a:lnTo>
                  <a:lnTo>
                    <a:pt x="14853" y="15702"/>
                  </a:lnTo>
                  <a:lnTo>
                    <a:pt x="14760" y="15504"/>
                  </a:lnTo>
                  <a:lnTo>
                    <a:pt x="14619" y="15372"/>
                  </a:lnTo>
                  <a:lnTo>
                    <a:pt x="14384" y="15372"/>
                  </a:lnTo>
                  <a:lnTo>
                    <a:pt x="14291" y="15504"/>
                  </a:lnTo>
                  <a:lnTo>
                    <a:pt x="14198" y="15636"/>
                  </a:lnTo>
                  <a:lnTo>
                    <a:pt x="14103" y="15769"/>
                  </a:lnTo>
                  <a:lnTo>
                    <a:pt x="13917" y="16100"/>
                  </a:lnTo>
                  <a:lnTo>
                    <a:pt x="13729" y="16365"/>
                  </a:lnTo>
                  <a:lnTo>
                    <a:pt x="13353" y="16631"/>
                  </a:lnTo>
                  <a:lnTo>
                    <a:pt x="12932" y="16830"/>
                  </a:lnTo>
                  <a:lnTo>
                    <a:pt x="12510" y="16961"/>
                  </a:lnTo>
                  <a:lnTo>
                    <a:pt x="12089" y="17028"/>
                  </a:lnTo>
                  <a:lnTo>
                    <a:pt x="11199" y="17028"/>
                  </a:lnTo>
                  <a:lnTo>
                    <a:pt x="10636" y="16895"/>
                  </a:lnTo>
                  <a:lnTo>
                    <a:pt x="10449" y="16830"/>
                  </a:lnTo>
                  <a:lnTo>
                    <a:pt x="10401" y="16830"/>
                  </a:lnTo>
                  <a:lnTo>
                    <a:pt x="10401" y="16497"/>
                  </a:lnTo>
                  <a:lnTo>
                    <a:pt x="10261" y="16298"/>
                  </a:lnTo>
                  <a:lnTo>
                    <a:pt x="10589" y="15570"/>
                  </a:lnTo>
                  <a:lnTo>
                    <a:pt x="10918" y="14776"/>
                  </a:lnTo>
                  <a:lnTo>
                    <a:pt x="11199" y="14311"/>
                  </a:lnTo>
                  <a:lnTo>
                    <a:pt x="11480" y="13780"/>
                  </a:lnTo>
                  <a:lnTo>
                    <a:pt x="11808" y="13383"/>
                  </a:lnTo>
                  <a:lnTo>
                    <a:pt x="12136" y="12921"/>
                  </a:lnTo>
                  <a:lnTo>
                    <a:pt x="12510" y="12588"/>
                  </a:lnTo>
                  <a:lnTo>
                    <a:pt x="12886" y="12258"/>
                  </a:lnTo>
                  <a:lnTo>
                    <a:pt x="13072" y="12124"/>
                  </a:lnTo>
                  <a:lnTo>
                    <a:pt x="13307" y="12124"/>
                  </a:lnTo>
                  <a:lnTo>
                    <a:pt x="13401" y="12191"/>
                  </a:lnTo>
                  <a:lnTo>
                    <a:pt x="13448" y="12323"/>
                  </a:lnTo>
                  <a:lnTo>
                    <a:pt x="13448" y="12720"/>
                  </a:lnTo>
                  <a:lnTo>
                    <a:pt x="13353" y="12921"/>
                  </a:lnTo>
                  <a:lnTo>
                    <a:pt x="13167" y="13318"/>
                  </a:lnTo>
                  <a:lnTo>
                    <a:pt x="12839" y="13847"/>
                  </a:lnTo>
                  <a:lnTo>
                    <a:pt x="12463" y="14378"/>
                  </a:lnTo>
                  <a:lnTo>
                    <a:pt x="12136" y="14974"/>
                  </a:lnTo>
                  <a:lnTo>
                    <a:pt x="11855" y="15636"/>
                  </a:lnTo>
                  <a:lnTo>
                    <a:pt x="11855" y="15769"/>
                  </a:lnTo>
                  <a:lnTo>
                    <a:pt x="11901" y="15968"/>
                  </a:lnTo>
                  <a:lnTo>
                    <a:pt x="11996" y="16035"/>
                  </a:lnTo>
                  <a:lnTo>
                    <a:pt x="12136" y="16035"/>
                  </a:lnTo>
                  <a:lnTo>
                    <a:pt x="12417" y="15702"/>
                  </a:lnTo>
                  <a:lnTo>
                    <a:pt x="12698" y="15305"/>
                  </a:lnTo>
                  <a:lnTo>
                    <a:pt x="13120" y="14443"/>
                  </a:lnTo>
                  <a:lnTo>
                    <a:pt x="13541" y="13780"/>
                  </a:lnTo>
                  <a:lnTo>
                    <a:pt x="13729" y="13450"/>
                  </a:lnTo>
                  <a:lnTo>
                    <a:pt x="13869" y="13052"/>
                  </a:lnTo>
                  <a:lnTo>
                    <a:pt x="13917" y="12720"/>
                  </a:lnTo>
                  <a:lnTo>
                    <a:pt x="13917" y="12390"/>
                  </a:lnTo>
                  <a:lnTo>
                    <a:pt x="13869" y="12059"/>
                  </a:lnTo>
                  <a:lnTo>
                    <a:pt x="13775" y="11793"/>
                  </a:lnTo>
                  <a:lnTo>
                    <a:pt x="13634" y="11528"/>
                  </a:lnTo>
                  <a:lnTo>
                    <a:pt x="13401" y="11396"/>
                  </a:lnTo>
                  <a:lnTo>
                    <a:pt x="13213" y="11396"/>
                  </a:lnTo>
                  <a:lnTo>
                    <a:pt x="12932" y="11463"/>
                  </a:lnTo>
                  <a:lnTo>
                    <a:pt x="12651" y="11595"/>
                  </a:lnTo>
                  <a:lnTo>
                    <a:pt x="12370" y="11860"/>
                  </a:lnTo>
                  <a:lnTo>
                    <a:pt x="11855" y="12390"/>
                  </a:lnTo>
                  <a:lnTo>
                    <a:pt x="11386" y="12986"/>
                  </a:lnTo>
                  <a:lnTo>
                    <a:pt x="10965" y="13649"/>
                  </a:lnTo>
                  <a:lnTo>
                    <a:pt x="10589" y="14245"/>
                  </a:lnTo>
                  <a:lnTo>
                    <a:pt x="10261" y="14908"/>
                  </a:lnTo>
                  <a:lnTo>
                    <a:pt x="10027" y="15636"/>
                  </a:lnTo>
                  <a:lnTo>
                    <a:pt x="9934" y="16035"/>
                  </a:lnTo>
                  <a:lnTo>
                    <a:pt x="9887" y="16432"/>
                  </a:lnTo>
                  <a:lnTo>
                    <a:pt x="9839" y="16432"/>
                  </a:lnTo>
                  <a:lnTo>
                    <a:pt x="9793" y="16564"/>
                  </a:lnTo>
                  <a:lnTo>
                    <a:pt x="9652" y="16631"/>
                  </a:lnTo>
                  <a:lnTo>
                    <a:pt x="9325" y="16631"/>
                  </a:lnTo>
                  <a:lnTo>
                    <a:pt x="8715" y="16432"/>
                  </a:lnTo>
                  <a:lnTo>
                    <a:pt x="7966" y="16432"/>
                  </a:lnTo>
                  <a:lnTo>
                    <a:pt x="7263" y="16564"/>
                  </a:lnTo>
                  <a:lnTo>
                    <a:pt x="7168" y="16564"/>
                  </a:lnTo>
                  <a:lnTo>
                    <a:pt x="7168" y="15901"/>
                  </a:lnTo>
                  <a:lnTo>
                    <a:pt x="7263" y="15636"/>
                  </a:lnTo>
                  <a:lnTo>
                    <a:pt x="7356" y="15372"/>
                  </a:lnTo>
                  <a:lnTo>
                    <a:pt x="7497" y="15106"/>
                  </a:lnTo>
                  <a:lnTo>
                    <a:pt x="7685" y="14974"/>
                  </a:lnTo>
                  <a:lnTo>
                    <a:pt x="7872" y="14776"/>
                  </a:lnTo>
                  <a:lnTo>
                    <a:pt x="8153" y="14709"/>
                  </a:lnTo>
                  <a:lnTo>
                    <a:pt x="8621" y="14510"/>
                  </a:lnTo>
                  <a:lnTo>
                    <a:pt x="9044" y="14311"/>
                  </a:lnTo>
                  <a:lnTo>
                    <a:pt x="9465" y="14046"/>
                  </a:lnTo>
                  <a:lnTo>
                    <a:pt x="9839" y="13715"/>
                  </a:lnTo>
                  <a:lnTo>
                    <a:pt x="10168" y="13318"/>
                  </a:lnTo>
                  <a:lnTo>
                    <a:pt x="10496" y="12921"/>
                  </a:lnTo>
                  <a:lnTo>
                    <a:pt x="10777" y="12456"/>
                  </a:lnTo>
                  <a:lnTo>
                    <a:pt x="11011" y="11925"/>
                  </a:lnTo>
                  <a:lnTo>
                    <a:pt x="11199" y="11528"/>
                  </a:lnTo>
                  <a:lnTo>
                    <a:pt x="11386" y="10999"/>
                  </a:lnTo>
                  <a:lnTo>
                    <a:pt x="11432" y="10733"/>
                  </a:lnTo>
                  <a:lnTo>
                    <a:pt x="11480" y="10468"/>
                  </a:lnTo>
                  <a:lnTo>
                    <a:pt x="11432" y="10204"/>
                  </a:lnTo>
                  <a:lnTo>
                    <a:pt x="11386" y="10005"/>
                  </a:lnTo>
                  <a:lnTo>
                    <a:pt x="11246" y="10005"/>
                  </a:lnTo>
                  <a:lnTo>
                    <a:pt x="11105" y="10070"/>
                  </a:lnTo>
                  <a:lnTo>
                    <a:pt x="11011" y="10269"/>
                  </a:lnTo>
                  <a:lnTo>
                    <a:pt x="10870" y="10733"/>
                  </a:lnTo>
                  <a:lnTo>
                    <a:pt x="10636" y="11396"/>
                  </a:lnTo>
                  <a:lnTo>
                    <a:pt x="10355" y="12059"/>
                  </a:lnTo>
                  <a:lnTo>
                    <a:pt x="9980" y="12655"/>
                  </a:lnTo>
                  <a:lnTo>
                    <a:pt x="9558" y="13119"/>
                  </a:lnTo>
                  <a:lnTo>
                    <a:pt x="9090" y="13517"/>
                  </a:lnTo>
                  <a:lnTo>
                    <a:pt x="8575" y="13847"/>
                  </a:lnTo>
                  <a:lnTo>
                    <a:pt x="8106" y="14046"/>
                  </a:lnTo>
                  <a:lnTo>
                    <a:pt x="7685" y="14245"/>
                  </a:lnTo>
                  <a:lnTo>
                    <a:pt x="7450" y="14311"/>
                  </a:lnTo>
                  <a:lnTo>
                    <a:pt x="7263" y="14510"/>
                  </a:lnTo>
                  <a:lnTo>
                    <a:pt x="7075" y="14709"/>
                  </a:lnTo>
                  <a:lnTo>
                    <a:pt x="6935" y="14974"/>
                  </a:lnTo>
                  <a:lnTo>
                    <a:pt x="6747" y="15372"/>
                  </a:lnTo>
                  <a:lnTo>
                    <a:pt x="6654" y="15836"/>
                  </a:lnTo>
                  <a:lnTo>
                    <a:pt x="6654" y="16298"/>
                  </a:lnTo>
                  <a:lnTo>
                    <a:pt x="6747" y="16763"/>
                  </a:lnTo>
                  <a:lnTo>
                    <a:pt x="6278" y="16961"/>
                  </a:lnTo>
                  <a:lnTo>
                    <a:pt x="5763" y="17160"/>
                  </a:lnTo>
                  <a:lnTo>
                    <a:pt x="5576" y="17160"/>
                  </a:lnTo>
                  <a:lnTo>
                    <a:pt x="5388" y="17093"/>
                  </a:lnTo>
                  <a:lnTo>
                    <a:pt x="5201" y="17028"/>
                  </a:lnTo>
                  <a:lnTo>
                    <a:pt x="5061" y="16895"/>
                  </a:lnTo>
                  <a:lnTo>
                    <a:pt x="4920" y="16696"/>
                  </a:lnTo>
                  <a:lnTo>
                    <a:pt x="4826" y="16497"/>
                  </a:lnTo>
                  <a:lnTo>
                    <a:pt x="4780" y="16298"/>
                  </a:lnTo>
                  <a:lnTo>
                    <a:pt x="4826" y="15968"/>
                  </a:lnTo>
                  <a:lnTo>
                    <a:pt x="4873" y="15836"/>
                  </a:lnTo>
                  <a:lnTo>
                    <a:pt x="4826" y="15702"/>
                  </a:lnTo>
                  <a:lnTo>
                    <a:pt x="4966" y="15437"/>
                  </a:lnTo>
                  <a:lnTo>
                    <a:pt x="5061" y="15173"/>
                  </a:lnTo>
                  <a:lnTo>
                    <a:pt x="5247" y="14642"/>
                  </a:lnTo>
                  <a:lnTo>
                    <a:pt x="5435" y="14178"/>
                  </a:lnTo>
                  <a:lnTo>
                    <a:pt x="5670" y="13582"/>
                  </a:lnTo>
                  <a:lnTo>
                    <a:pt x="5716" y="13318"/>
                  </a:lnTo>
                  <a:lnTo>
                    <a:pt x="5763" y="13052"/>
                  </a:lnTo>
                  <a:lnTo>
                    <a:pt x="5716" y="12720"/>
                  </a:lnTo>
                  <a:lnTo>
                    <a:pt x="5670" y="12456"/>
                  </a:lnTo>
                  <a:lnTo>
                    <a:pt x="5528" y="12323"/>
                  </a:lnTo>
                  <a:lnTo>
                    <a:pt x="5388" y="12191"/>
                  </a:lnTo>
                  <a:lnTo>
                    <a:pt x="5247" y="12124"/>
                  </a:lnTo>
                  <a:lnTo>
                    <a:pt x="5061" y="12124"/>
                  </a:lnTo>
                  <a:lnTo>
                    <a:pt x="4733" y="12191"/>
                  </a:lnTo>
                  <a:lnTo>
                    <a:pt x="4452" y="12323"/>
                  </a:lnTo>
                  <a:lnTo>
                    <a:pt x="4076" y="12655"/>
                  </a:lnTo>
                  <a:lnTo>
                    <a:pt x="3749" y="13052"/>
                  </a:lnTo>
                  <a:lnTo>
                    <a:pt x="3514" y="13450"/>
                  </a:lnTo>
                  <a:lnTo>
                    <a:pt x="3280" y="13847"/>
                  </a:lnTo>
                  <a:lnTo>
                    <a:pt x="3186" y="13847"/>
                  </a:lnTo>
                  <a:lnTo>
                    <a:pt x="3092" y="13914"/>
                  </a:lnTo>
                  <a:lnTo>
                    <a:pt x="2999" y="14178"/>
                  </a:lnTo>
                  <a:lnTo>
                    <a:pt x="2999" y="14378"/>
                  </a:lnTo>
                  <a:lnTo>
                    <a:pt x="3045" y="14510"/>
                  </a:lnTo>
                  <a:lnTo>
                    <a:pt x="3140" y="14577"/>
                  </a:lnTo>
                  <a:lnTo>
                    <a:pt x="3280" y="14642"/>
                  </a:lnTo>
                  <a:lnTo>
                    <a:pt x="3421" y="14642"/>
                  </a:lnTo>
                  <a:lnTo>
                    <a:pt x="3561" y="14577"/>
                  </a:lnTo>
                  <a:lnTo>
                    <a:pt x="3655" y="14443"/>
                  </a:lnTo>
                  <a:lnTo>
                    <a:pt x="4076" y="13780"/>
                  </a:lnTo>
                  <a:lnTo>
                    <a:pt x="4264" y="13450"/>
                  </a:lnTo>
                  <a:lnTo>
                    <a:pt x="4498" y="13184"/>
                  </a:lnTo>
                  <a:lnTo>
                    <a:pt x="4780" y="13052"/>
                  </a:lnTo>
                  <a:lnTo>
                    <a:pt x="5061" y="12921"/>
                  </a:lnTo>
                  <a:lnTo>
                    <a:pt x="5154" y="12921"/>
                  </a:lnTo>
                  <a:lnTo>
                    <a:pt x="5154" y="13184"/>
                  </a:lnTo>
                  <a:lnTo>
                    <a:pt x="5014" y="13649"/>
                  </a:lnTo>
                  <a:lnTo>
                    <a:pt x="4685" y="14510"/>
                  </a:lnTo>
                  <a:lnTo>
                    <a:pt x="4545" y="15039"/>
                  </a:lnTo>
                  <a:lnTo>
                    <a:pt x="4452" y="15305"/>
                  </a:lnTo>
                  <a:lnTo>
                    <a:pt x="4357" y="15437"/>
                  </a:lnTo>
                  <a:lnTo>
                    <a:pt x="4217" y="15570"/>
                  </a:lnTo>
                  <a:lnTo>
                    <a:pt x="4217" y="15636"/>
                  </a:lnTo>
                  <a:lnTo>
                    <a:pt x="4171" y="15702"/>
                  </a:lnTo>
                  <a:lnTo>
                    <a:pt x="3983" y="15901"/>
                  </a:lnTo>
                  <a:lnTo>
                    <a:pt x="3749" y="15968"/>
                  </a:lnTo>
                  <a:lnTo>
                    <a:pt x="3514" y="16035"/>
                  </a:lnTo>
                  <a:lnTo>
                    <a:pt x="3233" y="16035"/>
                  </a:lnTo>
                  <a:lnTo>
                    <a:pt x="2999" y="15968"/>
                  </a:lnTo>
                  <a:lnTo>
                    <a:pt x="2764" y="15836"/>
                  </a:lnTo>
                  <a:lnTo>
                    <a:pt x="2578" y="15702"/>
                  </a:lnTo>
                  <a:lnTo>
                    <a:pt x="2390" y="15504"/>
                  </a:lnTo>
                  <a:lnTo>
                    <a:pt x="2202" y="15238"/>
                  </a:lnTo>
                  <a:lnTo>
                    <a:pt x="2109" y="14974"/>
                  </a:lnTo>
                  <a:lnTo>
                    <a:pt x="2014" y="14709"/>
                  </a:lnTo>
                  <a:lnTo>
                    <a:pt x="1921" y="14378"/>
                  </a:lnTo>
                  <a:lnTo>
                    <a:pt x="1921" y="13450"/>
                  </a:lnTo>
                  <a:lnTo>
                    <a:pt x="2014" y="13119"/>
                  </a:lnTo>
                  <a:lnTo>
                    <a:pt x="2062" y="12921"/>
                  </a:lnTo>
                  <a:lnTo>
                    <a:pt x="2109" y="12720"/>
                  </a:lnTo>
                  <a:lnTo>
                    <a:pt x="2062" y="12588"/>
                  </a:lnTo>
                  <a:lnTo>
                    <a:pt x="2155" y="12588"/>
                  </a:lnTo>
                  <a:lnTo>
                    <a:pt x="2483" y="12390"/>
                  </a:lnTo>
                  <a:lnTo>
                    <a:pt x="2811" y="12258"/>
                  </a:lnTo>
                  <a:lnTo>
                    <a:pt x="3561" y="11727"/>
                  </a:lnTo>
                  <a:lnTo>
                    <a:pt x="4311" y="11131"/>
                  </a:lnTo>
                  <a:lnTo>
                    <a:pt x="4873" y="10601"/>
                  </a:lnTo>
                  <a:lnTo>
                    <a:pt x="5107" y="10269"/>
                  </a:lnTo>
                  <a:lnTo>
                    <a:pt x="5295" y="9938"/>
                  </a:lnTo>
                  <a:lnTo>
                    <a:pt x="5482" y="9541"/>
                  </a:lnTo>
                  <a:lnTo>
                    <a:pt x="5623" y="9209"/>
                  </a:lnTo>
                  <a:lnTo>
                    <a:pt x="5716" y="8746"/>
                  </a:lnTo>
                  <a:lnTo>
                    <a:pt x="5763" y="8282"/>
                  </a:lnTo>
                  <a:lnTo>
                    <a:pt x="5763" y="7950"/>
                  </a:lnTo>
                  <a:lnTo>
                    <a:pt x="5716" y="7552"/>
                  </a:lnTo>
                  <a:lnTo>
                    <a:pt x="5576" y="7222"/>
                  </a:lnTo>
                  <a:lnTo>
                    <a:pt x="5482" y="7090"/>
                  </a:lnTo>
                  <a:lnTo>
                    <a:pt x="5388" y="7023"/>
                  </a:lnTo>
                  <a:lnTo>
                    <a:pt x="5061" y="6891"/>
                  </a:lnTo>
                  <a:lnTo>
                    <a:pt x="4780" y="6824"/>
                  </a:lnTo>
                  <a:lnTo>
                    <a:pt x="4452" y="6891"/>
                  </a:lnTo>
                  <a:lnTo>
                    <a:pt x="4123" y="6956"/>
                  </a:lnTo>
                  <a:lnTo>
                    <a:pt x="3749" y="7155"/>
                  </a:lnTo>
                  <a:lnTo>
                    <a:pt x="3421" y="7354"/>
                  </a:lnTo>
                  <a:lnTo>
                    <a:pt x="2764" y="7885"/>
                  </a:lnTo>
                  <a:lnTo>
                    <a:pt x="1921" y="8548"/>
                  </a:lnTo>
                  <a:lnTo>
                    <a:pt x="1547" y="8878"/>
                  </a:lnTo>
                  <a:lnTo>
                    <a:pt x="1171" y="9209"/>
                  </a:lnTo>
                  <a:lnTo>
                    <a:pt x="1078" y="9342"/>
                  </a:lnTo>
                  <a:lnTo>
                    <a:pt x="1031" y="9474"/>
                  </a:lnTo>
                  <a:lnTo>
                    <a:pt x="1031" y="9606"/>
                  </a:lnTo>
                  <a:lnTo>
                    <a:pt x="1078" y="9673"/>
                  </a:lnTo>
                  <a:lnTo>
                    <a:pt x="1124" y="9805"/>
                  </a:lnTo>
                  <a:lnTo>
                    <a:pt x="1219" y="9872"/>
                  </a:lnTo>
                  <a:lnTo>
                    <a:pt x="1406" y="9872"/>
                  </a:lnTo>
                  <a:lnTo>
                    <a:pt x="1968" y="9474"/>
                  </a:lnTo>
                  <a:lnTo>
                    <a:pt x="2483" y="9010"/>
                  </a:lnTo>
                  <a:lnTo>
                    <a:pt x="3561" y="8148"/>
                  </a:lnTo>
                  <a:lnTo>
                    <a:pt x="4076" y="7818"/>
                  </a:lnTo>
                  <a:lnTo>
                    <a:pt x="4311" y="7686"/>
                  </a:lnTo>
                  <a:lnTo>
                    <a:pt x="4592" y="7619"/>
                  </a:lnTo>
                  <a:lnTo>
                    <a:pt x="4780" y="7552"/>
                  </a:lnTo>
                  <a:lnTo>
                    <a:pt x="4920" y="7619"/>
                  </a:lnTo>
                  <a:lnTo>
                    <a:pt x="5107" y="7686"/>
                  </a:lnTo>
                  <a:lnTo>
                    <a:pt x="5154" y="7751"/>
                  </a:lnTo>
                  <a:lnTo>
                    <a:pt x="5201" y="7885"/>
                  </a:lnTo>
                  <a:lnTo>
                    <a:pt x="5247" y="8083"/>
                  </a:lnTo>
                  <a:lnTo>
                    <a:pt x="5247" y="8282"/>
                  </a:lnTo>
                  <a:lnTo>
                    <a:pt x="5201" y="8746"/>
                  </a:lnTo>
                  <a:lnTo>
                    <a:pt x="5107" y="9077"/>
                  </a:lnTo>
                  <a:lnTo>
                    <a:pt x="4920" y="9474"/>
                  </a:lnTo>
                  <a:lnTo>
                    <a:pt x="4733" y="9740"/>
                  </a:lnTo>
                  <a:lnTo>
                    <a:pt x="4545" y="10070"/>
                  </a:lnTo>
                  <a:lnTo>
                    <a:pt x="4030" y="10534"/>
                  </a:lnTo>
                  <a:lnTo>
                    <a:pt x="3561" y="10932"/>
                  </a:lnTo>
                  <a:lnTo>
                    <a:pt x="2999" y="11396"/>
                  </a:lnTo>
                  <a:lnTo>
                    <a:pt x="2437" y="11793"/>
                  </a:lnTo>
                  <a:lnTo>
                    <a:pt x="1874" y="12191"/>
                  </a:lnTo>
                  <a:lnTo>
                    <a:pt x="1687" y="12323"/>
                  </a:lnTo>
                  <a:lnTo>
                    <a:pt x="1593" y="12390"/>
                  </a:lnTo>
                  <a:lnTo>
                    <a:pt x="1547" y="12521"/>
                  </a:lnTo>
                  <a:lnTo>
                    <a:pt x="1500" y="12521"/>
                  </a:lnTo>
                  <a:lnTo>
                    <a:pt x="1359" y="12390"/>
                  </a:lnTo>
                  <a:lnTo>
                    <a:pt x="1124" y="12124"/>
                  </a:lnTo>
                  <a:lnTo>
                    <a:pt x="890" y="11662"/>
                  </a:lnTo>
                  <a:lnTo>
                    <a:pt x="750" y="11329"/>
                  </a:lnTo>
                  <a:lnTo>
                    <a:pt x="657" y="10932"/>
                  </a:lnTo>
                  <a:lnTo>
                    <a:pt x="609" y="10534"/>
                  </a:lnTo>
                  <a:lnTo>
                    <a:pt x="609" y="9673"/>
                  </a:lnTo>
                  <a:lnTo>
                    <a:pt x="703" y="9275"/>
                  </a:lnTo>
                  <a:lnTo>
                    <a:pt x="843" y="8811"/>
                  </a:lnTo>
                  <a:lnTo>
                    <a:pt x="984" y="8414"/>
                  </a:lnTo>
                  <a:lnTo>
                    <a:pt x="1171" y="8083"/>
                  </a:lnTo>
                  <a:lnTo>
                    <a:pt x="1406" y="7751"/>
                  </a:lnTo>
                  <a:lnTo>
                    <a:pt x="1921" y="7155"/>
                  </a:lnTo>
                  <a:lnTo>
                    <a:pt x="2437" y="6691"/>
                  </a:lnTo>
                  <a:lnTo>
                    <a:pt x="3045" y="6293"/>
                  </a:lnTo>
                  <a:lnTo>
                    <a:pt x="3140" y="6161"/>
                  </a:lnTo>
                  <a:lnTo>
                    <a:pt x="3186" y="5963"/>
                  </a:lnTo>
                  <a:lnTo>
                    <a:pt x="3280" y="5632"/>
                  </a:lnTo>
                  <a:lnTo>
                    <a:pt x="3468" y="5233"/>
                  </a:lnTo>
                  <a:lnTo>
                    <a:pt x="3702" y="4902"/>
                  </a:lnTo>
                  <a:lnTo>
                    <a:pt x="3890" y="4572"/>
                  </a:lnTo>
                  <a:lnTo>
                    <a:pt x="4123" y="4306"/>
                  </a:lnTo>
                  <a:lnTo>
                    <a:pt x="4404" y="4041"/>
                  </a:lnTo>
                  <a:lnTo>
                    <a:pt x="4639" y="3842"/>
                  </a:lnTo>
                  <a:lnTo>
                    <a:pt x="4920" y="3710"/>
                  </a:lnTo>
                  <a:lnTo>
                    <a:pt x="5247" y="3577"/>
                  </a:lnTo>
                  <a:lnTo>
                    <a:pt x="5528" y="3511"/>
                  </a:lnTo>
                  <a:lnTo>
                    <a:pt x="5811" y="3445"/>
                  </a:lnTo>
                  <a:lnTo>
                    <a:pt x="5997" y="3710"/>
                  </a:lnTo>
                  <a:lnTo>
                    <a:pt x="6232" y="3909"/>
                  </a:lnTo>
                  <a:lnTo>
                    <a:pt x="6559" y="4239"/>
                  </a:lnTo>
                  <a:lnTo>
                    <a:pt x="6841" y="4637"/>
                  </a:lnTo>
                  <a:lnTo>
                    <a:pt x="6982" y="4902"/>
                  </a:lnTo>
                  <a:lnTo>
                    <a:pt x="7075" y="5233"/>
                  </a:lnTo>
                  <a:lnTo>
                    <a:pt x="7216" y="5831"/>
                  </a:lnTo>
                  <a:lnTo>
                    <a:pt x="7309" y="6427"/>
                  </a:lnTo>
                  <a:lnTo>
                    <a:pt x="7263" y="7090"/>
                  </a:lnTo>
                  <a:lnTo>
                    <a:pt x="7168" y="7686"/>
                  </a:lnTo>
                  <a:lnTo>
                    <a:pt x="6982" y="8215"/>
                  </a:lnTo>
                  <a:lnTo>
                    <a:pt x="6466" y="9144"/>
                  </a:lnTo>
                  <a:lnTo>
                    <a:pt x="6232" y="9606"/>
                  </a:lnTo>
                  <a:lnTo>
                    <a:pt x="6044" y="10137"/>
                  </a:lnTo>
                  <a:lnTo>
                    <a:pt x="5951" y="10733"/>
                  </a:lnTo>
                  <a:lnTo>
                    <a:pt x="5951" y="11329"/>
                  </a:lnTo>
                  <a:lnTo>
                    <a:pt x="5997" y="11595"/>
                  </a:lnTo>
                  <a:lnTo>
                    <a:pt x="6092" y="11860"/>
                  </a:lnTo>
                  <a:lnTo>
                    <a:pt x="6138" y="12059"/>
                  </a:lnTo>
                  <a:lnTo>
                    <a:pt x="6278" y="12258"/>
                  </a:lnTo>
                  <a:lnTo>
                    <a:pt x="6559" y="12521"/>
                  </a:lnTo>
                  <a:lnTo>
                    <a:pt x="6887" y="12655"/>
                  </a:lnTo>
                  <a:lnTo>
                    <a:pt x="7216" y="12720"/>
                  </a:lnTo>
                  <a:lnTo>
                    <a:pt x="7590" y="12655"/>
                  </a:lnTo>
                  <a:lnTo>
                    <a:pt x="7918" y="12521"/>
                  </a:lnTo>
                  <a:lnTo>
                    <a:pt x="8247" y="12323"/>
                  </a:lnTo>
                  <a:lnTo>
                    <a:pt x="8528" y="12059"/>
                  </a:lnTo>
                  <a:lnTo>
                    <a:pt x="8809" y="11662"/>
                  </a:lnTo>
                  <a:lnTo>
                    <a:pt x="8996" y="11197"/>
                  </a:lnTo>
                  <a:lnTo>
                    <a:pt x="9230" y="10800"/>
                  </a:lnTo>
                  <a:lnTo>
                    <a:pt x="9793" y="9474"/>
                  </a:lnTo>
                  <a:lnTo>
                    <a:pt x="10074" y="8811"/>
                  </a:lnTo>
                  <a:lnTo>
                    <a:pt x="10355" y="8083"/>
                  </a:lnTo>
                  <a:lnTo>
                    <a:pt x="10401" y="7950"/>
                  </a:lnTo>
                  <a:lnTo>
                    <a:pt x="10355" y="7818"/>
                  </a:lnTo>
                  <a:lnTo>
                    <a:pt x="10308" y="7686"/>
                  </a:lnTo>
                  <a:lnTo>
                    <a:pt x="10261" y="7552"/>
                  </a:lnTo>
                  <a:lnTo>
                    <a:pt x="9934" y="7552"/>
                  </a:lnTo>
                  <a:lnTo>
                    <a:pt x="9839" y="7686"/>
                  </a:lnTo>
                  <a:lnTo>
                    <a:pt x="9606" y="8282"/>
                  </a:lnTo>
                  <a:lnTo>
                    <a:pt x="9325" y="8811"/>
                  </a:lnTo>
                  <a:lnTo>
                    <a:pt x="8856" y="10005"/>
                  </a:lnTo>
                  <a:lnTo>
                    <a:pt x="8621" y="10468"/>
                  </a:lnTo>
                  <a:lnTo>
                    <a:pt x="8387" y="10932"/>
                  </a:lnTo>
                  <a:lnTo>
                    <a:pt x="8153" y="11329"/>
                  </a:lnTo>
                  <a:lnTo>
                    <a:pt x="7825" y="11727"/>
                  </a:lnTo>
                  <a:lnTo>
                    <a:pt x="7590" y="11860"/>
                  </a:lnTo>
                  <a:lnTo>
                    <a:pt x="7404" y="11925"/>
                  </a:lnTo>
                  <a:lnTo>
                    <a:pt x="7168" y="11860"/>
                  </a:lnTo>
                  <a:lnTo>
                    <a:pt x="6982" y="11793"/>
                  </a:lnTo>
                  <a:lnTo>
                    <a:pt x="6794" y="11662"/>
                  </a:lnTo>
                  <a:lnTo>
                    <a:pt x="6654" y="11463"/>
                  </a:lnTo>
                  <a:lnTo>
                    <a:pt x="6559" y="11197"/>
                  </a:lnTo>
                  <a:lnTo>
                    <a:pt x="6513" y="10865"/>
                  </a:lnTo>
                  <a:lnTo>
                    <a:pt x="6559" y="10534"/>
                  </a:lnTo>
                  <a:lnTo>
                    <a:pt x="6606" y="10269"/>
                  </a:lnTo>
                  <a:lnTo>
                    <a:pt x="6841" y="9740"/>
                  </a:lnTo>
                  <a:lnTo>
                    <a:pt x="7356" y="8811"/>
                  </a:lnTo>
                  <a:lnTo>
                    <a:pt x="7544" y="8414"/>
                  </a:lnTo>
                  <a:lnTo>
                    <a:pt x="7685" y="7950"/>
                  </a:lnTo>
                  <a:lnTo>
                    <a:pt x="7825" y="7487"/>
                  </a:lnTo>
                  <a:lnTo>
                    <a:pt x="7872" y="7023"/>
                  </a:lnTo>
                  <a:lnTo>
                    <a:pt x="7872" y="6030"/>
                  </a:lnTo>
                  <a:lnTo>
                    <a:pt x="7778" y="5565"/>
                  </a:lnTo>
                  <a:lnTo>
                    <a:pt x="7685" y="5101"/>
                  </a:lnTo>
                  <a:lnTo>
                    <a:pt x="7450" y="4572"/>
                  </a:lnTo>
                  <a:lnTo>
                    <a:pt x="7123" y="3909"/>
                  </a:lnTo>
                  <a:lnTo>
                    <a:pt x="6935" y="3643"/>
                  </a:lnTo>
                  <a:lnTo>
                    <a:pt x="6747" y="3445"/>
                  </a:lnTo>
                  <a:lnTo>
                    <a:pt x="6513" y="3246"/>
                  </a:lnTo>
                  <a:lnTo>
                    <a:pt x="6278" y="3114"/>
                  </a:lnTo>
                  <a:lnTo>
                    <a:pt x="6278" y="2650"/>
                  </a:lnTo>
                  <a:lnTo>
                    <a:pt x="6373" y="2384"/>
                  </a:lnTo>
                  <a:lnTo>
                    <a:pt x="6466" y="2119"/>
                  </a:lnTo>
                  <a:lnTo>
                    <a:pt x="6606" y="1855"/>
                  </a:lnTo>
                  <a:lnTo>
                    <a:pt x="6794" y="1656"/>
                  </a:lnTo>
                  <a:lnTo>
                    <a:pt x="7028" y="1523"/>
                  </a:lnTo>
                  <a:lnTo>
                    <a:pt x="7263" y="1458"/>
                  </a:lnTo>
                  <a:lnTo>
                    <a:pt x="7497" y="1391"/>
                  </a:lnTo>
                  <a:lnTo>
                    <a:pt x="7685" y="1391"/>
                  </a:lnTo>
                  <a:lnTo>
                    <a:pt x="7918" y="1458"/>
                  </a:lnTo>
                  <a:lnTo>
                    <a:pt x="8340" y="1656"/>
                  </a:lnTo>
                  <a:lnTo>
                    <a:pt x="9184" y="2186"/>
                  </a:lnTo>
                  <a:lnTo>
                    <a:pt x="9044" y="2384"/>
                  </a:lnTo>
                  <a:lnTo>
                    <a:pt x="8996" y="2583"/>
                  </a:lnTo>
                  <a:lnTo>
                    <a:pt x="8996" y="2980"/>
                  </a:lnTo>
                  <a:lnTo>
                    <a:pt x="9137" y="3378"/>
                  </a:lnTo>
                  <a:lnTo>
                    <a:pt x="9325" y="3643"/>
                  </a:lnTo>
                  <a:lnTo>
                    <a:pt x="9511" y="3909"/>
                  </a:lnTo>
                  <a:lnTo>
                    <a:pt x="9652" y="4108"/>
                  </a:lnTo>
                  <a:lnTo>
                    <a:pt x="9511" y="4505"/>
                  </a:lnTo>
                  <a:lnTo>
                    <a:pt x="9277" y="5498"/>
                  </a:lnTo>
                  <a:lnTo>
                    <a:pt x="9137" y="5896"/>
                  </a:lnTo>
                  <a:lnTo>
                    <a:pt x="8996" y="6293"/>
                  </a:lnTo>
                  <a:lnTo>
                    <a:pt x="8856" y="6691"/>
                  </a:lnTo>
                  <a:lnTo>
                    <a:pt x="8809" y="7090"/>
                  </a:lnTo>
                  <a:lnTo>
                    <a:pt x="8809" y="7222"/>
                  </a:lnTo>
                  <a:lnTo>
                    <a:pt x="8903" y="7289"/>
                  </a:lnTo>
                  <a:lnTo>
                    <a:pt x="8996" y="7354"/>
                  </a:lnTo>
                  <a:lnTo>
                    <a:pt x="9090" y="7289"/>
                  </a:lnTo>
                  <a:lnTo>
                    <a:pt x="9277" y="7023"/>
                  </a:lnTo>
                  <a:lnTo>
                    <a:pt x="9465" y="6691"/>
                  </a:lnTo>
                  <a:lnTo>
                    <a:pt x="9699" y="5896"/>
                  </a:lnTo>
                  <a:lnTo>
                    <a:pt x="9934" y="4902"/>
                  </a:lnTo>
                  <a:lnTo>
                    <a:pt x="9980" y="4438"/>
                  </a:lnTo>
                  <a:lnTo>
                    <a:pt x="9980" y="4373"/>
                  </a:lnTo>
                  <a:lnTo>
                    <a:pt x="10682" y="4836"/>
                  </a:lnTo>
                  <a:lnTo>
                    <a:pt x="10965" y="5168"/>
                  </a:lnTo>
                  <a:lnTo>
                    <a:pt x="11105" y="5433"/>
                  </a:lnTo>
                  <a:lnTo>
                    <a:pt x="11246" y="5697"/>
                  </a:lnTo>
                  <a:lnTo>
                    <a:pt x="11339" y="5963"/>
                  </a:lnTo>
                  <a:lnTo>
                    <a:pt x="11339" y="6228"/>
                  </a:lnTo>
                  <a:lnTo>
                    <a:pt x="11292" y="6492"/>
                  </a:lnTo>
                  <a:lnTo>
                    <a:pt x="11105" y="6691"/>
                  </a:lnTo>
                  <a:lnTo>
                    <a:pt x="11011" y="6824"/>
                  </a:lnTo>
                  <a:lnTo>
                    <a:pt x="10965" y="6956"/>
                  </a:lnTo>
                  <a:lnTo>
                    <a:pt x="10965" y="7090"/>
                  </a:lnTo>
                  <a:lnTo>
                    <a:pt x="11011" y="7222"/>
                  </a:lnTo>
                  <a:lnTo>
                    <a:pt x="11058" y="7354"/>
                  </a:lnTo>
                  <a:lnTo>
                    <a:pt x="11151" y="7420"/>
                  </a:lnTo>
                  <a:lnTo>
                    <a:pt x="11292" y="7420"/>
                  </a:lnTo>
                  <a:lnTo>
                    <a:pt x="11386" y="7354"/>
                  </a:lnTo>
                  <a:lnTo>
                    <a:pt x="11620" y="7090"/>
                  </a:lnTo>
                  <a:lnTo>
                    <a:pt x="11761" y="6824"/>
                  </a:lnTo>
                  <a:lnTo>
                    <a:pt x="11855" y="6492"/>
                  </a:lnTo>
                  <a:lnTo>
                    <a:pt x="11855" y="5764"/>
                  </a:lnTo>
                  <a:lnTo>
                    <a:pt x="11761" y="5433"/>
                  </a:lnTo>
                  <a:lnTo>
                    <a:pt x="11620" y="5101"/>
                  </a:lnTo>
                  <a:lnTo>
                    <a:pt x="11480" y="4770"/>
                  </a:lnTo>
                  <a:lnTo>
                    <a:pt x="11246" y="4438"/>
                  </a:lnTo>
                  <a:lnTo>
                    <a:pt x="10965" y="4239"/>
                  </a:lnTo>
                  <a:lnTo>
                    <a:pt x="10355" y="3775"/>
                  </a:lnTo>
                  <a:lnTo>
                    <a:pt x="10074" y="3577"/>
                  </a:lnTo>
                  <a:lnTo>
                    <a:pt x="9699" y="3246"/>
                  </a:lnTo>
                  <a:lnTo>
                    <a:pt x="9511" y="2980"/>
                  </a:lnTo>
                  <a:lnTo>
                    <a:pt x="9418" y="2782"/>
                  </a:lnTo>
                  <a:lnTo>
                    <a:pt x="9371" y="2583"/>
                  </a:lnTo>
                  <a:lnTo>
                    <a:pt x="9418" y="2318"/>
                  </a:lnTo>
                  <a:lnTo>
                    <a:pt x="9558" y="2451"/>
                  </a:lnTo>
                  <a:lnTo>
                    <a:pt x="9652" y="2451"/>
                  </a:lnTo>
                  <a:lnTo>
                    <a:pt x="9699" y="2384"/>
                  </a:lnTo>
                  <a:lnTo>
                    <a:pt x="9746" y="2252"/>
                  </a:lnTo>
                  <a:lnTo>
                    <a:pt x="9839" y="2054"/>
                  </a:lnTo>
                  <a:lnTo>
                    <a:pt x="9980" y="1721"/>
                  </a:lnTo>
                  <a:lnTo>
                    <a:pt x="10120" y="1458"/>
                  </a:lnTo>
                  <a:lnTo>
                    <a:pt x="10355" y="1259"/>
                  </a:lnTo>
                  <a:lnTo>
                    <a:pt x="10589" y="1125"/>
                  </a:lnTo>
                  <a:lnTo>
                    <a:pt x="10824" y="1060"/>
                  </a:lnTo>
                  <a:lnTo>
                    <a:pt x="11105" y="993"/>
                  </a:lnTo>
                  <a:lnTo>
                    <a:pt x="11573" y="927"/>
                  </a:lnTo>
                  <a:close/>
                  <a:moveTo>
                    <a:pt x="16962" y="16830"/>
                  </a:moveTo>
                  <a:lnTo>
                    <a:pt x="17150" y="17028"/>
                  </a:lnTo>
                  <a:lnTo>
                    <a:pt x="17150" y="17093"/>
                  </a:lnTo>
                  <a:lnTo>
                    <a:pt x="17055" y="17093"/>
                  </a:lnTo>
                  <a:lnTo>
                    <a:pt x="16915" y="17227"/>
                  </a:lnTo>
                  <a:lnTo>
                    <a:pt x="16586" y="17823"/>
                  </a:lnTo>
                  <a:lnTo>
                    <a:pt x="16212" y="18419"/>
                  </a:lnTo>
                  <a:lnTo>
                    <a:pt x="15791" y="18950"/>
                  </a:lnTo>
                  <a:lnTo>
                    <a:pt x="15369" y="19413"/>
                  </a:lnTo>
                  <a:lnTo>
                    <a:pt x="14619" y="20009"/>
                  </a:lnTo>
                  <a:lnTo>
                    <a:pt x="13869" y="20607"/>
                  </a:lnTo>
                  <a:lnTo>
                    <a:pt x="13588" y="20540"/>
                  </a:lnTo>
                  <a:lnTo>
                    <a:pt x="13307" y="20408"/>
                  </a:lnTo>
                  <a:lnTo>
                    <a:pt x="13072" y="20207"/>
                  </a:lnTo>
                  <a:lnTo>
                    <a:pt x="12839" y="20009"/>
                  </a:lnTo>
                  <a:lnTo>
                    <a:pt x="13401" y="19877"/>
                  </a:lnTo>
                  <a:lnTo>
                    <a:pt x="13917" y="19611"/>
                  </a:lnTo>
                  <a:lnTo>
                    <a:pt x="14432" y="19281"/>
                  </a:lnTo>
                  <a:lnTo>
                    <a:pt x="14948" y="18950"/>
                  </a:lnTo>
                  <a:lnTo>
                    <a:pt x="15510" y="18486"/>
                  </a:lnTo>
                  <a:lnTo>
                    <a:pt x="16024" y="17955"/>
                  </a:lnTo>
                  <a:lnTo>
                    <a:pt x="16493" y="17426"/>
                  </a:lnTo>
                  <a:lnTo>
                    <a:pt x="16962" y="16830"/>
                  </a:lnTo>
                  <a:close/>
                  <a:moveTo>
                    <a:pt x="17383" y="17426"/>
                  </a:moveTo>
                  <a:lnTo>
                    <a:pt x="17524" y="17691"/>
                  </a:lnTo>
                  <a:lnTo>
                    <a:pt x="17617" y="18022"/>
                  </a:lnTo>
                  <a:lnTo>
                    <a:pt x="17805" y="18685"/>
                  </a:lnTo>
                  <a:lnTo>
                    <a:pt x="17805" y="19611"/>
                  </a:lnTo>
                  <a:lnTo>
                    <a:pt x="17712" y="19810"/>
                  </a:lnTo>
                  <a:lnTo>
                    <a:pt x="17664" y="19745"/>
                  </a:lnTo>
                  <a:lnTo>
                    <a:pt x="17524" y="19745"/>
                  </a:lnTo>
                  <a:lnTo>
                    <a:pt x="17524" y="19810"/>
                  </a:lnTo>
                  <a:lnTo>
                    <a:pt x="17383" y="20207"/>
                  </a:lnTo>
                  <a:lnTo>
                    <a:pt x="16305" y="20408"/>
                  </a:lnTo>
                  <a:lnTo>
                    <a:pt x="16493" y="20207"/>
                  </a:lnTo>
                  <a:lnTo>
                    <a:pt x="17009" y="19678"/>
                  </a:lnTo>
                  <a:lnTo>
                    <a:pt x="17477" y="19082"/>
                  </a:lnTo>
                  <a:lnTo>
                    <a:pt x="17571" y="18950"/>
                  </a:lnTo>
                  <a:lnTo>
                    <a:pt x="17571" y="18750"/>
                  </a:lnTo>
                  <a:lnTo>
                    <a:pt x="17524" y="18618"/>
                  </a:lnTo>
                  <a:lnTo>
                    <a:pt x="17383" y="18551"/>
                  </a:lnTo>
                  <a:lnTo>
                    <a:pt x="17290" y="18551"/>
                  </a:lnTo>
                  <a:lnTo>
                    <a:pt x="17196" y="18618"/>
                  </a:lnTo>
                  <a:lnTo>
                    <a:pt x="16681" y="19214"/>
                  </a:lnTo>
                  <a:lnTo>
                    <a:pt x="16165" y="19810"/>
                  </a:lnTo>
                  <a:lnTo>
                    <a:pt x="15837" y="20142"/>
                  </a:lnTo>
                  <a:lnTo>
                    <a:pt x="15743" y="20274"/>
                  </a:lnTo>
                  <a:lnTo>
                    <a:pt x="15650" y="20540"/>
                  </a:lnTo>
                  <a:lnTo>
                    <a:pt x="14900" y="20607"/>
                  </a:lnTo>
                  <a:lnTo>
                    <a:pt x="14665" y="20672"/>
                  </a:lnTo>
                  <a:lnTo>
                    <a:pt x="15041" y="20408"/>
                  </a:lnTo>
                  <a:lnTo>
                    <a:pt x="15415" y="20075"/>
                  </a:lnTo>
                  <a:lnTo>
                    <a:pt x="15791" y="19745"/>
                  </a:lnTo>
                  <a:lnTo>
                    <a:pt x="16165" y="19413"/>
                  </a:lnTo>
                  <a:lnTo>
                    <a:pt x="16493" y="18950"/>
                  </a:lnTo>
                  <a:lnTo>
                    <a:pt x="16774" y="18551"/>
                  </a:lnTo>
                  <a:lnTo>
                    <a:pt x="17055" y="18089"/>
                  </a:lnTo>
                  <a:lnTo>
                    <a:pt x="17336" y="17557"/>
                  </a:lnTo>
                  <a:lnTo>
                    <a:pt x="17383" y="17426"/>
                  </a:lnTo>
                  <a:close/>
                  <a:moveTo>
                    <a:pt x="11573" y="0"/>
                  </a:moveTo>
                  <a:lnTo>
                    <a:pt x="11246" y="65"/>
                  </a:lnTo>
                  <a:lnTo>
                    <a:pt x="10918" y="65"/>
                  </a:lnTo>
                  <a:lnTo>
                    <a:pt x="10589" y="199"/>
                  </a:lnTo>
                  <a:lnTo>
                    <a:pt x="10261" y="331"/>
                  </a:lnTo>
                  <a:lnTo>
                    <a:pt x="9980" y="529"/>
                  </a:lnTo>
                  <a:lnTo>
                    <a:pt x="9699" y="795"/>
                  </a:lnTo>
                  <a:lnTo>
                    <a:pt x="9465" y="1125"/>
                  </a:lnTo>
                  <a:lnTo>
                    <a:pt x="9325" y="1523"/>
                  </a:lnTo>
                  <a:lnTo>
                    <a:pt x="8809" y="1125"/>
                  </a:lnTo>
                  <a:lnTo>
                    <a:pt x="8294" y="795"/>
                  </a:lnTo>
                  <a:lnTo>
                    <a:pt x="8013" y="661"/>
                  </a:lnTo>
                  <a:lnTo>
                    <a:pt x="7732" y="596"/>
                  </a:lnTo>
                  <a:lnTo>
                    <a:pt x="7168" y="596"/>
                  </a:lnTo>
                  <a:lnTo>
                    <a:pt x="6887" y="728"/>
                  </a:lnTo>
                  <a:lnTo>
                    <a:pt x="6654" y="860"/>
                  </a:lnTo>
                  <a:lnTo>
                    <a:pt x="6419" y="1060"/>
                  </a:lnTo>
                  <a:lnTo>
                    <a:pt x="6185" y="1324"/>
                  </a:lnTo>
                  <a:lnTo>
                    <a:pt x="5997" y="1590"/>
                  </a:lnTo>
                  <a:lnTo>
                    <a:pt x="5857" y="1920"/>
                  </a:lnTo>
                  <a:lnTo>
                    <a:pt x="5763" y="2252"/>
                  </a:lnTo>
                  <a:lnTo>
                    <a:pt x="5716" y="2650"/>
                  </a:lnTo>
                  <a:lnTo>
                    <a:pt x="5342" y="2717"/>
                  </a:lnTo>
                  <a:lnTo>
                    <a:pt x="4966" y="2782"/>
                  </a:lnTo>
                  <a:lnTo>
                    <a:pt x="4592" y="2980"/>
                  </a:lnTo>
                  <a:lnTo>
                    <a:pt x="4264" y="3246"/>
                  </a:lnTo>
                  <a:lnTo>
                    <a:pt x="3936" y="3511"/>
                  </a:lnTo>
                  <a:lnTo>
                    <a:pt x="3655" y="3775"/>
                  </a:lnTo>
                  <a:lnTo>
                    <a:pt x="3373" y="4174"/>
                  </a:lnTo>
                  <a:lnTo>
                    <a:pt x="3092" y="4572"/>
                  </a:lnTo>
                  <a:lnTo>
                    <a:pt x="2859" y="5034"/>
                  </a:lnTo>
                  <a:lnTo>
                    <a:pt x="2671" y="5565"/>
                  </a:lnTo>
                  <a:lnTo>
                    <a:pt x="2530" y="5697"/>
                  </a:lnTo>
                  <a:lnTo>
                    <a:pt x="2343" y="5831"/>
                  </a:lnTo>
                  <a:lnTo>
                    <a:pt x="1921" y="6095"/>
                  </a:lnTo>
                  <a:lnTo>
                    <a:pt x="1547" y="6427"/>
                  </a:lnTo>
                  <a:lnTo>
                    <a:pt x="1219" y="6824"/>
                  </a:lnTo>
                  <a:lnTo>
                    <a:pt x="890" y="7222"/>
                  </a:lnTo>
                  <a:lnTo>
                    <a:pt x="609" y="7686"/>
                  </a:lnTo>
                  <a:lnTo>
                    <a:pt x="422" y="8148"/>
                  </a:lnTo>
                  <a:lnTo>
                    <a:pt x="234" y="8613"/>
                  </a:lnTo>
                  <a:lnTo>
                    <a:pt x="93" y="9144"/>
                  </a:lnTo>
                  <a:lnTo>
                    <a:pt x="47" y="9606"/>
                  </a:lnTo>
                  <a:lnTo>
                    <a:pt x="0" y="10137"/>
                  </a:lnTo>
                  <a:lnTo>
                    <a:pt x="0" y="10666"/>
                  </a:lnTo>
                  <a:lnTo>
                    <a:pt x="93" y="11197"/>
                  </a:lnTo>
                  <a:lnTo>
                    <a:pt x="234" y="11727"/>
                  </a:lnTo>
                  <a:lnTo>
                    <a:pt x="376" y="12124"/>
                  </a:lnTo>
                  <a:lnTo>
                    <a:pt x="562" y="12521"/>
                  </a:lnTo>
                  <a:lnTo>
                    <a:pt x="843" y="12854"/>
                  </a:lnTo>
                  <a:lnTo>
                    <a:pt x="1124" y="13184"/>
                  </a:lnTo>
                  <a:lnTo>
                    <a:pt x="1359" y="13318"/>
                  </a:lnTo>
                  <a:lnTo>
                    <a:pt x="1312" y="13715"/>
                  </a:lnTo>
                  <a:lnTo>
                    <a:pt x="1312" y="14113"/>
                  </a:lnTo>
                  <a:lnTo>
                    <a:pt x="1359" y="14510"/>
                  </a:lnTo>
                  <a:lnTo>
                    <a:pt x="1406" y="14841"/>
                  </a:lnTo>
                  <a:lnTo>
                    <a:pt x="1500" y="15238"/>
                  </a:lnTo>
                  <a:lnTo>
                    <a:pt x="1640" y="15570"/>
                  </a:lnTo>
                  <a:lnTo>
                    <a:pt x="1828" y="15901"/>
                  </a:lnTo>
                  <a:lnTo>
                    <a:pt x="2062" y="16233"/>
                  </a:lnTo>
                  <a:lnTo>
                    <a:pt x="2295" y="16432"/>
                  </a:lnTo>
                  <a:lnTo>
                    <a:pt x="2530" y="16631"/>
                  </a:lnTo>
                  <a:lnTo>
                    <a:pt x="2811" y="16763"/>
                  </a:lnTo>
                  <a:lnTo>
                    <a:pt x="3092" y="16830"/>
                  </a:lnTo>
                  <a:lnTo>
                    <a:pt x="3373" y="16895"/>
                  </a:lnTo>
                  <a:lnTo>
                    <a:pt x="3655" y="16830"/>
                  </a:lnTo>
                  <a:lnTo>
                    <a:pt x="3936" y="16763"/>
                  </a:lnTo>
                  <a:lnTo>
                    <a:pt x="4217" y="16631"/>
                  </a:lnTo>
                  <a:lnTo>
                    <a:pt x="4311" y="16895"/>
                  </a:lnTo>
                  <a:lnTo>
                    <a:pt x="4404" y="17160"/>
                  </a:lnTo>
                  <a:lnTo>
                    <a:pt x="4592" y="17426"/>
                  </a:lnTo>
                  <a:lnTo>
                    <a:pt x="4780" y="17624"/>
                  </a:lnTo>
                  <a:lnTo>
                    <a:pt x="5014" y="17823"/>
                  </a:lnTo>
                  <a:lnTo>
                    <a:pt x="5247" y="17890"/>
                  </a:lnTo>
                  <a:lnTo>
                    <a:pt x="5482" y="17955"/>
                  </a:lnTo>
                  <a:lnTo>
                    <a:pt x="5716" y="17955"/>
                  </a:lnTo>
                  <a:lnTo>
                    <a:pt x="6185" y="17890"/>
                  </a:lnTo>
                  <a:lnTo>
                    <a:pt x="6701" y="17691"/>
                  </a:lnTo>
                  <a:lnTo>
                    <a:pt x="7263" y="17426"/>
                  </a:lnTo>
                  <a:lnTo>
                    <a:pt x="7872" y="17292"/>
                  </a:lnTo>
                  <a:lnTo>
                    <a:pt x="8434" y="17292"/>
                  </a:lnTo>
                  <a:lnTo>
                    <a:pt x="9044" y="17359"/>
                  </a:lnTo>
                  <a:lnTo>
                    <a:pt x="9511" y="17426"/>
                  </a:lnTo>
                  <a:lnTo>
                    <a:pt x="9746" y="17426"/>
                  </a:lnTo>
                  <a:lnTo>
                    <a:pt x="9980" y="17359"/>
                  </a:lnTo>
                  <a:lnTo>
                    <a:pt x="10168" y="17557"/>
                  </a:lnTo>
                  <a:lnTo>
                    <a:pt x="10401" y="17691"/>
                  </a:lnTo>
                  <a:lnTo>
                    <a:pt x="10636" y="17756"/>
                  </a:lnTo>
                  <a:lnTo>
                    <a:pt x="10918" y="17823"/>
                  </a:lnTo>
                  <a:lnTo>
                    <a:pt x="11527" y="17890"/>
                  </a:lnTo>
                  <a:lnTo>
                    <a:pt x="11996" y="17823"/>
                  </a:lnTo>
                  <a:lnTo>
                    <a:pt x="12136" y="17823"/>
                  </a:lnTo>
                  <a:lnTo>
                    <a:pt x="11948" y="18352"/>
                  </a:lnTo>
                  <a:lnTo>
                    <a:pt x="11901" y="18618"/>
                  </a:lnTo>
                  <a:lnTo>
                    <a:pt x="11855" y="18950"/>
                  </a:lnTo>
                  <a:lnTo>
                    <a:pt x="11901" y="19214"/>
                  </a:lnTo>
                  <a:lnTo>
                    <a:pt x="11948" y="19479"/>
                  </a:lnTo>
                  <a:lnTo>
                    <a:pt x="12089" y="20009"/>
                  </a:lnTo>
                  <a:lnTo>
                    <a:pt x="12323" y="20473"/>
                  </a:lnTo>
                  <a:lnTo>
                    <a:pt x="12558" y="20805"/>
                  </a:lnTo>
                  <a:lnTo>
                    <a:pt x="12744" y="21004"/>
                  </a:lnTo>
                  <a:lnTo>
                    <a:pt x="13026" y="21203"/>
                  </a:lnTo>
                  <a:lnTo>
                    <a:pt x="13260" y="21334"/>
                  </a:lnTo>
                  <a:lnTo>
                    <a:pt x="13822" y="21533"/>
                  </a:lnTo>
                  <a:lnTo>
                    <a:pt x="14432" y="21600"/>
                  </a:lnTo>
                  <a:lnTo>
                    <a:pt x="15041" y="21533"/>
                  </a:lnTo>
                  <a:lnTo>
                    <a:pt x="15603" y="21466"/>
                  </a:lnTo>
                  <a:lnTo>
                    <a:pt x="16727" y="21268"/>
                  </a:lnTo>
                  <a:lnTo>
                    <a:pt x="17805" y="21069"/>
                  </a:lnTo>
                  <a:lnTo>
                    <a:pt x="18321" y="20870"/>
                  </a:lnTo>
                  <a:lnTo>
                    <a:pt x="18836" y="20607"/>
                  </a:lnTo>
                  <a:lnTo>
                    <a:pt x="19257" y="20341"/>
                  </a:lnTo>
                  <a:lnTo>
                    <a:pt x="19633" y="19944"/>
                  </a:lnTo>
                  <a:lnTo>
                    <a:pt x="19960" y="19479"/>
                  </a:lnTo>
                  <a:lnTo>
                    <a:pt x="20242" y="19015"/>
                  </a:lnTo>
                  <a:lnTo>
                    <a:pt x="20476" y="18486"/>
                  </a:lnTo>
                  <a:lnTo>
                    <a:pt x="20710" y="17955"/>
                  </a:lnTo>
                  <a:lnTo>
                    <a:pt x="20897" y="17426"/>
                  </a:lnTo>
                  <a:lnTo>
                    <a:pt x="20991" y="16830"/>
                  </a:lnTo>
                  <a:lnTo>
                    <a:pt x="21085" y="16233"/>
                  </a:lnTo>
                  <a:lnTo>
                    <a:pt x="21131" y="15636"/>
                  </a:lnTo>
                  <a:lnTo>
                    <a:pt x="21085" y="15039"/>
                  </a:lnTo>
                  <a:lnTo>
                    <a:pt x="21038" y="14443"/>
                  </a:lnTo>
                  <a:lnTo>
                    <a:pt x="21319" y="13450"/>
                  </a:lnTo>
                  <a:lnTo>
                    <a:pt x="21507" y="12521"/>
                  </a:lnTo>
                  <a:lnTo>
                    <a:pt x="21600" y="11463"/>
                  </a:lnTo>
                  <a:lnTo>
                    <a:pt x="21600" y="10468"/>
                  </a:lnTo>
                  <a:lnTo>
                    <a:pt x="21507" y="9805"/>
                  </a:lnTo>
                  <a:lnTo>
                    <a:pt x="21366" y="9144"/>
                  </a:lnTo>
                  <a:lnTo>
                    <a:pt x="21273" y="8878"/>
                  </a:lnTo>
                  <a:lnTo>
                    <a:pt x="21131" y="8613"/>
                  </a:lnTo>
                  <a:lnTo>
                    <a:pt x="20945" y="8414"/>
                  </a:lnTo>
                  <a:lnTo>
                    <a:pt x="20757" y="8282"/>
                  </a:lnTo>
                  <a:lnTo>
                    <a:pt x="20757" y="7487"/>
                  </a:lnTo>
                  <a:lnTo>
                    <a:pt x="20664" y="6757"/>
                  </a:lnTo>
                  <a:lnTo>
                    <a:pt x="20476" y="6095"/>
                  </a:lnTo>
                  <a:lnTo>
                    <a:pt x="20148" y="5433"/>
                  </a:lnTo>
                  <a:lnTo>
                    <a:pt x="19960" y="5101"/>
                  </a:lnTo>
                  <a:lnTo>
                    <a:pt x="19726" y="4770"/>
                  </a:lnTo>
                  <a:lnTo>
                    <a:pt x="19445" y="4505"/>
                  </a:lnTo>
                  <a:lnTo>
                    <a:pt x="19164" y="4306"/>
                  </a:lnTo>
                  <a:lnTo>
                    <a:pt x="18836" y="4041"/>
                  </a:lnTo>
                  <a:lnTo>
                    <a:pt x="18555" y="3710"/>
                  </a:lnTo>
                  <a:lnTo>
                    <a:pt x="18367" y="3313"/>
                  </a:lnTo>
                  <a:lnTo>
                    <a:pt x="18181" y="2849"/>
                  </a:lnTo>
                  <a:lnTo>
                    <a:pt x="18040" y="2451"/>
                  </a:lnTo>
                  <a:lnTo>
                    <a:pt x="17852" y="2054"/>
                  </a:lnTo>
                  <a:lnTo>
                    <a:pt x="17664" y="1788"/>
                  </a:lnTo>
                  <a:lnTo>
                    <a:pt x="17477" y="1458"/>
                  </a:lnTo>
                  <a:lnTo>
                    <a:pt x="17243" y="1259"/>
                  </a:lnTo>
                  <a:lnTo>
                    <a:pt x="16962" y="1060"/>
                  </a:lnTo>
                  <a:lnTo>
                    <a:pt x="16681" y="927"/>
                  </a:lnTo>
                  <a:lnTo>
                    <a:pt x="16353" y="795"/>
                  </a:lnTo>
                  <a:lnTo>
                    <a:pt x="15791" y="795"/>
                  </a:lnTo>
                  <a:lnTo>
                    <a:pt x="15181" y="860"/>
                  </a:lnTo>
                  <a:lnTo>
                    <a:pt x="14572" y="1060"/>
                  </a:lnTo>
                  <a:lnTo>
                    <a:pt x="14010" y="1259"/>
                  </a:lnTo>
                  <a:lnTo>
                    <a:pt x="13822" y="927"/>
                  </a:lnTo>
                  <a:lnTo>
                    <a:pt x="13541" y="596"/>
                  </a:lnTo>
                  <a:lnTo>
                    <a:pt x="13260" y="397"/>
                  </a:lnTo>
                  <a:lnTo>
                    <a:pt x="12932" y="264"/>
                  </a:lnTo>
                  <a:lnTo>
                    <a:pt x="12604" y="132"/>
                  </a:lnTo>
                  <a:lnTo>
                    <a:pt x="12229" y="65"/>
                  </a:lnTo>
                  <a:lnTo>
                    <a:pt x="11573"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985" name="Google Shape;355;p6"/>
            <p:cNvSpPr/>
            <p:nvPr/>
          </p:nvSpPr>
          <p:spPr>
            <a:xfrm>
              <a:off x="1451817" y="2110406"/>
              <a:ext cx="326287" cy="4172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154" y="1130"/>
                  </a:moveTo>
                  <a:lnTo>
                    <a:pt x="9154" y="2448"/>
                  </a:lnTo>
                  <a:lnTo>
                    <a:pt x="9073" y="3768"/>
                  </a:lnTo>
                  <a:lnTo>
                    <a:pt x="8591" y="3704"/>
                  </a:lnTo>
                  <a:lnTo>
                    <a:pt x="8672" y="3453"/>
                  </a:lnTo>
                  <a:lnTo>
                    <a:pt x="8672" y="3140"/>
                  </a:lnTo>
                  <a:lnTo>
                    <a:pt x="8513" y="2511"/>
                  </a:lnTo>
                  <a:lnTo>
                    <a:pt x="8432" y="1883"/>
                  </a:lnTo>
                  <a:lnTo>
                    <a:pt x="8513" y="1570"/>
                  </a:lnTo>
                  <a:lnTo>
                    <a:pt x="8672" y="1318"/>
                  </a:lnTo>
                  <a:lnTo>
                    <a:pt x="8753" y="1193"/>
                  </a:lnTo>
                  <a:lnTo>
                    <a:pt x="8913" y="1130"/>
                  </a:lnTo>
                  <a:close/>
                  <a:moveTo>
                    <a:pt x="3373" y="690"/>
                  </a:moveTo>
                  <a:lnTo>
                    <a:pt x="3454" y="753"/>
                  </a:lnTo>
                  <a:lnTo>
                    <a:pt x="3533" y="878"/>
                  </a:lnTo>
                  <a:lnTo>
                    <a:pt x="3533" y="1946"/>
                  </a:lnTo>
                  <a:lnTo>
                    <a:pt x="3695" y="3768"/>
                  </a:lnTo>
                  <a:lnTo>
                    <a:pt x="2811" y="3829"/>
                  </a:lnTo>
                  <a:lnTo>
                    <a:pt x="2651" y="3829"/>
                  </a:lnTo>
                  <a:lnTo>
                    <a:pt x="2651" y="3201"/>
                  </a:lnTo>
                  <a:lnTo>
                    <a:pt x="2570" y="2575"/>
                  </a:lnTo>
                  <a:lnTo>
                    <a:pt x="2651" y="2071"/>
                  </a:lnTo>
                  <a:lnTo>
                    <a:pt x="2732" y="1631"/>
                  </a:lnTo>
                  <a:lnTo>
                    <a:pt x="2973" y="690"/>
                  </a:lnTo>
                  <a:close/>
                  <a:moveTo>
                    <a:pt x="8351" y="4583"/>
                  </a:moveTo>
                  <a:lnTo>
                    <a:pt x="9716" y="4646"/>
                  </a:lnTo>
                  <a:lnTo>
                    <a:pt x="11001" y="4773"/>
                  </a:lnTo>
                  <a:lnTo>
                    <a:pt x="11001" y="4834"/>
                  </a:lnTo>
                  <a:lnTo>
                    <a:pt x="11242" y="5964"/>
                  </a:lnTo>
                  <a:lnTo>
                    <a:pt x="8591" y="6091"/>
                  </a:lnTo>
                  <a:lnTo>
                    <a:pt x="5862" y="6216"/>
                  </a:lnTo>
                  <a:lnTo>
                    <a:pt x="2973" y="6279"/>
                  </a:lnTo>
                  <a:lnTo>
                    <a:pt x="2007" y="6342"/>
                  </a:lnTo>
                  <a:lnTo>
                    <a:pt x="1044" y="6404"/>
                  </a:lnTo>
                  <a:lnTo>
                    <a:pt x="965" y="5526"/>
                  </a:lnTo>
                  <a:lnTo>
                    <a:pt x="965" y="5086"/>
                  </a:lnTo>
                  <a:lnTo>
                    <a:pt x="884" y="4898"/>
                  </a:lnTo>
                  <a:lnTo>
                    <a:pt x="725" y="4709"/>
                  </a:lnTo>
                  <a:lnTo>
                    <a:pt x="1285" y="4773"/>
                  </a:lnTo>
                  <a:lnTo>
                    <a:pt x="1766" y="4773"/>
                  </a:lnTo>
                  <a:lnTo>
                    <a:pt x="2811" y="4709"/>
                  </a:lnTo>
                  <a:lnTo>
                    <a:pt x="4257" y="4583"/>
                  </a:lnTo>
                  <a:close/>
                  <a:moveTo>
                    <a:pt x="10761" y="6844"/>
                  </a:moveTo>
                  <a:lnTo>
                    <a:pt x="10920" y="6969"/>
                  </a:lnTo>
                  <a:lnTo>
                    <a:pt x="11242" y="7032"/>
                  </a:lnTo>
                  <a:lnTo>
                    <a:pt x="11402" y="6969"/>
                  </a:lnTo>
                  <a:lnTo>
                    <a:pt x="11483" y="7912"/>
                  </a:lnTo>
                  <a:lnTo>
                    <a:pt x="11402" y="8854"/>
                  </a:lnTo>
                  <a:lnTo>
                    <a:pt x="11323" y="9294"/>
                  </a:lnTo>
                  <a:lnTo>
                    <a:pt x="11161" y="9795"/>
                  </a:lnTo>
                  <a:lnTo>
                    <a:pt x="10920" y="10235"/>
                  </a:lnTo>
                  <a:lnTo>
                    <a:pt x="10520" y="10612"/>
                  </a:lnTo>
                  <a:lnTo>
                    <a:pt x="10198" y="10800"/>
                  </a:lnTo>
                  <a:lnTo>
                    <a:pt x="9797" y="10988"/>
                  </a:lnTo>
                  <a:lnTo>
                    <a:pt x="9395" y="11052"/>
                  </a:lnTo>
                  <a:lnTo>
                    <a:pt x="8913" y="11113"/>
                  </a:lnTo>
                  <a:lnTo>
                    <a:pt x="7950" y="11177"/>
                  </a:lnTo>
                  <a:lnTo>
                    <a:pt x="7147" y="11240"/>
                  </a:lnTo>
                  <a:lnTo>
                    <a:pt x="5702" y="11240"/>
                  </a:lnTo>
                  <a:lnTo>
                    <a:pt x="5783" y="11113"/>
                  </a:lnTo>
                  <a:lnTo>
                    <a:pt x="5862" y="10925"/>
                  </a:lnTo>
                  <a:lnTo>
                    <a:pt x="6103" y="10800"/>
                  </a:lnTo>
                  <a:lnTo>
                    <a:pt x="6184" y="10737"/>
                  </a:lnTo>
                  <a:lnTo>
                    <a:pt x="6184" y="10675"/>
                  </a:lnTo>
                  <a:lnTo>
                    <a:pt x="6103" y="10612"/>
                  </a:lnTo>
                  <a:lnTo>
                    <a:pt x="5943" y="10612"/>
                  </a:lnTo>
                  <a:lnTo>
                    <a:pt x="5702" y="10675"/>
                  </a:lnTo>
                  <a:lnTo>
                    <a:pt x="5380" y="10800"/>
                  </a:lnTo>
                  <a:lnTo>
                    <a:pt x="5140" y="10988"/>
                  </a:lnTo>
                  <a:lnTo>
                    <a:pt x="5059" y="11240"/>
                  </a:lnTo>
                  <a:lnTo>
                    <a:pt x="3774" y="11113"/>
                  </a:lnTo>
                  <a:lnTo>
                    <a:pt x="3373" y="11052"/>
                  </a:lnTo>
                  <a:lnTo>
                    <a:pt x="3695" y="10988"/>
                  </a:lnTo>
                  <a:lnTo>
                    <a:pt x="4498" y="10925"/>
                  </a:lnTo>
                  <a:lnTo>
                    <a:pt x="4818" y="10800"/>
                  </a:lnTo>
                  <a:lnTo>
                    <a:pt x="4980" y="10675"/>
                  </a:lnTo>
                  <a:lnTo>
                    <a:pt x="5059" y="10548"/>
                  </a:lnTo>
                  <a:lnTo>
                    <a:pt x="5059" y="10423"/>
                  </a:lnTo>
                  <a:lnTo>
                    <a:pt x="4980" y="10297"/>
                  </a:lnTo>
                  <a:lnTo>
                    <a:pt x="4899" y="10235"/>
                  </a:lnTo>
                  <a:lnTo>
                    <a:pt x="4818" y="10172"/>
                  </a:lnTo>
                  <a:lnTo>
                    <a:pt x="4498" y="10172"/>
                  </a:lnTo>
                  <a:lnTo>
                    <a:pt x="4336" y="10297"/>
                  </a:lnTo>
                  <a:lnTo>
                    <a:pt x="3936" y="10360"/>
                  </a:lnTo>
                  <a:lnTo>
                    <a:pt x="3051" y="10487"/>
                  </a:lnTo>
                  <a:lnTo>
                    <a:pt x="2491" y="10612"/>
                  </a:lnTo>
                  <a:lnTo>
                    <a:pt x="2007" y="10737"/>
                  </a:lnTo>
                  <a:lnTo>
                    <a:pt x="1766" y="10612"/>
                  </a:lnTo>
                  <a:lnTo>
                    <a:pt x="1526" y="10487"/>
                  </a:lnTo>
                  <a:lnTo>
                    <a:pt x="1447" y="10235"/>
                  </a:lnTo>
                  <a:lnTo>
                    <a:pt x="1366" y="10047"/>
                  </a:lnTo>
                  <a:lnTo>
                    <a:pt x="1847" y="10108"/>
                  </a:lnTo>
                  <a:lnTo>
                    <a:pt x="3292" y="10108"/>
                  </a:lnTo>
                  <a:lnTo>
                    <a:pt x="3774" y="10047"/>
                  </a:lnTo>
                  <a:lnTo>
                    <a:pt x="4257" y="9983"/>
                  </a:lnTo>
                  <a:lnTo>
                    <a:pt x="4336" y="9920"/>
                  </a:lnTo>
                  <a:lnTo>
                    <a:pt x="4417" y="9858"/>
                  </a:lnTo>
                  <a:lnTo>
                    <a:pt x="4498" y="9670"/>
                  </a:lnTo>
                  <a:lnTo>
                    <a:pt x="4336" y="9482"/>
                  </a:lnTo>
                  <a:lnTo>
                    <a:pt x="4257" y="9419"/>
                  </a:lnTo>
                  <a:lnTo>
                    <a:pt x="3292" y="9419"/>
                  </a:lnTo>
                  <a:lnTo>
                    <a:pt x="2410" y="9482"/>
                  </a:lnTo>
                  <a:lnTo>
                    <a:pt x="1847" y="9544"/>
                  </a:lnTo>
                  <a:lnTo>
                    <a:pt x="1285" y="9544"/>
                  </a:lnTo>
                  <a:lnTo>
                    <a:pt x="1285" y="9167"/>
                  </a:lnTo>
                  <a:lnTo>
                    <a:pt x="1607" y="9294"/>
                  </a:lnTo>
                  <a:lnTo>
                    <a:pt x="1928" y="9355"/>
                  </a:lnTo>
                  <a:lnTo>
                    <a:pt x="2651" y="9355"/>
                  </a:lnTo>
                  <a:lnTo>
                    <a:pt x="3373" y="9230"/>
                  </a:lnTo>
                  <a:lnTo>
                    <a:pt x="4017" y="8979"/>
                  </a:lnTo>
                  <a:lnTo>
                    <a:pt x="4095" y="8854"/>
                  </a:lnTo>
                  <a:lnTo>
                    <a:pt x="4176" y="8727"/>
                  </a:lnTo>
                  <a:lnTo>
                    <a:pt x="4176" y="8602"/>
                  </a:lnTo>
                  <a:lnTo>
                    <a:pt x="4095" y="8477"/>
                  </a:lnTo>
                  <a:lnTo>
                    <a:pt x="4017" y="8414"/>
                  </a:lnTo>
                  <a:lnTo>
                    <a:pt x="3855" y="8350"/>
                  </a:lnTo>
                  <a:lnTo>
                    <a:pt x="3774" y="8350"/>
                  </a:lnTo>
                  <a:lnTo>
                    <a:pt x="3533" y="8414"/>
                  </a:lnTo>
                  <a:lnTo>
                    <a:pt x="2973" y="8602"/>
                  </a:lnTo>
                  <a:lnTo>
                    <a:pt x="2410" y="8727"/>
                  </a:lnTo>
                  <a:lnTo>
                    <a:pt x="1847" y="8727"/>
                  </a:lnTo>
                  <a:lnTo>
                    <a:pt x="1206" y="8665"/>
                  </a:lnTo>
                  <a:lnTo>
                    <a:pt x="1206" y="8414"/>
                  </a:lnTo>
                  <a:lnTo>
                    <a:pt x="1847" y="8350"/>
                  </a:lnTo>
                  <a:lnTo>
                    <a:pt x="2491" y="8350"/>
                  </a:lnTo>
                  <a:lnTo>
                    <a:pt x="3774" y="8162"/>
                  </a:lnTo>
                  <a:lnTo>
                    <a:pt x="4176" y="8037"/>
                  </a:lnTo>
                  <a:lnTo>
                    <a:pt x="4577" y="7849"/>
                  </a:lnTo>
                  <a:lnTo>
                    <a:pt x="4658" y="7724"/>
                  </a:lnTo>
                  <a:lnTo>
                    <a:pt x="4739" y="7597"/>
                  </a:lnTo>
                  <a:lnTo>
                    <a:pt x="4658" y="7409"/>
                  </a:lnTo>
                  <a:lnTo>
                    <a:pt x="4498" y="7284"/>
                  </a:lnTo>
                  <a:lnTo>
                    <a:pt x="4257" y="7157"/>
                  </a:lnTo>
                  <a:lnTo>
                    <a:pt x="4095" y="7157"/>
                  </a:lnTo>
                  <a:lnTo>
                    <a:pt x="4017" y="7221"/>
                  </a:lnTo>
                  <a:lnTo>
                    <a:pt x="3855" y="7284"/>
                  </a:lnTo>
                  <a:lnTo>
                    <a:pt x="3774" y="7409"/>
                  </a:lnTo>
                  <a:lnTo>
                    <a:pt x="3213" y="7536"/>
                  </a:lnTo>
                  <a:lnTo>
                    <a:pt x="2169" y="7660"/>
                  </a:lnTo>
                  <a:lnTo>
                    <a:pt x="1206" y="7849"/>
                  </a:lnTo>
                  <a:lnTo>
                    <a:pt x="1125" y="7096"/>
                  </a:lnTo>
                  <a:lnTo>
                    <a:pt x="2973" y="7096"/>
                  </a:lnTo>
                  <a:lnTo>
                    <a:pt x="5862" y="7032"/>
                  </a:lnTo>
                  <a:lnTo>
                    <a:pt x="8351" y="6969"/>
                  </a:lnTo>
                  <a:lnTo>
                    <a:pt x="10761" y="6844"/>
                  </a:lnTo>
                  <a:close/>
                  <a:moveTo>
                    <a:pt x="2651" y="0"/>
                  </a:moveTo>
                  <a:lnTo>
                    <a:pt x="2410" y="62"/>
                  </a:lnTo>
                  <a:lnTo>
                    <a:pt x="2250" y="250"/>
                  </a:lnTo>
                  <a:lnTo>
                    <a:pt x="1928" y="1318"/>
                  </a:lnTo>
                  <a:lnTo>
                    <a:pt x="1766" y="2386"/>
                  </a:lnTo>
                  <a:lnTo>
                    <a:pt x="1766" y="3579"/>
                  </a:lnTo>
                  <a:lnTo>
                    <a:pt x="1928" y="3956"/>
                  </a:lnTo>
                  <a:lnTo>
                    <a:pt x="1206" y="4081"/>
                  </a:lnTo>
                  <a:lnTo>
                    <a:pt x="803" y="4206"/>
                  </a:lnTo>
                  <a:lnTo>
                    <a:pt x="484" y="4394"/>
                  </a:lnTo>
                  <a:lnTo>
                    <a:pt x="403" y="4458"/>
                  </a:lnTo>
                  <a:lnTo>
                    <a:pt x="322" y="4583"/>
                  </a:lnTo>
                  <a:lnTo>
                    <a:pt x="81" y="4834"/>
                  </a:lnTo>
                  <a:lnTo>
                    <a:pt x="81" y="6656"/>
                  </a:lnTo>
                  <a:lnTo>
                    <a:pt x="0" y="6781"/>
                  </a:lnTo>
                  <a:lnTo>
                    <a:pt x="81" y="6969"/>
                  </a:lnTo>
                  <a:lnTo>
                    <a:pt x="162" y="7597"/>
                  </a:lnTo>
                  <a:lnTo>
                    <a:pt x="241" y="9482"/>
                  </a:lnTo>
                  <a:lnTo>
                    <a:pt x="241" y="10172"/>
                  </a:lnTo>
                  <a:lnTo>
                    <a:pt x="403" y="10487"/>
                  </a:lnTo>
                  <a:lnTo>
                    <a:pt x="563" y="10800"/>
                  </a:lnTo>
                  <a:lnTo>
                    <a:pt x="803" y="11052"/>
                  </a:lnTo>
                  <a:lnTo>
                    <a:pt x="1044" y="11240"/>
                  </a:lnTo>
                  <a:lnTo>
                    <a:pt x="1366" y="11428"/>
                  </a:lnTo>
                  <a:lnTo>
                    <a:pt x="1688" y="11553"/>
                  </a:lnTo>
                  <a:lnTo>
                    <a:pt x="2410" y="11742"/>
                  </a:lnTo>
                  <a:lnTo>
                    <a:pt x="3213" y="11868"/>
                  </a:lnTo>
                  <a:lnTo>
                    <a:pt x="4577" y="11993"/>
                  </a:lnTo>
                  <a:lnTo>
                    <a:pt x="5862" y="12056"/>
                  </a:lnTo>
                  <a:lnTo>
                    <a:pt x="5702" y="12433"/>
                  </a:lnTo>
                  <a:lnTo>
                    <a:pt x="5702" y="14631"/>
                  </a:lnTo>
                  <a:lnTo>
                    <a:pt x="5862" y="15761"/>
                  </a:lnTo>
                  <a:lnTo>
                    <a:pt x="6184" y="17896"/>
                  </a:lnTo>
                  <a:lnTo>
                    <a:pt x="6665" y="19967"/>
                  </a:lnTo>
                  <a:lnTo>
                    <a:pt x="6825" y="20407"/>
                  </a:lnTo>
                  <a:lnTo>
                    <a:pt x="7066" y="20722"/>
                  </a:lnTo>
                  <a:lnTo>
                    <a:pt x="7388" y="20972"/>
                  </a:lnTo>
                  <a:lnTo>
                    <a:pt x="7869" y="21223"/>
                  </a:lnTo>
                  <a:lnTo>
                    <a:pt x="8272" y="21348"/>
                  </a:lnTo>
                  <a:lnTo>
                    <a:pt x="8753" y="21475"/>
                  </a:lnTo>
                  <a:lnTo>
                    <a:pt x="9797" y="21600"/>
                  </a:lnTo>
                  <a:lnTo>
                    <a:pt x="10358" y="21537"/>
                  </a:lnTo>
                  <a:lnTo>
                    <a:pt x="10839" y="21412"/>
                  </a:lnTo>
                  <a:lnTo>
                    <a:pt x="11242" y="21223"/>
                  </a:lnTo>
                  <a:lnTo>
                    <a:pt x="11564" y="20910"/>
                  </a:lnTo>
                  <a:lnTo>
                    <a:pt x="11884" y="20595"/>
                  </a:lnTo>
                  <a:lnTo>
                    <a:pt x="12045" y="20219"/>
                  </a:lnTo>
                  <a:lnTo>
                    <a:pt x="12205" y="19842"/>
                  </a:lnTo>
                  <a:lnTo>
                    <a:pt x="12286" y="19465"/>
                  </a:lnTo>
                  <a:lnTo>
                    <a:pt x="12286" y="18460"/>
                  </a:lnTo>
                  <a:lnTo>
                    <a:pt x="12124" y="17394"/>
                  </a:lnTo>
                  <a:lnTo>
                    <a:pt x="12124" y="16326"/>
                  </a:lnTo>
                  <a:lnTo>
                    <a:pt x="12365" y="15321"/>
                  </a:lnTo>
                  <a:lnTo>
                    <a:pt x="12527" y="14819"/>
                  </a:lnTo>
                  <a:lnTo>
                    <a:pt x="12768" y="14316"/>
                  </a:lnTo>
                  <a:lnTo>
                    <a:pt x="13090" y="13815"/>
                  </a:lnTo>
                  <a:lnTo>
                    <a:pt x="13330" y="13626"/>
                  </a:lnTo>
                  <a:lnTo>
                    <a:pt x="13571" y="13438"/>
                  </a:lnTo>
                  <a:lnTo>
                    <a:pt x="13731" y="13375"/>
                  </a:lnTo>
                  <a:lnTo>
                    <a:pt x="13812" y="13375"/>
                  </a:lnTo>
                  <a:lnTo>
                    <a:pt x="14131" y="13500"/>
                  </a:lnTo>
                  <a:lnTo>
                    <a:pt x="14293" y="13688"/>
                  </a:lnTo>
                  <a:lnTo>
                    <a:pt x="14453" y="13940"/>
                  </a:lnTo>
                  <a:lnTo>
                    <a:pt x="14534" y="14191"/>
                  </a:lnTo>
                  <a:lnTo>
                    <a:pt x="14453" y="14504"/>
                  </a:lnTo>
                  <a:lnTo>
                    <a:pt x="14372" y="15069"/>
                  </a:lnTo>
                  <a:lnTo>
                    <a:pt x="14293" y="15761"/>
                  </a:lnTo>
                  <a:lnTo>
                    <a:pt x="14372" y="16138"/>
                  </a:lnTo>
                  <a:lnTo>
                    <a:pt x="14453" y="16514"/>
                  </a:lnTo>
                  <a:lnTo>
                    <a:pt x="14613" y="16891"/>
                  </a:lnTo>
                  <a:lnTo>
                    <a:pt x="14856" y="17204"/>
                  </a:lnTo>
                  <a:lnTo>
                    <a:pt x="15257" y="17394"/>
                  </a:lnTo>
                  <a:lnTo>
                    <a:pt x="15657" y="17582"/>
                  </a:lnTo>
                  <a:lnTo>
                    <a:pt x="16301" y="17707"/>
                  </a:lnTo>
                  <a:lnTo>
                    <a:pt x="17023" y="17771"/>
                  </a:lnTo>
                  <a:lnTo>
                    <a:pt x="18468" y="17771"/>
                  </a:lnTo>
                  <a:lnTo>
                    <a:pt x="19834" y="17644"/>
                  </a:lnTo>
                  <a:lnTo>
                    <a:pt x="21197" y="17394"/>
                  </a:lnTo>
                  <a:lnTo>
                    <a:pt x="21359" y="17331"/>
                  </a:lnTo>
                  <a:lnTo>
                    <a:pt x="21519" y="17204"/>
                  </a:lnTo>
                  <a:lnTo>
                    <a:pt x="21600" y="17016"/>
                  </a:lnTo>
                  <a:lnTo>
                    <a:pt x="21519" y="16891"/>
                  </a:lnTo>
                  <a:lnTo>
                    <a:pt x="21438" y="16702"/>
                  </a:lnTo>
                  <a:lnTo>
                    <a:pt x="21278" y="16577"/>
                  </a:lnTo>
                  <a:lnTo>
                    <a:pt x="21118" y="16514"/>
                  </a:lnTo>
                  <a:lnTo>
                    <a:pt x="20878" y="16514"/>
                  </a:lnTo>
                  <a:lnTo>
                    <a:pt x="19593" y="16702"/>
                  </a:lnTo>
                  <a:lnTo>
                    <a:pt x="18227" y="16827"/>
                  </a:lnTo>
                  <a:lnTo>
                    <a:pt x="16942" y="16827"/>
                  </a:lnTo>
                  <a:lnTo>
                    <a:pt x="16301" y="16766"/>
                  </a:lnTo>
                  <a:lnTo>
                    <a:pt x="15979" y="16639"/>
                  </a:lnTo>
                  <a:lnTo>
                    <a:pt x="15738" y="16514"/>
                  </a:lnTo>
                  <a:lnTo>
                    <a:pt x="15578" y="16389"/>
                  </a:lnTo>
                  <a:lnTo>
                    <a:pt x="15497" y="16201"/>
                  </a:lnTo>
                  <a:lnTo>
                    <a:pt x="15497" y="15258"/>
                  </a:lnTo>
                  <a:lnTo>
                    <a:pt x="15578" y="14881"/>
                  </a:lnTo>
                  <a:lnTo>
                    <a:pt x="15657" y="14504"/>
                  </a:lnTo>
                  <a:lnTo>
                    <a:pt x="15657" y="14128"/>
                  </a:lnTo>
                  <a:lnTo>
                    <a:pt x="15578" y="13751"/>
                  </a:lnTo>
                  <a:lnTo>
                    <a:pt x="15416" y="13438"/>
                  </a:lnTo>
                  <a:lnTo>
                    <a:pt x="15257" y="13123"/>
                  </a:lnTo>
                  <a:lnTo>
                    <a:pt x="14935" y="12871"/>
                  </a:lnTo>
                  <a:lnTo>
                    <a:pt x="14613" y="12683"/>
                  </a:lnTo>
                  <a:lnTo>
                    <a:pt x="14293" y="12558"/>
                  </a:lnTo>
                  <a:lnTo>
                    <a:pt x="13972" y="12495"/>
                  </a:lnTo>
                  <a:lnTo>
                    <a:pt x="13571" y="12495"/>
                  </a:lnTo>
                  <a:lnTo>
                    <a:pt x="13168" y="12558"/>
                  </a:lnTo>
                  <a:lnTo>
                    <a:pt x="12768" y="12746"/>
                  </a:lnTo>
                  <a:lnTo>
                    <a:pt x="12365" y="12998"/>
                  </a:lnTo>
                  <a:lnTo>
                    <a:pt x="12045" y="13375"/>
                  </a:lnTo>
                  <a:lnTo>
                    <a:pt x="11805" y="13751"/>
                  </a:lnTo>
                  <a:lnTo>
                    <a:pt x="11564" y="14191"/>
                  </a:lnTo>
                  <a:lnTo>
                    <a:pt x="11242" y="15008"/>
                  </a:lnTo>
                  <a:lnTo>
                    <a:pt x="11001" y="15886"/>
                  </a:lnTo>
                  <a:lnTo>
                    <a:pt x="10920" y="16766"/>
                  </a:lnTo>
                  <a:lnTo>
                    <a:pt x="11001" y="17644"/>
                  </a:lnTo>
                  <a:lnTo>
                    <a:pt x="11080" y="18585"/>
                  </a:lnTo>
                  <a:lnTo>
                    <a:pt x="11080" y="19717"/>
                  </a:lnTo>
                  <a:lnTo>
                    <a:pt x="11001" y="19967"/>
                  </a:lnTo>
                  <a:lnTo>
                    <a:pt x="10839" y="20155"/>
                  </a:lnTo>
                  <a:lnTo>
                    <a:pt x="10680" y="20345"/>
                  </a:lnTo>
                  <a:lnTo>
                    <a:pt x="10439" y="20470"/>
                  </a:lnTo>
                  <a:lnTo>
                    <a:pt x="10198" y="20595"/>
                  </a:lnTo>
                  <a:lnTo>
                    <a:pt x="9876" y="20658"/>
                  </a:lnTo>
                  <a:lnTo>
                    <a:pt x="9557" y="20658"/>
                  </a:lnTo>
                  <a:lnTo>
                    <a:pt x="8994" y="20534"/>
                  </a:lnTo>
                  <a:lnTo>
                    <a:pt x="8351" y="20407"/>
                  </a:lnTo>
                  <a:lnTo>
                    <a:pt x="8110" y="20282"/>
                  </a:lnTo>
                  <a:lnTo>
                    <a:pt x="7869" y="20094"/>
                  </a:lnTo>
                  <a:lnTo>
                    <a:pt x="7790" y="19842"/>
                  </a:lnTo>
                  <a:lnTo>
                    <a:pt x="7709" y="19590"/>
                  </a:lnTo>
                  <a:lnTo>
                    <a:pt x="7228" y="17582"/>
                  </a:lnTo>
                  <a:lnTo>
                    <a:pt x="6906" y="15509"/>
                  </a:lnTo>
                  <a:lnTo>
                    <a:pt x="6665" y="13500"/>
                  </a:lnTo>
                  <a:lnTo>
                    <a:pt x="6665" y="12810"/>
                  </a:lnTo>
                  <a:lnTo>
                    <a:pt x="6584" y="12433"/>
                  </a:lnTo>
                  <a:lnTo>
                    <a:pt x="6424" y="12056"/>
                  </a:lnTo>
                  <a:lnTo>
                    <a:pt x="7388" y="12056"/>
                  </a:lnTo>
                  <a:lnTo>
                    <a:pt x="8272" y="11993"/>
                  </a:lnTo>
                  <a:lnTo>
                    <a:pt x="9235" y="11930"/>
                  </a:lnTo>
                  <a:lnTo>
                    <a:pt x="10117" y="11742"/>
                  </a:lnTo>
                  <a:lnTo>
                    <a:pt x="10520" y="11617"/>
                  </a:lnTo>
                  <a:lnTo>
                    <a:pt x="10839" y="11428"/>
                  </a:lnTo>
                  <a:lnTo>
                    <a:pt x="11161" y="11302"/>
                  </a:lnTo>
                  <a:lnTo>
                    <a:pt x="11402" y="11113"/>
                  </a:lnTo>
                  <a:lnTo>
                    <a:pt x="11884" y="10612"/>
                  </a:lnTo>
                  <a:lnTo>
                    <a:pt x="12124" y="10108"/>
                  </a:lnTo>
                  <a:lnTo>
                    <a:pt x="12365" y="9544"/>
                  </a:lnTo>
                  <a:lnTo>
                    <a:pt x="12527" y="8917"/>
                  </a:lnTo>
                  <a:lnTo>
                    <a:pt x="12527" y="8225"/>
                  </a:lnTo>
                  <a:lnTo>
                    <a:pt x="12446" y="6907"/>
                  </a:lnTo>
                  <a:lnTo>
                    <a:pt x="12365" y="6091"/>
                  </a:lnTo>
                  <a:lnTo>
                    <a:pt x="12205" y="5274"/>
                  </a:lnTo>
                  <a:lnTo>
                    <a:pt x="12124" y="4773"/>
                  </a:lnTo>
                  <a:lnTo>
                    <a:pt x="12045" y="4583"/>
                  </a:lnTo>
                  <a:lnTo>
                    <a:pt x="11964" y="4394"/>
                  </a:lnTo>
                  <a:lnTo>
                    <a:pt x="11884" y="4144"/>
                  </a:lnTo>
                  <a:lnTo>
                    <a:pt x="11724" y="4018"/>
                  </a:lnTo>
                  <a:lnTo>
                    <a:pt x="11323" y="3829"/>
                  </a:lnTo>
                  <a:lnTo>
                    <a:pt x="11001" y="3768"/>
                  </a:lnTo>
                  <a:lnTo>
                    <a:pt x="10761" y="3768"/>
                  </a:lnTo>
                  <a:lnTo>
                    <a:pt x="10680" y="3829"/>
                  </a:lnTo>
                  <a:lnTo>
                    <a:pt x="10038" y="3829"/>
                  </a:lnTo>
                  <a:lnTo>
                    <a:pt x="10117" y="1381"/>
                  </a:lnTo>
                  <a:lnTo>
                    <a:pt x="10038" y="942"/>
                  </a:lnTo>
                  <a:lnTo>
                    <a:pt x="9957" y="753"/>
                  </a:lnTo>
                  <a:lnTo>
                    <a:pt x="9876" y="565"/>
                  </a:lnTo>
                  <a:lnTo>
                    <a:pt x="9716" y="440"/>
                  </a:lnTo>
                  <a:lnTo>
                    <a:pt x="9476" y="377"/>
                  </a:lnTo>
                  <a:lnTo>
                    <a:pt x="9235" y="313"/>
                  </a:lnTo>
                  <a:lnTo>
                    <a:pt x="8913" y="377"/>
                  </a:lnTo>
                  <a:lnTo>
                    <a:pt x="8351" y="565"/>
                  </a:lnTo>
                  <a:lnTo>
                    <a:pt x="8110" y="690"/>
                  </a:lnTo>
                  <a:lnTo>
                    <a:pt x="7950" y="878"/>
                  </a:lnTo>
                  <a:lnTo>
                    <a:pt x="7709" y="1255"/>
                  </a:lnTo>
                  <a:lnTo>
                    <a:pt x="7549" y="1695"/>
                  </a:lnTo>
                  <a:lnTo>
                    <a:pt x="7628" y="2260"/>
                  </a:lnTo>
                  <a:lnTo>
                    <a:pt x="7709" y="2825"/>
                  </a:lnTo>
                  <a:lnTo>
                    <a:pt x="7790" y="3264"/>
                  </a:lnTo>
                  <a:lnTo>
                    <a:pt x="8031" y="3704"/>
                  </a:lnTo>
                  <a:lnTo>
                    <a:pt x="4577" y="3704"/>
                  </a:lnTo>
                  <a:lnTo>
                    <a:pt x="4498" y="2323"/>
                  </a:lnTo>
                  <a:lnTo>
                    <a:pt x="4417" y="878"/>
                  </a:lnTo>
                  <a:lnTo>
                    <a:pt x="4417" y="628"/>
                  </a:lnTo>
                  <a:lnTo>
                    <a:pt x="4257" y="377"/>
                  </a:lnTo>
                  <a:lnTo>
                    <a:pt x="4095" y="250"/>
                  </a:lnTo>
                  <a:lnTo>
                    <a:pt x="3855" y="125"/>
                  </a:lnTo>
                  <a:lnTo>
                    <a:pt x="3614" y="62"/>
                  </a:lnTo>
                  <a:lnTo>
                    <a:pt x="3292"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986" name="Google Shape;356;p6"/>
            <p:cNvSpPr/>
            <p:nvPr/>
          </p:nvSpPr>
          <p:spPr>
            <a:xfrm>
              <a:off x="50953" y="3983075"/>
              <a:ext cx="440294" cy="4972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66" y="0"/>
                  </a:moveTo>
                  <a:lnTo>
                    <a:pt x="8866" y="53"/>
                  </a:lnTo>
                  <a:lnTo>
                    <a:pt x="9045" y="1791"/>
                  </a:lnTo>
                  <a:lnTo>
                    <a:pt x="9103" y="1896"/>
                  </a:lnTo>
                  <a:lnTo>
                    <a:pt x="9163" y="2002"/>
                  </a:lnTo>
                  <a:lnTo>
                    <a:pt x="9342" y="2054"/>
                  </a:lnTo>
                  <a:lnTo>
                    <a:pt x="9462" y="2002"/>
                  </a:lnTo>
                  <a:lnTo>
                    <a:pt x="10889" y="1264"/>
                  </a:lnTo>
                  <a:lnTo>
                    <a:pt x="10771" y="1844"/>
                  </a:lnTo>
                  <a:lnTo>
                    <a:pt x="10711" y="2371"/>
                  </a:lnTo>
                  <a:lnTo>
                    <a:pt x="10711" y="2950"/>
                  </a:lnTo>
                  <a:lnTo>
                    <a:pt x="10771" y="3530"/>
                  </a:lnTo>
                  <a:lnTo>
                    <a:pt x="10829" y="3688"/>
                  </a:lnTo>
                  <a:lnTo>
                    <a:pt x="10949" y="3740"/>
                  </a:lnTo>
                  <a:lnTo>
                    <a:pt x="11068" y="3793"/>
                  </a:lnTo>
                  <a:lnTo>
                    <a:pt x="11186" y="3846"/>
                  </a:lnTo>
                  <a:lnTo>
                    <a:pt x="11306" y="3793"/>
                  </a:lnTo>
                  <a:lnTo>
                    <a:pt x="11425" y="3740"/>
                  </a:lnTo>
                  <a:lnTo>
                    <a:pt x="11485" y="3635"/>
                  </a:lnTo>
                  <a:lnTo>
                    <a:pt x="11485" y="3530"/>
                  </a:lnTo>
                  <a:lnTo>
                    <a:pt x="11425" y="3266"/>
                  </a:lnTo>
                  <a:lnTo>
                    <a:pt x="11364" y="2634"/>
                  </a:lnTo>
                  <a:lnTo>
                    <a:pt x="11425" y="2002"/>
                  </a:lnTo>
                  <a:lnTo>
                    <a:pt x="11543" y="1370"/>
                  </a:lnTo>
                  <a:lnTo>
                    <a:pt x="11721" y="737"/>
                  </a:lnTo>
                  <a:lnTo>
                    <a:pt x="11663" y="579"/>
                  </a:lnTo>
                  <a:lnTo>
                    <a:pt x="11603" y="421"/>
                  </a:lnTo>
                  <a:lnTo>
                    <a:pt x="11425" y="369"/>
                  </a:lnTo>
                  <a:lnTo>
                    <a:pt x="11246" y="421"/>
                  </a:lnTo>
                  <a:lnTo>
                    <a:pt x="9580" y="1317"/>
                  </a:lnTo>
                  <a:lnTo>
                    <a:pt x="9520" y="1001"/>
                  </a:lnTo>
                  <a:lnTo>
                    <a:pt x="9402" y="685"/>
                  </a:lnTo>
                  <a:lnTo>
                    <a:pt x="9223" y="316"/>
                  </a:lnTo>
                  <a:lnTo>
                    <a:pt x="9045" y="0"/>
                  </a:lnTo>
                  <a:close/>
                  <a:moveTo>
                    <a:pt x="14339" y="5479"/>
                  </a:moveTo>
                  <a:lnTo>
                    <a:pt x="14161" y="5531"/>
                  </a:lnTo>
                  <a:lnTo>
                    <a:pt x="14043" y="5637"/>
                  </a:lnTo>
                  <a:lnTo>
                    <a:pt x="13804" y="5953"/>
                  </a:lnTo>
                  <a:lnTo>
                    <a:pt x="13567" y="6164"/>
                  </a:lnTo>
                  <a:lnTo>
                    <a:pt x="13209" y="6427"/>
                  </a:lnTo>
                  <a:lnTo>
                    <a:pt x="12972" y="6690"/>
                  </a:lnTo>
                  <a:lnTo>
                    <a:pt x="12972" y="6848"/>
                  </a:lnTo>
                  <a:lnTo>
                    <a:pt x="13030" y="6901"/>
                  </a:lnTo>
                  <a:lnTo>
                    <a:pt x="13090" y="6954"/>
                  </a:lnTo>
                  <a:lnTo>
                    <a:pt x="13387" y="6954"/>
                  </a:lnTo>
                  <a:lnTo>
                    <a:pt x="13626" y="6901"/>
                  </a:lnTo>
                  <a:lnTo>
                    <a:pt x="13864" y="6796"/>
                  </a:lnTo>
                  <a:lnTo>
                    <a:pt x="14103" y="6690"/>
                  </a:lnTo>
                  <a:lnTo>
                    <a:pt x="14459" y="6322"/>
                  </a:lnTo>
                  <a:lnTo>
                    <a:pt x="14756" y="5953"/>
                  </a:lnTo>
                  <a:lnTo>
                    <a:pt x="14816" y="5848"/>
                  </a:lnTo>
                  <a:lnTo>
                    <a:pt x="14816" y="5690"/>
                  </a:lnTo>
                  <a:lnTo>
                    <a:pt x="14756" y="5584"/>
                  </a:lnTo>
                  <a:lnTo>
                    <a:pt x="14638" y="5531"/>
                  </a:lnTo>
                  <a:lnTo>
                    <a:pt x="14459" y="5479"/>
                  </a:lnTo>
                  <a:close/>
                  <a:moveTo>
                    <a:pt x="238" y="4267"/>
                  </a:moveTo>
                  <a:lnTo>
                    <a:pt x="118" y="4320"/>
                  </a:lnTo>
                  <a:lnTo>
                    <a:pt x="60" y="4425"/>
                  </a:lnTo>
                  <a:lnTo>
                    <a:pt x="0" y="4636"/>
                  </a:lnTo>
                  <a:lnTo>
                    <a:pt x="60" y="5110"/>
                  </a:lnTo>
                  <a:lnTo>
                    <a:pt x="178" y="5848"/>
                  </a:lnTo>
                  <a:lnTo>
                    <a:pt x="357" y="6532"/>
                  </a:lnTo>
                  <a:lnTo>
                    <a:pt x="417" y="6638"/>
                  </a:lnTo>
                  <a:lnTo>
                    <a:pt x="535" y="6743"/>
                  </a:lnTo>
                  <a:lnTo>
                    <a:pt x="834" y="6743"/>
                  </a:lnTo>
                  <a:lnTo>
                    <a:pt x="1904" y="6058"/>
                  </a:lnTo>
                  <a:lnTo>
                    <a:pt x="2023" y="6954"/>
                  </a:lnTo>
                  <a:lnTo>
                    <a:pt x="2083" y="7166"/>
                  </a:lnTo>
                  <a:lnTo>
                    <a:pt x="2143" y="7428"/>
                  </a:lnTo>
                  <a:lnTo>
                    <a:pt x="2261" y="7639"/>
                  </a:lnTo>
                  <a:lnTo>
                    <a:pt x="2321" y="7691"/>
                  </a:lnTo>
                  <a:lnTo>
                    <a:pt x="2500" y="7744"/>
                  </a:lnTo>
                  <a:lnTo>
                    <a:pt x="2618" y="7744"/>
                  </a:lnTo>
                  <a:lnTo>
                    <a:pt x="2736" y="7691"/>
                  </a:lnTo>
                  <a:lnTo>
                    <a:pt x="2797" y="7639"/>
                  </a:lnTo>
                  <a:lnTo>
                    <a:pt x="2857" y="7533"/>
                  </a:lnTo>
                  <a:lnTo>
                    <a:pt x="2857" y="7428"/>
                  </a:lnTo>
                  <a:lnTo>
                    <a:pt x="2797" y="7270"/>
                  </a:lnTo>
                  <a:lnTo>
                    <a:pt x="2797" y="7217"/>
                  </a:lnTo>
                  <a:lnTo>
                    <a:pt x="2736" y="7112"/>
                  </a:lnTo>
                  <a:lnTo>
                    <a:pt x="2678" y="6532"/>
                  </a:lnTo>
                  <a:lnTo>
                    <a:pt x="2618" y="6006"/>
                  </a:lnTo>
                  <a:lnTo>
                    <a:pt x="2558" y="5479"/>
                  </a:lnTo>
                  <a:lnTo>
                    <a:pt x="2558" y="5321"/>
                  </a:lnTo>
                  <a:lnTo>
                    <a:pt x="2380" y="5215"/>
                  </a:lnTo>
                  <a:lnTo>
                    <a:pt x="2201" y="5215"/>
                  </a:lnTo>
                  <a:lnTo>
                    <a:pt x="2023" y="5268"/>
                  </a:lnTo>
                  <a:lnTo>
                    <a:pt x="1427" y="5584"/>
                  </a:lnTo>
                  <a:lnTo>
                    <a:pt x="892" y="5953"/>
                  </a:lnTo>
                  <a:lnTo>
                    <a:pt x="535" y="4741"/>
                  </a:lnTo>
                  <a:lnTo>
                    <a:pt x="477" y="4425"/>
                  </a:lnTo>
                  <a:lnTo>
                    <a:pt x="357" y="4267"/>
                  </a:lnTo>
                  <a:close/>
                  <a:moveTo>
                    <a:pt x="13626" y="3846"/>
                  </a:moveTo>
                  <a:lnTo>
                    <a:pt x="16422" y="7428"/>
                  </a:lnTo>
                  <a:lnTo>
                    <a:pt x="16482" y="7482"/>
                  </a:lnTo>
                  <a:lnTo>
                    <a:pt x="16422" y="7533"/>
                  </a:lnTo>
                  <a:lnTo>
                    <a:pt x="15709" y="8060"/>
                  </a:lnTo>
                  <a:lnTo>
                    <a:pt x="14935" y="8641"/>
                  </a:lnTo>
                  <a:lnTo>
                    <a:pt x="14281" y="9061"/>
                  </a:lnTo>
                  <a:lnTo>
                    <a:pt x="13924" y="8641"/>
                  </a:lnTo>
                  <a:lnTo>
                    <a:pt x="11306" y="5531"/>
                  </a:lnTo>
                  <a:lnTo>
                    <a:pt x="12495" y="4794"/>
                  </a:lnTo>
                  <a:lnTo>
                    <a:pt x="13030" y="4372"/>
                  </a:lnTo>
                  <a:lnTo>
                    <a:pt x="13567" y="3951"/>
                  </a:lnTo>
                  <a:lnTo>
                    <a:pt x="13626" y="3846"/>
                  </a:lnTo>
                  <a:close/>
                  <a:moveTo>
                    <a:pt x="4046" y="10378"/>
                  </a:moveTo>
                  <a:lnTo>
                    <a:pt x="3927" y="10485"/>
                  </a:lnTo>
                  <a:lnTo>
                    <a:pt x="3927" y="10643"/>
                  </a:lnTo>
                  <a:lnTo>
                    <a:pt x="4344" y="11326"/>
                  </a:lnTo>
                  <a:lnTo>
                    <a:pt x="4046" y="11538"/>
                  </a:lnTo>
                  <a:lnTo>
                    <a:pt x="3987" y="11644"/>
                  </a:lnTo>
                  <a:lnTo>
                    <a:pt x="3927" y="11802"/>
                  </a:lnTo>
                  <a:lnTo>
                    <a:pt x="3927" y="11907"/>
                  </a:lnTo>
                  <a:lnTo>
                    <a:pt x="4046" y="11960"/>
                  </a:lnTo>
                  <a:lnTo>
                    <a:pt x="4226" y="12011"/>
                  </a:lnTo>
                  <a:lnTo>
                    <a:pt x="4344" y="11960"/>
                  </a:lnTo>
                  <a:lnTo>
                    <a:pt x="4641" y="11854"/>
                  </a:lnTo>
                  <a:lnTo>
                    <a:pt x="4761" y="12011"/>
                  </a:lnTo>
                  <a:lnTo>
                    <a:pt x="5118" y="12485"/>
                  </a:lnTo>
                  <a:lnTo>
                    <a:pt x="5355" y="12697"/>
                  </a:lnTo>
                  <a:lnTo>
                    <a:pt x="5475" y="12750"/>
                  </a:lnTo>
                  <a:lnTo>
                    <a:pt x="5653" y="12803"/>
                  </a:lnTo>
                  <a:lnTo>
                    <a:pt x="5771" y="12750"/>
                  </a:lnTo>
                  <a:lnTo>
                    <a:pt x="5831" y="12643"/>
                  </a:lnTo>
                  <a:lnTo>
                    <a:pt x="5891" y="12539"/>
                  </a:lnTo>
                  <a:lnTo>
                    <a:pt x="5831" y="12381"/>
                  </a:lnTo>
                  <a:lnTo>
                    <a:pt x="5771" y="12118"/>
                  </a:lnTo>
                  <a:lnTo>
                    <a:pt x="5355" y="11644"/>
                  </a:lnTo>
                  <a:lnTo>
                    <a:pt x="5236" y="11484"/>
                  </a:lnTo>
                  <a:lnTo>
                    <a:pt x="5771" y="11064"/>
                  </a:lnTo>
                  <a:lnTo>
                    <a:pt x="5831" y="10906"/>
                  </a:lnTo>
                  <a:lnTo>
                    <a:pt x="5831" y="10748"/>
                  </a:lnTo>
                  <a:lnTo>
                    <a:pt x="5771" y="10643"/>
                  </a:lnTo>
                  <a:lnTo>
                    <a:pt x="5653" y="10590"/>
                  </a:lnTo>
                  <a:lnTo>
                    <a:pt x="5535" y="10536"/>
                  </a:lnTo>
                  <a:lnTo>
                    <a:pt x="5415" y="10536"/>
                  </a:lnTo>
                  <a:lnTo>
                    <a:pt x="5236" y="10643"/>
                  </a:lnTo>
                  <a:lnTo>
                    <a:pt x="4819" y="10959"/>
                  </a:lnTo>
                  <a:lnTo>
                    <a:pt x="4284" y="10432"/>
                  </a:lnTo>
                  <a:lnTo>
                    <a:pt x="4166" y="10378"/>
                  </a:lnTo>
                  <a:close/>
                  <a:moveTo>
                    <a:pt x="5176" y="8745"/>
                  </a:moveTo>
                  <a:lnTo>
                    <a:pt x="5831" y="9851"/>
                  </a:lnTo>
                  <a:lnTo>
                    <a:pt x="6485" y="10906"/>
                  </a:lnTo>
                  <a:lnTo>
                    <a:pt x="7201" y="11960"/>
                  </a:lnTo>
                  <a:lnTo>
                    <a:pt x="7973" y="12961"/>
                  </a:lnTo>
                  <a:lnTo>
                    <a:pt x="7736" y="13066"/>
                  </a:lnTo>
                  <a:lnTo>
                    <a:pt x="7497" y="13171"/>
                  </a:lnTo>
                  <a:lnTo>
                    <a:pt x="7081" y="13435"/>
                  </a:lnTo>
                  <a:lnTo>
                    <a:pt x="6128" y="13961"/>
                  </a:lnTo>
                  <a:lnTo>
                    <a:pt x="5713" y="14225"/>
                  </a:lnTo>
                  <a:lnTo>
                    <a:pt x="5535" y="14383"/>
                  </a:lnTo>
                  <a:lnTo>
                    <a:pt x="5296" y="14436"/>
                  </a:lnTo>
                  <a:lnTo>
                    <a:pt x="5236" y="14436"/>
                  </a:lnTo>
                  <a:lnTo>
                    <a:pt x="5176" y="14488"/>
                  </a:lnTo>
                  <a:lnTo>
                    <a:pt x="5176" y="14594"/>
                  </a:lnTo>
                  <a:lnTo>
                    <a:pt x="3927" y="12961"/>
                  </a:lnTo>
                  <a:lnTo>
                    <a:pt x="2857" y="11484"/>
                  </a:lnTo>
                  <a:lnTo>
                    <a:pt x="1726" y="10062"/>
                  </a:lnTo>
                  <a:lnTo>
                    <a:pt x="2261" y="9904"/>
                  </a:lnTo>
                  <a:lnTo>
                    <a:pt x="2797" y="9642"/>
                  </a:lnTo>
                  <a:lnTo>
                    <a:pt x="3809" y="9166"/>
                  </a:lnTo>
                  <a:lnTo>
                    <a:pt x="4046" y="9061"/>
                  </a:lnTo>
                  <a:lnTo>
                    <a:pt x="4284" y="9008"/>
                  </a:lnTo>
                  <a:lnTo>
                    <a:pt x="4761" y="8957"/>
                  </a:lnTo>
                  <a:lnTo>
                    <a:pt x="4998" y="8903"/>
                  </a:lnTo>
                  <a:lnTo>
                    <a:pt x="5176" y="8745"/>
                  </a:lnTo>
                  <a:close/>
                  <a:moveTo>
                    <a:pt x="20648" y="15805"/>
                  </a:moveTo>
                  <a:lnTo>
                    <a:pt x="20528" y="16121"/>
                  </a:lnTo>
                  <a:lnTo>
                    <a:pt x="20409" y="15963"/>
                  </a:lnTo>
                  <a:lnTo>
                    <a:pt x="20648" y="15805"/>
                  </a:lnTo>
                  <a:close/>
                  <a:moveTo>
                    <a:pt x="15648" y="18597"/>
                  </a:moveTo>
                  <a:lnTo>
                    <a:pt x="15769" y="18808"/>
                  </a:lnTo>
                  <a:lnTo>
                    <a:pt x="15947" y="19072"/>
                  </a:lnTo>
                  <a:lnTo>
                    <a:pt x="16125" y="19335"/>
                  </a:lnTo>
                  <a:lnTo>
                    <a:pt x="16364" y="19493"/>
                  </a:lnTo>
                  <a:lnTo>
                    <a:pt x="16304" y="19493"/>
                  </a:lnTo>
                  <a:lnTo>
                    <a:pt x="15648" y="19756"/>
                  </a:lnTo>
                  <a:lnTo>
                    <a:pt x="15648" y="19598"/>
                  </a:lnTo>
                  <a:lnTo>
                    <a:pt x="15530" y="19440"/>
                  </a:lnTo>
                  <a:lnTo>
                    <a:pt x="15292" y="19282"/>
                  </a:lnTo>
                  <a:lnTo>
                    <a:pt x="15173" y="19072"/>
                  </a:lnTo>
                  <a:lnTo>
                    <a:pt x="15055" y="18861"/>
                  </a:lnTo>
                  <a:lnTo>
                    <a:pt x="14995" y="18650"/>
                  </a:lnTo>
                  <a:lnTo>
                    <a:pt x="15648" y="18597"/>
                  </a:lnTo>
                  <a:close/>
                  <a:moveTo>
                    <a:pt x="10771" y="18439"/>
                  </a:moveTo>
                  <a:lnTo>
                    <a:pt x="10532" y="19282"/>
                  </a:lnTo>
                  <a:lnTo>
                    <a:pt x="10412" y="20125"/>
                  </a:lnTo>
                  <a:lnTo>
                    <a:pt x="10412" y="20336"/>
                  </a:lnTo>
                  <a:lnTo>
                    <a:pt x="9997" y="20020"/>
                  </a:lnTo>
                  <a:lnTo>
                    <a:pt x="9937" y="20020"/>
                  </a:lnTo>
                  <a:lnTo>
                    <a:pt x="9937" y="19598"/>
                  </a:lnTo>
                  <a:lnTo>
                    <a:pt x="9997" y="19177"/>
                  </a:lnTo>
                  <a:lnTo>
                    <a:pt x="10115" y="18808"/>
                  </a:lnTo>
                  <a:lnTo>
                    <a:pt x="10294" y="18492"/>
                  </a:lnTo>
                  <a:lnTo>
                    <a:pt x="10771" y="18439"/>
                  </a:lnTo>
                  <a:close/>
                  <a:moveTo>
                    <a:pt x="11900" y="18914"/>
                  </a:moveTo>
                  <a:lnTo>
                    <a:pt x="11781" y="18966"/>
                  </a:lnTo>
                  <a:lnTo>
                    <a:pt x="11721" y="19019"/>
                  </a:lnTo>
                  <a:lnTo>
                    <a:pt x="11485" y="19704"/>
                  </a:lnTo>
                  <a:lnTo>
                    <a:pt x="11364" y="20073"/>
                  </a:lnTo>
                  <a:lnTo>
                    <a:pt x="11364" y="20547"/>
                  </a:lnTo>
                  <a:lnTo>
                    <a:pt x="11425" y="20652"/>
                  </a:lnTo>
                  <a:lnTo>
                    <a:pt x="11543" y="20757"/>
                  </a:lnTo>
                  <a:lnTo>
                    <a:pt x="11663" y="20810"/>
                  </a:lnTo>
                  <a:lnTo>
                    <a:pt x="11781" y="20863"/>
                  </a:lnTo>
                  <a:lnTo>
                    <a:pt x="11900" y="20863"/>
                  </a:lnTo>
                  <a:lnTo>
                    <a:pt x="12020" y="20757"/>
                  </a:lnTo>
                  <a:lnTo>
                    <a:pt x="12138" y="20652"/>
                  </a:lnTo>
                  <a:lnTo>
                    <a:pt x="12138" y="20494"/>
                  </a:lnTo>
                  <a:lnTo>
                    <a:pt x="12078" y="20336"/>
                  </a:lnTo>
                  <a:lnTo>
                    <a:pt x="11960" y="20283"/>
                  </a:lnTo>
                  <a:lnTo>
                    <a:pt x="11960" y="19862"/>
                  </a:lnTo>
                  <a:lnTo>
                    <a:pt x="12020" y="19072"/>
                  </a:lnTo>
                  <a:lnTo>
                    <a:pt x="11960" y="18966"/>
                  </a:lnTo>
                  <a:lnTo>
                    <a:pt x="11900" y="18914"/>
                  </a:lnTo>
                  <a:close/>
                  <a:moveTo>
                    <a:pt x="16899" y="8060"/>
                  </a:moveTo>
                  <a:lnTo>
                    <a:pt x="18148" y="9642"/>
                  </a:lnTo>
                  <a:lnTo>
                    <a:pt x="18743" y="10432"/>
                  </a:lnTo>
                  <a:lnTo>
                    <a:pt x="19339" y="11222"/>
                  </a:lnTo>
                  <a:lnTo>
                    <a:pt x="19874" y="12169"/>
                  </a:lnTo>
                  <a:lnTo>
                    <a:pt x="20113" y="12697"/>
                  </a:lnTo>
                  <a:lnTo>
                    <a:pt x="20349" y="13224"/>
                  </a:lnTo>
                  <a:lnTo>
                    <a:pt x="20469" y="13751"/>
                  </a:lnTo>
                  <a:lnTo>
                    <a:pt x="20588" y="14278"/>
                  </a:lnTo>
                  <a:lnTo>
                    <a:pt x="20648" y="14804"/>
                  </a:lnTo>
                  <a:lnTo>
                    <a:pt x="20648" y="15331"/>
                  </a:lnTo>
                  <a:lnTo>
                    <a:pt x="19992" y="15700"/>
                  </a:lnTo>
                  <a:lnTo>
                    <a:pt x="19932" y="15753"/>
                  </a:lnTo>
                  <a:lnTo>
                    <a:pt x="19874" y="15858"/>
                  </a:lnTo>
                  <a:lnTo>
                    <a:pt x="19932" y="15911"/>
                  </a:lnTo>
                  <a:lnTo>
                    <a:pt x="19992" y="16016"/>
                  </a:lnTo>
                  <a:lnTo>
                    <a:pt x="20171" y="16332"/>
                  </a:lnTo>
                  <a:lnTo>
                    <a:pt x="20291" y="16438"/>
                  </a:lnTo>
                  <a:lnTo>
                    <a:pt x="20409" y="16543"/>
                  </a:lnTo>
                  <a:lnTo>
                    <a:pt x="20231" y="16912"/>
                  </a:lnTo>
                  <a:lnTo>
                    <a:pt x="19992" y="17280"/>
                  </a:lnTo>
                  <a:lnTo>
                    <a:pt x="19219" y="16754"/>
                  </a:lnTo>
                  <a:lnTo>
                    <a:pt x="19100" y="16701"/>
                  </a:lnTo>
                  <a:lnTo>
                    <a:pt x="18982" y="16754"/>
                  </a:lnTo>
                  <a:lnTo>
                    <a:pt x="18922" y="16859"/>
                  </a:lnTo>
                  <a:lnTo>
                    <a:pt x="18982" y="16964"/>
                  </a:lnTo>
                  <a:lnTo>
                    <a:pt x="19696" y="17702"/>
                  </a:lnTo>
                  <a:lnTo>
                    <a:pt x="19219" y="18123"/>
                  </a:lnTo>
                  <a:lnTo>
                    <a:pt x="19160" y="18018"/>
                  </a:lnTo>
                  <a:lnTo>
                    <a:pt x="18922" y="17807"/>
                  </a:lnTo>
                  <a:lnTo>
                    <a:pt x="18683" y="17597"/>
                  </a:lnTo>
                  <a:lnTo>
                    <a:pt x="18445" y="17333"/>
                  </a:lnTo>
                  <a:lnTo>
                    <a:pt x="18327" y="17070"/>
                  </a:lnTo>
                  <a:lnTo>
                    <a:pt x="18208" y="17017"/>
                  </a:lnTo>
                  <a:lnTo>
                    <a:pt x="18148" y="16964"/>
                  </a:lnTo>
                  <a:lnTo>
                    <a:pt x="18030" y="17017"/>
                  </a:lnTo>
                  <a:lnTo>
                    <a:pt x="17970" y="17122"/>
                  </a:lnTo>
                  <a:lnTo>
                    <a:pt x="17970" y="17386"/>
                  </a:lnTo>
                  <a:lnTo>
                    <a:pt x="18030" y="17597"/>
                  </a:lnTo>
                  <a:lnTo>
                    <a:pt x="18148" y="17860"/>
                  </a:lnTo>
                  <a:lnTo>
                    <a:pt x="18267" y="18071"/>
                  </a:lnTo>
                  <a:lnTo>
                    <a:pt x="18445" y="18281"/>
                  </a:lnTo>
                  <a:lnTo>
                    <a:pt x="18683" y="18492"/>
                  </a:lnTo>
                  <a:lnTo>
                    <a:pt x="18030" y="18808"/>
                  </a:lnTo>
                  <a:lnTo>
                    <a:pt x="18088" y="18650"/>
                  </a:lnTo>
                  <a:lnTo>
                    <a:pt x="18088" y="18439"/>
                  </a:lnTo>
                  <a:lnTo>
                    <a:pt x="17970" y="18334"/>
                  </a:lnTo>
                  <a:lnTo>
                    <a:pt x="17791" y="18176"/>
                  </a:lnTo>
                  <a:lnTo>
                    <a:pt x="17731" y="18176"/>
                  </a:lnTo>
                  <a:lnTo>
                    <a:pt x="17613" y="18229"/>
                  </a:lnTo>
                  <a:lnTo>
                    <a:pt x="17613" y="18334"/>
                  </a:lnTo>
                  <a:lnTo>
                    <a:pt x="17553" y="18281"/>
                  </a:lnTo>
                  <a:lnTo>
                    <a:pt x="17018" y="17860"/>
                  </a:lnTo>
                  <a:lnTo>
                    <a:pt x="16899" y="17755"/>
                  </a:lnTo>
                  <a:lnTo>
                    <a:pt x="16779" y="17807"/>
                  </a:lnTo>
                  <a:lnTo>
                    <a:pt x="16721" y="17913"/>
                  </a:lnTo>
                  <a:lnTo>
                    <a:pt x="16721" y="18018"/>
                  </a:lnTo>
                  <a:lnTo>
                    <a:pt x="17018" y="18439"/>
                  </a:lnTo>
                  <a:lnTo>
                    <a:pt x="17374" y="18966"/>
                  </a:lnTo>
                  <a:lnTo>
                    <a:pt x="17494" y="19072"/>
                  </a:lnTo>
                  <a:lnTo>
                    <a:pt x="16839" y="19282"/>
                  </a:lnTo>
                  <a:lnTo>
                    <a:pt x="16839" y="19177"/>
                  </a:lnTo>
                  <a:lnTo>
                    <a:pt x="16779" y="19072"/>
                  </a:lnTo>
                  <a:lnTo>
                    <a:pt x="16601" y="18861"/>
                  </a:lnTo>
                  <a:lnTo>
                    <a:pt x="16304" y="18545"/>
                  </a:lnTo>
                  <a:lnTo>
                    <a:pt x="16065" y="18229"/>
                  </a:lnTo>
                  <a:lnTo>
                    <a:pt x="15947" y="18123"/>
                  </a:lnTo>
                  <a:lnTo>
                    <a:pt x="15769" y="18123"/>
                  </a:lnTo>
                  <a:lnTo>
                    <a:pt x="15233" y="18229"/>
                  </a:lnTo>
                  <a:lnTo>
                    <a:pt x="14756" y="18281"/>
                  </a:lnTo>
                  <a:lnTo>
                    <a:pt x="14638" y="18334"/>
                  </a:lnTo>
                  <a:lnTo>
                    <a:pt x="14578" y="18439"/>
                  </a:lnTo>
                  <a:lnTo>
                    <a:pt x="14578" y="18545"/>
                  </a:lnTo>
                  <a:lnTo>
                    <a:pt x="14638" y="18650"/>
                  </a:lnTo>
                  <a:lnTo>
                    <a:pt x="14638" y="19019"/>
                  </a:lnTo>
                  <a:lnTo>
                    <a:pt x="14756" y="19388"/>
                  </a:lnTo>
                  <a:lnTo>
                    <a:pt x="14816" y="19598"/>
                  </a:lnTo>
                  <a:lnTo>
                    <a:pt x="14935" y="19756"/>
                  </a:lnTo>
                  <a:lnTo>
                    <a:pt x="15113" y="19862"/>
                  </a:lnTo>
                  <a:lnTo>
                    <a:pt x="15292" y="19915"/>
                  </a:lnTo>
                  <a:lnTo>
                    <a:pt x="14578" y="20178"/>
                  </a:lnTo>
                  <a:lnTo>
                    <a:pt x="14518" y="20073"/>
                  </a:lnTo>
                  <a:lnTo>
                    <a:pt x="14281" y="19967"/>
                  </a:lnTo>
                  <a:lnTo>
                    <a:pt x="14221" y="19967"/>
                  </a:lnTo>
                  <a:lnTo>
                    <a:pt x="13983" y="19440"/>
                  </a:lnTo>
                  <a:lnTo>
                    <a:pt x="13804" y="19230"/>
                  </a:lnTo>
                  <a:lnTo>
                    <a:pt x="13567" y="18966"/>
                  </a:lnTo>
                  <a:lnTo>
                    <a:pt x="13507" y="18966"/>
                  </a:lnTo>
                  <a:lnTo>
                    <a:pt x="13507" y="19388"/>
                  </a:lnTo>
                  <a:lnTo>
                    <a:pt x="13567" y="19756"/>
                  </a:lnTo>
                  <a:lnTo>
                    <a:pt x="13804" y="20494"/>
                  </a:lnTo>
                  <a:lnTo>
                    <a:pt x="13090" y="20757"/>
                  </a:lnTo>
                  <a:lnTo>
                    <a:pt x="13030" y="20336"/>
                  </a:lnTo>
                  <a:lnTo>
                    <a:pt x="12912" y="19967"/>
                  </a:lnTo>
                  <a:lnTo>
                    <a:pt x="12852" y="19440"/>
                  </a:lnTo>
                  <a:lnTo>
                    <a:pt x="12852" y="18966"/>
                  </a:lnTo>
                  <a:lnTo>
                    <a:pt x="12794" y="18861"/>
                  </a:lnTo>
                  <a:lnTo>
                    <a:pt x="12674" y="18808"/>
                  </a:lnTo>
                  <a:lnTo>
                    <a:pt x="12615" y="18808"/>
                  </a:lnTo>
                  <a:lnTo>
                    <a:pt x="12495" y="18914"/>
                  </a:lnTo>
                  <a:lnTo>
                    <a:pt x="12437" y="19440"/>
                  </a:lnTo>
                  <a:lnTo>
                    <a:pt x="12377" y="19967"/>
                  </a:lnTo>
                  <a:lnTo>
                    <a:pt x="12437" y="20441"/>
                  </a:lnTo>
                  <a:lnTo>
                    <a:pt x="12437" y="20652"/>
                  </a:lnTo>
                  <a:lnTo>
                    <a:pt x="12555" y="20863"/>
                  </a:lnTo>
                  <a:lnTo>
                    <a:pt x="12138" y="20915"/>
                  </a:lnTo>
                  <a:lnTo>
                    <a:pt x="11663" y="20863"/>
                  </a:lnTo>
                  <a:lnTo>
                    <a:pt x="11364" y="20757"/>
                  </a:lnTo>
                  <a:lnTo>
                    <a:pt x="11008" y="20652"/>
                  </a:lnTo>
                  <a:lnTo>
                    <a:pt x="11068" y="20336"/>
                  </a:lnTo>
                  <a:lnTo>
                    <a:pt x="11128" y="19598"/>
                  </a:lnTo>
                  <a:lnTo>
                    <a:pt x="11128" y="18334"/>
                  </a:lnTo>
                  <a:lnTo>
                    <a:pt x="11068" y="18229"/>
                  </a:lnTo>
                  <a:lnTo>
                    <a:pt x="10889" y="18176"/>
                  </a:lnTo>
                  <a:lnTo>
                    <a:pt x="10294" y="18229"/>
                  </a:lnTo>
                  <a:lnTo>
                    <a:pt x="10234" y="18176"/>
                  </a:lnTo>
                  <a:lnTo>
                    <a:pt x="10115" y="18229"/>
                  </a:lnTo>
                  <a:lnTo>
                    <a:pt x="9877" y="18545"/>
                  </a:lnTo>
                  <a:lnTo>
                    <a:pt x="9640" y="18861"/>
                  </a:lnTo>
                  <a:lnTo>
                    <a:pt x="9520" y="19230"/>
                  </a:lnTo>
                  <a:lnTo>
                    <a:pt x="9402" y="19546"/>
                  </a:lnTo>
                  <a:lnTo>
                    <a:pt x="8746" y="18966"/>
                  </a:lnTo>
                  <a:lnTo>
                    <a:pt x="9223" y="18439"/>
                  </a:lnTo>
                  <a:lnTo>
                    <a:pt x="9640" y="17913"/>
                  </a:lnTo>
                  <a:lnTo>
                    <a:pt x="9640" y="17649"/>
                  </a:lnTo>
                  <a:lnTo>
                    <a:pt x="9520" y="17544"/>
                  </a:lnTo>
                  <a:lnTo>
                    <a:pt x="9223" y="17544"/>
                  </a:lnTo>
                  <a:lnTo>
                    <a:pt x="9103" y="17649"/>
                  </a:lnTo>
                  <a:lnTo>
                    <a:pt x="8450" y="18597"/>
                  </a:lnTo>
                  <a:lnTo>
                    <a:pt x="8033" y="18123"/>
                  </a:lnTo>
                  <a:lnTo>
                    <a:pt x="8331" y="17913"/>
                  </a:lnTo>
                  <a:lnTo>
                    <a:pt x="8628" y="17649"/>
                  </a:lnTo>
                  <a:lnTo>
                    <a:pt x="8866" y="17333"/>
                  </a:lnTo>
                  <a:lnTo>
                    <a:pt x="9045" y="17017"/>
                  </a:lnTo>
                  <a:lnTo>
                    <a:pt x="9045" y="16859"/>
                  </a:lnTo>
                  <a:lnTo>
                    <a:pt x="8985" y="16754"/>
                  </a:lnTo>
                  <a:lnTo>
                    <a:pt x="8925" y="16701"/>
                  </a:lnTo>
                  <a:lnTo>
                    <a:pt x="8628" y="16701"/>
                  </a:lnTo>
                  <a:lnTo>
                    <a:pt x="8568" y="16806"/>
                  </a:lnTo>
                  <a:lnTo>
                    <a:pt x="7794" y="17807"/>
                  </a:lnTo>
                  <a:lnTo>
                    <a:pt x="7201" y="17122"/>
                  </a:lnTo>
                  <a:lnTo>
                    <a:pt x="7379" y="16964"/>
                  </a:lnTo>
                  <a:lnTo>
                    <a:pt x="7914" y="16385"/>
                  </a:lnTo>
                  <a:lnTo>
                    <a:pt x="8450" y="15753"/>
                  </a:lnTo>
                  <a:lnTo>
                    <a:pt x="8450" y="15647"/>
                  </a:lnTo>
                  <a:lnTo>
                    <a:pt x="8510" y="15595"/>
                  </a:lnTo>
                  <a:lnTo>
                    <a:pt x="8568" y="15489"/>
                  </a:lnTo>
                  <a:lnTo>
                    <a:pt x="8568" y="15384"/>
                  </a:lnTo>
                  <a:lnTo>
                    <a:pt x="8450" y="15279"/>
                  </a:lnTo>
                  <a:lnTo>
                    <a:pt x="8271" y="15226"/>
                  </a:lnTo>
                  <a:lnTo>
                    <a:pt x="8153" y="15226"/>
                  </a:lnTo>
                  <a:lnTo>
                    <a:pt x="8033" y="15279"/>
                  </a:lnTo>
                  <a:lnTo>
                    <a:pt x="7379" y="16121"/>
                  </a:lnTo>
                  <a:lnTo>
                    <a:pt x="7022" y="16596"/>
                  </a:lnTo>
                  <a:lnTo>
                    <a:pt x="6962" y="16490"/>
                  </a:lnTo>
                  <a:lnTo>
                    <a:pt x="6724" y="16490"/>
                  </a:lnTo>
                  <a:lnTo>
                    <a:pt x="6307" y="16016"/>
                  </a:lnTo>
                  <a:lnTo>
                    <a:pt x="7022" y="15542"/>
                  </a:lnTo>
                  <a:lnTo>
                    <a:pt x="7379" y="15331"/>
                  </a:lnTo>
                  <a:lnTo>
                    <a:pt x="7676" y="15015"/>
                  </a:lnTo>
                  <a:lnTo>
                    <a:pt x="7736" y="14962"/>
                  </a:lnTo>
                  <a:lnTo>
                    <a:pt x="7794" y="14857"/>
                  </a:lnTo>
                  <a:lnTo>
                    <a:pt x="7676" y="14699"/>
                  </a:lnTo>
                  <a:lnTo>
                    <a:pt x="7557" y="14594"/>
                  </a:lnTo>
                  <a:lnTo>
                    <a:pt x="7437" y="14594"/>
                  </a:lnTo>
                  <a:lnTo>
                    <a:pt x="7319" y="14646"/>
                  </a:lnTo>
                  <a:lnTo>
                    <a:pt x="6962" y="14857"/>
                  </a:lnTo>
                  <a:lnTo>
                    <a:pt x="6605" y="15120"/>
                  </a:lnTo>
                  <a:lnTo>
                    <a:pt x="6010" y="15647"/>
                  </a:lnTo>
                  <a:lnTo>
                    <a:pt x="5282" y="14704"/>
                  </a:lnTo>
                  <a:lnTo>
                    <a:pt x="5653" y="14752"/>
                  </a:lnTo>
                  <a:lnTo>
                    <a:pt x="6070" y="14699"/>
                  </a:lnTo>
                  <a:lnTo>
                    <a:pt x="6307" y="14594"/>
                  </a:lnTo>
                  <a:lnTo>
                    <a:pt x="6605" y="14436"/>
                  </a:lnTo>
                  <a:lnTo>
                    <a:pt x="7081" y="14172"/>
                  </a:lnTo>
                  <a:lnTo>
                    <a:pt x="7736" y="13856"/>
                  </a:lnTo>
                  <a:lnTo>
                    <a:pt x="8093" y="13698"/>
                  </a:lnTo>
                  <a:lnTo>
                    <a:pt x="8390" y="13487"/>
                  </a:lnTo>
                  <a:lnTo>
                    <a:pt x="9819" y="15331"/>
                  </a:lnTo>
                  <a:lnTo>
                    <a:pt x="10354" y="15963"/>
                  </a:lnTo>
                  <a:lnTo>
                    <a:pt x="10889" y="16596"/>
                  </a:lnTo>
                  <a:lnTo>
                    <a:pt x="11186" y="16859"/>
                  </a:lnTo>
                  <a:lnTo>
                    <a:pt x="11543" y="17122"/>
                  </a:lnTo>
                  <a:lnTo>
                    <a:pt x="11900" y="17333"/>
                  </a:lnTo>
                  <a:lnTo>
                    <a:pt x="12317" y="17491"/>
                  </a:lnTo>
                  <a:lnTo>
                    <a:pt x="12674" y="17597"/>
                  </a:lnTo>
                  <a:lnTo>
                    <a:pt x="13090" y="17649"/>
                  </a:lnTo>
                  <a:lnTo>
                    <a:pt x="13864" y="17649"/>
                  </a:lnTo>
                  <a:lnTo>
                    <a:pt x="14221" y="17597"/>
                  </a:lnTo>
                  <a:lnTo>
                    <a:pt x="14578" y="17491"/>
                  </a:lnTo>
                  <a:lnTo>
                    <a:pt x="14935" y="17386"/>
                  </a:lnTo>
                  <a:lnTo>
                    <a:pt x="15292" y="17228"/>
                  </a:lnTo>
                  <a:lnTo>
                    <a:pt x="15709" y="17017"/>
                  </a:lnTo>
                  <a:lnTo>
                    <a:pt x="16005" y="16754"/>
                  </a:lnTo>
                  <a:lnTo>
                    <a:pt x="16304" y="16490"/>
                  </a:lnTo>
                  <a:lnTo>
                    <a:pt x="16542" y="16174"/>
                  </a:lnTo>
                  <a:lnTo>
                    <a:pt x="16721" y="15858"/>
                  </a:lnTo>
                  <a:lnTo>
                    <a:pt x="16899" y="15542"/>
                  </a:lnTo>
                  <a:lnTo>
                    <a:pt x="17018" y="15173"/>
                  </a:lnTo>
                  <a:lnTo>
                    <a:pt x="17078" y="14857"/>
                  </a:lnTo>
                  <a:lnTo>
                    <a:pt x="17136" y="14120"/>
                  </a:lnTo>
                  <a:lnTo>
                    <a:pt x="17078" y="13382"/>
                  </a:lnTo>
                  <a:lnTo>
                    <a:pt x="16899" y="12643"/>
                  </a:lnTo>
                  <a:lnTo>
                    <a:pt x="16601" y="11960"/>
                  </a:lnTo>
                  <a:lnTo>
                    <a:pt x="16185" y="11326"/>
                  </a:lnTo>
                  <a:lnTo>
                    <a:pt x="15709" y="10748"/>
                  </a:lnTo>
                  <a:lnTo>
                    <a:pt x="14756" y="9535"/>
                  </a:lnTo>
                  <a:lnTo>
                    <a:pt x="15173" y="9326"/>
                  </a:lnTo>
                  <a:lnTo>
                    <a:pt x="15530" y="9115"/>
                  </a:lnTo>
                  <a:lnTo>
                    <a:pt x="16244" y="8587"/>
                  </a:lnTo>
                  <a:lnTo>
                    <a:pt x="16899" y="8060"/>
                  </a:lnTo>
                  <a:close/>
                  <a:moveTo>
                    <a:pt x="13626" y="2950"/>
                  </a:moveTo>
                  <a:lnTo>
                    <a:pt x="13447" y="3003"/>
                  </a:lnTo>
                  <a:lnTo>
                    <a:pt x="13329" y="3108"/>
                  </a:lnTo>
                  <a:lnTo>
                    <a:pt x="13269" y="3161"/>
                  </a:lnTo>
                  <a:lnTo>
                    <a:pt x="13269" y="3424"/>
                  </a:lnTo>
                  <a:lnTo>
                    <a:pt x="13150" y="3477"/>
                  </a:lnTo>
                  <a:lnTo>
                    <a:pt x="13030" y="3530"/>
                  </a:lnTo>
                  <a:lnTo>
                    <a:pt x="11841" y="4372"/>
                  </a:lnTo>
                  <a:lnTo>
                    <a:pt x="11186" y="4794"/>
                  </a:lnTo>
                  <a:lnTo>
                    <a:pt x="10591" y="5163"/>
                  </a:lnTo>
                  <a:lnTo>
                    <a:pt x="10472" y="5268"/>
                  </a:lnTo>
                  <a:lnTo>
                    <a:pt x="10412" y="5373"/>
                  </a:lnTo>
                  <a:lnTo>
                    <a:pt x="10412" y="5637"/>
                  </a:lnTo>
                  <a:lnTo>
                    <a:pt x="13864" y="9589"/>
                  </a:lnTo>
                  <a:lnTo>
                    <a:pt x="13864" y="9693"/>
                  </a:lnTo>
                  <a:lnTo>
                    <a:pt x="13983" y="9746"/>
                  </a:lnTo>
                  <a:lnTo>
                    <a:pt x="15233" y="11275"/>
                  </a:lnTo>
                  <a:lnTo>
                    <a:pt x="15709" y="11907"/>
                  </a:lnTo>
                  <a:lnTo>
                    <a:pt x="16065" y="12592"/>
                  </a:lnTo>
                  <a:lnTo>
                    <a:pt x="16244" y="12961"/>
                  </a:lnTo>
                  <a:lnTo>
                    <a:pt x="16364" y="13329"/>
                  </a:lnTo>
                  <a:lnTo>
                    <a:pt x="16422" y="13698"/>
                  </a:lnTo>
                  <a:lnTo>
                    <a:pt x="16422" y="14488"/>
                  </a:lnTo>
                  <a:lnTo>
                    <a:pt x="16364" y="14804"/>
                  </a:lnTo>
                  <a:lnTo>
                    <a:pt x="16244" y="15173"/>
                  </a:lnTo>
                  <a:lnTo>
                    <a:pt x="16065" y="15489"/>
                  </a:lnTo>
                  <a:lnTo>
                    <a:pt x="15887" y="15805"/>
                  </a:lnTo>
                  <a:lnTo>
                    <a:pt x="15648" y="16069"/>
                  </a:lnTo>
                  <a:lnTo>
                    <a:pt x="15352" y="16332"/>
                  </a:lnTo>
                  <a:lnTo>
                    <a:pt x="15055" y="16596"/>
                  </a:lnTo>
                  <a:lnTo>
                    <a:pt x="14756" y="16754"/>
                  </a:lnTo>
                  <a:lnTo>
                    <a:pt x="14399" y="16859"/>
                  </a:lnTo>
                  <a:lnTo>
                    <a:pt x="14043" y="16912"/>
                  </a:lnTo>
                  <a:lnTo>
                    <a:pt x="13686" y="16964"/>
                  </a:lnTo>
                  <a:lnTo>
                    <a:pt x="12972" y="16964"/>
                  </a:lnTo>
                  <a:lnTo>
                    <a:pt x="12674" y="16859"/>
                  </a:lnTo>
                  <a:lnTo>
                    <a:pt x="12317" y="16754"/>
                  </a:lnTo>
                  <a:lnTo>
                    <a:pt x="11960" y="16543"/>
                  </a:lnTo>
                  <a:lnTo>
                    <a:pt x="11603" y="16332"/>
                  </a:lnTo>
                  <a:lnTo>
                    <a:pt x="11306" y="16016"/>
                  </a:lnTo>
                  <a:lnTo>
                    <a:pt x="11068" y="15700"/>
                  </a:lnTo>
                  <a:lnTo>
                    <a:pt x="9819" y="14225"/>
                  </a:lnTo>
                  <a:lnTo>
                    <a:pt x="8688" y="12750"/>
                  </a:lnTo>
                  <a:lnTo>
                    <a:pt x="7557" y="11222"/>
                  </a:lnTo>
                  <a:lnTo>
                    <a:pt x="6545" y="9642"/>
                  </a:lnTo>
                  <a:lnTo>
                    <a:pt x="6070" y="8850"/>
                  </a:lnTo>
                  <a:lnTo>
                    <a:pt x="5653" y="8060"/>
                  </a:lnTo>
                  <a:lnTo>
                    <a:pt x="5535" y="7955"/>
                  </a:lnTo>
                  <a:lnTo>
                    <a:pt x="5355" y="7902"/>
                  </a:lnTo>
                  <a:lnTo>
                    <a:pt x="5176" y="7902"/>
                  </a:lnTo>
                  <a:lnTo>
                    <a:pt x="5058" y="8007"/>
                  </a:lnTo>
                  <a:lnTo>
                    <a:pt x="4879" y="8167"/>
                  </a:lnTo>
                  <a:lnTo>
                    <a:pt x="4641" y="8271"/>
                  </a:lnTo>
                  <a:lnTo>
                    <a:pt x="4404" y="8376"/>
                  </a:lnTo>
                  <a:lnTo>
                    <a:pt x="4166" y="8376"/>
                  </a:lnTo>
                  <a:lnTo>
                    <a:pt x="3927" y="8429"/>
                  </a:lnTo>
                  <a:lnTo>
                    <a:pt x="3689" y="8483"/>
                  </a:lnTo>
                  <a:lnTo>
                    <a:pt x="3273" y="8692"/>
                  </a:lnTo>
                  <a:lnTo>
                    <a:pt x="2321" y="9219"/>
                  </a:lnTo>
                  <a:lnTo>
                    <a:pt x="1844" y="9484"/>
                  </a:lnTo>
                  <a:lnTo>
                    <a:pt x="1427" y="9800"/>
                  </a:lnTo>
                  <a:lnTo>
                    <a:pt x="1249" y="9800"/>
                  </a:lnTo>
                  <a:lnTo>
                    <a:pt x="1131" y="9904"/>
                  </a:lnTo>
                  <a:lnTo>
                    <a:pt x="1071" y="10009"/>
                  </a:lnTo>
                  <a:lnTo>
                    <a:pt x="1131" y="10167"/>
                  </a:lnTo>
                  <a:lnTo>
                    <a:pt x="1786" y="11222"/>
                  </a:lnTo>
                  <a:lnTo>
                    <a:pt x="2500" y="12276"/>
                  </a:lnTo>
                  <a:lnTo>
                    <a:pt x="3987" y="14278"/>
                  </a:lnTo>
                  <a:lnTo>
                    <a:pt x="5535" y="16279"/>
                  </a:lnTo>
                  <a:lnTo>
                    <a:pt x="7141" y="18229"/>
                  </a:lnTo>
                  <a:lnTo>
                    <a:pt x="8093" y="19282"/>
                  </a:lnTo>
                  <a:lnTo>
                    <a:pt x="8033" y="19282"/>
                  </a:lnTo>
                  <a:lnTo>
                    <a:pt x="8033" y="19388"/>
                  </a:lnTo>
                  <a:lnTo>
                    <a:pt x="8093" y="19440"/>
                  </a:lnTo>
                  <a:lnTo>
                    <a:pt x="8153" y="19493"/>
                  </a:lnTo>
                  <a:lnTo>
                    <a:pt x="8271" y="19440"/>
                  </a:lnTo>
                  <a:lnTo>
                    <a:pt x="8806" y="20020"/>
                  </a:lnTo>
                  <a:lnTo>
                    <a:pt x="9402" y="20547"/>
                  </a:lnTo>
                  <a:lnTo>
                    <a:pt x="9462" y="20599"/>
                  </a:lnTo>
                  <a:lnTo>
                    <a:pt x="9580" y="20652"/>
                  </a:lnTo>
                  <a:lnTo>
                    <a:pt x="9937" y="20915"/>
                  </a:lnTo>
                  <a:lnTo>
                    <a:pt x="10354" y="21126"/>
                  </a:lnTo>
                  <a:lnTo>
                    <a:pt x="10771" y="21337"/>
                  </a:lnTo>
                  <a:lnTo>
                    <a:pt x="11246" y="21495"/>
                  </a:lnTo>
                  <a:lnTo>
                    <a:pt x="11721" y="21600"/>
                  </a:lnTo>
                  <a:lnTo>
                    <a:pt x="12734" y="21600"/>
                  </a:lnTo>
                  <a:lnTo>
                    <a:pt x="13269" y="21495"/>
                  </a:lnTo>
                  <a:lnTo>
                    <a:pt x="13804" y="21284"/>
                  </a:lnTo>
                  <a:lnTo>
                    <a:pt x="14399" y="21073"/>
                  </a:lnTo>
                  <a:lnTo>
                    <a:pt x="15530" y="20599"/>
                  </a:lnTo>
                  <a:lnTo>
                    <a:pt x="18030" y="19651"/>
                  </a:lnTo>
                  <a:lnTo>
                    <a:pt x="18803" y="19282"/>
                  </a:lnTo>
                  <a:lnTo>
                    <a:pt x="19457" y="18914"/>
                  </a:lnTo>
                  <a:lnTo>
                    <a:pt x="20113" y="18439"/>
                  </a:lnTo>
                  <a:lnTo>
                    <a:pt x="20648" y="17860"/>
                  </a:lnTo>
                  <a:lnTo>
                    <a:pt x="20945" y="17438"/>
                  </a:lnTo>
                  <a:lnTo>
                    <a:pt x="21183" y="17017"/>
                  </a:lnTo>
                  <a:lnTo>
                    <a:pt x="21362" y="16543"/>
                  </a:lnTo>
                  <a:lnTo>
                    <a:pt x="21480" y="16069"/>
                  </a:lnTo>
                  <a:lnTo>
                    <a:pt x="21540" y="15595"/>
                  </a:lnTo>
                  <a:lnTo>
                    <a:pt x="21600" y="15120"/>
                  </a:lnTo>
                  <a:lnTo>
                    <a:pt x="21540" y="14646"/>
                  </a:lnTo>
                  <a:lnTo>
                    <a:pt x="21480" y="14172"/>
                  </a:lnTo>
                  <a:lnTo>
                    <a:pt x="21362" y="13698"/>
                  </a:lnTo>
                  <a:lnTo>
                    <a:pt x="21242" y="13224"/>
                  </a:lnTo>
                  <a:lnTo>
                    <a:pt x="20885" y="12327"/>
                  </a:lnTo>
                  <a:lnTo>
                    <a:pt x="20409" y="11433"/>
                  </a:lnTo>
                  <a:lnTo>
                    <a:pt x="19874" y="10590"/>
                  </a:lnTo>
                  <a:lnTo>
                    <a:pt x="19279" y="9800"/>
                  </a:lnTo>
                  <a:lnTo>
                    <a:pt x="16661" y="6427"/>
                  </a:lnTo>
                  <a:lnTo>
                    <a:pt x="14043" y="3108"/>
                  </a:lnTo>
                  <a:lnTo>
                    <a:pt x="13924" y="3003"/>
                  </a:lnTo>
                  <a:lnTo>
                    <a:pt x="13746" y="295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987" name="Google Shape;357;p6"/>
            <p:cNvSpPr/>
            <p:nvPr/>
          </p:nvSpPr>
          <p:spPr>
            <a:xfrm>
              <a:off x="0" y="3075838"/>
              <a:ext cx="449982" cy="3007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453" y="0"/>
                  </a:moveTo>
                  <a:lnTo>
                    <a:pt x="7279" y="176"/>
                  </a:lnTo>
                  <a:lnTo>
                    <a:pt x="6755" y="1045"/>
                  </a:lnTo>
                  <a:lnTo>
                    <a:pt x="6347" y="2004"/>
                  </a:lnTo>
                  <a:lnTo>
                    <a:pt x="5939" y="2961"/>
                  </a:lnTo>
                  <a:lnTo>
                    <a:pt x="5590" y="4008"/>
                  </a:lnTo>
                  <a:lnTo>
                    <a:pt x="5300" y="5053"/>
                  </a:lnTo>
                  <a:lnTo>
                    <a:pt x="5123" y="6185"/>
                  </a:lnTo>
                  <a:lnTo>
                    <a:pt x="4949" y="7316"/>
                  </a:lnTo>
                  <a:lnTo>
                    <a:pt x="4833" y="8536"/>
                  </a:lnTo>
                  <a:lnTo>
                    <a:pt x="4774" y="9146"/>
                  </a:lnTo>
                  <a:lnTo>
                    <a:pt x="4658" y="9669"/>
                  </a:lnTo>
                  <a:lnTo>
                    <a:pt x="4484" y="10279"/>
                  </a:lnTo>
                  <a:lnTo>
                    <a:pt x="4250" y="10713"/>
                  </a:lnTo>
                  <a:lnTo>
                    <a:pt x="4135" y="10975"/>
                  </a:lnTo>
                  <a:lnTo>
                    <a:pt x="3960" y="11062"/>
                  </a:lnTo>
                  <a:lnTo>
                    <a:pt x="3611" y="11236"/>
                  </a:lnTo>
                  <a:lnTo>
                    <a:pt x="2912" y="11236"/>
                  </a:lnTo>
                  <a:lnTo>
                    <a:pt x="2446" y="11062"/>
                  </a:lnTo>
                  <a:lnTo>
                    <a:pt x="1573" y="11062"/>
                  </a:lnTo>
                  <a:lnTo>
                    <a:pt x="1398" y="11236"/>
                  </a:lnTo>
                  <a:lnTo>
                    <a:pt x="1224" y="11324"/>
                  </a:lnTo>
                  <a:lnTo>
                    <a:pt x="932" y="11236"/>
                  </a:lnTo>
                  <a:lnTo>
                    <a:pt x="641" y="11236"/>
                  </a:lnTo>
                  <a:lnTo>
                    <a:pt x="408" y="11409"/>
                  </a:lnTo>
                  <a:lnTo>
                    <a:pt x="117" y="11585"/>
                  </a:lnTo>
                  <a:lnTo>
                    <a:pt x="59" y="11758"/>
                  </a:lnTo>
                  <a:lnTo>
                    <a:pt x="0" y="11934"/>
                  </a:lnTo>
                  <a:lnTo>
                    <a:pt x="0" y="12280"/>
                  </a:lnTo>
                  <a:lnTo>
                    <a:pt x="59" y="12368"/>
                  </a:lnTo>
                  <a:lnTo>
                    <a:pt x="117" y="12456"/>
                  </a:lnTo>
                  <a:lnTo>
                    <a:pt x="233" y="12542"/>
                  </a:lnTo>
                  <a:lnTo>
                    <a:pt x="351" y="12456"/>
                  </a:lnTo>
                  <a:lnTo>
                    <a:pt x="816" y="12280"/>
                  </a:lnTo>
                  <a:lnTo>
                    <a:pt x="932" y="12542"/>
                  </a:lnTo>
                  <a:lnTo>
                    <a:pt x="1106" y="12717"/>
                  </a:lnTo>
                  <a:lnTo>
                    <a:pt x="1281" y="12717"/>
                  </a:lnTo>
                  <a:lnTo>
                    <a:pt x="1398" y="12629"/>
                  </a:lnTo>
                  <a:lnTo>
                    <a:pt x="1457" y="12542"/>
                  </a:lnTo>
                  <a:lnTo>
                    <a:pt x="1573" y="12368"/>
                  </a:lnTo>
                  <a:lnTo>
                    <a:pt x="1689" y="12280"/>
                  </a:lnTo>
                  <a:lnTo>
                    <a:pt x="1981" y="12195"/>
                  </a:lnTo>
                  <a:lnTo>
                    <a:pt x="2271" y="12280"/>
                  </a:lnTo>
                  <a:lnTo>
                    <a:pt x="2562" y="12368"/>
                  </a:lnTo>
                  <a:lnTo>
                    <a:pt x="3144" y="12542"/>
                  </a:lnTo>
                  <a:lnTo>
                    <a:pt x="3493" y="12542"/>
                  </a:lnTo>
                  <a:lnTo>
                    <a:pt x="3785" y="12456"/>
                  </a:lnTo>
                  <a:lnTo>
                    <a:pt x="4135" y="12368"/>
                  </a:lnTo>
                  <a:lnTo>
                    <a:pt x="4368" y="12195"/>
                  </a:lnTo>
                  <a:lnTo>
                    <a:pt x="4658" y="11934"/>
                  </a:lnTo>
                  <a:lnTo>
                    <a:pt x="4892" y="11585"/>
                  </a:lnTo>
                  <a:lnTo>
                    <a:pt x="5066" y="11236"/>
                  </a:lnTo>
                  <a:lnTo>
                    <a:pt x="5241" y="10801"/>
                  </a:lnTo>
                  <a:lnTo>
                    <a:pt x="5474" y="9930"/>
                  </a:lnTo>
                  <a:lnTo>
                    <a:pt x="5590" y="9320"/>
                  </a:lnTo>
                  <a:lnTo>
                    <a:pt x="5649" y="8709"/>
                  </a:lnTo>
                  <a:lnTo>
                    <a:pt x="5765" y="7403"/>
                  </a:lnTo>
                  <a:lnTo>
                    <a:pt x="5939" y="6271"/>
                  </a:lnTo>
                  <a:lnTo>
                    <a:pt x="6173" y="5226"/>
                  </a:lnTo>
                  <a:lnTo>
                    <a:pt x="6404" y="4355"/>
                  </a:lnTo>
                  <a:lnTo>
                    <a:pt x="6696" y="3483"/>
                  </a:lnTo>
                  <a:lnTo>
                    <a:pt x="6987" y="2700"/>
                  </a:lnTo>
                  <a:lnTo>
                    <a:pt x="7395" y="2004"/>
                  </a:lnTo>
                  <a:lnTo>
                    <a:pt x="8211" y="6793"/>
                  </a:lnTo>
                  <a:lnTo>
                    <a:pt x="8966" y="11497"/>
                  </a:lnTo>
                  <a:lnTo>
                    <a:pt x="9723" y="16288"/>
                  </a:lnTo>
                  <a:lnTo>
                    <a:pt x="10423" y="21165"/>
                  </a:lnTo>
                  <a:lnTo>
                    <a:pt x="10480" y="21339"/>
                  </a:lnTo>
                  <a:lnTo>
                    <a:pt x="10655" y="21515"/>
                  </a:lnTo>
                  <a:lnTo>
                    <a:pt x="10772" y="21600"/>
                  </a:lnTo>
                  <a:lnTo>
                    <a:pt x="10947" y="21600"/>
                  </a:lnTo>
                  <a:lnTo>
                    <a:pt x="11353" y="21339"/>
                  </a:lnTo>
                  <a:lnTo>
                    <a:pt x="11704" y="20904"/>
                  </a:lnTo>
                  <a:lnTo>
                    <a:pt x="11936" y="20467"/>
                  </a:lnTo>
                  <a:lnTo>
                    <a:pt x="12169" y="19860"/>
                  </a:lnTo>
                  <a:lnTo>
                    <a:pt x="12402" y="18988"/>
                  </a:lnTo>
                  <a:lnTo>
                    <a:pt x="12577" y="18029"/>
                  </a:lnTo>
                  <a:lnTo>
                    <a:pt x="12985" y="16201"/>
                  </a:lnTo>
                  <a:lnTo>
                    <a:pt x="14381" y="9407"/>
                  </a:lnTo>
                  <a:lnTo>
                    <a:pt x="14615" y="10540"/>
                  </a:lnTo>
                  <a:lnTo>
                    <a:pt x="14789" y="11758"/>
                  </a:lnTo>
                  <a:lnTo>
                    <a:pt x="14789" y="12019"/>
                  </a:lnTo>
                  <a:lnTo>
                    <a:pt x="14905" y="12195"/>
                  </a:lnTo>
                  <a:lnTo>
                    <a:pt x="15021" y="12368"/>
                  </a:lnTo>
                  <a:lnTo>
                    <a:pt x="15196" y="12368"/>
                  </a:lnTo>
                  <a:lnTo>
                    <a:pt x="19097" y="12019"/>
                  </a:lnTo>
                  <a:lnTo>
                    <a:pt x="19156" y="12195"/>
                  </a:lnTo>
                  <a:lnTo>
                    <a:pt x="19213" y="12368"/>
                  </a:lnTo>
                  <a:lnTo>
                    <a:pt x="19564" y="12717"/>
                  </a:lnTo>
                  <a:lnTo>
                    <a:pt x="19970" y="12891"/>
                  </a:lnTo>
                  <a:lnTo>
                    <a:pt x="20029" y="12979"/>
                  </a:lnTo>
                  <a:lnTo>
                    <a:pt x="20494" y="12979"/>
                  </a:lnTo>
                  <a:lnTo>
                    <a:pt x="20727" y="12891"/>
                  </a:lnTo>
                  <a:lnTo>
                    <a:pt x="20960" y="12629"/>
                  </a:lnTo>
                  <a:lnTo>
                    <a:pt x="21135" y="12368"/>
                  </a:lnTo>
                  <a:lnTo>
                    <a:pt x="21310" y="12019"/>
                  </a:lnTo>
                  <a:lnTo>
                    <a:pt x="21484" y="11670"/>
                  </a:lnTo>
                  <a:lnTo>
                    <a:pt x="21600" y="11236"/>
                  </a:lnTo>
                  <a:lnTo>
                    <a:pt x="21600" y="10801"/>
                  </a:lnTo>
                  <a:lnTo>
                    <a:pt x="21484" y="10540"/>
                  </a:lnTo>
                  <a:lnTo>
                    <a:pt x="21310" y="10191"/>
                  </a:lnTo>
                  <a:lnTo>
                    <a:pt x="21076" y="10018"/>
                  </a:lnTo>
                  <a:lnTo>
                    <a:pt x="20844" y="9842"/>
                  </a:lnTo>
                  <a:lnTo>
                    <a:pt x="20552" y="9669"/>
                  </a:lnTo>
                  <a:lnTo>
                    <a:pt x="20319" y="9669"/>
                  </a:lnTo>
                  <a:lnTo>
                    <a:pt x="20029" y="9754"/>
                  </a:lnTo>
                  <a:lnTo>
                    <a:pt x="19738" y="9930"/>
                  </a:lnTo>
                  <a:lnTo>
                    <a:pt x="19564" y="10103"/>
                  </a:lnTo>
                  <a:lnTo>
                    <a:pt x="19446" y="10279"/>
                  </a:lnTo>
                  <a:lnTo>
                    <a:pt x="19272" y="10713"/>
                  </a:lnTo>
                  <a:lnTo>
                    <a:pt x="15545" y="11062"/>
                  </a:lnTo>
                  <a:lnTo>
                    <a:pt x="15429" y="10103"/>
                  </a:lnTo>
                  <a:lnTo>
                    <a:pt x="15254" y="9146"/>
                  </a:lnTo>
                  <a:lnTo>
                    <a:pt x="15021" y="8187"/>
                  </a:lnTo>
                  <a:lnTo>
                    <a:pt x="14731" y="7230"/>
                  </a:lnTo>
                  <a:lnTo>
                    <a:pt x="14615" y="7054"/>
                  </a:lnTo>
                  <a:lnTo>
                    <a:pt x="14497" y="6969"/>
                  </a:lnTo>
                  <a:lnTo>
                    <a:pt x="14264" y="6969"/>
                  </a:lnTo>
                  <a:lnTo>
                    <a:pt x="14032" y="7054"/>
                  </a:lnTo>
                  <a:lnTo>
                    <a:pt x="13974" y="7230"/>
                  </a:lnTo>
                  <a:lnTo>
                    <a:pt x="13915" y="7403"/>
                  </a:lnTo>
                  <a:lnTo>
                    <a:pt x="12459" y="14284"/>
                  </a:lnTo>
                  <a:lnTo>
                    <a:pt x="11704" y="17943"/>
                  </a:lnTo>
                  <a:lnTo>
                    <a:pt x="11471" y="18988"/>
                  </a:lnTo>
                  <a:lnTo>
                    <a:pt x="11353" y="19511"/>
                  </a:lnTo>
                  <a:lnTo>
                    <a:pt x="11121" y="19945"/>
                  </a:lnTo>
                  <a:lnTo>
                    <a:pt x="10423" y="15068"/>
                  </a:lnTo>
                  <a:lnTo>
                    <a:pt x="9666" y="10191"/>
                  </a:lnTo>
                  <a:lnTo>
                    <a:pt x="8850" y="5314"/>
                  </a:lnTo>
                  <a:lnTo>
                    <a:pt x="7977" y="522"/>
                  </a:lnTo>
                  <a:lnTo>
                    <a:pt x="7861" y="176"/>
                  </a:lnTo>
                  <a:lnTo>
                    <a:pt x="7685" y="88"/>
                  </a:lnTo>
                  <a:lnTo>
                    <a:pt x="7453"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988" name="Google Shape;358;p6"/>
            <p:cNvSpPr/>
            <p:nvPr/>
          </p:nvSpPr>
          <p:spPr>
            <a:xfrm>
              <a:off x="1436078" y="3448183"/>
              <a:ext cx="203748" cy="2183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885" y="0"/>
                  </a:moveTo>
                  <a:lnTo>
                    <a:pt x="13759" y="121"/>
                  </a:lnTo>
                  <a:lnTo>
                    <a:pt x="13629" y="242"/>
                  </a:lnTo>
                  <a:lnTo>
                    <a:pt x="13629" y="481"/>
                  </a:lnTo>
                  <a:lnTo>
                    <a:pt x="12342" y="1560"/>
                  </a:lnTo>
                  <a:lnTo>
                    <a:pt x="11315" y="2640"/>
                  </a:lnTo>
                  <a:lnTo>
                    <a:pt x="9769" y="4200"/>
                  </a:lnTo>
                  <a:lnTo>
                    <a:pt x="8613" y="5401"/>
                  </a:lnTo>
                  <a:lnTo>
                    <a:pt x="7712" y="5162"/>
                  </a:lnTo>
                  <a:lnTo>
                    <a:pt x="4627" y="4321"/>
                  </a:lnTo>
                  <a:lnTo>
                    <a:pt x="3986" y="4200"/>
                  </a:lnTo>
                  <a:lnTo>
                    <a:pt x="2829" y="3961"/>
                  </a:lnTo>
                  <a:lnTo>
                    <a:pt x="2314" y="3840"/>
                  </a:lnTo>
                  <a:lnTo>
                    <a:pt x="1798" y="3961"/>
                  </a:lnTo>
                  <a:lnTo>
                    <a:pt x="1542" y="4083"/>
                  </a:lnTo>
                  <a:lnTo>
                    <a:pt x="1542" y="4442"/>
                  </a:lnTo>
                  <a:lnTo>
                    <a:pt x="1669" y="4802"/>
                  </a:lnTo>
                  <a:lnTo>
                    <a:pt x="1928" y="5041"/>
                  </a:lnTo>
                  <a:lnTo>
                    <a:pt x="2314" y="5280"/>
                  </a:lnTo>
                  <a:lnTo>
                    <a:pt x="2699" y="5401"/>
                  </a:lnTo>
                  <a:lnTo>
                    <a:pt x="3726" y="5761"/>
                  </a:lnTo>
                  <a:lnTo>
                    <a:pt x="4497" y="5882"/>
                  </a:lnTo>
                  <a:lnTo>
                    <a:pt x="7200" y="6601"/>
                  </a:lnTo>
                  <a:lnTo>
                    <a:pt x="7200" y="6840"/>
                  </a:lnTo>
                  <a:lnTo>
                    <a:pt x="7326" y="7082"/>
                  </a:lnTo>
                  <a:lnTo>
                    <a:pt x="7586" y="7321"/>
                  </a:lnTo>
                  <a:lnTo>
                    <a:pt x="7712" y="7321"/>
                  </a:lnTo>
                  <a:lnTo>
                    <a:pt x="7971" y="7442"/>
                  </a:lnTo>
                  <a:lnTo>
                    <a:pt x="8357" y="7321"/>
                  </a:lnTo>
                  <a:lnTo>
                    <a:pt x="8872" y="7082"/>
                  </a:lnTo>
                  <a:lnTo>
                    <a:pt x="9384" y="6961"/>
                  </a:lnTo>
                  <a:lnTo>
                    <a:pt x="9643" y="6840"/>
                  </a:lnTo>
                  <a:lnTo>
                    <a:pt x="9769" y="6722"/>
                  </a:lnTo>
                  <a:lnTo>
                    <a:pt x="9769" y="6242"/>
                  </a:lnTo>
                  <a:lnTo>
                    <a:pt x="10285" y="5761"/>
                  </a:lnTo>
                  <a:lnTo>
                    <a:pt x="11827" y="4200"/>
                  </a:lnTo>
                  <a:lnTo>
                    <a:pt x="13369" y="2522"/>
                  </a:lnTo>
                  <a:lnTo>
                    <a:pt x="13499" y="4560"/>
                  </a:lnTo>
                  <a:lnTo>
                    <a:pt x="13499" y="6840"/>
                  </a:lnTo>
                  <a:lnTo>
                    <a:pt x="13629" y="7920"/>
                  </a:lnTo>
                  <a:lnTo>
                    <a:pt x="13885" y="8522"/>
                  </a:lnTo>
                  <a:lnTo>
                    <a:pt x="14144" y="8999"/>
                  </a:lnTo>
                  <a:lnTo>
                    <a:pt x="14400" y="9241"/>
                  </a:lnTo>
                  <a:lnTo>
                    <a:pt x="14786" y="9241"/>
                  </a:lnTo>
                  <a:lnTo>
                    <a:pt x="15686" y="9840"/>
                  </a:lnTo>
                  <a:lnTo>
                    <a:pt x="16584" y="10321"/>
                  </a:lnTo>
                  <a:lnTo>
                    <a:pt x="17744" y="10681"/>
                  </a:lnTo>
                  <a:lnTo>
                    <a:pt x="18771" y="10919"/>
                  </a:lnTo>
                  <a:lnTo>
                    <a:pt x="18386" y="11161"/>
                  </a:lnTo>
                  <a:lnTo>
                    <a:pt x="16584" y="12002"/>
                  </a:lnTo>
                  <a:lnTo>
                    <a:pt x="15813" y="12362"/>
                  </a:lnTo>
                  <a:lnTo>
                    <a:pt x="15041" y="12840"/>
                  </a:lnTo>
                  <a:lnTo>
                    <a:pt x="14786" y="12840"/>
                  </a:lnTo>
                  <a:lnTo>
                    <a:pt x="14656" y="12961"/>
                  </a:lnTo>
                  <a:lnTo>
                    <a:pt x="14270" y="13320"/>
                  </a:lnTo>
                  <a:lnTo>
                    <a:pt x="13885" y="14040"/>
                  </a:lnTo>
                  <a:lnTo>
                    <a:pt x="13629" y="14881"/>
                  </a:lnTo>
                  <a:lnTo>
                    <a:pt x="13499" y="17282"/>
                  </a:lnTo>
                  <a:lnTo>
                    <a:pt x="13499" y="19801"/>
                  </a:lnTo>
                  <a:lnTo>
                    <a:pt x="12472" y="18721"/>
                  </a:lnTo>
                  <a:lnTo>
                    <a:pt x="11315" y="17642"/>
                  </a:lnTo>
                  <a:lnTo>
                    <a:pt x="9258" y="15601"/>
                  </a:lnTo>
                  <a:lnTo>
                    <a:pt x="8998" y="15241"/>
                  </a:lnTo>
                  <a:lnTo>
                    <a:pt x="8742" y="15002"/>
                  </a:lnTo>
                  <a:lnTo>
                    <a:pt x="8357" y="15002"/>
                  </a:lnTo>
                  <a:lnTo>
                    <a:pt x="8357" y="15120"/>
                  </a:lnTo>
                  <a:lnTo>
                    <a:pt x="8101" y="15120"/>
                  </a:lnTo>
                  <a:lnTo>
                    <a:pt x="6685" y="15601"/>
                  </a:lnTo>
                  <a:lnTo>
                    <a:pt x="5142" y="15839"/>
                  </a:lnTo>
                  <a:lnTo>
                    <a:pt x="3726" y="16081"/>
                  </a:lnTo>
                  <a:lnTo>
                    <a:pt x="2184" y="16199"/>
                  </a:lnTo>
                  <a:lnTo>
                    <a:pt x="3986" y="14161"/>
                  </a:lnTo>
                  <a:lnTo>
                    <a:pt x="4757" y="13082"/>
                  </a:lnTo>
                  <a:lnTo>
                    <a:pt x="5398" y="11881"/>
                  </a:lnTo>
                  <a:lnTo>
                    <a:pt x="5914" y="11760"/>
                  </a:lnTo>
                  <a:lnTo>
                    <a:pt x="6043" y="11639"/>
                  </a:lnTo>
                  <a:lnTo>
                    <a:pt x="6169" y="11400"/>
                  </a:lnTo>
                  <a:lnTo>
                    <a:pt x="6299" y="11279"/>
                  </a:lnTo>
                  <a:lnTo>
                    <a:pt x="6299" y="11040"/>
                  </a:lnTo>
                  <a:lnTo>
                    <a:pt x="6169" y="10802"/>
                  </a:lnTo>
                  <a:lnTo>
                    <a:pt x="6043" y="10681"/>
                  </a:lnTo>
                  <a:lnTo>
                    <a:pt x="5784" y="10560"/>
                  </a:lnTo>
                  <a:lnTo>
                    <a:pt x="5398" y="9961"/>
                  </a:lnTo>
                  <a:lnTo>
                    <a:pt x="4241" y="8041"/>
                  </a:lnTo>
                  <a:lnTo>
                    <a:pt x="2955" y="6242"/>
                  </a:lnTo>
                  <a:lnTo>
                    <a:pt x="2184" y="5401"/>
                  </a:lnTo>
                  <a:lnTo>
                    <a:pt x="1283" y="4681"/>
                  </a:lnTo>
                  <a:lnTo>
                    <a:pt x="897" y="4560"/>
                  </a:lnTo>
                  <a:lnTo>
                    <a:pt x="641" y="4681"/>
                  </a:lnTo>
                  <a:lnTo>
                    <a:pt x="386" y="4920"/>
                  </a:lnTo>
                  <a:lnTo>
                    <a:pt x="386" y="5280"/>
                  </a:lnTo>
                  <a:lnTo>
                    <a:pt x="1157" y="6363"/>
                  </a:lnTo>
                  <a:lnTo>
                    <a:pt x="1928" y="7321"/>
                  </a:lnTo>
                  <a:lnTo>
                    <a:pt x="2699" y="8280"/>
                  </a:lnTo>
                  <a:lnTo>
                    <a:pt x="3341" y="9241"/>
                  </a:lnTo>
                  <a:lnTo>
                    <a:pt x="3856" y="10321"/>
                  </a:lnTo>
                  <a:lnTo>
                    <a:pt x="4112" y="10919"/>
                  </a:lnTo>
                  <a:lnTo>
                    <a:pt x="4497" y="11521"/>
                  </a:lnTo>
                  <a:lnTo>
                    <a:pt x="3856" y="12002"/>
                  </a:lnTo>
                  <a:lnTo>
                    <a:pt x="3214" y="12480"/>
                  </a:lnTo>
                  <a:lnTo>
                    <a:pt x="2054" y="13801"/>
                  </a:lnTo>
                  <a:lnTo>
                    <a:pt x="1027" y="15120"/>
                  </a:lnTo>
                  <a:lnTo>
                    <a:pt x="126" y="16559"/>
                  </a:lnTo>
                  <a:lnTo>
                    <a:pt x="0" y="16919"/>
                  </a:lnTo>
                  <a:lnTo>
                    <a:pt x="0" y="17282"/>
                  </a:lnTo>
                  <a:lnTo>
                    <a:pt x="256" y="17521"/>
                  </a:lnTo>
                  <a:lnTo>
                    <a:pt x="641" y="17642"/>
                  </a:lnTo>
                  <a:lnTo>
                    <a:pt x="2569" y="17642"/>
                  </a:lnTo>
                  <a:lnTo>
                    <a:pt x="4497" y="17521"/>
                  </a:lnTo>
                  <a:lnTo>
                    <a:pt x="6429" y="17161"/>
                  </a:lnTo>
                  <a:lnTo>
                    <a:pt x="8227" y="16559"/>
                  </a:lnTo>
                  <a:lnTo>
                    <a:pt x="8998" y="17521"/>
                  </a:lnTo>
                  <a:lnTo>
                    <a:pt x="9769" y="18240"/>
                  </a:lnTo>
                  <a:lnTo>
                    <a:pt x="11315" y="20161"/>
                  </a:lnTo>
                  <a:lnTo>
                    <a:pt x="12213" y="20880"/>
                  </a:lnTo>
                  <a:lnTo>
                    <a:pt x="12728" y="21240"/>
                  </a:lnTo>
                  <a:lnTo>
                    <a:pt x="13243" y="21479"/>
                  </a:lnTo>
                  <a:lnTo>
                    <a:pt x="13629" y="21479"/>
                  </a:lnTo>
                  <a:lnTo>
                    <a:pt x="14144" y="21361"/>
                  </a:lnTo>
                  <a:lnTo>
                    <a:pt x="14530" y="21600"/>
                  </a:lnTo>
                  <a:lnTo>
                    <a:pt x="15041" y="21600"/>
                  </a:lnTo>
                  <a:lnTo>
                    <a:pt x="15301" y="21361"/>
                  </a:lnTo>
                  <a:lnTo>
                    <a:pt x="15427" y="21119"/>
                  </a:lnTo>
                  <a:lnTo>
                    <a:pt x="15557" y="20880"/>
                  </a:lnTo>
                  <a:lnTo>
                    <a:pt x="15427" y="20642"/>
                  </a:lnTo>
                  <a:lnTo>
                    <a:pt x="15301" y="20520"/>
                  </a:lnTo>
                  <a:lnTo>
                    <a:pt x="15171" y="20399"/>
                  </a:lnTo>
                  <a:lnTo>
                    <a:pt x="15041" y="19801"/>
                  </a:lnTo>
                  <a:lnTo>
                    <a:pt x="15041" y="19081"/>
                  </a:lnTo>
                  <a:lnTo>
                    <a:pt x="14915" y="16919"/>
                  </a:lnTo>
                  <a:lnTo>
                    <a:pt x="14915" y="14400"/>
                  </a:lnTo>
                  <a:lnTo>
                    <a:pt x="15427" y="14400"/>
                  </a:lnTo>
                  <a:lnTo>
                    <a:pt x="15686" y="14279"/>
                  </a:lnTo>
                  <a:lnTo>
                    <a:pt x="15942" y="14040"/>
                  </a:lnTo>
                  <a:lnTo>
                    <a:pt x="15942" y="13919"/>
                  </a:lnTo>
                  <a:lnTo>
                    <a:pt x="16198" y="13801"/>
                  </a:lnTo>
                  <a:lnTo>
                    <a:pt x="18256" y="12722"/>
                  </a:lnTo>
                  <a:lnTo>
                    <a:pt x="19413" y="12120"/>
                  </a:lnTo>
                  <a:lnTo>
                    <a:pt x="19928" y="11760"/>
                  </a:lnTo>
                  <a:lnTo>
                    <a:pt x="20443" y="11400"/>
                  </a:lnTo>
                  <a:lnTo>
                    <a:pt x="20959" y="11400"/>
                  </a:lnTo>
                  <a:lnTo>
                    <a:pt x="21344" y="11279"/>
                  </a:lnTo>
                  <a:lnTo>
                    <a:pt x="21470" y="11040"/>
                  </a:lnTo>
                  <a:lnTo>
                    <a:pt x="21600" y="10802"/>
                  </a:lnTo>
                  <a:lnTo>
                    <a:pt x="21600" y="10560"/>
                  </a:lnTo>
                  <a:lnTo>
                    <a:pt x="21470" y="10200"/>
                  </a:lnTo>
                  <a:lnTo>
                    <a:pt x="21344" y="9961"/>
                  </a:lnTo>
                  <a:lnTo>
                    <a:pt x="20959" y="9840"/>
                  </a:lnTo>
                  <a:lnTo>
                    <a:pt x="19542" y="9601"/>
                  </a:lnTo>
                  <a:lnTo>
                    <a:pt x="18130" y="9120"/>
                  </a:lnTo>
                  <a:lnTo>
                    <a:pt x="16714" y="8760"/>
                  </a:lnTo>
                  <a:lnTo>
                    <a:pt x="15301" y="8401"/>
                  </a:lnTo>
                  <a:lnTo>
                    <a:pt x="15301" y="7442"/>
                  </a:lnTo>
                  <a:lnTo>
                    <a:pt x="15171" y="6601"/>
                  </a:lnTo>
                  <a:lnTo>
                    <a:pt x="14915" y="4802"/>
                  </a:lnTo>
                  <a:lnTo>
                    <a:pt x="14915" y="2882"/>
                  </a:lnTo>
                  <a:lnTo>
                    <a:pt x="14786" y="1802"/>
                  </a:lnTo>
                  <a:lnTo>
                    <a:pt x="14656" y="841"/>
                  </a:lnTo>
                  <a:lnTo>
                    <a:pt x="14786" y="602"/>
                  </a:lnTo>
                  <a:lnTo>
                    <a:pt x="14915" y="360"/>
                  </a:lnTo>
                  <a:lnTo>
                    <a:pt x="14786" y="121"/>
                  </a:lnTo>
                  <a:lnTo>
                    <a:pt x="14656"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grpSp>
      <p:sp>
        <p:nvSpPr>
          <p:cNvPr id="990" name="Google Shape;359;p6"/>
          <p:cNvSpPr/>
          <p:nvPr/>
        </p:nvSpPr>
        <p:spPr>
          <a:xfrm>
            <a:off x="850475" y="1031425"/>
            <a:ext cx="6037801" cy="1"/>
          </a:xfrm>
          <a:prstGeom prst="line">
            <a:avLst/>
          </a:prstGeom>
          <a:ln w="19050" cap="rnd">
            <a:solidFill>
              <a:srgbClr val="A4C2F4"/>
            </a:solidFill>
            <a:prstDash val="dash"/>
          </a:ln>
        </p:spPr>
        <p:txBody>
          <a:bodyPr lIns="0" tIns="0" rIns="0" bIns="0"/>
          <a:lstStyle/>
          <a:p>
            <a:pPr/>
          </a:p>
        </p:txBody>
      </p:sp>
      <p:sp>
        <p:nvSpPr>
          <p:cNvPr id="991" name="Slide Number"/>
          <p:cNvSpPr txBox="1"/>
          <p:nvPr>
            <p:ph type="sldNum" sz="quarter" idx="2"/>
          </p:nvPr>
        </p:nvSpPr>
        <p:spPr>
          <a:xfrm>
            <a:off x="90619" y="4722736"/>
            <a:ext cx="365066" cy="360651"/>
          </a:xfrm>
          <a:prstGeom prst="rect">
            <a:avLst/>
          </a:prstGeom>
        </p:spPr>
        <p:txBody>
          <a:bodyPr anchor="t"/>
          <a:lstStyle>
            <a:lvl1pPr algn="l"/>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_AND_TWO_COLUMNS_1">
    <p:spTree>
      <p:nvGrpSpPr>
        <p:cNvPr id="1" name=""/>
        <p:cNvGrpSpPr/>
        <p:nvPr/>
      </p:nvGrpSpPr>
      <p:grpSpPr>
        <a:xfrm>
          <a:off x="0" y="0"/>
          <a:ext cx="0" cy="0"/>
          <a:chOff x="0" y="0"/>
          <a:chExt cx="0" cy="0"/>
        </a:xfrm>
      </p:grpSpPr>
      <p:grpSp>
        <p:nvGrpSpPr>
          <p:cNvPr id="1149" name="Google Shape;6;p1"/>
          <p:cNvGrpSpPr/>
          <p:nvPr/>
        </p:nvGrpSpPr>
        <p:grpSpPr>
          <a:xfrm>
            <a:off x="-13" y="-47"/>
            <a:ext cx="9143766" cy="5143347"/>
            <a:chOff x="-6" y="-23"/>
            <a:chExt cx="9143765" cy="5143345"/>
          </a:xfrm>
        </p:grpSpPr>
        <p:sp>
          <p:nvSpPr>
            <p:cNvPr id="998" name="Google Shape;7;p1"/>
            <p:cNvSpPr/>
            <p:nvPr/>
          </p:nvSpPr>
          <p:spPr>
            <a:xfrm>
              <a:off x="-7" y="-24"/>
              <a:ext cx="9143766" cy="5143347"/>
            </a:xfrm>
            <a:prstGeom prst="rect">
              <a:avLst/>
            </a:prstGeom>
            <a:noFill/>
            <a:ln w="9525" cap="rnd">
              <a:solidFill>
                <a:schemeClr val="accent4"/>
              </a:solidFill>
              <a:prstDash val="solid"/>
              <a:round/>
            </a:ln>
            <a:effectLst/>
          </p:spPr>
          <p:txBody>
            <a:bodyPr wrap="square" lIns="0" tIns="0" rIns="0" bIns="0" numCol="1" anchor="ctr">
              <a:noAutofit/>
            </a:bodyPr>
            <a:lstStyle/>
            <a:p>
              <a:pPr>
                <a:defRPr>
                  <a:solidFill>
                    <a:srgbClr val="000000"/>
                  </a:solidFill>
                </a:defRPr>
              </a:pPr>
            </a:p>
          </p:txBody>
        </p:sp>
        <p:sp>
          <p:nvSpPr>
            <p:cNvPr id="999" name="Google Shape;8;p1"/>
            <p:cNvSpPr/>
            <p:nvPr/>
          </p:nvSpPr>
          <p:spPr>
            <a:xfrm>
              <a:off x="-7" y="504929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00" name="Google Shape;9;p1"/>
            <p:cNvSpPr/>
            <p:nvPr/>
          </p:nvSpPr>
          <p:spPr>
            <a:xfrm>
              <a:off x="-7" y="495639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01" name="Google Shape;10;p1"/>
            <p:cNvSpPr/>
            <p:nvPr/>
          </p:nvSpPr>
          <p:spPr>
            <a:xfrm>
              <a:off x="-7" y="486237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02" name="Google Shape;11;p1"/>
            <p:cNvSpPr/>
            <p:nvPr/>
          </p:nvSpPr>
          <p:spPr>
            <a:xfrm>
              <a:off x="-7" y="4769476"/>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03" name="Google Shape;12;p1"/>
            <p:cNvSpPr/>
            <p:nvPr/>
          </p:nvSpPr>
          <p:spPr>
            <a:xfrm>
              <a:off x="-7" y="4675447"/>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04" name="Google Shape;13;p1"/>
            <p:cNvSpPr/>
            <p:nvPr/>
          </p:nvSpPr>
          <p:spPr>
            <a:xfrm>
              <a:off x="-7" y="4582554"/>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05" name="Google Shape;14;p1"/>
            <p:cNvSpPr/>
            <p:nvPr/>
          </p:nvSpPr>
          <p:spPr>
            <a:xfrm>
              <a:off x="-7" y="4488524"/>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06" name="Google Shape;15;p1"/>
            <p:cNvSpPr/>
            <p:nvPr/>
          </p:nvSpPr>
          <p:spPr>
            <a:xfrm>
              <a:off x="-7" y="4395631"/>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07" name="Google Shape;16;p1"/>
            <p:cNvSpPr/>
            <p:nvPr/>
          </p:nvSpPr>
          <p:spPr>
            <a:xfrm>
              <a:off x="-7" y="430160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08" name="Google Shape;17;p1"/>
            <p:cNvSpPr/>
            <p:nvPr/>
          </p:nvSpPr>
          <p:spPr>
            <a:xfrm>
              <a:off x="-7" y="420870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09" name="Google Shape;18;p1"/>
            <p:cNvSpPr/>
            <p:nvPr/>
          </p:nvSpPr>
          <p:spPr>
            <a:xfrm>
              <a:off x="-7" y="411467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10" name="Google Shape;19;p1"/>
            <p:cNvSpPr/>
            <p:nvPr/>
          </p:nvSpPr>
          <p:spPr>
            <a:xfrm>
              <a:off x="-7" y="4020617"/>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11" name="Google Shape;20;p1"/>
            <p:cNvSpPr/>
            <p:nvPr/>
          </p:nvSpPr>
          <p:spPr>
            <a:xfrm>
              <a:off x="-7" y="3927756"/>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12" name="Google Shape;21;p1"/>
            <p:cNvSpPr/>
            <p:nvPr/>
          </p:nvSpPr>
          <p:spPr>
            <a:xfrm>
              <a:off x="-7" y="3833694"/>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13" name="Google Shape;22;p1"/>
            <p:cNvSpPr/>
            <p:nvPr/>
          </p:nvSpPr>
          <p:spPr>
            <a:xfrm>
              <a:off x="-7" y="3740833"/>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14" name="Google Shape;23;p1"/>
            <p:cNvSpPr/>
            <p:nvPr/>
          </p:nvSpPr>
          <p:spPr>
            <a:xfrm>
              <a:off x="-7" y="3646771"/>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15" name="Google Shape;24;p1"/>
            <p:cNvSpPr/>
            <p:nvPr/>
          </p:nvSpPr>
          <p:spPr>
            <a:xfrm>
              <a:off x="-7" y="355391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16" name="Google Shape;25;p1"/>
            <p:cNvSpPr/>
            <p:nvPr/>
          </p:nvSpPr>
          <p:spPr>
            <a:xfrm>
              <a:off x="-7" y="345984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17" name="Google Shape;26;p1"/>
            <p:cNvSpPr/>
            <p:nvPr/>
          </p:nvSpPr>
          <p:spPr>
            <a:xfrm>
              <a:off x="-7" y="336698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18" name="Google Shape;27;p1"/>
            <p:cNvSpPr/>
            <p:nvPr/>
          </p:nvSpPr>
          <p:spPr>
            <a:xfrm>
              <a:off x="-7" y="3272926"/>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19" name="Google Shape;28;p1"/>
            <p:cNvSpPr/>
            <p:nvPr/>
          </p:nvSpPr>
          <p:spPr>
            <a:xfrm>
              <a:off x="-7" y="3180065"/>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20" name="Google Shape;29;p1"/>
            <p:cNvSpPr/>
            <p:nvPr/>
          </p:nvSpPr>
          <p:spPr>
            <a:xfrm>
              <a:off x="-7" y="3086003"/>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21" name="Google Shape;30;p1"/>
            <p:cNvSpPr/>
            <p:nvPr/>
          </p:nvSpPr>
          <p:spPr>
            <a:xfrm>
              <a:off x="-7" y="2991941"/>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22" name="Google Shape;31;p1"/>
            <p:cNvSpPr/>
            <p:nvPr/>
          </p:nvSpPr>
          <p:spPr>
            <a:xfrm>
              <a:off x="-7" y="289908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23" name="Google Shape;32;p1"/>
            <p:cNvSpPr/>
            <p:nvPr/>
          </p:nvSpPr>
          <p:spPr>
            <a:xfrm>
              <a:off x="-7" y="280501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24" name="Google Shape;33;p1"/>
            <p:cNvSpPr/>
            <p:nvPr/>
          </p:nvSpPr>
          <p:spPr>
            <a:xfrm>
              <a:off x="-7" y="271215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25" name="Google Shape;34;p1"/>
            <p:cNvSpPr/>
            <p:nvPr/>
          </p:nvSpPr>
          <p:spPr>
            <a:xfrm>
              <a:off x="-7" y="2618096"/>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26" name="Google Shape;35;p1"/>
            <p:cNvSpPr/>
            <p:nvPr/>
          </p:nvSpPr>
          <p:spPr>
            <a:xfrm>
              <a:off x="-7" y="2525235"/>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27" name="Google Shape;36;p1"/>
            <p:cNvSpPr/>
            <p:nvPr/>
          </p:nvSpPr>
          <p:spPr>
            <a:xfrm>
              <a:off x="-7" y="2431173"/>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28" name="Google Shape;37;p1"/>
            <p:cNvSpPr/>
            <p:nvPr/>
          </p:nvSpPr>
          <p:spPr>
            <a:xfrm>
              <a:off x="-7" y="233831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29" name="Google Shape;38;p1"/>
            <p:cNvSpPr/>
            <p:nvPr/>
          </p:nvSpPr>
          <p:spPr>
            <a:xfrm>
              <a:off x="-7" y="224425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30" name="Google Shape;39;p1"/>
            <p:cNvSpPr/>
            <p:nvPr/>
          </p:nvSpPr>
          <p:spPr>
            <a:xfrm>
              <a:off x="-7" y="215138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31" name="Google Shape;40;p1"/>
            <p:cNvSpPr/>
            <p:nvPr/>
          </p:nvSpPr>
          <p:spPr>
            <a:xfrm>
              <a:off x="-7" y="205732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32" name="Google Shape;41;p1"/>
            <p:cNvSpPr/>
            <p:nvPr/>
          </p:nvSpPr>
          <p:spPr>
            <a:xfrm>
              <a:off x="-7" y="1963266"/>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33" name="Google Shape;42;p1"/>
            <p:cNvSpPr/>
            <p:nvPr/>
          </p:nvSpPr>
          <p:spPr>
            <a:xfrm>
              <a:off x="-7" y="1870405"/>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34" name="Google Shape;43;p1"/>
            <p:cNvSpPr/>
            <p:nvPr/>
          </p:nvSpPr>
          <p:spPr>
            <a:xfrm>
              <a:off x="-7" y="1776343"/>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35" name="Google Shape;44;p1"/>
            <p:cNvSpPr/>
            <p:nvPr/>
          </p:nvSpPr>
          <p:spPr>
            <a:xfrm>
              <a:off x="-7" y="168348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36" name="Google Shape;45;p1"/>
            <p:cNvSpPr/>
            <p:nvPr/>
          </p:nvSpPr>
          <p:spPr>
            <a:xfrm>
              <a:off x="-7" y="158942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37" name="Google Shape;46;p1"/>
            <p:cNvSpPr/>
            <p:nvPr/>
          </p:nvSpPr>
          <p:spPr>
            <a:xfrm>
              <a:off x="-7" y="149655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38" name="Google Shape;47;p1"/>
            <p:cNvSpPr/>
            <p:nvPr/>
          </p:nvSpPr>
          <p:spPr>
            <a:xfrm>
              <a:off x="-7" y="140249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39" name="Google Shape;48;p1"/>
            <p:cNvSpPr/>
            <p:nvPr/>
          </p:nvSpPr>
          <p:spPr>
            <a:xfrm>
              <a:off x="-7" y="1309637"/>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40" name="Google Shape;49;p1"/>
            <p:cNvSpPr/>
            <p:nvPr/>
          </p:nvSpPr>
          <p:spPr>
            <a:xfrm>
              <a:off x="-7" y="1215575"/>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41" name="Google Shape;50;p1"/>
            <p:cNvSpPr/>
            <p:nvPr/>
          </p:nvSpPr>
          <p:spPr>
            <a:xfrm>
              <a:off x="-7" y="1122714"/>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42" name="Google Shape;51;p1"/>
            <p:cNvSpPr/>
            <p:nvPr/>
          </p:nvSpPr>
          <p:spPr>
            <a:xfrm>
              <a:off x="-7" y="102865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43" name="Google Shape;52;p1"/>
            <p:cNvSpPr/>
            <p:nvPr/>
          </p:nvSpPr>
          <p:spPr>
            <a:xfrm>
              <a:off x="-7" y="93459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44" name="Google Shape;53;p1"/>
            <p:cNvSpPr/>
            <p:nvPr/>
          </p:nvSpPr>
          <p:spPr>
            <a:xfrm>
              <a:off x="-7" y="84172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45" name="Google Shape;54;p1"/>
            <p:cNvSpPr/>
            <p:nvPr/>
          </p:nvSpPr>
          <p:spPr>
            <a:xfrm>
              <a:off x="-7" y="74766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46" name="Google Shape;55;p1"/>
            <p:cNvSpPr/>
            <p:nvPr/>
          </p:nvSpPr>
          <p:spPr>
            <a:xfrm>
              <a:off x="-7" y="654807"/>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47" name="Google Shape;56;p1"/>
            <p:cNvSpPr/>
            <p:nvPr/>
          </p:nvSpPr>
          <p:spPr>
            <a:xfrm>
              <a:off x="-7" y="560745"/>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48" name="Google Shape;57;p1"/>
            <p:cNvSpPr/>
            <p:nvPr/>
          </p:nvSpPr>
          <p:spPr>
            <a:xfrm>
              <a:off x="-7" y="467884"/>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49" name="Google Shape;58;p1"/>
            <p:cNvSpPr/>
            <p:nvPr/>
          </p:nvSpPr>
          <p:spPr>
            <a:xfrm>
              <a:off x="-7" y="37382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50" name="Google Shape;59;p1"/>
            <p:cNvSpPr/>
            <p:nvPr/>
          </p:nvSpPr>
          <p:spPr>
            <a:xfrm>
              <a:off x="-7" y="280961"/>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51" name="Google Shape;60;p1"/>
            <p:cNvSpPr/>
            <p:nvPr/>
          </p:nvSpPr>
          <p:spPr>
            <a:xfrm>
              <a:off x="-7" y="18689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52" name="Google Shape;61;p1"/>
            <p:cNvSpPr/>
            <p:nvPr/>
          </p:nvSpPr>
          <p:spPr>
            <a:xfrm>
              <a:off x="-7" y="9403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53" name="Google Shape;62;p1"/>
            <p:cNvSpPr/>
            <p:nvPr/>
          </p:nvSpPr>
          <p:spPr>
            <a:xfrm flipH="1">
              <a:off x="904972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54" name="Google Shape;63;p1"/>
            <p:cNvSpPr/>
            <p:nvPr/>
          </p:nvSpPr>
          <p:spPr>
            <a:xfrm flipH="1">
              <a:off x="895566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55" name="Google Shape;64;p1"/>
            <p:cNvSpPr/>
            <p:nvPr/>
          </p:nvSpPr>
          <p:spPr>
            <a:xfrm flipH="1">
              <a:off x="886040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56" name="Google Shape;65;p1"/>
            <p:cNvSpPr/>
            <p:nvPr/>
          </p:nvSpPr>
          <p:spPr>
            <a:xfrm flipH="1">
              <a:off x="876634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57" name="Google Shape;66;p1"/>
            <p:cNvSpPr/>
            <p:nvPr/>
          </p:nvSpPr>
          <p:spPr>
            <a:xfrm flipH="1">
              <a:off x="867228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58" name="Google Shape;67;p1"/>
            <p:cNvSpPr/>
            <p:nvPr/>
          </p:nvSpPr>
          <p:spPr>
            <a:xfrm flipH="1">
              <a:off x="857825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59" name="Google Shape;68;p1"/>
            <p:cNvSpPr/>
            <p:nvPr/>
          </p:nvSpPr>
          <p:spPr>
            <a:xfrm flipH="1">
              <a:off x="848418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60" name="Google Shape;69;p1"/>
            <p:cNvSpPr/>
            <p:nvPr/>
          </p:nvSpPr>
          <p:spPr>
            <a:xfrm flipH="1">
              <a:off x="839012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61" name="Google Shape;70;p1"/>
            <p:cNvSpPr/>
            <p:nvPr/>
          </p:nvSpPr>
          <p:spPr>
            <a:xfrm flipH="1">
              <a:off x="829486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62" name="Google Shape;71;p1"/>
            <p:cNvSpPr/>
            <p:nvPr/>
          </p:nvSpPr>
          <p:spPr>
            <a:xfrm flipH="1">
              <a:off x="820083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63" name="Google Shape;72;p1"/>
            <p:cNvSpPr/>
            <p:nvPr/>
          </p:nvSpPr>
          <p:spPr>
            <a:xfrm flipH="1">
              <a:off x="810677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64" name="Google Shape;73;p1"/>
            <p:cNvSpPr/>
            <p:nvPr/>
          </p:nvSpPr>
          <p:spPr>
            <a:xfrm flipH="1">
              <a:off x="801271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65" name="Google Shape;74;p1"/>
            <p:cNvSpPr/>
            <p:nvPr/>
          </p:nvSpPr>
          <p:spPr>
            <a:xfrm flipH="1">
              <a:off x="791865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66" name="Google Shape;75;p1"/>
            <p:cNvSpPr/>
            <p:nvPr/>
          </p:nvSpPr>
          <p:spPr>
            <a:xfrm flipH="1">
              <a:off x="782458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67" name="Google Shape;76;p1"/>
            <p:cNvSpPr/>
            <p:nvPr/>
          </p:nvSpPr>
          <p:spPr>
            <a:xfrm flipH="1">
              <a:off x="772935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68" name="Google Shape;77;p1"/>
            <p:cNvSpPr/>
            <p:nvPr/>
          </p:nvSpPr>
          <p:spPr>
            <a:xfrm flipH="1">
              <a:off x="763529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69" name="Google Shape;78;p1"/>
            <p:cNvSpPr/>
            <p:nvPr/>
          </p:nvSpPr>
          <p:spPr>
            <a:xfrm flipH="1">
              <a:off x="754123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70" name="Google Shape;79;p1"/>
            <p:cNvSpPr/>
            <p:nvPr/>
          </p:nvSpPr>
          <p:spPr>
            <a:xfrm flipH="1">
              <a:off x="744717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71" name="Google Shape;80;p1"/>
            <p:cNvSpPr/>
            <p:nvPr/>
          </p:nvSpPr>
          <p:spPr>
            <a:xfrm flipH="1">
              <a:off x="735311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72" name="Google Shape;81;p1"/>
            <p:cNvSpPr/>
            <p:nvPr/>
          </p:nvSpPr>
          <p:spPr>
            <a:xfrm flipH="1">
              <a:off x="725788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73" name="Google Shape;82;p1"/>
            <p:cNvSpPr/>
            <p:nvPr/>
          </p:nvSpPr>
          <p:spPr>
            <a:xfrm flipH="1">
              <a:off x="716381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74" name="Google Shape;83;p1"/>
            <p:cNvSpPr/>
            <p:nvPr/>
          </p:nvSpPr>
          <p:spPr>
            <a:xfrm flipH="1">
              <a:off x="706975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75" name="Google Shape;84;p1"/>
            <p:cNvSpPr/>
            <p:nvPr/>
          </p:nvSpPr>
          <p:spPr>
            <a:xfrm flipH="1">
              <a:off x="697569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76" name="Google Shape;85;p1"/>
            <p:cNvSpPr/>
            <p:nvPr/>
          </p:nvSpPr>
          <p:spPr>
            <a:xfrm flipH="1">
              <a:off x="688163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77" name="Google Shape;86;p1"/>
            <p:cNvSpPr/>
            <p:nvPr/>
          </p:nvSpPr>
          <p:spPr>
            <a:xfrm flipH="1">
              <a:off x="678757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78" name="Google Shape;87;p1"/>
            <p:cNvSpPr/>
            <p:nvPr/>
          </p:nvSpPr>
          <p:spPr>
            <a:xfrm flipH="1">
              <a:off x="669234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79" name="Google Shape;88;p1"/>
            <p:cNvSpPr/>
            <p:nvPr/>
          </p:nvSpPr>
          <p:spPr>
            <a:xfrm flipH="1">
              <a:off x="659827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80" name="Google Shape;89;p1"/>
            <p:cNvSpPr/>
            <p:nvPr/>
          </p:nvSpPr>
          <p:spPr>
            <a:xfrm flipH="1">
              <a:off x="650421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81" name="Google Shape;90;p1"/>
            <p:cNvSpPr/>
            <p:nvPr/>
          </p:nvSpPr>
          <p:spPr>
            <a:xfrm flipH="1">
              <a:off x="641015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82" name="Google Shape;91;p1"/>
            <p:cNvSpPr/>
            <p:nvPr/>
          </p:nvSpPr>
          <p:spPr>
            <a:xfrm flipH="1">
              <a:off x="631609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83" name="Google Shape;92;p1"/>
            <p:cNvSpPr/>
            <p:nvPr/>
          </p:nvSpPr>
          <p:spPr>
            <a:xfrm flipH="1">
              <a:off x="622206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84" name="Google Shape;93;p1"/>
            <p:cNvSpPr/>
            <p:nvPr/>
          </p:nvSpPr>
          <p:spPr>
            <a:xfrm flipH="1">
              <a:off x="612680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85" name="Google Shape;94;p1"/>
            <p:cNvSpPr/>
            <p:nvPr/>
          </p:nvSpPr>
          <p:spPr>
            <a:xfrm flipH="1">
              <a:off x="603273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86" name="Google Shape;95;p1"/>
            <p:cNvSpPr/>
            <p:nvPr/>
          </p:nvSpPr>
          <p:spPr>
            <a:xfrm flipH="1">
              <a:off x="593867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87" name="Google Shape;96;p1"/>
            <p:cNvSpPr/>
            <p:nvPr/>
          </p:nvSpPr>
          <p:spPr>
            <a:xfrm flipH="1">
              <a:off x="584464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88" name="Google Shape;97;p1"/>
            <p:cNvSpPr/>
            <p:nvPr/>
          </p:nvSpPr>
          <p:spPr>
            <a:xfrm flipH="1">
              <a:off x="575058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89" name="Google Shape;98;p1"/>
            <p:cNvSpPr/>
            <p:nvPr/>
          </p:nvSpPr>
          <p:spPr>
            <a:xfrm flipH="1">
              <a:off x="565652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90" name="Google Shape;99;p1"/>
            <p:cNvSpPr/>
            <p:nvPr/>
          </p:nvSpPr>
          <p:spPr>
            <a:xfrm flipH="1">
              <a:off x="556126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91" name="Google Shape;100;p1"/>
            <p:cNvSpPr/>
            <p:nvPr/>
          </p:nvSpPr>
          <p:spPr>
            <a:xfrm flipH="1">
              <a:off x="546720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92" name="Google Shape;101;p1"/>
            <p:cNvSpPr/>
            <p:nvPr/>
          </p:nvSpPr>
          <p:spPr>
            <a:xfrm flipH="1">
              <a:off x="537317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93" name="Google Shape;102;p1"/>
            <p:cNvSpPr/>
            <p:nvPr/>
          </p:nvSpPr>
          <p:spPr>
            <a:xfrm flipH="1">
              <a:off x="527910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94" name="Google Shape;103;p1"/>
            <p:cNvSpPr/>
            <p:nvPr/>
          </p:nvSpPr>
          <p:spPr>
            <a:xfrm flipH="1">
              <a:off x="518504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95" name="Google Shape;104;p1"/>
            <p:cNvSpPr/>
            <p:nvPr/>
          </p:nvSpPr>
          <p:spPr>
            <a:xfrm flipH="1">
              <a:off x="508978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96" name="Google Shape;105;p1"/>
            <p:cNvSpPr/>
            <p:nvPr/>
          </p:nvSpPr>
          <p:spPr>
            <a:xfrm flipH="1">
              <a:off x="499575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97" name="Google Shape;106;p1"/>
            <p:cNvSpPr/>
            <p:nvPr/>
          </p:nvSpPr>
          <p:spPr>
            <a:xfrm flipH="1">
              <a:off x="490169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98" name="Google Shape;107;p1"/>
            <p:cNvSpPr/>
            <p:nvPr/>
          </p:nvSpPr>
          <p:spPr>
            <a:xfrm flipH="1">
              <a:off x="480763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99" name="Google Shape;108;p1"/>
            <p:cNvSpPr/>
            <p:nvPr/>
          </p:nvSpPr>
          <p:spPr>
            <a:xfrm flipH="1">
              <a:off x="471356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00" name="Google Shape;109;p1"/>
            <p:cNvSpPr/>
            <p:nvPr/>
          </p:nvSpPr>
          <p:spPr>
            <a:xfrm flipH="1">
              <a:off x="461950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01" name="Google Shape;110;p1"/>
            <p:cNvSpPr/>
            <p:nvPr/>
          </p:nvSpPr>
          <p:spPr>
            <a:xfrm flipH="1">
              <a:off x="452427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02" name="Google Shape;111;p1"/>
            <p:cNvSpPr/>
            <p:nvPr/>
          </p:nvSpPr>
          <p:spPr>
            <a:xfrm flipH="1">
              <a:off x="443021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03" name="Google Shape;112;p1"/>
            <p:cNvSpPr/>
            <p:nvPr/>
          </p:nvSpPr>
          <p:spPr>
            <a:xfrm flipH="1">
              <a:off x="433615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04" name="Google Shape;113;p1"/>
            <p:cNvSpPr/>
            <p:nvPr/>
          </p:nvSpPr>
          <p:spPr>
            <a:xfrm flipH="1">
              <a:off x="424209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05" name="Google Shape;114;p1"/>
            <p:cNvSpPr/>
            <p:nvPr/>
          </p:nvSpPr>
          <p:spPr>
            <a:xfrm flipH="1">
              <a:off x="414802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06" name="Google Shape;115;p1"/>
            <p:cNvSpPr/>
            <p:nvPr/>
          </p:nvSpPr>
          <p:spPr>
            <a:xfrm flipH="1">
              <a:off x="405396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07" name="Google Shape;116;p1"/>
            <p:cNvSpPr/>
            <p:nvPr/>
          </p:nvSpPr>
          <p:spPr>
            <a:xfrm flipH="1">
              <a:off x="395873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08" name="Google Shape;117;p1"/>
            <p:cNvSpPr/>
            <p:nvPr/>
          </p:nvSpPr>
          <p:spPr>
            <a:xfrm flipH="1">
              <a:off x="386467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09" name="Google Shape;118;p1"/>
            <p:cNvSpPr/>
            <p:nvPr/>
          </p:nvSpPr>
          <p:spPr>
            <a:xfrm flipH="1">
              <a:off x="377061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10" name="Google Shape;119;p1"/>
            <p:cNvSpPr/>
            <p:nvPr/>
          </p:nvSpPr>
          <p:spPr>
            <a:xfrm flipH="1">
              <a:off x="367655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11" name="Google Shape;120;p1"/>
            <p:cNvSpPr/>
            <p:nvPr/>
          </p:nvSpPr>
          <p:spPr>
            <a:xfrm flipH="1">
              <a:off x="358249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12" name="Google Shape;121;p1"/>
            <p:cNvSpPr/>
            <p:nvPr/>
          </p:nvSpPr>
          <p:spPr>
            <a:xfrm flipH="1">
              <a:off x="348726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13" name="Google Shape;122;p1"/>
            <p:cNvSpPr/>
            <p:nvPr/>
          </p:nvSpPr>
          <p:spPr>
            <a:xfrm flipH="1">
              <a:off x="339319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14" name="Google Shape;123;p1"/>
            <p:cNvSpPr/>
            <p:nvPr/>
          </p:nvSpPr>
          <p:spPr>
            <a:xfrm flipH="1">
              <a:off x="329913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15" name="Google Shape;124;p1"/>
            <p:cNvSpPr/>
            <p:nvPr/>
          </p:nvSpPr>
          <p:spPr>
            <a:xfrm flipH="1">
              <a:off x="320507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16" name="Google Shape;125;p1"/>
            <p:cNvSpPr/>
            <p:nvPr/>
          </p:nvSpPr>
          <p:spPr>
            <a:xfrm flipH="1">
              <a:off x="311104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17" name="Google Shape;126;p1"/>
            <p:cNvSpPr/>
            <p:nvPr/>
          </p:nvSpPr>
          <p:spPr>
            <a:xfrm flipH="1">
              <a:off x="301698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18" name="Google Shape;127;p1"/>
            <p:cNvSpPr/>
            <p:nvPr/>
          </p:nvSpPr>
          <p:spPr>
            <a:xfrm flipH="1">
              <a:off x="292172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19" name="Google Shape;128;p1"/>
            <p:cNvSpPr/>
            <p:nvPr/>
          </p:nvSpPr>
          <p:spPr>
            <a:xfrm flipH="1">
              <a:off x="282765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20" name="Google Shape;129;p1"/>
            <p:cNvSpPr/>
            <p:nvPr/>
          </p:nvSpPr>
          <p:spPr>
            <a:xfrm flipH="1">
              <a:off x="273359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21" name="Google Shape;130;p1"/>
            <p:cNvSpPr/>
            <p:nvPr/>
          </p:nvSpPr>
          <p:spPr>
            <a:xfrm flipH="1">
              <a:off x="263956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22" name="Google Shape;131;p1"/>
            <p:cNvSpPr/>
            <p:nvPr/>
          </p:nvSpPr>
          <p:spPr>
            <a:xfrm flipH="1">
              <a:off x="254550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23" name="Google Shape;132;p1"/>
            <p:cNvSpPr/>
            <p:nvPr/>
          </p:nvSpPr>
          <p:spPr>
            <a:xfrm flipH="1">
              <a:off x="245144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24" name="Google Shape;133;p1"/>
            <p:cNvSpPr/>
            <p:nvPr/>
          </p:nvSpPr>
          <p:spPr>
            <a:xfrm flipH="1">
              <a:off x="235618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25" name="Google Shape;134;p1"/>
            <p:cNvSpPr/>
            <p:nvPr/>
          </p:nvSpPr>
          <p:spPr>
            <a:xfrm flipH="1">
              <a:off x="226211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26" name="Google Shape;135;p1"/>
            <p:cNvSpPr/>
            <p:nvPr/>
          </p:nvSpPr>
          <p:spPr>
            <a:xfrm flipH="1">
              <a:off x="216808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27" name="Google Shape;136;p1"/>
            <p:cNvSpPr/>
            <p:nvPr/>
          </p:nvSpPr>
          <p:spPr>
            <a:xfrm flipH="1">
              <a:off x="207402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28" name="Google Shape;137;p1"/>
            <p:cNvSpPr/>
            <p:nvPr/>
          </p:nvSpPr>
          <p:spPr>
            <a:xfrm flipH="1">
              <a:off x="197996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29" name="Google Shape;138;p1"/>
            <p:cNvSpPr/>
            <p:nvPr/>
          </p:nvSpPr>
          <p:spPr>
            <a:xfrm flipH="1">
              <a:off x="188590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30" name="Google Shape;139;p1"/>
            <p:cNvSpPr/>
            <p:nvPr/>
          </p:nvSpPr>
          <p:spPr>
            <a:xfrm flipH="1">
              <a:off x="179067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31" name="Google Shape;140;p1"/>
            <p:cNvSpPr/>
            <p:nvPr/>
          </p:nvSpPr>
          <p:spPr>
            <a:xfrm flipH="1">
              <a:off x="169661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32" name="Google Shape;141;p1"/>
            <p:cNvSpPr/>
            <p:nvPr/>
          </p:nvSpPr>
          <p:spPr>
            <a:xfrm flipH="1">
              <a:off x="160255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33" name="Google Shape;142;p1"/>
            <p:cNvSpPr/>
            <p:nvPr/>
          </p:nvSpPr>
          <p:spPr>
            <a:xfrm flipH="1">
              <a:off x="150848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34" name="Google Shape;143;p1"/>
            <p:cNvSpPr/>
            <p:nvPr/>
          </p:nvSpPr>
          <p:spPr>
            <a:xfrm flipH="1">
              <a:off x="141442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35" name="Google Shape;144;p1"/>
            <p:cNvSpPr/>
            <p:nvPr/>
          </p:nvSpPr>
          <p:spPr>
            <a:xfrm flipH="1">
              <a:off x="131919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36" name="Google Shape;145;p1"/>
            <p:cNvSpPr/>
            <p:nvPr/>
          </p:nvSpPr>
          <p:spPr>
            <a:xfrm flipH="1">
              <a:off x="122513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37" name="Google Shape;146;p1"/>
            <p:cNvSpPr/>
            <p:nvPr/>
          </p:nvSpPr>
          <p:spPr>
            <a:xfrm flipH="1">
              <a:off x="113107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38" name="Google Shape;147;p1"/>
            <p:cNvSpPr/>
            <p:nvPr/>
          </p:nvSpPr>
          <p:spPr>
            <a:xfrm flipH="1">
              <a:off x="103701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39" name="Google Shape;148;p1"/>
            <p:cNvSpPr/>
            <p:nvPr/>
          </p:nvSpPr>
          <p:spPr>
            <a:xfrm flipH="1">
              <a:off x="94294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40" name="Google Shape;149;p1"/>
            <p:cNvSpPr/>
            <p:nvPr/>
          </p:nvSpPr>
          <p:spPr>
            <a:xfrm flipH="1">
              <a:off x="84888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41" name="Google Shape;150;p1"/>
            <p:cNvSpPr/>
            <p:nvPr/>
          </p:nvSpPr>
          <p:spPr>
            <a:xfrm flipH="1">
              <a:off x="75365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42" name="Google Shape;151;p1"/>
            <p:cNvSpPr/>
            <p:nvPr/>
          </p:nvSpPr>
          <p:spPr>
            <a:xfrm flipH="1">
              <a:off x="65959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43" name="Google Shape;152;p1"/>
            <p:cNvSpPr/>
            <p:nvPr/>
          </p:nvSpPr>
          <p:spPr>
            <a:xfrm flipH="1">
              <a:off x="56553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44" name="Google Shape;153;p1"/>
            <p:cNvSpPr/>
            <p:nvPr/>
          </p:nvSpPr>
          <p:spPr>
            <a:xfrm flipH="1">
              <a:off x="47147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45" name="Google Shape;154;p1"/>
            <p:cNvSpPr/>
            <p:nvPr/>
          </p:nvSpPr>
          <p:spPr>
            <a:xfrm flipH="1">
              <a:off x="37740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46" name="Google Shape;155;p1"/>
            <p:cNvSpPr/>
            <p:nvPr/>
          </p:nvSpPr>
          <p:spPr>
            <a:xfrm flipH="1">
              <a:off x="28338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47" name="Google Shape;156;p1"/>
            <p:cNvSpPr/>
            <p:nvPr/>
          </p:nvSpPr>
          <p:spPr>
            <a:xfrm flipH="1">
              <a:off x="18811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48" name="Google Shape;157;p1"/>
            <p:cNvSpPr/>
            <p:nvPr/>
          </p:nvSpPr>
          <p:spPr>
            <a:xfrm flipH="1">
              <a:off x="9405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grpSp>
      <p:sp>
        <p:nvSpPr>
          <p:cNvPr id="1150" name="Title Text"/>
          <p:cNvSpPr txBox="1"/>
          <p:nvPr>
            <p:ph type="title"/>
          </p:nvPr>
        </p:nvSpPr>
        <p:spPr>
          <a:xfrm>
            <a:off x="747924" y="225025"/>
            <a:ext cx="6140401" cy="857400"/>
          </a:xfrm>
          <a:prstGeom prst="rect">
            <a:avLst/>
          </a:prstGeom>
        </p:spPr>
        <p:txBody>
          <a:bodyPr>
            <a:normAutofit fontScale="100000" lnSpcReduction="0"/>
          </a:bodyPr>
          <a:lstStyle/>
          <a:p>
            <a:pPr/>
            <a:r>
              <a:t>Title Text</a:t>
            </a:r>
          </a:p>
        </p:txBody>
      </p:sp>
      <p:sp>
        <p:nvSpPr>
          <p:cNvPr id="1151" name="Body Level One…"/>
          <p:cNvSpPr txBox="1"/>
          <p:nvPr>
            <p:ph type="body" sz="quarter" idx="1"/>
          </p:nvPr>
        </p:nvSpPr>
        <p:spPr>
          <a:xfrm>
            <a:off x="747924" y="1308874"/>
            <a:ext cx="2097902" cy="3617102"/>
          </a:xfrm>
          <a:prstGeom prst="rect">
            <a:avLst/>
          </a:prstGeom>
        </p:spPr>
        <p:txBody>
          <a:bodyPr>
            <a:normAutofit fontScale="100000" lnSpcReduction="0"/>
          </a:bodyPr>
          <a:lstStyle>
            <a:lvl1pPr indent="-342900">
              <a:buSzPts val="1800"/>
              <a:defRPr sz="1800"/>
            </a:lvl1pPr>
            <a:lvl2pPr marL="914400" indent="-342900">
              <a:buSzPts val="1800"/>
              <a:defRPr sz="1800"/>
            </a:lvl2pPr>
            <a:lvl3pPr marL="1371600" indent="-342900">
              <a:buSzPts val="1800"/>
              <a:defRPr sz="1800"/>
            </a:lvl3pPr>
            <a:lvl4pPr marL="1828800" indent="-342900">
              <a:buSzPts val="1800"/>
              <a:defRPr sz="1800"/>
            </a:lvl4pPr>
            <a:lvl5pPr marL="2286000" indent="-342900">
              <a:buSzPts val="1800"/>
              <a:defRPr sz="1800"/>
            </a:lvl5pPr>
          </a:lstStyle>
          <a:p>
            <a:pPr/>
            <a:r>
              <a:t>Body Level One</a:t>
            </a:r>
          </a:p>
          <a:p>
            <a:pPr lvl="1"/>
            <a:r>
              <a:t>Body Level Two</a:t>
            </a:r>
          </a:p>
          <a:p>
            <a:pPr lvl="2"/>
            <a:r>
              <a:t>Body Level Three</a:t>
            </a:r>
          </a:p>
          <a:p>
            <a:pPr lvl="3"/>
            <a:r>
              <a:t>Body Level Four</a:t>
            </a:r>
          </a:p>
          <a:p>
            <a:pPr lvl="4"/>
            <a:r>
              <a:t>Body Level Five</a:t>
            </a:r>
          </a:p>
        </p:txBody>
      </p:sp>
      <p:sp>
        <p:nvSpPr>
          <p:cNvPr id="1152" name="Google Shape;364;p7"/>
          <p:cNvSpPr txBox="1"/>
          <p:nvPr>
            <p:ph type="body" sz="quarter" idx="21"/>
          </p:nvPr>
        </p:nvSpPr>
        <p:spPr>
          <a:xfrm>
            <a:off x="2953086" y="1308874"/>
            <a:ext cx="2097902" cy="3617102"/>
          </a:xfrm>
          <a:prstGeom prst="rect">
            <a:avLst/>
          </a:prstGeom>
        </p:spPr>
        <p:txBody>
          <a:bodyPr>
            <a:normAutofit fontScale="100000" lnSpcReduction="0"/>
          </a:bodyPr>
          <a:lstStyle/>
          <a:p>
            <a:pPr indent="-342900">
              <a:buSzPts val="1800"/>
              <a:defRPr sz="1800"/>
            </a:pPr>
          </a:p>
        </p:txBody>
      </p:sp>
      <p:sp>
        <p:nvSpPr>
          <p:cNvPr id="1153" name="Google Shape;365;p7"/>
          <p:cNvSpPr txBox="1"/>
          <p:nvPr>
            <p:ph type="body" sz="quarter" idx="22"/>
          </p:nvPr>
        </p:nvSpPr>
        <p:spPr>
          <a:xfrm>
            <a:off x="5158247" y="1308874"/>
            <a:ext cx="2097901" cy="3617102"/>
          </a:xfrm>
          <a:prstGeom prst="rect">
            <a:avLst/>
          </a:prstGeom>
        </p:spPr>
        <p:txBody>
          <a:bodyPr>
            <a:normAutofit fontScale="100000" lnSpcReduction="0"/>
          </a:bodyPr>
          <a:lstStyle/>
          <a:p>
            <a:pPr indent="-342900">
              <a:buSzPts val="1800"/>
              <a:defRPr sz="1800"/>
            </a:pPr>
          </a:p>
        </p:txBody>
      </p:sp>
      <p:grpSp>
        <p:nvGrpSpPr>
          <p:cNvPr id="1183" name="Google Shape;366;p7"/>
          <p:cNvGrpSpPr/>
          <p:nvPr/>
        </p:nvGrpSpPr>
        <p:grpSpPr>
          <a:xfrm>
            <a:off x="7442902" y="-91154"/>
            <a:ext cx="1796290" cy="5330574"/>
            <a:chOff x="0" y="0"/>
            <a:chExt cx="1796288" cy="5330573"/>
          </a:xfrm>
        </p:grpSpPr>
        <p:sp>
          <p:nvSpPr>
            <p:cNvPr id="1154" name="Google Shape;367;p7"/>
            <p:cNvSpPr/>
            <p:nvPr/>
          </p:nvSpPr>
          <p:spPr>
            <a:xfrm>
              <a:off x="459702" y="0"/>
              <a:ext cx="525172" cy="6513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721" y="4505"/>
                  </a:moveTo>
                  <a:lnTo>
                    <a:pt x="12871" y="4545"/>
                  </a:lnTo>
                  <a:lnTo>
                    <a:pt x="12970" y="4586"/>
                  </a:lnTo>
                  <a:lnTo>
                    <a:pt x="13119" y="4746"/>
                  </a:lnTo>
                  <a:lnTo>
                    <a:pt x="13219" y="4988"/>
                  </a:lnTo>
                  <a:lnTo>
                    <a:pt x="13219" y="5310"/>
                  </a:lnTo>
                  <a:lnTo>
                    <a:pt x="13170" y="5350"/>
                  </a:lnTo>
                  <a:lnTo>
                    <a:pt x="13020" y="5430"/>
                  </a:lnTo>
                  <a:lnTo>
                    <a:pt x="12770" y="5430"/>
                  </a:lnTo>
                  <a:lnTo>
                    <a:pt x="12721" y="5390"/>
                  </a:lnTo>
                  <a:lnTo>
                    <a:pt x="12620" y="5310"/>
                  </a:lnTo>
                  <a:lnTo>
                    <a:pt x="12521" y="5148"/>
                  </a:lnTo>
                  <a:lnTo>
                    <a:pt x="12471" y="4988"/>
                  </a:lnTo>
                  <a:lnTo>
                    <a:pt x="12471" y="4746"/>
                  </a:lnTo>
                  <a:lnTo>
                    <a:pt x="12571" y="4505"/>
                  </a:lnTo>
                  <a:close/>
                  <a:moveTo>
                    <a:pt x="12721" y="4063"/>
                  </a:moveTo>
                  <a:lnTo>
                    <a:pt x="12571" y="4103"/>
                  </a:lnTo>
                  <a:lnTo>
                    <a:pt x="12422" y="4143"/>
                  </a:lnTo>
                  <a:lnTo>
                    <a:pt x="12272" y="4224"/>
                  </a:lnTo>
                  <a:lnTo>
                    <a:pt x="12222" y="4304"/>
                  </a:lnTo>
                  <a:lnTo>
                    <a:pt x="12121" y="4384"/>
                  </a:lnTo>
                  <a:lnTo>
                    <a:pt x="12022" y="4625"/>
                  </a:lnTo>
                  <a:lnTo>
                    <a:pt x="11972" y="4907"/>
                  </a:lnTo>
                  <a:lnTo>
                    <a:pt x="11972" y="5109"/>
                  </a:lnTo>
                  <a:lnTo>
                    <a:pt x="12022" y="5269"/>
                  </a:lnTo>
                  <a:lnTo>
                    <a:pt x="12072" y="5430"/>
                  </a:lnTo>
                  <a:lnTo>
                    <a:pt x="12222" y="5591"/>
                  </a:lnTo>
                  <a:lnTo>
                    <a:pt x="12371" y="5712"/>
                  </a:lnTo>
                  <a:lnTo>
                    <a:pt x="12571" y="5792"/>
                  </a:lnTo>
                  <a:lnTo>
                    <a:pt x="12770" y="5872"/>
                  </a:lnTo>
                  <a:lnTo>
                    <a:pt x="12970" y="5872"/>
                  </a:lnTo>
                  <a:lnTo>
                    <a:pt x="13219" y="5833"/>
                  </a:lnTo>
                  <a:lnTo>
                    <a:pt x="13419" y="5751"/>
                  </a:lnTo>
                  <a:lnTo>
                    <a:pt x="13618" y="5631"/>
                  </a:lnTo>
                  <a:lnTo>
                    <a:pt x="13718" y="5471"/>
                  </a:lnTo>
                  <a:lnTo>
                    <a:pt x="13768" y="5269"/>
                  </a:lnTo>
                  <a:lnTo>
                    <a:pt x="13768" y="5109"/>
                  </a:lnTo>
                  <a:lnTo>
                    <a:pt x="13718" y="4907"/>
                  </a:lnTo>
                  <a:lnTo>
                    <a:pt x="13669" y="4706"/>
                  </a:lnTo>
                  <a:lnTo>
                    <a:pt x="13568" y="4545"/>
                  </a:lnTo>
                  <a:lnTo>
                    <a:pt x="13469" y="4384"/>
                  </a:lnTo>
                  <a:lnTo>
                    <a:pt x="13319" y="4263"/>
                  </a:lnTo>
                  <a:lnTo>
                    <a:pt x="13119" y="4143"/>
                  </a:lnTo>
                  <a:lnTo>
                    <a:pt x="12919" y="4103"/>
                  </a:lnTo>
                  <a:lnTo>
                    <a:pt x="12721" y="4063"/>
                  </a:lnTo>
                  <a:close/>
                  <a:moveTo>
                    <a:pt x="15314" y="7321"/>
                  </a:moveTo>
                  <a:lnTo>
                    <a:pt x="15314" y="7441"/>
                  </a:lnTo>
                  <a:lnTo>
                    <a:pt x="15264" y="7521"/>
                  </a:lnTo>
                  <a:lnTo>
                    <a:pt x="15165" y="7602"/>
                  </a:lnTo>
                  <a:lnTo>
                    <a:pt x="15015" y="7682"/>
                  </a:lnTo>
                  <a:lnTo>
                    <a:pt x="14666" y="7803"/>
                  </a:lnTo>
                  <a:lnTo>
                    <a:pt x="14417" y="7884"/>
                  </a:lnTo>
                  <a:lnTo>
                    <a:pt x="13319" y="8286"/>
                  </a:lnTo>
                  <a:lnTo>
                    <a:pt x="13219" y="7964"/>
                  </a:lnTo>
                  <a:lnTo>
                    <a:pt x="14467" y="7482"/>
                  </a:lnTo>
                  <a:lnTo>
                    <a:pt x="15065" y="7321"/>
                  </a:lnTo>
                  <a:close/>
                  <a:moveTo>
                    <a:pt x="15114" y="6879"/>
                  </a:moveTo>
                  <a:lnTo>
                    <a:pt x="14766" y="6959"/>
                  </a:lnTo>
                  <a:lnTo>
                    <a:pt x="13669" y="7280"/>
                  </a:lnTo>
                  <a:lnTo>
                    <a:pt x="13119" y="7482"/>
                  </a:lnTo>
                  <a:lnTo>
                    <a:pt x="12620" y="7682"/>
                  </a:lnTo>
                  <a:lnTo>
                    <a:pt x="12521" y="7764"/>
                  </a:lnTo>
                  <a:lnTo>
                    <a:pt x="12521" y="7964"/>
                  </a:lnTo>
                  <a:lnTo>
                    <a:pt x="12671" y="8044"/>
                  </a:lnTo>
                  <a:lnTo>
                    <a:pt x="12871" y="8044"/>
                  </a:lnTo>
                  <a:lnTo>
                    <a:pt x="12871" y="8326"/>
                  </a:lnTo>
                  <a:lnTo>
                    <a:pt x="12970" y="8567"/>
                  </a:lnTo>
                  <a:lnTo>
                    <a:pt x="13020" y="8649"/>
                  </a:lnTo>
                  <a:lnTo>
                    <a:pt x="13119" y="8688"/>
                  </a:lnTo>
                  <a:lnTo>
                    <a:pt x="13269" y="8688"/>
                  </a:lnTo>
                  <a:lnTo>
                    <a:pt x="14267" y="8367"/>
                  </a:lnTo>
                  <a:lnTo>
                    <a:pt x="14766" y="8206"/>
                  </a:lnTo>
                  <a:lnTo>
                    <a:pt x="15264" y="8044"/>
                  </a:lnTo>
                  <a:lnTo>
                    <a:pt x="15514" y="7884"/>
                  </a:lnTo>
                  <a:lnTo>
                    <a:pt x="15714" y="7682"/>
                  </a:lnTo>
                  <a:lnTo>
                    <a:pt x="15813" y="7562"/>
                  </a:lnTo>
                  <a:lnTo>
                    <a:pt x="15813" y="7321"/>
                  </a:lnTo>
                  <a:lnTo>
                    <a:pt x="15763" y="7200"/>
                  </a:lnTo>
                  <a:lnTo>
                    <a:pt x="15714" y="7039"/>
                  </a:lnTo>
                  <a:lnTo>
                    <a:pt x="15614" y="6959"/>
                  </a:lnTo>
                  <a:lnTo>
                    <a:pt x="15464" y="6879"/>
                  </a:lnTo>
                  <a:close/>
                  <a:moveTo>
                    <a:pt x="13867" y="3137"/>
                  </a:moveTo>
                  <a:lnTo>
                    <a:pt x="13918" y="3540"/>
                  </a:lnTo>
                  <a:lnTo>
                    <a:pt x="14067" y="3942"/>
                  </a:lnTo>
                  <a:lnTo>
                    <a:pt x="14366" y="4706"/>
                  </a:lnTo>
                  <a:lnTo>
                    <a:pt x="14716" y="5551"/>
                  </a:lnTo>
                  <a:lnTo>
                    <a:pt x="14815" y="5792"/>
                  </a:lnTo>
                  <a:lnTo>
                    <a:pt x="12272" y="6636"/>
                  </a:lnTo>
                  <a:lnTo>
                    <a:pt x="9728" y="7441"/>
                  </a:lnTo>
                  <a:lnTo>
                    <a:pt x="7034" y="8326"/>
                  </a:lnTo>
                  <a:lnTo>
                    <a:pt x="5637" y="8769"/>
                  </a:lnTo>
                  <a:lnTo>
                    <a:pt x="5188" y="8929"/>
                  </a:lnTo>
                  <a:lnTo>
                    <a:pt x="4739" y="9090"/>
                  </a:lnTo>
                  <a:lnTo>
                    <a:pt x="4440" y="8649"/>
                  </a:lnTo>
                  <a:lnTo>
                    <a:pt x="4140" y="8165"/>
                  </a:lnTo>
                  <a:lnTo>
                    <a:pt x="3642" y="7200"/>
                  </a:lnTo>
                  <a:lnTo>
                    <a:pt x="3442" y="6757"/>
                  </a:lnTo>
                  <a:lnTo>
                    <a:pt x="3242" y="6436"/>
                  </a:lnTo>
                  <a:lnTo>
                    <a:pt x="3042" y="6154"/>
                  </a:lnTo>
                  <a:lnTo>
                    <a:pt x="3691" y="6074"/>
                  </a:lnTo>
                  <a:lnTo>
                    <a:pt x="4340" y="5953"/>
                  </a:lnTo>
                  <a:lnTo>
                    <a:pt x="4988" y="5792"/>
                  </a:lnTo>
                  <a:lnTo>
                    <a:pt x="5637" y="5591"/>
                  </a:lnTo>
                  <a:lnTo>
                    <a:pt x="7084" y="5109"/>
                  </a:lnTo>
                  <a:lnTo>
                    <a:pt x="8530" y="4625"/>
                  </a:lnTo>
                  <a:lnTo>
                    <a:pt x="9279" y="4425"/>
                  </a:lnTo>
                  <a:lnTo>
                    <a:pt x="10027" y="4224"/>
                  </a:lnTo>
                  <a:lnTo>
                    <a:pt x="11523" y="3902"/>
                  </a:lnTo>
                  <a:lnTo>
                    <a:pt x="12272" y="3740"/>
                  </a:lnTo>
                  <a:lnTo>
                    <a:pt x="12970" y="3499"/>
                  </a:lnTo>
                  <a:lnTo>
                    <a:pt x="13419" y="3378"/>
                  </a:lnTo>
                  <a:lnTo>
                    <a:pt x="13618" y="3258"/>
                  </a:lnTo>
                  <a:lnTo>
                    <a:pt x="13867" y="3137"/>
                  </a:lnTo>
                  <a:close/>
                  <a:moveTo>
                    <a:pt x="11773" y="8487"/>
                  </a:moveTo>
                  <a:lnTo>
                    <a:pt x="11822" y="8688"/>
                  </a:lnTo>
                  <a:lnTo>
                    <a:pt x="10975" y="9050"/>
                  </a:lnTo>
                  <a:lnTo>
                    <a:pt x="10476" y="9252"/>
                  </a:lnTo>
                  <a:lnTo>
                    <a:pt x="10326" y="9252"/>
                  </a:lnTo>
                  <a:lnTo>
                    <a:pt x="10276" y="9171"/>
                  </a:lnTo>
                  <a:lnTo>
                    <a:pt x="10276" y="8970"/>
                  </a:lnTo>
                  <a:lnTo>
                    <a:pt x="11773" y="8487"/>
                  </a:lnTo>
                  <a:close/>
                  <a:moveTo>
                    <a:pt x="13867" y="2614"/>
                  </a:moveTo>
                  <a:lnTo>
                    <a:pt x="13568" y="2695"/>
                  </a:lnTo>
                  <a:lnTo>
                    <a:pt x="13319" y="2816"/>
                  </a:lnTo>
                  <a:lnTo>
                    <a:pt x="12770" y="3057"/>
                  </a:lnTo>
                  <a:lnTo>
                    <a:pt x="12022" y="3258"/>
                  </a:lnTo>
                  <a:lnTo>
                    <a:pt x="11324" y="3460"/>
                  </a:lnTo>
                  <a:lnTo>
                    <a:pt x="9877" y="3740"/>
                  </a:lnTo>
                  <a:lnTo>
                    <a:pt x="9178" y="3902"/>
                  </a:lnTo>
                  <a:lnTo>
                    <a:pt x="8481" y="4103"/>
                  </a:lnTo>
                  <a:lnTo>
                    <a:pt x="7084" y="4545"/>
                  </a:lnTo>
                  <a:lnTo>
                    <a:pt x="5736" y="5028"/>
                  </a:lnTo>
                  <a:lnTo>
                    <a:pt x="4988" y="5269"/>
                  </a:lnTo>
                  <a:lnTo>
                    <a:pt x="4240" y="5471"/>
                  </a:lnTo>
                  <a:lnTo>
                    <a:pt x="2743" y="5833"/>
                  </a:lnTo>
                  <a:lnTo>
                    <a:pt x="2644" y="5872"/>
                  </a:lnTo>
                  <a:lnTo>
                    <a:pt x="2593" y="5913"/>
                  </a:lnTo>
                  <a:lnTo>
                    <a:pt x="2593" y="5994"/>
                  </a:lnTo>
                  <a:lnTo>
                    <a:pt x="2644" y="6074"/>
                  </a:lnTo>
                  <a:lnTo>
                    <a:pt x="2694" y="6114"/>
                  </a:lnTo>
                  <a:lnTo>
                    <a:pt x="2644" y="6235"/>
                  </a:lnTo>
                  <a:lnTo>
                    <a:pt x="2644" y="6315"/>
                  </a:lnTo>
                  <a:lnTo>
                    <a:pt x="2743" y="6556"/>
                  </a:lnTo>
                  <a:lnTo>
                    <a:pt x="2943" y="7079"/>
                  </a:lnTo>
                  <a:lnTo>
                    <a:pt x="3242" y="7602"/>
                  </a:lnTo>
                  <a:lnTo>
                    <a:pt x="3741" y="8608"/>
                  </a:lnTo>
                  <a:lnTo>
                    <a:pt x="4040" y="9090"/>
                  </a:lnTo>
                  <a:lnTo>
                    <a:pt x="4340" y="9533"/>
                  </a:lnTo>
                  <a:lnTo>
                    <a:pt x="4440" y="9614"/>
                  </a:lnTo>
                  <a:lnTo>
                    <a:pt x="4489" y="9654"/>
                  </a:lnTo>
                  <a:lnTo>
                    <a:pt x="4639" y="9654"/>
                  </a:lnTo>
                  <a:lnTo>
                    <a:pt x="4788" y="9573"/>
                  </a:lnTo>
                  <a:lnTo>
                    <a:pt x="4889" y="9452"/>
                  </a:lnTo>
                  <a:lnTo>
                    <a:pt x="5437" y="9332"/>
                  </a:lnTo>
                  <a:lnTo>
                    <a:pt x="5986" y="9171"/>
                  </a:lnTo>
                  <a:lnTo>
                    <a:pt x="7034" y="8809"/>
                  </a:lnTo>
                  <a:lnTo>
                    <a:pt x="9926" y="7884"/>
                  </a:lnTo>
                  <a:lnTo>
                    <a:pt x="12620" y="7039"/>
                  </a:lnTo>
                  <a:lnTo>
                    <a:pt x="13918" y="6636"/>
                  </a:lnTo>
                  <a:lnTo>
                    <a:pt x="14566" y="6395"/>
                  </a:lnTo>
                  <a:lnTo>
                    <a:pt x="15165" y="6154"/>
                  </a:lnTo>
                  <a:lnTo>
                    <a:pt x="15314" y="6154"/>
                  </a:lnTo>
                  <a:lnTo>
                    <a:pt x="15414" y="6074"/>
                  </a:lnTo>
                  <a:lnTo>
                    <a:pt x="15464" y="5913"/>
                  </a:lnTo>
                  <a:lnTo>
                    <a:pt x="15464" y="5792"/>
                  </a:lnTo>
                  <a:lnTo>
                    <a:pt x="15365" y="5510"/>
                  </a:lnTo>
                  <a:lnTo>
                    <a:pt x="15015" y="4666"/>
                  </a:lnTo>
                  <a:lnTo>
                    <a:pt x="14666" y="3822"/>
                  </a:lnTo>
                  <a:lnTo>
                    <a:pt x="14467" y="3419"/>
                  </a:lnTo>
                  <a:lnTo>
                    <a:pt x="14217" y="3017"/>
                  </a:lnTo>
                  <a:lnTo>
                    <a:pt x="14167" y="2976"/>
                  </a:lnTo>
                  <a:lnTo>
                    <a:pt x="14067" y="2937"/>
                  </a:lnTo>
                  <a:lnTo>
                    <a:pt x="14118" y="2816"/>
                  </a:lnTo>
                  <a:lnTo>
                    <a:pt x="14118" y="2735"/>
                  </a:lnTo>
                  <a:lnTo>
                    <a:pt x="14017" y="2655"/>
                  </a:lnTo>
                  <a:lnTo>
                    <a:pt x="13867" y="2614"/>
                  </a:lnTo>
                  <a:close/>
                  <a:moveTo>
                    <a:pt x="11822" y="7964"/>
                  </a:moveTo>
                  <a:lnTo>
                    <a:pt x="9977" y="8567"/>
                  </a:lnTo>
                  <a:lnTo>
                    <a:pt x="9877" y="8608"/>
                  </a:lnTo>
                  <a:lnTo>
                    <a:pt x="9827" y="8688"/>
                  </a:lnTo>
                  <a:lnTo>
                    <a:pt x="9777" y="8769"/>
                  </a:lnTo>
                  <a:lnTo>
                    <a:pt x="9827" y="8849"/>
                  </a:lnTo>
                  <a:lnTo>
                    <a:pt x="9777" y="8929"/>
                  </a:lnTo>
                  <a:lnTo>
                    <a:pt x="9728" y="9171"/>
                  </a:lnTo>
                  <a:lnTo>
                    <a:pt x="9777" y="9452"/>
                  </a:lnTo>
                  <a:lnTo>
                    <a:pt x="9827" y="9573"/>
                  </a:lnTo>
                  <a:lnTo>
                    <a:pt x="9926" y="9694"/>
                  </a:lnTo>
                  <a:lnTo>
                    <a:pt x="10077" y="9734"/>
                  </a:lnTo>
                  <a:lnTo>
                    <a:pt x="10276" y="9734"/>
                  </a:lnTo>
                  <a:lnTo>
                    <a:pt x="10476" y="9694"/>
                  </a:lnTo>
                  <a:lnTo>
                    <a:pt x="10725" y="9654"/>
                  </a:lnTo>
                  <a:lnTo>
                    <a:pt x="11175" y="9452"/>
                  </a:lnTo>
                  <a:lnTo>
                    <a:pt x="12321" y="9010"/>
                  </a:lnTo>
                  <a:lnTo>
                    <a:pt x="12371" y="8970"/>
                  </a:lnTo>
                  <a:lnTo>
                    <a:pt x="12471" y="8890"/>
                  </a:lnTo>
                  <a:lnTo>
                    <a:pt x="12471" y="8729"/>
                  </a:lnTo>
                  <a:lnTo>
                    <a:pt x="12172" y="8125"/>
                  </a:lnTo>
                  <a:lnTo>
                    <a:pt x="12121" y="8044"/>
                  </a:lnTo>
                  <a:lnTo>
                    <a:pt x="12022" y="8005"/>
                  </a:lnTo>
                  <a:lnTo>
                    <a:pt x="11923" y="7964"/>
                  </a:lnTo>
                  <a:close/>
                  <a:moveTo>
                    <a:pt x="15913" y="9131"/>
                  </a:moveTo>
                  <a:lnTo>
                    <a:pt x="16163" y="9533"/>
                  </a:lnTo>
                  <a:lnTo>
                    <a:pt x="16462" y="9935"/>
                  </a:lnTo>
                  <a:lnTo>
                    <a:pt x="15913" y="10137"/>
                  </a:lnTo>
                  <a:lnTo>
                    <a:pt x="15414" y="10297"/>
                  </a:lnTo>
                  <a:lnTo>
                    <a:pt x="14866" y="10417"/>
                  </a:lnTo>
                  <a:lnTo>
                    <a:pt x="14316" y="10539"/>
                  </a:lnTo>
                  <a:lnTo>
                    <a:pt x="14118" y="10137"/>
                  </a:lnTo>
                  <a:lnTo>
                    <a:pt x="13867" y="9734"/>
                  </a:lnTo>
                  <a:lnTo>
                    <a:pt x="13818" y="9694"/>
                  </a:lnTo>
                  <a:lnTo>
                    <a:pt x="14366" y="9573"/>
                  </a:lnTo>
                  <a:lnTo>
                    <a:pt x="14866" y="9452"/>
                  </a:lnTo>
                  <a:lnTo>
                    <a:pt x="15913" y="9131"/>
                  </a:lnTo>
                  <a:close/>
                  <a:moveTo>
                    <a:pt x="16013" y="8649"/>
                  </a:moveTo>
                  <a:lnTo>
                    <a:pt x="15365" y="8849"/>
                  </a:lnTo>
                  <a:lnTo>
                    <a:pt x="14716" y="9010"/>
                  </a:lnTo>
                  <a:lnTo>
                    <a:pt x="13419" y="9332"/>
                  </a:lnTo>
                  <a:lnTo>
                    <a:pt x="13370" y="9332"/>
                  </a:lnTo>
                  <a:lnTo>
                    <a:pt x="13319" y="9412"/>
                  </a:lnTo>
                  <a:lnTo>
                    <a:pt x="13269" y="9533"/>
                  </a:lnTo>
                  <a:lnTo>
                    <a:pt x="13370" y="9654"/>
                  </a:lnTo>
                  <a:lnTo>
                    <a:pt x="13419" y="9694"/>
                  </a:lnTo>
                  <a:lnTo>
                    <a:pt x="13519" y="9734"/>
                  </a:lnTo>
                  <a:lnTo>
                    <a:pt x="13469" y="9814"/>
                  </a:lnTo>
                  <a:lnTo>
                    <a:pt x="13469" y="9895"/>
                  </a:lnTo>
                  <a:lnTo>
                    <a:pt x="13718" y="10337"/>
                  </a:lnTo>
                  <a:lnTo>
                    <a:pt x="13867" y="10820"/>
                  </a:lnTo>
                  <a:lnTo>
                    <a:pt x="13918" y="10901"/>
                  </a:lnTo>
                  <a:lnTo>
                    <a:pt x="13968" y="10940"/>
                  </a:lnTo>
                  <a:lnTo>
                    <a:pt x="14017" y="10981"/>
                  </a:lnTo>
                  <a:lnTo>
                    <a:pt x="14118" y="11022"/>
                  </a:lnTo>
                  <a:lnTo>
                    <a:pt x="14866" y="10860"/>
                  </a:lnTo>
                  <a:lnTo>
                    <a:pt x="15565" y="10699"/>
                  </a:lnTo>
                  <a:lnTo>
                    <a:pt x="16262" y="10498"/>
                  </a:lnTo>
                  <a:lnTo>
                    <a:pt x="16911" y="10217"/>
                  </a:lnTo>
                  <a:lnTo>
                    <a:pt x="17010" y="10176"/>
                  </a:lnTo>
                  <a:lnTo>
                    <a:pt x="17111" y="10096"/>
                  </a:lnTo>
                  <a:lnTo>
                    <a:pt x="17111" y="9975"/>
                  </a:lnTo>
                  <a:lnTo>
                    <a:pt x="17061" y="9895"/>
                  </a:lnTo>
                  <a:lnTo>
                    <a:pt x="16662" y="9372"/>
                  </a:lnTo>
                  <a:lnTo>
                    <a:pt x="16313" y="8769"/>
                  </a:lnTo>
                  <a:lnTo>
                    <a:pt x="16262" y="8688"/>
                  </a:lnTo>
                  <a:lnTo>
                    <a:pt x="16212" y="8649"/>
                  </a:lnTo>
                  <a:close/>
                  <a:moveTo>
                    <a:pt x="12121" y="10257"/>
                  </a:moveTo>
                  <a:lnTo>
                    <a:pt x="12321" y="10699"/>
                  </a:lnTo>
                  <a:lnTo>
                    <a:pt x="12620" y="11142"/>
                  </a:lnTo>
                  <a:lnTo>
                    <a:pt x="11773" y="11504"/>
                  </a:lnTo>
                  <a:lnTo>
                    <a:pt x="10825" y="11825"/>
                  </a:lnTo>
                  <a:lnTo>
                    <a:pt x="10625" y="11906"/>
                  </a:lnTo>
                  <a:lnTo>
                    <a:pt x="10526" y="11906"/>
                  </a:lnTo>
                  <a:lnTo>
                    <a:pt x="10476" y="11866"/>
                  </a:lnTo>
                  <a:lnTo>
                    <a:pt x="10376" y="11705"/>
                  </a:lnTo>
                  <a:lnTo>
                    <a:pt x="10326" y="11504"/>
                  </a:lnTo>
                  <a:lnTo>
                    <a:pt x="10227" y="11142"/>
                  </a:lnTo>
                  <a:lnTo>
                    <a:pt x="10027" y="10820"/>
                  </a:lnTo>
                  <a:lnTo>
                    <a:pt x="12121" y="10257"/>
                  </a:lnTo>
                  <a:close/>
                  <a:moveTo>
                    <a:pt x="12172" y="9814"/>
                  </a:moveTo>
                  <a:lnTo>
                    <a:pt x="9728" y="10458"/>
                  </a:lnTo>
                  <a:lnTo>
                    <a:pt x="9677" y="10498"/>
                  </a:lnTo>
                  <a:lnTo>
                    <a:pt x="9627" y="10539"/>
                  </a:lnTo>
                  <a:lnTo>
                    <a:pt x="9578" y="10660"/>
                  </a:lnTo>
                  <a:lnTo>
                    <a:pt x="9627" y="10780"/>
                  </a:lnTo>
                  <a:lnTo>
                    <a:pt x="9777" y="10860"/>
                  </a:lnTo>
                  <a:lnTo>
                    <a:pt x="9777" y="11102"/>
                  </a:lnTo>
                  <a:lnTo>
                    <a:pt x="9827" y="11383"/>
                  </a:lnTo>
                  <a:lnTo>
                    <a:pt x="10027" y="11906"/>
                  </a:lnTo>
                  <a:lnTo>
                    <a:pt x="10077" y="12067"/>
                  </a:lnTo>
                  <a:lnTo>
                    <a:pt x="10227" y="12187"/>
                  </a:lnTo>
                  <a:lnTo>
                    <a:pt x="10376" y="12268"/>
                  </a:lnTo>
                  <a:lnTo>
                    <a:pt x="10575" y="12309"/>
                  </a:lnTo>
                  <a:lnTo>
                    <a:pt x="10924" y="12228"/>
                  </a:lnTo>
                  <a:lnTo>
                    <a:pt x="11274" y="12148"/>
                  </a:lnTo>
                  <a:lnTo>
                    <a:pt x="11923" y="11906"/>
                  </a:lnTo>
                  <a:lnTo>
                    <a:pt x="12571" y="11625"/>
                  </a:lnTo>
                  <a:lnTo>
                    <a:pt x="13170" y="11343"/>
                  </a:lnTo>
                  <a:lnTo>
                    <a:pt x="13219" y="11263"/>
                  </a:lnTo>
                  <a:lnTo>
                    <a:pt x="13269" y="11182"/>
                  </a:lnTo>
                  <a:lnTo>
                    <a:pt x="13269" y="11142"/>
                  </a:lnTo>
                  <a:lnTo>
                    <a:pt x="13219" y="11061"/>
                  </a:lnTo>
                  <a:lnTo>
                    <a:pt x="12970" y="10820"/>
                  </a:lnTo>
                  <a:lnTo>
                    <a:pt x="12770" y="10539"/>
                  </a:lnTo>
                  <a:lnTo>
                    <a:pt x="12620" y="10257"/>
                  </a:lnTo>
                  <a:lnTo>
                    <a:pt x="12521" y="9935"/>
                  </a:lnTo>
                  <a:lnTo>
                    <a:pt x="12471" y="9855"/>
                  </a:lnTo>
                  <a:lnTo>
                    <a:pt x="12371" y="9814"/>
                  </a:lnTo>
                  <a:close/>
                  <a:moveTo>
                    <a:pt x="16961" y="11343"/>
                  </a:moveTo>
                  <a:lnTo>
                    <a:pt x="17160" y="11745"/>
                  </a:lnTo>
                  <a:lnTo>
                    <a:pt x="16262" y="12148"/>
                  </a:lnTo>
                  <a:lnTo>
                    <a:pt x="15365" y="12550"/>
                  </a:lnTo>
                  <a:lnTo>
                    <a:pt x="15165" y="11946"/>
                  </a:lnTo>
                  <a:lnTo>
                    <a:pt x="15215" y="11906"/>
                  </a:lnTo>
                  <a:lnTo>
                    <a:pt x="15215" y="11825"/>
                  </a:lnTo>
                  <a:lnTo>
                    <a:pt x="15614" y="11705"/>
                  </a:lnTo>
                  <a:lnTo>
                    <a:pt x="16013" y="11625"/>
                  </a:lnTo>
                  <a:lnTo>
                    <a:pt x="16961" y="11343"/>
                  </a:lnTo>
                  <a:close/>
                  <a:moveTo>
                    <a:pt x="8530" y="11424"/>
                  </a:moveTo>
                  <a:lnTo>
                    <a:pt x="8630" y="11463"/>
                  </a:lnTo>
                  <a:lnTo>
                    <a:pt x="8729" y="11584"/>
                  </a:lnTo>
                  <a:lnTo>
                    <a:pt x="8929" y="11946"/>
                  </a:lnTo>
                  <a:lnTo>
                    <a:pt x="7882" y="12348"/>
                  </a:lnTo>
                  <a:lnTo>
                    <a:pt x="6934" y="12871"/>
                  </a:lnTo>
                  <a:lnTo>
                    <a:pt x="6734" y="12389"/>
                  </a:lnTo>
                  <a:lnTo>
                    <a:pt x="6585" y="12148"/>
                  </a:lnTo>
                  <a:lnTo>
                    <a:pt x="6435" y="11946"/>
                  </a:lnTo>
                  <a:lnTo>
                    <a:pt x="7632" y="11625"/>
                  </a:lnTo>
                  <a:lnTo>
                    <a:pt x="8081" y="11504"/>
                  </a:lnTo>
                  <a:lnTo>
                    <a:pt x="8481" y="11424"/>
                  </a:lnTo>
                  <a:close/>
                  <a:moveTo>
                    <a:pt x="17111" y="10820"/>
                  </a:moveTo>
                  <a:lnTo>
                    <a:pt x="17010" y="10860"/>
                  </a:lnTo>
                  <a:lnTo>
                    <a:pt x="15664" y="11263"/>
                  </a:lnTo>
                  <a:lnTo>
                    <a:pt x="15114" y="11383"/>
                  </a:lnTo>
                  <a:lnTo>
                    <a:pt x="14866" y="11504"/>
                  </a:lnTo>
                  <a:lnTo>
                    <a:pt x="14766" y="11584"/>
                  </a:lnTo>
                  <a:lnTo>
                    <a:pt x="14666" y="11665"/>
                  </a:lnTo>
                  <a:lnTo>
                    <a:pt x="14666" y="11786"/>
                  </a:lnTo>
                  <a:lnTo>
                    <a:pt x="14716" y="11866"/>
                  </a:lnTo>
                  <a:lnTo>
                    <a:pt x="14766" y="11906"/>
                  </a:lnTo>
                  <a:lnTo>
                    <a:pt x="14766" y="11946"/>
                  </a:lnTo>
                  <a:lnTo>
                    <a:pt x="14815" y="12429"/>
                  </a:lnTo>
                  <a:lnTo>
                    <a:pt x="14965" y="12871"/>
                  </a:lnTo>
                  <a:lnTo>
                    <a:pt x="14965" y="12992"/>
                  </a:lnTo>
                  <a:lnTo>
                    <a:pt x="15065" y="13033"/>
                  </a:lnTo>
                  <a:lnTo>
                    <a:pt x="15165" y="13072"/>
                  </a:lnTo>
                  <a:lnTo>
                    <a:pt x="15264" y="13072"/>
                  </a:lnTo>
                  <a:lnTo>
                    <a:pt x="16511" y="12550"/>
                  </a:lnTo>
                  <a:lnTo>
                    <a:pt x="17659" y="11986"/>
                  </a:lnTo>
                  <a:lnTo>
                    <a:pt x="17760" y="11906"/>
                  </a:lnTo>
                  <a:lnTo>
                    <a:pt x="17808" y="11825"/>
                  </a:lnTo>
                  <a:lnTo>
                    <a:pt x="17808" y="11745"/>
                  </a:lnTo>
                  <a:lnTo>
                    <a:pt x="17760" y="11665"/>
                  </a:lnTo>
                  <a:lnTo>
                    <a:pt x="17509" y="11343"/>
                  </a:lnTo>
                  <a:lnTo>
                    <a:pt x="17360" y="10981"/>
                  </a:lnTo>
                  <a:lnTo>
                    <a:pt x="17309" y="10901"/>
                  </a:lnTo>
                  <a:lnTo>
                    <a:pt x="17210" y="10860"/>
                  </a:lnTo>
                  <a:lnTo>
                    <a:pt x="17111" y="10820"/>
                  </a:lnTo>
                  <a:close/>
                  <a:moveTo>
                    <a:pt x="8430" y="10940"/>
                  </a:moveTo>
                  <a:lnTo>
                    <a:pt x="8131" y="10981"/>
                  </a:lnTo>
                  <a:lnTo>
                    <a:pt x="7832" y="11061"/>
                  </a:lnTo>
                  <a:lnTo>
                    <a:pt x="7283" y="11222"/>
                  </a:lnTo>
                  <a:lnTo>
                    <a:pt x="6585" y="11383"/>
                  </a:lnTo>
                  <a:lnTo>
                    <a:pt x="5886" y="11584"/>
                  </a:lnTo>
                  <a:lnTo>
                    <a:pt x="5837" y="11625"/>
                  </a:lnTo>
                  <a:lnTo>
                    <a:pt x="5787" y="11665"/>
                  </a:lnTo>
                  <a:lnTo>
                    <a:pt x="5736" y="11825"/>
                  </a:lnTo>
                  <a:lnTo>
                    <a:pt x="5787" y="11946"/>
                  </a:lnTo>
                  <a:lnTo>
                    <a:pt x="5837" y="11986"/>
                  </a:lnTo>
                  <a:lnTo>
                    <a:pt x="5936" y="12027"/>
                  </a:lnTo>
                  <a:lnTo>
                    <a:pt x="6136" y="12389"/>
                  </a:lnTo>
                  <a:lnTo>
                    <a:pt x="6335" y="12831"/>
                  </a:lnTo>
                  <a:lnTo>
                    <a:pt x="6484" y="13314"/>
                  </a:lnTo>
                  <a:lnTo>
                    <a:pt x="6585" y="13394"/>
                  </a:lnTo>
                  <a:lnTo>
                    <a:pt x="6684" y="13435"/>
                  </a:lnTo>
                  <a:lnTo>
                    <a:pt x="6785" y="13435"/>
                  </a:lnTo>
                  <a:lnTo>
                    <a:pt x="6934" y="13394"/>
                  </a:lnTo>
                  <a:lnTo>
                    <a:pt x="7533" y="13072"/>
                  </a:lnTo>
                  <a:lnTo>
                    <a:pt x="8131" y="12791"/>
                  </a:lnTo>
                  <a:lnTo>
                    <a:pt x="8729" y="12550"/>
                  </a:lnTo>
                  <a:lnTo>
                    <a:pt x="9428" y="12309"/>
                  </a:lnTo>
                  <a:lnTo>
                    <a:pt x="9477" y="12268"/>
                  </a:lnTo>
                  <a:lnTo>
                    <a:pt x="9578" y="12187"/>
                  </a:lnTo>
                  <a:lnTo>
                    <a:pt x="9578" y="11986"/>
                  </a:lnTo>
                  <a:lnTo>
                    <a:pt x="9378" y="11625"/>
                  </a:lnTo>
                  <a:lnTo>
                    <a:pt x="9178" y="11302"/>
                  </a:lnTo>
                  <a:lnTo>
                    <a:pt x="9079" y="11142"/>
                  </a:lnTo>
                  <a:lnTo>
                    <a:pt x="8879" y="11022"/>
                  </a:lnTo>
                  <a:lnTo>
                    <a:pt x="8679" y="10981"/>
                  </a:lnTo>
                  <a:lnTo>
                    <a:pt x="8430" y="10940"/>
                  </a:lnTo>
                  <a:close/>
                  <a:moveTo>
                    <a:pt x="13370" y="12469"/>
                  </a:moveTo>
                  <a:lnTo>
                    <a:pt x="13768" y="13072"/>
                  </a:lnTo>
                  <a:lnTo>
                    <a:pt x="13219" y="13314"/>
                  </a:lnTo>
                  <a:lnTo>
                    <a:pt x="12671" y="13475"/>
                  </a:lnTo>
                  <a:lnTo>
                    <a:pt x="12121" y="13636"/>
                  </a:lnTo>
                  <a:lnTo>
                    <a:pt x="11573" y="13756"/>
                  </a:lnTo>
                  <a:lnTo>
                    <a:pt x="11324" y="13194"/>
                  </a:lnTo>
                  <a:lnTo>
                    <a:pt x="11822" y="13072"/>
                  </a:lnTo>
                  <a:lnTo>
                    <a:pt x="12371" y="12871"/>
                  </a:lnTo>
                  <a:lnTo>
                    <a:pt x="13370" y="12469"/>
                  </a:lnTo>
                  <a:close/>
                  <a:moveTo>
                    <a:pt x="13419" y="11946"/>
                  </a:moveTo>
                  <a:lnTo>
                    <a:pt x="12172" y="12389"/>
                  </a:lnTo>
                  <a:lnTo>
                    <a:pt x="11523" y="12590"/>
                  </a:lnTo>
                  <a:lnTo>
                    <a:pt x="10975" y="12871"/>
                  </a:lnTo>
                  <a:lnTo>
                    <a:pt x="10874" y="12871"/>
                  </a:lnTo>
                  <a:lnTo>
                    <a:pt x="10775" y="12912"/>
                  </a:lnTo>
                  <a:lnTo>
                    <a:pt x="10725" y="13033"/>
                  </a:lnTo>
                  <a:lnTo>
                    <a:pt x="10725" y="13113"/>
                  </a:lnTo>
                  <a:lnTo>
                    <a:pt x="10924" y="13595"/>
                  </a:lnTo>
                  <a:lnTo>
                    <a:pt x="11124" y="14079"/>
                  </a:lnTo>
                  <a:lnTo>
                    <a:pt x="11224" y="14199"/>
                  </a:lnTo>
                  <a:lnTo>
                    <a:pt x="11324" y="14239"/>
                  </a:lnTo>
                  <a:lnTo>
                    <a:pt x="11373" y="14239"/>
                  </a:lnTo>
                  <a:lnTo>
                    <a:pt x="12172" y="14079"/>
                  </a:lnTo>
                  <a:lnTo>
                    <a:pt x="12871" y="13877"/>
                  </a:lnTo>
                  <a:lnTo>
                    <a:pt x="13618" y="13676"/>
                  </a:lnTo>
                  <a:lnTo>
                    <a:pt x="14316" y="13394"/>
                  </a:lnTo>
                  <a:lnTo>
                    <a:pt x="14366" y="13314"/>
                  </a:lnTo>
                  <a:lnTo>
                    <a:pt x="14417" y="13274"/>
                  </a:lnTo>
                  <a:lnTo>
                    <a:pt x="14417" y="13113"/>
                  </a:lnTo>
                  <a:lnTo>
                    <a:pt x="13768" y="12107"/>
                  </a:lnTo>
                  <a:lnTo>
                    <a:pt x="13718" y="12027"/>
                  </a:lnTo>
                  <a:lnTo>
                    <a:pt x="13618" y="11946"/>
                  </a:lnTo>
                  <a:close/>
                  <a:moveTo>
                    <a:pt x="17859" y="13475"/>
                  </a:moveTo>
                  <a:lnTo>
                    <a:pt x="18008" y="13515"/>
                  </a:lnTo>
                  <a:lnTo>
                    <a:pt x="18158" y="13676"/>
                  </a:lnTo>
                  <a:lnTo>
                    <a:pt x="18507" y="14239"/>
                  </a:lnTo>
                  <a:lnTo>
                    <a:pt x="17459" y="14521"/>
                  </a:lnTo>
                  <a:lnTo>
                    <a:pt x="16462" y="14882"/>
                  </a:lnTo>
                  <a:lnTo>
                    <a:pt x="16313" y="14641"/>
                  </a:lnTo>
                  <a:lnTo>
                    <a:pt x="16163" y="14400"/>
                  </a:lnTo>
                  <a:lnTo>
                    <a:pt x="15963" y="13918"/>
                  </a:lnTo>
                  <a:lnTo>
                    <a:pt x="16361" y="13836"/>
                  </a:lnTo>
                  <a:lnTo>
                    <a:pt x="16711" y="13756"/>
                  </a:lnTo>
                  <a:lnTo>
                    <a:pt x="17459" y="13556"/>
                  </a:lnTo>
                  <a:lnTo>
                    <a:pt x="17709" y="13475"/>
                  </a:lnTo>
                  <a:close/>
                  <a:moveTo>
                    <a:pt x="9578" y="13515"/>
                  </a:moveTo>
                  <a:lnTo>
                    <a:pt x="9977" y="14279"/>
                  </a:lnTo>
                  <a:lnTo>
                    <a:pt x="7931" y="15124"/>
                  </a:lnTo>
                  <a:lnTo>
                    <a:pt x="7632" y="14400"/>
                  </a:lnTo>
                  <a:lnTo>
                    <a:pt x="8081" y="14118"/>
                  </a:lnTo>
                  <a:lnTo>
                    <a:pt x="8530" y="13877"/>
                  </a:lnTo>
                  <a:lnTo>
                    <a:pt x="9079" y="13676"/>
                  </a:lnTo>
                  <a:lnTo>
                    <a:pt x="9578" y="13515"/>
                  </a:lnTo>
                  <a:close/>
                  <a:moveTo>
                    <a:pt x="17760" y="13033"/>
                  </a:moveTo>
                  <a:lnTo>
                    <a:pt x="17459" y="13072"/>
                  </a:lnTo>
                  <a:lnTo>
                    <a:pt x="16961" y="13233"/>
                  </a:lnTo>
                  <a:lnTo>
                    <a:pt x="16212" y="13394"/>
                  </a:lnTo>
                  <a:lnTo>
                    <a:pt x="15864" y="13475"/>
                  </a:lnTo>
                  <a:lnTo>
                    <a:pt x="15565" y="13595"/>
                  </a:lnTo>
                  <a:lnTo>
                    <a:pt x="15464" y="13636"/>
                  </a:lnTo>
                  <a:lnTo>
                    <a:pt x="15464" y="13797"/>
                  </a:lnTo>
                  <a:lnTo>
                    <a:pt x="15565" y="13877"/>
                  </a:lnTo>
                  <a:lnTo>
                    <a:pt x="15664" y="13918"/>
                  </a:lnTo>
                  <a:lnTo>
                    <a:pt x="15614" y="14079"/>
                  </a:lnTo>
                  <a:lnTo>
                    <a:pt x="15614" y="14279"/>
                  </a:lnTo>
                  <a:lnTo>
                    <a:pt x="15664" y="14441"/>
                  </a:lnTo>
                  <a:lnTo>
                    <a:pt x="15714" y="14601"/>
                  </a:lnTo>
                  <a:lnTo>
                    <a:pt x="15913" y="14964"/>
                  </a:lnTo>
                  <a:lnTo>
                    <a:pt x="16163" y="15244"/>
                  </a:lnTo>
                  <a:lnTo>
                    <a:pt x="16313" y="15325"/>
                  </a:lnTo>
                  <a:lnTo>
                    <a:pt x="16462" y="15325"/>
                  </a:lnTo>
                  <a:lnTo>
                    <a:pt x="17709" y="14923"/>
                  </a:lnTo>
                  <a:lnTo>
                    <a:pt x="18956" y="14561"/>
                  </a:lnTo>
                  <a:lnTo>
                    <a:pt x="19056" y="14480"/>
                  </a:lnTo>
                  <a:lnTo>
                    <a:pt x="19106" y="14441"/>
                  </a:lnTo>
                  <a:lnTo>
                    <a:pt x="19156" y="14359"/>
                  </a:lnTo>
                  <a:lnTo>
                    <a:pt x="19106" y="14279"/>
                  </a:lnTo>
                  <a:lnTo>
                    <a:pt x="18556" y="13314"/>
                  </a:lnTo>
                  <a:lnTo>
                    <a:pt x="18457" y="13194"/>
                  </a:lnTo>
                  <a:lnTo>
                    <a:pt x="18308" y="13113"/>
                  </a:lnTo>
                  <a:lnTo>
                    <a:pt x="18158" y="13033"/>
                  </a:lnTo>
                  <a:close/>
                  <a:moveTo>
                    <a:pt x="9777" y="12992"/>
                  </a:moveTo>
                  <a:lnTo>
                    <a:pt x="9677" y="13033"/>
                  </a:lnTo>
                  <a:lnTo>
                    <a:pt x="9029" y="13194"/>
                  </a:lnTo>
                  <a:lnTo>
                    <a:pt x="8380" y="13394"/>
                  </a:lnTo>
                  <a:lnTo>
                    <a:pt x="7782" y="13716"/>
                  </a:lnTo>
                  <a:lnTo>
                    <a:pt x="7234" y="14038"/>
                  </a:lnTo>
                  <a:lnTo>
                    <a:pt x="7133" y="14079"/>
                  </a:lnTo>
                  <a:lnTo>
                    <a:pt x="7084" y="14118"/>
                  </a:lnTo>
                  <a:lnTo>
                    <a:pt x="7034" y="14159"/>
                  </a:lnTo>
                  <a:lnTo>
                    <a:pt x="7034" y="14239"/>
                  </a:lnTo>
                  <a:lnTo>
                    <a:pt x="7133" y="14561"/>
                  </a:lnTo>
                  <a:lnTo>
                    <a:pt x="7234" y="14882"/>
                  </a:lnTo>
                  <a:lnTo>
                    <a:pt x="7533" y="15526"/>
                  </a:lnTo>
                  <a:lnTo>
                    <a:pt x="7582" y="15567"/>
                  </a:lnTo>
                  <a:lnTo>
                    <a:pt x="7682" y="15647"/>
                  </a:lnTo>
                  <a:lnTo>
                    <a:pt x="7882" y="15647"/>
                  </a:lnTo>
                  <a:lnTo>
                    <a:pt x="10425" y="14601"/>
                  </a:lnTo>
                  <a:lnTo>
                    <a:pt x="10526" y="14561"/>
                  </a:lnTo>
                  <a:lnTo>
                    <a:pt x="10575" y="14480"/>
                  </a:lnTo>
                  <a:lnTo>
                    <a:pt x="10625" y="14400"/>
                  </a:lnTo>
                  <a:lnTo>
                    <a:pt x="10575" y="14320"/>
                  </a:lnTo>
                  <a:lnTo>
                    <a:pt x="10027" y="13153"/>
                  </a:lnTo>
                  <a:lnTo>
                    <a:pt x="9977" y="13072"/>
                  </a:lnTo>
                  <a:lnTo>
                    <a:pt x="9877" y="13033"/>
                  </a:lnTo>
                  <a:lnTo>
                    <a:pt x="9777" y="12992"/>
                  </a:lnTo>
                  <a:close/>
                  <a:moveTo>
                    <a:pt x="14316" y="14561"/>
                  </a:moveTo>
                  <a:lnTo>
                    <a:pt x="14815" y="15325"/>
                  </a:lnTo>
                  <a:lnTo>
                    <a:pt x="12671" y="16009"/>
                  </a:lnTo>
                  <a:lnTo>
                    <a:pt x="12272" y="15244"/>
                  </a:lnTo>
                  <a:lnTo>
                    <a:pt x="12371" y="15164"/>
                  </a:lnTo>
                  <a:lnTo>
                    <a:pt x="12371" y="15124"/>
                  </a:lnTo>
                  <a:lnTo>
                    <a:pt x="12422" y="15084"/>
                  </a:lnTo>
                  <a:lnTo>
                    <a:pt x="12871" y="14923"/>
                  </a:lnTo>
                  <a:lnTo>
                    <a:pt x="13269" y="14842"/>
                  </a:lnTo>
                  <a:lnTo>
                    <a:pt x="14316" y="14561"/>
                  </a:lnTo>
                  <a:close/>
                  <a:moveTo>
                    <a:pt x="14467" y="14079"/>
                  </a:moveTo>
                  <a:lnTo>
                    <a:pt x="14366" y="14118"/>
                  </a:lnTo>
                  <a:lnTo>
                    <a:pt x="12919" y="14521"/>
                  </a:lnTo>
                  <a:lnTo>
                    <a:pt x="12321" y="14641"/>
                  </a:lnTo>
                  <a:lnTo>
                    <a:pt x="12072" y="14762"/>
                  </a:lnTo>
                  <a:lnTo>
                    <a:pt x="11923" y="14802"/>
                  </a:lnTo>
                  <a:lnTo>
                    <a:pt x="11872" y="14882"/>
                  </a:lnTo>
                  <a:lnTo>
                    <a:pt x="11773" y="15003"/>
                  </a:lnTo>
                  <a:lnTo>
                    <a:pt x="11822" y="15164"/>
                  </a:lnTo>
                  <a:lnTo>
                    <a:pt x="11872" y="15205"/>
                  </a:lnTo>
                  <a:lnTo>
                    <a:pt x="11872" y="15244"/>
                  </a:lnTo>
                  <a:lnTo>
                    <a:pt x="11923" y="15526"/>
                  </a:lnTo>
                  <a:lnTo>
                    <a:pt x="12022" y="15808"/>
                  </a:lnTo>
                  <a:lnTo>
                    <a:pt x="12272" y="16331"/>
                  </a:lnTo>
                  <a:lnTo>
                    <a:pt x="12371" y="16371"/>
                  </a:lnTo>
                  <a:lnTo>
                    <a:pt x="12422" y="16411"/>
                  </a:lnTo>
                  <a:lnTo>
                    <a:pt x="12521" y="16452"/>
                  </a:lnTo>
                  <a:lnTo>
                    <a:pt x="12620" y="16452"/>
                  </a:lnTo>
                  <a:lnTo>
                    <a:pt x="15264" y="15647"/>
                  </a:lnTo>
                  <a:lnTo>
                    <a:pt x="15314" y="15606"/>
                  </a:lnTo>
                  <a:lnTo>
                    <a:pt x="15365" y="15526"/>
                  </a:lnTo>
                  <a:lnTo>
                    <a:pt x="15414" y="15446"/>
                  </a:lnTo>
                  <a:lnTo>
                    <a:pt x="15414" y="15365"/>
                  </a:lnTo>
                  <a:lnTo>
                    <a:pt x="14716" y="14239"/>
                  </a:lnTo>
                  <a:lnTo>
                    <a:pt x="14666" y="14159"/>
                  </a:lnTo>
                  <a:lnTo>
                    <a:pt x="14566" y="14118"/>
                  </a:lnTo>
                  <a:lnTo>
                    <a:pt x="14467" y="14079"/>
                  </a:lnTo>
                  <a:close/>
                  <a:moveTo>
                    <a:pt x="10874" y="15727"/>
                  </a:moveTo>
                  <a:lnTo>
                    <a:pt x="11024" y="15888"/>
                  </a:lnTo>
                  <a:lnTo>
                    <a:pt x="11074" y="16009"/>
                  </a:lnTo>
                  <a:lnTo>
                    <a:pt x="11024" y="16170"/>
                  </a:lnTo>
                  <a:lnTo>
                    <a:pt x="10924" y="16331"/>
                  </a:lnTo>
                  <a:lnTo>
                    <a:pt x="10775" y="16452"/>
                  </a:lnTo>
                  <a:lnTo>
                    <a:pt x="10625" y="16612"/>
                  </a:lnTo>
                  <a:lnTo>
                    <a:pt x="10276" y="16773"/>
                  </a:lnTo>
                  <a:lnTo>
                    <a:pt x="9578" y="17014"/>
                  </a:lnTo>
                  <a:lnTo>
                    <a:pt x="9229" y="17095"/>
                  </a:lnTo>
                  <a:lnTo>
                    <a:pt x="8929" y="17255"/>
                  </a:lnTo>
                  <a:lnTo>
                    <a:pt x="8580" y="16572"/>
                  </a:lnTo>
                  <a:lnTo>
                    <a:pt x="8679" y="16532"/>
                  </a:lnTo>
                  <a:lnTo>
                    <a:pt x="8780" y="16411"/>
                  </a:lnTo>
                  <a:lnTo>
                    <a:pt x="8780" y="16371"/>
                  </a:lnTo>
                  <a:lnTo>
                    <a:pt x="8879" y="16452"/>
                  </a:lnTo>
                  <a:lnTo>
                    <a:pt x="8980" y="16411"/>
                  </a:lnTo>
                  <a:lnTo>
                    <a:pt x="9229" y="16371"/>
                  </a:lnTo>
                  <a:lnTo>
                    <a:pt x="9827" y="16210"/>
                  </a:lnTo>
                  <a:lnTo>
                    <a:pt x="10376" y="16009"/>
                  </a:lnTo>
                  <a:lnTo>
                    <a:pt x="10874" y="15727"/>
                  </a:lnTo>
                  <a:close/>
                  <a:moveTo>
                    <a:pt x="20602" y="16854"/>
                  </a:moveTo>
                  <a:lnTo>
                    <a:pt x="20602" y="16934"/>
                  </a:lnTo>
                  <a:lnTo>
                    <a:pt x="20702" y="16975"/>
                  </a:lnTo>
                  <a:lnTo>
                    <a:pt x="20751" y="17014"/>
                  </a:lnTo>
                  <a:lnTo>
                    <a:pt x="20602" y="17255"/>
                  </a:lnTo>
                  <a:lnTo>
                    <a:pt x="20403" y="17537"/>
                  </a:lnTo>
                  <a:lnTo>
                    <a:pt x="20203" y="17135"/>
                  </a:lnTo>
                  <a:lnTo>
                    <a:pt x="20602" y="16854"/>
                  </a:lnTo>
                  <a:close/>
                  <a:moveTo>
                    <a:pt x="10874" y="15244"/>
                  </a:moveTo>
                  <a:lnTo>
                    <a:pt x="10725" y="15285"/>
                  </a:lnTo>
                  <a:lnTo>
                    <a:pt x="10376" y="15486"/>
                  </a:lnTo>
                  <a:lnTo>
                    <a:pt x="9977" y="15647"/>
                  </a:lnTo>
                  <a:lnTo>
                    <a:pt x="9578" y="15808"/>
                  </a:lnTo>
                  <a:lnTo>
                    <a:pt x="9178" y="15929"/>
                  </a:lnTo>
                  <a:lnTo>
                    <a:pt x="8630" y="16009"/>
                  </a:lnTo>
                  <a:lnTo>
                    <a:pt x="8380" y="16090"/>
                  </a:lnTo>
                  <a:lnTo>
                    <a:pt x="8281" y="16170"/>
                  </a:lnTo>
                  <a:lnTo>
                    <a:pt x="8181" y="16250"/>
                  </a:lnTo>
                  <a:lnTo>
                    <a:pt x="8181" y="16371"/>
                  </a:lnTo>
                  <a:lnTo>
                    <a:pt x="8081" y="16452"/>
                  </a:lnTo>
                  <a:lnTo>
                    <a:pt x="8081" y="16572"/>
                  </a:lnTo>
                  <a:lnTo>
                    <a:pt x="8331" y="17095"/>
                  </a:lnTo>
                  <a:lnTo>
                    <a:pt x="8530" y="17658"/>
                  </a:lnTo>
                  <a:lnTo>
                    <a:pt x="8630" y="17739"/>
                  </a:lnTo>
                  <a:lnTo>
                    <a:pt x="8729" y="17778"/>
                  </a:lnTo>
                  <a:lnTo>
                    <a:pt x="8829" y="17778"/>
                  </a:lnTo>
                  <a:lnTo>
                    <a:pt x="8929" y="17739"/>
                  </a:lnTo>
                  <a:lnTo>
                    <a:pt x="9229" y="17578"/>
                  </a:lnTo>
                  <a:lnTo>
                    <a:pt x="9528" y="17457"/>
                  </a:lnTo>
                  <a:lnTo>
                    <a:pt x="10176" y="17255"/>
                  </a:lnTo>
                  <a:lnTo>
                    <a:pt x="10476" y="17175"/>
                  </a:lnTo>
                  <a:lnTo>
                    <a:pt x="10775" y="17055"/>
                  </a:lnTo>
                  <a:lnTo>
                    <a:pt x="11074" y="16894"/>
                  </a:lnTo>
                  <a:lnTo>
                    <a:pt x="11324" y="16693"/>
                  </a:lnTo>
                  <a:lnTo>
                    <a:pt x="11474" y="16532"/>
                  </a:lnTo>
                  <a:lnTo>
                    <a:pt x="11573" y="16331"/>
                  </a:lnTo>
                  <a:lnTo>
                    <a:pt x="11573" y="15929"/>
                  </a:lnTo>
                  <a:lnTo>
                    <a:pt x="11523" y="15727"/>
                  </a:lnTo>
                  <a:lnTo>
                    <a:pt x="11373" y="15526"/>
                  </a:lnTo>
                  <a:lnTo>
                    <a:pt x="11224" y="15406"/>
                  </a:lnTo>
                  <a:lnTo>
                    <a:pt x="10975" y="15285"/>
                  </a:lnTo>
                  <a:lnTo>
                    <a:pt x="10874" y="15244"/>
                  </a:lnTo>
                  <a:close/>
                  <a:moveTo>
                    <a:pt x="20003" y="17255"/>
                  </a:moveTo>
                  <a:lnTo>
                    <a:pt x="20054" y="17537"/>
                  </a:lnTo>
                  <a:lnTo>
                    <a:pt x="20153" y="17819"/>
                  </a:lnTo>
                  <a:lnTo>
                    <a:pt x="19704" y="18101"/>
                  </a:lnTo>
                  <a:lnTo>
                    <a:pt x="19605" y="17980"/>
                  </a:lnTo>
                  <a:lnTo>
                    <a:pt x="19455" y="17537"/>
                  </a:lnTo>
                  <a:lnTo>
                    <a:pt x="19555" y="17497"/>
                  </a:lnTo>
                  <a:lnTo>
                    <a:pt x="20003" y="17255"/>
                  </a:lnTo>
                  <a:close/>
                  <a:moveTo>
                    <a:pt x="19205" y="17658"/>
                  </a:moveTo>
                  <a:lnTo>
                    <a:pt x="19255" y="17980"/>
                  </a:lnTo>
                  <a:lnTo>
                    <a:pt x="19355" y="18302"/>
                  </a:lnTo>
                  <a:lnTo>
                    <a:pt x="18807" y="18502"/>
                  </a:lnTo>
                  <a:lnTo>
                    <a:pt x="18657" y="18342"/>
                  </a:lnTo>
                  <a:lnTo>
                    <a:pt x="18358" y="18020"/>
                  </a:lnTo>
                  <a:lnTo>
                    <a:pt x="19205" y="17658"/>
                  </a:lnTo>
                  <a:close/>
                  <a:moveTo>
                    <a:pt x="18257" y="18060"/>
                  </a:moveTo>
                  <a:lnTo>
                    <a:pt x="18358" y="18342"/>
                  </a:lnTo>
                  <a:lnTo>
                    <a:pt x="18407" y="18502"/>
                  </a:lnTo>
                  <a:lnTo>
                    <a:pt x="18457" y="18624"/>
                  </a:lnTo>
                  <a:lnTo>
                    <a:pt x="17808" y="18825"/>
                  </a:lnTo>
                  <a:lnTo>
                    <a:pt x="17659" y="18704"/>
                  </a:lnTo>
                  <a:lnTo>
                    <a:pt x="17509" y="18502"/>
                  </a:lnTo>
                  <a:lnTo>
                    <a:pt x="17459" y="18342"/>
                  </a:lnTo>
                  <a:lnTo>
                    <a:pt x="18257" y="18060"/>
                  </a:lnTo>
                  <a:close/>
                  <a:moveTo>
                    <a:pt x="17111" y="18463"/>
                  </a:moveTo>
                  <a:lnTo>
                    <a:pt x="17210" y="18745"/>
                  </a:lnTo>
                  <a:lnTo>
                    <a:pt x="17410" y="18945"/>
                  </a:lnTo>
                  <a:lnTo>
                    <a:pt x="16861" y="19146"/>
                  </a:lnTo>
                  <a:lnTo>
                    <a:pt x="16761" y="19066"/>
                  </a:lnTo>
                  <a:lnTo>
                    <a:pt x="16662" y="18945"/>
                  </a:lnTo>
                  <a:lnTo>
                    <a:pt x="16612" y="18825"/>
                  </a:lnTo>
                  <a:lnTo>
                    <a:pt x="16612" y="18663"/>
                  </a:lnTo>
                  <a:lnTo>
                    <a:pt x="17111" y="18463"/>
                  </a:lnTo>
                  <a:close/>
                  <a:moveTo>
                    <a:pt x="16361" y="18745"/>
                  </a:moveTo>
                  <a:lnTo>
                    <a:pt x="16313" y="18905"/>
                  </a:lnTo>
                  <a:lnTo>
                    <a:pt x="16361" y="19066"/>
                  </a:lnTo>
                  <a:lnTo>
                    <a:pt x="16462" y="19267"/>
                  </a:lnTo>
                  <a:lnTo>
                    <a:pt x="16062" y="19348"/>
                  </a:lnTo>
                  <a:lnTo>
                    <a:pt x="16013" y="19348"/>
                  </a:lnTo>
                  <a:lnTo>
                    <a:pt x="15963" y="19186"/>
                  </a:lnTo>
                  <a:lnTo>
                    <a:pt x="15864" y="18905"/>
                  </a:lnTo>
                  <a:lnTo>
                    <a:pt x="16361" y="18745"/>
                  </a:lnTo>
                  <a:close/>
                  <a:moveTo>
                    <a:pt x="15565" y="19025"/>
                  </a:moveTo>
                  <a:lnTo>
                    <a:pt x="15614" y="19307"/>
                  </a:lnTo>
                  <a:lnTo>
                    <a:pt x="15664" y="19509"/>
                  </a:lnTo>
                  <a:lnTo>
                    <a:pt x="15215" y="19629"/>
                  </a:lnTo>
                  <a:lnTo>
                    <a:pt x="15114" y="19669"/>
                  </a:lnTo>
                  <a:lnTo>
                    <a:pt x="15114" y="19428"/>
                  </a:lnTo>
                  <a:lnTo>
                    <a:pt x="14965" y="19307"/>
                  </a:lnTo>
                  <a:lnTo>
                    <a:pt x="14916" y="19227"/>
                  </a:lnTo>
                  <a:lnTo>
                    <a:pt x="15565" y="19025"/>
                  </a:lnTo>
                  <a:close/>
                  <a:moveTo>
                    <a:pt x="14467" y="19348"/>
                  </a:moveTo>
                  <a:lnTo>
                    <a:pt x="14617" y="19509"/>
                  </a:lnTo>
                  <a:lnTo>
                    <a:pt x="14766" y="19629"/>
                  </a:lnTo>
                  <a:lnTo>
                    <a:pt x="14866" y="19710"/>
                  </a:lnTo>
                  <a:lnTo>
                    <a:pt x="14916" y="19710"/>
                  </a:lnTo>
                  <a:lnTo>
                    <a:pt x="14217" y="19951"/>
                  </a:lnTo>
                  <a:lnTo>
                    <a:pt x="14167" y="19871"/>
                  </a:lnTo>
                  <a:lnTo>
                    <a:pt x="14067" y="19871"/>
                  </a:lnTo>
                  <a:lnTo>
                    <a:pt x="13918" y="19910"/>
                  </a:lnTo>
                  <a:lnTo>
                    <a:pt x="13818" y="19629"/>
                  </a:lnTo>
                  <a:lnTo>
                    <a:pt x="13768" y="19548"/>
                  </a:lnTo>
                  <a:lnTo>
                    <a:pt x="14467" y="19348"/>
                  </a:lnTo>
                  <a:close/>
                  <a:moveTo>
                    <a:pt x="13968" y="482"/>
                  </a:moveTo>
                  <a:lnTo>
                    <a:pt x="14217" y="523"/>
                  </a:lnTo>
                  <a:lnTo>
                    <a:pt x="14366" y="603"/>
                  </a:lnTo>
                  <a:lnTo>
                    <a:pt x="14516" y="684"/>
                  </a:lnTo>
                  <a:lnTo>
                    <a:pt x="14666" y="805"/>
                  </a:lnTo>
                  <a:lnTo>
                    <a:pt x="14916" y="1086"/>
                  </a:lnTo>
                  <a:lnTo>
                    <a:pt x="14965" y="1327"/>
                  </a:lnTo>
                  <a:lnTo>
                    <a:pt x="15015" y="1569"/>
                  </a:lnTo>
                  <a:lnTo>
                    <a:pt x="15414" y="2575"/>
                  </a:lnTo>
                  <a:lnTo>
                    <a:pt x="16163" y="4384"/>
                  </a:lnTo>
                  <a:lnTo>
                    <a:pt x="17760" y="8005"/>
                  </a:lnTo>
                  <a:lnTo>
                    <a:pt x="19355" y="11584"/>
                  </a:lnTo>
                  <a:lnTo>
                    <a:pt x="20203" y="13394"/>
                  </a:lnTo>
                  <a:lnTo>
                    <a:pt x="20652" y="14359"/>
                  </a:lnTo>
                  <a:lnTo>
                    <a:pt x="20951" y="14964"/>
                  </a:lnTo>
                  <a:lnTo>
                    <a:pt x="20852" y="15003"/>
                  </a:lnTo>
                  <a:lnTo>
                    <a:pt x="20802" y="15164"/>
                  </a:lnTo>
                  <a:lnTo>
                    <a:pt x="20802" y="15285"/>
                  </a:lnTo>
                  <a:lnTo>
                    <a:pt x="20751" y="15567"/>
                  </a:lnTo>
                  <a:lnTo>
                    <a:pt x="20702" y="15767"/>
                  </a:lnTo>
                  <a:lnTo>
                    <a:pt x="20652" y="15929"/>
                  </a:lnTo>
                  <a:lnTo>
                    <a:pt x="20403" y="16290"/>
                  </a:lnTo>
                  <a:lnTo>
                    <a:pt x="20054" y="16612"/>
                  </a:lnTo>
                  <a:lnTo>
                    <a:pt x="19654" y="16854"/>
                  </a:lnTo>
                  <a:lnTo>
                    <a:pt x="19205" y="17095"/>
                  </a:lnTo>
                  <a:lnTo>
                    <a:pt x="18756" y="17296"/>
                  </a:lnTo>
                  <a:lnTo>
                    <a:pt x="17760" y="17698"/>
                  </a:lnTo>
                  <a:lnTo>
                    <a:pt x="16761" y="18060"/>
                  </a:lnTo>
                  <a:lnTo>
                    <a:pt x="14766" y="18745"/>
                  </a:lnTo>
                  <a:lnTo>
                    <a:pt x="13618" y="19106"/>
                  </a:lnTo>
                  <a:lnTo>
                    <a:pt x="13568" y="19066"/>
                  </a:lnTo>
                  <a:lnTo>
                    <a:pt x="13519" y="19066"/>
                  </a:lnTo>
                  <a:lnTo>
                    <a:pt x="13469" y="19106"/>
                  </a:lnTo>
                  <a:lnTo>
                    <a:pt x="13469" y="19146"/>
                  </a:lnTo>
                  <a:lnTo>
                    <a:pt x="12022" y="19509"/>
                  </a:lnTo>
                  <a:lnTo>
                    <a:pt x="10575" y="19871"/>
                  </a:lnTo>
                  <a:lnTo>
                    <a:pt x="9477" y="20071"/>
                  </a:lnTo>
                  <a:lnTo>
                    <a:pt x="8380" y="20272"/>
                  </a:lnTo>
                  <a:lnTo>
                    <a:pt x="7882" y="20313"/>
                  </a:lnTo>
                  <a:lnTo>
                    <a:pt x="7632" y="20313"/>
                  </a:lnTo>
                  <a:lnTo>
                    <a:pt x="7383" y="20233"/>
                  </a:lnTo>
                  <a:lnTo>
                    <a:pt x="7183" y="20151"/>
                  </a:lnTo>
                  <a:lnTo>
                    <a:pt x="7034" y="19991"/>
                  </a:lnTo>
                  <a:lnTo>
                    <a:pt x="6884" y="19871"/>
                  </a:lnTo>
                  <a:lnTo>
                    <a:pt x="6734" y="19710"/>
                  </a:lnTo>
                  <a:lnTo>
                    <a:pt x="6634" y="19387"/>
                  </a:lnTo>
                  <a:lnTo>
                    <a:pt x="6484" y="19066"/>
                  </a:lnTo>
                  <a:lnTo>
                    <a:pt x="6086" y="18101"/>
                  </a:lnTo>
                  <a:lnTo>
                    <a:pt x="5338" y="16250"/>
                  </a:lnTo>
                  <a:lnTo>
                    <a:pt x="4590" y="14441"/>
                  </a:lnTo>
                  <a:lnTo>
                    <a:pt x="3741" y="12630"/>
                  </a:lnTo>
                  <a:lnTo>
                    <a:pt x="2943" y="10820"/>
                  </a:lnTo>
                  <a:lnTo>
                    <a:pt x="2045" y="9050"/>
                  </a:lnTo>
                  <a:lnTo>
                    <a:pt x="1148" y="7241"/>
                  </a:lnTo>
                  <a:lnTo>
                    <a:pt x="798" y="6636"/>
                  </a:lnTo>
                  <a:lnTo>
                    <a:pt x="649" y="6356"/>
                  </a:lnTo>
                  <a:lnTo>
                    <a:pt x="449" y="6074"/>
                  </a:lnTo>
                  <a:lnTo>
                    <a:pt x="499" y="6033"/>
                  </a:lnTo>
                  <a:lnTo>
                    <a:pt x="548" y="5953"/>
                  </a:lnTo>
                  <a:lnTo>
                    <a:pt x="499" y="5712"/>
                  </a:lnTo>
                  <a:lnTo>
                    <a:pt x="548" y="5510"/>
                  </a:lnTo>
                  <a:lnTo>
                    <a:pt x="548" y="5350"/>
                  </a:lnTo>
                  <a:lnTo>
                    <a:pt x="649" y="5148"/>
                  </a:lnTo>
                  <a:lnTo>
                    <a:pt x="847" y="4827"/>
                  </a:lnTo>
                  <a:lnTo>
                    <a:pt x="1148" y="4545"/>
                  </a:lnTo>
                  <a:lnTo>
                    <a:pt x="1496" y="4263"/>
                  </a:lnTo>
                  <a:lnTo>
                    <a:pt x="1896" y="4022"/>
                  </a:lnTo>
                  <a:lnTo>
                    <a:pt x="2345" y="3822"/>
                  </a:lnTo>
                  <a:lnTo>
                    <a:pt x="2743" y="3620"/>
                  </a:lnTo>
                  <a:lnTo>
                    <a:pt x="3792" y="3218"/>
                  </a:lnTo>
                  <a:lnTo>
                    <a:pt x="4889" y="2896"/>
                  </a:lnTo>
                  <a:lnTo>
                    <a:pt x="7084" y="2212"/>
                  </a:lnTo>
                  <a:lnTo>
                    <a:pt x="9229" y="1529"/>
                  </a:lnTo>
                  <a:lnTo>
                    <a:pt x="10276" y="1206"/>
                  </a:lnTo>
                  <a:lnTo>
                    <a:pt x="11373" y="885"/>
                  </a:lnTo>
                  <a:lnTo>
                    <a:pt x="12422" y="644"/>
                  </a:lnTo>
                  <a:lnTo>
                    <a:pt x="12970" y="564"/>
                  </a:lnTo>
                  <a:lnTo>
                    <a:pt x="13519" y="482"/>
                  </a:lnTo>
                  <a:close/>
                  <a:moveTo>
                    <a:pt x="13419" y="19669"/>
                  </a:moveTo>
                  <a:lnTo>
                    <a:pt x="13419" y="19710"/>
                  </a:lnTo>
                  <a:lnTo>
                    <a:pt x="13469" y="19910"/>
                  </a:lnTo>
                  <a:lnTo>
                    <a:pt x="13618" y="20112"/>
                  </a:lnTo>
                  <a:lnTo>
                    <a:pt x="13020" y="20313"/>
                  </a:lnTo>
                  <a:lnTo>
                    <a:pt x="13020" y="20272"/>
                  </a:lnTo>
                  <a:lnTo>
                    <a:pt x="12970" y="20112"/>
                  </a:lnTo>
                  <a:lnTo>
                    <a:pt x="12871" y="19991"/>
                  </a:lnTo>
                  <a:lnTo>
                    <a:pt x="12770" y="19830"/>
                  </a:lnTo>
                  <a:lnTo>
                    <a:pt x="13419" y="19669"/>
                  </a:lnTo>
                  <a:close/>
                  <a:moveTo>
                    <a:pt x="12371" y="19951"/>
                  </a:moveTo>
                  <a:lnTo>
                    <a:pt x="12471" y="20192"/>
                  </a:lnTo>
                  <a:lnTo>
                    <a:pt x="12571" y="20313"/>
                  </a:lnTo>
                  <a:lnTo>
                    <a:pt x="12671" y="20394"/>
                  </a:lnTo>
                  <a:lnTo>
                    <a:pt x="12022" y="20594"/>
                  </a:lnTo>
                  <a:lnTo>
                    <a:pt x="11923" y="20514"/>
                  </a:lnTo>
                  <a:lnTo>
                    <a:pt x="11822" y="20394"/>
                  </a:lnTo>
                  <a:lnTo>
                    <a:pt x="11723" y="20272"/>
                  </a:lnTo>
                  <a:lnTo>
                    <a:pt x="11672" y="20112"/>
                  </a:lnTo>
                  <a:lnTo>
                    <a:pt x="12371" y="19951"/>
                  </a:lnTo>
                  <a:close/>
                  <a:moveTo>
                    <a:pt x="11224" y="20192"/>
                  </a:moveTo>
                  <a:lnTo>
                    <a:pt x="11274" y="20353"/>
                  </a:lnTo>
                  <a:lnTo>
                    <a:pt x="11373" y="20554"/>
                  </a:lnTo>
                  <a:lnTo>
                    <a:pt x="11573" y="20756"/>
                  </a:lnTo>
                  <a:lnTo>
                    <a:pt x="11124" y="20876"/>
                  </a:lnTo>
                  <a:lnTo>
                    <a:pt x="11074" y="20795"/>
                  </a:lnTo>
                  <a:lnTo>
                    <a:pt x="11024" y="20756"/>
                  </a:lnTo>
                  <a:lnTo>
                    <a:pt x="10874" y="20675"/>
                  </a:lnTo>
                  <a:lnTo>
                    <a:pt x="10825" y="20635"/>
                  </a:lnTo>
                  <a:lnTo>
                    <a:pt x="10676" y="20433"/>
                  </a:lnTo>
                  <a:lnTo>
                    <a:pt x="10676" y="20353"/>
                  </a:lnTo>
                  <a:lnTo>
                    <a:pt x="11224" y="20192"/>
                  </a:lnTo>
                  <a:close/>
                  <a:moveTo>
                    <a:pt x="7133" y="20635"/>
                  </a:moveTo>
                  <a:lnTo>
                    <a:pt x="7383" y="20715"/>
                  </a:lnTo>
                  <a:lnTo>
                    <a:pt x="7682" y="20756"/>
                  </a:lnTo>
                  <a:lnTo>
                    <a:pt x="7982" y="20795"/>
                  </a:lnTo>
                  <a:lnTo>
                    <a:pt x="8081" y="21077"/>
                  </a:lnTo>
                  <a:lnTo>
                    <a:pt x="7832" y="20997"/>
                  </a:lnTo>
                  <a:lnTo>
                    <a:pt x="7582" y="20876"/>
                  </a:lnTo>
                  <a:lnTo>
                    <a:pt x="7333" y="20756"/>
                  </a:lnTo>
                  <a:lnTo>
                    <a:pt x="7133" y="20635"/>
                  </a:lnTo>
                  <a:close/>
                  <a:moveTo>
                    <a:pt x="10276" y="20433"/>
                  </a:moveTo>
                  <a:lnTo>
                    <a:pt x="10276" y="20594"/>
                  </a:lnTo>
                  <a:lnTo>
                    <a:pt x="10376" y="20756"/>
                  </a:lnTo>
                  <a:lnTo>
                    <a:pt x="10476" y="20876"/>
                  </a:lnTo>
                  <a:lnTo>
                    <a:pt x="10575" y="20997"/>
                  </a:lnTo>
                  <a:lnTo>
                    <a:pt x="10476" y="21036"/>
                  </a:lnTo>
                  <a:lnTo>
                    <a:pt x="9827" y="21157"/>
                  </a:lnTo>
                  <a:lnTo>
                    <a:pt x="9728" y="21036"/>
                  </a:lnTo>
                  <a:lnTo>
                    <a:pt x="9627" y="20916"/>
                  </a:lnTo>
                  <a:lnTo>
                    <a:pt x="9477" y="20756"/>
                  </a:lnTo>
                  <a:lnTo>
                    <a:pt x="9378" y="20594"/>
                  </a:lnTo>
                  <a:lnTo>
                    <a:pt x="9677" y="20514"/>
                  </a:lnTo>
                  <a:lnTo>
                    <a:pt x="10276" y="20433"/>
                  </a:lnTo>
                  <a:close/>
                  <a:moveTo>
                    <a:pt x="8980" y="20675"/>
                  </a:moveTo>
                  <a:lnTo>
                    <a:pt x="9079" y="20956"/>
                  </a:lnTo>
                  <a:lnTo>
                    <a:pt x="9178" y="21077"/>
                  </a:lnTo>
                  <a:lnTo>
                    <a:pt x="9279" y="21198"/>
                  </a:lnTo>
                  <a:lnTo>
                    <a:pt x="8829" y="21198"/>
                  </a:lnTo>
                  <a:lnTo>
                    <a:pt x="8829" y="21077"/>
                  </a:lnTo>
                  <a:lnTo>
                    <a:pt x="8729" y="21036"/>
                  </a:lnTo>
                  <a:lnTo>
                    <a:pt x="8679" y="21036"/>
                  </a:lnTo>
                  <a:lnTo>
                    <a:pt x="8580" y="21077"/>
                  </a:lnTo>
                  <a:lnTo>
                    <a:pt x="8530" y="21077"/>
                  </a:lnTo>
                  <a:lnTo>
                    <a:pt x="8430" y="21036"/>
                  </a:lnTo>
                  <a:lnTo>
                    <a:pt x="8380" y="20916"/>
                  </a:lnTo>
                  <a:lnTo>
                    <a:pt x="8331" y="20756"/>
                  </a:lnTo>
                  <a:lnTo>
                    <a:pt x="8980" y="20675"/>
                  </a:lnTo>
                  <a:close/>
                  <a:moveTo>
                    <a:pt x="13768" y="0"/>
                  </a:moveTo>
                  <a:lnTo>
                    <a:pt x="13219" y="41"/>
                  </a:lnTo>
                  <a:lnTo>
                    <a:pt x="12671" y="121"/>
                  </a:lnTo>
                  <a:lnTo>
                    <a:pt x="11972" y="241"/>
                  </a:lnTo>
                  <a:lnTo>
                    <a:pt x="11274" y="442"/>
                  </a:lnTo>
                  <a:lnTo>
                    <a:pt x="9926" y="805"/>
                  </a:lnTo>
                  <a:lnTo>
                    <a:pt x="7234" y="1649"/>
                  </a:lnTo>
                  <a:lnTo>
                    <a:pt x="4590" y="2494"/>
                  </a:lnTo>
                  <a:lnTo>
                    <a:pt x="3292" y="2937"/>
                  </a:lnTo>
                  <a:lnTo>
                    <a:pt x="2644" y="3178"/>
                  </a:lnTo>
                  <a:lnTo>
                    <a:pt x="2045" y="3419"/>
                  </a:lnTo>
                  <a:lnTo>
                    <a:pt x="1696" y="3620"/>
                  </a:lnTo>
                  <a:lnTo>
                    <a:pt x="1297" y="3822"/>
                  </a:lnTo>
                  <a:lnTo>
                    <a:pt x="948" y="4103"/>
                  </a:lnTo>
                  <a:lnTo>
                    <a:pt x="598" y="4384"/>
                  </a:lnTo>
                  <a:lnTo>
                    <a:pt x="299" y="4706"/>
                  </a:lnTo>
                  <a:lnTo>
                    <a:pt x="99" y="5068"/>
                  </a:lnTo>
                  <a:lnTo>
                    <a:pt x="50" y="5229"/>
                  </a:lnTo>
                  <a:lnTo>
                    <a:pt x="50" y="5591"/>
                  </a:lnTo>
                  <a:lnTo>
                    <a:pt x="99" y="5751"/>
                  </a:lnTo>
                  <a:lnTo>
                    <a:pt x="0" y="5792"/>
                  </a:lnTo>
                  <a:lnTo>
                    <a:pt x="0" y="5833"/>
                  </a:lnTo>
                  <a:lnTo>
                    <a:pt x="50" y="6275"/>
                  </a:lnTo>
                  <a:lnTo>
                    <a:pt x="200" y="6636"/>
                  </a:lnTo>
                  <a:lnTo>
                    <a:pt x="598" y="7441"/>
                  </a:lnTo>
                  <a:lnTo>
                    <a:pt x="1447" y="9211"/>
                  </a:lnTo>
                  <a:lnTo>
                    <a:pt x="3192" y="12791"/>
                  </a:lnTo>
                  <a:lnTo>
                    <a:pt x="3990" y="14601"/>
                  </a:lnTo>
                  <a:lnTo>
                    <a:pt x="4788" y="16452"/>
                  </a:lnTo>
                  <a:lnTo>
                    <a:pt x="5536" y="18261"/>
                  </a:lnTo>
                  <a:lnTo>
                    <a:pt x="5837" y="19106"/>
                  </a:lnTo>
                  <a:lnTo>
                    <a:pt x="6035" y="19548"/>
                  </a:lnTo>
                  <a:lnTo>
                    <a:pt x="6136" y="19790"/>
                  </a:lnTo>
                  <a:lnTo>
                    <a:pt x="6286" y="19991"/>
                  </a:lnTo>
                  <a:lnTo>
                    <a:pt x="6335" y="20233"/>
                  </a:lnTo>
                  <a:lnTo>
                    <a:pt x="6435" y="20433"/>
                  </a:lnTo>
                  <a:lnTo>
                    <a:pt x="6535" y="20594"/>
                  </a:lnTo>
                  <a:lnTo>
                    <a:pt x="6684" y="20756"/>
                  </a:lnTo>
                  <a:lnTo>
                    <a:pt x="6834" y="20916"/>
                  </a:lnTo>
                  <a:lnTo>
                    <a:pt x="7034" y="21077"/>
                  </a:lnTo>
                  <a:lnTo>
                    <a:pt x="7482" y="21278"/>
                  </a:lnTo>
                  <a:lnTo>
                    <a:pt x="7931" y="21439"/>
                  </a:lnTo>
                  <a:lnTo>
                    <a:pt x="8481" y="21559"/>
                  </a:lnTo>
                  <a:lnTo>
                    <a:pt x="8980" y="21600"/>
                  </a:lnTo>
                  <a:lnTo>
                    <a:pt x="9528" y="21600"/>
                  </a:lnTo>
                  <a:lnTo>
                    <a:pt x="10176" y="21520"/>
                  </a:lnTo>
                  <a:lnTo>
                    <a:pt x="10775" y="21399"/>
                  </a:lnTo>
                  <a:lnTo>
                    <a:pt x="12022" y="21036"/>
                  </a:lnTo>
                  <a:lnTo>
                    <a:pt x="15065" y="20112"/>
                  </a:lnTo>
                  <a:lnTo>
                    <a:pt x="17958" y="19267"/>
                  </a:lnTo>
                  <a:lnTo>
                    <a:pt x="18807" y="18986"/>
                  </a:lnTo>
                  <a:lnTo>
                    <a:pt x="19605" y="18663"/>
                  </a:lnTo>
                  <a:lnTo>
                    <a:pt x="19755" y="18663"/>
                  </a:lnTo>
                  <a:lnTo>
                    <a:pt x="19954" y="18583"/>
                  </a:lnTo>
                  <a:lnTo>
                    <a:pt x="20003" y="18502"/>
                  </a:lnTo>
                  <a:lnTo>
                    <a:pt x="20003" y="18463"/>
                  </a:lnTo>
                  <a:lnTo>
                    <a:pt x="20254" y="18302"/>
                  </a:lnTo>
                  <a:lnTo>
                    <a:pt x="20652" y="18020"/>
                  </a:lnTo>
                  <a:lnTo>
                    <a:pt x="20951" y="17658"/>
                  </a:lnTo>
                  <a:lnTo>
                    <a:pt x="21151" y="17296"/>
                  </a:lnTo>
                  <a:lnTo>
                    <a:pt x="21351" y="16894"/>
                  </a:lnTo>
                  <a:lnTo>
                    <a:pt x="21450" y="16491"/>
                  </a:lnTo>
                  <a:lnTo>
                    <a:pt x="21501" y="16049"/>
                  </a:lnTo>
                  <a:lnTo>
                    <a:pt x="21550" y="15205"/>
                  </a:lnTo>
                  <a:lnTo>
                    <a:pt x="21600" y="15164"/>
                  </a:lnTo>
                  <a:lnTo>
                    <a:pt x="21600" y="15084"/>
                  </a:lnTo>
                  <a:lnTo>
                    <a:pt x="21550" y="14882"/>
                  </a:lnTo>
                  <a:lnTo>
                    <a:pt x="21501" y="14682"/>
                  </a:lnTo>
                  <a:lnTo>
                    <a:pt x="21301" y="14320"/>
                  </a:lnTo>
                  <a:lnTo>
                    <a:pt x="20852" y="13354"/>
                  </a:lnTo>
                  <a:lnTo>
                    <a:pt x="20003" y="11584"/>
                  </a:lnTo>
                  <a:lnTo>
                    <a:pt x="18358" y="7964"/>
                  </a:lnTo>
                  <a:lnTo>
                    <a:pt x="16761" y="4345"/>
                  </a:lnTo>
                  <a:lnTo>
                    <a:pt x="16013" y="2534"/>
                  </a:lnTo>
                  <a:lnTo>
                    <a:pt x="15565" y="1569"/>
                  </a:lnTo>
                  <a:lnTo>
                    <a:pt x="15464" y="1287"/>
                  </a:lnTo>
                  <a:lnTo>
                    <a:pt x="15514" y="1126"/>
                  </a:lnTo>
                  <a:lnTo>
                    <a:pt x="15514" y="1006"/>
                  </a:lnTo>
                  <a:lnTo>
                    <a:pt x="15464" y="844"/>
                  </a:lnTo>
                  <a:lnTo>
                    <a:pt x="15365" y="684"/>
                  </a:lnTo>
                  <a:lnTo>
                    <a:pt x="15165" y="442"/>
                  </a:lnTo>
                  <a:lnTo>
                    <a:pt x="14815" y="241"/>
                  </a:lnTo>
                  <a:lnTo>
                    <a:pt x="14566" y="121"/>
                  </a:lnTo>
                  <a:lnTo>
                    <a:pt x="14316" y="41"/>
                  </a:lnTo>
                  <a:lnTo>
                    <a:pt x="14067"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155" name="Google Shape;368;p7"/>
            <p:cNvSpPr/>
            <p:nvPr/>
          </p:nvSpPr>
          <p:spPr>
            <a:xfrm>
              <a:off x="1279615" y="2693805"/>
              <a:ext cx="516674" cy="58822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552" y="0"/>
                  </a:moveTo>
                  <a:lnTo>
                    <a:pt x="14451" y="44"/>
                  </a:lnTo>
                  <a:lnTo>
                    <a:pt x="14247" y="267"/>
                  </a:lnTo>
                  <a:lnTo>
                    <a:pt x="14095" y="534"/>
                  </a:lnTo>
                  <a:lnTo>
                    <a:pt x="13842" y="1068"/>
                  </a:lnTo>
                  <a:lnTo>
                    <a:pt x="13588" y="1781"/>
                  </a:lnTo>
                  <a:lnTo>
                    <a:pt x="13386" y="2538"/>
                  </a:lnTo>
                  <a:lnTo>
                    <a:pt x="13386" y="2671"/>
                  </a:lnTo>
                  <a:lnTo>
                    <a:pt x="13436" y="2805"/>
                  </a:lnTo>
                  <a:lnTo>
                    <a:pt x="13538" y="2850"/>
                  </a:lnTo>
                  <a:lnTo>
                    <a:pt x="13639" y="2895"/>
                  </a:lnTo>
                  <a:lnTo>
                    <a:pt x="13740" y="2938"/>
                  </a:lnTo>
                  <a:lnTo>
                    <a:pt x="13892" y="2895"/>
                  </a:lnTo>
                  <a:lnTo>
                    <a:pt x="13995" y="2805"/>
                  </a:lnTo>
                  <a:lnTo>
                    <a:pt x="14095" y="2716"/>
                  </a:lnTo>
                  <a:lnTo>
                    <a:pt x="14147" y="2494"/>
                  </a:lnTo>
                  <a:lnTo>
                    <a:pt x="14147" y="2404"/>
                  </a:lnTo>
                  <a:lnTo>
                    <a:pt x="14451" y="1381"/>
                  </a:lnTo>
                  <a:lnTo>
                    <a:pt x="14704" y="756"/>
                  </a:lnTo>
                  <a:lnTo>
                    <a:pt x="14755" y="444"/>
                  </a:lnTo>
                  <a:lnTo>
                    <a:pt x="14806" y="134"/>
                  </a:lnTo>
                  <a:lnTo>
                    <a:pt x="14755" y="44"/>
                  </a:lnTo>
                  <a:lnTo>
                    <a:pt x="14654" y="0"/>
                  </a:lnTo>
                  <a:close/>
                  <a:moveTo>
                    <a:pt x="4918" y="1247"/>
                  </a:moveTo>
                  <a:lnTo>
                    <a:pt x="4867" y="1291"/>
                  </a:lnTo>
                  <a:lnTo>
                    <a:pt x="4816" y="1336"/>
                  </a:lnTo>
                  <a:lnTo>
                    <a:pt x="4816" y="1381"/>
                  </a:lnTo>
                  <a:lnTo>
                    <a:pt x="4918" y="1603"/>
                  </a:lnTo>
                  <a:lnTo>
                    <a:pt x="5070" y="1781"/>
                  </a:lnTo>
                  <a:lnTo>
                    <a:pt x="5374" y="2137"/>
                  </a:lnTo>
                  <a:lnTo>
                    <a:pt x="5679" y="2494"/>
                  </a:lnTo>
                  <a:lnTo>
                    <a:pt x="6034" y="2850"/>
                  </a:lnTo>
                  <a:lnTo>
                    <a:pt x="6186" y="3162"/>
                  </a:lnTo>
                  <a:lnTo>
                    <a:pt x="6338" y="3474"/>
                  </a:lnTo>
                  <a:lnTo>
                    <a:pt x="6490" y="3607"/>
                  </a:lnTo>
                  <a:lnTo>
                    <a:pt x="6591" y="3696"/>
                  </a:lnTo>
                  <a:lnTo>
                    <a:pt x="6794" y="3741"/>
                  </a:lnTo>
                  <a:lnTo>
                    <a:pt x="6997" y="3741"/>
                  </a:lnTo>
                  <a:lnTo>
                    <a:pt x="7098" y="3696"/>
                  </a:lnTo>
                  <a:lnTo>
                    <a:pt x="7199" y="3651"/>
                  </a:lnTo>
                  <a:lnTo>
                    <a:pt x="7250" y="3562"/>
                  </a:lnTo>
                  <a:lnTo>
                    <a:pt x="7250" y="3474"/>
                  </a:lnTo>
                  <a:lnTo>
                    <a:pt x="7199" y="3295"/>
                  </a:lnTo>
                  <a:lnTo>
                    <a:pt x="7149" y="3207"/>
                  </a:lnTo>
                  <a:lnTo>
                    <a:pt x="7047" y="3162"/>
                  </a:lnTo>
                  <a:lnTo>
                    <a:pt x="6895" y="3162"/>
                  </a:lnTo>
                  <a:lnTo>
                    <a:pt x="6895" y="3028"/>
                  </a:lnTo>
                  <a:lnTo>
                    <a:pt x="6845" y="2895"/>
                  </a:lnTo>
                  <a:lnTo>
                    <a:pt x="6642" y="2583"/>
                  </a:lnTo>
                  <a:lnTo>
                    <a:pt x="6389" y="2270"/>
                  </a:lnTo>
                  <a:lnTo>
                    <a:pt x="6084" y="1960"/>
                  </a:lnTo>
                  <a:lnTo>
                    <a:pt x="5730" y="1691"/>
                  </a:lnTo>
                  <a:lnTo>
                    <a:pt x="5374" y="1424"/>
                  </a:lnTo>
                  <a:lnTo>
                    <a:pt x="4968" y="1247"/>
                  </a:lnTo>
                  <a:close/>
                  <a:moveTo>
                    <a:pt x="21195" y="4854"/>
                  </a:moveTo>
                  <a:lnTo>
                    <a:pt x="21093" y="4898"/>
                  </a:lnTo>
                  <a:lnTo>
                    <a:pt x="20992" y="4988"/>
                  </a:lnTo>
                  <a:lnTo>
                    <a:pt x="20840" y="5076"/>
                  </a:lnTo>
                  <a:lnTo>
                    <a:pt x="20688" y="5166"/>
                  </a:lnTo>
                  <a:lnTo>
                    <a:pt x="20484" y="5255"/>
                  </a:lnTo>
                  <a:lnTo>
                    <a:pt x="20281" y="5255"/>
                  </a:lnTo>
                  <a:lnTo>
                    <a:pt x="20079" y="5344"/>
                  </a:lnTo>
                  <a:lnTo>
                    <a:pt x="20028" y="5388"/>
                  </a:lnTo>
                  <a:lnTo>
                    <a:pt x="19977" y="5522"/>
                  </a:lnTo>
                  <a:lnTo>
                    <a:pt x="19927" y="5567"/>
                  </a:lnTo>
                  <a:lnTo>
                    <a:pt x="19876" y="5611"/>
                  </a:lnTo>
                  <a:lnTo>
                    <a:pt x="19673" y="5744"/>
                  </a:lnTo>
                  <a:lnTo>
                    <a:pt x="19268" y="5878"/>
                  </a:lnTo>
                  <a:lnTo>
                    <a:pt x="18964" y="6056"/>
                  </a:lnTo>
                  <a:lnTo>
                    <a:pt x="18710" y="6280"/>
                  </a:lnTo>
                  <a:lnTo>
                    <a:pt x="18658" y="6368"/>
                  </a:lnTo>
                  <a:lnTo>
                    <a:pt x="18658" y="6457"/>
                  </a:lnTo>
                  <a:lnTo>
                    <a:pt x="18761" y="6502"/>
                  </a:lnTo>
                  <a:lnTo>
                    <a:pt x="19116" y="6502"/>
                  </a:lnTo>
                  <a:lnTo>
                    <a:pt x="19369" y="6457"/>
                  </a:lnTo>
                  <a:lnTo>
                    <a:pt x="19876" y="6280"/>
                  </a:lnTo>
                  <a:lnTo>
                    <a:pt x="20281" y="6101"/>
                  </a:lnTo>
                  <a:lnTo>
                    <a:pt x="20433" y="6013"/>
                  </a:lnTo>
                  <a:lnTo>
                    <a:pt x="20536" y="5834"/>
                  </a:lnTo>
                  <a:lnTo>
                    <a:pt x="20840" y="5789"/>
                  </a:lnTo>
                  <a:lnTo>
                    <a:pt x="21093" y="5656"/>
                  </a:lnTo>
                  <a:lnTo>
                    <a:pt x="21245" y="5701"/>
                  </a:lnTo>
                  <a:lnTo>
                    <a:pt x="21347" y="5701"/>
                  </a:lnTo>
                  <a:lnTo>
                    <a:pt x="21499" y="5611"/>
                  </a:lnTo>
                  <a:lnTo>
                    <a:pt x="21600" y="5522"/>
                  </a:lnTo>
                  <a:lnTo>
                    <a:pt x="21600" y="5433"/>
                  </a:lnTo>
                  <a:lnTo>
                    <a:pt x="21549" y="5300"/>
                  </a:lnTo>
                  <a:lnTo>
                    <a:pt x="21600" y="5255"/>
                  </a:lnTo>
                  <a:lnTo>
                    <a:pt x="21600" y="5166"/>
                  </a:lnTo>
                  <a:lnTo>
                    <a:pt x="21549" y="5076"/>
                  </a:lnTo>
                  <a:lnTo>
                    <a:pt x="21499" y="4988"/>
                  </a:lnTo>
                  <a:lnTo>
                    <a:pt x="21397" y="4898"/>
                  </a:lnTo>
                  <a:lnTo>
                    <a:pt x="21296" y="4898"/>
                  </a:lnTo>
                  <a:lnTo>
                    <a:pt x="21195" y="4854"/>
                  </a:lnTo>
                  <a:close/>
                  <a:moveTo>
                    <a:pt x="3092" y="9041"/>
                  </a:moveTo>
                  <a:lnTo>
                    <a:pt x="2940" y="9086"/>
                  </a:lnTo>
                  <a:lnTo>
                    <a:pt x="1469" y="9664"/>
                  </a:lnTo>
                  <a:lnTo>
                    <a:pt x="658" y="9976"/>
                  </a:lnTo>
                  <a:lnTo>
                    <a:pt x="354" y="10154"/>
                  </a:lnTo>
                  <a:lnTo>
                    <a:pt x="202" y="10288"/>
                  </a:lnTo>
                  <a:lnTo>
                    <a:pt x="152" y="10243"/>
                  </a:lnTo>
                  <a:lnTo>
                    <a:pt x="101" y="10243"/>
                  </a:lnTo>
                  <a:lnTo>
                    <a:pt x="0" y="10333"/>
                  </a:lnTo>
                  <a:lnTo>
                    <a:pt x="0" y="10421"/>
                  </a:lnTo>
                  <a:lnTo>
                    <a:pt x="50" y="10466"/>
                  </a:lnTo>
                  <a:lnTo>
                    <a:pt x="152" y="10555"/>
                  </a:lnTo>
                  <a:lnTo>
                    <a:pt x="304" y="10600"/>
                  </a:lnTo>
                  <a:lnTo>
                    <a:pt x="506" y="10555"/>
                  </a:lnTo>
                  <a:lnTo>
                    <a:pt x="709" y="10510"/>
                  </a:lnTo>
                  <a:lnTo>
                    <a:pt x="1116" y="10376"/>
                  </a:lnTo>
                  <a:lnTo>
                    <a:pt x="1420" y="10288"/>
                  </a:lnTo>
                  <a:lnTo>
                    <a:pt x="3295" y="9575"/>
                  </a:lnTo>
                  <a:lnTo>
                    <a:pt x="3396" y="9530"/>
                  </a:lnTo>
                  <a:lnTo>
                    <a:pt x="3499" y="9441"/>
                  </a:lnTo>
                  <a:lnTo>
                    <a:pt x="3499" y="9308"/>
                  </a:lnTo>
                  <a:lnTo>
                    <a:pt x="3447" y="9219"/>
                  </a:lnTo>
                  <a:lnTo>
                    <a:pt x="3347" y="9129"/>
                  </a:lnTo>
                  <a:lnTo>
                    <a:pt x="3244" y="9086"/>
                  </a:lnTo>
                  <a:lnTo>
                    <a:pt x="3092" y="9041"/>
                  </a:lnTo>
                  <a:close/>
                  <a:moveTo>
                    <a:pt x="9228" y="9486"/>
                  </a:moveTo>
                  <a:lnTo>
                    <a:pt x="9126" y="9575"/>
                  </a:lnTo>
                  <a:lnTo>
                    <a:pt x="9126" y="9797"/>
                  </a:lnTo>
                  <a:lnTo>
                    <a:pt x="9582" y="10288"/>
                  </a:lnTo>
                  <a:lnTo>
                    <a:pt x="9736" y="10555"/>
                  </a:lnTo>
                  <a:lnTo>
                    <a:pt x="9888" y="10822"/>
                  </a:lnTo>
                  <a:lnTo>
                    <a:pt x="9989" y="10867"/>
                  </a:lnTo>
                  <a:lnTo>
                    <a:pt x="10040" y="10910"/>
                  </a:lnTo>
                  <a:lnTo>
                    <a:pt x="10242" y="10910"/>
                  </a:lnTo>
                  <a:lnTo>
                    <a:pt x="10496" y="10777"/>
                  </a:lnTo>
                  <a:lnTo>
                    <a:pt x="10749" y="10643"/>
                  </a:lnTo>
                  <a:lnTo>
                    <a:pt x="10952" y="10466"/>
                  </a:lnTo>
                  <a:lnTo>
                    <a:pt x="10952" y="10510"/>
                  </a:lnTo>
                  <a:lnTo>
                    <a:pt x="11053" y="10643"/>
                  </a:lnTo>
                  <a:lnTo>
                    <a:pt x="11155" y="10777"/>
                  </a:lnTo>
                  <a:lnTo>
                    <a:pt x="11307" y="10867"/>
                  </a:lnTo>
                  <a:lnTo>
                    <a:pt x="11509" y="10955"/>
                  </a:lnTo>
                  <a:lnTo>
                    <a:pt x="11864" y="11000"/>
                  </a:lnTo>
                  <a:lnTo>
                    <a:pt x="12119" y="11000"/>
                  </a:lnTo>
                  <a:lnTo>
                    <a:pt x="12372" y="10910"/>
                  </a:lnTo>
                  <a:lnTo>
                    <a:pt x="12828" y="10733"/>
                  </a:lnTo>
                  <a:lnTo>
                    <a:pt x="13284" y="10510"/>
                  </a:lnTo>
                  <a:lnTo>
                    <a:pt x="13436" y="10376"/>
                  </a:lnTo>
                  <a:lnTo>
                    <a:pt x="13487" y="10288"/>
                  </a:lnTo>
                  <a:lnTo>
                    <a:pt x="13487" y="10154"/>
                  </a:lnTo>
                  <a:lnTo>
                    <a:pt x="13386" y="10021"/>
                  </a:lnTo>
                  <a:lnTo>
                    <a:pt x="13335" y="9976"/>
                  </a:lnTo>
                  <a:lnTo>
                    <a:pt x="13081" y="9976"/>
                  </a:lnTo>
                  <a:lnTo>
                    <a:pt x="13031" y="10065"/>
                  </a:lnTo>
                  <a:lnTo>
                    <a:pt x="12777" y="10243"/>
                  </a:lnTo>
                  <a:lnTo>
                    <a:pt x="12423" y="10376"/>
                  </a:lnTo>
                  <a:lnTo>
                    <a:pt x="12119" y="10466"/>
                  </a:lnTo>
                  <a:lnTo>
                    <a:pt x="11864" y="10510"/>
                  </a:lnTo>
                  <a:lnTo>
                    <a:pt x="11712" y="10510"/>
                  </a:lnTo>
                  <a:lnTo>
                    <a:pt x="11611" y="10466"/>
                  </a:lnTo>
                  <a:lnTo>
                    <a:pt x="11560" y="10421"/>
                  </a:lnTo>
                  <a:lnTo>
                    <a:pt x="11509" y="10376"/>
                  </a:lnTo>
                  <a:lnTo>
                    <a:pt x="11408" y="10021"/>
                  </a:lnTo>
                  <a:lnTo>
                    <a:pt x="11307" y="9887"/>
                  </a:lnTo>
                  <a:lnTo>
                    <a:pt x="11155" y="9842"/>
                  </a:lnTo>
                  <a:lnTo>
                    <a:pt x="11003" y="9842"/>
                  </a:lnTo>
                  <a:lnTo>
                    <a:pt x="10901" y="9887"/>
                  </a:lnTo>
                  <a:lnTo>
                    <a:pt x="10698" y="10021"/>
                  </a:lnTo>
                  <a:lnTo>
                    <a:pt x="10546" y="10199"/>
                  </a:lnTo>
                  <a:lnTo>
                    <a:pt x="10242" y="10376"/>
                  </a:lnTo>
                  <a:lnTo>
                    <a:pt x="10040" y="10154"/>
                  </a:lnTo>
                  <a:lnTo>
                    <a:pt x="9837" y="9931"/>
                  </a:lnTo>
                  <a:lnTo>
                    <a:pt x="9633" y="9708"/>
                  </a:lnTo>
                  <a:lnTo>
                    <a:pt x="9380" y="9530"/>
                  </a:lnTo>
                  <a:lnTo>
                    <a:pt x="9278" y="9486"/>
                  </a:lnTo>
                  <a:close/>
                  <a:moveTo>
                    <a:pt x="17797" y="13361"/>
                  </a:moveTo>
                  <a:lnTo>
                    <a:pt x="17696" y="13406"/>
                  </a:lnTo>
                  <a:lnTo>
                    <a:pt x="17645" y="13449"/>
                  </a:lnTo>
                  <a:lnTo>
                    <a:pt x="17645" y="13539"/>
                  </a:lnTo>
                  <a:lnTo>
                    <a:pt x="17594" y="13628"/>
                  </a:lnTo>
                  <a:lnTo>
                    <a:pt x="17645" y="13716"/>
                  </a:lnTo>
                  <a:lnTo>
                    <a:pt x="17949" y="14207"/>
                  </a:lnTo>
                  <a:lnTo>
                    <a:pt x="18354" y="14653"/>
                  </a:lnTo>
                  <a:lnTo>
                    <a:pt x="18658" y="15053"/>
                  </a:lnTo>
                  <a:lnTo>
                    <a:pt x="18862" y="15187"/>
                  </a:lnTo>
                  <a:lnTo>
                    <a:pt x="19116" y="15320"/>
                  </a:lnTo>
                  <a:lnTo>
                    <a:pt x="19318" y="15320"/>
                  </a:lnTo>
                  <a:lnTo>
                    <a:pt x="19369" y="15275"/>
                  </a:lnTo>
                  <a:lnTo>
                    <a:pt x="19470" y="15232"/>
                  </a:lnTo>
                  <a:lnTo>
                    <a:pt x="19572" y="15098"/>
                  </a:lnTo>
                  <a:lnTo>
                    <a:pt x="19572" y="14875"/>
                  </a:lnTo>
                  <a:lnTo>
                    <a:pt x="19521" y="14741"/>
                  </a:lnTo>
                  <a:lnTo>
                    <a:pt x="19470" y="14653"/>
                  </a:lnTo>
                  <a:lnTo>
                    <a:pt x="19420" y="14608"/>
                  </a:lnTo>
                  <a:lnTo>
                    <a:pt x="19217" y="14608"/>
                  </a:lnTo>
                  <a:lnTo>
                    <a:pt x="19116" y="14429"/>
                  </a:lnTo>
                  <a:lnTo>
                    <a:pt x="18761" y="14073"/>
                  </a:lnTo>
                  <a:lnTo>
                    <a:pt x="18405" y="13716"/>
                  </a:lnTo>
                  <a:lnTo>
                    <a:pt x="18050" y="13406"/>
                  </a:lnTo>
                  <a:lnTo>
                    <a:pt x="18000" y="13361"/>
                  </a:lnTo>
                  <a:close/>
                  <a:moveTo>
                    <a:pt x="11307" y="3874"/>
                  </a:moveTo>
                  <a:lnTo>
                    <a:pt x="11763" y="3918"/>
                  </a:lnTo>
                  <a:lnTo>
                    <a:pt x="12271" y="3963"/>
                  </a:lnTo>
                  <a:lnTo>
                    <a:pt x="12727" y="4053"/>
                  </a:lnTo>
                  <a:lnTo>
                    <a:pt x="13183" y="4142"/>
                  </a:lnTo>
                  <a:lnTo>
                    <a:pt x="13639" y="4275"/>
                  </a:lnTo>
                  <a:lnTo>
                    <a:pt x="14095" y="4454"/>
                  </a:lnTo>
                  <a:lnTo>
                    <a:pt x="14552" y="4676"/>
                  </a:lnTo>
                  <a:lnTo>
                    <a:pt x="14958" y="4898"/>
                  </a:lnTo>
                  <a:lnTo>
                    <a:pt x="15312" y="5166"/>
                  </a:lnTo>
                  <a:lnTo>
                    <a:pt x="15667" y="5433"/>
                  </a:lnTo>
                  <a:lnTo>
                    <a:pt x="16022" y="5744"/>
                  </a:lnTo>
                  <a:lnTo>
                    <a:pt x="16326" y="6056"/>
                  </a:lnTo>
                  <a:lnTo>
                    <a:pt x="16581" y="6457"/>
                  </a:lnTo>
                  <a:lnTo>
                    <a:pt x="16783" y="6769"/>
                  </a:lnTo>
                  <a:lnTo>
                    <a:pt x="16935" y="7126"/>
                  </a:lnTo>
                  <a:lnTo>
                    <a:pt x="17087" y="7527"/>
                  </a:lnTo>
                  <a:lnTo>
                    <a:pt x="17189" y="7927"/>
                  </a:lnTo>
                  <a:lnTo>
                    <a:pt x="17290" y="8283"/>
                  </a:lnTo>
                  <a:lnTo>
                    <a:pt x="17290" y="9086"/>
                  </a:lnTo>
                  <a:lnTo>
                    <a:pt x="17239" y="9486"/>
                  </a:lnTo>
                  <a:lnTo>
                    <a:pt x="17138" y="9887"/>
                  </a:lnTo>
                  <a:lnTo>
                    <a:pt x="16986" y="10333"/>
                  </a:lnTo>
                  <a:lnTo>
                    <a:pt x="16783" y="10688"/>
                  </a:lnTo>
                  <a:lnTo>
                    <a:pt x="16581" y="11089"/>
                  </a:lnTo>
                  <a:lnTo>
                    <a:pt x="16326" y="11446"/>
                  </a:lnTo>
                  <a:lnTo>
                    <a:pt x="16022" y="11802"/>
                  </a:lnTo>
                  <a:lnTo>
                    <a:pt x="15363" y="12469"/>
                  </a:lnTo>
                  <a:lnTo>
                    <a:pt x="14299" y="13494"/>
                  </a:lnTo>
                  <a:lnTo>
                    <a:pt x="13740" y="14028"/>
                  </a:lnTo>
                  <a:lnTo>
                    <a:pt x="13234" y="14608"/>
                  </a:lnTo>
                  <a:lnTo>
                    <a:pt x="12828" y="15187"/>
                  </a:lnTo>
                  <a:lnTo>
                    <a:pt x="12423" y="15810"/>
                  </a:lnTo>
                  <a:lnTo>
                    <a:pt x="12321" y="16122"/>
                  </a:lnTo>
                  <a:lnTo>
                    <a:pt x="12168" y="16479"/>
                  </a:lnTo>
                  <a:lnTo>
                    <a:pt x="12119" y="16789"/>
                  </a:lnTo>
                  <a:lnTo>
                    <a:pt x="12068" y="17146"/>
                  </a:lnTo>
                  <a:lnTo>
                    <a:pt x="11357" y="17013"/>
                  </a:lnTo>
                  <a:lnTo>
                    <a:pt x="10648" y="16923"/>
                  </a:lnTo>
                  <a:lnTo>
                    <a:pt x="11864" y="14162"/>
                  </a:lnTo>
                  <a:lnTo>
                    <a:pt x="12524" y="12648"/>
                  </a:lnTo>
                  <a:lnTo>
                    <a:pt x="12879" y="11935"/>
                  </a:lnTo>
                  <a:lnTo>
                    <a:pt x="12980" y="11579"/>
                  </a:lnTo>
                  <a:lnTo>
                    <a:pt x="12980" y="11401"/>
                  </a:lnTo>
                  <a:lnTo>
                    <a:pt x="12929" y="11223"/>
                  </a:lnTo>
                  <a:lnTo>
                    <a:pt x="12879" y="11179"/>
                  </a:lnTo>
                  <a:lnTo>
                    <a:pt x="12828" y="11179"/>
                  </a:lnTo>
                  <a:lnTo>
                    <a:pt x="12676" y="11267"/>
                  </a:lnTo>
                  <a:lnTo>
                    <a:pt x="12575" y="11401"/>
                  </a:lnTo>
                  <a:lnTo>
                    <a:pt x="12423" y="11668"/>
                  </a:lnTo>
                  <a:lnTo>
                    <a:pt x="12119" y="12247"/>
                  </a:lnTo>
                  <a:lnTo>
                    <a:pt x="11357" y="13895"/>
                  </a:lnTo>
                  <a:lnTo>
                    <a:pt x="10141" y="16656"/>
                  </a:lnTo>
                  <a:lnTo>
                    <a:pt x="9989" y="16879"/>
                  </a:lnTo>
                  <a:lnTo>
                    <a:pt x="9633" y="16789"/>
                  </a:lnTo>
                  <a:lnTo>
                    <a:pt x="8873" y="16612"/>
                  </a:lnTo>
                  <a:lnTo>
                    <a:pt x="8873" y="16567"/>
                  </a:lnTo>
                  <a:lnTo>
                    <a:pt x="8974" y="16255"/>
                  </a:lnTo>
                  <a:lnTo>
                    <a:pt x="9025" y="15899"/>
                  </a:lnTo>
                  <a:lnTo>
                    <a:pt x="9025" y="15232"/>
                  </a:lnTo>
                  <a:lnTo>
                    <a:pt x="9126" y="13806"/>
                  </a:lnTo>
                  <a:lnTo>
                    <a:pt x="9228" y="12292"/>
                  </a:lnTo>
                  <a:lnTo>
                    <a:pt x="9278" y="11535"/>
                  </a:lnTo>
                  <a:lnTo>
                    <a:pt x="9228" y="10777"/>
                  </a:lnTo>
                  <a:lnTo>
                    <a:pt x="9228" y="10688"/>
                  </a:lnTo>
                  <a:lnTo>
                    <a:pt x="9177" y="10643"/>
                  </a:lnTo>
                  <a:lnTo>
                    <a:pt x="9025" y="10555"/>
                  </a:lnTo>
                  <a:lnTo>
                    <a:pt x="8873" y="10600"/>
                  </a:lnTo>
                  <a:lnTo>
                    <a:pt x="8822" y="10643"/>
                  </a:lnTo>
                  <a:lnTo>
                    <a:pt x="8772" y="10733"/>
                  </a:lnTo>
                  <a:lnTo>
                    <a:pt x="8670" y="11401"/>
                  </a:lnTo>
                  <a:lnTo>
                    <a:pt x="8620" y="12114"/>
                  </a:lnTo>
                  <a:lnTo>
                    <a:pt x="8569" y="13494"/>
                  </a:lnTo>
                  <a:lnTo>
                    <a:pt x="8417" y="14920"/>
                  </a:lnTo>
                  <a:lnTo>
                    <a:pt x="8315" y="15676"/>
                  </a:lnTo>
                  <a:lnTo>
                    <a:pt x="8315" y="16434"/>
                  </a:lnTo>
                  <a:lnTo>
                    <a:pt x="7657" y="16212"/>
                  </a:lnTo>
                  <a:lnTo>
                    <a:pt x="7047" y="16033"/>
                  </a:lnTo>
                  <a:lnTo>
                    <a:pt x="6389" y="15943"/>
                  </a:lnTo>
                  <a:lnTo>
                    <a:pt x="5779" y="15943"/>
                  </a:lnTo>
                  <a:lnTo>
                    <a:pt x="5983" y="15632"/>
                  </a:lnTo>
                  <a:lnTo>
                    <a:pt x="6135" y="15320"/>
                  </a:lnTo>
                  <a:lnTo>
                    <a:pt x="6287" y="15008"/>
                  </a:lnTo>
                  <a:lnTo>
                    <a:pt x="6389" y="14653"/>
                  </a:lnTo>
                  <a:lnTo>
                    <a:pt x="6490" y="13940"/>
                  </a:lnTo>
                  <a:lnTo>
                    <a:pt x="6490" y="13227"/>
                  </a:lnTo>
                  <a:lnTo>
                    <a:pt x="6389" y="12336"/>
                  </a:lnTo>
                  <a:lnTo>
                    <a:pt x="6236" y="11446"/>
                  </a:lnTo>
                  <a:lnTo>
                    <a:pt x="6034" y="10555"/>
                  </a:lnTo>
                  <a:lnTo>
                    <a:pt x="5831" y="9664"/>
                  </a:lnTo>
                  <a:lnTo>
                    <a:pt x="5779" y="9219"/>
                  </a:lnTo>
                  <a:lnTo>
                    <a:pt x="5779" y="8283"/>
                  </a:lnTo>
                  <a:lnTo>
                    <a:pt x="5831" y="7837"/>
                  </a:lnTo>
                  <a:lnTo>
                    <a:pt x="5931" y="7393"/>
                  </a:lnTo>
                  <a:lnTo>
                    <a:pt x="6135" y="6992"/>
                  </a:lnTo>
                  <a:lnTo>
                    <a:pt x="6338" y="6590"/>
                  </a:lnTo>
                  <a:lnTo>
                    <a:pt x="6591" y="6146"/>
                  </a:lnTo>
                  <a:lnTo>
                    <a:pt x="6946" y="5789"/>
                  </a:lnTo>
                  <a:lnTo>
                    <a:pt x="7250" y="5433"/>
                  </a:lnTo>
                  <a:lnTo>
                    <a:pt x="7605" y="5121"/>
                  </a:lnTo>
                  <a:lnTo>
                    <a:pt x="8010" y="4854"/>
                  </a:lnTo>
                  <a:lnTo>
                    <a:pt x="8417" y="4587"/>
                  </a:lnTo>
                  <a:lnTo>
                    <a:pt x="8873" y="4364"/>
                  </a:lnTo>
                  <a:lnTo>
                    <a:pt x="9380" y="4186"/>
                  </a:lnTo>
                  <a:lnTo>
                    <a:pt x="9837" y="4053"/>
                  </a:lnTo>
                  <a:lnTo>
                    <a:pt x="10344" y="3963"/>
                  </a:lnTo>
                  <a:lnTo>
                    <a:pt x="10800" y="3918"/>
                  </a:lnTo>
                  <a:lnTo>
                    <a:pt x="11307" y="3874"/>
                  </a:lnTo>
                  <a:close/>
                  <a:moveTo>
                    <a:pt x="5475" y="16300"/>
                  </a:moveTo>
                  <a:lnTo>
                    <a:pt x="6389" y="16434"/>
                  </a:lnTo>
                  <a:lnTo>
                    <a:pt x="7250" y="16656"/>
                  </a:lnTo>
                  <a:lnTo>
                    <a:pt x="8214" y="16923"/>
                  </a:lnTo>
                  <a:lnTo>
                    <a:pt x="9126" y="17235"/>
                  </a:lnTo>
                  <a:lnTo>
                    <a:pt x="9481" y="17325"/>
                  </a:lnTo>
                  <a:lnTo>
                    <a:pt x="9888" y="17369"/>
                  </a:lnTo>
                  <a:lnTo>
                    <a:pt x="10648" y="17458"/>
                  </a:lnTo>
                  <a:lnTo>
                    <a:pt x="11357" y="17592"/>
                  </a:lnTo>
                  <a:lnTo>
                    <a:pt x="11712" y="17681"/>
                  </a:lnTo>
                  <a:lnTo>
                    <a:pt x="12068" y="17769"/>
                  </a:lnTo>
                  <a:lnTo>
                    <a:pt x="12119" y="17948"/>
                  </a:lnTo>
                  <a:lnTo>
                    <a:pt x="12220" y="18038"/>
                  </a:lnTo>
                  <a:lnTo>
                    <a:pt x="12372" y="18081"/>
                  </a:lnTo>
                  <a:lnTo>
                    <a:pt x="12524" y="18081"/>
                  </a:lnTo>
                  <a:lnTo>
                    <a:pt x="12524" y="18215"/>
                  </a:lnTo>
                  <a:lnTo>
                    <a:pt x="12473" y="18393"/>
                  </a:lnTo>
                  <a:lnTo>
                    <a:pt x="12321" y="18482"/>
                  </a:lnTo>
                  <a:lnTo>
                    <a:pt x="12119" y="18616"/>
                  </a:lnTo>
                  <a:lnTo>
                    <a:pt x="11104" y="18260"/>
                  </a:lnTo>
                  <a:lnTo>
                    <a:pt x="8822" y="17592"/>
                  </a:lnTo>
                  <a:lnTo>
                    <a:pt x="7706" y="17325"/>
                  </a:lnTo>
                  <a:lnTo>
                    <a:pt x="6591" y="17102"/>
                  </a:lnTo>
                  <a:lnTo>
                    <a:pt x="5931" y="17013"/>
                  </a:lnTo>
                  <a:lnTo>
                    <a:pt x="5627" y="17013"/>
                  </a:lnTo>
                  <a:lnTo>
                    <a:pt x="5323" y="17058"/>
                  </a:lnTo>
                  <a:lnTo>
                    <a:pt x="5171" y="17013"/>
                  </a:lnTo>
                  <a:lnTo>
                    <a:pt x="5070" y="16923"/>
                  </a:lnTo>
                  <a:lnTo>
                    <a:pt x="5019" y="16789"/>
                  </a:lnTo>
                  <a:lnTo>
                    <a:pt x="5019" y="16522"/>
                  </a:lnTo>
                  <a:lnTo>
                    <a:pt x="5120" y="16434"/>
                  </a:lnTo>
                  <a:lnTo>
                    <a:pt x="5274" y="16345"/>
                  </a:lnTo>
                  <a:lnTo>
                    <a:pt x="5426" y="16300"/>
                  </a:lnTo>
                  <a:close/>
                  <a:moveTo>
                    <a:pt x="5882" y="19106"/>
                  </a:moveTo>
                  <a:lnTo>
                    <a:pt x="6490" y="19240"/>
                  </a:lnTo>
                  <a:lnTo>
                    <a:pt x="6186" y="19507"/>
                  </a:lnTo>
                  <a:lnTo>
                    <a:pt x="5931" y="19774"/>
                  </a:lnTo>
                  <a:lnTo>
                    <a:pt x="5931" y="19729"/>
                  </a:lnTo>
                  <a:lnTo>
                    <a:pt x="5882" y="19595"/>
                  </a:lnTo>
                  <a:lnTo>
                    <a:pt x="5882" y="19106"/>
                  </a:lnTo>
                  <a:close/>
                  <a:moveTo>
                    <a:pt x="6693" y="19328"/>
                  </a:moveTo>
                  <a:lnTo>
                    <a:pt x="6895" y="19373"/>
                  </a:lnTo>
                  <a:lnTo>
                    <a:pt x="7098" y="19418"/>
                  </a:lnTo>
                  <a:lnTo>
                    <a:pt x="6743" y="19595"/>
                  </a:lnTo>
                  <a:lnTo>
                    <a:pt x="6389" y="19863"/>
                  </a:lnTo>
                  <a:lnTo>
                    <a:pt x="6541" y="19595"/>
                  </a:lnTo>
                  <a:lnTo>
                    <a:pt x="6693" y="19328"/>
                  </a:lnTo>
                  <a:close/>
                  <a:moveTo>
                    <a:pt x="5730" y="17547"/>
                  </a:moveTo>
                  <a:lnTo>
                    <a:pt x="6439" y="17592"/>
                  </a:lnTo>
                  <a:lnTo>
                    <a:pt x="7402" y="17814"/>
                  </a:lnTo>
                  <a:lnTo>
                    <a:pt x="8366" y="18038"/>
                  </a:lnTo>
                  <a:lnTo>
                    <a:pt x="10242" y="18616"/>
                  </a:lnTo>
                  <a:lnTo>
                    <a:pt x="11104" y="18883"/>
                  </a:lnTo>
                  <a:lnTo>
                    <a:pt x="11611" y="19016"/>
                  </a:lnTo>
                  <a:lnTo>
                    <a:pt x="12016" y="19151"/>
                  </a:lnTo>
                  <a:lnTo>
                    <a:pt x="12068" y="19240"/>
                  </a:lnTo>
                  <a:lnTo>
                    <a:pt x="12119" y="19285"/>
                  </a:lnTo>
                  <a:lnTo>
                    <a:pt x="12220" y="19373"/>
                  </a:lnTo>
                  <a:lnTo>
                    <a:pt x="12372" y="19373"/>
                  </a:lnTo>
                  <a:lnTo>
                    <a:pt x="12321" y="19507"/>
                  </a:lnTo>
                  <a:lnTo>
                    <a:pt x="12220" y="19685"/>
                  </a:lnTo>
                  <a:lnTo>
                    <a:pt x="12016" y="19907"/>
                  </a:lnTo>
                  <a:lnTo>
                    <a:pt x="11813" y="20041"/>
                  </a:lnTo>
                  <a:lnTo>
                    <a:pt x="11611" y="20131"/>
                  </a:lnTo>
                  <a:lnTo>
                    <a:pt x="9989" y="19595"/>
                  </a:lnTo>
                  <a:lnTo>
                    <a:pt x="8315" y="19151"/>
                  </a:lnTo>
                  <a:lnTo>
                    <a:pt x="6541" y="18661"/>
                  </a:lnTo>
                  <a:lnTo>
                    <a:pt x="5627" y="18482"/>
                  </a:lnTo>
                  <a:lnTo>
                    <a:pt x="4766" y="18348"/>
                  </a:lnTo>
                  <a:lnTo>
                    <a:pt x="4766" y="18038"/>
                  </a:lnTo>
                  <a:lnTo>
                    <a:pt x="4867" y="17814"/>
                  </a:lnTo>
                  <a:lnTo>
                    <a:pt x="5019" y="17681"/>
                  </a:lnTo>
                  <a:lnTo>
                    <a:pt x="5120" y="17592"/>
                  </a:lnTo>
                  <a:lnTo>
                    <a:pt x="5426" y="17592"/>
                  </a:lnTo>
                  <a:lnTo>
                    <a:pt x="5475" y="17636"/>
                  </a:lnTo>
                  <a:lnTo>
                    <a:pt x="5526" y="17636"/>
                  </a:lnTo>
                  <a:lnTo>
                    <a:pt x="5578" y="17592"/>
                  </a:lnTo>
                  <a:lnTo>
                    <a:pt x="5730" y="17547"/>
                  </a:lnTo>
                  <a:close/>
                  <a:moveTo>
                    <a:pt x="7605" y="19507"/>
                  </a:moveTo>
                  <a:lnTo>
                    <a:pt x="7910" y="19595"/>
                  </a:lnTo>
                  <a:lnTo>
                    <a:pt x="7605" y="19774"/>
                  </a:lnTo>
                  <a:lnTo>
                    <a:pt x="7250" y="19952"/>
                  </a:lnTo>
                  <a:lnTo>
                    <a:pt x="6946" y="20175"/>
                  </a:lnTo>
                  <a:lnTo>
                    <a:pt x="6693" y="20442"/>
                  </a:lnTo>
                  <a:lnTo>
                    <a:pt x="6439" y="20353"/>
                  </a:lnTo>
                  <a:lnTo>
                    <a:pt x="6541" y="20264"/>
                  </a:lnTo>
                  <a:lnTo>
                    <a:pt x="7605" y="19507"/>
                  </a:lnTo>
                  <a:close/>
                  <a:moveTo>
                    <a:pt x="8265" y="19685"/>
                  </a:moveTo>
                  <a:lnTo>
                    <a:pt x="8569" y="19774"/>
                  </a:lnTo>
                  <a:lnTo>
                    <a:pt x="8569" y="19819"/>
                  </a:lnTo>
                  <a:lnTo>
                    <a:pt x="8214" y="19952"/>
                  </a:lnTo>
                  <a:lnTo>
                    <a:pt x="7910" y="20131"/>
                  </a:lnTo>
                  <a:lnTo>
                    <a:pt x="7657" y="20308"/>
                  </a:lnTo>
                  <a:lnTo>
                    <a:pt x="7453" y="20575"/>
                  </a:lnTo>
                  <a:lnTo>
                    <a:pt x="7250" y="20532"/>
                  </a:lnTo>
                  <a:lnTo>
                    <a:pt x="7758" y="20086"/>
                  </a:lnTo>
                  <a:lnTo>
                    <a:pt x="8265" y="19685"/>
                  </a:lnTo>
                  <a:close/>
                  <a:moveTo>
                    <a:pt x="8822" y="19863"/>
                  </a:moveTo>
                  <a:lnTo>
                    <a:pt x="9532" y="20086"/>
                  </a:lnTo>
                  <a:lnTo>
                    <a:pt x="8873" y="20398"/>
                  </a:lnTo>
                  <a:lnTo>
                    <a:pt x="8569" y="20575"/>
                  </a:lnTo>
                  <a:lnTo>
                    <a:pt x="8265" y="20799"/>
                  </a:lnTo>
                  <a:lnTo>
                    <a:pt x="8010" y="20709"/>
                  </a:lnTo>
                  <a:lnTo>
                    <a:pt x="8062" y="20620"/>
                  </a:lnTo>
                  <a:lnTo>
                    <a:pt x="8062" y="20487"/>
                  </a:lnTo>
                  <a:lnTo>
                    <a:pt x="8417" y="20175"/>
                  </a:lnTo>
                  <a:lnTo>
                    <a:pt x="8822" y="19907"/>
                  </a:lnTo>
                  <a:lnTo>
                    <a:pt x="8822" y="19863"/>
                  </a:lnTo>
                  <a:close/>
                  <a:moveTo>
                    <a:pt x="9785" y="20131"/>
                  </a:moveTo>
                  <a:lnTo>
                    <a:pt x="10242" y="20264"/>
                  </a:lnTo>
                  <a:lnTo>
                    <a:pt x="9888" y="20532"/>
                  </a:lnTo>
                  <a:lnTo>
                    <a:pt x="9380" y="21021"/>
                  </a:lnTo>
                  <a:lnTo>
                    <a:pt x="8924" y="20932"/>
                  </a:lnTo>
                  <a:lnTo>
                    <a:pt x="8974" y="20842"/>
                  </a:lnTo>
                  <a:lnTo>
                    <a:pt x="8924" y="20799"/>
                  </a:lnTo>
                  <a:lnTo>
                    <a:pt x="9329" y="20442"/>
                  </a:lnTo>
                  <a:lnTo>
                    <a:pt x="9785" y="20131"/>
                  </a:lnTo>
                  <a:close/>
                  <a:moveTo>
                    <a:pt x="11104" y="3250"/>
                  </a:moveTo>
                  <a:lnTo>
                    <a:pt x="10648" y="3295"/>
                  </a:lnTo>
                  <a:lnTo>
                    <a:pt x="10192" y="3340"/>
                  </a:lnTo>
                  <a:lnTo>
                    <a:pt x="9736" y="3429"/>
                  </a:lnTo>
                  <a:lnTo>
                    <a:pt x="9329" y="3517"/>
                  </a:lnTo>
                  <a:lnTo>
                    <a:pt x="8873" y="3651"/>
                  </a:lnTo>
                  <a:lnTo>
                    <a:pt x="8467" y="3829"/>
                  </a:lnTo>
                  <a:lnTo>
                    <a:pt x="8062" y="4008"/>
                  </a:lnTo>
                  <a:lnTo>
                    <a:pt x="7706" y="4275"/>
                  </a:lnTo>
                  <a:lnTo>
                    <a:pt x="6946" y="4809"/>
                  </a:lnTo>
                  <a:lnTo>
                    <a:pt x="6642" y="5121"/>
                  </a:lnTo>
                  <a:lnTo>
                    <a:pt x="6338" y="5477"/>
                  </a:lnTo>
                  <a:lnTo>
                    <a:pt x="6034" y="5789"/>
                  </a:lnTo>
                  <a:lnTo>
                    <a:pt x="5779" y="6190"/>
                  </a:lnTo>
                  <a:lnTo>
                    <a:pt x="5526" y="6547"/>
                  </a:lnTo>
                  <a:lnTo>
                    <a:pt x="5323" y="6947"/>
                  </a:lnTo>
                  <a:lnTo>
                    <a:pt x="5171" y="7482"/>
                  </a:lnTo>
                  <a:lnTo>
                    <a:pt x="5070" y="8016"/>
                  </a:lnTo>
                  <a:lnTo>
                    <a:pt x="5019" y="8550"/>
                  </a:lnTo>
                  <a:lnTo>
                    <a:pt x="5019" y="9129"/>
                  </a:lnTo>
                  <a:lnTo>
                    <a:pt x="5120" y="9664"/>
                  </a:lnTo>
                  <a:lnTo>
                    <a:pt x="5222" y="10243"/>
                  </a:lnTo>
                  <a:lnTo>
                    <a:pt x="5475" y="11312"/>
                  </a:lnTo>
                  <a:lnTo>
                    <a:pt x="5679" y="12514"/>
                  </a:lnTo>
                  <a:lnTo>
                    <a:pt x="5779" y="13094"/>
                  </a:lnTo>
                  <a:lnTo>
                    <a:pt x="5831" y="13673"/>
                  </a:lnTo>
                  <a:lnTo>
                    <a:pt x="5779" y="14252"/>
                  </a:lnTo>
                  <a:lnTo>
                    <a:pt x="5679" y="14830"/>
                  </a:lnTo>
                  <a:lnTo>
                    <a:pt x="5526" y="15320"/>
                  </a:lnTo>
                  <a:lnTo>
                    <a:pt x="5274" y="15855"/>
                  </a:lnTo>
                  <a:lnTo>
                    <a:pt x="4968" y="15943"/>
                  </a:lnTo>
                  <a:lnTo>
                    <a:pt x="4766" y="16122"/>
                  </a:lnTo>
                  <a:lnTo>
                    <a:pt x="4563" y="16300"/>
                  </a:lnTo>
                  <a:lnTo>
                    <a:pt x="4462" y="16567"/>
                  </a:lnTo>
                  <a:lnTo>
                    <a:pt x="4462" y="16789"/>
                  </a:lnTo>
                  <a:lnTo>
                    <a:pt x="4512" y="16968"/>
                  </a:lnTo>
                  <a:lnTo>
                    <a:pt x="4614" y="17191"/>
                  </a:lnTo>
                  <a:lnTo>
                    <a:pt x="4715" y="17325"/>
                  </a:lnTo>
                  <a:lnTo>
                    <a:pt x="4614" y="17414"/>
                  </a:lnTo>
                  <a:lnTo>
                    <a:pt x="4512" y="17502"/>
                  </a:lnTo>
                  <a:lnTo>
                    <a:pt x="4411" y="17636"/>
                  </a:lnTo>
                  <a:lnTo>
                    <a:pt x="4310" y="17814"/>
                  </a:lnTo>
                  <a:lnTo>
                    <a:pt x="4259" y="18038"/>
                  </a:lnTo>
                  <a:lnTo>
                    <a:pt x="4208" y="18260"/>
                  </a:lnTo>
                  <a:lnTo>
                    <a:pt x="4208" y="18438"/>
                  </a:lnTo>
                  <a:lnTo>
                    <a:pt x="4259" y="18661"/>
                  </a:lnTo>
                  <a:lnTo>
                    <a:pt x="4411" y="18794"/>
                  </a:lnTo>
                  <a:lnTo>
                    <a:pt x="4563" y="18928"/>
                  </a:lnTo>
                  <a:lnTo>
                    <a:pt x="4715" y="18973"/>
                  </a:lnTo>
                  <a:lnTo>
                    <a:pt x="4816" y="18928"/>
                  </a:lnTo>
                  <a:lnTo>
                    <a:pt x="4867" y="18883"/>
                  </a:lnTo>
                  <a:lnTo>
                    <a:pt x="4918" y="18883"/>
                  </a:lnTo>
                  <a:lnTo>
                    <a:pt x="5627" y="19061"/>
                  </a:lnTo>
                  <a:lnTo>
                    <a:pt x="5526" y="19195"/>
                  </a:lnTo>
                  <a:lnTo>
                    <a:pt x="5426" y="19373"/>
                  </a:lnTo>
                  <a:lnTo>
                    <a:pt x="5426" y="19819"/>
                  </a:lnTo>
                  <a:lnTo>
                    <a:pt x="5526" y="20041"/>
                  </a:lnTo>
                  <a:lnTo>
                    <a:pt x="5627" y="20219"/>
                  </a:lnTo>
                  <a:lnTo>
                    <a:pt x="5730" y="20398"/>
                  </a:lnTo>
                  <a:lnTo>
                    <a:pt x="5931" y="20487"/>
                  </a:lnTo>
                  <a:lnTo>
                    <a:pt x="5882" y="20575"/>
                  </a:lnTo>
                  <a:lnTo>
                    <a:pt x="5931" y="20665"/>
                  </a:lnTo>
                  <a:lnTo>
                    <a:pt x="5983" y="20709"/>
                  </a:lnTo>
                  <a:lnTo>
                    <a:pt x="6084" y="20754"/>
                  </a:lnTo>
                  <a:lnTo>
                    <a:pt x="6338" y="20842"/>
                  </a:lnTo>
                  <a:lnTo>
                    <a:pt x="6642" y="20976"/>
                  </a:lnTo>
                  <a:lnTo>
                    <a:pt x="7301" y="21111"/>
                  </a:lnTo>
                  <a:lnTo>
                    <a:pt x="7453" y="21154"/>
                  </a:lnTo>
                  <a:lnTo>
                    <a:pt x="7706" y="21199"/>
                  </a:lnTo>
                  <a:lnTo>
                    <a:pt x="8721" y="21466"/>
                  </a:lnTo>
                  <a:lnTo>
                    <a:pt x="9228" y="21555"/>
                  </a:lnTo>
                  <a:lnTo>
                    <a:pt x="9481" y="21600"/>
                  </a:lnTo>
                  <a:lnTo>
                    <a:pt x="9736" y="21555"/>
                  </a:lnTo>
                  <a:lnTo>
                    <a:pt x="9837" y="21511"/>
                  </a:lnTo>
                  <a:lnTo>
                    <a:pt x="9888" y="21466"/>
                  </a:lnTo>
                  <a:lnTo>
                    <a:pt x="9888" y="21378"/>
                  </a:lnTo>
                  <a:lnTo>
                    <a:pt x="9837" y="21288"/>
                  </a:lnTo>
                  <a:lnTo>
                    <a:pt x="10293" y="20887"/>
                  </a:lnTo>
                  <a:lnTo>
                    <a:pt x="10496" y="20665"/>
                  </a:lnTo>
                  <a:lnTo>
                    <a:pt x="10698" y="20442"/>
                  </a:lnTo>
                  <a:lnTo>
                    <a:pt x="11509" y="20665"/>
                  </a:lnTo>
                  <a:lnTo>
                    <a:pt x="11661" y="20665"/>
                  </a:lnTo>
                  <a:lnTo>
                    <a:pt x="11813" y="20620"/>
                  </a:lnTo>
                  <a:lnTo>
                    <a:pt x="12068" y="20532"/>
                  </a:lnTo>
                  <a:lnTo>
                    <a:pt x="12321" y="20353"/>
                  </a:lnTo>
                  <a:lnTo>
                    <a:pt x="12575" y="20131"/>
                  </a:lnTo>
                  <a:lnTo>
                    <a:pt x="12727" y="19863"/>
                  </a:lnTo>
                  <a:lnTo>
                    <a:pt x="12828" y="19595"/>
                  </a:lnTo>
                  <a:lnTo>
                    <a:pt x="12879" y="19285"/>
                  </a:lnTo>
                  <a:lnTo>
                    <a:pt x="12828" y="19061"/>
                  </a:lnTo>
                  <a:lnTo>
                    <a:pt x="12727" y="18928"/>
                  </a:lnTo>
                  <a:lnTo>
                    <a:pt x="12676" y="18839"/>
                  </a:lnTo>
                  <a:lnTo>
                    <a:pt x="12777" y="18705"/>
                  </a:lnTo>
                  <a:lnTo>
                    <a:pt x="12929" y="18527"/>
                  </a:lnTo>
                  <a:lnTo>
                    <a:pt x="12980" y="18348"/>
                  </a:lnTo>
                  <a:lnTo>
                    <a:pt x="13031" y="18215"/>
                  </a:lnTo>
                  <a:lnTo>
                    <a:pt x="13132" y="18126"/>
                  </a:lnTo>
                  <a:lnTo>
                    <a:pt x="13234" y="18038"/>
                  </a:lnTo>
                  <a:lnTo>
                    <a:pt x="13234" y="17948"/>
                  </a:lnTo>
                  <a:lnTo>
                    <a:pt x="13183" y="17814"/>
                  </a:lnTo>
                  <a:lnTo>
                    <a:pt x="12980" y="17636"/>
                  </a:lnTo>
                  <a:lnTo>
                    <a:pt x="12777" y="17458"/>
                  </a:lnTo>
                  <a:lnTo>
                    <a:pt x="12777" y="17058"/>
                  </a:lnTo>
                  <a:lnTo>
                    <a:pt x="12879" y="16612"/>
                  </a:lnTo>
                  <a:lnTo>
                    <a:pt x="13031" y="16212"/>
                  </a:lnTo>
                  <a:lnTo>
                    <a:pt x="13183" y="15855"/>
                  </a:lnTo>
                  <a:lnTo>
                    <a:pt x="13436" y="15499"/>
                  </a:lnTo>
                  <a:lnTo>
                    <a:pt x="13690" y="15142"/>
                  </a:lnTo>
                  <a:lnTo>
                    <a:pt x="14247" y="14429"/>
                  </a:lnTo>
                  <a:lnTo>
                    <a:pt x="14907" y="13761"/>
                  </a:lnTo>
                  <a:lnTo>
                    <a:pt x="15617" y="13138"/>
                  </a:lnTo>
                  <a:lnTo>
                    <a:pt x="16275" y="12514"/>
                  </a:lnTo>
                  <a:lnTo>
                    <a:pt x="16834" y="11847"/>
                  </a:lnTo>
                  <a:lnTo>
                    <a:pt x="17087" y="11535"/>
                  </a:lnTo>
                  <a:lnTo>
                    <a:pt x="17341" y="11179"/>
                  </a:lnTo>
                  <a:lnTo>
                    <a:pt x="17493" y="10867"/>
                  </a:lnTo>
                  <a:lnTo>
                    <a:pt x="17696" y="10510"/>
                  </a:lnTo>
                  <a:lnTo>
                    <a:pt x="17797" y="10154"/>
                  </a:lnTo>
                  <a:lnTo>
                    <a:pt x="17898" y="9753"/>
                  </a:lnTo>
                  <a:lnTo>
                    <a:pt x="17949" y="9396"/>
                  </a:lnTo>
                  <a:lnTo>
                    <a:pt x="18000" y="9041"/>
                  </a:lnTo>
                  <a:lnTo>
                    <a:pt x="18000" y="8283"/>
                  </a:lnTo>
                  <a:lnTo>
                    <a:pt x="17848" y="7570"/>
                  </a:lnTo>
                  <a:lnTo>
                    <a:pt x="17594" y="6814"/>
                  </a:lnTo>
                  <a:lnTo>
                    <a:pt x="17189" y="6101"/>
                  </a:lnTo>
                  <a:lnTo>
                    <a:pt x="16935" y="5789"/>
                  </a:lnTo>
                  <a:lnTo>
                    <a:pt x="16682" y="5433"/>
                  </a:lnTo>
                  <a:lnTo>
                    <a:pt x="16378" y="5166"/>
                  </a:lnTo>
                  <a:lnTo>
                    <a:pt x="16074" y="4854"/>
                  </a:lnTo>
                  <a:lnTo>
                    <a:pt x="15718" y="4631"/>
                  </a:lnTo>
                  <a:lnTo>
                    <a:pt x="15363" y="4364"/>
                  </a:lnTo>
                  <a:lnTo>
                    <a:pt x="14603" y="3963"/>
                  </a:lnTo>
                  <a:lnTo>
                    <a:pt x="13791" y="3651"/>
                  </a:lnTo>
                  <a:lnTo>
                    <a:pt x="12929" y="3429"/>
                  </a:lnTo>
                  <a:lnTo>
                    <a:pt x="12016" y="3295"/>
                  </a:lnTo>
                  <a:lnTo>
                    <a:pt x="11104" y="325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156" name="Google Shape;369;p7"/>
            <p:cNvSpPr/>
            <p:nvPr/>
          </p:nvSpPr>
          <p:spPr>
            <a:xfrm>
              <a:off x="292327" y="2255958"/>
              <a:ext cx="244980" cy="53486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732" y="195"/>
                  </a:moveTo>
                  <a:lnTo>
                    <a:pt x="9411" y="588"/>
                  </a:lnTo>
                  <a:lnTo>
                    <a:pt x="9195" y="979"/>
                  </a:lnTo>
                  <a:lnTo>
                    <a:pt x="9090" y="1812"/>
                  </a:lnTo>
                  <a:lnTo>
                    <a:pt x="8982" y="3967"/>
                  </a:lnTo>
                  <a:lnTo>
                    <a:pt x="9090" y="5976"/>
                  </a:lnTo>
                  <a:lnTo>
                    <a:pt x="9090" y="7444"/>
                  </a:lnTo>
                  <a:lnTo>
                    <a:pt x="9195" y="7641"/>
                  </a:lnTo>
                  <a:lnTo>
                    <a:pt x="9411" y="7837"/>
                  </a:lnTo>
                  <a:lnTo>
                    <a:pt x="9516" y="7885"/>
                  </a:lnTo>
                  <a:lnTo>
                    <a:pt x="9732" y="7934"/>
                  </a:lnTo>
                  <a:lnTo>
                    <a:pt x="9836" y="7934"/>
                  </a:lnTo>
                  <a:lnTo>
                    <a:pt x="10052" y="7837"/>
                  </a:lnTo>
                  <a:lnTo>
                    <a:pt x="10160" y="7690"/>
                  </a:lnTo>
                  <a:lnTo>
                    <a:pt x="10265" y="7542"/>
                  </a:lnTo>
                  <a:lnTo>
                    <a:pt x="10265" y="6122"/>
                  </a:lnTo>
                  <a:lnTo>
                    <a:pt x="10160" y="3967"/>
                  </a:lnTo>
                  <a:lnTo>
                    <a:pt x="10265" y="2007"/>
                  </a:lnTo>
                  <a:lnTo>
                    <a:pt x="10265" y="1078"/>
                  </a:lnTo>
                  <a:lnTo>
                    <a:pt x="10160" y="636"/>
                  </a:lnTo>
                  <a:lnTo>
                    <a:pt x="9944" y="391"/>
                  </a:lnTo>
                  <a:lnTo>
                    <a:pt x="9836" y="195"/>
                  </a:lnTo>
                  <a:close/>
                  <a:moveTo>
                    <a:pt x="5026" y="0"/>
                  </a:moveTo>
                  <a:lnTo>
                    <a:pt x="4918" y="48"/>
                  </a:lnTo>
                  <a:lnTo>
                    <a:pt x="4705" y="195"/>
                  </a:lnTo>
                  <a:lnTo>
                    <a:pt x="4598" y="391"/>
                  </a:lnTo>
                  <a:lnTo>
                    <a:pt x="4490" y="832"/>
                  </a:lnTo>
                  <a:lnTo>
                    <a:pt x="4598" y="1713"/>
                  </a:lnTo>
                  <a:lnTo>
                    <a:pt x="4705" y="3868"/>
                  </a:lnTo>
                  <a:lnTo>
                    <a:pt x="5026" y="8326"/>
                  </a:lnTo>
                  <a:lnTo>
                    <a:pt x="5131" y="8473"/>
                  </a:lnTo>
                  <a:lnTo>
                    <a:pt x="5239" y="8522"/>
                  </a:lnTo>
                  <a:lnTo>
                    <a:pt x="5455" y="8571"/>
                  </a:lnTo>
                  <a:lnTo>
                    <a:pt x="5667" y="8619"/>
                  </a:lnTo>
                  <a:lnTo>
                    <a:pt x="5880" y="8571"/>
                  </a:lnTo>
                  <a:lnTo>
                    <a:pt x="6096" y="8522"/>
                  </a:lnTo>
                  <a:lnTo>
                    <a:pt x="6309" y="8473"/>
                  </a:lnTo>
                  <a:lnTo>
                    <a:pt x="6309" y="7934"/>
                  </a:lnTo>
                  <a:lnTo>
                    <a:pt x="5988" y="4015"/>
                  </a:lnTo>
                  <a:lnTo>
                    <a:pt x="5775" y="1860"/>
                  </a:lnTo>
                  <a:lnTo>
                    <a:pt x="5667" y="782"/>
                  </a:lnTo>
                  <a:lnTo>
                    <a:pt x="5560" y="391"/>
                  </a:lnTo>
                  <a:lnTo>
                    <a:pt x="5455" y="195"/>
                  </a:lnTo>
                  <a:lnTo>
                    <a:pt x="5131" y="48"/>
                  </a:lnTo>
                  <a:lnTo>
                    <a:pt x="5026" y="0"/>
                  </a:lnTo>
                  <a:close/>
                  <a:moveTo>
                    <a:pt x="14437" y="244"/>
                  </a:moveTo>
                  <a:lnTo>
                    <a:pt x="14221" y="294"/>
                  </a:lnTo>
                  <a:lnTo>
                    <a:pt x="14116" y="342"/>
                  </a:lnTo>
                  <a:lnTo>
                    <a:pt x="14116" y="441"/>
                  </a:lnTo>
                  <a:lnTo>
                    <a:pt x="13900" y="1469"/>
                  </a:lnTo>
                  <a:lnTo>
                    <a:pt x="13796" y="2546"/>
                  </a:lnTo>
                  <a:lnTo>
                    <a:pt x="13796" y="6857"/>
                  </a:lnTo>
                  <a:lnTo>
                    <a:pt x="13688" y="7837"/>
                  </a:lnTo>
                  <a:lnTo>
                    <a:pt x="13688" y="8375"/>
                  </a:lnTo>
                  <a:lnTo>
                    <a:pt x="13900" y="8865"/>
                  </a:lnTo>
                  <a:lnTo>
                    <a:pt x="14008" y="8963"/>
                  </a:lnTo>
                  <a:lnTo>
                    <a:pt x="14329" y="9012"/>
                  </a:lnTo>
                  <a:lnTo>
                    <a:pt x="14650" y="8963"/>
                  </a:lnTo>
                  <a:lnTo>
                    <a:pt x="14865" y="8865"/>
                  </a:lnTo>
                  <a:lnTo>
                    <a:pt x="15078" y="8375"/>
                  </a:lnTo>
                  <a:lnTo>
                    <a:pt x="15078" y="7837"/>
                  </a:lnTo>
                  <a:lnTo>
                    <a:pt x="14970" y="6857"/>
                  </a:lnTo>
                  <a:lnTo>
                    <a:pt x="14970" y="4702"/>
                  </a:lnTo>
                  <a:lnTo>
                    <a:pt x="15078" y="2546"/>
                  </a:lnTo>
                  <a:lnTo>
                    <a:pt x="14970" y="1518"/>
                  </a:lnTo>
                  <a:lnTo>
                    <a:pt x="14865" y="441"/>
                  </a:lnTo>
                  <a:lnTo>
                    <a:pt x="14865" y="342"/>
                  </a:lnTo>
                  <a:lnTo>
                    <a:pt x="14758" y="294"/>
                  </a:lnTo>
                  <a:lnTo>
                    <a:pt x="14437" y="244"/>
                  </a:lnTo>
                  <a:close/>
                  <a:moveTo>
                    <a:pt x="18285" y="3575"/>
                  </a:moveTo>
                  <a:lnTo>
                    <a:pt x="18285" y="3624"/>
                  </a:lnTo>
                  <a:lnTo>
                    <a:pt x="18072" y="4015"/>
                  </a:lnTo>
                  <a:lnTo>
                    <a:pt x="17965" y="4408"/>
                  </a:lnTo>
                  <a:lnTo>
                    <a:pt x="17860" y="5240"/>
                  </a:lnTo>
                  <a:lnTo>
                    <a:pt x="17860" y="6906"/>
                  </a:lnTo>
                  <a:lnTo>
                    <a:pt x="17752" y="10236"/>
                  </a:lnTo>
                  <a:lnTo>
                    <a:pt x="17752" y="10530"/>
                  </a:lnTo>
                  <a:lnTo>
                    <a:pt x="17860" y="10628"/>
                  </a:lnTo>
                  <a:lnTo>
                    <a:pt x="17965" y="10727"/>
                  </a:lnTo>
                  <a:lnTo>
                    <a:pt x="18180" y="10775"/>
                  </a:lnTo>
                  <a:lnTo>
                    <a:pt x="18606" y="10775"/>
                  </a:lnTo>
                  <a:lnTo>
                    <a:pt x="18822" y="10727"/>
                  </a:lnTo>
                  <a:lnTo>
                    <a:pt x="18927" y="10628"/>
                  </a:lnTo>
                  <a:lnTo>
                    <a:pt x="19034" y="10530"/>
                  </a:lnTo>
                  <a:lnTo>
                    <a:pt x="19034" y="5289"/>
                  </a:lnTo>
                  <a:lnTo>
                    <a:pt x="18927" y="4457"/>
                  </a:lnTo>
                  <a:lnTo>
                    <a:pt x="18822" y="4015"/>
                  </a:lnTo>
                  <a:lnTo>
                    <a:pt x="18606" y="3624"/>
                  </a:lnTo>
                  <a:lnTo>
                    <a:pt x="18501" y="3575"/>
                  </a:lnTo>
                  <a:close/>
                  <a:moveTo>
                    <a:pt x="9516" y="10530"/>
                  </a:moveTo>
                  <a:lnTo>
                    <a:pt x="8982" y="10824"/>
                  </a:lnTo>
                  <a:lnTo>
                    <a:pt x="8341" y="11070"/>
                  </a:lnTo>
                  <a:lnTo>
                    <a:pt x="7807" y="11217"/>
                  </a:lnTo>
                  <a:lnTo>
                    <a:pt x="7163" y="11314"/>
                  </a:lnTo>
                  <a:lnTo>
                    <a:pt x="7592" y="11070"/>
                  </a:lnTo>
                  <a:lnTo>
                    <a:pt x="8020" y="10873"/>
                  </a:lnTo>
                  <a:lnTo>
                    <a:pt x="8662" y="10677"/>
                  </a:lnTo>
                  <a:lnTo>
                    <a:pt x="9303" y="10580"/>
                  </a:lnTo>
                  <a:lnTo>
                    <a:pt x="9516" y="10530"/>
                  </a:lnTo>
                  <a:close/>
                  <a:moveTo>
                    <a:pt x="14008" y="12685"/>
                  </a:moveTo>
                  <a:lnTo>
                    <a:pt x="13154" y="12735"/>
                  </a:lnTo>
                  <a:lnTo>
                    <a:pt x="12618" y="12783"/>
                  </a:lnTo>
                  <a:lnTo>
                    <a:pt x="11868" y="12783"/>
                  </a:lnTo>
                  <a:lnTo>
                    <a:pt x="11868" y="12930"/>
                  </a:lnTo>
                  <a:lnTo>
                    <a:pt x="11976" y="13029"/>
                  </a:lnTo>
                  <a:lnTo>
                    <a:pt x="12084" y="13126"/>
                  </a:lnTo>
                  <a:lnTo>
                    <a:pt x="12297" y="13176"/>
                  </a:lnTo>
                  <a:lnTo>
                    <a:pt x="12513" y="13225"/>
                  </a:lnTo>
                  <a:lnTo>
                    <a:pt x="13046" y="13273"/>
                  </a:lnTo>
                  <a:lnTo>
                    <a:pt x="13580" y="13225"/>
                  </a:lnTo>
                  <a:lnTo>
                    <a:pt x="14008" y="13273"/>
                  </a:lnTo>
                  <a:lnTo>
                    <a:pt x="14437" y="13322"/>
                  </a:lnTo>
                  <a:lnTo>
                    <a:pt x="14865" y="13372"/>
                  </a:lnTo>
                  <a:lnTo>
                    <a:pt x="15291" y="13519"/>
                  </a:lnTo>
                  <a:lnTo>
                    <a:pt x="15507" y="13666"/>
                  </a:lnTo>
                  <a:lnTo>
                    <a:pt x="15828" y="13861"/>
                  </a:lnTo>
                  <a:lnTo>
                    <a:pt x="15933" y="14057"/>
                  </a:lnTo>
                  <a:lnTo>
                    <a:pt x="16040" y="14253"/>
                  </a:lnTo>
                  <a:lnTo>
                    <a:pt x="16148" y="14351"/>
                  </a:lnTo>
                  <a:lnTo>
                    <a:pt x="16361" y="14449"/>
                  </a:lnTo>
                  <a:lnTo>
                    <a:pt x="17002" y="14449"/>
                  </a:lnTo>
                  <a:lnTo>
                    <a:pt x="17218" y="14351"/>
                  </a:lnTo>
                  <a:lnTo>
                    <a:pt x="17323" y="14301"/>
                  </a:lnTo>
                  <a:lnTo>
                    <a:pt x="17431" y="14154"/>
                  </a:lnTo>
                  <a:lnTo>
                    <a:pt x="17218" y="13763"/>
                  </a:lnTo>
                  <a:lnTo>
                    <a:pt x="16790" y="13420"/>
                  </a:lnTo>
                  <a:lnTo>
                    <a:pt x="16253" y="13126"/>
                  </a:lnTo>
                  <a:lnTo>
                    <a:pt x="15612" y="12882"/>
                  </a:lnTo>
                  <a:lnTo>
                    <a:pt x="14865" y="12735"/>
                  </a:lnTo>
                  <a:lnTo>
                    <a:pt x="14008" y="12685"/>
                  </a:lnTo>
                  <a:close/>
                  <a:moveTo>
                    <a:pt x="14221" y="11412"/>
                  </a:moveTo>
                  <a:lnTo>
                    <a:pt x="14970" y="11510"/>
                  </a:lnTo>
                  <a:lnTo>
                    <a:pt x="15720" y="11657"/>
                  </a:lnTo>
                  <a:lnTo>
                    <a:pt x="16469" y="11852"/>
                  </a:lnTo>
                  <a:lnTo>
                    <a:pt x="17218" y="12098"/>
                  </a:lnTo>
                  <a:lnTo>
                    <a:pt x="17752" y="12342"/>
                  </a:lnTo>
                  <a:lnTo>
                    <a:pt x="18393" y="12636"/>
                  </a:lnTo>
                  <a:lnTo>
                    <a:pt x="18822" y="12930"/>
                  </a:lnTo>
                  <a:lnTo>
                    <a:pt x="19247" y="13273"/>
                  </a:lnTo>
                  <a:lnTo>
                    <a:pt x="19571" y="13616"/>
                  </a:lnTo>
                  <a:lnTo>
                    <a:pt x="19784" y="14007"/>
                  </a:lnTo>
                  <a:lnTo>
                    <a:pt x="19997" y="14351"/>
                  </a:lnTo>
                  <a:lnTo>
                    <a:pt x="20212" y="14791"/>
                  </a:lnTo>
                  <a:lnTo>
                    <a:pt x="20212" y="16016"/>
                  </a:lnTo>
                  <a:lnTo>
                    <a:pt x="19892" y="16849"/>
                  </a:lnTo>
                  <a:lnTo>
                    <a:pt x="19463" y="17633"/>
                  </a:lnTo>
                  <a:lnTo>
                    <a:pt x="19034" y="18024"/>
                  </a:lnTo>
                  <a:lnTo>
                    <a:pt x="18606" y="18417"/>
                  </a:lnTo>
                  <a:lnTo>
                    <a:pt x="18393" y="18612"/>
                  </a:lnTo>
                  <a:lnTo>
                    <a:pt x="17965" y="18760"/>
                  </a:lnTo>
                  <a:lnTo>
                    <a:pt x="17218" y="19054"/>
                  </a:lnTo>
                  <a:lnTo>
                    <a:pt x="16148" y="19395"/>
                  </a:lnTo>
                  <a:lnTo>
                    <a:pt x="15078" y="19837"/>
                  </a:lnTo>
                  <a:lnTo>
                    <a:pt x="14650" y="19984"/>
                  </a:lnTo>
                  <a:lnTo>
                    <a:pt x="13580" y="20278"/>
                  </a:lnTo>
                  <a:lnTo>
                    <a:pt x="14008" y="19837"/>
                  </a:lnTo>
                  <a:lnTo>
                    <a:pt x="14329" y="19542"/>
                  </a:lnTo>
                  <a:lnTo>
                    <a:pt x="14437" y="19347"/>
                  </a:lnTo>
                  <a:lnTo>
                    <a:pt x="14542" y="19200"/>
                  </a:lnTo>
                  <a:lnTo>
                    <a:pt x="14437" y="19054"/>
                  </a:lnTo>
                  <a:lnTo>
                    <a:pt x="14329" y="18907"/>
                  </a:lnTo>
                  <a:lnTo>
                    <a:pt x="14116" y="18857"/>
                  </a:lnTo>
                  <a:lnTo>
                    <a:pt x="13580" y="18857"/>
                  </a:lnTo>
                  <a:lnTo>
                    <a:pt x="13367" y="18907"/>
                  </a:lnTo>
                  <a:lnTo>
                    <a:pt x="13259" y="19004"/>
                  </a:lnTo>
                  <a:lnTo>
                    <a:pt x="13154" y="19151"/>
                  </a:lnTo>
                  <a:lnTo>
                    <a:pt x="13259" y="19298"/>
                  </a:lnTo>
                  <a:lnTo>
                    <a:pt x="13154" y="19395"/>
                  </a:lnTo>
                  <a:lnTo>
                    <a:pt x="12938" y="19739"/>
                  </a:lnTo>
                  <a:lnTo>
                    <a:pt x="12726" y="20032"/>
                  </a:lnTo>
                  <a:lnTo>
                    <a:pt x="12618" y="20376"/>
                  </a:lnTo>
                  <a:lnTo>
                    <a:pt x="12726" y="20473"/>
                  </a:lnTo>
                  <a:lnTo>
                    <a:pt x="12513" y="20522"/>
                  </a:lnTo>
                  <a:lnTo>
                    <a:pt x="11656" y="20669"/>
                  </a:lnTo>
                  <a:lnTo>
                    <a:pt x="10586" y="20816"/>
                  </a:lnTo>
                  <a:lnTo>
                    <a:pt x="11122" y="20473"/>
                  </a:lnTo>
                  <a:lnTo>
                    <a:pt x="11976" y="19689"/>
                  </a:lnTo>
                  <a:lnTo>
                    <a:pt x="11976" y="19494"/>
                  </a:lnTo>
                  <a:lnTo>
                    <a:pt x="11868" y="19395"/>
                  </a:lnTo>
                  <a:lnTo>
                    <a:pt x="11764" y="19347"/>
                  </a:lnTo>
                  <a:lnTo>
                    <a:pt x="11548" y="19298"/>
                  </a:lnTo>
                  <a:lnTo>
                    <a:pt x="11335" y="19298"/>
                  </a:lnTo>
                  <a:lnTo>
                    <a:pt x="11122" y="19347"/>
                  </a:lnTo>
                  <a:lnTo>
                    <a:pt x="11014" y="19445"/>
                  </a:lnTo>
                  <a:lnTo>
                    <a:pt x="10160" y="20229"/>
                  </a:lnTo>
                  <a:lnTo>
                    <a:pt x="9732" y="20572"/>
                  </a:lnTo>
                  <a:lnTo>
                    <a:pt x="9411" y="20914"/>
                  </a:lnTo>
                  <a:lnTo>
                    <a:pt x="8449" y="20963"/>
                  </a:lnTo>
                  <a:lnTo>
                    <a:pt x="7379" y="20866"/>
                  </a:lnTo>
                  <a:lnTo>
                    <a:pt x="8020" y="20572"/>
                  </a:lnTo>
                  <a:lnTo>
                    <a:pt x="8554" y="20278"/>
                  </a:lnTo>
                  <a:lnTo>
                    <a:pt x="9090" y="19885"/>
                  </a:lnTo>
                  <a:lnTo>
                    <a:pt x="9516" y="19494"/>
                  </a:lnTo>
                  <a:lnTo>
                    <a:pt x="9732" y="19494"/>
                  </a:lnTo>
                  <a:lnTo>
                    <a:pt x="9836" y="19395"/>
                  </a:lnTo>
                  <a:lnTo>
                    <a:pt x="9944" y="19347"/>
                  </a:lnTo>
                  <a:lnTo>
                    <a:pt x="10052" y="19200"/>
                  </a:lnTo>
                  <a:lnTo>
                    <a:pt x="9944" y="19151"/>
                  </a:lnTo>
                  <a:lnTo>
                    <a:pt x="9944" y="19054"/>
                  </a:lnTo>
                  <a:lnTo>
                    <a:pt x="9732" y="19004"/>
                  </a:lnTo>
                  <a:lnTo>
                    <a:pt x="9411" y="18955"/>
                  </a:lnTo>
                  <a:lnTo>
                    <a:pt x="9195" y="18955"/>
                  </a:lnTo>
                  <a:lnTo>
                    <a:pt x="8874" y="19004"/>
                  </a:lnTo>
                  <a:lnTo>
                    <a:pt x="8554" y="19200"/>
                  </a:lnTo>
                  <a:lnTo>
                    <a:pt x="8020" y="19592"/>
                  </a:lnTo>
                  <a:lnTo>
                    <a:pt x="7271" y="20131"/>
                  </a:lnTo>
                  <a:lnTo>
                    <a:pt x="6522" y="20620"/>
                  </a:lnTo>
                  <a:lnTo>
                    <a:pt x="6417" y="20767"/>
                  </a:lnTo>
                  <a:lnTo>
                    <a:pt x="5560" y="20522"/>
                  </a:lnTo>
                  <a:lnTo>
                    <a:pt x="4705" y="20278"/>
                  </a:lnTo>
                  <a:lnTo>
                    <a:pt x="5131" y="20131"/>
                  </a:lnTo>
                  <a:lnTo>
                    <a:pt x="5455" y="19984"/>
                  </a:lnTo>
                  <a:lnTo>
                    <a:pt x="6522" y="19445"/>
                  </a:lnTo>
                  <a:lnTo>
                    <a:pt x="7484" y="18955"/>
                  </a:lnTo>
                  <a:lnTo>
                    <a:pt x="7912" y="18661"/>
                  </a:lnTo>
                  <a:lnTo>
                    <a:pt x="8128" y="18367"/>
                  </a:lnTo>
                  <a:lnTo>
                    <a:pt x="8128" y="18270"/>
                  </a:lnTo>
                  <a:lnTo>
                    <a:pt x="8020" y="18171"/>
                  </a:lnTo>
                  <a:lnTo>
                    <a:pt x="7700" y="18171"/>
                  </a:lnTo>
                  <a:lnTo>
                    <a:pt x="7058" y="18318"/>
                  </a:lnTo>
                  <a:lnTo>
                    <a:pt x="6522" y="18514"/>
                  </a:lnTo>
                  <a:lnTo>
                    <a:pt x="5667" y="19004"/>
                  </a:lnTo>
                  <a:lnTo>
                    <a:pt x="4598" y="19592"/>
                  </a:lnTo>
                  <a:lnTo>
                    <a:pt x="4385" y="19788"/>
                  </a:lnTo>
                  <a:lnTo>
                    <a:pt x="4169" y="20032"/>
                  </a:lnTo>
                  <a:lnTo>
                    <a:pt x="3315" y="19542"/>
                  </a:lnTo>
                  <a:lnTo>
                    <a:pt x="4277" y="19102"/>
                  </a:lnTo>
                  <a:lnTo>
                    <a:pt x="5131" y="18612"/>
                  </a:lnTo>
                  <a:lnTo>
                    <a:pt x="6737" y="17633"/>
                  </a:lnTo>
                  <a:lnTo>
                    <a:pt x="6737" y="17436"/>
                  </a:lnTo>
                  <a:lnTo>
                    <a:pt x="6522" y="17290"/>
                  </a:lnTo>
                  <a:lnTo>
                    <a:pt x="6417" y="17240"/>
                  </a:lnTo>
                  <a:lnTo>
                    <a:pt x="5988" y="17240"/>
                  </a:lnTo>
                  <a:lnTo>
                    <a:pt x="5775" y="17290"/>
                  </a:lnTo>
                  <a:lnTo>
                    <a:pt x="4169" y="18220"/>
                  </a:lnTo>
                  <a:lnTo>
                    <a:pt x="3528" y="18710"/>
                  </a:lnTo>
                  <a:lnTo>
                    <a:pt x="2886" y="19200"/>
                  </a:lnTo>
                  <a:lnTo>
                    <a:pt x="2458" y="18760"/>
                  </a:lnTo>
                  <a:lnTo>
                    <a:pt x="2032" y="18318"/>
                  </a:lnTo>
                  <a:lnTo>
                    <a:pt x="2994" y="17927"/>
                  </a:lnTo>
                  <a:lnTo>
                    <a:pt x="3956" y="17486"/>
                  </a:lnTo>
                  <a:lnTo>
                    <a:pt x="5455" y="16605"/>
                  </a:lnTo>
                  <a:lnTo>
                    <a:pt x="5560" y="16506"/>
                  </a:lnTo>
                  <a:lnTo>
                    <a:pt x="5560" y="16408"/>
                  </a:lnTo>
                  <a:lnTo>
                    <a:pt x="5455" y="16309"/>
                  </a:lnTo>
                  <a:lnTo>
                    <a:pt x="5347" y="16261"/>
                  </a:lnTo>
                  <a:lnTo>
                    <a:pt x="5131" y="16212"/>
                  </a:lnTo>
                  <a:lnTo>
                    <a:pt x="4918" y="16163"/>
                  </a:lnTo>
                  <a:lnTo>
                    <a:pt x="4705" y="16163"/>
                  </a:lnTo>
                  <a:lnTo>
                    <a:pt x="4490" y="16261"/>
                  </a:lnTo>
                  <a:lnTo>
                    <a:pt x="3102" y="16996"/>
                  </a:lnTo>
                  <a:lnTo>
                    <a:pt x="2353" y="17387"/>
                  </a:lnTo>
                  <a:lnTo>
                    <a:pt x="1816" y="17829"/>
                  </a:lnTo>
                  <a:lnTo>
                    <a:pt x="1711" y="17633"/>
                  </a:lnTo>
                  <a:lnTo>
                    <a:pt x="1603" y="17192"/>
                  </a:lnTo>
                  <a:lnTo>
                    <a:pt x="2245" y="16898"/>
                  </a:lnTo>
                  <a:lnTo>
                    <a:pt x="2994" y="16555"/>
                  </a:lnTo>
                  <a:lnTo>
                    <a:pt x="3848" y="16115"/>
                  </a:lnTo>
                  <a:lnTo>
                    <a:pt x="4277" y="15869"/>
                  </a:lnTo>
                  <a:lnTo>
                    <a:pt x="4385" y="15722"/>
                  </a:lnTo>
                  <a:lnTo>
                    <a:pt x="4385" y="15478"/>
                  </a:lnTo>
                  <a:lnTo>
                    <a:pt x="4277" y="15428"/>
                  </a:lnTo>
                  <a:lnTo>
                    <a:pt x="4064" y="15379"/>
                  </a:lnTo>
                  <a:lnTo>
                    <a:pt x="3956" y="15428"/>
                  </a:lnTo>
                  <a:lnTo>
                    <a:pt x="3423" y="15527"/>
                  </a:lnTo>
                  <a:lnTo>
                    <a:pt x="2994" y="15722"/>
                  </a:lnTo>
                  <a:lnTo>
                    <a:pt x="2245" y="16163"/>
                  </a:lnTo>
                  <a:lnTo>
                    <a:pt x="1496" y="16605"/>
                  </a:lnTo>
                  <a:lnTo>
                    <a:pt x="1496" y="15918"/>
                  </a:lnTo>
                  <a:lnTo>
                    <a:pt x="1816" y="15771"/>
                  </a:lnTo>
                  <a:lnTo>
                    <a:pt x="2137" y="15624"/>
                  </a:lnTo>
                  <a:lnTo>
                    <a:pt x="2353" y="15331"/>
                  </a:lnTo>
                  <a:lnTo>
                    <a:pt x="2886" y="15281"/>
                  </a:lnTo>
                  <a:lnTo>
                    <a:pt x="3315" y="15232"/>
                  </a:lnTo>
                  <a:lnTo>
                    <a:pt x="3635" y="15085"/>
                  </a:lnTo>
                  <a:lnTo>
                    <a:pt x="3956" y="14938"/>
                  </a:lnTo>
                  <a:lnTo>
                    <a:pt x="4277" y="14791"/>
                  </a:lnTo>
                  <a:lnTo>
                    <a:pt x="4385" y="14596"/>
                  </a:lnTo>
                  <a:lnTo>
                    <a:pt x="4385" y="14400"/>
                  </a:lnTo>
                  <a:lnTo>
                    <a:pt x="4277" y="14301"/>
                  </a:lnTo>
                  <a:lnTo>
                    <a:pt x="4064" y="14253"/>
                  </a:lnTo>
                  <a:lnTo>
                    <a:pt x="3423" y="14253"/>
                  </a:lnTo>
                  <a:lnTo>
                    <a:pt x="3207" y="14351"/>
                  </a:lnTo>
                  <a:lnTo>
                    <a:pt x="3102" y="14449"/>
                  </a:lnTo>
                  <a:lnTo>
                    <a:pt x="2994" y="14596"/>
                  </a:lnTo>
                  <a:lnTo>
                    <a:pt x="2778" y="14694"/>
                  </a:lnTo>
                  <a:lnTo>
                    <a:pt x="2458" y="14743"/>
                  </a:lnTo>
                  <a:lnTo>
                    <a:pt x="2032" y="14791"/>
                  </a:lnTo>
                  <a:lnTo>
                    <a:pt x="2566" y="14400"/>
                  </a:lnTo>
                  <a:lnTo>
                    <a:pt x="2778" y="14253"/>
                  </a:lnTo>
                  <a:lnTo>
                    <a:pt x="3207" y="14106"/>
                  </a:lnTo>
                  <a:lnTo>
                    <a:pt x="3528" y="13959"/>
                  </a:lnTo>
                  <a:lnTo>
                    <a:pt x="4064" y="13910"/>
                  </a:lnTo>
                  <a:lnTo>
                    <a:pt x="4490" y="13812"/>
                  </a:lnTo>
                  <a:lnTo>
                    <a:pt x="5026" y="13812"/>
                  </a:lnTo>
                  <a:lnTo>
                    <a:pt x="6096" y="13763"/>
                  </a:lnTo>
                  <a:lnTo>
                    <a:pt x="7058" y="13714"/>
                  </a:lnTo>
                  <a:lnTo>
                    <a:pt x="7912" y="13567"/>
                  </a:lnTo>
                  <a:lnTo>
                    <a:pt x="8769" y="13322"/>
                  </a:lnTo>
                  <a:lnTo>
                    <a:pt x="9411" y="12979"/>
                  </a:lnTo>
                  <a:lnTo>
                    <a:pt x="9944" y="12636"/>
                  </a:lnTo>
                  <a:lnTo>
                    <a:pt x="10373" y="12245"/>
                  </a:lnTo>
                  <a:lnTo>
                    <a:pt x="10801" y="11804"/>
                  </a:lnTo>
                  <a:lnTo>
                    <a:pt x="10801" y="11705"/>
                  </a:lnTo>
                  <a:lnTo>
                    <a:pt x="11443" y="11657"/>
                  </a:lnTo>
                  <a:lnTo>
                    <a:pt x="12084" y="11558"/>
                  </a:lnTo>
                  <a:lnTo>
                    <a:pt x="12726" y="11461"/>
                  </a:lnTo>
                  <a:lnTo>
                    <a:pt x="13367" y="11412"/>
                  </a:lnTo>
                  <a:close/>
                  <a:moveTo>
                    <a:pt x="9516" y="9992"/>
                  </a:moveTo>
                  <a:lnTo>
                    <a:pt x="8769" y="10090"/>
                  </a:lnTo>
                  <a:lnTo>
                    <a:pt x="8128" y="10286"/>
                  </a:lnTo>
                  <a:lnTo>
                    <a:pt x="7484" y="10481"/>
                  </a:lnTo>
                  <a:lnTo>
                    <a:pt x="7058" y="10677"/>
                  </a:lnTo>
                  <a:lnTo>
                    <a:pt x="6630" y="10922"/>
                  </a:lnTo>
                  <a:lnTo>
                    <a:pt x="6309" y="11167"/>
                  </a:lnTo>
                  <a:lnTo>
                    <a:pt x="6096" y="11461"/>
                  </a:lnTo>
                  <a:lnTo>
                    <a:pt x="5880" y="11020"/>
                  </a:lnTo>
                  <a:lnTo>
                    <a:pt x="5667" y="10580"/>
                  </a:lnTo>
                  <a:lnTo>
                    <a:pt x="5455" y="10481"/>
                  </a:lnTo>
                  <a:lnTo>
                    <a:pt x="5347" y="10481"/>
                  </a:lnTo>
                  <a:lnTo>
                    <a:pt x="5131" y="10530"/>
                  </a:lnTo>
                  <a:lnTo>
                    <a:pt x="4918" y="10677"/>
                  </a:lnTo>
                  <a:lnTo>
                    <a:pt x="4810" y="10824"/>
                  </a:lnTo>
                  <a:lnTo>
                    <a:pt x="4705" y="11167"/>
                  </a:lnTo>
                  <a:lnTo>
                    <a:pt x="4810" y="11558"/>
                  </a:lnTo>
                  <a:lnTo>
                    <a:pt x="5026" y="11902"/>
                  </a:lnTo>
                  <a:lnTo>
                    <a:pt x="5455" y="12294"/>
                  </a:lnTo>
                  <a:lnTo>
                    <a:pt x="5988" y="12588"/>
                  </a:lnTo>
                  <a:lnTo>
                    <a:pt x="6630" y="12832"/>
                  </a:lnTo>
                  <a:lnTo>
                    <a:pt x="7271" y="13029"/>
                  </a:lnTo>
                  <a:lnTo>
                    <a:pt x="6737" y="13126"/>
                  </a:lnTo>
                  <a:lnTo>
                    <a:pt x="6201" y="13176"/>
                  </a:lnTo>
                  <a:lnTo>
                    <a:pt x="4918" y="13176"/>
                  </a:lnTo>
                  <a:lnTo>
                    <a:pt x="4277" y="13225"/>
                  </a:lnTo>
                  <a:lnTo>
                    <a:pt x="3635" y="13273"/>
                  </a:lnTo>
                  <a:lnTo>
                    <a:pt x="3102" y="13372"/>
                  </a:lnTo>
                  <a:lnTo>
                    <a:pt x="2566" y="13519"/>
                  </a:lnTo>
                  <a:lnTo>
                    <a:pt x="1711" y="13861"/>
                  </a:lnTo>
                  <a:lnTo>
                    <a:pt x="1283" y="14057"/>
                  </a:lnTo>
                  <a:lnTo>
                    <a:pt x="962" y="14301"/>
                  </a:lnTo>
                  <a:lnTo>
                    <a:pt x="641" y="14596"/>
                  </a:lnTo>
                  <a:lnTo>
                    <a:pt x="426" y="14841"/>
                  </a:lnTo>
                  <a:lnTo>
                    <a:pt x="105" y="15478"/>
                  </a:lnTo>
                  <a:lnTo>
                    <a:pt x="0" y="16115"/>
                  </a:lnTo>
                  <a:lnTo>
                    <a:pt x="0" y="16751"/>
                  </a:lnTo>
                  <a:lnTo>
                    <a:pt x="213" y="17387"/>
                  </a:lnTo>
                  <a:lnTo>
                    <a:pt x="426" y="17976"/>
                  </a:lnTo>
                  <a:lnTo>
                    <a:pt x="749" y="18564"/>
                  </a:lnTo>
                  <a:lnTo>
                    <a:pt x="1175" y="19054"/>
                  </a:lnTo>
                  <a:lnTo>
                    <a:pt x="1711" y="19592"/>
                  </a:lnTo>
                  <a:lnTo>
                    <a:pt x="2458" y="20082"/>
                  </a:lnTo>
                  <a:lnTo>
                    <a:pt x="3207" y="20473"/>
                  </a:lnTo>
                  <a:lnTo>
                    <a:pt x="4169" y="20866"/>
                  </a:lnTo>
                  <a:lnTo>
                    <a:pt x="5131" y="21159"/>
                  </a:lnTo>
                  <a:lnTo>
                    <a:pt x="6309" y="21404"/>
                  </a:lnTo>
                  <a:lnTo>
                    <a:pt x="7484" y="21551"/>
                  </a:lnTo>
                  <a:lnTo>
                    <a:pt x="8128" y="21600"/>
                  </a:lnTo>
                  <a:lnTo>
                    <a:pt x="8769" y="21600"/>
                  </a:lnTo>
                  <a:lnTo>
                    <a:pt x="10160" y="21551"/>
                  </a:lnTo>
                  <a:lnTo>
                    <a:pt x="11443" y="21404"/>
                  </a:lnTo>
                  <a:lnTo>
                    <a:pt x="12618" y="21209"/>
                  </a:lnTo>
                  <a:lnTo>
                    <a:pt x="13688" y="20963"/>
                  </a:lnTo>
                  <a:lnTo>
                    <a:pt x="14865" y="20719"/>
                  </a:lnTo>
                  <a:lnTo>
                    <a:pt x="15828" y="20425"/>
                  </a:lnTo>
                  <a:lnTo>
                    <a:pt x="16361" y="20229"/>
                  </a:lnTo>
                  <a:lnTo>
                    <a:pt x="16682" y="20032"/>
                  </a:lnTo>
                  <a:lnTo>
                    <a:pt x="18393" y="19347"/>
                  </a:lnTo>
                  <a:lnTo>
                    <a:pt x="19142" y="19054"/>
                  </a:lnTo>
                  <a:lnTo>
                    <a:pt x="19571" y="18907"/>
                  </a:lnTo>
                  <a:lnTo>
                    <a:pt x="19784" y="18710"/>
                  </a:lnTo>
                  <a:lnTo>
                    <a:pt x="20317" y="18270"/>
                  </a:lnTo>
                  <a:lnTo>
                    <a:pt x="20746" y="17780"/>
                  </a:lnTo>
                  <a:lnTo>
                    <a:pt x="21066" y="17290"/>
                  </a:lnTo>
                  <a:lnTo>
                    <a:pt x="21279" y="16849"/>
                  </a:lnTo>
                  <a:lnTo>
                    <a:pt x="21495" y="16359"/>
                  </a:lnTo>
                  <a:lnTo>
                    <a:pt x="21600" y="15869"/>
                  </a:lnTo>
                  <a:lnTo>
                    <a:pt x="21600" y="15379"/>
                  </a:lnTo>
                  <a:lnTo>
                    <a:pt x="21495" y="14890"/>
                  </a:lnTo>
                  <a:lnTo>
                    <a:pt x="21387" y="14400"/>
                  </a:lnTo>
                  <a:lnTo>
                    <a:pt x="21174" y="13910"/>
                  </a:lnTo>
                  <a:lnTo>
                    <a:pt x="20854" y="13519"/>
                  </a:lnTo>
                  <a:lnTo>
                    <a:pt x="20425" y="13077"/>
                  </a:lnTo>
                  <a:lnTo>
                    <a:pt x="19997" y="12735"/>
                  </a:lnTo>
                  <a:lnTo>
                    <a:pt x="19463" y="12342"/>
                  </a:lnTo>
                  <a:lnTo>
                    <a:pt x="18822" y="11999"/>
                  </a:lnTo>
                  <a:lnTo>
                    <a:pt x="18180" y="11705"/>
                  </a:lnTo>
                  <a:lnTo>
                    <a:pt x="17431" y="11461"/>
                  </a:lnTo>
                  <a:lnTo>
                    <a:pt x="16574" y="11217"/>
                  </a:lnTo>
                  <a:lnTo>
                    <a:pt x="15720" y="11070"/>
                  </a:lnTo>
                  <a:lnTo>
                    <a:pt x="14865" y="10922"/>
                  </a:lnTo>
                  <a:lnTo>
                    <a:pt x="13900" y="10873"/>
                  </a:lnTo>
                  <a:lnTo>
                    <a:pt x="13046" y="10873"/>
                  </a:lnTo>
                  <a:lnTo>
                    <a:pt x="12297" y="10922"/>
                  </a:lnTo>
                  <a:lnTo>
                    <a:pt x="11443" y="11070"/>
                  </a:lnTo>
                  <a:lnTo>
                    <a:pt x="11122" y="11167"/>
                  </a:lnTo>
                  <a:lnTo>
                    <a:pt x="10801" y="11265"/>
                  </a:lnTo>
                  <a:lnTo>
                    <a:pt x="10586" y="11412"/>
                  </a:lnTo>
                  <a:lnTo>
                    <a:pt x="10373" y="11558"/>
                  </a:lnTo>
                  <a:lnTo>
                    <a:pt x="10373" y="11608"/>
                  </a:lnTo>
                  <a:lnTo>
                    <a:pt x="10265" y="11657"/>
                  </a:lnTo>
                  <a:lnTo>
                    <a:pt x="10160" y="11705"/>
                  </a:lnTo>
                  <a:lnTo>
                    <a:pt x="9303" y="12245"/>
                  </a:lnTo>
                  <a:lnTo>
                    <a:pt x="8769" y="12489"/>
                  </a:lnTo>
                  <a:lnTo>
                    <a:pt x="8233" y="12735"/>
                  </a:lnTo>
                  <a:lnTo>
                    <a:pt x="8128" y="12636"/>
                  </a:lnTo>
                  <a:lnTo>
                    <a:pt x="7163" y="12245"/>
                  </a:lnTo>
                  <a:lnTo>
                    <a:pt x="6842" y="12049"/>
                  </a:lnTo>
                  <a:lnTo>
                    <a:pt x="6417" y="11852"/>
                  </a:lnTo>
                  <a:lnTo>
                    <a:pt x="6630" y="11852"/>
                  </a:lnTo>
                  <a:lnTo>
                    <a:pt x="6737" y="11804"/>
                  </a:lnTo>
                  <a:lnTo>
                    <a:pt x="7379" y="11804"/>
                  </a:lnTo>
                  <a:lnTo>
                    <a:pt x="7912" y="11755"/>
                  </a:lnTo>
                  <a:lnTo>
                    <a:pt x="8449" y="11657"/>
                  </a:lnTo>
                  <a:lnTo>
                    <a:pt x="8874" y="11510"/>
                  </a:lnTo>
                  <a:lnTo>
                    <a:pt x="9516" y="11314"/>
                  </a:lnTo>
                  <a:lnTo>
                    <a:pt x="10160" y="11020"/>
                  </a:lnTo>
                  <a:lnTo>
                    <a:pt x="10694" y="10727"/>
                  </a:lnTo>
                  <a:lnTo>
                    <a:pt x="11122" y="10433"/>
                  </a:lnTo>
                  <a:lnTo>
                    <a:pt x="11227" y="10334"/>
                  </a:lnTo>
                  <a:lnTo>
                    <a:pt x="11227" y="10236"/>
                  </a:lnTo>
                  <a:lnTo>
                    <a:pt x="11014" y="10090"/>
                  </a:lnTo>
                  <a:lnTo>
                    <a:pt x="10694" y="9992"/>
                  </a:lnTo>
                  <a:lnTo>
                    <a:pt x="10481" y="9992"/>
                  </a:lnTo>
                  <a:lnTo>
                    <a:pt x="10265" y="10040"/>
                  </a:lnTo>
                  <a:lnTo>
                    <a:pt x="9944" y="9992"/>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157" name="Google Shape;370;p7"/>
            <p:cNvSpPr/>
            <p:nvPr/>
          </p:nvSpPr>
          <p:spPr>
            <a:xfrm>
              <a:off x="1057650" y="1502738"/>
              <a:ext cx="482716" cy="5918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522" y="5224"/>
                  </a:moveTo>
                  <a:lnTo>
                    <a:pt x="16065" y="5754"/>
                  </a:lnTo>
                  <a:lnTo>
                    <a:pt x="15847" y="5754"/>
                  </a:lnTo>
                  <a:lnTo>
                    <a:pt x="15847" y="5666"/>
                  </a:lnTo>
                  <a:lnTo>
                    <a:pt x="15793" y="5577"/>
                  </a:lnTo>
                  <a:lnTo>
                    <a:pt x="15739" y="5577"/>
                  </a:lnTo>
                  <a:lnTo>
                    <a:pt x="15685" y="5489"/>
                  </a:lnTo>
                  <a:lnTo>
                    <a:pt x="15630" y="5444"/>
                  </a:lnTo>
                  <a:lnTo>
                    <a:pt x="15467" y="5400"/>
                  </a:lnTo>
                  <a:lnTo>
                    <a:pt x="15304" y="5444"/>
                  </a:lnTo>
                  <a:lnTo>
                    <a:pt x="15250" y="5489"/>
                  </a:lnTo>
                  <a:lnTo>
                    <a:pt x="15196" y="5577"/>
                  </a:lnTo>
                  <a:lnTo>
                    <a:pt x="15196" y="5666"/>
                  </a:lnTo>
                  <a:lnTo>
                    <a:pt x="14871" y="5577"/>
                  </a:lnTo>
                  <a:lnTo>
                    <a:pt x="15522" y="5224"/>
                  </a:lnTo>
                  <a:close/>
                  <a:moveTo>
                    <a:pt x="10203" y="4160"/>
                  </a:moveTo>
                  <a:lnTo>
                    <a:pt x="10420" y="4205"/>
                  </a:lnTo>
                  <a:lnTo>
                    <a:pt x="10691" y="4250"/>
                  </a:lnTo>
                  <a:lnTo>
                    <a:pt x="10909" y="4338"/>
                  </a:lnTo>
                  <a:lnTo>
                    <a:pt x="11071" y="4471"/>
                  </a:lnTo>
                  <a:lnTo>
                    <a:pt x="11126" y="4603"/>
                  </a:lnTo>
                  <a:lnTo>
                    <a:pt x="11126" y="4693"/>
                  </a:lnTo>
                  <a:lnTo>
                    <a:pt x="11071" y="4825"/>
                  </a:lnTo>
                  <a:lnTo>
                    <a:pt x="11017" y="4958"/>
                  </a:lnTo>
                  <a:lnTo>
                    <a:pt x="10746" y="5179"/>
                  </a:lnTo>
                  <a:lnTo>
                    <a:pt x="10583" y="5356"/>
                  </a:lnTo>
                  <a:lnTo>
                    <a:pt x="10258" y="5710"/>
                  </a:lnTo>
                  <a:lnTo>
                    <a:pt x="9932" y="5975"/>
                  </a:lnTo>
                  <a:lnTo>
                    <a:pt x="9607" y="6153"/>
                  </a:lnTo>
                  <a:lnTo>
                    <a:pt x="9444" y="6197"/>
                  </a:lnTo>
                  <a:lnTo>
                    <a:pt x="9335" y="6197"/>
                  </a:lnTo>
                  <a:lnTo>
                    <a:pt x="9226" y="6108"/>
                  </a:lnTo>
                  <a:lnTo>
                    <a:pt x="9172" y="6020"/>
                  </a:lnTo>
                  <a:lnTo>
                    <a:pt x="9117" y="5799"/>
                  </a:lnTo>
                  <a:lnTo>
                    <a:pt x="9117" y="5002"/>
                  </a:lnTo>
                  <a:lnTo>
                    <a:pt x="9064" y="4338"/>
                  </a:lnTo>
                  <a:lnTo>
                    <a:pt x="9280" y="4250"/>
                  </a:lnTo>
                  <a:lnTo>
                    <a:pt x="9497" y="4205"/>
                  </a:lnTo>
                  <a:lnTo>
                    <a:pt x="9715" y="4160"/>
                  </a:lnTo>
                  <a:close/>
                  <a:moveTo>
                    <a:pt x="9552" y="3762"/>
                  </a:moveTo>
                  <a:lnTo>
                    <a:pt x="9226" y="3852"/>
                  </a:lnTo>
                  <a:lnTo>
                    <a:pt x="8901" y="3940"/>
                  </a:lnTo>
                  <a:lnTo>
                    <a:pt x="8629" y="4072"/>
                  </a:lnTo>
                  <a:lnTo>
                    <a:pt x="8466" y="4293"/>
                  </a:lnTo>
                  <a:lnTo>
                    <a:pt x="8466" y="4383"/>
                  </a:lnTo>
                  <a:lnTo>
                    <a:pt x="8521" y="4426"/>
                  </a:lnTo>
                  <a:lnTo>
                    <a:pt x="8575" y="4471"/>
                  </a:lnTo>
                  <a:lnTo>
                    <a:pt x="8683" y="4471"/>
                  </a:lnTo>
                  <a:lnTo>
                    <a:pt x="8846" y="4426"/>
                  </a:lnTo>
                  <a:lnTo>
                    <a:pt x="8792" y="5091"/>
                  </a:lnTo>
                  <a:lnTo>
                    <a:pt x="8792" y="5975"/>
                  </a:lnTo>
                  <a:lnTo>
                    <a:pt x="8846" y="6153"/>
                  </a:lnTo>
                  <a:lnTo>
                    <a:pt x="8954" y="6285"/>
                  </a:lnTo>
                  <a:lnTo>
                    <a:pt x="9117" y="6418"/>
                  </a:lnTo>
                  <a:lnTo>
                    <a:pt x="9226" y="6507"/>
                  </a:lnTo>
                  <a:lnTo>
                    <a:pt x="9660" y="6507"/>
                  </a:lnTo>
                  <a:lnTo>
                    <a:pt x="9932" y="6373"/>
                  </a:lnTo>
                  <a:lnTo>
                    <a:pt x="10203" y="6197"/>
                  </a:lnTo>
                  <a:lnTo>
                    <a:pt x="10691" y="5799"/>
                  </a:lnTo>
                  <a:lnTo>
                    <a:pt x="11017" y="5444"/>
                  </a:lnTo>
                  <a:lnTo>
                    <a:pt x="11234" y="5224"/>
                  </a:lnTo>
                  <a:lnTo>
                    <a:pt x="11452" y="5046"/>
                  </a:lnTo>
                  <a:lnTo>
                    <a:pt x="11560" y="4781"/>
                  </a:lnTo>
                  <a:lnTo>
                    <a:pt x="11614" y="4648"/>
                  </a:lnTo>
                  <a:lnTo>
                    <a:pt x="11614" y="4515"/>
                  </a:lnTo>
                  <a:lnTo>
                    <a:pt x="11505" y="4338"/>
                  </a:lnTo>
                  <a:lnTo>
                    <a:pt x="11342" y="4160"/>
                  </a:lnTo>
                  <a:lnTo>
                    <a:pt x="11126" y="3984"/>
                  </a:lnTo>
                  <a:lnTo>
                    <a:pt x="10909" y="3895"/>
                  </a:lnTo>
                  <a:lnTo>
                    <a:pt x="10637" y="3807"/>
                  </a:lnTo>
                  <a:lnTo>
                    <a:pt x="10311" y="3762"/>
                  </a:lnTo>
                  <a:close/>
                  <a:moveTo>
                    <a:pt x="4125" y="4250"/>
                  </a:moveTo>
                  <a:lnTo>
                    <a:pt x="4341" y="4426"/>
                  </a:lnTo>
                  <a:lnTo>
                    <a:pt x="4559" y="4560"/>
                  </a:lnTo>
                  <a:lnTo>
                    <a:pt x="5102" y="4736"/>
                  </a:lnTo>
                  <a:lnTo>
                    <a:pt x="5372" y="4825"/>
                  </a:lnTo>
                  <a:lnTo>
                    <a:pt x="5427" y="4913"/>
                  </a:lnTo>
                  <a:lnTo>
                    <a:pt x="5482" y="5002"/>
                  </a:lnTo>
                  <a:lnTo>
                    <a:pt x="5482" y="5091"/>
                  </a:lnTo>
                  <a:lnTo>
                    <a:pt x="5535" y="5134"/>
                  </a:lnTo>
                  <a:lnTo>
                    <a:pt x="5590" y="5179"/>
                  </a:lnTo>
                  <a:lnTo>
                    <a:pt x="5698" y="5224"/>
                  </a:lnTo>
                  <a:lnTo>
                    <a:pt x="5970" y="5312"/>
                  </a:lnTo>
                  <a:lnTo>
                    <a:pt x="6241" y="5400"/>
                  </a:lnTo>
                  <a:lnTo>
                    <a:pt x="6513" y="5534"/>
                  </a:lnTo>
                  <a:lnTo>
                    <a:pt x="6729" y="5666"/>
                  </a:lnTo>
                  <a:lnTo>
                    <a:pt x="7164" y="6065"/>
                  </a:lnTo>
                  <a:lnTo>
                    <a:pt x="7544" y="6418"/>
                  </a:lnTo>
                  <a:lnTo>
                    <a:pt x="7056" y="6463"/>
                  </a:lnTo>
                  <a:lnTo>
                    <a:pt x="6621" y="6463"/>
                  </a:lnTo>
                  <a:lnTo>
                    <a:pt x="5644" y="6418"/>
                  </a:lnTo>
                  <a:lnTo>
                    <a:pt x="5156" y="6418"/>
                  </a:lnTo>
                  <a:lnTo>
                    <a:pt x="4668" y="6507"/>
                  </a:lnTo>
                  <a:lnTo>
                    <a:pt x="4396" y="6595"/>
                  </a:lnTo>
                  <a:lnTo>
                    <a:pt x="4125" y="6728"/>
                  </a:lnTo>
                  <a:lnTo>
                    <a:pt x="3853" y="6816"/>
                  </a:lnTo>
                  <a:lnTo>
                    <a:pt x="3690" y="6861"/>
                  </a:lnTo>
                  <a:lnTo>
                    <a:pt x="3474" y="6861"/>
                  </a:lnTo>
                  <a:lnTo>
                    <a:pt x="3419" y="6906"/>
                  </a:lnTo>
                  <a:lnTo>
                    <a:pt x="3365" y="6994"/>
                  </a:lnTo>
                  <a:lnTo>
                    <a:pt x="3365" y="7038"/>
                  </a:lnTo>
                  <a:lnTo>
                    <a:pt x="3474" y="8056"/>
                  </a:lnTo>
                  <a:lnTo>
                    <a:pt x="3147" y="7835"/>
                  </a:lnTo>
                  <a:lnTo>
                    <a:pt x="2822" y="7702"/>
                  </a:lnTo>
                  <a:lnTo>
                    <a:pt x="2822" y="7392"/>
                  </a:lnTo>
                  <a:lnTo>
                    <a:pt x="2714" y="7126"/>
                  </a:lnTo>
                  <a:lnTo>
                    <a:pt x="2551" y="6994"/>
                  </a:lnTo>
                  <a:lnTo>
                    <a:pt x="2333" y="6906"/>
                  </a:lnTo>
                  <a:lnTo>
                    <a:pt x="1900" y="6816"/>
                  </a:lnTo>
                  <a:lnTo>
                    <a:pt x="1628" y="6816"/>
                  </a:lnTo>
                  <a:lnTo>
                    <a:pt x="1357" y="6861"/>
                  </a:lnTo>
                  <a:lnTo>
                    <a:pt x="1628" y="6463"/>
                  </a:lnTo>
                  <a:lnTo>
                    <a:pt x="1900" y="6065"/>
                  </a:lnTo>
                  <a:lnTo>
                    <a:pt x="2171" y="5710"/>
                  </a:lnTo>
                  <a:lnTo>
                    <a:pt x="2496" y="5356"/>
                  </a:lnTo>
                  <a:lnTo>
                    <a:pt x="2876" y="5046"/>
                  </a:lnTo>
                  <a:lnTo>
                    <a:pt x="3256" y="4781"/>
                  </a:lnTo>
                  <a:lnTo>
                    <a:pt x="3690" y="4515"/>
                  </a:lnTo>
                  <a:lnTo>
                    <a:pt x="4125" y="4250"/>
                  </a:lnTo>
                  <a:close/>
                  <a:moveTo>
                    <a:pt x="15739" y="9074"/>
                  </a:moveTo>
                  <a:lnTo>
                    <a:pt x="16336" y="9295"/>
                  </a:lnTo>
                  <a:lnTo>
                    <a:pt x="16771" y="9472"/>
                  </a:lnTo>
                  <a:lnTo>
                    <a:pt x="16987" y="9561"/>
                  </a:lnTo>
                  <a:lnTo>
                    <a:pt x="17204" y="9605"/>
                  </a:lnTo>
                  <a:lnTo>
                    <a:pt x="17096" y="9960"/>
                  </a:lnTo>
                  <a:lnTo>
                    <a:pt x="16607" y="9782"/>
                  </a:lnTo>
                  <a:lnTo>
                    <a:pt x="16118" y="9605"/>
                  </a:lnTo>
                  <a:lnTo>
                    <a:pt x="15956" y="9517"/>
                  </a:lnTo>
                  <a:lnTo>
                    <a:pt x="15739" y="9074"/>
                  </a:lnTo>
                  <a:close/>
                  <a:moveTo>
                    <a:pt x="15196" y="9738"/>
                  </a:moveTo>
                  <a:lnTo>
                    <a:pt x="15359" y="9827"/>
                  </a:lnTo>
                  <a:lnTo>
                    <a:pt x="15577" y="9915"/>
                  </a:lnTo>
                  <a:lnTo>
                    <a:pt x="15630" y="10048"/>
                  </a:lnTo>
                  <a:lnTo>
                    <a:pt x="15685" y="10136"/>
                  </a:lnTo>
                  <a:lnTo>
                    <a:pt x="15847" y="10180"/>
                  </a:lnTo>
                  <a:lnTo>
                    <a:pt x="16173" y="10268"/>
                  </a:lnTo>
                  <a:lnTo>
                    <a:pt x="16336" y="10313"/>
                  </a:lnTo>
                  <a:lnTo>
                    <a:pt x="16336" y="10446"/>
                  </a:lnTo>
                  <a:lnTo>
                    <a:pt x="16390" y="10535"/>
                  </a:lnTo>
                  <a:lnTo>
                    <a:pt x="16498" y="10623"/>
                  </a:lnTo>
                  <a:lnTo>
                    <a:pt x="16771" y="10668"/>
                  </a:lnTo>
                  <a:lnTo>
                    <a:pt x="16498" y="11154"/>
                  </a:lnTo>
                  <a:lnTo>
                    <a:pt x="16390" y="11066"/>
                  </a:lnTo>
                  <a:lnTo>
                    <a:pt x="15685" y="10579"/>
                  </a:lnTo>
                  <a:lnTo>
                    <a:pt x="15685" y="10313"/>
                  </a:lnTo>
                  <a:lnTo>
                    <a:pt x="15630" y="10092"/>
                  </a:lnTo>
                  <a:lnTo>
                    <a:pt x="15522" y="9960"/>
                  </a:lnTo>
                  <a:lnTo>
                    <a:pt x="15304" y="9870"/>
                  </a:lnTo>
                  <a:lnTo>
                    <a:pt x="15196" y="9738"/>
                  </a:lnTo>
                  <a:close/>
                  <a:moveTo>
                    <a:pt x="13514" y="5799"/>
                  </a:moveTo>
                  <a:lnTo>
                    <a:pt x="14056" y="5843"/>
                  </a:lnTo>
                  <a:lnTo>
                    <a:pt x="14165" y="5887"/>
                  </a:lnTo>
                  <a:lnTo>
                    <a:pt x="14219" y="5843"/>
                  </a:lnTo>
                  <a:lnTo>
                    <a:pt x="14653" y="5932"/>
                  </a:lnTo>
                  <a:lnTo>
                    <a:pt x="15087" y="6065"/>
                  </a:lnTo>
                  <a:lnTo>
                    <a:pt x="14816" y="6330"/>
                  </a:lnTo>
                  <a:lnTo>
                    <a:pt x="14816" y="6418"/>
                  </a:lnTo>
                  <a:lnTo>
                    <a:pt x="14871" y="6507"/>
                  </a:lnTo>
                  <a:lnTo>
                    <a:pt x="14979" y="6551"/>
                  </a:lnTo>
                  <a:lnTo>
                    <a:pt x="15087" y="6551"/>
                  </a:lnTo>
                  <a:lnTo>
                    <a:pt x="15413" y="6418"/>
                  </a:lnTo>
                  <a:lnTo>
                    <a:pt x="15739" y="6330"/>
                  </a:lnTo>
                  <a:lnTo>
                    <a:pt x="16065" y="6285"/>
                  </a:lnTo>
                  <a:lnTo>
                    <a:pt x="16444" y="6241"/>
                  </a:lnTo>
                  <a:lnTo>
                    <a:pt x="16771" y="6773"/>
                  </a:lnTo>
                  <a:lnTo>
                    <a:pt x="16065" y="6906"/>
                  </a:lnTo>
                  <a:lnTo>
                    <a:pt x="15685" y="6994"/>
                  </a:lnTo>
                  <a:lnTo>
                    <a:pt x="15359" y="7126"/>
                  </a:lnTo>
                  <a:lnTo>
                    <a:pt x="15304" y="7171"/>
                  </a:lnTo>
                  <a:lnTo>
                    <a:pt x="15304" y="7259"/>
                  </a:lnTo>
                  <a:lnTo>
                    <a:pt x="15359" y="7304"/>
                  </a:lnTo>
                  <a:lnTo>
                    <a:pt x="15739" y="7392"/>
                  </a:lnTo>
                  <a:lnTo>
                    <a:pt x="16173" y="7392"/>
                  </a:lnTo>
                  <a:lnTo>
                    <a:pt x="16607" y="7347"/>
                  </a:lnTo>
                  <a:lnTo>
                    <a:pt x="16987" y="7259"/>
                  </a:lnTo>
                  <a:lnTo>
                    <a:pt x="17204" y="7923"/>
                  </a:lnTo>
                  <a:lnTo>
                    <a:pt x="17259" y="8012"/>
                  </a:lnTo>
                  <a:lnTo>
                    <a:pt x="16661" y="7879"/>
                  </a:lnTo>
                  <a:lnTo>
                    <a:pt x="16173" y="7790"/>
                  </a:lnTo>
                  <a:lnTo>
                    <a:pt x="15902" y="7747"/>
                  </a:lnTo>
                  <a:lnTo>
                    <a:pt x="15630" y="7790"/>
                  </a:lnTo>
                  <a:lnTo>
                    <a:pt x="15577" y="7790"/>
                  </a:lnTo>
                  <a:lnTo>
                    <a:pt x="15630" y="7879"/>
                  </a:lnTo>
                  <a:lnTo>
                    <a:pt x="15847" y="8012"/>
                  </a:lnTo>
                  <a:lnTo>
                    <a:pt x="16118" y="8145"/>
                  </a:lnTo>
                  <a:lnTo>
                    <a:pt x="16771" y="8366"/>
                  </a:lnTo>
                  <a:lnTo>
                    <a:pt x="17312" y="8498"/>
                  </a:lnTo>
                  <a:lnTo>
                    <a:pt x="17259" y="9162"/>
                  </a:lnTo>
                  <a:lnTo>
                    <a:pt x="16987" y="9074"/>
                  </a:lnTo>
                  <a:lnTo>
                    <a:pt x="16716" y="8986"/>
                  </a:lnTo>
                  <a:lnTo>
                    <a:pt x="15956" y="8720"/>
                  </a:lnTo>
                  <a:lnTo>
                    <a:pt x="15577" y="8631"/>
                  </a:lnTo>
                  <a:lnTo>
                    <a:pt x="15142" y="8588"/>
                  </a:lnTo>
                  <a:lnTo>
                    <a:pt x="15087" y="8588"/>
                  </a:lnTo>
                  <a:lnTo>
                    <a:pt x="15087" y="8720"/>
                  </a:lnTo>
                  <a:lnTo>
                    <a:pt x="15522" y="8941"/>
                  </a:lnTo>
                  <a:lnTo>
                    <a:pt x="15413" y="8986"/>
                  </a:lnTo>
                  <a:lnTo>
                    <a:pt x="14816" y="9162"/>
                  </a:lnTo>
                  <a:lnTo>
                    <a:pt x="14653" y="9029"/>
                  </a:lnTo>
                  <a:lnTo>
                    <a:pt x="14545" y="8986"/>
                  </a:lnTo>
                  <a:lnTo>
                    <a:pt x="14491" y="9029"/>
                  </a:lnTo>
                  <a:lnTo>
                    <a:pt x="14436" y="9074"/>
                  </a:lnTo>
                  <a:lnTo>
                    <a:pt x="14383" y="9119"/>
                  </a:lnTo>
                  <a:lnTo>
                    <a:pt x="14383" y="9295"/>
                  </a:lnTo>
                  <a:lnTo>
                    <a:pt x="14328" y="9339"/>
                  </a:lnTo>
                  <a:lnTo>
                    <a:pt x="14328" y="9427"/>
                  </a:lnTo>
                  <a:lnTo>
                    <a:pt x="14383" y="9561"/>
                  </a:lnTo>
                  <a:lnTo>
                    <a:pt x="14708" y="9870"/>
                  </a:lnTo>
                  <a:lnTo>
                    <a:pt x="14219" y="9605"/>
                  </a:lnTo>
                  <a:lnTo>
                    <a:pt x="13730" y="9384"/>
                  </a:lnTo>
                  <a:lnTo>
                    <a:pt x="13677" y="9384"/>
                  </a:lnTo>
                  <a:lnTo>
                    <a:pt x="13622" y="9427"/>
                  </a:lnTo>
                  <a:lnTo>
                    <a:pt x="13568" y="9472"/>
                  </a:lnTo>
                  <a:lnTo>
                    <a:pt x="13568" y="9561"/>
                  </a:lnTo>
                  <a:lnTo>
                    <a:pt x="13893" y="9870"/>
                  </a:lnTo>
                  <a:lnTo>
                    <a:pt x="14273" y="10180"/>
                  </a:lnTo>
                  <a:lnTo>
                    <a:pt x="15034" y="10711"/>
                  </a:lnTo>
                  <a:lnTo>
                    <a:pt x="15142" y="10801"/>
                  </a:lnTo>
                  <a:lnTo>
                    <a:pt x="15034" y="11021"/>
                  </a:lnTo>
                  <a:lnTo>
                    <a:pt x="14871" y="11242"/>
                  </a:lnTo>
                  <a:lnTo>
                    <a:pt x="14653" y="11332"/>
                  </a:lnTo>
                  <a:lnTo>
                    <a:pt x="14545" y="11287"/>
                  </a:lnTo>
                  <a:lnTo>
                    <a:pt x="13948" y="10977"/>
                  </a:lnTo>
                  <a:lnTo>
                    <a:pt x="13785" y="10756"/>
                  </a:lnTo>
                  <a:lnTo>
                    <a:pt x="13568" y="10490"/>
                  </a:lnTo>
                  <a:lnTo>
                    <a:pt x="13242" y="10313"/>
                  </a:lnTo>
                  <a:lnTo>
                    <a:pt x="12971" y="10136"/>
                  </a:lnTo>
                  <a:lnTo>
                    <a:pt x="12808" y="10003"/>
                  </a:lnTo>
                  <a:lnTo>
                    <a:pt x="12646" y="9782"/>
                  </a:lnTo>
                  <a:lnTo>
                    <a:pt x="12591" y="9517"/>
                  </a:lnTo>
                  <a:lnTo>
                    <a:pt x="12536" y="9517"/>
                  </a:lnTo>
                  <a:lnTo>
                    <a:pt x="12536" y="9384"/>
                  </a:lnTo>
                  <a:lnTo>
                    <a:pt x="12483" y="9339"/>
                  </a:lnTo>
                  <a:lnTo>
                    <a:pt x="12374" y="9339"/>
                  </a:lnTo>
                  <a:lnTo>
                    <a:pt x="11668" y="9251"/>
                  </a:lnTo>
                  <a:lnTo>
                    <a:pt x="10909" y="9207"/>
                  </a:lnTo>
                  <a:lnTo>
                    <a:pt x="10529" y="9207"/>
                  </a:lnTo>
                  <a:lnTo>
                    <a:pt x="10148" y="9251"/>
                  </a:lnTo>
                  <a:lnTo>
                    <a:pt x="9823" y="9339"/>
                  </a:lnTo>
                  <a:lnTo>
                    <a:pt x="9552" y="9517"/>
                  </a:lnTo>
                  <a:lnTo>
                    <a:pt x="9444" y="9384"/>
                  </a:lnTo>
                  <a:lnTo>
                    <a:pt x="9389" y="9295"/>
                  </a:lnTo>
                  <a:lnTo>
                    <a:pt x="9444" y="9207"/>
                  </a:lnTo>
                  <a:lnTo>
                    <a:pt x="9497" y="9119"/>
                  </a:lnTo>
                  <a:lnTo>
                    <a:pt x="9769" y="8941"/>
                  </a:lnTo>
                  <a:lnTo>
                    <a:pt x="10040" y="8853"/>
                  </a:lnTo>
                  <a:lnTo>
                    <a:pt x="10474" y="8808"/>
                  </a:lnTo>
                  <a:lnTo>
                    <a:pt x="10909" y="8720"/>
                  </a:lnTo>
                  <a:lnTo>
                    <a:pt x="11126" y="8631"/>
                  </a:lnTo>
                  <a:lnTo>
                    <a:pt x="11397" y="8454"/>
                  </a:lnTo>
                  <a:lnTo>
                    <a:pt x="11452" y="8321"/>
                  </a:lnTo>
                  <a:lnTo>
                    <a:pt x="11505" y="8233"/>
                  </a:lnTo>
                  <a:lnTo>
                    <a:pt x="11452" y="8145"/>
                  </a:lnTo>
                  <a:lnTo>
                    <a:pt x="11342" y="8056"/>
                  </a:lnTo>
                  <a:lnTo>
                    <a:pt x="11234" y="7967"/>
                  </a:lnTo>
                  <a:lnTo>
                    <a:pt x="11071" y="7967"/>
                  </a:lnTo>
                  <a:lnTo>
                    <a:pt x="10691" y="8012"/>
                  </a:lnTo>
                  <a:lnTo>
                    <a:pt x="10366" y="8100"/>
                  </a:lnTo>
                  <a:lnTo>
                    <a:pt x="10040" y="8188"/>
                  </a:lnTo>
                  <a:lnTo>
                    <a:pt x="9932" y="8188"/>
                  </a:lnTo>
                  <a:lnTo>
                    <a:pt x="9823" y="8145"/>
                  </a:lnTo>
                  <a:lnTo>
                    <a:pt x="9823" y="8056"/>
                  </a:lnTo>
                  <a:lnTo>
                    <a:pt x="9877" y="7967"/>
                  </a:lnTo>
                  <a:lnTo>
                    <a:pt x="9986" y="7790"/>
                  </a:lnTo>
                  <a:lnTo>
                    <a:pt x="10095" y="7657"/>
                  </a:lnTo>
                  <a:lnTo>
                    <a:pt x="10474" y="7480"/>
                  </a:lnTo>
                  <a:lnTo>
                    <a:pt x="10854" y="7259"/>
                  </a:lnTo>
                  <a:lnTo>
                    <a:pt x="11397" y="6949"/>
                  </a:lnTo>
                  <a:lnTo>
                    <a:pt x="11995" y="6595"/>
                  </a:lnTo>
                  <a:lnTo>
                    <a:pt x="12103" y="6684"/>
                  </a:lnTo>
                  <a:lnTo>
                    <a:pt x="12157" y="6684"/>
                  </a:lnTo>
                  <a:lnTo>
                    <a:pt x="12211" y="6640"/>
                  </a:lnTo>
                  <a:lnTo>
                    <a:pt x="12591" y="6241"/>
                  </a:lnTo>
                  <a:lnTo>
                    <a:pt x="12917" y="5799"/>
                  </a:lnTo>
                  <a:close/>
                  <a:moveTo>
                    <a:pt x="15522" y="11066"/>
                  </a:moveTo>
                  <a:lnTo>
                    <a:pt x="15902" y="11332"/>
                  </a:lnTo>
                  <a:lnTo>
                    <a:pt x="16228" y="11597"/>
                  </a:lnTo>
                  <a:lnTo>
                    <a:pt x="15793" y="12216"/>
                  </a:lnTo>
                  <a:lnTo>
                    <a:pt x="15685" y="12305"/>
                  </a:lnTo>
                  <a:lnTo>
                    <a:pt x="15630" y="12261"/>
                  </a:lnTo>
                  <a:lnTo>
                    <a:pt x="15577" y="12173"/>
                  </a:lnTo>
                  <a:lnTo>
                    <a:pt x="15413" y="11995"/>
                  </a:lnTo>
                  <a:lnTo>
                    <a:pt x="15250" y="11774"/>
                  </a:lnTo>
                  <a:lnTo>
                    <a:pt x="15034" y="11597"/>
                  </a:lnTo>
                  <a:lnTo>
                    <a:pt x="15196" y="11464"/>
                  </a:lnTo>
                  <a:lnTo>
                    <a:pt x="15304" y="11375"/>
                  </a:lnTo>
                  <a:lnTo>
                    <a:pt x="15522" y="11066"/>
                  </a:lnTo>
                  <a:close/>
                  <a:moveTo>
                    <a:pt x="814" y="8808"/>
                  </a:moveTo>
                  <a:lnTo>
                    <a:pt x="1194" y="9029"/>
                  </a:lnTo>
                  <a:lnTo>
                    <a:pt x="1465" y="9295"/>
                  </a:lnTo>
                  <a:lnTo>
                    <a:pt x="1790" y="9561"/>
                  </a:lnTo>
                  <a:lnTo>
                    <a:pt x="2116" y="9827"/>
                  </a:lnTo>
                  <a:lnTo>
                    <a:pt x="2931" y="10358"/>
                  </a:lnTo>
                  <a:lnTo>
                    <a:pt x="3310" y="10668"/>
                  </a:lnTo>
                  <a:lnTo>
                    <a:pt x="3474" y="10844"/>
                  </a:lnTo>
                  <a:lnTo>
                    <a:pt x="3582" y="11021"/>
                  </a:lnTo>
                  <a:lnTo>
                    <a:pt x="3256" y="11199"/>
                  </a:lnTo>
                  <a:lnTo>
                    <a:pt x="2984" y="11420"/>
                  </a:lnTo>
                  <a:lnTo>
                    <a:pt x="2768" y="11685"/>
                  </a:lnTo>
                  <a:lnTo>
                    <a:pt x="2605" y="12040"/>
                  </a:lnTo>
                  <a:lnTo>
                    <a:pt x="2551" y="12481"/>
                  </a:lnTo>
                  <a:lnTo>
                    <a:pt x="2605" y="12881"/>
                  </a:lnTo>
                  <a:lnTo>
                    <a:pt x="2822" y="13765"/>
                  </a:lnTo>
                  <a:lnTo>
                    <a:pt x="2280" y="13234"/>
                  </a:lnTo>
                  <a:lnTo>
                    <a:pt x="1845" y="12703"/>
                  </a:lnTo>
                  <a:lnTo>
                    <a:pt x="1465" y="12083"/>
                  </a:lnTo>
                  <a:lnTo>
                    <a:pt x="1194" y="11464"/>
                  </a:lnTo>
                  <a:lnTo>
                    <a:pt x="977" y="10801"/>
                  </a:lnTo>
                  <a:lnTo>
                    <a:pt x="814" y="10136"/>
                  </a:lnTo>
                  <a:lnTo>
                    <a:pt x="759" y="9472"/>
                  </a:lnTo>
                  <a:lnTo>
                    <a:pt x="814" y="8808"/>
                  </a:lnTo>
                  <a:close/>
                  <a:moveTo>
                    <a:pt x="10203" y="10401"/>
                  </a:moveTo>
                  <a:lnTo>
                    <a:pt x="10258" y="10490"/>
                  </a:lnTo>
                  <a:lnTo>
                    <a:pt x="10366" y="10535"/>
                  </a:lnTo>
                  <a:lnTo>
                    <a:pt x="10746" y="10711"/>
                  </a:lnTo>
                  <a:lnTo>
                    <a:pt x="11071" y="10889"/>
                  </a:lnTo>
                  <a:lnTo>
                    <a:pt x="11397" y="11110"/>
                  </a:lnTo>
                  <a:lnTo>
                    <a:pt x="11668" y="11375"/>
                  </a:lnTo>
                  <a:lnTo>
                    <a:pt x="11885" y="11642"/>
                  </a:lnTo>
                  <a:lnTo>
                    <a:pt x="12103" y="11951"/>
                  </a:lnTo>
                  <a:lnTo>
                    <a:pt x="12211" y="12261"/>
                  </a:lnTo>
                  <a:lnTo>
                    <a:pt x="12211" y="12571"/>
                  </a:lnTo>
                  <a:lnTo>
                    <a:pt x="12157" y="12836"/>
                  </a:lnTo>
                  <a:lnTo>
                    <a:pt x="11397" y="12173"/>
                  </a:lnTo>
                  <a:lnTo>
                    <a:pt x="10583" y="11597"/>
                  </a:lnTo>
                  <a:lnTo>
                    <a:pt x="10474" y="11597"/>
                  </a:lnTo>
                  <a:lnTo>
                    <a:pt x="10420" y="11642"/>
                  </a:lnTo>
                  <a:lnTo>
                    <a:pt x="10474" y="11685"/>
                  </a:lnTo>
                  <a:lnTo>
                    <a:pt x="11180" y="12481"/>
                  </a:lnTo>
                  <a:lnTo>
                    <a:pt x="11940" y="13234"/>
                  </a:lnTo>
                  <a:lnTo>
                    <a:pt x="11668" y="13500"/>
                  </a:lnTo>
                  <a:lnTo>
                    <a:pt x="11452" y="13765"/>
                  </a:lnTo>
                  <a:lnTo>
                    <a:pt x="11126" y="14031"/>
                  </a:lnTo>
                  <a:lnTo>
                    <a:pt x="10691" y="13722"/>
                  </a:lnTo>
                  <a:lnTo>
                    <a:pt x="10148" y="13279"/>
                  </a:lnTo>
                  <a:lnTo>
                    <a:pt x="10040" y="12969"/>
                  </a:lnTo>
                  <a:lnTo>
                    <a:pt x="9986" y="12659"/>
                  </a:lnTo>
                  <a:lnTo>
                    <a:pt x="9823" y="12349"/>
                  </a:lnTo>
                  <a:lnTo>
                    <a:pt x="9660" y="12040"/>
                  </a:lnTo>
                  <a:lnTo>
                    <a:pt x="9552" y="11907"/>
                  </a:lnTo>
                  <a:lnTo>
                    <a:pt x="9335" y="11907"/>
                  </a:lnTo>
                  <a:lnTo>
                    <a:pt x="8683" y="12083"/>
                  </a:lnTo>
                  <a:lnTo>
                    <a:pt x="8358" y="12173"/>
                  </a:lnTo>
                  <a:lnTo>
                    <a:pt x="8250" y="12173"/>
                  </a:lnTo>
                  <a:lnTo>
                    <a:pt x="8086" y="12083"/>
                  </a:lnTo>
                  <a:lnTo>
                    <a:pt x="7707" y="11951"/>
                  </a:lnTo>
                  <a:lnTo>
                    <a:pt x="7435" y="11774"/>
                  </a:lnTo>
                  <a:lnTo>
                    <a:pt x="7327" y="11642"/>
                  </a:lnTo>
                  <a:lnTo>
                    <a:pt x="7219" y="11509"/>
                  </a:lnTo>
                  <a:lnTo>
                    <a:pt x="7164" y="11375"/>
                  </a:lnTo>
                  <a:lnTo>
                    <a:pt x="7164" y="11199"/>
                  </a:lnTo>
                  <a:lnTo>
                    <a:pt x="7219" y="11021"/>
                  </a:lnTo>
                  <a:lnTo>
                    <a:pt x="7327" y="10844"/>
                  </a:lnTo>
                  <a:lnTo>
                    <a:pt x="7489" y="10711"/>
                  </a:lnTo>
                  <a:lnTo>
                    <a:pt x="7707" y="10623"/>
                  </a:lnTo>
                  <a:lnTo>
                    <a:pt x="8250" y="10490"/>
                  </a:lnTo>
                  <a:lnTo>
                    <a:pt x="8683" y="10446"/>
                  </a:lnTo>
                  <a:lnTo>
                    <a:pt x="9444" y="10446"/>
                  </a:lnTo>
                  <a:lnTo>
                    <a:pt x="10203" y="10401"/>
                  </a:lnTo>
                  <a:close/>
                  <a:moveTo>
                    <a:pt x="12754" y="12173"/>
                  </a:moveTo>
                  <a:lnTo>
                    <a:pt x="13840" y="12748"/>
                  </a:lnTo>
                  <a:lnTo>
                    <a:pt x="14056" y="12924"/>
                  </a:lnTo>
                  <a:lnTo>
                    <a:pt x="14273" y="13102"/>
                  </a:lnTo>
                  <a:lnTo>
                    <a:pt x="14436" y="13279"/>
                  </a:lnTo>
                  <a:lnTo>
                    <a:pt x="14599" y="13455"/>
                  </a:lnTo>
                  <a:lnTo>
                    <a:pt x="13840" y="14031"/>
                  </a:lnTo>
                  <a:lnTo>
                    <a:pt x="13785" y="13987"/>
                  </a:lnTo>
                  <a:lnTo>
                    <a:pt x="13622" y="13855"/>
                  </a:lnTo>
                  <a:lnTo>
                    <a:pt x="13405" y="13765"/>
                  </a:lnTo>
                  <a:lnTo>
                    <a:pt x="13134" y="13633"/>
                  </a:lnTo>
                  <a:lnTo>
                    <a:pt x="12971" y="13500"/>
                  </a:lnTo>
                  <a:lnTo>
                    <a:pt x="12591" y="13190"/>
                  </a:lnTo>
                  <a:lnTo>
                    <a:pt x="12646" y="13057"/>
                  </a:lnTo>
                  <a:lnTo>
                    <a:pt x="12754" y="12836"/>
                  </a:lnTo>
                  <a:lnTo>
                    <a:pt x="12808" y="12615"/>
                  </a:lnTo>
                  <a:lnTo>
                    <a:pt x="12808" y="12393"/>
                  </a:lnTo>
                  <a:lnTo>
                    <a:pt x="12754" y="12173"/>
                  </a:lnTo>
                  <a:close/>
                  <a:moveTo>
                    <a:pt x="10148" y="13943"/>
                  </a:moveTo>
                  <a:lnTo>
                    <a:pt x="10637" y="14341"/>
                  </a:lnTo>
                  <a:lnTo>
                    <a:pt x="10366" y="14429"/>
                  </a:lnTo>
                  <a:lnTo>
                    <a:pt x="10203" y="14429"/>
                  </a:lnTo>
                  <a:lnTo>
                    <a:pt x="10040" y="14386"/>
                  </a:lnTo>
                  <a:lnTo>
                    <a:pt x="10148" y="13943"/>
                  </a:lnTo>
                  <a:close/>
                  <a:moveTo>
                    <a:pt x="12320" y="13589"/>
                  </a:moveTo>
                  <a:lnTo>
                    <a:pt x="12536" y="13810"/>
                  </a:lnTo>
                  <a:lnTo>
                    <a:pt x="12808" y="14031"/>
                  </a:lnTo>
                  <a:lnTo>
                    <a:pt x="13134" y="14208"/>
                  </a:lnTo>
                  <a:lnTo>
                    <a:pt x="13297" y="14253"/>
                  </a:lnTo>
                  <a:lnTo>
                    <a:pt x="13459" y="14296"/>
                  </a:lnTo>
                  <a:lnTo>
                    <a:pt x="12917" y="14606"/>
                  </a:lnTo>
                  <a:lnTo>
                    <a:pt x="12320" y="14872"/>
                  </a:lnTo>
                  <a:lnTo>
                    <a:pt x="12265" y="14828"/>
                  </a:lnTo>
                  <a:lnTo>
                    <a:pt x="11560" y="14341"/>
                  </a:lnTo>
                  <a:lnTo>
                    <a:pt x="11940" y="13987"/>
                  </a:lnTo>
                  <a:lnTo>
                    <a:pt x="12320" y="13589"/>
                  </a:lnTo>
                  <a:close/>
                  <a:moveTo>
                    <a:pt x="10311" y="3231"/>
                  </a:moveTo>
                  <a:lnTo>
                    <a:pt x="10909" y="3276"/>
                  </a:lnTo>
                  <a:lnTo>
                    <a:pt x="11505" y="3364"/>
                  </a:lnTo>
                  <a:lnTo>
                    <a:pt x="12103" y="3497"/>
                  </a:lnTo>
                  <a:lnTo>
                    <a:pt x="12646" y="3630"/>
                  </a:lnTo>
                  <a:lnTo>
                    <a:pt x="13189" y="3852"/>
                  </a:lnTo>
                  <a:lnTo>
                    <a:pt x="13730" y="4072"/>
                  </a:lnTo>
                  <a:lnTo>
                    <a:pt x="14219" y="4338"/>
                  </a:lnTo>
                  <a:lnTo>
                    <a:pt x="14056" y="4383"/>
                  </a:lnTo>
                  <a:lnTo>
                    <a:pt x="13730" y="4603"/>
                  </a:lnTo>
                  <a:lnTo>
                    <a:pt x="13568" y="4736"/>
                  </a:lnTo>
                  <a:lnTo>
                    <a:pt x="13405" y="4869"/>
                  </a:lnTo>
                  <a:lnTo>
                    <a:pt x="13405" y="4958"/>
                  </a:lnTo>
                  <a:lnTo>
                    <a:pt x="13514" y="4958"/>
                  </a:lnTo>
                  <a:lnTo>
                    <a:pt x="13677" y="4913"/>
                  </a:lnTo>
                  <a:lnTo>
                    <a:pt x="13840" y="4913"/>
                  </a:lnTo>
                  <a:lnTo>
                    <a:pt x="14328" y="4736"/>
                  </a:lnTo>
                  <a:lnTo>
                    <a:pt x="14653" y="4603"/>
                  </a:lnTo>
                  <a:lnTo>
                    <a:pt x="15087" y="4869"/>
                  </a:lnTo>
                  <a:lnTo>
                    <a:pt x="14653" y="5134"/>
                  </a:lnTo>
                  <a:lnTo>
                    <a:pt x="14219" y="5444"/>
                  </a:lnTo>
                  <a:lnTo>
                    <a:pt x="13730" y="5400"/>
                  </a:lnTo>
                  <a:lnTo>
                    <a:pt x="12917" y="5400"/>
                  </a:lnTo>
                  <a:lnTo>
                    <a:pt x="12699" y="5444"/>
                  </a:lnTo>
                  <a:lnTo>
                    <a:pt x="12646" y="5489"/>
                  </a:lnTo>
                  <a:lnTo>
                    <a:pt x="12591" y="5577"/>
                  </a:lnTo>
                  <a:lnTo>
                    <a:pt x="12320" y="6020"/>
                  </a:lnTo>
                  <a:lnTo>
                    <a:pt x="11995" y="6463"/>
                  </a:lnTo>
                  <a:lnTo>
                    <a:pt x="11614" y="6595"/>
                  </a:lnTo>
                  <a:lnTo>
                    <a:pt x="11234" y="6773"/>
                  </a:lnTo>
                  <a:lnTo>
                    <a:pt x="10529" y="7126"/>
                  </a:lnTo>
                  <a:lnTo>
                    <a:pt x="9932" y="7437"/>
                  </a:lnTo>
                  <a:lnTo>
                    <a:pt x="9660" y="7614"/>
                  </a:lnTo>
                  <a:lnTo>
                    <a:pt x="9552" y="7702"/>
                  </a:lnTo>
                  <a:lnTo>
                    <a:pt x="9497" y="7835"/>
                  </a:lnTo>
                  <a:lnTo>
                    <a:pt x="9444" y="8056"/>
                  </a:lnTo>
                  <a:lnTo>
                    <a:pt x="9497" y="8188"/>
                  </a:lnTo>
                  <a:lnTo>
                    <a:pt x="9552" y="8321"/>
                  </a:lnTo>
                  <a:lnTo>
                    <a:pt x="9715" y="8410"/>
                  </a:lnTo>
                  <a:lnTo>
                    <a:pt x="9877" y="8410"/>
                  </a:lnTo>
                  <a:lnTo>
                    <a:pt x="10095" y="8454"/>
                  </a:lnTo>
                  <a:lnTo>
                    <a:pt x="10529" y="8366"/>
                  </a:lnTo>
                  <a:lnTo>
                    <a:pt x="10801" y="8278"/>
                  </a:lnTo>
                  <a:lnTo>
                    <a:pt x="11017" y="8233"/>
                  </a:lnTo>
                  <a:lnTo>
                    <a:pt x="11071" y="8278"/>
                  </a:lnTo>
                  <a:lnTo>
                    <a:pt x="10963" y="8321"/>
                  </a:lnTo>
                  <a:lnTo>
                    <a:pt x="10691" y="8454"/>
                  </a:lnTo>
                  <a:lnTo>
                    <a:pt x="10148" y="8543"/>
                  </a:lnTo>
                  <a:lnTo>
                    <a:pt x="9660" y="8631"/>
                  </a:lnTo>
                  <a:lnTo>
                    <a:pt x="9389" y="8720"/>
                  </a:lnTo>
                  <a:lnTo>
                    <a:pt x="9226" y="8853"/>
                  </a:lnTo>
                  <a:lnTo>
                    <a:pt x="9117" y="9029"/>
                  </a:lnTo>
                  <a:lnTo>
                    <a:pt x="9064" y="9207"/>
                  </a:lnTo>
                  <a:lnTo>
                    <a:pt x="9064" y="9384"/>
                  </a:lnTo>
                  <a:lnTo>
                    <a:pt x="9117" y="9561"/>
                  </a:lnTo>
                  <a:lnTo>
                    <a:pt x="9226" y="9738"/>
                  </a:lnTo>
                  <a:lnTo>
                    <a:pt x="9444" y="9870"/>
                  </a:lnTo>
                  <a:lnTo>
                    <a:pt x="9607" y="9870"/>
                  </a:lnTo>
                  <a:lnTo>
                    <a:pt x="9715" y="9827"/>
                  </a:lnTo>
                  <a:lnTo>
                    <a:pt x="9823" y="9738"/>
                  </a:lnTo>
                  <a:lnTo>
                    <a:pt x="9932" y="9649"/>
                  </a:lnTo>
                  <a:lnTo>
                    <a:pt x="10203" y="9561"/>
                  </a:lnTo>
                  <a:lnTo>
                    <a:pt x="10854" y="9561"/>
                  </a:lnTo>
                  <a:lnTo>
                    <a:pt x="12320" y="9649"/>
                  </a:lnTo>
                  <a:lnTo>
                    <a:pt x="12320" y="9827"/>
                  </a:lnTo>
                  <a:lnTo>
                    <a:pt x="12374" y="10048"/>
                  </a:lnTo>
                  <a:lnTo>
                    <a:pt x="12483" y="10225"/>
                  </a:lnTo>
                  <a:lnTo>
                    <a:pt x="12646" y="10358"/>
                  </a:lnTo>
                  <a:lnTo>
                    <a:pt x="12971" y="10579"/>
                  </a:lnTo>
                  <a:lnTo>
                    <a:pt x="12646" y="10490"/>
                  </a:lnTo>
                  <a:lnTo>
                    <a:pt x="12320" y="10446"/>
                  </a:lnTo>
                  <a:lnTo>
                    <a:pt x="12265" y="10446"/>
                  </a:lnTo>
                  <a:lnTo>
                    <a:pt x="12265" y="10535"/>
                  </a:lnTo>
                  <a:lnTo>
                    <a:pt x="12591" y="10801"/>
                  </a:lnTo>
                  <a:lnTo>
                    <a:pt x="12971" y="11066"/>
                  </a:lnTo>
                  <a:lnTo>
                    <a:pt x="13840" y="11464"/>
                  </a:lnTo>
                  <a:lnTo>
                    <a:pt x="13948" y="11552"/>
                  </a:lnTo>
                  <a:lnTo>
                    <a:pt x="14110" y="11642"/>
                  </a:lnTo>
                  <a:lnTo>
                    <a:pt x="14273" y="11685"/>
                  </a:lnTo>
                  <a:lnTo>
                    <a:pt x="14491" y="11818"/>
                  </a:lnTo>
                  <a:lnTo>
                    <a:pt x="14708" y="11995"/>
                  </a:lnTo>
                  <a:lnTo>
                    <a:pt x="14979" y="12305"/>
                  </a:lnTo>
                  <a:lnTo>
                    <a:pt x="15196" y="12481"/>
                  </a:lnTo>
                  <a:lnTo>
                    <a:pt x="15413" y="12659"/>
                  </a:lnTo>
                  <a:lnTo>
                    <a:pt x="14979" y="13102"/>
                  </a:lnTo>
                  <a:lnTo>
                    <a:pt x="14762" y="12836"/>
                  </a:lnTo>
                  <a:lnTo>
                    <a:pt x="14491" y="12615"/>
                  </a:lnTo>
                  <a:lnTo>
                    <a:pt x="13948" y="12261"/>
                  </a:lnTo>
                  <a:lnTo>
                    <a:pt x="13297" y="11951"/>
                  </a:lnTo>
                  <a:lnTo>
                    <a:pt x="12428" y="11464"/>
                  </a:lnTo>
                  <a:lnTo>
                    <a:pt x="12048" y="11066"/>
                  </a:lnTo>
                  <a:lnTo>
                    <a:pt x="11614" y="10711"/>
                  </a:lnTo>
                  <a:lnTo>
                    <a:pt x="11180" y="10446"/>
                  </a:lnTo>
                  <a:lnTo>
                    <a:pt x="10691" y="10180"/>
                  </a:lnTo>
                  <a:lnTo>
                    <a:pt x="10637" y="10180"/>
                  </a:lnTo>
                  <a:lnTo>
                    <a:pt x="10637" y="10136"/>
                  </a:lnTo>
                  <a:lnTo>
                    <a:pt x="10583" y="10136"/>
                  </a:lnTo>
                  <a:lnTo>
                    <a:pt x="10420" y="10092"/>
                  </a:lnTo>
                  <a:lnTo>
                    <a:pt x="9877" y="10048"/>
                  </a:lnTo>
                  <a:lnTo>
                    <a:pt x="9280" y="10003"/>
                  </a:lnTo>
                  <a:lnTo>
                    <a:pt x="8683" y="10048"/>
                  </a:lnTo>
                  <a:lnTo>
                    <a:pt x="8086" y="10092"/>
                  </a:lnTo>
                  <a:lnTo>
                    <a:pt x="7652" y="10180"/>
                  </a:lnTo>
                  <a:lnTo>
                    <a:pt x="7381" y="10268"/>
                  </a:lnTo>
                  <a:lnTo>
                    <a:pt x="7164" y="10401"/>
                  </a:lnTo>
                  <a:lnTo>
                    <a:pt x="7001" y="10535"/>
                  </a:lnTo>
                  <a:lnTo>
                    <a:pt x="6838" y="10668"/>
                  </a:lnTo>
                  <a:lnTo>
                    <a:pt x="6729" y="10844"/>
                  </a:lnTo>
                  <a:lnTo>
                    <a:pt x="6621" y="11066"/>
                  </a:lnTo>
                  <a:lnTo>
                    <a:pt x="6621" y="11420"/>
                  </a:lnTo>
                  <a:lnTo>
                    <a:pt x="6676" y="11597"/>
                  </a:lnTo>
                  <a:lnTo>
                    <a:pt x="6729" y="11730"/>
                  </a:lnTo>
                  <a:lnTo>
                    <a:pt x="7001" y="12040"/>
                  </a:lnTo>
                  <a:lnTo>
                    <a:pt x="7327" y="12261"/>
                  </a:lnTo>
                  <a:lnTo>
                    <a:pt x="7760" y="12481"/>
                  </a:lnTo>
                  <a:lnTo>
                    <a:pt x="8250" y="12659"/>
                  </a:lnTo>
                  <a:lnTo>
                    <a:pt x="8413" y="12659"/>
                  </a:lnTo>
                  <a:lnTo>
                    <a:pt x="8575" y="12571"/>
                  </a:lnTo>
                  <a:lnTo>
                    <a:pt x="9009" y="12438"/>
                  </a:lnTo>
                  <a:lnTo>
                    <a:pt x="9009" y="12703"/>
                  </a:lnTo>
                  <a:lnTo>
                    <a:pt x="9117" y="13014"/>
                  </a:lnTo>
                  <a:lnTo>
                    <a:pt x="9335" y="13234"/>
                  </a:lnTo>
                  <a:lnTo>
                    <a:pt x="9607" y="13500"/>
                  </a:lnTo>
                  <a:lnTo>
                    <a:pt x="9607" y="13987"/>
                  </a:lnTo>
                  <a:lnTo>
                    <a:pt x="9497" y="14429"/>
                  </a:lnTo>
                  <a:lnTo>
                    <a:pt x="9444" y="14606"/>
                  </a:lnTo>
                  <a:lnTo>
                    <a:pt x="9497" y="14651"/>
                  </a:lnTo>
                  <a:lnTo>
                    <a:pt x="9552" y="14696"/>
                  </a:lnTo>
                  <a:lnTo>
                    <a:pt x="9932" y="14828"/>
                  </a:lnTo>
                  <a:lnTo>
                    <a:pt x="10311" y="14872"/>
                  </a:lnTo>
                  <a:lnTo>
                    <a:pt x="10691" y="14784"/>
                  </a:lnTo>
                  <a:lnTo>
                    <a:pt x="11017" y="14651"/>
                  </a:lnTo>
                  <a:lnTo>
                    <a:pt x="11723" y="15094"/>
                  </a:lnTo>
                  <a:lnTo>
                    <a:pt x="11071" y="15270"/>
                  </a:lnTo>
                  <a:lnTo>
                    <a:pt x="10420" y="15447"/>
                  </a:lnTo>
                  <a:lnTo>
                    <a:pt x="9932" y="15537"/>
                  </a:lnTo>
                  <a:lnTo>
                    <a:pt x="9769" y="15403"/>
                  </a:lnTo>
                  <a:lnTo>
                    <a:pt x="9607" y="15182"/>
                  </a:lnTo>
                  <a:lnTo>
                    <a:pt x="9335" y="14828"/>
                  </a:lnTo>
                  <a:lnTo>
                    <a:pt x="9009" y="14518"/>
                  </a:lnTo>
                  <a:lnTo>
                    <a:pt x="8683" y="14253"/>
                  </a:lnTo>
                  <a:lnTo>
                    <a:pt x="8086" y="13722"/>
                  </a:lnTo>
                  <a:lnTo>
                    <a:pt x="7544" y="13146"/>
                  </a:lnTo>
                  <a:lnTo>
                    <a:pt x="7489" y="13102"/>
                  </a:lnTo>
                  <a:lnTo>
                    <a:pt x="7381" y="13102"/>
                  </a:lnTo>
                  <a:lnTo>
                    <a:pt x="7327" y="13146"/>
                  </a:lnTo>
                  <a:lnTo>
                    <a:pt x="7327" y="13455"/>
                  </a:lnTo>
                  <a:lnTo>
                    <a:pt x="7435" y="13677"/>
                  </a:lnTo>
                  <a:lnTo>
                    <a:pt x="7544" y="13898"/>
                  </a:lnTo>
                  <a:lnTo>
                    <a:pt x="7760" y="14120"/>
                  </a:lnTo>
                  <a:lnTo>
                    <a:pt x="8195" y="14518"/>
                  </a:lnTo>
                  <a:lnTo>
                    <a:pt x="8629" y="14872"/>
                  </a:lnTo>
                  <a:lnTo>
                    <a:pt x="8901" y="15182"/>
                  </a:lnTo>
                  <a:lnTo>
                    <a:pt x="9172" y="15580"/>
                  </a:lnTo>
                  <a:lnTo>
                    <a:pt x="8358" y="15625"/>
                  </a:lnTo>
                  <a:lnTo>
                    <a:pt x="7435" y="14916"/>
                  </a:lnTo>
                  <a:lnTo>
                    <a:pt x="6892" y="14474"/>
                  </a:lnTo>
                  <a:lnTo>
                    <a:pt x="6676" y="14253"/>
                  </a:lnTo>
                  <a:lnTo>
                    <a:pt x="6566" y="13943"/>
                  </a:lnTo>
                  <a:lnTo>
                    <a:pt x="6513" y="13898"/>
                  </a:lnTo>
                  <a:lnTo>
                    <a:pt x="6404" y="13855"/>
                  </a:lnTo>
                  <a:lnTo>
                    <a:pt x="6295" y="13855"/>
                  </a:lnTo>
                  <a:lnTo>
                    <a:pt x="6241" y="13943"/>
                  </a:lnTo>
                  <a:lnTo>
                    <a:pt x="6241" y="14253"/>
                  </a:lnTo>
                  <a:lnTo>
                    <a:pt x="6350" y="14518"/>
                  </a:lnTo>
                  <a:lnTo>
                    <a:pt x="6513" y="14784"/>
                  </a:lnTo>
                  <a:lnTo>
                    <a:pt x="6784" y="15005"/>
                  </a:lnTo>
                  <a:lnTo>
                    <a:pt x="7327" y="15537"/>
                  </a:lnTo>
                  <a:lnTo>
                    <a:pt x="7219" y="15537"/>
                  </a:lnTo>
                  <a:lnTo>
                    <a:pt x="7219" y="15447"/>
                  </a:lnTo>
                  <a:lnTo>
                    <a:pt x="7164" y="15403"/>
                  </a:lnTo>
                  <a:lnTo>
                    <a:pt x="6729" y="15315"/>
                  </a:lnTo>
                  <a:lnTo>
                    <a:pt x="6566" y="15270"/>
                  </a:lnTo>
                  <a:lnTo>
                    <a:pt x="6458" y="15137"/>
                  </a:lnTo>
                  <a:lnTo>
                    <a:pt x="6350" y="14916"/>
                  </a:lnTo>
                  <a:lnTo>
                    <a:pt x="6025" y="14474"/>
                  </a:lnTo>
                  <a:lnTo>
                    <a:pt x="5807" y="14296"/>
                  </a:lnTo>
                  <a:lnTo>
                    <a:pt x="5644" y="14163"/>
                  </a:lnTo>
                  <a:lnTo>
                    <a:pt x="5644" y="13987"/>
                  </a:lnTo>
                  <a:lnTo>
                    <a:pt x="5590" y="13943"/>
                  </a:lnTo>
                  <a:lnTo>
                    <a:pt x="5535" y="13898"/>
                  </a:lnTo>
                  <a:lnTo>
                    <a:pt x="5427" y="13943"/>
                  </a:lnTo>
                  <a:lnTo>
                    <a:pt x="5264" y="14031"/>
                  </a:lnTo>
                  <a:lnTo>
                    <a:pt x="5210" y="14120"/>
                  </a:lnTo>
                  <a:lnTo>
                    <a:pt x="5210" y="14296"/>
                  </a:lnTo>
                  <a:lnTo>
                    <a:pt x="5264" y="14429"/>
                  </a:lnTo>
                  <a:lnTo>
                    <a:pt x="5427" y="14606"/>
                  </a:lnTo>
                  <a:lnTo>
                    <a:pt x="5590" y="14784"/>
                  </a:lnTo>
                  <a:lnTo>
                    <a:pt x="5753" y="15005"/>
                  </a:lnTo>
                  <a:lnTo>
                    <a:pt x="5862" y="15270"/>
                  </a:lnTo>
                  <a:lnTo>
                    <a:pt x="4993" y="15005"/>
                  </a:lnTo>
                  <a:lnTo>
                    <a:pt x="4178" y="14606"/>
                  </a:lnTo>
                  <a:lnTo>
                    <a:pt x="4125" y="14563"/>
                  </a:lnTo>
                  <a:lnTo>
                    <a:pt x="4016" y="14429"/>
                  </a:lnTo>
                  <a:lnTo>
                    <a:pt x="3853" y="14341"/>
                  </a:lnTo>
                  <a:lnTo>
                    <a:pt x="3474" y="14253"/>
                  </a:lnTo>
                  <a:lnTo>
                    <a:pt x="3419" y="14163"/>
                  </a:lnTo>
                  <a:lnTo>
                    <a:pt x="3202" y="13412"/>
                  </a:lnTo>
                  <a:lnTo>
                    <a:pt x="3094" y="12969"/>
                  </a:lnTo>
                  <a:lnTo>
                    <a:pt x="3039" y="12526"/>
                  </a:lnTo>
                  <a:lnTo>
                    <a:pt x="3039" y="12128"/>
                  </a:lnTo>
                  <a:lnTo>
                    <a:pt x="3094" y="11907"/>
                  </a:lnTo>
                  <a:lnTo>
                    <a:pt x="3202" y="11774"/>
                  </a:lnTo>
                  <a:lnTo>
                    <a:pt x="3310" y="11597"/>
                  </a:lnTo>
                  <a:lnTo>
                    <a:pt x="3474" y="11509"/>
                  </a:lnTo>
                  <a:lnTo>
                    <a:pt x="3690" y="11420"/>
                  </a:lnTo>
                  <a:lnTo>
                    <a:pt x="3962" y="11332"/>
                  </a:lnTo>
                  <a:lnTo>
                    <a:pt x="4016" y="11332"/>
                  </a:lnTo>
                  <a:lnTo>
                    <a:pt x="4070" y="11287"/>
                  </a:lnTo>
                  <a:lnTo>
                    <a:pt x="4125" y="11199"/>
                  </a:lnTo>
                  <a:lnTo>
                    <a:pt x="4125" y="11110"/>
                  </a:lnTo>
                  <a:lnTo>
                    <a:pt x="4016" y="10889"/>
                  </a:lnTo>
                  <a:lnTo>
                    <a:pt x="3853" y="10668"/>
                  </a:lnTo>
                  <a:lnTo>
                    <a:pt x="3690" y="10490"/>
                  </a:lnTo>
                  <a:lnTo>
                    <a:pt x="3474" y="10268"/>
                  </a:lnTo>
                  <a:lnTo>
                    <a:pt x="3039" y="9960"/>
                  </a:lnTo>
                  <a:lnTo>
                    <a:pt x="2551" y="9605"/>
                  </a:lnTo>
                  <a:lnTo>
                    <a:pt x="2225" y="9427"/>
                  </a:lnTo>
                  <a:lnTo>
                    <a:pt x="1900" y="9207"/>
                  </a:lnTo>
                  <a:lnTo>
                    <a:pt x="1737" y="8986"/>
                  </a:lnTo>
                  <a:lnTo>
                    <a:pt x="1465" y="8808"/>
                  </a:lnTo>
                  <a:lnTo>
                    <a:pt x="1139" y="8631"/>
                  </a:lnTo>
                  <a:lnTo>
                    <a:pt x="814" y="8588"/>
                  </a:lnTo>
                  <a:lnTo>
                    <a:pt x="977" y="7923"/>
                  </a:lnTo>
                  <a:lnTo>
                    <a:pt x="1139" y="7347"/>
                  </a:lnTo>
                  <a:lnTo>
                    <a:pt x="1194" y="7259"/>
                  </a:lnTo>
                  <a:lnTo>
                    <a:pt x="1411" y="7171"/>
                  </a:lnTo>
                  <a:lnTo>
                    <a:pt x="1628" y="7126"/>
                  </a:lnTo>
                  <a:lnTo>
                    <a:pt x="1845" y="7126"/>
                  </a:lnTo>
                  <a:lnTo>
                    <a:pt x="2062" y="7171"/>
                  </a:lnTo>
                  <a:lnTo>
                    <a:pt x="2225" y="7259"/>
                  </a:lnTo>
                  <a:lnTo>
                    <a:pt x="2388" y="7392"/>
                  </a:lnTo>
                  <a:lnTo>
                    <a:pt x="2443" y="7525"/>
                  </a:lnTo>
                  <a:lnTo>
                    <a:pt x="2443" y="7879"/>
                  </a:lnTo>
                  <a:lnTo>
                    <a:pt x="2496" y="7923"/>
                  </a:lnTo>
                  <a:lnTo>
                    <a:pt x="2551" y="7923"/>
                  </a:lnTo>
                  <a:lnTo>
                    <a:pt x="2876" y="8056"/>
                  </a:lnTo>
                  <a:lnTo>
                    <a:pt x="3147" y="8188"/>
                  </a:lnTo>
                  <a:lnTo>
                    <a:pt x="3365" y="8410"/>
                  </a:lnTo>
                  <a:lnTo>
                    <a:pt x="3527" y="8631"/>
                  </a:lnTo>
                  <a:lnTo>
                    <a:pt x="3637" y="8720"/>
                  </a:lnTo>
                  <a:lnTo>
                    <a:pt x="3745" y="8720"/>
                  </a:lnTo>
                  <a:lnTo>
                    <a:pt x="3853" y="8676"/>
                  </a:lnTo>
                  <a:lnTo>
                    <a:pt x="3908" y="8543"/>
                  </a:lnTo>
                  <a:lnTo>
                    <a:pt x="3745" y="7171"/>
                  </a:lnTo>
                  <a:lnTo>
                    <a:pt x="4070" y="7126"/>
                  </a:lnTo>
                  <a:lnTo>
                    <a:pt x="4450" y="6994"/>
                  </a:lnTo>
                  <a:lnTo>
                    <a:pt x="4776" y="6906"/>
                  </a:lnTo>
                  <a:lnTo>
                    <a:pt x="5102" y="6861"/>
                  </a:lnTo>
                  <a:lnTo>
                    <a:pt x="5427" y="6816"/>
                  </a:lnTo>
                  <a:lnTo>
                    <a:pt x="5753" y="6861"/>
                  </a:lnTo>
                  <a:lnTo>
                    <a:pt x="6350" y="6906"/>
                  </a:lnTo>
                  <a:lnTo>
                    <a:pt x="7544" y="6906"/>
                  </a:lnTo>
                  <a:lnTo>
                    <a:pt x="7815" y="6816"/>
                  </a:lnTo>
                  <a:lnTo>
                    <a:pt x="8141" y="6728"/>
                  </a:lnTo>
                  <a:lnTo>
                    <a:pt x="8250" y="6684"/>
                  </a:lnTo>
                  <a:lnTo>
                    <a:pt x="8303" y="6595"/>
                  </a:lnTo>
                  <a:lnTo>
                    <a:pt x="8303" y="6463"/>
                  </a:lnTo>
                  <a:lnTo>
                    <a:pt x="8250" y="6373"/>
                  </a:lnTo>
                  <a:lnTo>
                    <a:pt x="7760" y="5932"/>
                  </a:lnTo>
                  <a:lnTo>
                    <a:pt x="7219" y="5489"/>
                  </a:lnTo>
                  <a:lnTo>
                    <a:pt x="6947" y="5267"/>
                  </a:lnTo>
                  <a:lnTo>
                    <a:pt x="6676" y="5091"/>
                  </a:lnTo>
                  <a:lnTo>
                    <a:pt x="6350" y="4958"/>
                  </a:lnTo>
                  <a:lnTo>
                    <a:pt x="5970" y="4825"/>
                  </a:lnTo>
                  <a:lnTo>
                    <a:pt x="5915" y="4693"/>
                  </a:lnTo>
                  <a:lnTo>
                    <a:pt x="5862" y="4603"/>
                  </a:lnTo>
                  <a:lnTo>
                    <a:pt x="5698" y="4515"/>
                  </a:lnTo>
                  <a:lnTo>
                    <a:pt x="5535" y="4426"/>
                  </a:lnTo>
                  <a:lnTo>
                    <a:pt x="4993" y="4250"/>
                  </a:lnTo>
                  <a:lnTo>
                    <a:pt x="4721" y="4160"/>
                  </a:lnTo>
                  <a:lnTo>
                    <a:pt x="4396" y="4117"/>
                  </a:lnTo>
                  <a:lnTo>
                    <a:pt x="5047" y="3895"/>
                  </a:lnTo>
                  <a:lnTo>
                    <a:pt x="5644" y="3674"/>
                  </a:lnTo>
                  <a:lnTo>
                    <a:pt x="6295" y="3541"/>
                  </a:lnTo>
                  <a:lnTo>
                    <a:pt x="6947" y="3452"/>
                  </a:lnTo>
                  <a:lnTo>
                    <a:pt x="7598" y="3364"/>
                  </a:lnTo>
                  <a:lnTo>
                    <a:pt x="9607" y="3364"/>
                  </a:lnTo>
                  <a:lnTo>
                    <a:pt x="9715" y="3319"/>
                  </a:lnTo>
                  <a:lnTo>
                    <a:pt x="9715" y="3231"/>
                  </a:lnTo>
                  <a:close/>
                  <a:moveTo>
                    <a:pt x="7544" y="18811"/>
                  </a:moveTo>
                  <a:lnTo>
                    <a:pt x="7760" y="18856"/>
                  </a:lnTo>
                  <a:lnTo>
                    <a:pt x="8141" y="18944"/>
                  </a:lnTo>
                  <a:lnTo>
                    <a:pt x="7978" y="18989"/>
                  </a:lnTo>
                  <a:lnTo>
                    <a:pt x="7870" y="19077"/>
                  </a:lnTo>
                  <a:lnTo>
                    <a:pt x="7760" y="19210"/>
                  </a:lnTo>
                  <a:lnTo>
                    <a:pt x="7760" y="19342"/>
                  </a:lnTo>
                  <a:lnTo>
                    <a:pt x="7707" y="19520"/>
                  </a:lnTo>
                  <a:lnTo>
                    <a:pt x="7760" y="19741"/>
                  </a:lnTo>
                  <a:lnTo>
                    <a:pt x="7760" y="19830"/>
                  </a:lnTo>
                  <a:lnTo>
                    <a:pt x="7815" y="19918"/>
                  </a:lnTo>
                  <a:lnTo>
                    <a:pt x="7923" y="20006"/>
                  </a:lnTo>
                  <a:lnTo>
                    <a:pt x="8032" y="20051"/>
                  </a:lnTo>
                  <a:lnTo>
                    <a:pt x="8195" y="20051"/>
                  </a:lnTo>
                  <a:lnTo>
                    <a:pt x="8683" y="20449"/>
                  </a:lnTo>
                  <a:lnTo>
                    <a:pt x="9226" y="20714"/>
                  </a:lnTo>
                  <a:lnTo>
                    <a:pt x="9715" y="20936"/>
                  </a:lnTo>
                  <a:lnTo>
                    <a:pt x="9986" y="21024"/>
                  </a:lnTo>
                  <a:lnTo>
                    <a:pt x="5102" y="20980"/>
                  </a:lnTo>
                  <a:lnTo>
                    <a:pt x="5319" y="20892"/>
                  </a:lnTo>
                  <a:lnTo>
                    <a:pt x="5807" y="20714"/>
                  </a:lnTo>
                  <a:lnTo>
                    <a:pt x="6295" y="20494"/>
                  </a:lnTo>
                  <a:lnTo>
                    <a:pt x="6621" y="20316"/>
                  </a:lnTo>
                  <a:lnTo>
                    <a:pt x="6947" y="20095"/>
                  </a:lnTo>
                  <a:lnTo>
                    <a:pt x="7056" y="20139"/>
                  </a:lnTo>
                  <a:lnTo>
                    <a:pt x="7219" y="20139"/>
                  </a:lnTo>
                  <a:lnTo>
                    <a:pt x="7327" y="20095"/>
                  </a:lnTo>
                  <a:lnTo>
                    <a:pt x="7435" y="20006"/>
                  </a:lnTo>
                  <a:lnTo>
                    <a:pt x="7598" y="19785"/>
                  </a:lnTo>
                  <a:lnTo>
                    <a:pt x="7707" y="19564"/>
                  </a:lnTo>
                  <a:lnTo>
                    <a:pt x="7652" y="19430"/>
                  </a:lnTo>
                  <a:lnTo>
                    <a:pt x="7544" y="19342"/>
                  </a:lnTo>
                  <a:lnTo>
                    <a:pt x="7489" y="19298"/>
                  </a:lnTo>
                  <a:lnTo>
                    <a:pt x="7544" y="19032"/>
                  </a:lnTo>
                  <a:lnTo>
                    <a:pt x="7544" y="18811"/>
                  </a:lnTo>
                  <a:close/>
                  <a:moveTo>
                    <a:pt x="14491" y="0"/>
                  </a:moveTo>
                  <a:lnTo>
                    <a:pt x="14273" y="89"/>
                  </a:lnTo>
                  <a:lnTo>
                    <a:pt x="13893" y="133"/>
                  </a:lnTo>
                  <a:lnTo>
                    <a:pt x="13568" y="265"/>
                  </a:lnTo>
                  <a:lnTo>
                    <a:pt x="13405" y="355"/>
                  </a:lnTo>
                  <a:lnTo>
                    <a:pt x="13297" y="487"/>
                  </a:lnTo>
                  <a:lnTo>
                    <a:pt x="13242" y="620"/>
                  </a:lnTo>
                  <a:lnTo>
                    <a:pt x="13189" y="798"/>
                  </a:lnTo>
                  <a:lnTo>
                    <a:pt x="13189" y="1063"/>
                  </a:lnTo>
                  <a:lnTo>
                    <a:pt x="13297" y="1239"/>
                  </a:lnTo>
                  <a:lnTo>
                    <a:pt x="13351" y="1372"/>
                  </a:lnTo>
                  <a:lnTo>
                    <a:pt x="12211" y="2833"/>
                  </a:lnTo>
                  <a:lnTo>
                    <a:pt x="11289" y="2656"/>
                  </a:lnTo>
                  <a:lnTo>
                    <a:pt x="10366" y="2612"/>
                  </a:lnTo>
                  <a:lnTo>
                    <a:pt x="9444" y="2612"/>
                  </a:lnTo>
                  <a:lnTo>
                    <a:pt x="8575" y="2700"/>
                  </a:lnTo>
                  <a:lnTo>
                    <a:pt x="8358" y="2745"/>
                  </a:lnTo>
                  <a:lnTo>
                    <a:pt x="8250" y="2878"/>
                  </a:lnTo>
                  <a:lnTo>
                    <a:pt x="7544" y="2833"/>
                  </a:lnTo>
                  <a:lnTo>
                    <a:pt x="6838" y="2921"/>
                  </a:lnTo>
                  <a:lnTo>
                    <a:pt x="6078" y="3011"/>
                  </a:lnTo>
                  <a:lnTo>
                    <a:pt x="5372" y="3187"/>
                  </a:lnTo>
                  <a:lnTo>
                    <a:pt x="4721" y="3409"/>
                  </a:lnTo>
                  <a:lnTo>
                    <a:pt x="4016" y="3674"/>
                  </a:lnTo>
                  <a:lnTo>
                    <a:pt x="3419" y="3984"/>
                  </a:lnTo>
                  <a:lnTo>
                    <a:pt x="2876" y="4293"/>
                  </a:lnTo>
                  <a:lnTo>
                    <a:pt x="2225" y="4736"/>
                  </a:lnTo>
                  <a:lnTo>
                    <a:pt x="1682" y="5267"/>
                  </a:lnTo>
                  <a:lnTo>
                    <a:pt x="1194" y="5799"/>
                  </a:lnTo>
                  <a:lnTo>
                    <a:pt x="814" y="6373"/>
                  </a:lnTo>
                  <a:lnTo>
                    <a:pt x="488" y="6994"/>
                  </a:lnTo>
                  <a:lnTo>
                    <a:pt x="271" y="7657"/>
                  </a:lnTo>
                  <a:lnTo>
                    <a:pt x="108" y="8321"/>
                  </a:lnTo>
                  <a:lnTo>
                    <a:pt x="0" y="8986"/>
                  </a:lnTo>
                  <a:lnTo>
                    <a:pt x="0" y="9649"/>
                  </a:lnTo>
                  <a:lnTo>
                    <a:pt x="55" y="10313"/>
                  </a:lnTo>
                  <a:lnTo>
                    <a:pt x="217" y="10977"/>
                  </a:lnTo>
                  <a:lnTo>
                    <a:pt x="434" y="11642"/>
                  </a:lnTo>
                  <a:lnTo>
                    <a:pt x="706" y="12261"/>
                  </a:lnTo>
                  <a:lnTo>
                    <a:pt x="1031" y="12836"/>
                  </a:lnTo>
                  <a:lnTo>
                    <a:pt x="1465" y="13412"/>
                  </a:lnTo>
                  <a:lnTo>
                    <a:pt x="2008" y="13943"/>
                  </a:lnTo>
                  <a:lnTo>
                    <a:pt x="2551" y="14429"/>
                  </a:lnTo>
                  <a:lnTo>
                    <a:pt x="3202" y="14872"/>
                  </a:lnTo>
                  <a:lnTo>
                    <a:pt x="3962" y="15270"/>
                  </a:lnTo>
                  <a:lnTo>
                    <a:pt x="4668" y="15580"/>
                  </a:lnTo>
                  <a:lnTo>
                    <a:pt x="5482" y="15846"/>
                  </a:lnTo>
                  <a:lnTo>
                    <a:pt x="6295" y="16023"/>
                  </a:lnTo>
                  <a:lnTo>
                    <a:pt x="7109" y="16156"/>
                  </a:lnTo>
                  <a:lnTo>
                    <a:pt x="7978" y="16244"/>
                  </a:lnTo>
                  <a:lnTo>
                    <a:pt x="8792" y="16244"/>
                  </a:lnTo>
                  <a:lnTo>
                    <a:pt x="9607" y="16200"/>
                  </a:lnTo>
                  <a:lnTo>
                    <a:pt x="10420" y="16111"/>
                  </a:lnTo>
                  <a:lnTo>
                    <a:pt x="11234" y="15935"/>
                  </a:lnTo>
                  <a:lnTo>
                    <a:pt x="11995" y="15713"/>
                  </a:lnTo>
                  <a:lnTo>
                    <a:pt x="12754" y="15447"/>
                  </a:lnTo>
                  <a:lnTo>
                    <a:pt x="13459" y="15094"/>
                  </a:lnTo>
                  <a:lnTo>
                    <a:pt x="14110" y="14739"/>
                  </a:lnTo>
                  <a:lnTo>
                    <a:pt x="14871" y="14208"/>
                  </a:lnTo>
                  <a:lnTo>
                    <a:pt x="15522" y="13589"/>
                  </a:lnTo>
                  <a:lnTo>
                    <a:pt x="16173" y="12924"/>
                  </a:lnTo>
                  <a:lnTo>
                    <a:pt x="16716" y="12261"/>
                  </a:lnTo>
                  <a:lnTo>
                    <a:pt x="17204" y="11509"/>
                  </a:lnTo>
                  <a:lnTo>
                    <a:pt x="17584" y="10756"/>
                  </a:lnTo>
                  <a:lnTo>
                    <a:pt x="17910" y="10003"/>
                  </a:lnTo>
                  <a:lnTo>
                    <a:pt x="18018" y="9561"/>
                  </a:lnTo>
                  <a:lnTo>
                    <a:pt x="18073" y="9162"/>
                  </a:lnTo>
                  <a:lnTo>
                    <a:pt x="18127" y="8543"/>
                  </a:lnTo>
                  <a:lnTo>
                    <a:pt x="18073" y="7967"/>
                  </a:lnTo>
                  <a:lnTo>
                    <a:pt x="17910" y="7392"/>
                  </a:lnTo>
                  <a:lnTo>
                    <a:pt x="17638" y="6816"/>
                  </a:lnTo>
                  <a:lnTo>
                    <a:pt x="17367" y="6241"/>
                  </a:lnTo>
                  <a:lnTo>
                    <a:pt x="16987" y="5710"/>
                  </a:lnTo>
                  <a:lnTo>
                    <a:pt x="16553" y="5224"/>
                  </a:lnTo>
                  <a:lnTo>
                    <a:pt x="16065" y="4781"/>
                  </a:lnTo>
                  <a:lnTo>
                    <a:pt x="16010" y="4648"/>
                  </a:lnTo>
                  <a:lnTo>
                    <a:pt x="15847" y="4603"/>
                  </a:lnTo>
                  <a:lnTo>
                    <a:pt x="15196" y="4072"/>
                  </a:lnTo>
                  <a:lnTo>
                    <a:pt x="15034" y="3984"/>
                  </a:lnTo>
                  <a:lnTo>
                    <a:pt x="14545" y="3719"/>
                  </a:lnTo>
                  <a:lnTo>
                    <a:pt x="14056" y="3452"/>
                  </a:lnTo>
                  <a:lnTo>
                    <a:pt x="13514" y="3231"/>
                  </a:lnTo>
                  <a:lnTo>
                    <a:pt x="12971" y="3054"/>
                  </a:lnTo>
                  <a:lnTo>
                    <a:pt x="13025" y="2966"/>
                  </a:lnTo>
                  <a:lnTo>
                    <a:pt x="13079" y="2921"/>
                  </a:lnTo>
                  <a:lnTo>
                    <a:pt x="13025" y="2833"/>
                  </a:lnTo>
                  <a:lnTo>
                    <a:pt x="13568" y="2258"/>
                  </a:lnTo>
                  <a:lnTo>
                    <a:pt x="14056" y="1682"/>
                  </a:lnTo>
                  <a:lnTo>
                    <a:pt x="14436" y="1682"/>
                  </a:lnTo>
                  <a:lnTo>
                    <a:pt x="14599" y="1639"/>
                  </a:lnTo>
                  <a:lnTo>
                    <a:pt x="14762" y="1549"/>
                  </a:lnTo>
                  <a:lnTo>
                    <a:pt x="14871" y="1461"/>
                  </a:lnTo>
                  <a:lnTo>
                    <a:pt x="15685" y="1771"/>
                  </a:lnTo>
                  <a:lnTo>
                    <a:pt x="16390" y="2170"/>
                  </a:lnTo>
                  <a:lnTo>
                    <a:pt x="17096" y="2568"/>
                  </a:lnTo>
                  <a:lnTo>
                    <a:pt x="17747" y="3054"/>
                  </a:lnTo>
                  <a:lnTo>
                    <a:pt x="18344" y="3586"/>
                  </a:lnTo>
                  <a:lnTo>
                    <a:pt x="18886" y="4117"/>
                  </a:lnTo>
                  <a:lnTo>
                    <a:pt x="19321" y="4736"/>
                  </a:lnTo>
                  <a:lnTo>
                    <a:pt x="19755" y="5356"/>
                  </a:lnTo>
                  <a:lnTo>
                    <a:pt x="20080" y="6020"/>
                  </a:lnTo>
                  <a:lnTo>
                    <a:pt x="20353" y="6684"/>
                  </a:lnTo>
                  <a:lnTo>
                    <a:pt x="20569" y="7392"/>
                  </a:lnTo>
                  <a:lnTo>
                    <a:pt x="20732" y="8100"/>
                  </a:lnTo>
                  <a:lnTo>
                    <a:pt x="20841" y="8808"/>
                  </a:lnTo>
                  <a:lnTo>
                    <a:pt x="20841" y="10268"/>
                  </a:lnTo>
                  <a:lnTo>
                    <a:pt x="20732" y="10977"/>
                  </a:lnTo>
                  <a:lnTo>
                    <a:pt x="20515" y="11774"/>
                  </a:lnTo>
                  <a:lnTo>
                    <a:pt x="20298" y="12526"/>
                  </a:lnTo>
                  <a:lnTo>
                    <a:pt x="19918" y="13279"/>
                  </a:lnTo>
                  <a:lnTo>
                    <a:pt x="19538" y="13987"/>
                  </a:lnTo>
                  <a:lnTo>
                    <a:pt x="19049" y="14696"/>
                  </a:lnTo>
                  <a:lnTo>
                    <a:pt x="18453" y="15315"/>
                  </a:lnTo>
                  <a:lnTo>
                    <a:pt x="17855" y="15935"/>
                  </a:lnTo>
                  <a:lnTo>
                    <a:pt x="17150" y="16510"/>
                  </a:lnTo>
                  <a:lnTo>
                    <a:pt x="16390" y="16952"/>
                  </a:lnTo>
                  <a:lnTo>
                    <a:pt x="15630" y="17395"/>
                  </a:lnTo>
                  <a:lnTo>
                    <a:pt x="14762" y="17750"/>
                  </a:lnTo>
                  <a:lnTo>
                    <a:pt x="13893" y="18059"/>
                  </a:lnTo>
                  <a:lnTo>
                    <a:pt x="13025" y="18281"/>
                  </a:lnTo>
                  <a:lnTo>
                    <a:pt x="12103" y="18413"/>
                  </a:lnTo>
                  <a:lnTo>
                    <a:pt x="11180" y="18501"/>
                  </a:lnTo>
                  <a:lnTo>
                    <a:pt x="10203" y="18546"/>
                  </a:lnTo>
                  <a:lnTo>
                    <a:pt x="9497" y="18501"/>
                  </a:lnTo>
                  <a:lnTo>
                    <a:pt x="8792" y="18457"/>
                  </a:lnTo>
                  <a:lnTo>
                    <a:pt x="8086" y="18324"/>
                  </a:lnTo>
                  <a:lnTo>
                    <a:pt x="7435" y="18191"/>
                  </a:lnTo>
                  <a:lnTo>
                    <a:pt x="6729" y="17970"/>
                  </a:lnTo>
                  <a:lnTo>
                    <a:pt x="6078" y="17705"/>
                  </a:lnTo>
                  <a:lnTo>
                    <a:pt x="5372" y="17440"/>
                  </a:lnTo>
                  <a:lnTo>
                    <a:pt x="5427" y="17395"/>
                  </a:lnTo>
                  <a:lnTo>
                    <a:pt x="5482" y="17307"/>
                  </a:lnTo>
                  <a:lnTo>
                    <a:pt x="5482" y="17129"/>
                  </a:lnTo>
                  <a:lnTo>
                    <a:pt x="5427" y="17041"/>
                  </a:lnTo>
                  <a:lnTo>
                    <a:pt x="5210" y="16909"/>
                  </a:lnTo>
                  <a:lnTo>
                    <a:pt x="4993" y="16819"/>
                  </a:lnTo>
                  <a:lnTo>
                    <a:pt x="4776" y="16776"/>
                  </a:lnTo>
                  <a:lnTo>
                    <a:pt x="4450" y="16776"/>
                  </a:lnTo>
                  <a:lnTo>
                    <a:pt x="4288" y="16819"/>
                  </a:lnTo>
                  <a:lnTo>
                    <a:pt x="4070" y="16909"/>
                  </a:lnTo>
                  <a:lnTo>
                    <a:pt x="3908" y="17041"/>
                  </a:lnTo>
                  <a:lnTo>
                    <a:pt x="3853" y="17217"/>
                  </a:lnTo>
                  <a:lnTo>
                    <a:pt x="3853" y="17395"/>
                  </a:lnTo>
                  <a:lnTo>
                    <a:pt x="3908" y="17572"/>
                  </a:lnTo>
                  <a:lnTo>
                    <a:pt x="4016" y="17750"/>
                  </a:lnTo>
                  <a:lnTo>
                    <a:pt x="4178" y="17882"/>
                  </a:lnTo>
                  <a:lnTo>
                    <a:pt x="4396" y="17926"/>
                  </a:lnTo>
                  <a:lnTo>
                    <a:pt x="4613" y="17970"/>
                  </a:lnTo>
                  <a:lnTo>
                    <a:pt x="4831" y="17926"/>
                  </a:lnTo>
                  <a:lnTo>
                    <a:pt x="4993" y="17793"/>
                  </a:lnTo>
                  <a:lnTo>
                    <a:pt x="5210" y="17926"/>
                  </a:lnTo>
                  <a:lnTo>
                    <a:pt x="5970" y="18281"/>
                  </a:lnTo>
                  <a:lnTo>
                    <a:pt x="6566" y="18501"/>
                  </a:lnTo>
                  <a:lnTo>
                    <a:pt x="7109" y="18679"/>
                  </a:lnTo>
                  <a:lnTo>
                    <a:pt x="7056" y="18767"/>
                  </a:lnTo>
                  <a:lnTo>
                    <a:pt x="7001" y="18811"/>
                  </a:lnTo>
                  <a:lnTo>
                    <a:pt x="6892" y="19077"/>
                  </a:lnTo>
                  <a:lnTo>
                    <a:pt x="6838" y="19342"/>
                  </a:lnTo>
                  <a:lnTo>
                    <a:pt x="6784" y="19873"/>
                  </a:lnTo>
                  <a:lnTo>
                    <a:pt x="5862" y="20095"/>
                  </a:lnTo>
                  <a:lnTo>
                    <a:pt x="4993" y="20404"/>
                  </a:lnTo>
                  <a:lnTo>
                    <a:pt x="4070" y="20714"/>
                  </a:lnTo>
                  <a:lnTo>
                    <a:pt x="3147" y="20980"/>
                  </a:lnTo>
                  <a:lnTo>
                    <a:pt x="3039" y="21024"/>
                  </a:lnTo>
                  <a:lnTo>
                    <a:pt x="2984" y="21113"/>
                  </a:lnTo>
                  <a:lnTo>
                    <a:pt x="2931" y="21202"/>
                  </a:lnTo>
                  <a:lnTo>
                    <a:pt x="2931" y="21290"/>
                  </a:lnTo>
                  <a:lnTo>
                    <a:pt x="2984" y="21378"/>
                  </a:lnTo>
                  <a:lnTo>
                    <a:pt x="3039" y="21467"/>
                  </a:lnTo>
                  <a:lnTo>
                    <a:pt x="3147" y="21512"/>
                  </a:lnTo>
                  <a:lnTo>
                    <a:pt x="3256" y="21555"/>
                  </a:lnTo>
                  <a:lnTo>
                    <a:pt x="12428" y="21600"/>
                  </a:lnTo>
                  <a:lnTo>
                    <a:pt x="12536" y="21600"/>
                  </a:lnTo>
                  <a:lnTo>
                    <a:pt x="12646" y="21555"/>
                  </a:lnTo>
                  <a:lnTo>
                    <a:pt x="12754" y="21467"/>
                  </a:lnTo>
                  <a:lnTo>
                    <a:pt x="12754" y="21202"/>
                  </a:lnTo>
                  <a:lnTo>
                    <a:pt x="12699" y="21113"/>
                  </a:lnTo>
                  <a:lnTo>
                    <a:pt x="12536" y="21024"/>
                  </a:lnTo>
                  <a:lnTo>
                    <a:pt x="11995" y="20847"/>
                  </a:lnTo>
                  <a:lnTo>
                    <a:pt x="11342" y="20714"/>
                  </a:lnTo>
                  <a:lnTo>
                    <a:pt x="10746" y="20582"/>
                  </a:lnTo>
                  <a:lnTo>
                    <a:pt x="10148" y="20449"/>
                  </a:lnTo>
                  <a:lnTo>
                    <a:pt x="9607" y="20228"/>
                  </a:lnTo>
                  <a:lnTo>
                    <a:pt x="9117" y="19963"/>
                  </a:lnTo>
                  <a:lnTo>
                    <a:pt x="8738" y="19697"/>
                  </a:lnTo>
                  <a:lnTo>
                    <a:pt x="8575" y="19564"/>
                  </a:lnTo>
                  <a:lnTo>
                    <a:pt x="8358" y="19475"/>
                  </a:lnTo>
                  <a:lnTo>
                    <a:pt x="8358" y="19430"/>
                  </a:lnTo>
                  <a:lnTo>
                    <a:pt x="8413" y="19210"/>
                  </a:lnTo>
                  <a:lnTo>
                    <a:pt x="8358" y="18989"/>
                  </a:lnTo>
                  <a:lnTo>
                    <a:pt x="9064" y="19077"/>
                  </a:lnTo>
                  <a:lnTo>
                    <a:pt x="9823" y="19122"/>
                  </a:lnTo>
                  <a:lnTo>
                    <a:pt x="11289" y="19122"/>
                  </a:lnTo>
                  <a:lnTo>
                    <a:pt x="12157" y="19032"/>
                  </a:lnTo>
                  <a:lnTo>
                    <a:pt x="13079" y="18856"/>
                  </a:lnTo>
                  <a:lnTo>
                    <a:pt x="13948" y="18679"/>
                  </a:lnTo>
                  <a:lnTo>
                    <a:pt x="14816" y="18413"/>
                  </a:lnTo>
                  <a:lnTo>
                    <a:pt x="15630" y="18059"/>
                  </a:lnTo>
                  <a:lnTo>
                    <a:pt x="16390" y="17705"/>
                  </a:lnTo>
                  <a:lnTo>
                    <a:pt x="17150" y="17262"/>
                  </a:lnTo>
                  <a:lnTo>
                    <a:pt x="17855" y="16776"/>
                  </a:lnTo>
                  <a:lnTo>
                    <a:pt x="18506" y="16244"/>
                  </a:lnTo>
                  <a:lnTo>
                    <a:pt x="19104" y="15669"/>
                  </a:lnTo>
                  <a:lnTo>
                    <a:pt x="19647" y="15049"/>
                  </a:lnTo>
                  <a:lnTo>
                    <a:pt x="20080" y="14386"/>
                  </a:lnTo>
                  <a:lnTo>
                    <a:pt x="20515" y="13722"/>
                  </a:lnTo>
                  <a:lnTo>
                    <a:pt x="20841" y="13014"/>
                  </a:lnTo>
                  <a:lnTo>
                    <a:pt x="21166" y="12305"/>
                  </a:lnTo>
                  <a:lnTo>
                    <a:pt x="21329" y="11552"/>
                  </a:lnTo>
                  <a:lnTo>
                    <a:pt x="21492" y="10801"/>
                  </a:lnTo>
                  <a:lnTo>
                    <a:pt x="21600" y="10048"/>
                  </a:lnTo>
                  <a:lnTo>
                    <a:pt x="21600" y="9295"/>
                  </a:lnTo>
                  <a:lnTo>
                    <a:pt x="21547" y="8543"/>
                  </a:lnTo>
                  <a:lnTo>
                    <a:pt x="21437" y="7790"/>
                  </a:lnTo>
                  <a:lnTo>
                    <a:pt x="21274" y="7038"/>
                  </a:lnTo>
                  <a:lnTo>
                    <a:pt x="21004" y="6285"/>
                  </a:lnTo>
                  <a:lnTo>
                    <a:pt x="20678" y="5577"/>
                  </a:lnTo>
                  <a:lnTo>
                    <a:pt x="20298" y="4825"/>
                  </a:lnTo>
                  <a:lnTo>
                    <a:pt x="19755" y="4117"/>
                  </a:lnTo>
                  <a:lnTo>
                    <a:pt x="19212" y="3452"/>
                  </a:lnTo>
                  <a:lnTo>
                    <a:pt x="18506" y="2789"/>
                  </a:lnTo>
                  <a:lnTo>
                    <a:pt x="17801" y="2213"/>
                  </a:lnTo>
                  <a:lnTo>
                    <a:pt x="16987" y="1682"/>
                  </a:lnTo>
                  <a:lnTo>
                    <a:pt x="16118" y="1239"/>
                  </a:lnTo>
                  <a:lnTo>
                    <a:pt x="15685" y="1063"/>
                  </a:lnTo>
                  <a:lnTo>
                    <a:pt x="15196" y="886"/>
                  </a:lnTo>
                  <a:lnTo>
                    <a:pt x="15250" y="708"/>
                  </a:lnTo>
                  <a:lnTo>
                    <a:pt x="15250" y="532"/>
                  </a:lnTo>
                  <a:lnTo>
                    <a:pt x="15196" y="355"/>
                  </a:lnTo>
                  <a:lnTo>
                    <a:pt x="15087" y="177"/>
                  </a:lnTo>
                  <a:lnTo>
                    <a:pt x="14924" y="89"/>
                  </a:lnTo>
                  <a:lnTo>
                    <a:pt x="14708"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158" name="Google Shape;371;p7"/>
            <p:cNvSpPr/>
            <p:nvPr/>
          </p:nvSpPr>
          <p:spPr>
            <a:xfrm>
              <a:off x="63088" y="1255312"/>
              <a:ext cx="532446" cy="49607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664" y="845"/>
                  </a:moveTo>
                  <a:lnTo>
                    <a:pt x="17713" y="898"/>
                  </a:lnTo>
                  <a:lnTo>
                    <a:pt x="17812" y="952"/>
                  </a:lnTo>
                  <a:lnTo>
                    <a:pt x="17910" y="1003"/>
                  </a:lnTo>
                  <a:lnTo>
                    <a:pt x="18255" y="1110"/>
                  </a:lnTo>
                  <a:lnTo>
                    <a:pt x="18550" y="1215"/>
                  </a:lnTo>
                  <a:lnTo>
                    <a:pt x="18795" y="1373"/>
                  </a:lnTo>
                  <a:lnTo>
                    <a:pt x="18992" y="1690"/>
                  </a:lnTo>
                  <a:lnTo>
                    <a:pt x="19190" y="2007"/>
                  </a:lnTo>
                  <a:lnTo>
                    <a:pt x="19238" y="2377"/>
                  </a:lnTo>
                  <a:lnTo>
                    <a:pt x="19190" y="2747"/>
                  </a:lnTo>
                  <a:lnTo>
                    <a:pt x="19090" y="3064"/>
                  </a:lnTo>
                  <a:lnTo>
                    <a:pt x="18894" y="3380"/>
                  </a:lnTo>
                  <a:lnTo>
                    <a:pt x="18648" y="3644"/>
                  </a:lnTo>
                  <a:lnTo>
                    <a:pt x="18353" y="3856"/>
                  </a:lnTo>
                  <a:lnTo>
                    <a:pt x="18057" y="4014"/>
                  </a:lnTo>
                  <a:lnTo>
                    <a:pt x="17664" y="4067"/>
                  </a:lnTo>
                  <a:lnTo>
                    <a:pt x="17222" y="4014"/>
                  </a:lnTo>
                  <a:lnTo>
                    <a:pt x="16975" y="3961"/>
                  </a:lnTo>
                  <a:lnTo>
                    <a:pt x="16827" y="3909"/>
                  </a:lnTo>
                  <a:lnTo>
                    <a:pt x="16680" y="3802"/>
                  </a:lnTo>
                  <a:lnTo>
                    <a:pt x="16582" y="3592"/>
                  </a:lnTo>
                  <a:lnTo>
                    <a:pt x="16483" y="3592"/>
                  </a:lnTo>
                  <a:lnTo>
                    <a:pt x="16434" y="3275"/>
                  </a:lnTo>
                  <a:lnTo>
                    <a:pt x="16434" y="2694"/>
                  </a:lnTo>
                  <a:lnTo>
                    <a:pt x="16483" y="2482"/>
                  </a:lnTo>
                  <a:lnTo>
                    <a:pt x="16630" y="2007"/>
                  </a:lnTo>
                  <a:lnTo>
                    <a:pt x="16877" y="1532"/>
                  </a:lnTo>
                  <a:lnTo>
                    <a:pt x="17222" y="1162"/>
                  </a:lnTo>
                  <a:lnTo>
                    <a:pt x="17418" y="1003"/>
                  </a:lnTo>
                  <a:lnTo>
                    <a:pt x="17664" y="845"/>
                  </a:lnTo>
                  <a:close/>
                  <a:moveTo>
                    <a:pt x="12153" y="4806"/>
                  </a:moveTo>
                  <a:lnTo>
                    <a:pt x="12400" y="4912"/>
                  </a:lnTo>
                  <a:lnTo>
                    <a:pt x="12400" y="4964"/>
                  </a:lnTo>
                  <a:lnTo>
                    <a:pt x="12300" y="5229"/>
                  </a:lnTo>
                  <a:lnTo>
                    <a:pt x="12300" y="5281"/>
                  </a:lnTo>
                  <a:lnTo>
                    <a:pt x="12252" y="5229"/>
                  </a:lnTo>
                  <a:lnTo>
                    <a:pt x="12153" y="5071"/>
                  </a:lnTo>
                  <a:lnTo>
                    <a:pt x="12055" y="4964"/>
                  </a:lnTo>
                  <a:lnTo>
                    <a:pt x="12055" y="4859"/>
                  </a:lnTo>
                  <a:lnTo>
                    <a:pt x="12153" y="4806"/>
                  </a:lnTo>
                  <a:close/>
                  <a:moveTo>
                    <a:pt x="18943" y="633"/>
                  </a:moveTo>
                  <a:lnTo>
                    <a:pt x="19090" y="687"/>
                  </a:lnTo>
                  <a:lnTo>
                    <a:pt x="19190" y="845"/>
                  </a:lnTo>
                  <a:lnTo>
                    <a:pt x="19337" y="952"/>
                  </a:lnTo>
                  <a:lnTo>
                    <a:pt x="19387" y="1162"/>
                  </a:lnTo>
                  <a:lnTo>
                    <a:pt x="19485" y="1162"/>
                  </a:lnTo>
                  <a:lnTo>
                    <a:pt x="19435" y="898"/>
                  </a:lnTo>
                  <a:lnTo>
                    <a:pt x="19387" y="687"/>
                  </a:lnTo>
                  <a:lnTo>
                    <a:pt x="19583" y="793"/>
                  </a:lnTo>
                  <a:lnTo>
                    <a:pt x="19829" y="898"/>
                  </a:lnTo>
                  <a:lnTo>
                    <a:pt x="20075" y="1110"/>
                  </a:lnTo>
                  <a:lnTo>
                    <a:pt x="20272" y="1268"/>
                  </a:lnTo>
                  <a:lnTo>
                    <a:pt x="20420" y="1532"/>
                  </a:lnTo>
                  <a:lnTo>
                    <a:pt x="20567" y="1743"/>
                  </a:lnTo>
                  <a:lnTo>
                    <a:pt x="20715" y="2272"/>
                  </a:lnTo>
                  <a:lnTo>
                    <a:pt x="20862" y="2799"/>
                  </a:lnTo>
                  <a:lnTo>
                    <a:pt x="20960" y="3434"/>
                  </a:lnTo>
                  <a:lnTo>
                    <a:pt x="21010" y="3697"/>
                  </a:lnTo>
                  <a:lnTo>
                    <a:pt x="20960" y="4014"/>
                  </a:lnTo>
                  <a:lnTo>
                    <a:pt x="20912" y="4279"/>
                  </a:lnTo>
                  <a:lnTo>
                    <a:pt x="20764" y="4489"/>
                  </a:lnTo>
                  <a:lnTo>
                    <a:pt x="20370" y="4912"/>
                  </a:lnTo>
                  <a:lnTo>
                    <a:pt x="20025" y="5176"/>
                  </a:lnTo>
                  <a:lnTo>
                    <a:pt x="19583" y="5334"/>
                  </a:lnTo>
                  <a:lnTo>
                    <a:pt x="19140" y="5441"/>
                  </a:lnTo>
                  <a:lnTo>
                    <a:pt x="18697" y="5493"/>
                  </a:lnTo>
                  <a:lnTo>
                    <a:pt x="18402" y="5441"/>
                  </a:lnTo>
                  <a:lnTo>
                    <a:pt x="18107" y="5387"/>
                  </a:lnTo>
                  <a:lnTo>
                    <a:pt x="17860" y="5281"/>
                  </a:lnTo>
                  <a:lnTo>
                    <a:pt x="17615" y="5176"/>
                  </a:lnTo>
                  <a:lnTo>
                    <a:pt x="17369" y="5017"/>
                  </a:lnTo>
                  <a:lnTo>
                    <a:pt x="17172" y="4806"/>
                  </a:lnTo>
                  <a:lnTo>
                    <a:pt x="16975" y="4596"/>
                  </a:lnTo>
                  <a:lnTo>
                    <a:pt x="16827" y="4384"/>
                  </a:lnTo>
                  <a:lnTo>
                    <a:pt x="17222" y="4489"/>
                  </a:lnTo>
                  <a:lnTo>
                    <a:pt x="17615" y="4542"/>
                  </a:lnTo>
                  <a:lnTo>
                    <a:pt x="18008" y="4489"/>
                  </a:lnTo>
                  <a:lnTo>
                    <a:pt x="18402" y="4384"/>
                  </a:lnTo>
                  <a:lnTo>
                    <a:pt x="18747" y="4226"/>
                  </a:lnTo>
                  <a:lnTo>
                    <a:pt x="19090" y="3961"/>
                  </a:lnTo>
                  <a:lnTo>
                    <a:pt x="19337" y="3592"/>
                  </a:lnTo>
                  <a:lnTo>
                    <a:pt x="19583" y="3222"/>
                  </a:lnTo>
                  <a:lnTo>
                    <a:pt x="19682" y="2852"/>
                  </a:lnTo>
                  <a:lnTo>
                    <a:pt x="19730" y="2482"/>
                  </a:lnTo>
                  <a:lnTo>
                    <a:pt x="19682" y="2113"/>
                  </a:lnTo>
                  <a:lnTo>
                    <a:pt x="19583" y="1743"/>
                  </a:lnTo>
                  <a:lnTo>
                    <a:pt x="19435" y="1427"/>
                  </a:lnTo>
                  <a:lnTo>
                    <a:pt x="19238" y="1110"/>
                  </a:lnTo>
                  <a:lnTo>
                    <a:pt x="18992" y="845"/>
                  </a:lnTo>
                  <a:lnTo>
                    <a:pt x="18697" y="633"/>
                  </a:lnTo>
                  <a:close/>
                  <a:moveTo>
                    <a:pt x="18452" y="0"/>
                  </a:moveTo>
                  <a:lnTo>
                    <a:pt x="18255" y="107"/>
                  </a:lnTo>
                  <a:lnTo>
                    <a:pt x="17910" y="158"/>
                  </a:lnTo>
                  <a:lnTo>
                    <a:pt x="17615" y="212"/>
                  </a:lnTo>
                  <a:lnTo>
                    <a:pt x="17320" y="370"/>
                  </a:lnTo>
                  <a:lnTo>
                    <a:pt x="17073" y="582"/>
                  </a:lnTo>
                  <a:lnTo>
                    <a:pt x="16778" y="793"/>
                  </a:lnTo>
                  <a:lnTo>
                    <a:pt x="16582" y="1057"/>
                  </a:lnTo>
                  <a:lnTo>
                    <a:pt x="16385" y="1320"/>
                  </a:lnTo>
                  <a:lnTo>
                    <a:pt x="16188" y="1637"/>
                  </a:lnTo>
                  <a:lnTo>
                    <a:pt x="16090" y="1902"/>
                  </a:lnTo>
                  <a:lnTo>
                    <a:pt x="15990" y="2272"/>
                  </a:lnTo>
                  <a:lnTo>
                    <a:pt x="15892" y="2589"/>
                  </a:lnTo>
                  <a:lnTo>
                    <a:pt x="15892" y="3275"/>
                  </a:lnTo>
                  <a:lnTo>
                    <a:pt x="15942" y="3644"/>
                  </a:lnTo>
                  <a:lnTo>
                    <a:pt x="16040" y="3961"/>
                  </a:lnTo>
                  <a:lnTo>
                    <a:pt x="16139" y="4279"/>
                  </a:lnTo>
                  <a:lnTo>
                    <a:pt x="16287" y="4596"/>
                  </a:lnTo>
                  <a:lnTo>
                    <a:pt x="16434" y="4859"/>
                  </a:lnTo>
                  <a:lnTo>
                    <a:pt x="16630" y="5122"/>
                  </a:lnTo>
                  <a:lnTo>
                    <a:pt x="16877" y="5334"/>
                  </a:lnTo>
                  <a:lnTo>
                    <a:pt x="17123" y="5546"/>
                  </a:lnTo>
                  <a:lnTo>
                    <a:pt x="17418" y="5757"/>
                  </a:lnTo>
                  <a:lnTo>
                    <a:pt x="17713" y="5863"/>
                  </a:lnTo>
                  <a:lnTo>
                    <a:pt x="18008" y="5968"/>
                  </a:lnTo>
                  <a:lnTo>
                    <a:pt x="18353" y="6074"/>
                  </a:lnTo>
                  <a:lnTo>
                    <a:pt x="18943" y="6074"/>
                  </a:lnTo>
                  <a:lnTo>
                    <a:pt x="19534" y="5968"/>
                  </a:lnTo>
                  <a:lnTo>
                    <a:pt x="20124" y="5757"/>
                  </a:lnTo>
                  <a:lnTo>
                    <a:pt x="20617" y="5441"/>
                  </a:lnTo>
                  <a:lnTo>
                    <a:pt x="20912" y="5229"/>
                  </a:lnTo>
                  <a:lnTo>
                    <a:pt x="21108" y="4964"/>
                  </a:lnTo>
                  <a:lnTo>
                    <a:pt x="21305" y="4701"/>
                  </a:lnTo>
                  <a:lnTo>
                    <a:pt x="21452" y="4384"/>
                  </a:lnTo>
                  <a:lnTo>
                    <a:pt x="21550" y="4014"/>
                  </a:lnTo>
                  <a:lnTo>
                    <a:pt x="21600" y="3592"/>
                  </a:lnTo>
                  <a:lnTo>
                    <a:pt x="21550" y="3222"/>
                  </a:lnTo>
                  <a:lnTo>
                    <a:pt x="21452" y="2852"/>
                  </a:lnTo>
                  <a:lnTo>
                    <a:pt x="21305" y="2060"/>
                  </a:lnTo>
                  <a:lnTo>
                    <a:pt x="21157" y="1690"/>
                  </a:lnTo>
                  <a:lnTo>
                    <a:pt x="21010" y="1373"/>
                  </a:lnTo>
                  <a:lnTo>
                    <a:pt x="20813" y="1057"/>
                  </a:lnTo>
                  <a:lnTo>
                    <a:pt x="20617" y="793"/>
                  </a:lnTo>
                  <a:lnTo>
                    <a:pt x="20320" y="528"/>
                  </a:lnTo>
                  <a:lnTo>
                    <a:pt x="20025" y="317"/>
                  </a:lnTo>
                  <a:lnTo>
                    <a:pt x="19632" y="107"/>
                  </a:lnTo>
                  <a:lnTo>
                    <a:pt x="19140" y="0"/>
                  </a:lnTo>
                  <a:close/>
                  <a:moveTo>
                    <a:pt x="14908" y="6549"/>
                  </a:moveTo>
                  <a:lnTo>
                    <a:pt x="15352" y="6971"/>
                  </a:lnTo>
                  <a:lnTo>
                    <a:pt x="15155" y="7129"/>
                  </a:lnTo>
                  <a:lnTo>
                    <a:pt x="14908" y="7078"/>
                  </a:lnTo>
                  <a:lnTo>
                    <a:pt x="14662" y="7078"/>
                  </a:lnTo>
                  <a:lnTo>
                    <a:pt x="14269" y="7129"/>
                  </a:lnTo>
                  <a:lnTo>
                    <a:pt x="14565" y="6813"/>
                  </a:lnTo>
                  <a:lnTo>
                    <a:pt x="14908" y="6549"/>
                  </a:lnTo>
                  <a:close/>
                  <a:moveTo>
                    <a:pt x="9200" y="5229"/>
                  </a:moveTo>
                  <a:lnTo>
                    <a:pt x="9398" y="5281"/>
                  </a:lnTo>
                  <a:lnTo>
                    <a:pt x="9447" y="5334"/>
                  </a:lnTo>
                  <a:lnTo>
                    <a:pt x="9447" y="5441"/>
                  </a:lnTo>
                  <a:lnTo>
                    <a:pt x="9496" y="5546"/>
                  </a:lnTo>
                  <a:lnTo>
                    <a:pt x="9644" y="5599"/>
                  </a:lnTo>
                  <a:lnTo>
                    <a:pt x="9890" y="5599"/>
                  </a:lnTo>
                  <a:lnTo>
                    <a:pt x="9940" y="5651"/>
                  </a:lnTo>
                  <a:lnTo>
                    <a:pt x="9988" y="5809"/>
                  </a:lnTo>
                  <a:lnTo>
                    <a:pt x="10037" y="5968"/>
                  </a:lnTo>
                  <a:lnTo>
                    <a:pt x="10037" y="6126"/>
                  </a:lnTo>
                  <a:lnTo>
                    <a:pt x="9988" y="6496"/>
                  </a:lnTo>
                  <a:lnTo>
                    <a:pt x="9890" y="6866"/>
                  </a:lnTo>
                  <a:lnTo>
                    <a:pt x="9693" y="7236"/>
                  </a:lnTo>
                  <a:lnTo>
                    <a:pt x="9595" y="7394"/>
                  </a:lnTo>
                  <a:lnTo>
                    <a:pt x="9447" y="7499"/>
                  </a:lnTo>
                  <a:lnTo>
                    <a:pt x="9300" y="7553"/>
                  </a:lnTo>
                  <a:lnTo>
                    <a:pt x="9103" y="7553"/>
                  </a:lnTo>
                  <a:lnTo>
                    <a:pt x="9103" y="7183"/>
                  </a:lnTo>
                  <a:lnTo>
                    <a:pt x="9053" y="6866"/>
                  </a:lnTo>
                  <a:lnTo>
                    <a:pt x="8905" y="6549"/>
                  </a:lnTo>
                  <a:lnTo>
                    <a:pt x="8709" y="6233"/>
                  </a:lnTo>
                  <a:lnTo>
                    <a:pt x="8463" y="5968"/>
                  </a:lnTo>
                  <a:lnTo>
                    <a:pt x="8168" y="5809"/>
                  </a:lnTo>
                  <a:lnTo>
                    <a:pt x="8168" y="5651"/>
                  </a:lnTo>
                  <a:lnTo>
                    <a:pt x="8265" y="5546"/>
                  </a:lnTo>
                  <a:lnTo>
                    <a:pt x="8365" y="5441"/>
                  </a:lnTo>
                  <a:lnTo>
                    <a:pt x="8512" y="5387"/>
                  </a:lnTo>
                  <a:lnTo>
                    <a:pt x="8807" y="5334"/>
                  </a:lnTo>
                  <a:lnTo>
                    <a:pt x="9200" y="5229"/>
                  </a:lnTo>
                  <a:close/>
                  <a:moveTo>
                    <a:pt x="8758" y="4596"/>
                  </a:moveTo>
                  <a:lnTo>
                    <a:pt x="8709" y="4647"/>
                  </a:lnTo>
                  <a:lnTo>
                    <a:pt x="8660" y="4754"/>
                  </a:lnTo>
                  <a:lnTo>
                    <a:pt x="8660" y="4912"/>
                  </a:lnTo>
                  <a:lnTo>
                    <a:pt x="8315" y="5017"/>
                  </a:lnTo>
                  <a:lnTo>
                    <a:pt x="8020" y="5122"/>
                  </a:lnTo>
                  <a:lnTo>
                    <a:pt x="7775" y="5387"/>
                  </a:lnTo>
                  <a:lnTo>
                    <a:pt x="7725" y="5493"/>
                  </a:lnTo>
                  <a:lnTo>
                    <a:pt x="7627" y="5651"/>
                  </a:lnTo>
                  <a:lnTo>
                    <a:pt x="7627" y="5863"/>
                  </a:lnTo>
                  <a:lnTo>
                    <a:pt x="7775" y="6074"/>
                  </a:lnTo>
                  <a:lnTo>
                    <a:pt x="7922" y="6179"/>
                  </a:lnTo>
                  <a:lnTo>
                    <a:pt x="8118" y="6284"/>
                  </a:lnTo>
                  <a:lnTo>
                    <a:pt x="8265" y="6391"/>
                  </a:lnTo>
                  <a:lnTo>
                    <a:pt x="8414" y="6496"/>
                  </a:lnTo>
                  <a:lnTo>
                    <a:pt x="8512" y="6654"/>
                  </a:lnTo>
                  <a:lnTo>
                    <a:pt x="8610" y="6866"/>
                  </a:lnTo>
                  <a:lnTo>
                    <a:pt x="8709" y="7236"/>
                  </a:lnTo>
                  <a:lnTo>
                    <a:pt x="8660" y="7605"/>
                  </a:lnTo>
                  <a:lnTo>
                    <a:pt x="8709" y="7763"/>
                  </a:lnTo>
                  <a:lnTo>
                    <a:pt x="8758" y="7869"/>
                  </a:lnTo>
                  <a:lnTo>
                    <a:pt x="9053" y="7975"/>
                  </a:lnTo>
                  <a:lnTo>
                    <a:pt x="9300" y="7975"/>
                  </a:lnTo>
                  <a:lnTo>
                    <a:pt x="9545" y="7923"/>
                  </a:lnTo>
                  <a:lnTo>
                    <a:pt x="9742" y="7816"/>
                  </a:lnTo>
                  <a:lnTo>
                    <a:pt x="9940" y="7605"/>
                  </a:lnTo>
                  <a:lnTo>
                    <a:pt x="10087" y="7394"/>
                  </a:lnTo>
                  <a:lnTo>
                    <a:pt x="10235" y="7129"/>
                  </a:lnTo>
                  <a:lnTo>
                    <a:pt x="10333" y="6866"/>
                  </a:lnTo>
                  <a:lnTo>
                    <a:pt x="10382" y="6601"/>
                  </a:lnTo>
                  <a:lnTo>
                    <a:pt x="10430" y="6284"/>
                  </a:lnTo>
                  <a:lnTo>
                    <a:pt x="10430" y="5651"/>
                  </a:lnTo>
                  <a:lnTo>
                    <a:pt x="10333" y="5441"/>
                  </a:lnTo>
                  <a:lnTo>
                    <a:pt x="10235" y="5281"/>
                  </a:lnTo>
                  <a:lnTo>
                    <a:pt x="10037" y="5176"/>
                  </a:lnTo>
                  <a:lnTo>
                    <a:pt x="9840" y="5176"/>
                  </a:lnTo>
                  <a:lnTo>
                    <a:pt x="9792" y="5017"/>
                  </a:lnTo>
                  <a:lnTo>
                    <a:pt x="9693" y="4964"/>
                  </a:lnTo>
                  <a:lnTo>
                    <a:pt x="9447" y="4859"/>
                  </a:lnTo>
                  <a:lnTo>
                    <a:pt x="9152" y="4754"/>
                  </a:lnTo>
                  <a:lnTo>
                    <a:pt x="8955" y="4647"/>
                  </a:lnTo>
                  <a:lnTo>
                    <a:pt x="8807" y="4596"/>
                  </a:lnTo>
                  <a:close/>
                  <a:moveTo>
                    <a:pt x="15745" y="7394"/>
                  </a:moveTo>
                  <a:lnTo>
                    <a:pt x="16335" y="8186"/>
                  </a:lnTo>
                  <a:lnTo>
                    <a:pt x="15795" y="8345"/>
                  </a:lnTo>
                  <a:lnTo>
                    <a:pt x="15302" y="8661"/>
                  </a:lnTo>
                  <a:lnTo>
                    <a:pt x="14810" y="8978"/>
                  </a:lnTo>
                  <a:lnTo>
                    <a:pt x="14613" y="9190"/>
                  </a:lnTo>
                  <a:lnTo>
                    <a:pt x="14465" y="9453"/>
                  </a:lnTo>
                  <a:lnTo>
                    <a:pt x="14417" y="9560"/>
                  </a:lnTo>
                  <a:lnTo>
                    <a:pt x="14465" y="9612"/>
                  </a:lnTo>
                  <a:lnTo>
                    <a:pt x="14565" y="9665"/>
                  </a:lnTo>
                  <a:lnTo>
                    <a:pt x="14662" y="9665"/>
                  </a:lnTo>
                  <a:lnTo>
                    <a:pt x="15105" y="9348"/>
                  </a:lnTo>
                  <a:lnTo>
                    <a:pt x="15499" y="9085"/>
                  </a:lnTo>
                  <a:lnTo>
                    <a:pt x="15892" y="8925"/>
                  </a:lnTo>
                  <a:lnTo>
                    <a:pt x="16287" y="8766"/>
                  </a:lnTo>
                  <a:lnTo>
                    <a:pt x="16434" y="8715"/>
                  </a:lnTo>
                  <a:lnTo>
                    <a:pt x="16582" y="8661"/>
                  </a:lnTo>
                  <a:lnTo>
                    <a:pt x="16630" y="8608"/>
                  </a:lnTo>
                  <a:lnTo>
                    <a:pt x="16925" y="9295"/>
                  </a:lnTo>
                  <a:lnTo>
                    <a:pt x="17222" y="9928"/>
                  </a:lnTo>
                  <a:lnTo>
                    <a:pt x="17172" y="9982"/>
                  </a:lnTo>
                  <a:lnTo>
                    <a:pt x="16532" y="10140"/>
                  </a:lnTo>
                  <a:lnTo>
                    <a:pt x="15843" y="10246"/>
                  </a:lnTo>
                  <a:lnTo>
                    <a:pt x="15155" y="10246"/>
                  </a:lnTo>
                  <a:lnTo>
                    <a:pt x="14417" y="10193"/>
                  </a:lnTo>
                  <a:lnTo>
                    <a:pt x="14318" y="10246"/>
                  </a:lnTo>
                  <a:lnTo>
                    <a:pt x="14269" y="10298"/>
                  </a:lnTo>
                  <a:lnTo>
                    <a:pt x="14269" y="10405"/>
                  </a:lnTo>
                  <a:lnTo>
                    <a:pt x="14367" y="10510"/>
                  </a:lnTo>
                  <a:lnTo>
                    <a:pt x="14662" y="10615"/>
                  </a:lnTo>
                  <a:lnTo>
                    <a:pt x="15007" y="10722"/>
                  </a:lnTo>
                  <a:lnTo>
                    <a:pt x="15695" y="10773"/>
                  </a:lnTo>
                  <a:lnTo>
                    <a:pt x="16040" y="10773"/>
                  </a:lnTo>
                  <a:lnTo>
                    <a:pt x="16385" y="10722"/>
                  </a:lnTo>
                  <a:lnTo>
                    <a:pt x="16877" y="10615"/>
                  </a:lnTo>
                  <a:lnTo>
                    <a:pt x="17025" y="10615"/>
                  </a:lnTo>
                  <a:lnTo>
                    <a:pt x="17123" y="10563"/>
                  </a:lnTo>
                  <a:lnTo>
                    <a:pt x="17172" y="10668"/>
                  </a:lnTo>
                  <a:lnTo>
                    <a:pt x="17222" y="10722"/>
                  </a:lnTo>
                  <a:lnTo>
                    <a:pt x="17270" y="10773"/>
                  </a:lnTo>
                  <a:lnTo>
                    <a:pt x="17418" y="10827"/>
                  </a:lnTo>
                  <a:lnTo>
                    <a:pt x="17467" y="11197"/>
                  </a:lnTo>
                  <a:lnTo>
                    <a:pt x="17517" y="11618"/>
                  </a:lnTo>
                  <a:lnTo>
                    <a:pt x="17418" y="11672"/>
                  </a:lnTo>
                  <a:lnTo>
                    <a:pt x="17025" y="11513"/>
                  </a:lnTo>
                  <a:lnTo>
                    <a:pt x="16730" y="11355"/>
                  </a:lnTo>
                  <a:lnTo>
                    <a:pt x="16434" y="11197"/>
                  </a:lnTo>
                  <a:lnTo>
                    <a:pt x="15942" y="11197"/>
                  </a:lnTo>
                  <a:lnTo>
                    <a:pt x="15795" y="11248"/>
                  </a:lnTo>
                  <a:lnTo>
                    <a:pt x="15057" y="11197"/>
                  </a:lnTo>
                  <a:lnTo>
                    <a:pt x="14613" y="11143"/>
                  </a:lnTo>
                  <a:lnTo>
                    <a:pt x="14417" y="11143"/>
                  </a:lnTo>
                  <a:lnTo>
                    <a:pt x="14318" y="11090"/>
                  </a:lnTo>
                  <a:lnTo>
                    <a:pt x="14170" y="10773"/>
                  </a:lnTo>
                  <a:lnTo>
                    <a:pt x="14122" y="10773"/>
                  </a:lnTo>
                  <a:lnTo>
                    <a:pt x="14122" y="11460"/>
                  </a:lnTo>
                  <a:lnTo>
                    <a:pt x="14220" y="11513"/>
                  </a:lnTo>
                  <a:lnTo>
                    <a:pt x="14810" y="11672"/>
                  </a:lnTo>
                  <a:lnTo>
                    <a:pt x="15400" y="11725"/>
                  </a:lnTo>
                  <a:lnTo>
                    <a:pt x="15400" y="11988"/>
                  </a:lnTo>
                  <a:lnTo>
                    <a:pt x="15450" y="12200"/>
                  </a:lnTo>
                  <a:lnTo>
                    <a:pt x="15548" y="12305"/>
                  </a:lnTo>
                  <a:lnTo>
                    <a:pt x="15597" y="12358"/>
                  </a:lnTo>
                  <a:lnTo>
                    <a:pt x="15795" y="12464"/>
                  </a:lnTo>
                  <a:lnTo>
                    <a:pt x="16040" y="12622"/>
                  </a:lnTo>
                  <a:lnTo>
                    <a:pt x="15302" y="12464"/>
                  </a:lnTo>
                  <a:lnTo>
                    <a:pt x="14712" y="12200"/>
                  </a:lnTo>
                  <a:lnTo>
                    <a:pt x="14367" y="12147"/>
                  </a:lnTo>
                  <a:lnTo>
                    <a:pt x="14023" y="12094"/>
                  </a:lnTo>
                  <a:lnTo>
                    <a:pt x="13678" y="11830"/>
                  </a:lnTo>
                  <a:lnTo>
                    <a:pt x="13482" y="11777"/>
                  </a:lnTo>
                  <a:lnTo>
                    <a:pt x="13335" y="11725"/>
                  </a:lnTo>
                  <a:lnTo>
                    <a:pt x="13039" y="11777"/>
                  </a:lnTo>
                  <a:lnTo>
                    <a:pt x="12842" y="11883"/>
                  </a:lnTo>
                  <a:lnTo>
                    <a:pt x="12695" y="12042"/>
                  </a:lnTo>
                  <a:lnTo>
                    <a:pt x="12547" y="12252"/>
                  </a:lnTo>
                  <a:lnTo>
                    <a:pt x="12400" y="12358"/>
                  </a:lnTo>
                  <a:lnTo>
                    <a:pt x="12202" y="12410"/>
                  </a:lnTo>
                  <a:lnTo>
                    <a:pt x="11858" y="12358"/>
                  </a:lnTo>
                  <a:lnTo>
                    <a:pt x="11563" y="12410"/>
                  </a:lnTo>
                  <a:lnTo>
                    <a:pt x="11267" y="12517"/>
                  </a:lnTo>
                  <a:lnTo>
                    <a:pt x="10972" y="12675"/>
                  </a:lnTo>
                  <a:lnTo>
                    <a:pt x="10628" y="12675"/>
                  </a:lnTo>
                  <a:lnTo>
                    <a:pt x="10530" y="12622"/>
                  </a:lnTo>
                  <a:lnTo>
                    <a:pt x="10480" y="12569"/>
                  </a:lnTo>
                  <a:lnTo>
                    <a:pt x="10480" y="12517"/>
                  </a:lnTo>
                  <a:lnTo>
                    <a:pt x="10578" y="12410"/>
                  </a:lnTo>
                  <a:lnTo>
                    <a:pt x="10727" y="12252"/>
                  </a:lnTo>
                  <a:lnTo>
                    <a:pt x="10923" y="12147"/>
                  </a:lnTo>
                  <a:lnTo>
                    <a:pt x="11267" y="11988"/>
                  </a:lnTo>
                  <a:lnTo>
                    <a:pt x="11710" y="11777"/>
                  </a:lnTo>
                  <a:lnTo>
                    <a:pt x="11957" y="11618"/>
                  </a:lnTo>
                  <a:lnTo>
                    <a:pt x="12104" y="11408"/>
                  </a:lnTo>
                  <a:lnTo>
                    <a:pt x="12252" y="11197"/>
                  </a:lnTo>
                  <a:lnTo>
                    <a:pt x="12350" y="10985"/>
                  </a:lnTo>
                  <a:lnTo>
                    <a:pt x="12350" y="10722"/>
                  </a:lnTo>
                  <a:lnTo>
                    <a:pt x="12300" y="10405"/>
                  </a:lnTo>
                  <a:lnTo>
                    <a:pt x="12202" y="10246"/>
                  </a:lnTo>
                  <a:lnTo>
                    <a:pt x="12055" y="10087"/>
                  </a:lnTo>
                  <a:lnTo>
                    <a:pt x="11858" y="9928"/>
                  </a:lnTo>
                  <a:lnTo>
                    <a:pt x="11660" y="9876"/>
                  </a:lnTo>
                  <a:lnTo>
                    <a:pt x="11465" y="9823"/>
                  </a:lnTo>
                  <a:lnTo>
                    <a:pt x="11267" y="9823"/>
                  </a:lnTo>
                  <a:lnTo>
                    <a:pt x="11070" y="9876"/>
                  </a:lnTo>
                  <a:lnTo>
                    <a:pt x="10874" y="9982"/>
                  </a:lnTo>
                  <a:lnTo>
                    <a:pt x="10628" y="10246"/>
                  </a:lnTo>
                  <a:lnTo>
                    <a:pt x="10727" y="10035"/>
                  </a:lnTo>
                  <a:lnTo>
                    <a:pt x="10874" y="9876"/>
                  </a:lnTo>
                  <a:lnTo>
                    <a:pt x="11120" y="9506"/>
                  </a:lnTo>
                  <a:lnTo>
                    <a:pt x="11415" y="9190"/>
                  </a:lnTo>
                  <a:lnTo>
                    <a:pt x="11760" y="8820"/>
                  </a:lnTo>
                  <a:lnTo>
                    <a:pt x="12005" y="8556"/>
                  </a:lnTo>
                  <a:lnTo>
                    <a:pt x="12252" y="8345"/>
                  </a:lnTo>
                  <a:lnTo>
                    <a:pt x="12300" y="8345"/>
                  </a:lnTo>
                  <a:lnTo>
                    <a:pt x="12595" y="8291"/>
                  </a:lnTo>
                  <a:lnTo>
                    <a:pt x="12892" y="8186"/>
                  </a:lnTo>
                  <a:lnTo>
                    <a:pt x="13482" y="7975"/>
                  </a:lnTo>
                  <a:lnTo>
                    <a:pt x="14023" y="7711"/>
                  </a:lnTo>
                  <a:lnTo>
                    <a:pt x="14269" y="7605"/>
                  </a:lnTo>
                  <a:lnTo>
                    <a:pt x="14613" y="7553"/>
                  </a:lnTo>
                  <a:lnTo>
                    <a:pt x="14220" y="7923"/>
                  </a:lnTo>
                  <a:lnTo>
                    <a:pt x="14072" y="8133"/>
                  </a:lnTo>
                  <a:lnTo>
                    <a:pt x="13974" y="8398"/>
                  </a:lnTo>
                  <a:lnTo>
                    <a:pt x="14023" y="8450"/>
                  </a:lnTo>
                  <a:lnTo>
                    <a:pt x="14269" y="8345"/>
                  </a:lnTo>
                  <a:lnTo>
                    <a:pt x="14515" y="8239"/>
                  </a:lnTo>
                  <a:lnTo>
                    <a:pt x="14958" y="7923"/>
                  </a:lnTo>
                  <a:lnTo>
                    <a:pt x="15745" y="7394"/>
                  </a:lnTo>
                  <a:close/>
                  <a:moveTo>
                    <a:pt x="16090" y="11883"/>
                  </a:moveTo>
                  <a:lnTo>
                    <a:pt x="16827" y="12094"/>
                  </a:lnTo>
                  <a:lnTo>
                    <a:pt x="17073" y="12358"/>
                  </a:lnTo>
                  <a:lnTo>
                    <a:pt x="17172" y="12410"/>
                  </a:lnTo>
                  <a:lnTo>
                    <a:pt x="17270" y="12464"/>
                  </a:lnTo>
                  <a:lnTo>
                    <a:pt x="17369" y="12410"/>
                  </a:lnTo>
                  <a:lnTo>
                    <a:pt x="17467" y="12358"/>
                  </a:lnTo>
                  <a:lnTo>
                    <a:pt x="17369" y="12992"/>
                  </a:lnTo>
                  <a:lnTo>
                    <a:pt x="16778" y="12834"/>
                  </a:lnTo>
                  <a:lnTo>
                    <a:pt x="16630" y="12464"/>
                  </a:lnTo>
                  <a:lnTo>
                    <a:pt x="16385" y="12200"/>
                  </a:lnTo>
                  <a:lnTo>
                    <a:pt x="16139" y="11988"/>
                  </a:lnTo>
                  <a:lnTo>
                    <a:pt x="16040" y="11935"/>
                  </a:lnTo>
                  <a:lnTo>
                    <a:pt x="16090" y="11883"/>
                  </a:lnTo>
                  <a:close/>
                  <a:moveTo>
                    <a:pt x="14662" y="12728"/>
                  </a:moveTo>
                  <a:lnTo>
                    <a:pt x="15450" y="13097"/>
                  </a:lnTo>
                  <a:lnTo>
                    <a:pt x="16237" y="13309"/>
                  </a:lnTo>
                  <a:lnTo>
                    <a:pt x="16139" y="13520"/>
                  </a:lnTo>
                  <a:lnTo>
                    <a:pt x="15990" y="13731"/>
                  </a:lnTo>
                  <a:lnTo>
                    <a:pt x="15795" y="13837"/>
                  </a:lnTo>
                  <a:lnTo>
                    <a:pt x="15695" y="13837"/>
                  </a:lnTo>
                  <a:lnTo>
                    <a:pt x="15597" y="13784"/>
                  </a:lnTo>
                  <a:lnTo>
                    <a:pt x="15450" y="13731"/>
                  </a:lnTo>
                  <a:lnTo>
                    <a:pt x="15302" y="13572"/>
                  </a:lnTo>
                  <a:lnTo>
                    <a:pt x="15057" y="13309"/>
                  </a:lnTo>
                  <a:lnTo>
                    <a:pt x="14662" y="12728"/>
                  </a:lnTo>
                  <a:close/>
                  <a:moveTo>
                    <a:pt x="16778" y="13467"/>
                  </a:moveTo>
                  <a:lnTo>
                    <a:pt x="17270" y="13520"/>
                  </a:lnTo>
                  <a:lnTo>
                    <a:pt x="16975" y="14629"/>
                  </a:lnTo>
                  <a:lnTo>
                    <a:pt x="16877" y="14524"/>
                  </a:lnTo>
                  <a:lnTo>
                    <a:pt x="16582" y="14524"/>
                  </a:lnTo>
                  <a:lnTo>
                    <a:pt x="16385" y="14471"/>
                  </a:lnTo>
                  <a:lnTo>
                    <a:pt x="15942" y="14365"/>
                  </a:lnTo>
                  <a:lnTo>
                    <a:pt x="16237" y="14207"/>
                  </a:lnTo>
                  <a:lnTo>
                    <a:pt x="16483" y="14049"/>
                  </a:lnTo>
                  <a:lnTo>
                    <a:pt x="16630" y="13784"/>
                  </a:lnTo>
                  <a:lnTo>
                    <a:pt x="16778" y="13467"/>
                  </a:lnTo>
                  <a:close/>
                  <a:moveTo>
                    <a:pt x="13925" y="13995"/>
                  </a:moveTo>
                  <a:lnTo>
                    <a:pt x="15302" y="14629"/>
                  </a:lnTo>
                  <a:lnTo>
                    <a:pt x="15990" y="14946"/>
                  </a:lnTo>
                  <a:lnTo>
                    <a:pt x="16434" y="15104"/>
                  </a:lnTo>
                  <a:lnTo>
                    <a:pt x="16630" y="15104"/>
                  </a:lnTo>
                  <a:lnTo>
                    <a:pt x="16778" y="15052"/>
                  </a:lnTo>
                  <a:lnTo>
                    <a:pt x="16532" y="15791"/>
                  </a:lnTo>
                  <a:lnTo>
                    <a:pt x="16139" y="15632"/>
                  </a:lnTo>
                  <a:lnTo>
                    <a:pt x="15942" y="15527"/>
                  </a:lnTo>
                  <a:lnTo>
                    <a:pt x="15795" y="15421"/>
                  </a:lnTo>
                  <a:lnTo>
                    <a:pt x="15450" y="15157"/>
                  </a:lnTo>
                  <a:lnTo>
                    <a:pt x="15302" y="14999"/>
                  </a:lnTo>
                  <a:lnTo>
                    <a:pt x="15105" y="14892"/>
                  </a:lnTo>
                  <a:lnTo>
                    <a:pt x="14860" y="14841"/>
                  </a:lnTo>
                  <a:lnTo>
                    <a:pt x="14613" y="14787"/>
                  </a:lnTo>
                  <a:lnTo>
                    <a:pt x="14072" y="14734"/>
                  </a:lnTo>
                  <a:lnTo>
                    <a:pt x="14023" y="14365"/>
                  </a:lnTo>
                  <a:lnTo>
                    <a:pt x="13925" y="13995"/>
                  </a:lnTo>
                  <a:close/>
                  <a:moveTo>
                    <a:pt x="14023" y="15157"/>
                  </a:moveTo>
                  <a:lnTo>
                    <a:pt x="14465" y="15262"/>
                  </a:lnTo>
                  <a:lnTo>
                    <a:pt x="14712" y="15316"/>
                  </a:lnTo>
                  <a:lnTo>
                    <a:pt x="14908" y="15421"/>
                  </a:lnTo>
                  <a:lnTo>
                    <a:pt x="15204" y="15579"/>
                  </a:lnTo>
                  <a:lnTo>
                    <a:pt x="15450" y="15791"/>
                  </a:lnTo>
                  <a:lnTo>
                    <a:pt x="15695" y="16002"/>
                  </a:lnTo>
                  <a:lnTo>
                    <a:pt x="15942" y="16214"/>
                  </a:lnTo>
                  <a:lnTo>
                    <a:pt x="16237" y="16319"/>
                  </a:lnTo>
                  <a:lnTo>
                    <a:pt x="15745" y="17164"/>
                  </a:lnTo>
                  <a:lnTo>
                    <a:pt x="15597" y="17164"/>
                  </a:lnTo>
                  <a:lnTo>
                    <a:pt x="15400" y="17111"/>
                  </a:lnTo>
                  <a:lnTo>
                    <a:pt x="15057" y="16899"/>
                  </a:lnTo>
                  <a:lnTo>
                    <a:pt x="14170" y="16531"/>
                  </a:lnTo>
                  <a:lnTo>
                    <a:pt x="13777" y="16319"/>
                  </a:lnTo>
                  <a:lnTo>
                    <a:pt x="13925" y="15791"/>
                  </a:lnTo>
                  <a:lnTo>
                    <a:pt x="14023" y="15262"/>
                  </a:lnTo>
                  <a:lnTo>
                    <a:pt x="14023" y="15157"/>
                  </a:lnTo>
                  <a:close/>
                  <a:moveTo>
                    <a:pt x="13580" y="16794"/>
                  </a:moveTo>
                  <a:lnTo>
                    <a:pt x="14465" y="17216"/>
                  </a:lnTo>
                  <a:lnTo>
                    <a:pt x="14908" y="17481"/>
                  </a:lnTo>
                  <a:lnTo>
                    <a:pt x="15155" y="17586"/>
                  </a:lnTo>
                  <a:lnTo>
                    <a:pt x="15400" y="17693"/>
                  </a:lnTo>
                  <a:lnTo>
                    <a:pt x="15057" y="18220"/>
                  </a:lnTo>
                  <a:lnTo>
                    <a:pt x="14613" y="18061"/>
                  </a:lnTo>
                  <a:lnTo>
                    <a:pt x="14023" y="17851"/>
                  </a:lnTo>
                  <a:lnTo>
                    <a:pt x="13482" y="17639"/>
                  </a:lnTo>
                  <a:lnTo>
                    <a:pt x="13235" y="17481"/>
                  </a:lnTo>
                  <a:lnTo>
                    <a:pt x="13580" y="16794"/>
                  </a:lnTo>
                  <a:close/>
                  <a:moveTo>
                    <a:pt x="12547" y="13784"/>
                  </a:moveTo>
                  <a:lnTo>
                    <a:pt x="12842" y="13837"/>
                  </a:lnTo>
                  <a:lnTo>
                    <a:pt x="13137" y="13890"/>
                  </a:lnTo>
                  <a:lnTo>
                    <a:pt x="13383" y="14049"/>
                  </a:lnTo>
                  <a:lnTo>
                    <a:pt x="13482" y="14207"/>
                  </a:lnTo>
                  <a:lnTo>
                    <a:pt x="13530" y="14312"/>
                  </a:lnTo>
                  <a:lnTo>
                    <a:pt x="13580" y="14524"/>
                  </a:lnTo>
                  <a:lnTo>
                    <a:pt x="13580" y="14682"/>
                  </a:lnTo>
                  <a:lnTo>
                    <a:pt x="13187" y="14629"/>
                  </a:lnTo>
                  <a:lnTo>
                    <a:pt x="13137" y="14682"/>
                  </a:lnTo>
                  <a:lnTo>
                    <a:pt x="13137" y="14734"/>
                  </a:lnTo>
                  <a:lnTo>
                    <a:pt x="13335" y="14892"/>
                  </a:lnTo>
                  <a:lnTo>
                    <a:pt x="13530" y="15052"/>
                  </a:lnTo>
                  <a:lnTo>
                    <a:pt x="13432" y="15527"/>
                  </a:lnTo>
                  <a:lnTo>
                    <a:pt x="13335" y="15949"/>
                  </a:lnTo>
                  <a:lnTo>
                    <a:pt x="13285" y="16107"/>
                  </a:lnTo>
                  <a:lnTo>
                    <a:pt x="12940" y="16002"/>
                  </a:lnTo>
                  <a:lnTo>
                    <a:pt x="12595" y="15949"/>
                  </a:lnTo>
                  <a:lnTo>
                    <a:pt x="12547" y="15949"/>
                  </a:lnTo>
                  <a:lnTo>
                    <a:pt x="12497" y="16002"/>
                  </a:lnTo>
                  <a:lnTo>
                    <a:pt x="12497" y="16054"/>
                  </a:lnTo>
                  <a:lnTo>
                    <a:pt x="12547" y="16107"/>
                  </a:lnTo>
                  <a:lnTo>
                    <a:pt x="12793" y="16372"/>
                  </a:lnTo>
                  <a:lnTo>
                    <a:pt x="13137" y="16583"/>
                  </a:lnTo>
                  <a:lnTo>
                    <a:pt x="12743" y="17269"/>
                  </a:lnTo>
                  <a:lnTo>
                    <a:pt x="12153" y="17006"/>
                  </a:lnTo>
                  <a:lnTo>
                    <a:pt x="11513" y="16741"/>
                  </a:lnTo>
                  <a:lnTo>
                    <a:pt x="11465" y="16741"/>
                  </a:lnTo>
                  <a:lnTo>
                    <a:pt x="11465" y="16848"/>
                  </a:lnTo>
                  <a:lnTo>
                    <a:pt x="11710" y="17058"/>
                  </a:lnTo>
                  <a:lnTo>
                    <a:pt x="11957" y="17323"/>
                  </a:lnTo>
                  <a:lnTo>
                    <a:pt x="12497" y="17693"/>
                  </a:lnTo>
                  <a:lnTo>
                    <a:pt x="12153" y="18114"/>
                  </a:lnTo>
                  <a:lnTo>
                    <a:pt x="11809" y="18431"/>
                  </a:lnTo>
                  <a:lnTo>
                    <a:pt x="11465" y="18273"/>
                  </a:lnTo>
                  <a:lnTo>
                    <a:pt x="11267" y="17376"/>
                  </a:lnTo>
                  <a:lnTo>
                    <a:pt x="11120" y="16478"/>
                  </a:lnTo>
                  <a:lnTo>
                    <a:pt x="11022" y="16266"/>
                  </a:lnTo>
                  <a:lnTo>
                    <a:pt x="10923" y="16107"/>
                  </a:lnTo>
                  <a:lnTo>
                    <a:pt x="10775" y="16002"/>
                  </a:lnTo>
                  <a:lnTo>
                    <a:pt x="9890" y="16002"/>
                  </a:lnTo>
                  <a:lnTo>
                    <a:pt x="9742" y="15949"/>
                  </a:lnTo>
                  <a:lnTo>
                    <a:pt x="9595" y="15896"/>
                  </a:lnTo>
                  <a:lnTo>
                    <a:pt x="9398" y="15686"/>
                  </a:lnTo>
                  <a:lnTo>
                    <a:pt x="9250" y="15369"/>
                  </a:lnTo>
                  <a:lnTo>
                    <a:pt x="9200" y="15052"/>
                  </a:lnTo>
                  <a:lnTo>
                    <a:pt x="9200" y="14892"/>
                  </a:lnTo>
                  <a:lnTo>
                    <a:pt x="9250" y="14734"/>
                  </a:lnTo>
                  <a:lnTo>
                    <a:pt x="9300" y="14576"/>
                  </a:lnTo>
                  <a:lnTo>
                    <a:pt x="9398" y="14471"/>
                  </a:lnTo>
                  <a:lnTo>
                    <a:pt x="9693" y="14365"/>
                  </a:lnTo>
                  <a:lnTo>
                    <a:pt x="9988" y="14259"/>
                  </a:lnTo>
                  <a:lnTo>
                    <a:pt x="11170" y="13995"/>
                  </a:lnTo>
                  <a:lnTo>
                    <a:pt x="11267" y="14049"/>
                  </a:lnTo>
                  <a:lnTo>
                    <a:pt x="11465" y="14049"/>
                  </a:lnTo>
                  <a:lnTo>
                    <a:pt x="11858" y="13890"/>
                  </a:lnTo>
                  <a:lnTo>
                    <a:pt x="12252" y="13784"/>
                  </a:lnTo>
                  <a:close/>
                  <a:moveTo>
                    <a:pt x="1378" y="10615"/>
                  </a:moveTo>
                  <a:lnTo>
                    <a:pt x="1378" y="11355"/>
                  </a:lnTo>
                  <a:lnTo>
                    <a:pt x="1476" y="12147"/>
                  </a:lnTo>
                  <a:lnTo>
                    <a:pt x="1525" y="12200"/>
                  </a:lnTo>
                  <a:lnTo>
                    <a:pt x="1623" y="12252"/>
                  </a:lnTo>
                  <a:lnTo>
                    <a:pt x="1722" y="12252"/>
                  </a:lnTo>
                  <a:lnTo>
                    <a:pt x="1820" y="12200"/>
                  </a:lnTo>
                  <a:lnTo>
                    <a:pt x="2510" y="11618"/>
                  </a:lnTo>
                  <a:lnTo>
                    <a:pt x="2608" y="12887"/>
                  </a:lnTo>
                  <a:lnTo>
                    <a:pt x="2657" y="13837"/>
                  </a:lnTo>
                  <a:lnTo>
                    <a:pt x="2657" y="14259"/>
                  </a:lnTo>
                  <a:lnTo>
                    <a:pt x="2510" y="14417"/>
                  </a:lnTo>
                  <a:lnTo>
                    <a:pt x="2362" y="14524"/>
                  </a:lnTo>
                  <a:lnTo>
                    <a:pt x="2165" y="14787"/>
                  </a:lnTo>
                  <a:lnTo>
                    <a:pt x="2017" y="15052"/>
                  </a:lnTo>
                  <a:lnTo>
                    <a:pt x="1968" y="15316"/>
                  </a:lnTo>
                  <a:lnTo>
                    <a:pt x="1968" y="15632"/>
                  </a:lnTo>
                  <a:lnTo>
                    <a:pt x="2017" y="15949"/>
                  </a:lnTo>
                  <a:lnTo>
                    <a:pt x="2115" y="16266"/>
                  </a:lnTo>
                  <a:lnTo>
                    <a:pt x="2263" y="16848"/>
                  </a:lnTo>
                  <a:lnTo>
                    <a:pt x="2903" y="18538"/>
                  </a:lnTo>
                  <a:lnTo>
                    <a:pt x="2460" y="18009"/>
                  </a:lnTo>
                  <a:lnTo>
                    <a:pt x="2017" y="17481"/>
                  </a:lnTo>
                  <a:lnTo>
                    <a:pt x="1623" y="16794"/>
                  </a:lnTo>
                  <a:lnTo>
                    <a:pt x="1230" y="16107"/>
                  </a:lnTo>
                  <a:lnTo>
                    <a:pt x="985" y="15369"/>
                  </a:lnTo>
                  <a:lnTo>
                    <a:pt x="787" y="14629"/>
                  </a:lnTo>
                  <a:lnTo>
                    <a:pt x="738" y="14154"/>
                  </a:lnTo>
                  <a:lnTo>
                    <a:pt x="688" y="13679"/>
                  </a:lnTo>
                  <a:lnTo>
                    <a:pt x="738" y="13204"/>
                  </a:lnTo>
                  <a:lnTo>
                    <a:pt x="787" y="12728"/>
                  </a:lnTo>
                  <a:lnTo>
                    <a:pt x="1033" y="11777"/>
                  </a:lnTo>
                  <a:lnTo>
                    <a:pt x="1280" y="10880"/>
                  </a:lnTo>
                  <a:lnTo>
                    <a:pt x="1378" y="10615"/>
                  </a:lnTo>
                  <a:close/>
                  <a:moveTo>
                    <a:pt x="12892" y="17956"/>
                  </a:moveTo>
                  <a:lnTo>
                    <a:pt x="13335" y="18168"/>
                  </a:lnTo>
                  <a:lnTo>
                    <a:pt x="14318" y="18590"/>
                  </a:lnTo>
                  <a:lnTo>
                    <a:pt x="14613" y="18696"/>
                  </a:lnTo>
                  <a:lnTo>
                    <a:pt x="14122" y="19171"/>
                  </a:lnTo>
                  <a:lnTo>
                    <a:pt x="13630" y="19593"/>
                  </a:lnTo>
                  <a:lnTo>
                    <a:pt x="12990" y="19118"/>
                  </a:lnTo>
                  <a:lnTo>
                    <a:pt x="12300" y="18696"/>
                  </a:lnTo>
                  <a:lnTo>
                    <a:pt x="12595" y="18326"/>
                  </a:lnTo>
                  <a:lnTo>
                    <a:pt x="12892" y="17956"/>
                  </a:lnTo>
                  <a:close/>
                  <a:moveTo>
                    <a:pt x="3445" y="7499"/>
                  </a:moveTo>
                  <a:lnTo>
                    <a:pt x="3887" y="7658"/>
                  </a:lnTo>
                  <a:lnTo>
                    <a:pt x="4380" y="7711"/>
                  </a:lnTo>
                  <a:lnTo>
                    <a:pt x="5363" y="7711"/>
                  </a:lnTo>
                  <a:lnTo>
                    <a:pt x="6347" y="7816"/>
                  </a:lnTo>
                  <a:lnTo>
                    <a:pt x="7332" y="7975"/>
                  </a:lnTo>
                  <a:lnTo>
                    <a:pt x="7135" y="8133"/>
                  </a:lnTo>
                  <a:lnTo>
                    <a:pt x="6938" y="8239"/>
                  </a:lnTo>
                  <a:lnTo>
                    <a:pt x="6545" y="8398"/>
                  </a:lnTo>
                  <a:lnTo>
                    <a:pt x="6298" y="8556"/>
                  </a:lnTo>
                  <a:lnTo>
                    <a:pt x="6052" y="8715"/>
                  </a:lnTo>
                  <a:lnTo>
                    <a:pt x="5855" y="8978"/>
                  </a:lnTo>
                  <a:lnTo>
                    <a:pt x="5757" y="9243"/>
                  </a:lnTo>
                  <a:lnTo>
                    <a:pt x="5708" y="9348"/>
                  </a:lnTo>
                  <a:lnTo>
                    <a:pt x="5757" y="9506"/>
                  </a:lnTo>
                  <a:lnTo>
                    <a:pt x="5805" y="9612"/>
                  </a:lnTo>
                  <a:lnTo>
                    <a:pt x="5855" y="9718"/>
                  </a:lnTo>
                  <a:lnTo>
                    <a:pt x="5953" y="9823"/>
                  </a:lnTo>
                  <a:lnTo>
                    <a:pt x="6101" y="9823"/>
                  </a:lnTo>
                  <a:lnTo>
                    <a:pt x="6249" y="9876"/>
                  </a:lnTo>
                  <a:lnTo>
                    <a:pt x="6298" y="9982"/>
                  </a:lnTo>
                  <a:lnTo>
                    <a:pt x="6347" y="10246"/>
                  </a:lnTo>
                  <a:lnTo>
                    <a:pt x="6397" y="10510"/>
                  </a:lnTo>
                  <a:lnTo>
                    <a:pt x="6397" y="11038"/>
                  </a:lnTo>
                  <a:lnTo>
                    <a:pt x="6445" y="11248"/>
                  </a:lnTo>
                  <a:lnTo>
                    <a:pt x="6150" y="10827"/>
                  </a:lnTo>
                  <a:lnTo>
                    <a:pt x="5855" y="10457"/>
                  </a:lnTo>
                  <a:lnTo>
                    <a:pt x="5708" y="10352"/>
                  </a:lnTo>
                  <a:lnTo>
                    <a:pt x="5560" y="10298"/>
                  </a:lnTo>
                  <a:lnTo>
                    <a:pt x="5363" y="10246"/>
                  </a:lnTo>
                  <a:lnTo>
                    <a:pt x="5215" y="10298"/>
                  </a:lnTo>
                  <a:lnTo>
                    <a:pt x="4870" y="10405"/>
                  </a:lnTo>
                  <a:lnTo>
                    <a:pt x="4575" y="10615"/>
                  </a:lnTo>
                  <a:lnTo>
                    <a:pt x="4280" y="10932"/>
                  </a:lnTo>
                  <a:lnTo>
                    <a:pt x="3985" y="11248"/>
                  </a:lnTo>
                  <a:lnTo>
                    <a:pt x="3788" y="11618"/>
                  </a:lnTo>
                  <a:lnTo>
                    <a:pt x="3640" y="12042"/>
                  </a:lnTo>
                  <a:lnTo>
                    <a:pt x="3543" y="12464"/>
                  </a:lnTo>
                  <a:lnTo>
                    <a:pt x="3493" y="12887"/>
                  </a:lnTo>
                  <a:lnTo>
                    <a:pt x="3493" y="13309"/>
                  </a:lnTo>
                  <a:lnTo>
                    <a:pt x="3592" y="13731"/>
                  </a:lnTo>
                  <a:lnTo>
                    <a:pt x="3592" y="13837"/>
                  </a:lnTo>
                  <a:lnTo>
                    <a:pt x="3690" y="13890"/>
                  </a:lnTo>
                  <a:lnTo>
                    <a:pt x="3740" y="13942"/>
                  </a:lnTo>
                  <a:lnTo>
                    <a:pt x="4232" y="13942"/>
                  </a:lnTo>
                  <a:lnTo>
                    <a:pt x="4625" y="14049"/>
                  </a:lnTo>
                  <a:lnTo>
                    <a:pt x="4970" y="14207"/>
                  </a:lnTo>
                  <a:lnTo>
                    <a:pt x="5314" y="14417"/>
                  </a:lnTo>
                  <a:lnTo>
                    <a:pt x="5610" y="14682"/>
                  </a:lnTo>
                  <a:lnTo>
                    <a:pt x="5905" y="14999"/>
                  </a:lnTo>
                  <a:lnTo>
                    <a:pt x="6397" y="15632"/>
                  </a:lnTo>
                  <a:lnTo>
                    <a:pt x="5905" y="16054"/>
                  </a:lnTo>
                  <a:lnTo>
                    <a:pt x="5510" y="16478"/>
                  </a:lnTo>
                  <a:lnTo>
                    <a:pt x="5117" y="16953"/>
                  </a:lnTo>
                  <a:lnTo>
                    <a:pt x="4822" y="17481"/>
                  </a:lnTo>
                  <a:lnTo>
                    <a:pt x="4575" y="18061"/>
                  </a:lnTo>
                  <a:lnTo>
                    <a:pt x="4380" y="18696"/>
                  </a:lnTo>
                  <a:lnTo>
                    <a:pt x="4280" y="19330"/>
                  </a:lnTo>
                  <a:lnTo>
                    <a:pt x="4232" y="19963"/>
                  </a:lnTo>
                  <a:lnTo>
                    <a:pt x="4133" y="19910"/>
                  </a:lnTo>
                  <a:lnTo>
                    <a:pt x="3985" y="19751"/>
                  </a:lnTo>
                  <a:lnTo>
                    <a:pt x="3887" y="19540"/>
                  </a:lnTo>
                  <a:lnTo>
                    <a:pt x="3297" y="18114"/>
                  </a:lnTo>
                  <a:lnTo>
                    <a:pt x="2805" y="16848"/>
                  </a:lnTo>
                  <a:lnTo>
                    <a:pt x="2608" y="16214"/>
                  </a:lnTo>
                  <a:lnTo>
                    <a:pt x="2510" y="15579"/>
                  </a:lnTo>
                  <a:lnTo>
                    <a:pt x="2510" y="15316"/>
                  </a:lnTo>
                  <a:lnTo>
                    <a:pt x="2608" y="15104"/>
                  </a:lnTo>
                  <a:lnTo>
                    <a:pt x="2755" y="14946"/>
                  </a:lnTo>
                  <a:lnTo>
                    <a:pt x="2952" y="14787"/>
                  </a:lnTo>
                  <a:lnTo>
                    <a:pt x="3100" y="14629"/>
                  </a:lnTo>
                  <a:lnTo>
                    <a:pt x="3198" y="14471"/>
                  </a:lnTo>
                  <a:lnTo>
                    <a:pt x="3198" y="13995"/>
                  </a:lnTo>
                  <a:lnTo>
                    <a:pt x="3100" y="12569"/>
                  </a:lnTo>
                  <a:lnTo>
                    <a:pt x="2903" y="11143"/>
                  </a:lnTo>
                  <a:lnTo>
                    <a:pt x="2903" y="11038"/>
                  </a:lnTo>
                  <a:lnTo>
                    <a:pt x="2805" y="10932"/>
                  </a:lnTo>
                  <a:lnTo>
                    <a:pt x="2608" y="10932"/>
                  </a:lnTo>
                  <a:lnTo>
                    <a:pt x="1820" y="11618"/>
                  </a:lnTo>
                  <a:lnTo>
                    <a:pt x="1771" y="11038"/>
                  </a:lnTo>
                  <a:lnTo>
                    <a:pt x="1820" y="10457"/>
                  </a:lnTo>
                  <a:lnTo>
                    <a:pt x="1870" y="9876"/>
                  </a:lnTo>
                  <a:lnTo>
                    <a:pt x="2017" y="9295"/>
                  </a:lnTo>
                  <a:lnTo>
                    <a:pt x="2017" y="9190"/>
                  </a:lnTo>
                  <a:lnTo>
                    <a:pt x="1968" y="9085"/>
                  </a:lnTo>
                  <a:lnTo>
                    <a:pt x="2313" y="8345"/>
                  </a:lnTo>
                  <a:lnTo>
                    <a:pt x="2657" y="7658"/>
                  </a:lnTo>
                  <a:lnTo>
                    <a:pt x="3002" y="7711"/>
                  </a:lnTo>
                  <a:lnTo>
                    <a:pt x="3345" y="7763"/>
                  </a:lnTo>
                  <a:lnTo>
                    <a:pt x="3445" y="7711"/>
                  </a:lnTo>
                  <a:lnTo>
                    <a:pt x="3493" y="7658"/>
                  </a:lnTo>
                  <a:lnTo>
                    <a:pt x="3493" y="7605"/>
                  </a:lnTo>
                  <a:lnTo>
                    <a:pt x="3445" y="7499"/>
                  </a:lnTo>
                  <a:close/>
                  <a:moveTo>
                    <a:pt x="11809" y="20068"/>
                  </a:moveTo>
                  <a:lnTo>
                    <a:pt x="12202" y="20121"/>
                  </a:lnTo>
                  <a:lnTo>
                    <a:pt x="12595" y="20227"/>
                  </a:lnTo>
                  <a:lnTo>
                    <a:pt x="12350" y="20280"/>
                  </a:lnTo>
                  <a:lnTo>
                    <a:pt x="12300" y="20227"/>
                  </a:lnTo>
                  <a:lnTo>
                    <a:pt x="12153" y="20227"/>
                  </a:lnTo>
                  <a:lnTo>
                    <a:pt x="12055" y="20121"/>
                  </a:lnTo>
                  <a:lnTo>
                    <a:pt x="11809" y="20068"/>
                  </a:lnTo>
                  <a:close/>
                  <a:moveTo>
                    <a:pt x="7799" y="20412"/>
                  </a:moveTo>
                  <a:lnTo>
                    <a:pt x="7775" y="20438"/>
                  </a:lnTo>
                  <a:lnTo>
                    <a:pt x="7725" y="20438"/>
                  </a:lnTo>
                  <a:lnTo>
                    <a:pt x="7799" y="20412"/>
                  </a:lnTo>
                  <a:close/>
                  <a:moveTo>
                    <a:pt x="9595" y="4226"/>
                  </a:moveTo>
                  <a:lnTo>
                    <a:pt x="10185" y="4331"/>
                  </a:lnTo>
                  <a:lnTo>
                    <a:pt x="10775" y="4437"/>
                  </a:lnTo>
                  <a:lnTo>
                    <a:pt x="11317" y="4542"/>
                  </a:lnTo>
                  <a:lnTo>
                    <a:pt x="11267" y="4596"/>
                  </a:lnTo>
                  <a:lnTo>
                    <a:pt x="11267" y="4701"/>
                  </a:lnTo>
                  <a:lnTo>
                    <a:pt x="11317" y="4701"/>
                  </a:lnTo>
                  <a:lnTo>
                    <a:pt x="11563" y="4647"/>
                  </a:lnTo>
                  <a:lnTo>
                    <a:pt x="11760" y="4701"/>
                  </a:lnTo>
                  <a:lnTo>
                    <a:pt x="11809" y="4701"/>
                  </a:lnTo>
                  <a:lnTo>
                    <a:pt x="11760" y="4806"/>
                  </a:lnTo>
                  <a:lnTo>
                    <a:pt x="11760" y="4964"/>
                  </a:lnTo>
                  <a:lnTo>
                    <a:pt x="11809" y="5017"/>
                  </a:lnTo>
                  <a:lnTo>
                    <a:pt x="11858" y="5017"/>
                  </a:lnTo>
                  <a:lnTo>
                    <a:pt x="11957" y="5071"/>
                  </a:lnTo>
                  <a:lnTo>
                    <a:pt x="12055" y="5122"/>
                  </a:lnTo>
                  <a:lnTo>
                    <a:pt x="12202" y="5281"/>
                  </a:lnTo>
                  <a:lnTo>
                    <a:pt x="12350" y="5493"/>
                  </a:lnTo>
                  <a:lnTo>
                    <a:pt x="12400" y="5546"/>
                  </a:lnTo>
                  <a:lnTo>
                    <a:pt x="12448" y="5599"/>
                  </a:lnTo>
                  <a:lnTo>
                    <a:pt x="12497" y="5546"/>
                  </a:lnTo>
                  <a:lnTo>
                    <a:pt x="12595" y="5387"/>
                  </a:lnTo>
                  <a:lnTo>
                    <a:pt x="12695" y="5229"/>
                  </a:lnTo>
                  <a:lnTo>
                    <a:pt x="12793" y="5122"/>
                  </a:lnTo>
                  <a:lnTo>
                    <a:pt x="13088" y="5229"/>
                  </a:lnTo>
                  <a:lnTo>
                    <a:pt x="12892" y="5493"/>
                  </a:lnTo>
                  <a:lnTo>
                    <a:pt x="12743" y="5757"/>
                  </a:lnTo>
                  <a:lnTo>
                    <a:pt x="12695" y="5863"/>
                  </a:lnTo>
                  <a:lnTo>
                    <a:pt x="12695" y="6021"/>
                  </a:lnTo>
                  <a:lnTo>
                    <a:pt x="12842" y="6021"/>
                  </a:lnTo>
                  <a:lnTo>
                    <a:pt x="12940" y="5968"/>
                  </a:lnTo>
                  <a:lnTo>
                    <a:pt x="13137" y="5809"/>
                  </a:lnTo>
                  <a:lnTo>
                    <a:pt x="13482" y="5493"/>
                  </a:lnTo>
                  <a:lnTo>
                    <a:pt x="13825" y="5704"/>
                  </a:lnTo>
                  <a:lnTo>
                    <a:pt x="13728" y="5809"/>
                  </a:lnTo>
                  <a:lnTo>
                    <a:pt x="13383" y="6284"/>
                  </a:lnTo>
                  <a:lnTo>
                    <a:pt x="13235" y="6496"/>
                  </a:lnTo>
                  <a:lnTo>
                    <a:pt x="13137" y="6761"/>
                  </a:lnTo>
                  <a:lnTo>
                    <a:pt x="13137" y="6813"/>
                  </a:lnTo>
                  <a:lnTo>
                    <a:pt x="13187" y="6813"/>
                  </a:lnTo>
                  <a:lnTo>
                    <a:pt x="13432" y="6708"/>
                  </a:lnTo>
                  <a:lnTo>
                    <a:pt x="13678" y="6549"/>
                  </a:lnTo>
                  <a:lnTo>
                    <a:pt x="14072" y="6233"/>
                  </a:lnTo>
                  <a:lnTo>
                    <a:pt x="14269" y="6021"/>
                  </a:lnTo>
                  <a:lnTo>
                    <a:pt x="14515" y="6179"/>
                  </a:lnTo>
                  <a:lnTo>
                    <a:pt x="14170" y="6549"/>
                  </a:lnTo>
                  <a:lnTo>
                    <a:pt x="13777" y="7024"/>
                  </a:lnTo>
                  <a:lnTo>
                    <a:pt x="13482" y="7499"/>
                  </a:lnTo>
                  <a:lnTo>
                    <a:pt x="13335" y="7553"/>
                  </a:lnTo>
                  <a:lnTo>
                    <a:pt x="12940" y="7763"/>
                  </a:lnTo>
                  <a:lnTo>
                    <a:pt x="12595" y="7975"/>
                  </a:lnTo>
                  <a:lnTo>
                    <a:pt x="12448" y="7975"/>
                  </a:lnTo>
                  <a:lnTo>
                    <a:pt x="12252" y="8028"/>
                  </a:lnTo>
                  <a:lnTo>
                    <a:pt x="11809" y="8291"/>
                  </a:lnTo>
                  <a:lnTo>
                    <a:pt x="11465" y="8608"/>
                  </a:lnTo>
                  <a:lnTo>
                    <a:pt x="11218" y="8766"/>
                  </a:lnTo>
                  <a:lnTo>
                    <a:pt x="10825" y="9136"/>
                  </a:lnTo>
                  <a:lnTo>
                    <a:pt x="10628" y="9453"/>
                  </a:lnTo>
                  <a:lnTo>
                    <a:pt x="10382" y="9718"/>
                  </a:lnTo>
                  <a:lnTo>
                    <a:pt x="10235" y="10035"/>
                  </a:lnTo>
                  <a:lnTo>
                    <a:pt x="10185" y="10298"/>
                  </a:lnTo>
                  <a:lnTo>
                    <a:pt x="10235" y="10405"/>
                  </a:lnTo>
                  <a:lnTo>
                    <a:pt x="10283" y="10510"/>
                  </a:lnTo>
                  <a:lnTo>
                    <a:pt x="10382" y="10615"/>
                  </a:lnTo>
                  <a:lnTo>
                    <a:pt x="10530" y="10668"/>
                  </a:lnTo>
                  <a:lnTo>
                    <a:pt x="10727" y="10668"/>
                  </a:lnTo>
                  <a:lnTo>
                    <a:pt x="10923" y="10563"/>
                  </a:lnTo>
                  <a:lnTo>
                    <a:pt x="11267" y="10352"/>
                  </a:lnTo>
                  <a:lnTo>
                    <a:pt x="11465" y="10298"/>
                  </a:lnTo>
                  <a:lnTo>
                    <a:pt x="11710" y="10405"/>
                  </a:lnTo>
                  <a:lnTo>
                    <a:pt x="11809" y="10457"/>
                  </a:lnTo>
                  <a:lnTo>
                    <a:pt x="11907" y="10563"/>
                  </a:lnTo>
                  <a:lnTo>
                    <a:pt x="11957" y="10668"/>
                  </a:lnTo>
                  <a:lnTo>
                    <a:pt x="11957" y="10773"/>
                  </a:lnTo>
                  <a:lnTo>
                    <a:pt x="11858" y="10932"/>
                  </a:lnTo>
                  <a:lnTo>
                    <a:pt x="11710" y="11143"/>
                  </a:lnTo>
                  <a:lnTo>
                    <a:pt x="11513" y="11302"/>
                  </a:lnTo>
                  <a:lnTo>
                    <a:pt x="11267" y="11460"/>
                  </a:lnTo>
                  <a:lnTo>
                    <a:pt x="10923" y="11618"/>
                  </a:lnTo>
                  <a:lnTo>
                    <a:pt x="10677" y="11725"/>
                  </a:lnTo>
                  <a:lnTo>
                    <a:pt x="10382" y="11883"/>
                  </a:lnTo>
                  <a:lnTo>
                    <a:pt x="10135" y="12094"/>
                  </a:lnTo>
                  <a:lnTo>
                    <a:pt x="10087" y="12200"/>
                  </a:lnTo>
                  <a:lnTo>
                    <a:pt x="10037" y="12358"/>
                  </a:lnTo>
                  <a:lnTo>
                    <a:pt x="9988" y="12622"/>
                  </a:lnTo>
                  <a:lnTo>
                    <a:pt x="10087" y="12834"/>
                  </a:lnTo>
                  <a:lnTo>
                    <a:pt x="10235" y="13045"/>
                  </a:lnTo>
                  <a:lnTo>
                    <a:pt x="10430" y="13150"/>
                  </a:lnTo>
                  <a:lnTo>
                    <a:pt x="10578" y="13204"/>
                  </a:lnTo>
                  <a:lnTo>
                    <a:pt x="10775" y="13255"/>
                  </a:lnTo>
                  <a:lnTo>
                    <a:pt x="11070" y="13150"/>
                  </a:lnTo>
                  <a:lnTo>
                    <a:pt x="11660" y="12887"/>
                  </a:lnTo>
                  <a:lnTo>
                    <a:pt x="12350" y="12887"/>
                  </a:lnTo>
                  <a:lnTo>
                    <a:pt x="12595" y="12780"/>
                  </a:lnTo>
                  <a:lnTo>
                    <a:pt x="12842" y="12622"/>
                  </a:lnTo>
                  <a:lnTo>
                    <a:pt x="12990" y="12464"/>
                  </a:lnTo>
                  <a:lnTo>
                    <a:pt x="13137" y="12305"/>
                  </a:lnTo>
                  <a:lnTo>
                    <a:pt x="13285" y="12305"/>
                  </a:lnTo>
                  <a:lnTo>
                    <a:pt x="13482" y="12358"/>
                  </a:lnTo>
                  <a:lnTo>
                    <a:pt x="13530" y="12410"/>
                  </a:lnTo>
                  <a:lnTo>
                    <a:pt x="13580" y="12410"/>
                  </a:lnTo>
                  <a:lnTo>
                    <a:pt x="13678" y="12464"/>
                  </a:lnTo>
                  <a:lnTo>
                    <a:pt x="13925" y="12675"/>
                  </a:lnTo>
                  <a:lnTo>
                    <a:pt x="14170" y="12939"/>
                  </a:lnTo>
                  <a:lnTo>
                    <a:pt x="14908" y="13890"/>
                  </a:lnTo>
                  <a:lnTo>
                    <a:pt x="13925" y="13520"/>
                  </a:lnTo>
                  <a:lnTo>
                    <a:pt x="13432" y="13362"/>
                  </a:lnTo>
                  <a:lnTo>
                    <a:pt x="12940" y="13204"/>
                  </a:lnTo>
                  <a:lnTo>
                    <a:pt x="12892" y="13255"/>
                  </a:lnTo>
                  <a:lnTo>
                    <a:pt x="12448" y="13204"/>
                  </a:lnTo>
                  <a:lnTo>
                    <a:pt x="12005" y="13255"/>
                  </a:lnTo>
                  <a:lnTo>
                    <a:pt x="11563" y="13362"/>
                  </a:lnTo>
                  <a:lnTo>
                    <a:pt x="11170" y="13520"/>
                  </a:lnTo>
                  <a:lnTo>
                    <a:pt x="11120" y="13572"/>
                  </a:lnTo>
                  <a:lnTo>
                    <a:pt x="10923" y="13572"/>
                  </a:lnTo>
                  <a:lnTo>
                    <a:pt x="10235" y="13731"/>
                  </a:lnTo>
                  <a:lnTo>
                    <a:pt x="9545" y="13890"/>
                  </a:lnTo>
                  <a:lnTo>
                    <a:pt x="9300" y="13942"/>
                  </a:lnTo>
                  <a:lnTo>
                    <a:pt x="9103" y="14101"/>
                  </a:lnTo>
                  <a:lnTo>
                    <a:pt x="8955" y="14259"/>
                  </a:lnTo>
                  <a:lnTo>
                    <a:pt x="8807" y="14524"/>
                  </a:lnTo>
                  <a:lnTo>
                    <a:pt x="8709" y="14787"/>
                  </a:lnTo>
                  <a:lnTo>
                    <a:pt x="8709" y="15262"/>
                  </a:lnTo>
                  <a:lnTo>
                    <a:pt x="8758" y="15527"/>
                  </a:lnTo>
                  <a:lnTo>
                    <a:pt x="8857" y="15791"/>
                  </a:lnTo>
                  <a:lnTo>
                    <a:pt x="9005" y="16002"/>
                  </a:lnTo>
                  <a:lnTo>
                    <a:pt x="9152" y="16161"/>
                  </a:lnTo>
                  <a:lnTo>
                    <a:pt x="9348" y="16319"/>
                  </a:lnTo>
                  <a:lnTo>
                    <a:pt x="9545" y="16424"/>
                  </a:lnTo>
                  <a:lnTo>
                    <a:pt x="9792" y="16478"/>
                  </a:lnTo>
                  <a:lnTo>
                    <a:pt x="10037" y="16531"/>
                  </a:lnTo>
                  <a:lnTo>
                    <a:pt x="10430" y="16531"/>
                  </a:lnTo>
                  <a:lnTo>
                    <a:pt x="10530" y="16636"/>
                  </a:lnTo>
                  <a:lnTo>
                    <a:pt x="10628" y="16794"/>
                  </a:lnTo>
                  <a:lnTo>
                    <a:pt x="10677" y="17006"/>
                  </a:lnTo>
                  <a:lnTo>
                    <a:pt x="10775" y="17428"/>
                  </a:lnTo>
                  <a:lnTo>
                    <a:pt x="10825" y="17798"/>
                  </a:lnTo>
                  <a:lnTo>
                    <a:pt x="10874" y="18009"/>
                  </a:lnTo>
                  <a:lnTo>
                    <a:pt x="10530" y="17903"/>
                  </a:lnTo>
                  <a:lnTo>
                    <a:pt x="10235" y="17851"/>
                  </a:lnTo>
                  <a:lnTo>
                    <a:pt x="10135" y="17798"/>
                  </a:lnTo>
                  <a:lnTo>
                    <a:pt x="10087" y="17586"/>
                  </a:lnTo>
                  <a:lnTo>
                    <a:pt x="10087" y="17534"/>
                  </a:lnTo>
                  <a:lnTo>
                    <a:pt x="9988" y="17534"/>
                  </a:lnTo>
                  <a:lnTo>
                    <a:pt x="9988" y="17586"/>
                  </a:lnTo>
                  <a:lnTo>
                    <a:pt x="9940" y="17956"/>
                  </a:lnTo>
                  <a:lnTo>
                    <a:pt x="9940" y="18009"/>
                  </a:lnTo>
                  <a:lnTo>
                    <a:pt x="9988" y="18061"/>
                  </a:lnTo>
                  <a:lnTo>
                    <a:pt x="10530" y="18326"/>
                  </a:lnTo>
                  <a:lnTo>
                    <a:pt x="11070" y="18643"/>
                  </a:lnTo>
                  <a:lnTo>
                    <a:pt x="11317" y="19171"/>
                  </a:lnTo>
                  <a:lnTo>
                    <a:pt x="11365" y="19276"/>
                  </a:lnTo>
                  <a:lnTo>
                    <a:pt x="11465" y="19330"/>
                  </a:lnTo>
                  <a:lnTo>
                    <a:pt x="11563" y="19330"/>
                  </a:lnTo>
                  <a:lnTo>
                    <a:pt x="11660" y="19276"/>
                  </a:lnTo>
                  <a:lnTo>
                    <a:pt x="11858" y="19118"/>
                  </a:lnTo>
                  <a:lnTo>
                    <a:pt x="12645" y="19593"/>
                  </a:lnTo>
                  <a:lnTo>
                    <a:pt x="12448" y="19593"/>
                  </a:lnTo>
                  <a:lnTo>
                    <a:pt x="11465" y="19488"/>
                  </a:lnTo>
                  <a:lnTo>
                    <a:pt x="10530" y="19488"/>
                  </a:lnTo>
                  <a:lnTo>
                    <a:pt x="9890" y="19013"/>
                  </a:lnTo>
                  <a:lnTo>
                    <a:pt x="9200" y="18590"/>
                  </a:lnTo>
                  <a:lnTo>
                    <a:pt x="9152" y="18538"/>
                  </a:lnTo>
                  <a:lnTo>
                    <a:pt x="9053" y="18590"/>
                  </a:lnTo>
                  <a:lnTo>
                    <a:pt x="9053" y="18748"/>
                  </a:lnTo>
                  <a:lnTo>
                    <a:pt x="9348" y="19171"/>
                  </a:lnTo>
                  <a:lnTo>
                    <a:pt x="9693" y="19540"/>
                  </a:lnTo>
                  <a:lnTo>
                    <a:pt x="9250" y="19593"/>
                  </a:lnTo>
                  <a:lnTo>
                    <a:pt x="8807" y="19646"/>
                  </a:lnTo>
                  <a:lnTo>
                    <a:pt x="8463" y="19330"/>
                  </a:lnTo>
                  <a:lnTo>
                    <a:pt x="8168" y="18960"/>
                  </a:lnTo>
                  <a:lnTo>
                    <a:pt x="8070" y="18960"/>
                  </a:lnTo>
                  <a:lnTo>
                    <a:pt x="7970" y="19065"/>
                  </a:lnTo>
                  <a:lnTo>
                    <a:pt x="7922" y="19276"/>
                  </a:lnTo>
                  <a:lnTo>
                    <a:pt x="7970" y="19435"/>
                  </a:lnTo>
                  <a:lnTo>
                    <a:pt x="8020" y="19646"/>
                  </a:lnTo>
                  <a:lnTo>
                    <a:pt x="8168" y="19805"/>
                  </a:lnTo>
                  <a:lnTo>
                    <a:pt x="7725" y="19910"/>
                  </a:lnTo>
                  <a:lnTo>
                    <a:pt x="7282" y="20068"/>
                  </a:lnTo>
                  <a:lnTo>
                    <a:pt x="7233" y="20016"/>
                  </a:lnTo>
                  <a:lnTo>
                    <a:pt x="6938" y="19698"/>
                  </a:lnTo>
                  <a:lnTo>
                    <a:pt x="6740" y="19593"/>
                  </a:lnTo>
                  <a:lnTo>
                    <a:pt x="6593" y="19540"/>
                  </a:lnTo>
                  <a:lnTo>
                    <a:pt x="6545" y="19540"/>
                  </a:lnTo>
                  <a:lnTo>
                    <a:pt x="6545" y="19698"/>
                  </a:lnTo>
                  <a:lnTo>
                    <a:pt x="6593" y="19858"/>
                  </a:lnTo>
                  <a:lnTo>
                    <a:pt x="6692" y="20068"/>
                  </a:lnTo>
                  <a:lnTo>
                    <a:pt x="6840" y="20280"/>
                  </a:lnTo>
                  <a:lnTo>
                    <a:pt x="6888" y="20280"/>
                  </a:lnTo>
                  <a:lnTo>
                    <a:pt x="6495" y="20597"/>
                  </a:lnTo>
                  <a:lnTo>
                    <a:pt x="6200" y="20543"/>
                  </a:lnTo>
                  <a:lnTo>
                    <a:pt x="5510" y="20438"/>
                  </a:lnTo>
                  <a:lnTo>
                    <a:pt x="5167" y="20385"/>
                  </a:lnTo>
                  <a:lnTo>
                    <a:pt x="4822" y="20280"/>
                  </a:lnTo>
                  <a:lnTo>
                    <a:pt x="4920" y="20175"/>
                  </a:lnTo>
                  <a:lnTo>
                    <a:pt x="4970" y="20016"/>
                  </a:lnTo>
                  <a:lnTo>
                    <a:pt x="4970" y="19910"/>
                  </a:lnTo>
                  <a:lnTo>
                    <a:pt x="4920" y="19751"/>
                  </a:lnTo>
                  <a:lnTo>
                    <a:pt x="4870" y="19646"/>
                  </a:lnTo>
                  <a:lnTo>
                    <a:pt x="4773" y="19593"/>
                  </a:lnTo>
                  <a:lnTo>
                    <a:pt x="4870" y="19065"/>
                  </a:lnTo>
                  <a:lnTo>
                    <a:pt x="5018" y="18538"/>
                  </a:lnTo>
                  <a:lnTo>
                    <a:pt x="5215" y="18009"/>
                  </a:lnTo>
                  <a:lnTo>
                    <a:pt x="5462" y="17534"/>
                  </a:lnTo>
                  <a:lnTo>
                    <a:pt x="5757" y="17058"/>
                  </a:lnTo>
                  <a:lnTo>
                    <a:pt x="6101" y="16636"/>
                  </a:lnTo>
                  <a:lnTo>
                    <a:pt x="6495" y="16266"/>
                  </a:lnTo>
                  <a:lnTo>
                    <a:pt x="6938" y="16002"/>
                  </a:lnTo>
                  <a:lnTo>
                    <a:pt x="7035" y="15896"/>
                  </a:lnTo>
                  <a:lnTo>
                    <a:pt x="7085" y="15737"/>
                  </a:lnTo>
                  <a:lnTo>
                    <a:pt x="7085" y="15632"/>
                  </a:lnTo>
                  <a:lnTo>
                    <a:pt x="6987" y="15527"/>
                  </a:lnTo>
                  <a:lnTo>
                    <a:pt x="6397" y="14734"/>
                  </a:lnTo>
                  <a:lnTo>
                    <a:pt x="6101" y="14365"/>
                  </a:lnTo>
                  <a:lnTo>
                    <a:pt x="5757" y="14049"/>
                  </a:lnTo>
                  <a:lnTo>
                    <a:pt x="5363" y="13784"/>
                  </a:lnTo>
                  <a:lnTo>
                    <a:pt x="4970" y="13572"/>
                  </a:lnTo>
                  <a:lnTo>
                    <a:pt x="4527" y="13414"/>
                  </a:lnTo>
                  <a:lnTo>
                    <a:pt x="4084" y="13362"/>
                  </a:lnTo>
                  <a:lnTo>
                    <a:pt x="4084" y="12780"/>
                  </a:lnTo>
                  <a:lnTo>
                    <a:pt x="4182" y="12252"/>
                  </a:lnTo>
                  <a:lnTo>
                    <a:pt x="4380" y="11777"/>
                  </a:lnTo>
                  <a:lnTo>
                    <a:pt x="4675" y="11355"/>
                  </a:lnTo>
                  <a:lnTo>
                    <a:pt x="4870" y="11143"/>
                  </a:lnTo>
                  <a:lnTo>
                    <a:pt x="5117" y="10932"/>
                  </a:lnTo>
                  <a:lnTo>
                    <a:pt x="5215" y="10880"/>
                  </a:lnTo>
                  <a:lnTo>
                    <a:pt x="5314" y="10880"/>
                  </a:lnTo>
                  <a:lnTo>
                    <a:pt x="5412" y="10932"/>
                  </a:lnTo>
                  <a:lnTo>
                    <a:pt x="5510" y="10985"/>
                  </a:lnTo>
                  <a:lnTo>
                    <a:pt x="5658" y="11143"/>
                  </a:lnTo>
                  <a:lnTo>
                    <a:pt x="5805" y="11355"/>
                  </a:lnTo>
                  <a:lnTo>
                    <a:pt x="6593" y="12464"/>
                  </a:lnTo>
                  <a:lnTo>
                    <a:pt x="6740" y="12569"/>
                  </a:lnTo>
                  <a:lnTo>
                    <a:pt x="6888" y="12622"/>
                  </a:lnTo>
                  <a:lnTo>
                    <a:pt x="6987" y="12569"/>
                  </a:lnTo>
                  <a:lnTo>
                    <a:pt x="7035" y="12517"/>
                  </a:lnTo>
                  <a:lnTo>
                    <a:pt x="7085" y="12410"/>
                  </a:lnTo>
                  <a:lnTo>
                    <a:pt x="7085" y="12305"/>
                  </a:lnTo>
                  <a:lnTo>
                    <a:pt x="6888" y="10087"/>
                  </a:lnTo>
                  <a:lnTo>
                    <a:pt x="6840" y="9823"/>
                  </a:lnTo>
                  <a:lnTo>
                    <a:pt x="6692" y="9560"/>
                  </a:lnTo>
                  <a:lnTo>
                    <a:pt x="6545" y="9348"/>
                  </a:lnTo>
                  <a:lnTo>
                    <a:pt x="6249" y="9295"/>
                  </a:lnTo>
                  <a:lnTo>
                    <a:pt x="6347" y="9243"/>
                  </a:lnTo>
                  <a:lnTo>
                    <a:pt x="6495" y="9136"/>
                  </a:lnTo>
                  <a:lnTo>
                    <a:pt x="6740" y="8925"/>
                  </a:lnTo>
                  <a:lnTo>
                    <a:pt x="7282" y="8661"/>
                  </a:lnTo>
                  <a:lnTo>
                    <a:pt x="7528" y="8556"/>
                  </a:lnTo>
                  <a:lnTo>
                    <a:pt x="7725" y="8345"/>
                  </a:lnTo>
                  <a:lnTo>
                    <a:pt x="7872" y="8133"/>
                  </a:lnTo>
                  <a:lnTo>
                    <a:pt x="8020" y="7869"/>
                  </a:lnTo>
                  <a:lnTo>
                    <a:pt x="8020" y="7763"/>
                  </a:lnTo>
                  <a:lnTo>
                    <a:pt x="7970" y="7658"/>
                  </a:lnTo>
                  <a:lnTo>
                    <a:pt x="7922" y="7553"/>
                  </a:lnTo>
                  <a:lnTo>
                    <a:pt x="7823" y="7499"/>
                  </a:lnTo>
                  <a:lnTo>
                    <a:pt x="6692" y="7341"/>
                  </a:lnTo>
                  <a:lnTo>
                    <a:pt x="5510" y="7183"/>
                  </a:lnTo>
                  <a:lnTo>
                    <a:pt x="5018" y="7183"/>
                  </a:lnTo>
                  <a:lnTo>
                    <a:pt x="4428" y="7129"/>
                  </a:lnTo>
                  <a:lnTo>
                    <a:pt x="3887" y="7183"/>
                  </a:lnTo>
                  <a:lnTo>
                    <a:pt x="3640" y="7236"/>
                  </a:lnTo>
                  <a:lnTo>
                    <a:pt x="3395" y="7341"/>
                  </a:lnTo>
                  <a:lnTo>
                    <a:pt x="3345" y="7394"/>
                  </a:lnTo>
                  <a:lnTo>
                    <a:pt x="3395" y="7499"/>
                  </a:lnTo>
                  <a:lnTo>
                    <a:pt x="2903" y="7288"/>
                  </a:lnTo>
                  <a:lnTo>
                    <a:pt x="3297" y="6813"/>
                  </a:lnTo>
                  <a:lnTo>
                    <a:pt x="3690" y="6338"/>
                  </a:lnTo>
                  <a:lnTo>
                    <a:pt x="4133" y="5968"/>
                  </a:lnTo>
                  <a:lnTo>
                    <a:pt x="4625" y="5599"/>
                  </a:lnTo>
                  <a:lnTo>
                    <a:pt x="5117" y="5281"/>
                  </a:lnTo>
                  <a:lnTo>
                    <a:pt x="5658" y="4964"/>
                  </a:lnTo>
                  <a:lnTo>
                    <a:pt x="6200" y="4754"/>
                  </a:lnTo>
                  <a:lnTo>
                    <a:pt x="6740" y="4542"/>
                  </a:lnTo>
                  <a:lnTo>
                    <a:pt x="7332" y="4384"/>
                  </a:lnTo>
                  <a:lnTo>
                    <a:pt x="7922" y="4279"/>
                  </a:lnTo>
                  <a:lnTo>
                    <a:pt x="8463" y="4226"/>
                  </a:lnTo>
                  <a:close/>
                  <a:moveTo>
                    <a:pt x="7233" y="20650"/>
                  </a:moveTo>
                  <a:lnTo>
                    <a:pt x="7282" y="20702"/>
                  </a:lnTo>
                  <a:lnTo>
                    <a:pt x="7183" y="20702"/>
                  </a:lnTo>
                  <a:lnTo>
                    <a:pt x="7233" y="20650"/>
                  </a:lnTo>
                  <a:close/>
                  <a:moveTo>
                    <a:pt x="10333" y="20016"/>
                  </a:moveTo>
                  <a:lnTo>
                    <a:pt x="10677" y="20227"/>
                  </a:lnTo>
                  <a:lnTo>
                    <a:pt x="11120" y="20438"/>
                  </a:lnTo>
                  <a:lnTo>
                    <a:pt x="11513" y="20597"/>
                  </a:lnTo>
                  <a:lnTo>
                    <a:pt x="10972" y="20702"/>
                  </a:lnTo>
                  <a:lnTo>
                    <a:pt x="10382" y="20755"/>
                  </a:lnTo>
                  <a:lnTo>
                    <a:pt x="10333" y="20597"/>
                  </a:lnTo>
                  <a:lnTo>
                    <a:pt x="10235" y="20491"/>
                  </a:lnTo>
                  <a:lnTo>
                    <a:pt x="9742" y="20333"/>
                  </a:lnTo>
                  <a:lnTo>
                    <a:pt x="9348" y="20068"/>
                  </a:lnTo>
                  <a:lnTo>
                    <a:pt x="10087" y="20016"/>
                  </a:lnTo>
                  <a:close/>
                  <a:moveTo>
                    <a:pt x="8610" y="20175"/>
                  </a:moveTo>
                  <a:lnTo>
                    <a:pt x="8807" y="20333"/>
                  </a:lnTo>
                  <a:lnTo>
                    <a:pt x="9103" y="20597"/>
                  </a:lnTo>
                  <a:lnTo>
                    <a:pt x="9398" y="20808"/>
                  </a:lnTo>
                  <a:lnTo>
                    <a:pt x="8118" y="20755"/>
                  </a:lnTo>
                  <a:lnTo>
                    <a:pt x="8118" y="20543"/>
                  </a:lnTo>
                  <a:lnTo>
                    <a:pt x="8020" y="20438"/>
                  </a:lnTo>
                  <a:lnTo>
                    <a:pt x="7922" y="20385"/>
                  </a:lnTo>
                  <a:lnTo>
                    <a:pt x="7872" y="20385"/>
                  </a:lnTo>
                  <a:lnTo>
                    <a:pt x="8020" y="20333"/>
                  </a:lnTo>
                  <a:lnTo>
                    <a:pt x="8610" y="20175"/>
                  </a:lnTo>
                  <a:close/>
                  <a:moveTo>
                    <a:pt x="9152" y="3434"/>
                  </a:moveTo>
                  <a:lnTo>
                    <a:pt x="9053" y="3486"/>
                  </a:lnTo>
                  <a:lnTo>
                    <a:pt x="8955" y="3592"/>
                  </a:lnTo>
                  <a:lnTo>
                    <a:pt x="8217" y="3644"/>
                  </a:lnTo>
                  <a:lnTo>
                    <a:pt x="7430" y="3750"/>
                  </a:lnTo>
                  <a:lnTo>
                    <a:pt x="6740" y="3909"/>
                  </a:lnTo>
                  <a:lnTo>
                    <a:pt x="6003" y="4119"/>
                  </a:lnTo>
                  <a:lnTo>
                    <a:pt x="5265" y="4437"/>
                  </a:lnTo>
                  <a:lnTo>
                    <a:pt x="4527" y="4859"/>
                  </a:lnTo>
                  <a:lnTo>
                    <a:pt x="3887" y="5334"/>
                  </a:lnTo>
                  <a:lnTo>
                    <a:pt x="3297" y="5916"/>
                  </a:lnTo>
                  <a:lnTo>
                    <a:pt x="2706" y="6496"/>
                  </a:lnTo>
                  <a:lnTo>
                    <a:pt x="2215" y="7183"/>
                  </a:lnTo>
                  <a:lnTo>
                    <a:pt x="1771" y="7869"/>
                  </a:lnTo>
                  <a:lnTo>
                    <a:pt x="1427" y="8661"/>
                  </a:lnTo>
                  <a:lnTo>
                    <a:pt x="985" y="9665"/>
                  </a:lnTo>
                  <a:lnTo>
                    <a:pt x="640" y="10722"/>
                  </a:lnTo>
                  <a:lnTo>
                    <a:pt x="295" y="11777"/>
                  </a:lnTo>
                  <a:lnTo>
                    <a:pt x="98" y="12834"/>
                  </a:lnTo>
                  <a:lnTo>
                    <a:pt x="50" y="13309"/>
                  </a:lnTo>
                  <a:lnTo>
                    <a:pt x="0" y="13837"/>
                  </a:lnTo>
                  <a:lnTo>
                    <a:pt x="50" y="14312"/>
                  </a:lnTo>
                  <a:lnTo>
                    <a:pt x="98" y="14787"/>
                  </a:lnTo>
                  <a:lnTo>
                    <a:pt x="197" y="15262"/>
                  </a:lnTo>
                  <a:lnTo>
                    <a:pt x="345" y="15737"/>
                  </a:lnTo>
                  <a:lnTo>
                    <a:pt x="492" y="16214"/>
                  </a:lnTo>
                  <a:lnTo>
                    <a:pt x="688" y="16636"/>
                  </a:lnTo>
                  <a:lnTo>
                    <a:pt x="1180" y="17481"/>
                  </a:lnTo>
                  <a:lnTo>
                    <a:pt x="1722" y="18273"/>
                  </a:lnTo>
                  <a:lnTo>
                    <a:pt x="2313" y="19013"/>
                  </a:lnTo>
                  <a:lnTo>
                    <a:pt x="2952" y="19751"/>
                  </a:lnTo>
                  <a:lnTo>
                    <a:pt x="3297" y="20121"/>
                  </a:lnTo>
                  <a:lnTo>
                    <a:pt x="3690" y="20491"/>
                  </a:lnTo>
                  <a:lnTo>
                    <a:pt x="3788" y="20650"/>
                  </a:lnTo>
                  <a:lnTo>
                    <a:pt x="3887" y="20755"/>
                  </a:lnTo>
                  <a:lnTo>
                    <a:pt x="4035" y="20808"/>
                  </a:lnTo>
                  <a:lnTo>
                    <a:pt x="4182" y="20808"/>
                  </a:lnTo>
                  <a:lnTo>
                    <a:pt x="4280" y="20913"/>
                  </a:lnTo>
                  <a:lnTo>
                    <a:pt x="4773" y="21072"/>
                  </a:lnTo>
                  <a:lnTo>
                    <a:pt x="5215" y="21230"/>
                  </a:lnTo>
                  <a:lnTo>
                    <a:pt x="6200" y="21337"/>
                  </a:lnTo>
                  <a:lnTo>
                    <a:pt x="8070" y="21547"/>
                  </a:lnTo>
                  <a:lnTo>
                    <a:pt x="9005" y="21600"/>
                  </a:lnTo>
                  <a:lnTo>
                    <a:pt x="9940" y="21600"/>
                  </a:lnTo>
                  <a:lnTo>
                    <a:pt x="10874" y="21495"/>
                  </a:lnTo>
                  <a:lnTo>
                    <a:pt x="11760" y="21283"/>
                  </a:lnTo>
                  <a:lnTo>
                    <a:pt x="12695" y="21020"/>
                  </a:lnTo>
                  <a:lnTo>
                    <a:pt x="13088" y="20808"/>
                  </a:lnTo>
                  <a:lnTo>
                    <a:pt x="13530" y="20597"/>
                  </a:lnTo>
                  <a:lnTo>
                    <a:pt x="13925" y="20385"/>
                  </a:lnTo>
                  <a:lnTo>
                    <a:pt x="14318" y="20121"/>
                  </a:lnTo>
                  <a:lnTo>
                    <a:pt x="14958" y="19488"/>
                  </a:lnTo>
                  <a:lnTo>
                    <a:pt x="15597" y="18801"/>
                  </a:lnTo>
                  <a:lnTo>
                    <a:pt x="16139" y="18009"/>
                  </a:lnTo>
                  <a:lnTo>
                    <a:pt x="16630" y="17216"/>
                  </a:lnTo>
                  <a:lnTo>
                    <a:pt x="17073" y="16372"/>
                  </a:lnTo>
                  <a:lnTo>
                    <a:pt x="17418" y="15474"/>
                  </a:lnTo>
                  <a:lnTo>
                    <a:pt x="17762" y="14629"/>
                  </a:lnTo>
                  <a:lnTo>
                    <a:pt x="18008" y="13625"/>
                  </a:lnTo>
                  <a:lnTo>
                    <a:pt x="18107" y="13097"/>
                  </a:lnTo>
                  <a:lnTo>
                    <a:pt x="18205" y="12569"/>
                  </a:lnTo>
                  <a:lnTo>
                    <a:pt x="18205" y="11038"/>
                  </a:lnTo>
                  <a:lnTo>
                    <a:pt x="18107" y="10510"/>
                  </a:lnTo>
                  <a:lnTo>
                    <a:pt x="18008" y="10035"/>
                  </a:lnTo>
                  <a:lnTo>
                    <a:pt x="17910" y="9560"/>
                  </a:lnTo>
                  <a:lnTo>
                    <a:pt x="17713" y="9136"/>
                  </a:lnTo>
                  <a:lnTo>
                    <a:pt x="17517" y="8715"/>
                  </a:lnTo>
                  <a:lnTo>
                    <a:pt x="17025" y="7869"/>
                  </a:lnTo>
                  <a:lnTo>
                    <a:pt x="16483" y="7078"/>
                  </a:lnTo>
                  <a:lnTo>
                    <a:pt x="15892" y="6443"/>
                  </a:lnTo>
                  <a:lnTo>
                    <a:pt x="15253" y="5809"/>
                  </a:lnTo>
                  <a:lnTo>
                    <a:pt x="14613" y="5281"/>
                  </a:lnTo>
                  <a:lnTo>
                    <a:pt x="13875" y="4806"/>
                  </a:lnTo>
                  <a:lnTo>
                    <a:pt x="13137" y="4384"/>
                  </a:lnTo>
                  <a:lnTo>
                    <a:pt x="12350" y="4014"/>
                  </a:lnTo>
                  <a:lnTo>
                    <a:pt x="11513" y="3750"/>
                  </a:lnTo>
                  <a:lnTo>
                    <a:pt x="10727" y="3539"/>
                  </a:lnTo>
                  <a:lnTo>
                    <a:pt x="9988" y="3434"/>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159" name="Google Shape;372;p7"/>
            <p:cNvSpPr/>
            <p:nvPr/>
          </p:nvSpPr>
          <p:spPr>
            <a:xfrm>
              <a:off x="1161970" y="4111632"/>
              <a:ext cx="577315" cy="39661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071" y="4030"/>
                  </a:moveTo>
                  <a:lnTo>
                    <a:pt x="12025" y="4095"/>
                  </a:lnTo>
                  <a:lnTo>
                    <a:pt x="11934" y="4162"/>
                  </a:lnTo>
                  <a:lnTo>
                    <a:pt x="11889" y="4426"/>
                  </a:lnTo>
                  <a:lnTo>
                    <a:pt x="11934" y="4624"/>
                  </a:lnTo>
                  <a:lnTo>
                    <a:pt x="12025" y="4691"/>
                  </a:lnTo>
                  <a:lnTo>
                    <a:pt x="12071" y="4756"/>
                  </a:lnTo>
                  <a:lnTo>
                    <a:pt x="12297" y="4756"/>
                  </a:lnTo>
                  <a:lnTo>
                    <a:pt x="12343" y="4691"/>
                  </a:lnTo>
                  <a:lnTo>
                    <a:pt x="12433" y="4558"/>
                  </a:lnTo>
                  <a:lnTo>
                    <a:pt x="12433" y="4228"/>
                  </a:lnTo>
                  <a:lnTo>
                    <a:pt x="12343" y="4095"/>
                  </a:lnTo>
                  <a:lnTo>
                    <a:pt x="12297" y="4030"/>
                  </a:lnTo>
                  <a:close/>
                  <a:moveTo>
                    <a:pt x="12116" y="5746"/>
                  </a:moveTo>
                  <a:lnTo>
                    <a:pt x="12025" y="5879"/>
                  </a:lnTo>
                  <a:lnTo>
                    <a:pt x="11979" y="5944"/>
                  </a:lnTo>
                  <a:lnTo>
                    <a:pt x="11979" y="6276"/>
                  </a:lnTo>
                  <a:lnTo>
                    <a:pt x="12071" y="6342"/>
                  </a:lnTo>
                  <a:lnTo>
                    <a:pt x="12116" y="6407"/>
                  </a:lnTo>
                  <a:lnTo>
                    <a:pt x="12297" y="6407"/>
                  </a:lnTo>
                  <a:lnTo>
                    <a:pt x="12343" y="6342"/>
                  </a:lnTo>
                  <a:lnTo>
                    <a:pt x="12388" y="6276"/>
                  </a:lnTo>
                  <a:lnTo>
                    <a:pt x="12433" y="6078"/>
                  </a:lnTo>
                  <a:lnTo>
                    <a:pt x="12388" y="5944"/>
                  </a:lnTo>
                  <a:lnTo>
                    <a:pt x="12343" y="5813"/>
                  </a:lnTo>
                  <a:lnTo>
                    <a:pt x="12297" y="5746"/>
                  </a:lnTo>
                  <a:close/>
                  <a:moveTo>
                    <a:pt x="14249" y="5483"/>
                  </a:moveTo>
                  <a:lnTo>
                    <a:pt x="14113" y="5548"/>
                  </a:lnTo>
                  <a:lnTo>
                    <a:pt x="14021" y="5615"/>
                  </a:lnTo>
                  <a:lnTo>
                    <a:pt x="13976" y="5746"/>
                  </a:lnTo>
                  <a:lnTo>
                    <a:pt x="13931" y="5879"/>
                  </a:lnTo>
                  <a:lnTo>
                    <a:pt x="13931" y="6144"/>
                  </a:lnTo>
                  <a:lnTo>
                    <a:pt x="13976" y="6276"/>
                  </a:lnTo>
                  <a:lnTo>
                    <a:pt x="14067" y="6342"/>
                  </a:lnTo>
                  <a:lnTo>
                    <a:pt x="14158" y="6474"/>
                  </a:lnTo>
                  <a:lnTo>
                    <a:pt x="14339" y="6474"/>
                  </a:lnTo>
                  <a:lnTo>
                    <a:pt x="14430" y="6342"/>
                  </a:lnTo>
                  <a:lnTo>
                    <a:pt x="14475" y="6276"/>
                  </a:lnTo>
                  <a:lnTo>
                    <a:pt x="14521" y="6144"/>
                  </a:lnTo>
                  <a:lnTo>
                    <a:pt x="14475" y="5879"/>
                  </a:lnTo>
                  <a:lnTo>
                    <a:pt x="14475" y="5681"/>
                  </a:lnTo>
                  <a:lnTo>
                    <a:pt x="14385" y="5548"/>
                  </a:lnTo>
                  <a:lnTo>
                    <a:pt x="14249" y="5483"/>
                  </a:lnTo>
                  <a:close/>
                  <a:moveTo>
                    <a:pt x="19241" y="2775"/>
                  </a:moveTo>
                  <a:lnTo>
                    <a:pt x="19059" y="3369"/>
                  </a:lnTo>
                  <a:lnTo>
                    <a:pt x="18787" y="3897"/>
                  </a:lnTo>
                  <a:lnTo>
                    <a:pt x="18515" y="4426"/>
                  </a:lnTo>
                  <a:lnTo>
                    <a:pt x="18197" y="4889"/>
                  </a:lnTo>
                  <a:lnTo>
                    <a:pt x="17833" y="5285"/>
                  </a:lnTo>
                  <a:lnTo>
                    <a:pt x="17471" y="5681"/>
                  </a:lnTo>
                  <a:lnTo>
                    <a:pt x="16744" y="6474"/>
                  </a:lnTo>
                  <a:lnTo>
                    <a:pt x="16426" y="5879"/>
                  </a:lnTo>
                  <a:lnTo>
                    <a:pt x="16064" y="5350"/>
                  </a:lnTo>
                  <a:lnTo>
                    <a:pt x="16200" y="5285"/>
                  </a:lnTo>
                  <a:lnTo>
                    <a:pt x="16926" y="4558"/>
                  </a:lnTo>
                  <a:lnTo>
                    <a:pt x="17697" y="3897"/>
                  </a:lnTo>
                  <a:lnTo>
                    <a:pt x="18469" y="3303"/>
                  </a:lnTo>
                  <a:lnTo>
                    <a:pt x="19241" y="2775"/>
                  </a:lnTo>
                  <a:close/>
                  <a:moveTo>
                    <a:pt x="11026" y="5813"/>
                  </a:moveTo>
                  <a:lnTo>
                    <a:pt x="10936" y="5944"/>
                  </a:lnTo>
                  <a:lnTo>
                    <a:pt x="10890" y="6078"/>
                  </a:lnTo>
                  <a:lnTo>
                    <a:pt x="10890" y="6407"/>
                  </a:lnTo>
                  <a:lnTo>
                    <a:pt x="10981" y="6540"/>
                  </a:lnTo>
                  <a:lnTo>
                    <a:pt x="11072" y="6605"/>
                  </a:lnTo>
                  <a:lnTo>
                    <a:pt x="11254" y="6605"/>
                  </a:lnTo>
                  <a:lnTo>
                    <a:pt x="11299" y="6540"/>
                  </a:lnTo>
                  <a:lnTo>
                    <a:pt x="11390" y="6407"/>
                  </a:lnTo>
                  <a:lnTo>
                    <a:pt x="11390" y="6078"/>
                  </a:lnTo>
                  <a:lnTo>
                    <a:pt x="11344" y="6011"/>
                  </a:lnTo>
                  <a:lnTo>
                    <a:pt x="11299" y="5879"/>
                  </a:lnTo>
                  <a:lnTo>
                    <a:pt x="11208" y="5813"/>
                  </a:lnTo>
                  <a:close/>
                  <a:moveTo>
                    <a:pt x="20193" y="1983"/>
                  </a:moveTo>
                  <a:lnTo>
                    <a:pt x="19966" y="2775"/>
                  </a:lnTo>
                  <a:lnTo>
                    <a:pt x="19649" y="3501"/>
                  </a:lnTo>
                  <a:lnTo>
                    <a:pt x="19285" y="4228"/>
                  </a:lnTo>
                  <a:lnTo>
                    <a:pt x="18923" y="4954"/>
                  </a:lnTo>
                  <a:lnTo>
                    <a:pt x="18515" y="5548"/>
                  </a:lnTo>
                  <a:lnTo>
                    <a:pt x="18061" y="6144"/>
                  </a:lnTo>
                  <a:lnTo>
                    <a:pt x="17107" y="7333"/>
                  </a:lnTo>
                  <a:lnTo>
                    <a:pt x="17016" y="7068"/>
                  </a:lnTo>
                  <a:lnTo>
                    <a:pt x="17289" y="6803"/>
                  </a:lnTo>
                  <a:lnTo>
                    <a:pt x="17743" y="6407"/>
                  </a:lnTo>
                  <a:lnTo>
                    <a:pt x="18151" y="5944"/>
                  </a:lnTo>
                  <a:lnTo>
                    <a:pt x="18559" y="5417"/>
                  </a:lnTo>
                  <a:lnTo>
                    <a:pt x="18923" y="4889"/>
                  </a:lnTo>
                  <a:lnTo>
                    <a:pt x="19241" y="4293"/>
                  </a:lnTo>
                  <a:lnTo>
                    <a:pt x="19513" y="3634"/>
                  </a:lnTo>
                  <a:lnTo>
                    <a:pt x="19739" y="2973"/>
                  </a:lnTo>
                  <a:lnTo>
                    <a:pt x="19921" y="2181"/>
                  </a:lnTo>
                  <a:lnTo>
                    <a:pt x="19921" y="2047"/>
                  </a:lnTo>
                  <a:lnTo>
                    <a:pt x="20193" y="1983"/>
                  </a:lnTo>
                  <a:close/>
                  <a:moveTo>
                    <a:pt x="13023" y="7135"/>
                  </a:moveTo>
                  <a:lnTo>
                    <a:pt x="12933" y="7199"/>
                  </a:lnTo>
                  <a:lnTo>
                    <a:pt x="12841" y="7333"/>
                  </a:lnTo>
                  <a:lnTo>
                    <a:pt x="12841" y="7397"/>
                  </a:lnTo>
                  <a:lnTo>
                    <a:pt x="12797" y="7597"/>
                  </a:lnTo>
                  <a:lnTo>
                    <a:pt x="12841" y="7795"/>
                  </a:lnTo>
                  <a:lnTo>
                    <a:pt x="12933" y="7927"/>
                  </a:lnTo>
                  <a:lnTo>
                    <a:pt x="12977" y="7994"/>
                  </a:lnTo>
                  <a:lnTo>
                    <a:pt x="13159" y="7994"/>
                  </a:lnTo>
                  <a:lnTo>
                    <a:pt x="13295" y="7860"/>
                  </a:lnTo>
                  <a:lnTo>
                    <a:pt x="13341" y="7729"/>
                  </a:lnTo>
                  <a:lnTo>
                    <a:pt x="13387" y="7597"/>
                  </a:lnTo>
                  <a:lnTo>
                    <a:pt x="13341" y="7397"/>
                  </a:lnTo>
                  <a:lnTo>
                    <a:pt x="13295" y="7333"/>
                  </a:lnTo>
                  <a:lnTo>
                    <a:pt x="13251" y="7199"/>
                  </a:lnTo>
                  <a:lnTo>
                    <a:pt x="13205" y="7135"/>
                  </a:lnTo>
                  <a:close/>
                  <a:moveTo>
                    <a:pt x="20329" y="859"/>
                  </a:moveTo>
                  <a:lnTo>
                    <a:pt x="20556" y="926"/>
                  </a:lnTo>
                  <a:lnTo>
                    <a:pt x="20738" y="1057"/>
                  </a:lnTo>
                  <a:lnTo>
                    <a:pt x="20828" y="1322"/>
                  </a:lnTo>
                  <a:lnTo>
                    <a:pt x="20920" y="1585"/>
                  </a:lnTo>
                  <a:lnTo>
                    <a:pt x="20964" y="1916"/>
                  </a:lnTo>
                  <a:lnTo>
                    <a:pt x="20964" y="2246"/>
                  </a:lnTo>
                  <a:lnTo>
                    <a:pt x="20920" y="2775"/>
                  </a:lnTo>
                  <a:lnTo>
                    <a:pt x="20738" y="3369"/>
                  </a:lnTo>
                  <a:lnTo>
                    <a:pt x="20466" y="3832"/>
                  </a:lnTo>
                  <a:lnTo>
                    <a:pt x="19921" y="4756"/>
                  </a:lnTo>
                  <a:lnTo>
                    <a:pt x="18651" y="6605"/>
                  </a:lnTo>
                  <a:lnTo>
                    <a:pt x="17425" y="8192"/>
                  </a:lnTo>
                  <a:lnTo>
                    <a:pt x="17334" y="7927"/>
                  </a:lnTo>
                  <a:lnTo>
                    <a:pt x="17471" y="7795"/>
                  </a:lnTo>
                  <a:lnTo>
                    <a:pt x="18515" y="6540"/>
                  </a:lnTo>
                  <a:lnTo>
                    <a:pt x="19013" y="5813"/>
                  </a:lnTo>
                  <a:lnTo>
                    <a:pt x="19467" y="5087"/>
                  </a:lnTo>
                  <a:lnTo>
                    <a:pt x="19875" y="4293"/>
                  </a:lnTo>
                  <a:lnTo>
                    <a:pt x="20239" y="3436"/>
                  </a:lnTo>
                  <a:lnTo>
                    <a:pt x="20556" y="2577"/>
                  </a:lnTo>
                  <a:lnTo>
                    <a:pt x="20738" y="1585"/>
                  </a:lnTo>
                  <a:lnTo>
                    <a:pt x="20738" y="1387"/>
                  </a:lnTo>
                  <a:lnTo>
                    <a:pt x="20692" y="1255"/>
                  </a:lnTo>
                  <a:lnTo>
                    <a:pt x="20602" y="1188"/>
                  </a:lnTo>
                  <a:lnTo>
                    <a:pt x="20466" y="1188"/>
                  </a:lnTo>
                  <a:lnTo>
                    <a:pt x="19694" y="1387"/>
                  </a:lnTo>
                  <a:lnTo>
                    <a:pt x="18967" y="1718"/>
                  </a:lnTo>
                  <a:lnTo>
                    <a:pt x="19285" y="1453"/>
                  </a:lnTo>
                  <a:lnTo>
                    <a:pt x="19649" y="1188"/>
                  </a:lnTo>
                  <a:lnTo>
                    <a:pt x="20012" y="990"/>
                  </a:lnTo>
                  <a:lnTo>
                    <a:pt x="20329" y="859"/>
                  </a:lnTo>
                  <a:close/>
                  <a:moveTo>
                    <a:pt x="11571" y="7531"/>
                  </a:moveTo>
                  <a:lnTo>
                    <a:pt x="11390" y="7662"/>
                  </a:lnTo>
                  <a:lnTo>
                    <a:pt x="11299" y="7860"/>
                  </a:lnTo>
                  <a:lnTo>
                    <a:pt x="11299" y="7994"/>
                  </a:lnTo>
                  <a:lnTo>
                    <a:pt x="11344" y="8125"/>
                  </a:lnTo>
                  <a:lnTo>
                    <a:pt x="11390" y="8256"/>
                  </a:lnTo>
                  <a:lnTo>
                    <a:pt x="11480" y="8323"/>
                  </a:lnTo>
                  <a:lnTo>
                    <a:pt x="11662" y="8323"/>
                  </a:lnTo>
                  <a:lnTo>
                    <a:pt x="11798" y="8256"/>
                  </a:lnTo>
                  <a:lnTo>
                    <a:pt x="11889" y="8058"/>
                  </a:lnTo>
                  <a:lnTo>
                    <a:pt x="11934" y="7927"/>
                  </a:lnTo>
                  <a:lnTo>
                    <a:pt x="11934" y="7729"/>
                  </a:lnTo>
                  <a:lnTo>
                    <a:pt x="11889" y="7662"/>
                  </a:lnTo>
                  <a:lnTo>
                    <a:pt x="11798" y="7531"/>
                  </a:lnTo>
                  <a:close/>
                  <a:moveTo>
                    <a:pt x="16382" y="11824"/>
                  </a:moveTo>
                  <a:lnTo>
                    <a:pt x="16290" y="11955"/>
                  </a:lnTo>
                  <a:lnTo>
                    <a:pt x="16246" y="12088"/>
                  </a:lnTo>
                  <a:lnTo>
                    <a:pt x="16246" y="12485"/>
                  </a:lnTo>
                  <a:lnTo>
                    <a:pt x="16336" y="12551"/>
                  </a:lnTo>
                  <a:lnTo>
                    <a:pt x="16472" y="12616"/>
                  </a:lnTo>
                  <a:lnTo>
                    <a:pt x="16654" y="12551"/>
                  </a:lnTo>
                  <a:lnTo>
                    <a:pt x="16744" y="12485"/>
                  </a:lnTo>
                  <a:lnTo>
                    <a:pt x="16744" y="12353"/>
                  </a:lnTo>
                  <a:lnTo>
                    <a:pt x="16790" y="12155"/>
                  </a:lnTo>
                  <a:lnTo>
                    <a:pt x="16744" y="12022"/>
                  </a:lnTo>
                  <a:lnTo>
                    <a:pt x="16654" y="11890"/>
                  </a:lnTo>
                  <a:lnTo>
                    <a:pt x="16472" y="11824"/>
                  </a:lnTo>
                  <a:close/>
                  <a:moveTo>
                    <a:pt x="15111" y="13145"/>
                  </a:moveTo>
                  <a:lnTo>
                    <a:pt x="14974" y="13210"/>
                  </a:lnTo>
                  <a:lnTo>
                    <a:pt x="14884" y="13344"/>
                  </a:lnTo>
                  <a:lnTo>
                    <a:pt x="14838" y="13542"/>
                  </a:lnTo>
                  <a:lnTo>
                    <a:pt x="14838" y="13740"/>
                  </a:lnTo>
                  <a:lnTo>
                    <a:pt x="14884" y="13871"/>
                  </a:lnTo>
                  <a:lnTo>
                    <a:pt x="14974" y="14004"/>
                  </a:lnTo>
                  <a:lnTo>
                    <a:pt x="15111" y="14004"/>
                  </a:lnTo>
                  <a:lnTo>
                    <a:pt x="15202" y="13938"/>
                  </a:lnTo>
                  <a:lnTo>
                    <a:pt x="15292" y="13871"/>
                  </a:lnTo>
                  <a:lnTo>
                    <a:pt x="15384" y="13740"/>
                  </a:lnTo>
                  <a:lnTo>
                    <a:pt x="15384" y="13344"/>
                  </a:lnTo>
                  <a:lnTo>
                    <a:pt x="15247" y="13210"/>
                  </a:lnTo>
                  <a:lnTo>
                    <a:pt x="15111" y="13145"/>
                  </a:lnTo>
                  <a:close/>
                  <a:moveTo>
                    <a:pt x="15746" y="14465"/>
                  </a:moveTo>
                  <a:lnTo>
                    <a:pt x="15656" y="14599"/>
                  </a:lnTo>
                  <a:lnTo>
                    <a:pt x="15656" y="14664"/>
                  </a:lnTo>
                  <a:lnTo>
                    <a:pt x="15610" y="14862"/>
                  </a:lnTo>
                  <a:lnTo>
                    <a:pt x="15610" y="15126"/>
                  </a:lnTo>
                  <a:lnTo>
                    <a:pt x="15656" y="15193"/>
                  </a:lnTo>
                  <a:lnTo>
                    <a:pt x="15700" y="15260"/>
                  </a:lnTo>
                  <a:lnTo>
                    <a:pt x="15746" y="15260"/>
                  </a:lnTo>
                  <a:lnTo>
                    <a:pt x="15836" y="15324"/>
                  </a:lnTo>
                  <a:lnTo>
                    <a:pt x="15972" y="15260"/>
                  </a:lnTo>
                  <a:lnTo>
                    <a:pt x="16064" y="15193"/>
                  </a:lnTo>
                  <a:lnTo>
                    <a:pt x="16108" y="15126"/>
                  </a:lnTo>
                  <a:lnTo>
                    <a:pt x="16108" y="14730"/>
                  </a:lnTo>
                  <a:lnTo>
                    <a:pt x="16018" y="14599"/>
                  </a:lnTo>
                  <a:lnTo>
                    <a:pt x="15972" y="14465"/>
                  </a:lnTo>
                  <a:close/>
                  <a:moveTo>
                    <a:pt x="12433" y="3832"/>
                  </a:moveTo>
                  <a:lnTo>
                    <a:pt x="12933" y="3897"/>
                  </a:lnTo>
                  <a:lnTo>
                    <a:pt x="13431" y="4030"/>
                  </a:lnTo>
                  <a:lnTo>
                    <a:pt x="13931" y="4228"/>
                  </a:lnTo>
                  <a:lnTo>
                    <a:pt x="13885" y="4426"/>
                  </a:lnTo>
                  <a:lnTo>
                    <a:pt x="13931" y="4624"/>
                  </a:lnTo>
                  <a:lnTo>
                    <a:pt x="14021" y="4756"/>
                  </a:lnTo>
                  <a:lnTo>
                    <a:pt x="14158" y="4889"/>
                  </a:lnTo>
                  <a:lnTo>
                    <a:pt x="14385" y="4889"/>
                  </a:lnTo>
                  <a:lnTo>
                    <a:pt x="14566" y="5020"/>
                  </a:lnTo>
                  <a:lnTo>
                    <a:pt x="14974" y="5285"/>
                  </a:lnTo>
                  <a:lnTo>
                    <a:pt x="15066" y="5350"/>
                  </a:lnTo>
                  <a:lnTo>
                    <a:pt x="15156" y="5417"/>
                  </a:lnTo>
                  <a:lnTo>
                    <a:pt x="15428" y="5746"/>
                  </a:lnTo>
                  <a:lnTo>
                    <a:pt x="15700" y="6144"/>
                  </a:lnTo>
                  <a:lnTo>
                    <a:pt x="16200" y="6936"/>
                  </a:lnTo>
                  <a:lnTo>
                    <a:pt x="14203" y="8719"/>
                  </a:lnTo>
                  <a:lnTo>
                    <a:pt x="12207" y="10437"/>
                  </a:lnTo>
                  <a:lnTo>
                    <a:pt x="7533" y="14532"/>
                  </a:lnTo>
                  <a:lnTo>
                    <a:pt x="6443" y="15522"/>
                  </a:lnTo>
                  <a:lnTo>
                    <a:pt x="6625" y="14995"/>
                  </a:lnTo>
                  <a:lnTo>
                    <a:pt x="6987" y="14334"/>
                  </a:lnTo>
                  <a:lnTo>
                    <a:pt x="7351" y="13608"/>
                  </a:lnTo>
                  <a:lnTo>
                    <a:pt x="7305" y="13475"/>
                  </a:lnTo>
                  <a:lnTo>
                    <a:pt x="7261" y="13475"/>
                  </a:lnTo>
                  <a:lnTo>
                    <a:pt x="7033" y="13673"/>
                  </a:lnTo>
                  <a:lnTo>
                    <a:pt x="6851" y="13938"/>
                  </a:lnTo>
                  <a:lnTo>
                    <a:pt x="6443" y="14532"/>
                  </a:lnTo>
                  <a:lnTo>
                    <a:pt x="6171" y="15193"/>
                  </a:lnTo>
                  <a:lnTo>
                    <a:pt x="5899" y="15919"/>
                  </a:lnTo>
                  <a:lnTo>
                    <a:pt x="5853" y="15985"/>
                  </a:lnTo>
                  <a:lnTo>
                    <a:pt x="5717" y="15458"/>
                  </a:lnTo>
                  <a:lnTo>
                    <a:pt x="6080" y="14599"/>
                  </a:lnTo>
                  <a:lnTo>
                    <a:pt x="6534" y="13740"/>
                  </a:lnTo>
                  <a:lnTo>
                    <a:pt x="6987" y="12947"/>
                  </a:lnTo>
                  <a:lnTo>
                    <a:pt x="7441" y="12220"/>
                  </a:lnTo>
                  <a:lnTo>
                    <a:pt x="7441" y="12088"/>
                  </a:lnTo>
                  <a:lnTo>
                    <a:pt x="7351" y="12088"/>
                  </a:lnTo>
                  <a:lnTo>
                    <a:pt x="6851" y="12683"/>
                  </a:lnTo>
                  <a:lnTo>
                    <a:pt x="6398" y="13344"/>
                  </a:lnTo>
                  <a:lnTo>
                    <a:pt x="5989" y="14004"/>
                  </a:lnTo>
                  <a:lnTo>
                    <a:pt x="5581" y="14730"/>
                  </a:lnTo>
                  <a:lnTo>
                    <a:pt x="5536" y="14267"/>
                  </a:lnTo>
                  <a:lnTo>
                    <a:pt x="5490" y="13806"/>
                  </a:lnTo>
                  <a:lnTo>
                    <a:pt x="5762" y="13210"/>
                  </a:lnTo>
                  <a:lnTo>
                    <a:pt x="6035" y="12749"/>
                  </a:lnTo>
                  <a:lnTo>
                    <a:pt x="7033" y="10833"/>
                  </a:lnTo>
                  <a:lnTo>
                    <a:pt x="7079" y="10702"/>
                  </a:lnTo>
                  <a:lnTo>
                    <a:pt x="7033" y="10635"/>
                  </a:lnTo>
                  <a:lnTo>
                    <a:pt x="6897" y="10635"/>
                  </a:lnTo>
                  <a:lnTo>
                    <a:pt x="6534" y="11163"/>
                  </a:lnTo>
                  <a:lnTo>
                    <a:pt x="6126" y="11757"/>
                  </a:lnTo>
                  <a:lnTo>
                    <a:pt x="5445" y="12881"/>
                  </a:lnTo>
                  <a:lnTo>
                    <a:pt x="5445" y="11757"/>
                  </a:lnTo>
                  <a:lnTo>
                    <a:pt x="5717" y="11163"/>
                  </a:lnTo>
                  <a:lnTo>
                    <a:pt x="6126" y="10371"/>
                  </a:lnTo>
                  <a:lnTo>
                    <a:pt x="6353" y="9908"/>
                  </a:lnTo>
                  <a:lnTo>
                    <a:pt x="6489" y="9710"/>
                  </a:lnTo>
                  <a:lnTo>
                    <a:pt x="6671" y="9578"/>
                  </a:lnTo>
                  <a:lnTo>
                    <a:pt x="6715" y="9578"/>
                  </a:lnTo>
                  <a:lnTo>
                    <a:pt x="6715" y="9512"/>
                  </a:lnTo>
                  <a:lnTo>
                    <a:pt x="6671" y="9447"/>
                  </a:lnTo>
                  <a:lnTo>
                    <a:pt x="6671" y="9380"/>
                  </a:lnTo>
                  <a:lnTo>
                    <a:pt x="6398" y="9380"/>
                  </a:lnTo>
                  <a:lnTo>
                    <a:pt x="6262" y="9512"/>
                  </a:lnTo>
                  <a:lnTo>
                    <a:pt x="6126" y="9645"/>
                  </a:lnTo>
                  <a:lnTo>
                    <a:pt x="5899" y="9974"/>
                  </a:lnTo>
                  <a:lnTo>
                    <a:pt x="5717" y="10304"/>
                  </a:lnTo>
                  <a:lnTo>
                    <a:pt x="5536" y="10569"/>
                  </a:lnTo>
                  <a:lnTo>
                    <a:pt x="5672" y="9843"/>
                  </a:lnTo>
                  <a:lnTo>
                    <a:pt x="5853" y="9115"/>
                  </a:lnTo>
                  <a:lnTo>
                    <a:pt x="6035" y="8719"/>
                  </a:lnTo>
                  <a:lnTo>
                    <a:pt x="6216" y="8323"/>
                  </a:lnTo>
                  <a:lnTo>
                    <a:pt x="6443" y="7927"/>
                  </a:lnTo>
                  <a:lnTo>
                    <a:pt x="6671" y="7597"/>
                  </a:lnTo>
                  <a:lnTo>
                    <a:pt x="7169" y="6936"/>
                  </a:lnTo>
                  <a:lnTo>
                    <a:pt x="7713" y="6342"/>
                  </a:lnTo>
                  <a:lnTo>
                    <a:pt x="8259" y="5813"/>
                  </a:lnTo>
                  <a:lnTo>
                    <a:pt x="8803" y="5285"/>
                  </a:lnTo>
                  <a:lnTo>
                    <a:pt x="9393" y="4889"/>
                  </a:lnTo>
                  <a:lnTo>
                    <a:pt x="9982" y="4491"/>
                  </a:lnTo>
                  <a:lnTo>
                    <a:pt x="10482" y="4228"/>
                  </a:lnTo>
                  <a:lnTo>
                    <a:pt x="10936" y="4030"/>
                  </a:lnTo>
                  <a:lnTo>
                    <a:pt x="11435" y="3897"/>
                  </a:lnTo>
                  <a:lnTo>
                    <a:pt x="11934" y="3832"/>
                  </a:lnTo>
                  <a:close/>
                  <a:moveTo>
                    <a:pt x="16472" y="7597"/>
                  </a:moveTo>
                  <a:lnTo>
                    <a:pt x="16608" y="7860"/>
                  </a:lnTo>
                  <a:lnTo>
                    <a:pt x="15564" y="9051"/>
                  </a:lnTo>
                  <a:lnTo>
                    <a:pt x="14475" y="10172"/>
                  </a:lnTo>
                  <a:lnTo>
                    <a:pt x="13341" y="11296"/>
                  </a:lnTo>
                  <a:lnTo>
                    <a:pt x="12207" y="12353"/>
                  </a:lnTo>
                  <a:lnTo>
                    <a:pt x="10981" y="13408"/>
                  </a:lnTo>
                  <a:lnTo>
                    <a:pt x="9756" y="14465"/>
                  </a:lnTo>
                  <a:lnTo>
                    <a:pt x="8485" y="15458"/>
                  </a:lnTo>
                  <a:lnTo>
                    <a:pt x="7169" y="16381"/>
                  </a:lnTo>
                  <a:lnTo>
                    <a:pt x="6171" y="17042"/>
                  </a:lnTo>
                  <a:lnTo>
                    <a:pt x="6080" y="16778"/>
                  </a:lnTo>
                  <a:lnTo>
                    <a:pt x="6126" y="16580"/>
                  </a:lnTo>
                  <a:lnTo>
                    <a:pt x="7487" y="15458"/>
                  </a:lnTo>
                  <a:lnTo>
                    <a:pt x="12615" y="10965"/>
                  </a:lnTo>
                  <a:lnTo>
                    <a:pt x="14566" y="9249"/>
                  </a:lnTo>
                  <a:lnTo>
                    <a:pt x="16472" y="7597"/>
                  </a:lnTo>
                  <a:close/>
                  <a:moveTo>
                    <a:pt x="4900" y="14334"/>
                  </a:moveTo>
                  <a:lnTo>
                    <a:pt x="4946" y="14532"/>
                  </a:lnTo>
                  <a:lnTo>
                    <a:pt x="4946" y="14599"/>
                  </a:lnTo>
                  <a:lnTo>
                    <a:pt x="5128" y="15656"/>
                  </a:lnTo>
                  <a:lnTo>
                    <a:pt x="4900" y="16250"/>
                  </a:lnTo>
                  <a:lnTo>
                    <a:pt x="4854" y="16381"/>
                  </a:lnTo>
                  <a:lnTo>
                    <a:pt x="4854" y="16448"/>
                  </a:lnTo>
                  <a:lnTo>
                    <a:pt x="4946" y="16646"/>
                  </a:lnTo>
                  <a:lnTo>
                    <a:pt x="4129" y="17109"/>
                  </a:lnTo>
                  <a:lnTo>
                    <a:pt x="3720" y="17307"/>
                  </a:lnTo>
                  <a:lnTo>
                    <a:pt x="3267" y="17438"/>
                  </a:lnTo>
                  <a:lnTo>
                    <a:pt x="3584" y="16515"/>
                  </a:lnTo>
                  <a:lnTo>
                    <a:pt x="3993" y="15656"/>
                  </a:lnTo>
                  <a:lnTo>
                    <a:pt x="4402" y="14995"/>
                  </a:lnTo>
                  <a:lnTo>
                    <a:pt x="4900" y="14334"/>
                  </a:lnTo>
                  <a:close/>
                  <a:moveTo>
                    <a:pt x="16835" y="8521"/>
                  </a:moveTo>
                  <a:lnTo>
                    <a:pt x="16926" y="8851"/>
                  </a:lnTo>
                  <a:lnTo>
                    <a:pt x="16064" y="9908"/>
                  </a:lnTo>
                  <a:lnTo>
                    <a:pt x="14974" y="11163"/>
                  </a:lnTo>
                  <a:lnTo>
                    <a:pt x="13885" y="12287"/>
                  </a:lnTo>
                  <a:lnTo>
                    <a:pt x="12751" y="13408"/>
                  </a:lnTo>
                  <a:lnTo>
                    <a:pt x="11571" y="14465"/>
                  </a:lnTo>
                  <a:lnTo>
                    <a:pt x="10392" y="15458"/>
                  </a:lnTo>
                  <a:lnTo>
                    <a:pt x="9212" y="16381"/>
                  </a:lnTo>
                  <a:lnTo>
                    <a:pt x="7986" y="17240"/>
                  </a:lnTo>
                  <a:lnTo>
                    <a:pt x="6715" y="18033"/>
                  </a:lnTo>
                  <a:lnTo>
                    <a:pt x="6489" y="17637"/>
                  </a:lnTo>
                  <a:lnTo>
                    <a:pt x="6761" y="17438"/>
                  </a:lnTo>
                  <a:lnTo>
                    <a:pt x="8167" y="16448"/>
                  </a:lnTo>
                  <a:lnTo>
                    <a:pt x="9574" y="15391"/>
                  </a:lnTo>
                  <a:lnTo>
                    <a:pt x="10981" y="14267"/>
                  </a:lnTo>
                  <a:lnTo>
                    <a:pt x="12343" y="13079"/>
                  </a:lnTo>
                  <a:lnTo>
                    <a:pt x="13477" y="12022"/>
                  </a:lnTo>
                  <a:lnTo>
                    <a:pt x="14612" y="10900"/>
                  </a:lnTo>
                  <a:lnTo>
                    <a:pt x="15746" y="9710"/>
                  </a:lnTo>
                  <a:lnTo>
                    <a:pt x="16835" y="8521"/>
                  </a:lnTo>
                  <a:close/>
                  <a:moveTo>
                    <a:pt x="14838" y="17505"/>
                  </a:moveTo>
                  <a:lnTo>
                    <a:pt x="15428" y="17703"/>
                  </a:lnTo>
                  <a:lnTo>
                    <a:pt x="15384" y="17768"/>
                  </a:lnTo>
                  <a:lnTo>
                    <a:pt x="14884" y="18496"/>
                  </a:lnTo>
                  <a:lnTo>
                    <a:pt x="14884" y="18364"/>
                  </a:lnTo>
                  <a:lnTo>
                    <a:pt x="14838" y="17505"/>
                  </a:lnTo>
                  <a:close/>
                  <a:moveTo>
                    <a:pt x="3358" y="15854"/>
                  </a:moveTo>
                  <a:lnTo>
                    <a:pt x="2995" y="16778"/>
                  </a:lnTo>
                  <a:lnTo>
                    <a:pt x="2677" y="17768"/>
                  </a:lnTo>
                  <a:lnTo>
                    <a:pt x="2677" y="17901"/>
                  </a:lnTo>
                  <a:lnTo>
                    <a:pt x="2722" y="18099"/>
                  </a:lnTo>
                  <a:lnTo>
                    <a:pt x="2813" y="18166"/>
                  </a:lnTo>
                  <a:lnTo>
                    <a:pt x="2904" y="18231"/>
                  </a:lnTo>
                  <a:lnTo>
                    <a:pt x="3584" y="18033"/>
                  </a:lnTo>
                  <a:lnTo>
                    <a:pt x="4266" y="17768"/>
                  </a:lnTo>
                  <a:lnTo>
                    <a:pt x="4854" y="17438"/>
                  </a:lnTo>
                  <a:lnTo>
                    <a:pt x="5490" y="17042"/>
                  </a:lnTo>
                  <a:lnTo>
                    <a:pt x="5626" y="17438"/>
                  </a:lnTo>
                  <a:lnTo>
                    <a:pt x="4402" y="18231"/>
                  </a:lnTo>
                  <a:lnTo>
                    <a:pt x="3812" y="18562"/>
                  </a:lnTo>
                  <a:lnTo>
                    <a:pt x="3176" y="18958"/>
                  </a:lnTo>
                  <a:lnTo>
                    <a:pt x="2813" y="19156"/>
                  </a:lnTo>
                  <a:lnTo>
                    <a:pt x="2495" y="19221"/>
                  </a:lnTo>
                  <a:lnTo>
                    <a:pt x="2177" y="19288"/>
                  </a:lnTo>
                  <a:lnTo>
                    <a:pt x="1815" y="19288"/>
                  </a:lnTo>
                  <a:lnTo>
                    <a:pt x="2586" y="17637"/>
                  </a:lnTo>
                  <a:lnTo>
                    <a:pt x="2904" y="16778"/>
                  </a:lnTo>
                  <a:lnTo>
                    <a:pt x="3267" y="15985"/>
                  </a:lnTo>
                  <a:lnTo>
                    <a:pt x="3358" y="15854"/>
                  </a:lnTo>
                  <a:close/>
                  <a:moveTo>
                    <a:pt x="17107" y="9776"/>
                  </a:moveTo>
                  <a:lnTo>
                    <a:pt x="17244" y="10702"/>
                  </a:lnTo>
                  <a:lnTo>
                    <a:pt x="17244" y="12418"/>
                  </a:lnTo>
                  <a:lnTo>
                    <a:pt x="17153" y="13210"/>
                  </a:lnTo>
                  <a:lnTo>
                    <a:pt x="17016" y="13938"/>
                  </a:lnTo>
                  <a:lnTo>
                    <a:pt x="16835" y="14664"/>
                  </a:lnTo>
                  <a:lnTo>
                    <a:pt x="16608" y="15391"/>
                  </a:lnTo>
                  <a:lnTo>
                    <a:pt x="16336" y="16052"/>
                  </a:lnTo>
                  <a:lnTo>
                    <a:pt x="16018" y="16713"/>
                  </a:lnTo>
                  <a:lnTo>
                    <a:pt x="15656" y="17372"/>
                  </a:lnTo>
                  <a:lnTo>
                    <a:pt x="15202" y="17307"/>
                  </a:lnTo>
                  <a:lnTo>
                    <a:pt x="14748" y="17174"/>
                  </a:lnTo>
                  <a:lnTo>
                    <a:pt x="14657" y="17240"/>
                  </a:lnTo>
                  <a:lnTo>
                    <a:pt x="14612" y="17240"/>
                  </a:lnTo>
                  <a:lnTo>
                    <a:pt x="14566" y="17372"/>
                  </a:lnTo>
                  <a:lnTo>
                    <a:pt x="14475" y="18760"/>
                  </a:lnTo>
                  <a:lnTo>
                    <a:pt x="14475" y="18892"/>
                  </a:lnTo>
                  <a:lnTo>
                    <a:pt x="14113" y="19288"/>
                  </a:lnTo>
                  <a:lnTo>
                    <a:pt x="13840" y="19486"/>
                  </a:lnTo>
                  <a:lnTo>
                    <a:pt x="13795" y="19553"/>
                  </a:lnTo>
                  <a:lnTo>
                    <a:pt x="13659" y="19684"/>
                  </a:lnTo>
                  <a:lnTo>
                    <a:pt x="13659" y="19023"/>
                  </a:lnTo>
                  <a:lnTo>
                    <a:pt x="13749" y="18364"/>
                  </a:lnTo>
                  <a:lnTo>
                    <a:pt x="13840" y="17768"/>
                  </a:lnTo>
                  <a:lnTo>
                    <a:pt x="13976" y="17109"/>
                  </a:lnTo>
                  <a:lnTo>
                    <a:pt x="13976" y="17042"/>
                  </a:lnTo>
                  <a:lnTo>
                    <a:pt x="13931" y="16976"/>
                  </a:lnTo>
                  <a:lnTo>
                    <a:pt x="13885" y="16976"/>
                  </a:lnTo>
                  <a:lnTo>
                    <a:pt x="13840" y="17042"/>
                  </a:lnTo>
                  <a:lnTo>
                    <a:pt x="13704" y="17372"/>
                  </a:lnTo>
                  <a:lnTo>
                    <a:pt x="13567" y="17703"/>
                  </a:lnTo>
                  <a:lnTo>
                    <a:pt x="13341" y="18429"/>
                  </a:lnTo>
                  <a:lnTo>
                    <a:pt x="13251" y="19156"/>
                  </a:lnTo>
                  <a:lnTo>
                    <a:pt x="13251" y="19949"/>
                  </a:lnTo>
                  <a:lnTo>
                    <a:pt x="12705" y="20278"/>
                  </a:lnTo>
                  <a:lnTo>
                    <a:pt x="12161" y="20476"/>
                  </a:lnTo>
                  <a:lnTo>
                    <a:pt x="12207" y="19817"/>
                  </a:lnTo>
                  <a:lnTo>
                    <a:pt x="12343" y="19156"/>
                  </a:lnTo>
                  <a:lnTo>
                    <a:pt x="12433" y="18627"/>
                  </a:lnTo>
                  <a:lnTo>
                    <a:pt x="12569" y="18166"/>
                  </a:lnTo>
                  <a:lnTo>
                    <a:pt x="12887" y="17240"/>
                  </a:lnTo>
                  <a:lnTo>
                    <a:pt x="12887" y="17174"/>
                  </a:lnTo>
                  <a:lnTo>
                    <a:pt x="12841" y="17109"/>
                  </a:lnTo>
                  <a:lnTo>
                    <a:pt x="12797" y="17109"/>
                  </a:lnTo>
                  <a:lnTo>
                    <a:pt x="12797" y="17174"/>
                  </a:lnTo>
                  <a:lnTo>
                    <a:pt x="12388" y="17901"/>
                  </a:lnTo>
                  <a:lnTo>
                    <a:pt x="12071" y="18760"/>
                  </a:lnTo>
                  <a:lnTo>
                    <a:pt x="11798" y="19619"/>
                  </a:lnTo>
                  <a:lnTo>
                    <a:pt x="11753" y="20080"/>
                  </a:lnTo>
                  <a:lnTo>
                    <a:pt x="11662" y="20543"/>
                  </a:lnTo>
                  <a:lnTo>
                    <a:pt x="11072" y="20543"/>
                  </a:lnTo>
                  <a:lnTo>
                    <a:pt x="11072" y="20278"/>
                  </a:lnTo>
                  <a:lnTo>
                    <a:pt x="11026" y="20213"/>
                  </a:lnTo>
                  <a:lnTo>
                    <a:pt x="10981" y="20147"/>
                  </a:lnTo>
                  <a:lnTo>
                    <a:pt x="10936" y="20147"/>
                  </a:lnTo>
                  <a:lnTo>
                    <a:pt x="10890" y="20213"/>
                  </a:lnTo>
                  <a:lnTo>
                    <a:pt x="10800" y="20345"/>
                  </a:lnTo>
                  <a:lnTo>
                    <a:pt x="11344" y="18825"/>
                  </a:lnTo>
                  <a:lnTo>
                    <a:pt x="11616" y="18099"/>
                  </a:lnTo>
                  <a:lnTo>
                    <a:pt x="11979" y="17372"/>
                  </a:lnTo>
                  <a:lnTo>
                    <a:pt x="11979" y="17307"/>
                  </a:lnTo>
                  <a:lnTo>
                    <a:pt x="11934" y="17307"/>
                  </a:lnTo>
                  <a:lnTo>
                    <a:pt x="11934" y="17240"/>
                  </a:lnTo>
                  <a:lnTo>
                    <a:pt x="11889" y="17307"/>
                  </a:lnTo>
                  <a:lnTo>
                    <a:pt x="11435" y="18033"/>
                  </a:lnTo>
                  <a:lnTo>
                    <a:pt x="11026" y="18760"/>
                  </a:lnTo>
                  <a:lnTo>
                    <a:pt x="10664" y="19553"/>
                  </a:lnTo>
                  <a:lnTo>
                    <a:pt x="10300" y="20412"/>
                  </a:lnTo>
                  <a:lnTo>
                    <a:pt x="9846" y="20213"/>
                  </a:lnTo>
                  <a:lnTo>
                    <a:pt x="9892" y="20147"/>
                  </a:lnTo>
                  <a:lnTo>
                    <a:pt x="9892" y="20080"/>
                  </a:lnTo>
                  <a:lnTo>
                    <a:pt x="9846" y="20015"/>
                  </a:lnTo>
                  <a:lnTo>
                    <a:pt x="9846" y="19949"/>
                  </a:lnTo>
                  <a:lnTo>
                    <a:pt x="9802" y="19751"/>
                  </a:lnTo>
                  <a:lnTo>
                    <a:pt x="9846" y="19553"/>
                  </a:lnTo>
                  <a:lnTo>
                    <a:pt x="9938" y="19090"/>
                  </a:lnTo>
                  <a:lnTo>
                    <a:pt x="10120" y="18562"/>
                  </a:lnTo>
                  <a:lnTo>
                    <a:pt x="10482" y="17703"/>
                  </a:lnTo>
                  <a:lnTo>
                    <a:pt x="10845" y="16976"/>
                  </a:lnTo>
                  <a:lnTo>
                    <a:pt x="10890" y="16911"/>
                  </a:lnTo>
                  <a:lnTo>
                    <a:pt x="10845" y="16778"/>
                  </a:lnTo>
                  <a:lnTo>
                    <a:pt x="10754" y="16778"/>
                  </a:lnTo>
                  <a:lnTo>
                    <a:pt x="10346" y="17174"/>
                  </a:lnTo>
                  <a:lnTo>
                    <a:pt x="10028" y="17703"/>
                  </a:lnTo>
                  <a:lnTo>
                    <a:pt x="9756" y="18231"/>
                  </a:lnTo>
                  <a:lnTo>
                    <a:pt x="9529" y="18825"/>
                  </a:lnTo>
                  <a:lnTo>
                    <a:pt x="9393" y="19419"/>
                  </a:lnTo>
                  <a:lnTo>
                    <a:pt x="9348" y="19751"/>
                  </a:lnTo>
                  <a:lnTo>
                    <a:pt x="9393" y="20015"/>
                  </a:lnTo>
                  <a:lnTo>
                    <a:pt x="8848" y="19751"/>
                  </a:lnTo>
                  <a:lnTo>
                    <a:pt x="8304" y="19419"/>
                  </a:lnTo>
                  <a:lnTo>
                    <a:pt x="8576" y="19023"/>
                  </a:lnTo>
                  <a:lnTo>
                    <a:pt x="8758" y="18627"/>
                  </a:lnTo>
                  <a:lnTo>
                    <a:pt x="8848" y="18429"/>
                  </a:lnTo>
                  <a:lnTo>
                    <a:pt x="8894" y="18231"/>
                  </a:lnTo>
                  <a:lnTo>
                    <a:pt x="8894" y="18166"/>
                  </a:lnTo>
                  <a:lnTo>
                    <a:pt x="8848" y="18166"/>
                  </a:lnTo>
                  <a:lnTo>
                    <a:pt x="8758" y="18231"/>
                  </a:lnTo>
                  <a:lnTo>
                    <a:pt x="8667" y="18297"/>
                  </a:lnTo>
                  <a:lnTo>
                    <a:pt x="8440" y="18562"/>
                  </a:lnTo>
                  <a:lnTo>
                    <a:pt x="8031" y="19023"/>
                  </a:lnTo>
                  <a:lnTo>
                    <a:pt x="7941" y="19156"/>
                  </a:lnTo>
                  <a:lnTo>
                    <a:pt x="7305" y="18627"/>
                  </a:lnTo>
                  <a:lnTo>
                    <a:pt x="8531" y="17835"/>
                  </a:lnTo>
                  <a:lnTo>
                    <a:pt x="9756" y="16911"/>
                  </a:lnTo>
                  <a:lnTo>
                    <a:pt x="10981" y="15985"/>
                  </a:lnTo>
                  <a:lnTo>
                    <a:pt x="12116" y="14995"/>
                  </a:lnTo>
                  <a:lnTo>
                    <a:pt x="13295" y="13938"/>
                  </a:lnTo>
                  <a:lnTo>
                    <a:pt x="14430" y="12814"/>
                  </a:lnTo>
                  <a:lnTo>
                    <a:pt x="15520" y="11626"/>
                  </a:lnTo>
                  <a:lnTo>
                    <a:pt x="16608" y="10437"/>
                  </a:lnTo>
                  <a:lnTo>
                    <a:pt x="17107" y="9776"/>
                  </a:lnTo>
                  <a:close/>
                  <a:moveTo>
                    <a:pt x="2041" y="17570"/>
                  </a:moveTo>
                  <a:lnTo>
                    <a:pt x="1271" y="19288"/>
                  </a:lnTo>
                  <a:lnTo>
                    <a:pt x="1225" y="19419"/>
                  </a:lnTo>
                  <a:lnTo>
                    <a:pt x="1271" y="19553"/>
                  </a:lnTo>
                  <a:lnTo>
                    <a:pt x="1271" y="19684"/>
                  </a:lnTo>
                  <a:lnTo>
                    <a:pt x="1361" y="19751"/>
                  </a:lnTo>
                  <a:lnTo>
                    <a:pt x="1679" y="19882"/>
                  </a:lnTo>
                  <a:lnTo>
                    <a:pt x="2041" y="19949"/>
                  </a:lnTo>
                  <a:lnTo>
                    <a:pt x="2359" y="19949"/>
                  </a:lnTo>
                  <a:lnTo>
                    <a:pt x="2677" y="19882"/>
                  </a:lnTo>
                  <a:lnTo>
                    <a:pt x="3358" y="19553"/>
                  </a:lnTo>
                  <a:lnTo>
                    <a:pt x="3993" y="19156"/>
                  </a:lnTo>
                  <a:lnTo>
                    <a:pt x="5899" y="18033"/>
                  </a:lnTo>
                  <a:lnTo>
                    <a:pt x="6126" y="18364"/>
                  </a:lnTo>
                  <a:lnTo>
                    <a:pt x="5036" y="19023"/>
                  </a:lnTo>
                  <a:lnTo>
                    <a:pt x="3948" y="19619"/>
                  </a:lnTo>
                  <a:lnTo>
                    <a:pt x="2767" y="20147"/>
                  </a:lnTo>
                  <a:lnTo>
                    <a:pt x="1543" y="20610"/>
                  </a:lnTo>
                  <a:lnTo>
                    <a:pt x="1361" y="20741"/>
                  </a:lnTo>
                  <a:lnTo>
                    <a:pt x="1043" y="20808"/>
                  </a:lnTo>
                  <a:lnTo>
                    <a:pt x="771" y="20808"/>
                  </a:lnTo>
                  <a:lnTo>
                    <a:pt x="680" y="20741"/>
                  </a:lnTo>
                  <a:lnTo>
                    <a:pt x="589" y="20674"/>
                  </a:lnTo>
                  <a:lnTo>
                    <a:pt x="589" y="20543"/>
                  </a:lnTo>
                  <a:lnTo>
                    <a:pt x="635" y="20345"/>
                  </a:lnTo>
                  <a:lnTo>
                    <a:pt x="816" y="19817"/>
                  </a:lnTo>
                  <a:lnTo>
                    <a:pt x="1225" y="19090"/>
                  </a:lnTo>
                  <a:lnTo>
                    <a:pt x="1633" y="18297"/>
                  </a:lnTo>
                  <a:lnTo>
                    <a:pt x="2041" y="17570"/>
                  </a:lnTo>
                  <a:close/>
                  <a:moveTo>
                    <a:pt x="20193" y="0"/>
                  </a:moveTo>
                  <a:lnTo>
                    <a:pt x="19966" y="67"/>
                  </a:lnTo>
                  <a:lnTo>
                    <a:pt x="19513" y="265"/>
                  </a:lnTo>
                  <a:lnTo>
                    <a:pt x="19149" y="594"/>
                  </a:lnTo>
                  <a:lnTo>
                    <a:pt x="18105" y="1453"/>
                  </a:lnTo>
                  <a:lnTo>
                    <a:pt x="17153" y="2444"/>
                  </a:lnTo>
                  <a:lnTo>
                    <a:pt x="16154" y="3436"/>
                  </a:lnTo>
                  <a:lnTo>
                    <a:pt x="15202" y="4426"/>
                  </a:lnTo>
                  <a:lnTo>
                    <a:pt x="14884" y="4162"/>
                  </a:lnTo>
                  <a:lnTo>
                    <a:pt x="14612" y="4030"/>
                  </a:lnTo>
                  <a:lnTo>
                    <a:pt x="14385" y="4030"/>
                  </a:lnTo>
                  <a:lnTo>
                    <a:pt x="14067" y="3765"/>
                  </a:lnTo>
                  <a:lnTo>
                    <a:pt x="13749" y="3567"/>
                  </a:lnTo>
                  <a:lnTo>
                    <a:pt x="13431" y="3436"/>
                  </a:lnTo>
                  <a:lnTo>
                    <a:pt x="13069" y="3303"/>
                  </a:lnTo>
                  <a:lnTo>
                    <a:pt x="12388" y="3171"/>
                  </a:lnTo>
                  <a:lnTo>
                    <a:pt x="11707" y="3171"/>
                  </a:lnTo>
                  <a:lnTo>
                    <a:pt x="11026" y="3303"/>
                  </a:lnTo>
                  <a:lnTo>
                    <a:pt x="10346" y="3567"/>
                  </a:lnTo>
                  <a:lnTo>
                    <a:pt x="9666" y="3897"/>
                  </a:lnTo>
                  <a:lnTo>
                    <a:pt x="9030" y="4293"/>
                  </a:lnTo>
                  <a:lnTo>
                    <a:pt x="8259" y="4889"/>
                  </a:lnTo>
                  <a:lnTo>
                    <a:pt x="7533" y="5548"/>
                  </a:lnTo>
                  <a:lnTo>
                    <a:pt x="6807" y="6342"/>
                  </a:lnTo>
                  <a:lnTo>
                    <a:pt x="6171" y="7135"/>
                  </a:lnTo>
                  <a:lnTo>
                    <a:pt x="5899" y="7597"/>
                  </a:lnTo>
                  <a:lnTo>
                    <a:pt x="5626" y="8058"/>
                  </a:lnTo>
                  <a:lnTo>
                    <a:pt x="5445" y="8588"/>
                  </a:lnTo>
                  <a:lnTo>
                    <a:pt x="5264" y="9115"/>
                  </a:lnTo>
                  <a:lnTo>
                    <a:pt x="5128" y="9645"/>
                  </a:lnTo>
                  <a:lnTo>
                    <a:pt x="4991" y="10239"/>
                  </a:lnTo>
                  <a:lnTo>
                    <a:pt x="4946" y="10833"/>
                  </a:lnTo>
                  <a:lnTo>
                    <a:pt x="4854" y="11428"/>
                  </a:lnTo>
                  <a:lnTo>
                    <a:pt x="4810" y="12551"/>
                  </a:lnTo>
                  <a:lnTo>
                    <a:pt x="4854" y="13740"/>
                  </a:lnTo>
                  <a:lnTo>
                    <a:pt x="4129" y="14334"/>
                  </a:lnTo>
                  <a:lnTo>
                    <a:pt x="3403" y="14928"/>
                  </a:lnTo>
                  <a:lnTo>
                    <a:pt x="2767" y="15589"/>
                  </a:lnTo>
                  <a:lnTo>
                    <a:pt x="2133" y="16381"/>
                  </a:lnTo>
                  <a:lnTo>
                    <a:pt x="1543" y="17240"/>
                  </a:lnTo>
                  <a:lnTo>
                    <a:pt x="998" y="18099"/>
                  </a:lnTo>
                  <a:lnTo>
                    <a:pt x="499" y="19090"/>
                  </a:lnTo>
                  <a:lnTo>
                    <a:pt x="272" y="19553"/>
                  </a:lnTo>
                  <a:lnTo>
                    <a:pt x="90" y="20080"/>
                  </a:lnTo>
                  <a:lnTo>
                    <a:pt x="0" y="20476"/>
                  </a:lnTo>
                  <a:lnTo>
                    <a:pt x="45" y="20808"/>
                  </a:lnTo>
                  <a:lnTo>
                    <a:pt x="136" y="21137"/>
                  </a:lnTo>
                  <a:lnTo>
                    <a:pt x="226" y="21270"/>
                  </a:lnTo>
                  <a:lnTo>
                    <a:pt x="317" y="21402"/>
                  </a:lnTo>
                  <a:lnTo>
                    <a:pt x="589" y="21533"/>
                  </a:lnTo>
                  <a:lnTo>
                    <a:pt x="861" y="21600"/>
                  </a:lnTo>
                  <a:lnTo>
                    <a:pt x="1134" y="21600"/>
                  </a:lnTo>
                  <a:lnTo>
                    <a:pt x="1451" y="21533"/>
                  </a:lnTo>
                  <a:lnTo>
                    <a:pt x="2269" y="21270"/>
                  </a:lnTo>
                  <a:lnTo>
                    <a:pt x="3085" y="20872"/>
                  </a:lnTo>
                  <a:lnTo>
                    <a:pt x="4718" y="20080"/>
                  </a:lnTo>
                  <a:lnTo>
                    <a:pt x="5672" y="19553"/>
                  </a:lnTo>
                  <a:lnTo>
                    <a:pt x="6625" y="19023"/>
                  </a:lnTo>
                  <a:lnTo>
                    <a:pt x="7125" y="19553"/>
                  </a:lnTo>
                  <a:lnTo>
                    <a:pt x="7669" y="19949"/>
                  </a:lnTo>
                  <a:lnTo>
                    <a:pt x="7713" y="20278"/>
                  </a:lnTo>
                  <a:lnTo>
                    <a:pt x="7759" y="20412"/>
                  </a:lnTo>
                  <a:lnTo>
                    <a:pt x="7849" y="20476"/>
                  </a:lnTo>
                  <a:lnTo>
                    <a:pt x="8031" y="20476"/>
                  </a:lnTo>
                  <a:lnTo>
                    <a:pt x="8167" y="20278"/>
                  </a:lnTo>
                  <a:lnTo>
                    <a:pt x="9166" y="20872"/>
                  </a:lnTo>
                  <a:lnTo>
                    <a:pt x="9666" y="21072"/>
                  </a:lnTo>
                  <a:lnTo>
                    <a:pt x="10164" y="21270"/>
                  </a:lnTo>
                  <a:lnTo>
                    <a:pt x="10256" y="21335"/>
                  </a:lnTo>
                  <a:lnTo>
                    <a:pt x="10346" y="21402"/>
                  </a:lnTo>
                  <a:lnTo>
                    <a:pt x="10482" y="21335"/>
                  </a:lnTo>
                  <a:lnTo>
                    <a:pt x="10572" y="21402"/>
                  </a:lnTo>
                  <a:lnTo>
                    <a:pt x="10981" y="21469"/>
                  </a:lnTo>
                  <a:lnTo>
                    <a:pt x="11843" y="21469"/>
                  </a:lnTo>
                  <a:lnTo>
                    <a:pt x="12252" y="21402"/>
                  </a:lnTo>
                  <a:lnTo>
                    <a:pt x="12661" y="21270"/>
                  </a:lnTo>
                  <a:lnTo>
                    <a:pt x="13069" y="21072"/>
                  </a:lnTo>
                  <a:lnTo>
                    <a:pt x="13477" y="20808"/>
                  </a:lnTo>
                  <a:lnTo>
                    <a:pt x="13885" y="20543"/>
                  </a:lnTo>
                  <a:lnTo>
                    <a:pt x="14294" y="20213"/>
                  </a:lnTo>
                  <a:lnTo>
                    <a:pt x="14702" y="19882"/>
                  </a:lnTo>
                  <a:lnTo>
                    <a:pt x="15066" y="19419"/>
                  </a:lnTo>
                  <a:lnTo>
                    <a:pt x="15428" y="19023"/>
                  </a:lnTo>
                  <a:lnTo>
                    <a:pt x="15792" y="18562"/>
                  </a:lnTo>
                  <a:lnTo>
                    <a:pt x="16108" y="18033"/>
                  </a:lnTo>
                  <a:lnTo>
                    <a:pt x="16426" y="17505"/>
                  </a:lnTo>
                  <a:lnTo>
                    <a:pt x="16699" y="16911"/>
                  </a:lnTo>
                  <a:lnTo>
                    <a:pt x="16971" y="16381"/>
                  </a:lnTo>
                  <a:lnTo>
                    <a:pt x="17198" y="15721"/>
                  </a:lnTo>
                  <a:lnTo>
                    <a:pt x="17380" y="15126"/>
                  </a:lnTo>
                  <a:lnTo>
                    <a:pt x="17561" y="14465"/>
                  </a:lnTo>
                  <a:lnTo>
                    <a:pt x="17697" y="13806"/>
                  </a:lnTo>
                  <a:lnTo>
                    <a:pt x="17788" y="13145"/>
                  </a:lnTo>
                  <a:lnTo>
                    <a:pt x="17879" y="12485"/>
                  </a:lnTo>
                  <a:lnTo>
                    <a:pt x="17925" y="11757"/>
                  </a:lnTo>
                  <a:lnTo>
                    <a:pt x="17925" y="11098"/>
                  </a:lnTo>
                  <a:lnTo>
                    <a:pt x="17879" y="10437"/>
                  </a:lnTo>
                  <a:lnTo>
                    <a:pt x="17788" y="9776"/>
                  </a:lnTo>
                  <a:lnTo>
                    <a:pt x="17652" y="9115"/>
                  </a:lnTo>
                  <a:lnTo>
                    <a:pt x="18695" y="7795"/>
                  </a:lnTo>
                  <a:lnTo>
                    <a:pt x="19694" y="6407"/>
                  </a:lnTo>
                  <a:lnTo>
                    <a:pt x="20329" y="5483"/>
                  </a:lnTo>
                  <a:lnTo>
                    <a:pt x="20647" y="4954"/>
                  </a:lnTo>
                  <a:lnTo>
                    <a:pt x="20964" y="4426"/>
                  </a:lnTo>
                  <a:lnTo>
                    <a:pt x="21238" y="3832"/>
                  </a:lnTo>
                  <a:lnTo>
                    <a:pt x="21464" y="3238"/>
                  </a:lnTo>
                  <a:lnTo>
                    <a:pt x="21600" y="2577"/>
                  </a:lnTo>
                  <a:lnTo>
                    <a:pt x="21600" y="1916"/>
                  </a:lnTo>
                  <a:lnTo>
                    <a:pt x="21510" y="1387"/>
                  </a:lnTo>
                  <a:lnTo>
                    <a:pt x="21374" y="926"/>
                  </a:lnTo>
                  <a:lnTo>
                    <a:pt x="21146" y="463"/>
                  </a:lnTo>
                  <a:lnTo>
                    <a:pt x="20828" y="133"/>
                  </a:lnTo>
                  <a:lnTo>
                    <a:pt x="20647" y="67"/>
                  </a:lnTo>
                  <a:lnTo>
                    <a:pt x="20420"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160" name="Google Shape;373;p7"/>
            <p:cNvSpPr/>
            <p:nvPr/>
          </p:nvSpPr>
          <p:spPr>
            <a:xfrm>
              <a:off x="504571" y="1735614"/>
              <a:ext cx="434211" cy="4487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464" y="2862"/>
                  </a:moveTo>
                  <a:lnTo>
                    <a:pt x="4887" y="3037"/>
                  </a:lnTo>
                  <a:lnTo>
                    <a:pt x="5129" y="3212"/>
                  </a:lnTo>
                  <a:lnTo>
                    <a:pt x="5370" y="3387"/>
                  </a:lnTo>
                  <a:lnTo>
                    <a:pt x="5611" y="3678"/>
                  </a:lnTo>
                  <a:lnTo>
                    <a:pt x="5732" y="3912"/>
                  </a:lnTo>
                  <a:lnTo>
                    <a:pt x="5551" y="3912"/>
                  </a:lnTo>
                  <a:lnTo>
                    <a:pt x="5430" y="3971"/>
                  </a:lnTo>
                  <a:lnTo>
                    <a:pt x="5370" y="4087"/>
                  </a:lnTo>
                  <a:lnTo>
                    <a:pt x="5310" y="4146"/>
                  </a:lnTo>
                  <a:lnTo>
                    <a:pt x="5189" y="4087"/>
                  </a:lnTo>
                  <a:lnTo>
                    <a:pt x="4948" y="3737"/>
                  </a:lnTo>
                  <a:lnTo>
                    <a:pt x="4647" y="3153"/>
                  </a:lnTo>
                  <a:lnTo>
                    <a:pt x="4464" y="2862"/>
                  </a:lnTo>
                  <a:close/>
                  <a:moveTo>
                    <a:pt x="3138" y="4496"/>
                  </a:moveTo>
                  <a:lnTo>
                    <a:pt x="2956" y="4553"/>
                  </a:lnTo>
                  <a:lnTo>
                    <a:pt x="2897" y="4612"/>
                  </a:lnTo>
                  <a:lnTo>
                    <a:pt x="2775" y="4728"/>
                  </a:lnTo>
                  <a:lnTo>
                    <a:pt x="2775" y="4962"/>
                  </a:lnTo>
                  <a:lnTo>
                    <a:pt x="2836" y="5079"/>
                  </a:lnTo>
                  <a:lnTo>
                    <a:pt x="2956" y="5137"/>
                  </a:lnTo>
                  <a:lnTo>
                    <a:pt x="3198" y="5254"/>
                  </a:lnTo>
                  <a:lnTo>
                    <a:pt x="3378" y="5430"/>
                  </a:lnTo>
                  <a:lnTo>
                    <a:pt x="3559" y="5605"/>
                  </a:lnTo>
                  <a:lnTo>
                    <a:pt x="3620" y="5721"/>
                  </a:lnTo>
                  <a:lnTo>
                    <a:pt x="3740" y="5780"/>
                  </a:lnTo>
                  <a:lnTo>
                    <a:pt x="3921" y="5780"/>
                  </a:lnTo>
                  <a:lnTo>
                    <a:pt x="4043" y="5663"/>
                  </a:lnTo>
                  <a:lnTo>
                    <a:pt x="4102" y="5488"/>
                  </a:lnTo>
                  <a:lnTo>
                    <a:pt x="4102" y="5312"/>
                  </a:lnTo>
                  <a:lnTo>
                    <a:pt x="3982" y="5137"/>
                  </a:lnTo>
                  <a:lnTo>
                    <a:pt x="3862" y="5021"/>
                  </a:lnTo>
                  <a:lnTo>
                    <a:pt x="3559" y="4728"/>
                  </a:lnTo>
                  <a:lnTo>
                    <a:pt x="3258" y="4553"/>
                  </a:lnTo>
                  <a:lnTo>
                    <a:pt x="3138" y="4496"/>
                  </a:lnTo>
                  <a:close/>
                  <a:moveTo>
                    <a:pt x="1870" y="3678"/>
                  </a:moveTo>
                  <a:lnTo>
                    <a:pt x="2655" y="3912"/>
                  </a:lnTo>
                  <a:lnTo>
                    <a:pt x="3378" y="4262"/>
                  </a:lnTo>
                  <a:lnTo>
                    <a:pt x="3620" y="4378"/>
                  </a:lnTo>
                  <a:lnTo>
                    <a:pt x="3862" y="4612"/>
                  </a:lnTo>
                  <a:lnTo>
                    <a:pt x="4043" y="4787"/>
                  </a:lnTo>
                  <a:lnTo>
                    <a:pt x="4163" y="5079"/>
                  </a:lnTo>
                  <a:lnTo>
                    <a:pt x="4224" y="5196"/>
                  </a:lnTo>
                  <a:lnTo>
                    <a:pt x="4224" y="5312"/>
                  </a:lnTo>
                  <a:lnTo>
                    <a:pt x="4163" y="5546"/>
                  </a:lnTo>
                  <a:lnTo>
                    <a:pt x="3921" y="5955"/>
                  </a:lnTo>
                  <a:lnTo>
                    <a:pt x="3740" y="6131"/>
                  </a:lnTo>
                  <a:lnTo>
                    <a:pt x="3559" y="6306"/>
                  </a:lnTo>
                  <a:lnTo>
                    <a:pt x="3017" y="5780"/>
                  </a:lnTo>
                  <a:lnTo>
                    <a:pt x="2535" y="5137"/>
                  </a:lnTo>
                  <a:lnTo>
                    <a:pt x="2173" y="4437"/>
                  </a:lnTo>
                  <a:lnTo>
                    <a:pt x="1870" y="3678"/>
                  </a:lnTo>
                  <a:close/>
                  <a:moveTo>
                    <a:pt x="14481" y="818"/>
                  </a:moveTo>
                  <a:lnTo>
                    <a:pt x="14300" y="4028"/>
                  </a:lnTo>
                  <a:lnTo>
                    <a:pt x="14239" y="5780"/>
                  </a:lnTo>
                  <a:lnTo>
                    <a:pt x="14239" y="7240"/>
                  </a:lnTo>
                  <a:lnTo>
                    <a:pt x="12428" y="6013"/>
                  </a:lnTo>
                  <a:lnTo>
                    <a:pt x="11585" y="5371"/>
                  </a:lnTo>
                  <a:lnTo>
                    <a:pt x="10739" y="4728"/>
                  </a:lnTo>
                  <a:lnTo>
                    <a:pt x="10920" y="4437"/>
                  </a:lnTo>
                  <a:lnTo>
                    <a:pt x="11042" y="4262"/>
                  </a:lnTo>
                  <a:lnTo>
                    <a:pt x="12428" y="2862"/>
                  </a:lnTo>
                  <a:lnTo>
                    <a:pt x="13636" y="1577"/>
                  </a:lnTo>
                  <a:lnTo>
                    <a:pt x="13998" y="1168"/>
                  </a:lnTo>
                  <a:lnTo>
                    <a:pt x="14239" y="993"/>
                  </a:lnTo>
                  <a:lnTo>
                    <a:pt x="14481" y="818"/>
                  </a:lnTo>
                  <a:close/>
                  <a:moveTo>
                    <a:pt x="1086" y="6597"/>
                  </a:moveTo>
                  <a:lnTo>
                    <a:pt x="1447" y="6715"/>
                  </a:lnTo>
                  <a:lnTo>
                    <a:pt x="1750" y="6772"/>
                  </a:lnTo>
                  <a:lnTo>
                    <a:pt x="2051" y="6890"/>
                  </a:lnTo>
                  <a:lnTo>
                    <a:pt x="2232" y="7065"/>
                  </a:lnTo>
                  <a:lnTo>
                    <a:pt x="2354" y="7297"/>
                  </a:lnTo>
                  <a:lnTo>
                    <a:pt x="2413" y="7415"/>
                  </a:lnTo>
                  <a:lnTo>
                    <a:pt x="2413" y="7647"/>
                  </a:lnTo>
                  <a:lnTo>
                    <a:pt x="2293" y="7706"/>
                  </a:lnTo>
                  <a:lnTo>
                    <a:pt x="2112" y="7647"/>
                  </a:lnTo>
                  <a:lnTo>
                    <a:pt x="1992" y="7590"/>
                  </a:lnTo>
                  <a:lnTo>
                    <a:pt x="1628" y="7297"/>
                  </a:lnTo>
                  <a:lnTo>
                    <a:pt x="1388" y="7006"/>
                  </a:lnTo>
                  <a:lnTo>
                    <a:pt x="1086" y="6597"/>
                  </a:lnTo>
                  <a:close/>
                  <a:moveTo>
                    <a:pt x="6517" y="4671"/>
                  </a:moveTo>
                  <a:lnTo>
                    <a:pt x="6938" y="5021"/>
                  </a:lnTo>
                  <a:lnTo>
                    <a:pt x="6637" y="5312"/>
                  </a:lnTo>
                  <a:lnTo>
                    <a:pt x="4344" y="7415"/>
                  </a:lnTo>
                  <a:lnTo>
                    <a:pt x="3801" y="7999"/>
                  </a:lnTo>
                  <a:lnTo>
                    <a:pt x="3378" y="8581"/>
                  </a:lnTo>
                  <a:lnTo>
                    <a:pt x="2956" y="8231"/>
                  </a:lnTo>
                  <a:lnTo>
                    <a:pt x="4887" y="6481"/>
                  </a:lnTo>
                  <a:lnTo>
                    <a:pt x="5732" y="5605"/>
                  </a:lnTo>
                  <a:lnTo>
                    <a:pt x="6155" y="5196"/>
                  </a:lnTo>
                  <a:lnTo>
                    <a:pt x="6517" y="4671"/>
                  </a:lnTo>
                  <a:close/>
                  <a:moveTo>
                    <a:pt x="8206" y="8290"/>
                  </a:moveTo>
                  <a:lnTo>
                    <a:pt x="8810" y="9049"/>
                  </a:lnTo>
                  <a:lnTo>
                    <a:pt x="9353" y="9866"/>
                  </a:lnTo>
                  <a:lnTo>
                    <a:pt x="10196" y="11268"/>
                  </a:lnTo>
                  <a:lnTo>
                    <a:pt x="8688" y="10568"/>
                  </a:lnTo>
                  <a:lnTo>
                    <a:pt x="7180" y="9866"/>
                  </a:lnTo>
                  <a:lnTo>
                    <a:pt x="7422" y="9458"/>
                  </a:lnTo>
                  <a:lnTo>
                    <a:pt x="8206" y="8290"/>
                  </a:lnTo>
                  <a:close/>
                  <a:moveTo>
                    <a:pt x="8025" y="7472"/>
                  </a:moveTo>
                  <a:lnTo>
                    <a:pt x="7903" y="7647"/>
                  </a:lnTo>
                  <a:lnTo>
                    <a:pt x="6938" y="8990"/>
                  </a:lnTo>
                  <a:lnTo>
                    <a:pt x="6517" y="9633"/>
                  </a:lnTo>
                  <a:lnTo>
                    <a:pt x="6336" y="9633"/>
                  </a:lnTo>
                  <a:lnTo>
                    <a:pt x="6214" y="9750"/>
                  </a:lnTo>
                  <a:lnTo>
                    <a:pt x="6155" y="9866"/>
                  </a:lnTo>
                  <a:lnTo>
                    <a:pt x="6094" y="9984"/>
                  </a:lnTo>
                  <a:lnTo>
                    <a:pt x="6155" y="10100"/>
                  </a:lnTo>
                  <a:lnTo>
                    <a:pt x="6214" y="10334"/>
                  </a:lnTo>
                  <a:lnTo>
                    <a:pt x="6336" y="10391"/>
                  </a:lnTo>
                  <a:lnTo>
                    <a:pt x="6456" y="10450"/>
                  </a:lnTo>
                  <a:lnTo>
                    <a:pt x="6576" y="10450"/>
                  </a:lnTo>
                  <a:lnTo>
                    <a:pt x="8507" y="11268"/>
                  </a:lnTo>
                  <a:lnTo>
                    <a:pt x="9412" y="11675"/>
                  </a:lnTo>
                  <a:lnTo>
                    <a:pt x="9956" y="11852"/>
                  </a:lnTo>
                  <a:lnTo>
                    <a:pt x="10438" y="11909"/>
                  </a:lnTo>
                  <a:lnTo>
                    <a:pt x="10558" y="11909"/>
                  </a:lnTo>
                  <a:lnTo>
                    <a:pt x="10680" y="11852"/>
                  </a:lnTo>
                  <a:lnTo>
                    <a:pt x="10739" y="11909"/>
                  </a:lnTo>
                  <a:lnTo>
                    <a:pt x="10861" y="11909"/>
                  </a:lnTo>
                  <a:lnTo>
                    <a:pt x="10920" y="11852"/>
                  </a:lnTo>
                  <a:lnTo>
                    <a:pt x="10920" y="11793"/>
                  </a:lnTo>
                  <a:lnTo>
                    <a:pt x="10800" y="11268"/>
                  </a:lnTo>
                  <a:lnTo>
                    <a:pt x="10619" y="10743"/>
                  </a:lnTo>
                  <a:lnTo>
                    <a:pt x="10318" y="10216"/>
                  </a:lnTo>
                  <a:lnTo>
                    <a:pt x="10015" y="9691"/>
                  </a:lnTo>
                  <a:lnTo>
                    <a:pt x="9292" y="8640"/>
                  </a:lnTo>
                  <a:lnTo>
                    <a:pt x="8446" y="7590"/>
                  </a:lnTo>
                  <a:lnTo>
                    <a:pt x="8326" y="7472"/>
                  </a:lnTo>
                  <a:close/>
                  <a:moveTo>
                    <a:pt x="16049" y="15178"/>
                  </a:moveTo>
                  <a:lnTo>
                    <a:pt x="16110" y="15353"/>
                  </a:lnTo>
                  <a:lnTo>
                    <a:pt x="16170" y="15528"/>
                  </a:lnTo>
                  <a:lnTo>
                    <a:pt x="16230" y="15703"/>
                  </a:lnTo>
                  <a:lnTo>
                    <a:pt x="16230" y="15880"/>
                  </a:lnTo>
                  <a:lnTo>
                    <a:pt x="16170" y="16055"/>
                  </a:lnTo>
                  <a:lnTo>
                    <a:pt x="16110" y="15528"/>
                  </a:lnTo>
                  <a:lnTo>
                    <a:pt x="16049" y="15178"/>
                  </a:lnTo>
                  <a:close/>
                  <a:moveTo>
                    <a:pt x="14721" y="14128"/>
                  </a:moveTo>
                  <a:lnTo>
                    <a:pt x="15144" y="14362"/>
                  </a:lnTo>
                  <a:lnTo>
                    <a:pt x="15144" y="14653"/>
                  </a:lnTo>
                  <a:lnTo>
                    <a:pt x="15266" y="14946"/>
                  </a:lnTo>
                  <a:lnTo>
                    <a:pt x="15447" y="15528"/>
                  </a:lnTo>
                  <a:lnTo>
                    <a:pt x="15748" y="16580"/>
                  </a:lnTo>
                  <a:lnTo>
                    <a:pt x="15567" y="16697"/>
                  </a:lnTo>
                  <a:lnTo>
                    <a:pt x="15447" y="16346"/>
                  </a:lnTo>
                  <a:lnTo>
                    <a:pt x="15266" y="16055"/>
                  </a:lnTo>
                  <a:lnTo>
                    <a:pt x="14662" y="14771"/>
                  </a:lnTo>
                  <a:lnTo>
                    <a:pt x="14540" y="14537"/>
                  </a:lnTo>
                  <a:lnTo>
                    <a:pt x="14420" y="14362"/>
                  </a:lnTo>
                  <a:lnTo>
                    <a:pt x="14721" y="14128"/>
                  </a:lnTo>
                  <a:close/>
                  <a:moveTo>
                    <a:pt x="14058" y="14712"/>
                  </a:moveTo>
                  <a:lnTo>
                    <a:pt x="14058" y="14771"/>
                  </a:lnTo>
                  <a:lnTo>
                    <a:pt x="14239" y="14771"/>
                  </a:lnTo>
                  <a:lnTo>
                    <a:pt x="14300" y="14712"/>
                  </a:lnTo>
                  <a:lnTo>
                    <a:pt x="14239" y="14887"/>
                  </a:lnTo>
                  <a:lnTo>
                    <a:pt x="14239" y="15062"/>
                  </a:lnTo>
                  <a:lnTo>
                    <a:pt x="14420" y="15471"/>
                  </a:lnTo>
                  <a:lnTo>
                    <a:pt x="14843" y="16230"/>
                  </a:lnTo>
                  <a:lnTo>
                    <a:pt x="15083" y="16755"/>
                  </a:lnTo>
                  <a:lnTo>
                    <a:pt x="14481" y="16288"/>
                  </a:lnTo>
                  <a:lnTo>
                    <a:pt x="14481" y="16230"/>
                  </a:lnTo>
                  <a:lnTo>
                    <a:pt x="14420" y="15762"/>
                  </a:lnTo>
                  <a:lnTo>
                    <a:pt x="14239" y="15296"/>
                  </a:lnTo>
                  <a:lnTo>
                    <a:pt x="14119" y="15062"/>
                  </a:lnTo>
                  <a:lnTo>
                    <a:pt x="13938" y="14828"/>
                  </a:lnTo>
                  <a:lnTo>
                    <a:pt x="14058" y="14712"/>
                  </a:lnTo>
                  <a:close/>
                  <a:moveTo>
                    <a:pt x="15567" y="16872"/>
                  </a:moveTo>
                  <a:lnTo>
                    <a:pt x="15748" y="16931"/>
                  </a:lnTo>
                  <a:lnTo>
                    <a:pt x="15567" y="16931"/>
                  </a:lnTo>
                  <a:lnTo>
                    <a:pt x="15567" y="16872"/>
                  </a:lnTo>
                  <a:close/>
                  <a:moveTo>
                    <a:pt x="14601" y="13544"/>
                  </a:moveTo>
                  <a:lnTo>
                    <a:pt x="14119" y="13894"/>
                  </a:lnTo>
                  <a:lnTo>
                    <a:pt x="13697" y="14187"/>
                  </a:lnTo>
                  <a:lnTo>
                    <a:pt x="13394" y="14596"/>
                  </a:lnTo>
                  <a:lnTo>
                    <a:pt x="13274" y="14887"/>
                  </a:lnTo>
                  <a:lnTo>
                    <a:pt x="13154" y="15121"/>
                  </a:lnTo>
                  <a:lnTo>
                    <a:pt x="13154" y="15353"/>
                  </a:lnTo>
                  <a:lnTo>
                    <a:pt x="13213" y="15646"/>
                  </a:lnTo>
                  <a:lnTo>
                    <a:pt x="13274" y="15880"/>
                  </a:lnTo>
                  <a:lnTo>
                    <a:pt x="13394" y="16055"/>
                  </a:lnTo>
                  <a:lnTo>
                    <a:pt x="13756" y="16463"/>
                  </a:lnTo>
                  <a:lnTo>
                    <a:pt x="14119" y="16813"/>
                  </a:lnTo>
                  <a:lnTo>
                    <a:pt x="14662" y="17164"/>
                  </a:lnTo>
                  <a:lnTo>
                    <a:pt x="15205" y="17456"/>
                  </a:lnTo>
                  <a:lnTo>
                    <a:pt x="15447" y="17572"/>
                  </a:lnTo>
                  <a:lnTo>
                    <a:pt x="15687" y="17631"/>
                  </a:lnTo>
                  <a:lnTo>
                    <a:pt x="15929" y="17572"/>
                  </a:lnTo>
                  <a:lnTo>
                    <a:pt x="16230" y="17456"/>
                  </a:lnTo>
                  <a:lnTo>
                    <a:pt x="16532" y="17222"/>
                  </a:lnTo>
                  <a:lnTo>
                    <a:pt x="16833" y="16872"/>
                  </a:lnTo>
                  <a:lnTo>
                    <a:pt x="16894" y="16697"/>
                  </a:lnTo>
                  <a:lnTo>
                    <a:pt x="16894" y="16346"/>
                  </a:lnTo>
                  <a:lnTo>
                    <a:pt x="16774" y="16171"/>
                  </a:lnTo>
                  <a:lnTo>
                    <a:pt x="16774" y="15762"/>
                  </a:lnTo>
                  <a:lnTo>
                    <a:pt x="16713" y="15412"/>
                  </a:lnTo>
                  <a:lnTo>
                    <a:pt x="16593" y="15062"/>
                  </a:lnTo>
                  <a:lnTo>
                    <a:pt x="16411" y="14712"/>
                  </a:lnTo>
                  <a:lnTo>
                    <a:pt x="16170" y="14419"/>
                  </a:lnTo>
                  <a:lnTo>
                    <a:pt x="15868" y="14187"/>
                  </a:lnTo>
                  <a:lnTo>
                    <a:pt x="15567" y="13953"/>
                  </a:lnTo>
                  <a:lnTo>
                    <a:pt x="14902" y="13544"/>
                  </a:lnTo>
                  <a:close/>
                  <a:moveTo>
                    <a:pt x="4283" y="13544"/>
                  </a:moveTo>
                  <a:lnTo>
                    <a:pt x="6275" y="15528"/>
                  </a:lnTo>
                  <a:lnTo>
                    <a:pt x="7060" y="16346"/>
                  </a:lnTo>
                  <a:lnTo>
                    <a:pt x="6336" y="16463"/>
                  </a:lnTo>
                  <a:lnTo>
                    <a:pt x="4405" y="16988"/>
                  </a:lnTo>
                  <a:lnTo>
                    <a:pt x="2594" y="17456"/>
                  </a:lnTo>
                  <a:lnTo>
                    <a:pt x="1750" y="17690"/>
                  </a:lnTo>
                  <a:lnTo>
                    <a:pt x="1146" y="17806"/>
                  </a:lnTo>
                  <a:lnTo>
                    <a:pt x="966" y="17806"/>
                  </a:lnTo>
                  <a:lnTo>
                    <a:pt x="785" y="17747"/>
                  </a:lnTo>
                  <a:lnTo>
                    <a:pt x="2594" y="15471"/>
                  </a:lnTo>
                  <a:lnTo>
                    <a:pt x="3138" y="14828"/>
                  </a:lnTo>
                  <a:lnTo>
                    <a:pt x="3620" y="14187"/>
                  </a:lnTo>
                  <a:lnTo>
                    <a:pt x="3982" y="13894"/>
                  </a:lnTo>
                  <a:lnTo>
                    <a:pt x="4283" y="13544"/>
                  </a:lnTo>
                  <a:close/>
                  <a:moveTo>
                    <a:pt x="14662" y="13019"/>
                  </a:moveTo>
                  <a:lnTo>
                    <a:pt x="14963" y="13077"/>
                  </a:lnTo>
                  <a:lnTo>
                    <a:pt x="15205" y="13135"/>
                  </a:lnTo>
                  <a:lnTo>
                    <a:pt x="15748" y="13369"/>
                  </a:lnTo>
                  <a:lnTo>
                    <a:pt x="16230" y="13662"/>
                  </a:lnTo>
                  <a:lnTo>
                    <a:pt x="16652" y="14069"/>
                  </a:lnTo>
                  <a:lnTo>
                    <a:pt x="16955" y="14596"/>
                  </a:lnTo>
                  <a:lnTo>
                    <a:pt x="17195" y="15062"/>
                  </a:lnTo>
                  <a:lnTo>
                    <a:pt x="17376" y="15587"/>
                  </a:lnTo>
                  <a:lnTo>
                    <a:pt x="17437" y="16171"/>
                  </a:lnTo>
                  <a:lnTo>
                    <a:pt x="17437" y="16755"/>
                  </a:lnTo>
                  <a:lnTo>
                    <a:pt x="17256" y="17281"/>
                  </a:lnTo>
                  <a:lnTo>
                    <a:pt x="17256" y="17340"/>
                  </a:lnTo>
                  <a:lnTo>
                    <a:pt x="17195" y="17281"/>
                  </a:lnTo>
                  <a:lnTo>
                    <a:pt x="17014" y="17164"/>
                  </a:lnTo>
                  <a:lnTo>
                    <a:pt x="16894" y="17164"/>
                  </a:lnTo>
                  <a:lnTo>
                    <a:pt x="16713" y="17222"/>
                  </a:lnTo>
                  <a:lnTo>
                    <a:pt x="16652" y="17397"/>
                  </a:lnTo>
                  <a:lnTo>
                    <a:pt x="16593" y="17631"/>
                  </a:lnTo>
                  <a:lnTo>
                    <a:pt x="16532" y="17806"/>
                  </a:lnTo>
                  <a:lnTo>
                    <a:pt x="16230" y="17981"/>
                  </a:lnTo>
                  <a:lnTo>
                    <a:pt x="16110" y="18097"/>
                  </a:lnTo>
                  <a:lnTo>
                    <a:pt x="16049" y="18215"/>
                  </a:lnTo>
                  <a:lnTo>
                    <a:pt x="15809" y="18272"/>
                  </a:lnTo>
                  <a:lnTo>
                    <a:pt x="15567" y="18272"/>
                  </a:lnTo>
                  <a:lnTo>
                    <a:pt x="15386" y="18215"/>
                  </a:lnTo>
                  <a:lnTo>
                    <a:pt x="15144" y="18156"/>
                  </a:lnTo>
                  <a:lnTo>
                    <a:pt x="14178" y="17631"/>
                  </a:lnTo>
                  <a:lnTo>
                    <a:pt x="13697" y="17340"/>
                  </a:lnTo>
                  <a:lnTo>
                    <a:pt x="13274" y="16988"/>
                  </a:lnTo>
                  <a:lnTo>
                    <a:pt x="12912" y="16580"/>
                  </a:lnTo>
                  <a:lnTo>
                    <a:pt x="12670" y="16112"/>
                  </a:lnTo>
                  <a:lnTo>
                    <a:pt x="12489" y="15587"/>
                  </a:lnTo>
                  <a:lnTo>
                    <a:pt x="12489" y="15121"/>
                  </a:lnTo>
                  <a:lnTo>
                    <a:pt x="12550" y="14596"/>
                  </a:lnTo>
                  <a:lnTo>
                    <a:pt x="12792" y="14128"/>
                  </a:lnTo>
                  <a:lnTo>
                    <a:pt x="13093" y="13719"/>
                  </a:lnTo>
                  <a:lnTo>
                    <a:pt x="13516" y="13369"/>
                  </a:lnTo>
                  <a:lnTo>
                    <a:pt x="13817" y="13194"/>
                  </a:lnTo>
                  <a:lnTo>
                    <a:pt x="14119" y="13077"/>
                  </a:lnTo>
                  <a:lnTo>
                    <a:pt x="14359" y="13019"/>
                  </a:lnTo>
                  <a:close/>
                  <a:moveTo>
                    <a:pt x="14420" y="12377"/>
                  </a:moveTo>
                  <a:lnTo>
                    <a:pt x="14058" y="12434"/>
                  </a:lnTo>
                  <a:lnTo>
                    <a:pt x="13756" y="12493"/>
                  </a:lnTo>
                  <a:lnTo>
                    <a:pt x="13394" y="12668"/>
                  </a:lnTo>
                  <a:lnTo>
                    <a:pt x="13093" y="12785"/>
                  </a:lnTo>
                  <a:lnTo>
                    <a:pt x="12792" y="13019"/>
                  </a:lnTo>
                  <a:lnTo>
                    <a:pt x="12489" y="13311"/>
                  </a:lnTo>
                  <a:lnTo>
                    <a:pt x="12247" y="13544"/>
                  </a:lnTo>
                  <a:lnTo>
                    <a:pt x="12067" y="13778"/>
                  </a:lnTo>
                  <a:lnTo>
                    <a:pt x="11826" y="14362"/>
                  </a:lnTo>
                  <a:lnTo>
                    <a:pt x="11705" y="15003"/>
                  </a:lnTo>
                  <a:lnTo>
                    <a:pt x="11705" y="15646"/>
                  </a:lnTo>
                  <a:lnTo>
                    <a:pt x="11766" y="15996"/>
                  </a:lnTo>
                  <a:lnTo>
                    <a:pt x="11886" y="16346"/>
                  </a:lnTo>
                  <a:lnTo>
                    <a:pt x="12067" y="16638"/>
                  </a:lnTo>
                  <a:lnTo>
                    <a:pt x="12247" y="16931"/>
                  </a:lnTo>
                  <a:lnTo>
                    <a:pt x="12731" y="17515"/>
                  </a:lnTo>
                  <a:lnTo>
                    <a:pt x="13335" y="17981"/>
                  </a:lnTo>
                  <a:lnTo>
                    <a:pt x="13998" y="18390"/>
                  </a:lnTo>
                  <a:lnTo>
                    <a:pt x="14662" y="18740"/>
                  </a:lnTo>
                  <a:lnTo>
                    <a:pt x="15024" y="18915"/>
                  </a:lnTo>
                  <a:lnTo>
                    <a:pt x="15386" y="19031"/>
                  </a:lnTo>
                  <a:lnTo>
                    <a:pt x="15748" y="19031"/>
                  </a:lnTo>
                  <a:lnTo>
                    <a:pt x="16049" y="18974"/>
                  </a:lnTo>
                  <a:lnTo>
                    <a:pt x="16411" y="18856"/>
                  </a:lnTo>
                  <a:lnTo>
                    <a:pt x="16774" y="18624"/>
                  </a:lnTo>
                  <a:lnTo>
                    <a:pt x="17075" y="18390"/>
                  </a:lnTo>
                  <a:lnTo>
                    <a:pt x="17256" y="18097"/>
                  </a:lnTo>
                  <a:lnTo>
                    <a:pt x="17557" y="17981"/>
                  </a:lnTo>
                  <a:lnTo>
                    <a:pt x="17738" y="17747"/>
                  </a:lnTo>
                  <a:lnTo>
                    <a:pt x="17921" y="17456"/>
                  </a:lnTo>
                  <a:lnTo>
                    <a:pt x="18041" y="17164"/>
                  </a:lnTo>
                  <a:lnTo>
                    <a:pt x="18101" y="16872"/>
                  </a:lnTo>
                  <a:lnTo>
                    <a:pt x="18101" y="16112"/>
                  </a:lnTo>
                  <a:lnTo>
                    <a:pt x="18041" y="15412"/>
                  </a:lnTo>
                  <a:lnTo>
                    <a:pt x="17799" y="14653"/>
                  </a:lnTo>
                  <a:lnTo>
                    <a:pt x="17498" y="14012"/>
                  </a:lnTo>
                  <a:lnTo>
                    <a:pt x="17256" y="13719"/>
                  </a:lnTo>
                  <a:lnTo>
                    <a:pt x="17014" y="13428"/>
                  </a:lnTo>
                  <a:lnTo>
                    <a:pt x="16774" y="13194"/>
                  </a:lnTo>
                  <a:lnTo>
                    <a:pt x="16471" y="12960"/>
                  </a:lnTo>
                  <a:lnTo>
                    <a:pt x="16170" y="12785"/>
                  </a:lnTo>
                  <a:lnTo>
                    <a:pt x="15809" y="12610"/>
                  </a:lnTo>
                  <a:lnTo>
                    <a:pt x="15506" y="12493"/>
                  </a:lnTo>
                  <a:lnTo>
                    <a:pt x="15144" y="12434"/>
                  </a:lnTo>
                  <a:lnTo>
                    <a:pt x="14782" y="12377"/>
                  </a:lnTo>
                  <a:close/>
                  <a:moveTo>
                    <a:pt x="14843" y="0"/>
                  </a:moveTo>
                  <a:lnTo>
                    <a:pt x="14420" y="59"/>
                  </a:lnTo>
                  <a:lnTo>
                    <a:pt x="14058" y="175"/>
                  </a:lnTo>
                  <a:lnTo>
                    <a:pt x="13756" y="409"/>
                  </a:lnTo>
                  <a:lnTo>
                    <a:pt x="13455" y="700"/>
                  </a:lnTo>
                  <a:lnTo>
                    <a:pt x="12489" y="1634"/>
                  </a:lnTo>
                  <a:lnTo>
                    <a:pt x="11524" y="2628"/>
                  </a:lnTo>
                  <a:lnTo>
                    <a:pt x="10920" y="3269"/>
                  </a:lnTo>
                  <a:lnTo>
                    <a:pt x="10499" y="3678"/>
                  </a:lnTo>
                  <a:lnTo>
                    <a:pt x="10196" y="4146"/>
                  </a:lnTo>
                  <a:lnTo>
                    <a:pt x="9533" y="3503"/>
                  </a:lnTo>
                  <a:lnTo>
                    <a:pt x="9412" y="3387"/>
                  </a:lnTo>
                  <a:lnTo>
                    <a:pt x="9050" y="3387"/>
                  </a:lnTo>
                  <a:lnTo>
                    <a:pt x="8869" y="3503"/>
                  </a:lnTo>
                  <a:lnTo>
                    <a:pt x="8810" y="3562"/>
                  </a:lnTo>
                  <a:lnTo>
                    <a:pt x="8084" y="4028"/>
                  </a:lnTo>
                  <a:lnTo>
                    <a:pt x="7422" y="4612"/>
                  </a:lnTo>
                  <a:lnTo>
                    <a:pt x="7060" y="4321"/>
                  </a:lnTo>
                  <a:lnTo>
                    <a:pt x="6698" y="3971"/>
                  </a:lnTo>
                  <a:lnTo>
                    <a:pt x="6576" y="3912"/>
                  </a:lnTo>
                  <a:lnTo>
                    <a:pt x="6395" y="3912"/>
                  </a:lnTo>
                  <a:lnTo>
                    <a:pt x="6275" y="3971"/>
                  </a:lnTo>
                  <a:lnTo>
                    <a:pt x="6214" y="4087"/>
                  </a:lnTo>
                  <a:lnTo>
                    <a:pt x="6214" y="3678"/>
                  </a:lnTo>
                  <a:lnTo>
                    <a:pt x="6033" y="3387"/>
                  </a:lnTo>
                  <a:lnTo>
                    <a:pt x="5791" y="3037"/>
                  </a:lnTo>
                  <a:lnTo>
                    <a:pt x="5490" y="2803"/>
                  </a:lnTo>
                  <a:lnTo>
                    <a:pt x="5129" y="2569"/>
                  </a:lnTo>
                  <a:lnTo>
                    <a:pt x="4706" y="2394"/>
                  </a:lnTo>
                  <a:lnTo>
                    <a:pt x="4043" y="2102"/>
                  </a:lnTo>
                  <a:lnTo>
                    <a:pt x="3862" y="2102"/>
                  </a:lnTo>
                  <a:lnTo>
                    <a:pt x="3681" y="2160"/>
                  </a:lnTo>
                  <a:lnTo>
                    <a:pt x="3620" y="2277"/>
                  </a:lnTo>
                  <a:lnTo>
                    <a:pt x="3620" y="2394"/>
                  </a:lnTo>
                  <a:lnTo>
                    <a:pt x="4163" y="3562"/>
                  </a:lnTo>
                  <a:lnTo>
                    <a:pt x="4405" y="4028"/>
                  </a:lnTo>
                  <a:lnTo>
                    <a:pt x="4525" y="4262"/>
                  </a:lnTo>
                  <a:lnTo>
                    <a:pt x="4706" y="4496"/>
                  </a:lnTo>
                  <a:lnTo>
                    <a:pt x="4948" y="4612"/>
                  </a:lnTo>
                  <a:lnTo>
                    <a:pt x="5249" y="4671"/>
                  </a:lnTo>
                  <a:lnTo>
                    <a:pt x="5490" y="4671"/>
                  </a:lnTo>
                  <a:lnTo>
                    <a:pt x="5732" y="4553"/>
                  </a:lnTo>
                  <a:lnTo>
                    <a:pt x="5974" y="4437"/>
                  </a:lnTo>
                  <a:lnTo>
                    <a:pt x="5430" y="5021"/>
                  </a:lnTo>
                  <a:lnTo>
                    <a:pt x="4887" y="5546"/>
                  </a:lnTo>
                  <a:lnTo>
                    <a:pt x="4828" y="5430"/>
                  </a:lnTo>
                  <a:lnTo>
                    <a:pt x="4828" y="5196"/>
                  </a:lnTo>
                  <a:lnTo>
                    <a:pt x="4767" y="4903"/>
                  </a:lnTo>
                  <a:lnTo>
                    <a:pt x="4647" y="4496"/>
                  </a:lnTo>
                  <a:lnTo>
                    <a:pt x="4405" y="4146"/>
                  </a:lnTo>
                  <a:lnTo>
                    <a:pt x="4043" y="3794"/>
                  </a:lnTo>
                  <a:lnTo>
                    <a:pt x="3681" y="3562"/>
                  </a:lnTo>
                  <a:lnTo>
                    <a:pt x="3258" y="3328"/>
                  </a:lnTo>
                  <a:lnTo>
                    <a:pt x="2775" y="3153"/>
                  </a:lnTo>
                  <a:lnTo>
                    <a:pt x="2354" y="3037"/>
                  </a:lnTo>
                  <a:lnTo>
                    <a:pt x="1447" y="2919"/>
                  </a:lnTo>
                  <a:lnTo>
                    <a:pt x="1267" y="2919"/>
                  </a:lnTo>
                  <a:lnTo>
                    <a:pt x="1146" y="2978"/>
                  </a:lnTo>
                  <a:lnTo>
                    <a:pt x="1026" y="3094"/>
                  </a:lnTo>
                  <a:lnTo>
                    <a:pt x="1026" y="3269"/>
                  </a:lnTo>
                  <a:lnTo>
                    <a:pt x="1146" y="3794"/>
                  </a:lnTo>
                  <a:lnTo>
                    <a:pt x="1327" y="4378"/>
                  </a:lnTo>
                  <a:lnTo>
                    <a:pt x="1508" y="4846"/>
                  </a:lnTo>
                  <a:lnTo>
                    <a:pt x="1811" y="5371"/>
                  </a:lnTo>
                  <a:lnTo>
                    <a:pt x="2112" y="5838"/>
                  </a:lnTo>
                  <a:lnTo>
                    <a:pt x="2474" y="6247"/>
                  </a:lnTo>
                  <a:lnTo>
                    <a:pt x="2836" y="6656"/>
                  </a:lnTo>
                  <a:lnTo>
                    <a:pt x="3258" y="7065"/>
                  </a:lnTo>
                  <a:lnTo>
                    <a:pt x="3319" y="7065"/>
                  </a:lnTo>
                  <a:lnTo>
                    <a:pt x="2897" y="7472"/>
                  </a:lnTo>
                  <a:lnTo>
                    <a:pt x="2897" y="7240"/>
                  </a:lnTo>
                  <a:lnTo>
                    <a:pt x="2836" y="7006"/>
                  </a:lnTo>
                  <a:lnTo>
                    <a:pt x="2655" y="6772"/>
                  </a:lnTo>
                  <a:lnTo>
                    <a:pt x="2413" y="6538"/>
                  </a:lnTo>
                  <a:lnTo>
                    <a:pt x="2173" y="6363"/>
                  </a:lnTo>
                  <a:lnTo>
                    <a:pt x="1811" y="6247"/>
                  </a:lnTo>
                  <a:lnTo>
                    <a:pt x="1146" y="6072"/>
                  </a:lnTo>
                  <a:lnTo>
                    <a:pt x="543" y="5955"/>
                  </a:lnTo>
                  <a:lnTo>
                    <a:pt x="362" y="5955"/>
                  </a:lnTo>
                  <a:lnTo>
                    <a:pt x="242" y="6072"/>
                  </a:lnTo>
                  <a:lnTo>
                    <a:pt x="181" y="6247"/>
                  </a:lnTo>
                  <a:lnTo>
                    <a:pt x="242" y="6363"/>
                  </a:lnTo>
                  <a:lnTo>
                    <a:pt x="604" y="6890"/>
                  </a:lnTo>
                  <a:lnTo>
                    <a:pt x="1026" y="7531"/>
                  </a:lnTo>
                  <a:lnTo>
                    <a:pt x="1327" y="7822"/>
                  </a:lnTo>
                  <a:lnTo>
                    <a:pt x="1569" y="8056"/>
                  </a:lnTo>
                  <a:lnTo>
                    <a:pt x="1870" y="8231"/>
                  </a:lnTo>
                  <a:lnTo>
                    <a:pt x="2173" y="8349"/>
                  </a:lnTo>
                  <a:lnTo>
                    <a:pt x="2173" y="8406"/>
                  </a:lnTo>
                  <a:lnTo>
                    <a:pt x="2293" y="8524"/>
                  </a:lnTo>
                  <a:lnTo>
                    <a:pt x="3017" y="9166"/>
                  </a:lnTo>
                  <a:lnTo>
                    <a:pt x="2716" y="9750"/>
                  </a:lnTo>
                  <a:lnTo>
                    <a:pt x="2474" y="10334"/>
                  </a:lnTo>
                  <a:lnTo>
                    <a:pt x="2293" y="10975"/>
                  </a:lnTo>
                  <a:lnTo>
                    <a:pt x="2173" y="11034"/>
                  </a:lnTo>
                  <a:lnTo>
                    <a:pt x="2173" y="11384"/>
                  </a:lnTo>
                  <a:lnTo>
                    <a:pt x="2232" y="11559"/>
                  </a:lnTo>
                  <a:lnTo>
                    <a:pt x="2354" y="11734"/>
                  </a:lnTo>
                  <a:lnTo>
                    <a:pt x="2413" y="11793"/>
                  </a:lnTo>
                  <a:lnTo>
                    <a:pt x="2535" y="11852"/>
                  </a:lnTo>
                  <a:lnTo>
                    <a:pt x="2716" y="12084"/>
                  </a:lnTo>
                  <a:lnTo>
                    <a:pt x="3801" y="13077"/>
                  </a:lnTo>
                  <a:lnTo>
                    <a:pt x="3559" y="13253"/>
                  </a:lnTo>
                  <a:lnTo>
                    <a:pt x="3319" y="13428"/>
                  </a:lnTo>
                  <a:lnTo>
                    <a:pt x="2897" y="13837"/>
                  </a:lnTo>
                  <a:lnTo>
                    <a:pt x="2293" y="14653"/>
                  </a:lnTo>
                  <a:lnTo>
                    <a:pt x="1628" y="15471"/>
                  </a:lnTo>
                  <a:lnTo>
                    <a:pt x="362" y="17106"/>
                  </a:lnTo>
                  <a:lnTo>
                    <a:pt x="120" y="17456"/>
                  </a:lnTo>
                  <a:lnTo>
                    <a:pt x="0" y="17747"/>
                  </a:lnTo>
                  <a:lnTo>
                    <a:pt x="0" y="17865"/>
                  </a:lnTo>
                  <a:lnTo>
                    <a:pt x="61" y="18040"/>
                  </a:lnTo>
                  <a:lnTo>
                    <a:pt x="301" y="18331"/>
                  </a:lnTo>
                  <a:lnTo>
                    <a:pt x="423" y="18449"/>
                  </a:lnTo>
                  <a:lnTo>
                    <a:pt x="604" y="18506"/>
                  </a:lnTo>
                  <a:lnTo>
                    <a:pt x="905" y="18565"/>
                  </a:lnTo>
                  <a:lnTo>
                    <a:pt x="1267" y="18506"/>
                  </a:lnTo>
                  <a:lnTo>
                    <a:pt x="1628" y="18449"/>
                  </a:lnTo>
                  <a:lnTo>
                    <a:pt x="3862" y="17806"/>
                  </a:lnTo>
                  <a:lnTo>
                    <a:pt x="5913" y="17222"/>
                  </a:lnTo>
                  <a:lnTo>
                    <a:pt x="6698" y="17047"/>
                  </a:lnTo>
                  <a:lnTo>
                    <a:pt x="7060" y="16931"/>
                  </a:lnTo>
                  <a:lnTo>
                    <a:pt x="7422" y="16697"/>
                  </a:lnTo>
                  <a:lnTo>
                    <a:pt x="8265" y="17515"/>
                  </a:lnTo>
                  <a:lnTo>
                    <a:pt x="9111" y="18331"/>
                  </a:lnTo>
                  <a:lnTo>
                    <a:pt x="10015" y="19090"/>
                  </a:lnTo>
                  <a:lnTo>
                    <a:pt x="10981" y="19732"/>
                  </a:lnTo>
                  <a:lnTo>
                    <a:pt x="11524" y="20083"/>
                  </a:lnTo>
                  <a:lnTo>
                    <a:pt x="12127" y="20375"/>
                  </a:lnTo>
                  <a:lnTo>
                    <a:pt x="12731" y="20666"/>
                  </a:lnTo>
                  <a:lnTo>
                    <a:pt x="13274" y="20900"/>
                  </a:lnTo>
                  <a:lnTo>
                    <a:pt x="13938" y="21075"/>
                  </a:lnTo>
                  <a:lnTo>
                    <a:pt x="14540" y="21250"/>
                  </a:lnTo>
                  <a:lnTo>
                    <a:pt x="15144" y="21368"/>
                  </a:lnTo>
                  <a:lnTo>
                    <a:pt x="15809" y="21484"/>
                  </a:lnTo>
                  <a:lnTo>
                    <a:pt x="16411" y="21543"/>
                  </a:lnTo>
                  <a:lnTo>
                    <a:pt x="17075" y="21600"/>
                  </a:lnTo>
                  <a:lnTo>
                    <a:pt x="18282" y="21543"/>
                  </a:lnTo>
                  <a:lnTo>
                    <a:pt x="19429" y="21368"/>
                  </a:lnTo>
                  <a:lnTo>
                    <a:pt x="20092" y="21193"/>
                  </a:lnTo>
                  <a:lnTo>
                    <a:pt x="20333" y="21134"/>
                  </a:lnTo>
                  <a:lnTo>
                    <a:pt x="20454" y="21134"/>
                  </a:lnTo>
                  <a:lnTo>
                    <a:pt x="20454" y="21193"/>
                  </a:lnTo>
                  <a:lnTo>
                    <a:pt x="20575" y="21250"/>
                  </a:lnTo>
                  <a:lnTo>
                    <a:pt x="20634" y="21250"/>
                  </a:lnTo>
                  <a:lnTo>
                    <a:pt x="20695" y="21193"/>
                  </a:lnTo>
                  <a:lnTo>
                    <a:pt x="20756" y="21134"/>
                  </a:lnTo>
                  <a:lnTo>
                    <a:pt x="20815" y="20959"/>
                  </a:lnTo>
                  <a:lnTo>
                    <a:pt x="20815" y="20725"/>
                  </a:lnTo>
                  <a:lnTo>
                    <a:pt x="20634" y="20608"/>
                  </a:lnTo>
                  <a:lnTo>
                    <a:pt x="20454" y="20550"/>
                  </a:lnTo>
                  <a:lnTo>
                    <a:pt x="20031" y="20550"/>
                  </a:lnTo>
                  <a:lnTo>
                    <a:pt x="19248" y="20725"/>
                  </a:lnTo>
                  <a:lnTo>
                    <a:pt x="18402" y="20841"/>
                  </a:lnTo>
                  <a:lnTo>
                    <a:pt x="17679" y="20900"/>
                  </a:lnTo>
                  <a:lnTo>
                    <a:pt x="16955" y="20841"/>
                  </a:lnTo>
                  <a:lnTo>
                    <a:pt x="16230" y="20841"/>
                  </a:lnTo>
                  <a:lnTo>
                    <a:pt x="15567" y="20725"/>
                  </a:lnTo>
                  <a:lnTo>
                    <a:pt x="14843" y="20608"/>
                  </a:lnTo>
                  <a:lnTo>
                    <a:pt x="14119" y="20375"/>
                  </a:lnTo>
                  <a:lnTo>
                    <a:pt x="13455" y="20141"/>
                  </a:lnTo>
                  <a:lnTo>
                    <a:pt x="12792" y="19908"/>
                  </a:lnTo>
                  <a:lnTo>
                    <a:pt x="12007" y="19499"/>
                  </a:lnTo>
                  <a:lnTo>
                    <a:pt x="11284" y="19031"/>
                  </a:lnTo>
                  <a:lnTo>
                    <a:pt x="10558" y="18506"/>
                  </a:lnTo>
                  <a:lnTo>
                    <a:pt x="9895" y="17981"/>
                  </a:lnTo>
                  <a:lnTo>
                    <a:pt x="8629" y="16813"/>
                  </a:lnTo>
                  <a:lnTo>
                    <a:pt x="7422" y="15587"/>
                  </a:lnTo>
                  <a:lnTo>
                    <a:pt x="4948" y="13194"/>
                  </a:lnTo>
                  <a:lnTo>
                    <a:pt x="3740" y="11968"/>
                  </a:lnTo>
                  <a:lnTo>
                    <a:pt x="3439" y="11618"/>
                  </a:lnTo>
                  <a:lnTo>
                    <a:pt x="3077" y="11268"/>
                  </a:lnTo>
                  <a:lnTo>
                    <a:pt x="3198" y="10684"/>
                  </a:lnTo>
                  <a:lnTo>
                    <a:pt x="3378" y="10159"/>
                  </a:lnTo>
                  <a:lnTo>
                    <a:pt x="3681" y="9633"/>
                  </a:lnTo>
                  <a:lnTo>
                    <a:pt x="3982" y="9107"/>
                  </a:lnTo>
                  <a:lnTo>
                    <a:pt x="4344" y="8640"/>
                  </a:lnTo>
                  <a:lnTo>
                    <a:pt x="4767" y="8231"/>
                  </a:lnTo>
                  <a:lnTo>
                    <a:pt x="5611" y="7356"/>
                  </a:lnTo>
                  <a:lnTo>
                    <a:pt x="7361" y="5663"/>
                  </a:lnTo>
                  <a:lnTo>
                    <a:pt x="8265" y="4846"/>
                  </a:lnTo>
                  <a:lnTo>
                    <a:pt x="8629" y="4496"/>
                  </a:lnTo>
                  <a:lnTo>
                    <a:pt x="8869" y="4262"/>
                  </a:lnTo>
                  <a:lnTo>
                    <a:pt x="9050" y="4146"/>
                  </a:lnTo>
                  <a:lnTo>
                    <a:pt x="9231" y="4321"/>
                  </a:lnTo>
                  <a:lnTo>
                    <a:pt x="8869" y="4496"/>
                  </a:lnTo>
                  <a:lnTo>
                    <a:pt x="8629" y="4728"/>
                  </a:lnTo>
                  <a:lnTo>
                    <a:pt x="8145" y="5254"/>
                  </a:lnTo>
                  <a:lnTo>
                    <a:pt x="7903" y="5546"/>
                  </a:lnTo>
                  <a:lnTo>
                    <a:pt x="7723" y="5838"/>
                  </a:lnTo>
                  <a:lnTo>
                    <a:pt x="7542" y="6188"/>
                  </a:lnTo>
                  <a:lnTo>
                    <a:pt x="7542" y="6306"/>
                  </a:lnTo>
                  <a:lnTo>
                    <a:pt x="7602" y="6481"/>
                  </a:lnTo>
                  <a:lnTo>
                    <a:pt x="7663" y="6597"/>
                  </a:lnTo>
                  <a:lnTo>
                    <a:pt x="7783" y="6597"/>
                  </a:lnTo>
                  <a:lnTo>
                    <a:pt x="8084" y="6422"/>
                  </a:lnTo>
                  <a:lnTo>
                    <a:pt x="8265" y="6188"/>
                  </a:lnTo>
                  <a:lnTo>
                    <a:pt x="8568" y="5663"/>
                  </a:lnTo>
                  <a:lnTo>
                    <a:pt x="9050" y="5137"/>
                  </a:lnTo>
                  <a:lnTo>
                    <a:pt x="9473" y="4612"/>
                  </a:lnTo>
                  <a:lnTo>
                    <a:pt x="9895" y="4962"/>
                  </a:lnTo>
                  <a:lnTo>
                    <a:pt x="9593" y="5254"/>
                  </a:lnTo>
                  <a:lnTo>
                    <a:pt x="9231" y="5605"/>
                  </a:lnTo>
                  <a:lnTo>
                    <a:pt x="8991" y="5955"/>
                  </a:lnTo>
                  <a:lnTo>
                    <a:pt x="8810" y="6306"/>
                  </a:lnTo>
                  <a:lnTo>
                    <a:pt x="8749" y="6481"/>
                  </a:lnTo>
                  <a:lnTo>
                    <a:pt x="8869" y="6656"/>
                  </a:lnTo>
                  <a:lnTo>
                    <a:pt x="9050" y="6715"/>
                  </a:lnTo>
                  <a:lnTo>
                    <a:pt x="9111" y="6715"/>
                  </a:lnTo>
                  <a:lnTo>
                    <a:pt x="9231" y="6656"/>
                  </a:lnTo>
                  <a:lnTo>
                    <a:pt x="9533" y="6363"/>
                  </a:lnTo>
                  <a:lnTo>
                    <a:pt x="9774" y="6013"/>
                  </a:lnTo>
                  <a:lnTo>
                    <a:pt x="10015" y="5663"/>
                  </a:lnTo>
                  <a:lnTo>
                    <a:pt x="10196" y="5254"/>
                  </a:lnTo>
                  <a:lnTo>
                    <a:pt x="10377" y="5371"/>
                  </a:lnTo>
                  <a:lnTo>
                    <a:pt x="10619" y="5546"/>
                  </a:lnTo>
                  <a:lnTo>
                    <a:pt x="10438" y="5721"/>
                  </a:lnTo>
                  <a:lnTo>
                    <a:pt x="10257" y="5897"/>
                  </a:lnTo>
                  <a:lnTo>
                    <a:pt x="10015" y="6306"/>
                  </a:lnTo>
                  <a:lnTo>
                    <a:pt x="9654" y="6772"/>
                  </a:lnTo>
                  <a:lnTo>
                    <a:pt x="9533" y="7006"/>
                  </a:lnTo>
                  <a:lnTo>
                    <a:pt x="9412" y="7297"/>
                  </a:lnTo>
                  <a:lnTo>
                    <a:pt x="9412" y="7472"/>
                  </a:lnTo>
                  <a:lnTo>
                    <a:pt x="9533" y="7531"/>
                  </a:lnTo>
                  <a:lnTo>
                    <a:pt x="9714" y="7590"/>
                  </a:lnTo>
                  <a:lnTo>
                    <a:pt x="9895" y="7472"/>
                  </a:lnTo>
                  <a:lnTo>
                    <a:pt x="10076" y="7297"/>
                  </a:lnTo>
                  <a:lnTo>
                    <a:pt x="10196" y="7065"/>
                  </a:lnTo>
                  <a:lnTo>
                    <a:pt x="10499" y="6597"/>
                  </a:lnTo>
                  <a:lnTo>
                    <a:pt x="10619" y="6306"/>
                  </a:lnTo>
                  <a:lnTo>
                    <a:pt x="10861" y="5780"/>
                  </a:lnTo>
                  <a:lnTo>
                    <a:pt x="12007" y="6597"/>
                  </a:lnTo>
                  <a:lnTo>
                    <a:pt x="11705" y="6831"/>
                  </a:lnTo>
                  <a:lnTo>
                    <a:pt x="11404" y="7065"/>
                  </a:lnTo>
                  <a:lnTo>
                    <a:pt x="11042" y="7472"/>
                  </a:lnTo>
                  <a:lnTo>
                    <a:pt x="10739" y="7999"/>
                  </a:lnTo>
                  <a:lnTo>
                    <a:pt x="10739" y="8231"/>
                  </a:lnTo>
                  <a:lnTo>
                    <a:pt x="10800" y="8290"/>
                  </a:lnTo>
                  <a:lnTo>
                    <a:pt x="10920" y="8349"/>
                  </a:lnTo>
                  <a:lnTo>
                    <a:pt x="10981" y="8406"/>
                  </a:lnTo>
                  <a:lnTo>
                    <a:pt x="11101" y="8406"/>
                  </a:lnTo>
                  <a:lnTo>
                    <a:pt x="11223" y="8349"/>
                  </a:lnTo>
                  <a:lnTo>
                    <a:pt x="11284" y="8231"/>
                  </a:lnTo>
                  <a:lnTo>
                    <a:pt x="11766" y="7472"/>
                  </a:lnTo>
                  <a:lnTo>
                    <a:pt x="12188" y="6772"/>
                  </a:lnTo>
                  <a:lnTo>
                    <a:pt x="12731" y="7122"/>
                  </a:lnTo>
                  <a:lnTo>
                    <a:pt x="12308" y="7531"/>
                  </a:lnTo>
                  <a:lnTo>
                    <a:pt x="11705" y="8174"/>
                  </a:lnTo>
                  <a:lnTo>
                    <a:pt x="11645" y="8290"/>
                  </a:lnTo>
                  <a:lnTo>
                    <a:pt x="11585" y="8349"/>
                  </a:lnTo>
                  <a:lnTo>
                    <a:pt x="11645" y="8465"/>
                  </a:lnTo>
                  <a:lnTo>
                    <a:pt x="11705" y="8524"/>
                  </a:lnTo>
                  <a:lnTo>
                    <a:pt x="11826" y="8581"/>
                  </a:lnTo>
                  <a:lnTo>
                    <a:pt x="11946" y="8640"/>
                  </a:lnTo>
                  <a:lnTo>
                    <a:pt x="12067" y="8640"/>
                  </a:lnTo>
                  <a:lnTo>
                    <a:pt x="12127" y="8524"/>
                  </a:lnTo>
                  <a:lnTo>
                    <a:pt x="12428" y="8231"/>
                  </a:lnTo>
                  <a:lnTo>
                    <a:pt x="12731" y="7940"/>
                  </a:lnTo>
                  <a:lnTo>
                    <a:pt x="12851" y="7647"/>
                  </a:lnTo>
                  <a:lnTo>
                    <a:pt x="12912" y="7472"/>
                  </a:lnTo>
                  <a:lnTo>
                    <a:pt x="12973" y="7297"/>
                  </a:lnTo>
                  <a:lnTo>
                    <a:pt x="13938" y="7940"/>
                  </a:lnTo>
                  <a:lnTo>
                    <a:pt x="13335" y="8465"/>
                  </a:lnTo>
                  <a:lnTo>
                    <a:pt x="12851" y="9107"/>
                  </a:lnTo>
                  <a:lnTo>
                    <a:pt x="12792" y="9224"/>
                  </a:lnTo>
                  <a:lnTo>
                    <a:pt x="12792" y="9283"/>
                  </a:lnTo>
                  <a:lnTo>
                    <a:pt x="12851" y="9458"/>
                  </a:lnTo>
                  <a:lnTo>
                    <a:pt x="12973" y="9516"/>
                  </a:lnTo>
                  <a:lnTo>
                    <a:pt x="13154" y="9516"/>
                  </a:lnTo>
                  <a:lnTo>
                    <a:pt x="13213" y="9458"/>
                  </a:lnTo>
                  <a:lnTo>
                    <a:pt x="13697" y="8756"/>
                  </a:lnTo>
                  <a:lnTo>
                    <a:pt x="14119" y="8056"/>
                  </a:lnTo>
                  <a:lnTo>
                    <a:pt x="14843" y="8524"/>
                  </a:lnTo>
                  <a:lnTo>
                    <a:pt x="14420" y="8932"/>
                  </a:lnTo>
                  <a:lnTo>
                    <a:pt x="14119" y="9224"/>
                  </a:lnTo>
                  <a:lnTo>
                    <a:pt x="13998" y="9399"/>
                  </a:lnTo>
                  <a:lnTo>
                    <a:pt x="13938" y="9633"/>
                  </a:lnTo>
                  <a:lnTo>
                    <a:pt x="13575" y="10159"/>
                  </a:lnTo>
                  <a:lnTo>
                    <a:pt x="13516" y="10275"/>
                  </a:lnTo>
                  <a:lnTo>
                    <a:pt x="13575" y="10450"/>
                  </a:lnTo>
                  <a:lnTo>
                    <a:pt x="13636" y="10509"/>
                  </a:lnTo>
                  <a:lnTo>
                    <a:pt x="13756" y="10568"/>
                  </a:lnTo>
                  <a:lnTo>
                    <a:pt x="13938" y="10568"/>
                  </a:lnTo>
                  <a:lnTo>
                    <a:pt x="14058" y="10450"/>
                  </a:lnTo>
                  <a:lnTo>
                    <a:pt x="14481" y="9866"/>
                  </a:lnTo>
                  <a:lnTo>
                    <a:pt x="14601" y="9750"/>
                  </a:lnTo>
                  <a:lnTo>
                    <a:pt x="14721" y="9575"/>
                  </a:lnTo>
                  <a:lnTo>
                    <a:pt x="14963" y="9224"/>
                  </a:lnTo>
                  <a:lnTo>
                    <a:pt x="15205" y="8815"/>
                  </a:lnTo>
                  <a:lnTo>
                    <a:pt x="15687" y="9107"/>
                  </a:lnTo>
                  <a:lnTo>
                    <a:pt x="15386" y="9399"/>
                  </a:lnTo>
                  <a:lnTo>
                    <a:pt x="15144" y="9750"/>
                  </a:lnTo>
                  <a:lnTo>
                    <a:pt x="14721" y="10216"/>
                  </a:lnTo>
                  <a:lnTo>
                    <a:pt x="14601" y="10450"/>
                  </a:lnTo>
                  <a:lnTo>
                    <a:pt x="14540" y="10743"/>
                  </a:lnTo>
                  <a:lnTo>
                    <a:pt x="14662" y="10859"/>
                  </a:lnTo>
                  <a:lnTo>
                    <a:pt x="14721" y="10918"/>
                  </a:lnTo>
                  <a:lnTo>
                    <a:pt x="14782" y="10918"/>
                  </a:lnTo>
                  <a:lnTo>
                    <a:pt x="15024" y="10800"/>
                  </a:lnTo>
                  <a:lnTo>
                    <a:pt x="15205" y="10568"/>
                  </a:lnTo>
                  <a:lnTo>
                    <a:pt x="15447" y="10159"/>
                  </a:lnTo>
                  <a:lnTo>
                    <a:pt x="15687" y="9750"/>
                  </a:lnTo>
                  <a:lnTo>
                    <a:pt x="15989" y="9341"/>
                  </a:lnTo>
                  <a:lnTo>
                    <a:pt x="16774" y="9925"/>
                  </a:lnTo>
                  <a:lnTo>
                    <a:pt x="16532" y="10216"/>
                  </a:lnTo>
                  <a:lnTo>
                    <a:pt x="16230" y="10568"/>
                  </a:lnTo>
                  <a:lnTo>
                    <a:pt x="15929" y="10918"/>
                  </a:lnTo>
                  <a:lnTo>
                    <a:pt x="15809" y="11150"/>
                  </a:lnTo>
                  <a:lnTo>
                    <a:pt x="15748" y="11325"/>
                  </a:lnTo>
                  <a:lnTo>
                    <a:pt x="15748" y="11443"/>
                  </a:lnTo>
                  <a:lnTo>
                    <a:pt x="15809" y="11559"/>
                  </a:lnTo>
                  <a:lnTo>
                    <a:pt x="16049" y="11559"/>
                  </a:lnTo>
                  <a:lnTo>
                    <a:pt x="16230" y="11443"/>
                  </a:lnTo>
                  <a:lnTo>
                    <a:pt x="16351" y="11268"/>
                  </a:lnTo>
                  <a:lnTo>
                    <a:pt x="16652" y="10859"/>
                  </a:lnTo>
                  <a:lnTo>
                    <a:pt x="16894" y="10509"/>
                  </a:lnTo>
                  <a:lnTo>
                    <a:pt x="17075" y="10159"/>
                  </a:lnTo>
                  <a:lnTo>
                    <a:pt x="17921" y="10859"/>
                  </a:lnTo>
                  <a:lnTo>
                    <a:pt x="17980" y="10918"/>
                  </a:lnTo>
                  <a:lnTo>
                    <a:pt x="17498" y="11500"/>
                  </a:lnTo>
                  <a:lnTo>
                    <a:pt x="17075" y="12084"/>
                  </a:lnTo>
                  <a:lnTo>
                    <a:pt x="16894" y="12259"/>
                  </a:lnTo>
                  <a:lnTo>
                    <a:pt x="16894" y="12434"/>
                  </a:lnTo>
                  <a:lnTo>
                    <a:pt x="17014" y="12610"/>
                  </a:lnTo>
                  <a:lnTo>
                    <a:pt x="17136" y="12668"/>
                  </a:lnTo>
                  <a:lnTo>
                    <a:pt x="17256" y="12610"/>
                  </a:lnTo>
                  <a:lnTo>
                    <a:pt x="17317" y="12552"/>
                  </a:lnTo>
                  <a:lnTo>
                    <a:pt x="17799" y="11909"/>
                  </a:lnTo>
                  <a:lnTo>
                    <a:pt x="18282" y="11209"/>
                  </a:lnTo>
                  <a:lnTo>
                    <a:pt x="18825" y="11852"/>
                  </a:lnTo>
                  <a:lnTo>
                    <a:pt x="18583" y="12259"/>
                  </a:lnTo>
                  <a:lnTo>
                    <a:pt x="18342" y="12668"/>
                  </a:lnTo>
                  <a:lnTo>
                    <a:pt x="18041" y="13135"/>
                  </a:lnTo>
                  <a:lnTo>
                    <a:pt x="17980" y="13428"/>
                  </a:lnTo>
                  <a:lnTo>
                    <a:pt x="17980" y="13662"/>
                  </a:lnTo>
                  <a:lnTo>
                    <a:pt x="18041" y="13778"/>
                  </a:lnTo>
                  <a:lnTo>
                    <a:pt x="18161" y="13778"/>
                  </a:lnTo>
                  <a:lnTo>
                    <a:pt x="18402" y="13662"/>
                  </a:lnTo>
                  <a:lnTo>
                    <a:pt x="18523" y="13486"/>
                  </a:lnTo>
                  <a:lnTo>
                    <a:pt x="18764" y="13019"/>
                  </a:lnTo>
                  <a:lnTo>
                    <a:pt x="19126" y="12259"/>
                  </a:lnTo>
                  <a:lnTo>
                    <a:pt x="19429" y="12727"/>
                  </a:lnTo>
                  <a:lnTo>
                    <a:pt x="19730" y="13194"/>
                  </a:lnTo>
                  <a:lnTo>
                    <a:pt x="19429" y="13837"/>
                  </a:lnTo>
                  <a:lnTo>
                    <a:pt x="19126" y="14478"/>
                  </a:lnTo>
                  <a:lnTo>
                    <a:pt x="18945" y="14478"/>
                  </a:lnTo>
                  <a:lnTo>
                    <a:pt x="18764" y="14828"/>
                  </a:lnTo>
                  <a:lnTo>
                    <a:pt x="18644" y="15121"/>
                  </a:lnTo>
                  <a:lnTo>
                    <a:pt x="18644" y="15353"/>
                  </a:lnTo>
                  <a:lnTo>
                    <a:pt x="18764" y="15471"/>
                  </a:lnTo>
                  <a:lnTo>
                    <a:pt x="19065" y="15471"/>
                  </a:lnTo>
                  <a:lnTo>
                    <a:pt x="19126" y="15412"/>
                  </a:lnTo>
                  <a:lnTo>
                    <a:pt x="19429" y="15003"/>
                  </a:lnTo>
                  <a:lnTo>
                    <a:pt x="19669" y="14596"/>
                  </a:lnTo>
                  <a:lnTo>
                    <a:pt x="19911" y="14187"/>
                  </a:lnTo>
                  <a:lnTo>
                    <a:pt x="20031" y="13778"/>
                  </a:lnTo>
                  <a:lnTo>
                    <a:pt x="20273" y="14362"/>
                  </a:lnTo>
                  <a:lnTo>
                    <a:pt x="20514" y="15003"/>
                  </a:lnTo>
                  <a:lnTo>
                    <a:pt x="19850" y="16055"/>
                  </a:lnTo>
                  <a:lnTo>
                    <a:pt x="19730" y="16055"/>
                  </a:lnTo>
                  <a:lnTo>
                    <a:pt x="19610" y="16346"/>
                  </a:lnTo>
                  <a:lnTo>
                    <a:pt x="19488" y="16580"/>
                  </a:lnTo>
                  <a:lnTo>
                    <a:pt x="19488" y="16755"/>
                  </a:lnTo>
                  <a:lnTo>
                    <a:pt x="19610" y="16872"/>
                  </a:lnTo>
                  <a:lnTo>
                    <a:pt x="19850" y="16872"/>
                  </a:lnTo>
                  <a:lnTo>
                    <a:pt x="19972" y="16813"/>
                  </a:lnTo>
                  <a:lnTo>
                    <a:pt x="20333" y="16230"/>
                  </a:lnTo>
                  <a:lnTo>
                    <a:pt x="20695" y="15646"/>
                  </a:lnTo>
                  <a:lnTo>
                    <a:pt x="20876" y="16638"/>
                  </a:lnTo>
                  <a:lnTo>
                    <a:pt x="20575" y="16931"/>
                  </a:lnTo>
                  <a:lnTo>
                    <a:pt x="20333" y="17281"/>
                  </a:lnTo>
                  <a:lnTo>
                    <a:pt x="20092" y="17631"/>
                  </a:lnTo>
                  <a:lnTo>
                    <a:pt x="20031" y="17865"/>
                  </a:lnTo>
                  <a:lnTo>
                    <a:pt x="20031" y="18097"/>
                  </a:lnTo>
                  <a:lnTo>
                    <a:pt x="20092" y="18156"/>
                  </a:lnTo>
                  <a:lnTo>
                    <a:pt x="20153" y="18156"/>
                  </a:lnTo>
                  <a:lnTo>
                    <a:pt x="20333" y="18097"/>
                  </a:lnTo>
                  <a:lnTo>
                    <a:pt x="20514" y="17981"/>
                  </a:lnTo>
                  <a:lnTo>
                    <a:pt x="20695" y="17631"/>
                  </a:lnTo>
                  <a:lnTo>
                    <a:pt x="20876" y="17281"/>
                  </a:lnTo>
                  <a:lnTo>
                    <a:pt x="20937" y="17806"/>
                  </a:lnTo>
                  <a:lnTo>
                    <a:pt x="20815" y="18740"/>
                  </a:lnTo>
                  <a:lnTo>
                    <a:pt x="20575" y="18974"/>
                  </a:lnTo>
                  <a:lnTo>
                    <a:pt x="20333" y="19206"/>
                  </a:lnTo>
                  <a:lnTo>
                    <a:pt x="20273" y="19440"/>
                  </a:lnTo>
                  <a:lnTo>
                    <a:pt x="20273" y="19556"/>
                  </a:lnTo>
                  <a:lnTo>
                    <a:pt x="20333" y="19674"/>
                  </a:lnTo>
                  <a:lnTo>
                    <a:pt x="20454" y="19732"/>
                  </a:lnTo>
                  <a:lnTo>
                    <a:pt x="20514" y="19732"/>
                  </a:lnTo>
                  <a:lnTo>
                    <a:pt x="20756" y="19556"/>
                  </a:lnTo>
                  <a:lnTo>
                    <a:pt x="20815" y="20141"/>
                  </a:lnTo>
                  <a:lnTo>
                    <a:pt x="20876" y="20199"/>
                  </a:lnTo>
                  <a:lnTo>
                    <a:pt x="20937" y="20141"/>
                  </a:lnTo>
                  <a:lnTo>
                    <a:pt x="21057" y="19966"/>
                  </a:lnTo>
                  <a:lnTo>
                    <a:pt x="21238" y="19732"/>
                  </a:lnTo>
                  <a:lnTo>
                    <a:pt x="21419" y="19206"/>
                  </a:lnTo>
                  <a:lnTo>
                    <a:pt x="21539" y="18681"/>
                  </a:lnTo>
                  <a:lnTo>
                    <a:pt x="21600" y="18156"/>
                  </a:lnTo>
                  <a:lnTo>
                    <a:pt x="21600" y="16931"/>
                  </a:lnTo>
                  <a:lnTo>
                    <a:pt x="21539" y="16288"/>
                  </a:lnTo>
                  <a:lnTo>
                    <a:pt x="21419" y="15703"/>
                  </a:lnTo>
                  <a:lnTo>
                    <a:pt x="21299" y="15062"/>
                  </a:lnTo>
                  <a:lnTo>
                    <a:pt x="21118" y="14419"/>
                  </a:lnTo>
                  <a:lnTo>
                    <a:pt x="20876" y="13837"/>
                  </a:lnTo>
                  <a:lnTo>
                    <a:pt x="20634" y="13253"/>
                  </a:lnTo>
                  <a:lnTo>
                    <a:pt x="20273" y="12668"/>
                  </a:lnTo>
                  <a:lnTo>
                    <a:pt x="19972" y="12143"/>
                  </a:lnTo>
                  <a:lnTo>
                    <a:pt x="19549" y="11618"/>
                  </a:lnTo>
                  <a:lnTo>
                    <a:pt x="19126" y="11093"/>
                  </a:lnTo>
                  <a:lnTo>
                    <a:pt x="18644" y="10568"/>
                  </a:lnTo>
                  <a:lnTo>
                    <a:pt x="18161" y="10100"/>
                  </a:lnTo>
                  <a:lnTo>
                    <a:pt x="17014" y="9166"/>
                  </a:lnTo>
                  <a:lnTo>
                    <a:pt x="15868" y="8349"/>
                  </a:lnTo>
                  <a:lnTo>
                    <a:pt x="14662" y="7531"/>
                  </a:lnTo>
                  <a:lnTo>
                    <a:pt x="14782" y="7065"/>
                  </a:lnTo>
                  <a:lnTo>
                    <a:pt x="14843" y="6656"/>
                  </a:lnTo>
                  <a:lnTo>
                    <a:pt x="14902" y="5663"/>
                  </a:lnTo>
                  <a:lnTo>
                    <a:pt x="14963" y="4612"/>
                  </a:lnTo>
                  <a:lnTo>
                    <a:pt x="15266" y="350"/>
                  </a:lnTo>
                  <a:lnTo>
                    <a:pt x="15205" y="175"/>
                  </a:lnTo>
                  <a:lnTo>
                    <a:pt x="15144" y="59"/>
                  </a:lnTo>
                  <a:lnTo>
                    <a:pt x="14963"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161" name="Google Shape;374;p7"/>
            <p:cNvSpPr/>
            <p:nvPr/>
          </p:nvSpPr>
          <p:spPr>
            <a:xfrm>
              <a:off x="679221" y="2523983"/>
              <a:ext cx="607669" cy="62826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211" y="6172"/>
                  </a:moveTo>
                  <a:lnTo>
                    <a:pt x="16081" y="6214"/>
                  </a:lnTo>
                  <a:lnTo>
                    <a:pt x="15951" y="6255"/>
                  </a:lnTo>
                  <a:lnTo>
                    <a:pt x="15866" y="6339"/>
                  </a:lnTo>
                  <a:lnTo>
                    <a:pt x="15693" y="6547"/>
                  </a:lnTo>
                  <a:lnTo>
                    <a:pt x="15693" y="6797"/>
                  </a:lnTo>
                  <a:lnTo>
                    <a:pt x="15736" y="6839"/>
                  </a:lnTo>
                  <a:lnTo>
                    <a:pt x="15780" y="6881"/>
                  </a:lnTo>
                  <a:lnTo>
                    <a:pt x="15866" y="6881"/>
                  </a:lnTo>
                  <a:lnTo>
                    <a:pt x="15951" y="6797"/>
                  </a:lnTo>
                  <a:lnTo>
                    <a:pt x="16038" y="6756"/>
                  </a:lnTo>
                  <a:lnTo>
                    <a:pt x="16124" y="6589"/>
                  </a:lnTo>
                  <a:lnTo>
                    <a:pt x="16253" y="6422"/>
                  </a:lnTo>
                  <a:lnTo>
                    <a:pt x="16340" y="6255"/>
                  </a:lnTo>
                  <a:lnTo>
                    <a:pt x="16340" y="6172"/>
                  </a:lnTo>
                  <a:close/>
                  <a:moveTo>
                    <a:pt x="15564" y="6922"/>
                  </a:moveTo>
                  <a:lnTo>
                    <a:pt x="15478" y="6964"/>
                  </a:lnTo>
                  <a:lnTo>
                    <a:pt x="15305" y="7172"/>
                  </a:lnTo>
                  <a:lnTo>
                    <a:pt x="15176" y="7381"/>
                  </a:lnTo>
                  <a:lnTo>
                    <a:pt x="15132" y="7422"/>
                  </a:lnTo>
                  <a:lnTo>
                    <a:pt x="15132" y="7506"/>
                  </a:lnTo>
                  <a:lnTo>
                    <a:pt x="15219" y="7589"/>
                  </a:lnTo>
                  <a:lnTo>
                    <a:pt x="15305" y="7631"/>
                  </a:lnTo>
                  <a:lnTo>
                    <a:pt x="15392" y="7589"/>
                  </a:lnTo>
                  <a:lnTo>
                    <a:pt x="15434" y="7547"/>
                  </a:lnTo>
                  <a:lnTo>
                    <a:pt x="15564" y="7339"/>
                  </a:lnTo>
                  <a:lnTo>
                    <a:pt x="15693" y="7131"/>
                  </a:lnTo>
                  <a:lnTo>
                    <a:pt x="15736" y="7047"/>
                  </a:lnTo>
                  <a:lnTo>
                    <a:pt x="15651" y="6964"/>
                  </a:lnTo>
                  <a:lnTo>
                    <a:pt x="15564" y="6922"/>
                  </a:lnTo>
                  <a:close/>
                  <a:moveTo>
                    <a:pt x="20264" y="7297"/>
                  </a:moveTo>
                  <a:lnTo>
                    <a:pt x="20608" y="7631"/>
                  </a:lnTo>
                  <a:lnTo>
                    <a:pt x="20565" y="7631"/>
                  </a:lnTo>
                  <a:lnTo>
                    <a:pt x="20435" y="7756"/>
                  </a:lnTo>
                  <a:lnTo>
                    <a:pt x="20393" y="7589"/>
                  </a:lnTo>
                  <a:lnTo>
                    <a:pt x="20264" y="7297"/>
                  </a:lnTo>
                  <a:close/>
                  <a:moveTo>
                    <a:pt x="14917" y="7714"/>
                  </a:moveTo>
                  <a:lnTo>
                    <a:pt x="14788" y="7798"/>
                  </a:lnTo>
                  <a:lnTo>
                    <a:pt x="14615" y="7923"/>
                  </a:lnTo>
                  <a:lnTo>
                    <a:pt x="14573" y="8089"/>
                  </a:lnTo>
                  <a:lnTo>
                    <a:pt x="14529" y="8173"/>
                  </a:lnTo>
                  <a:lnTo>
                    <a:pt x="14573" y="8214"/>
                  </a:lnTo>
                  <a:lnTo>
                    <a:pt x="14659" y="8299"/>
                  </a:lnTo>
                  <a:lnTo>
                    <a:pt x="14788" y="8299"/>
                  </a:lnTo>
                  <a:lnTo>
                    <a:pt x="14831" y="8256"/>
                  </a:lnTo>
                  <a:lnTo>
                    <a:pt x="14874" y="8173"/>
                  </a:lnTo>
                  <a:lnTo>
                    <a:pt x="14961" y="8006"/>
                  </a:lnTo>
                  <a:lnTo>
                    <a:pt x="15046" y="7964"/>
                  </a:lnTo>
                  <a:lnTo>
                    <a:pt x="15090" y="7881"/>
                  </a:lnTo>
                  <a:lnTo>
                    <a:pt x="15132" y="7798"/>
                  </a:lnTo>
                  <a:lnTo>
                    <a:pt x="15132" y="7756"/>
                  </a:lnTo>
                  <a:lnTo>
                    <a:pt x="15090" y="7756"/>
                  </a:lnTo>
                  <a:lnTo>
                    <a:pt x="15003" y="7714"/>
                  </a:lnTo>
                  <a:close/>
                  <a:moveTo>
                    <a:pt x="20652" y="7673"/>
                  </a:moveTo>
                  <a:lnTo>
                    <a:pt x="20954" y="8006"/>
                  </a:lnTo>
                  <a:lnTo>
                    <a:pt x="21212" y="8381"/>
                  </a:lnTo>
                  <a:lnTo>
                    <a:pt x="20954" y="8632"/>
                  </a:lnTo>
                  <a:lnTo>
                    <a:pt x="20954" y="8549"/>
                  </a:lnTo>
                  <a:lnTo>
                    <a:pt x="20996" y="8339"/>
                  </a:lnTo>
                  <a:lnTo>
                    <a:pt x="20954" y="8089"/>
                  </a:lnTo>
                  <a:lnTo>
                    <a:pt x="20954" y="8048"/>
                  </a:lnTo>
                  <a:lnTo>
                    <a:pt x="20867" y="7964"/>
                  </a:lnTo>
                  <a:lnTo>
                    <a:pt x="20781" y="7964"/>
                  </a:lnTo>
                  <a:lnTo>
                    <a:pt x="20737" y="8006"/>
                  </a:lnTo>
                  <a:lnTo>
                    <a:pt x="20781" y="8048"/>
                  </a:lnTo>
                  <a:lnTo>
                    <a:pt x="20737" y="8214"/>
                  </a:lnTo>
                  <a:lnTo>
                    <a:pt x="20694" y="8464"/>
                  </a:lnTo>
                  <a:lnTo>
                    <a:pt x="20608" y="8716"/>
                  </a:lnTo>
                  <a:lnTo>
                    <a:pt x="20608" y="9049"/>
                  </a:lnTo>
                  <a:lnTo>
                    <a:pt x="20134" y="9758"/>
                  </a:lnTo>
                  <a:lnTo>
                    <a:pt x="20177" y="9341"/>
                  </a:lnTo>
                  <a:lnTo>
                    <a:pt x="20264" y="8924"/>
                  </a:lnTo>
                  <a:lnTo>
                    <a:pt x="20435" y="8674"/>
                  </a:lnTo>
                  <a:lnTo>
                    <a:pt x="20435" y="8549"/>
                  </a:lnTo>
                  <a:lnTo>
                    <a:pt x="20522" y="8507"/>
                  </a:lnTo>
                  <a:lnTo>
                    <a:pt x="20565" y="8464"/>
                  </a:lnTo>
                  <a:lnTo>
                    <a:pt x="20608" y="8381"/>
                  </a:lnTo>
                  <a:lnTo>
                    <a:pt x="20608" y="8256"/>
                  </a:lnTo>
                  <a:lnTo>
                    <a:pt x="20565" y="8048"/>
                  </a:lnTo>
                  <a:lnTo>
                    <a:pt x="20652" y="7673"/>
                  </a:lnTo>
                  <a:close/>
                  <a:moveTo>
                    <a:pt x="19832" y="10049"/>
                  </a:moveTo>
                  <a:lnTo>
                    <a:pt x="19918" y="10091"/>
                  </a:lnTo>
                  <a:lnTo>
                    <a:pt x="19832" y="10174"/>
                  </a:lnTo>
                  <a:lnTo>
                    <a:pt x="19832" y="10049"/>
                  </a:lnTo>
                  <a:close/>
                  <a:moveTo>
                    <a:pt x="13452" y="9758"/>
                  </a:moveTo>
                  <a:lnTo>
                    <a:pt x="13408" y="9799"/>
                  </a:lnTo>
                  <a:lnTo>
                    <a:pt x="13279" y="9841"/>
                  </a:lnTo>
                  <a:lnTo>
                    <a:pt x="13149" y="10008"/>
                  </a:lnTo>
                  <a:lnTo>
                    <a:pt x="13149" y="10216"/>
                  </a:lnTo>
                  <a:lnTo>
                    <a:pt x="13193" y="10258"/>
                  </a:lnTo>
                  <a:lnTo>
                    <a:pt x="13408" y="10258"/>
                  </a:lnTo>
                  <a:lnTo>
                    <a:pt x="13452" y="10216"/>
                  </a:lnTo>
                  <a:lnTo>
                    <a:pt x="13581" y="10008"/>
                  </a:lnTo>
                  <a:lnTo>
                    <a:pt x="13581" y="9841"/>
                  </a:lnTo>
                  <a:lnTo>
                    <a:pt x="13537" y="9799"/>
                  </a:lnTo>
                  <a:lnTo>
                    <a:pt x="13452" y="9758"/>
                  </a:lnTo>
                  <a:close/>
                  <a:moveTo>
                    <a:pt x="19487" y="10008"/>
                  </a:moveTo>
                  <a:lnTo>
                    <a:pt x="19487" y="10299"/>
                  </a:lnTo>
                  <a:lnTo>
                    <a:pt x="19530" y="10424"/>
                  </a:lnTo>
                  <a:lnTo>
                    <a:pt x="19574" y="10508"/>
                  </a:lnTo>
                  <a:lnTo>
                    <a:pt x="19272" y="10926"/>
                  </a:lnTo>
                  <a:lnTo>
                    <a:pt x="19228" y="10676"/>
                  </a:lnTo>
                  <a:lnTo>
                    <a:pt x="19186" y="10424"/>
                  </a:lnTo>
                  <a:lnTo>
                    <a:pt x="19186" y="10341"/>
                  </a:lnTo>
                  <a:lnTo>
                    <a:pt x="19487" y="10008"/>
                  </a:lnTo>
                  <a:close/>
                  <a:moveTo>
                    <a:pt x="18884" y="10676"/>
                  </a:moveTo>
                  <a:lnTo>
                    <a:pt x="18884" y="11009"/>
                  </a:lnTo>
                  <a:lnTo>
                    <a:pt x="18926" y="11134"/>
                  </a:lnTo>
                  <a:lnTo>
                    <a:pt x="19013" y="11301"/>
                  </a:lnTo>
                  <a:lnTo>
                    <a:pt x="18797" y="11551"/>
                  </a:lnTo>
                  <a:lnTo>
                    <a:pt x="18711" y="11718"/>
                  </a:lnTo>
                  <a:lnTo>
                    <a:pt x="18755" y="11217"/>
                  </a:lnTo>
                  <a:lnTo>
                    <a:pt x="18711" y="11134"/>
                  </a:lnTo>
                  <a:lnTo>
                    <a:pt x="18625" y="11092"/>
                  </a:lnTo>
                  <a:lnTo>
                    <a:pt x="18582" y="11051"/>
                  </a:lnTo>
                  <a:lnTo>
                    <a:pt x="18884" y="10676"/>
                  </a:lnTo>
                  <a:close/>
                  <a:moveTo>
                    <a:pt x="11296" y="2669"/>
                  </a:moveTo>
                  <a:lnTo>
                    <a:pt x="11252" y="2752"/>
                  </a:lnTo>
                  <a:lnTo>
                    <a:pt x="10735" y="3252"/>
                  </a:lnTo>
                  <a:lnTo>
                    <a:pt x="10304" y="3837"/>
                  </a:lnTo>
                  <a:lnTo>
                    <a:pt x="9399" y="4962"/>
                  </a:lnTo>
                  <a:lnTo>
                    <a:pt x="8968" y="5546"/>
                  </a:lnTo>
                  <a:lnTo>
                    <a:pt x="8494" y="6089"/>
                  </a:lnTo>
                  <a:lnTo>
                    <a:pt x="8019" y="6630"/>
                  </a:lnTo>
                  <a:lnTo>
                    <a:pt x="7459" y="7131"/>
                  </a:lnTo>
                  <a:lnTo>
                    <a:pt x="7373" y="7214"/>
                  </a:lnTo>
                  <a:lnTo>
                    <a:pt x="7373" y="7339"/>
                  </a:lnTo>
                  <a:lnTo>
                    <a:pt x="7329" y="7339"/>
                  </a:lnTo>
                  <a:lnTo>
                    <a:pt x="7243" y="7381"/>
                  </a:lnTo>
                  <a:lnTo>
                    <a:pt x="7243" y="7464"/>
                  </a:lnTo>
                  <a:lnTo>
                    <a:pt x="7286" y="7506"/>
                  </a:lnTo>
                  <a:lnTo>
                    <a:pt x="7415" y="7714"/>
                  </a:lnTo>
                  <a:lnTo>
                    <a:pt x="7631" y="7923"/>
                  </a:lnTo>
                  <a:lnTo>
                    <a:pt x="8019" y="8256"/>
                  </a:lnTo>
                  <a:lnTo>
                    <a:pt x="8924" y="8882"/>
                  </a:lnTo>
                  <a:lnTo>
                    <a:pt x="9916" y="9507"/>
                  </a:lnTo>
                  <a:lnTo>
                    <a:pt x="10131" y="9674"/>
                  </a:lnTo>
                  <a:lnTo>
                    <a:pt x="10304" y="9883"/>
                  </a:lnTo>
                  <a:lnTo>
                    <a:pt x="10650" y="10299"/>
                  </a:lnTo>
                  <a:lnTo>
                    <a:pt x="10821" y="10466"/>
                  </a:lnTo>
                  <a:lnTo>
                    <a:pt x="11037" y="10633"/>
                  </a:lnTo>
                  <a:lnTo>
                    <a:pt x="11469" y="10884"/>
                  </a:lnTo>
                  <a:lnTo>
                    <a:pt x="12503" y="11551"/>
                  </a:lnTo>
                  <a:lnTo>
                    <a:pt x="13495" y="12259"/>
                  </a:lnTo>
                  <a:lnTo>
                    <a:pt x="14443" y="12968"/>
                  </a:lnTo>
                  <a:lnTo>
                    <a:pt x="14529" y="13010"/>
                  </a:lnTo>
                  <a:lnTo>
                    <a:pt x="14659" y="13010"/>
                  </a:lnTo>
                  <a:lnTo>
                    <a:pt x="14744" y="12968"/>
                  </a:lnTo>
                  <a:lnTo>
                    <a:pt x="14788" y="12926"/>
                  </a:lnTo>
                  <a:lnTo>
                    <a:pt x="14831" y="12843"/>
                  </a:lnTo>
                  <a:lnTo>
                    <a:pt x="14874" y="12718"/>
                  </a:lnTo>
                  <a:lnTo>
                    <a:pt x="14831" y="12635"/>
                  </a:lnTo>
                  <a:lnTo>
                    <a:pt x="14744" y="12551"/>
                  </a:lnTo>
                  <a:lnTo>
                    <a:pt x="13839" y="11843"/>
                  </a:lnTo>
                  <a:lnTo>
                    <a:pt x="13883" y="11801"/>
                  </a:lnTo>
                  <a:lnTo>
                    <a:pt x="14012" y="11593"/>
                  </a:lnTo>
                  <a:lnTo>
                    <a:pt x="14098" y="11384"/>
                  </a:lnTo>
                  <a:lnTo>
                    <a:pt x="14098" y="11301"/>
                  </a:lnTo>
                  <a:lnTo>
                    <a:pt x="14054" y="11259"/>
                  </a:lnTo>
                  <a:lnTo>
                    <a:pt x="13969" y="11259"/>
                  </a:lnTo>
                  <a:lnTo>
                    <a:pt x="13796" y="11426"/>
                  </a:lnTo>
                  <a:lnTo>
                    <a:pt x="13624" y="11634"/>
                  </a:lnTo>
                  <a:lnTo>
                    <a:pt x="13581" y="11676"/>
                  </a:lnTo>
                  <a:lnTo>
                    <a:pt x="12934" y="11217"/>
                  </a:lnTo>
                  <a:lnTo>
                    <a:pt x="12718" y="11092"/>
                  </a:lnTo>
                  <a:lnTo>
                    <a:pt x="12762" y="11009"/>
                  </a:lnTo>
                  <a:lnTo>
                    <a:pt x="12805" y="10926"/>
                  </a:lnTo>
                  <a:lnTo>
                    <a:pt x="12977" y="10759"/>
                  </a:lnTo>
                  <a:lnTo>
                    <a:pt x="13020" y="10716"/>
                  </a:lnTo>
                  <a:lnTo>
                    <a:pt x="13020" y="10591"/>
                  </a:lnTo>
                  <a:lnTo>
                    <a:pt x="12934" y="10550"/>
                  </a:lnTo>
                  <a:lnTo>
                    <a:pt x="12891" y="10591"/>
                  </a:lnTo>
                  <a:lnTo>
                    <a:pt x="12805" y="10550"/>
                  </a:lnTo>
                  <a:lnTo>
                    <a:pt x="12718" y="10591"/>
                  </a:lnTo>
                  <a:lnTo>
                    <a:pt x="12589" y="10716"/>
                  </a:lnTo>
                  <a:lnTo>
                    <a:pt x="12460" y="10884"/>
                  </a:lnTo>
                  <a:lnTo>
                    <a:pt x="11899" y="10550"/>
                  </a:lnTo>
                  <a:lnTo>
                    <a:pt x="11813" y="10466"/>
                  </a:lnTo>
                  <a:lnTo>
                    <a:pt x="12028" y="10133"/>
                  </a:lnTo>
                  <a:lnTo>
                    <a:pt x="12028" y="10008"/>
                  </a:lnTo>
                  <a:lnTo>
                    <a:pt x="11986" y="9924"/>
                  </a:lnTo>
                  <a:lnTo>
                    <a:pt x="11857" y="9883"/>
                  </a:lnTo>
                  <a:lnTo>
                    <a:pt x="11813" y="9924"/>
                  </a:lnTo>
                  <a:lnTo>
                    <a:pt x="11770" y="9966"/>
                  </a:lnTo>
                  <a:lnTo>
                    <a:pt x="11469" y="10299"/>
                  </a:lnTo>
                  <a:lnTo>
                    <a:pt x="11209" y="10091"/>
                  </a:lnTo>
                  <a:lnTo>
                    <a:pt x="10994" y="9883"/>
                  </a:lnTo>
                  <a:lnTo>
                    <a:pt x="10735" y="9591"/>
                  </a:lnTo>
                  <a:lnTo>
                    <a:pt x="10821" y="9466"/>
                  </a:lnTo>
                  <a:lnTo>
                    <a:pt x="10908" y="9341"/>
                  </a:lnTo>
                  <a:lnTo>
                    <a:pt x="10994" y="9049"/>
                  </a:lnTo>
                  <a:lnTo>
                    <a:pt x="10994" y="8966"/>
                  </a:lnTo>
                  <a:lnTo>
                    <a:pt x="10950" y="8924"/>
                  </a:lnTo>
                  <a:lnTo>
                    <a:pt x="10865" y="8924"/>
                  </a:lnTo>
                  <a:lnTo>
                    <a:pt x="10779" y="8966"/>
                  </a:lnTo>
                  <a:lnTo>
                    <a:pt x="10563" y="9216"/>
                  </a:lnTo>
                  <a:lnTo>
                    <a:pt x="10520" y="9299"/>
                  </a:lnTo>
                  <a:lnTo>
                    <a:pt x="10304" y="9132"/>
                  </a:lnTo>
                  <a:lnTo>
                    <a:pt x="9787" y="8799"/>
                  </a:lnTo>
                  <a:lnTo>
                    <a:pt x="9830" y="8464"/>
                  </a:lnTo>
                  <a:lnTo>
                    <a:pt x="9830" y="8424"/>
                  </a:lnTo>
                  <a:lnTo>
                    <a:pt x="9787" y="8339"/>
                  </a:lnTo>
                  <a:lnTo>
                    <a:pt x="9743" y="8299"/>
                  </a:lnTo>
                  <a:lnTo>
                    <a:pt x="9614" y="8299"/>
                  </a:lnTo>
                  <a:lnTo>
                    <a:pt x="9528" y="8339"/>
                  </a:lnTo>
                  <a:lnTo>
                    <a:pt x="9485" y="8464"/>
                  </a:lnTo>
                  <a:lnTo>
                    <a:pt x="9443" y="8590"/>
                  </a:lnTo>
                  <a:lnTo>
                    <a:pt x="9356" y="8549"/>
                  </a:lnTo>
                  <a:lnTo>
                    <a:pt x="8709" y="8089"/>
                  </a:lnTo>
                  <a:lnTo>
                    <a:pt x="8753" y="8048"/>
                  </a:lnTo>
                  <a:lnTo>
                    <a:pt x="8838" y="7923"/>
                  </a:lnTo>
                  <a:lnTo>
                    <a:pt x="8838" y="7798"/>
                  </a:lnTo>
                  <a:lnTo>
                    <a:pt x="8882" y="7673"/>
                  </a:lnTo>
                  <a:lnTo>
                    <a:pt x="8838" y="7631"/>
                  </a:lnTo>
                  <a:lnTo>
                    <a:pt x="8795" y="7631"/>
                  </a:lnTo>
                  <a:lnTo>
                    <a:pt x="8709" y="7673"/>
                  </a:lnTo>
                  <a:lnTo>
                    <a:pt x="8623" y="7673"/>
                  </a:lnTo>
                  <a:lnTo>
                    <a:pt x="8494" y="7756"/>
                  </a:lnTo>
                  <a:lnTo>
                    <a:pt x="8364" y="7839"/>
                  </a:lnTo>
                  <a:lnTo>
                    <a:pt x="7804" y="7547"/>
                  </a:lnTo>
                  <a:lnTo>
                    <a:pt x="7804" y="7506"/>
                  </a:lnTo>
                  <a:lnTo>
                    <a:pt x="8364" y="7006"/>
                  </a:lnTo>
                  <a:lnTo>
                    <a:pt x="8882" y="6422"/>
                  </a:lnTo>
                  <a:lnTo>
                    <a:pt x="8924" y="6505"/>
                  </a:lnTo>
                  <a:lnTo>
                    <a:pt x="8968" y="6547"/>
                  </a:lnTo>
                  <a:lnTo>
                    <a:pt x="9097" y="6547"/>
                  </a:lnTo>
                  <a:lnTo>
                    <a:pt x="9443" y="6339"/>
                  </a:lnTo>
                  <a:lnTo>
                    <a:pt x="9787" y="6130"/>
                  </a:lnTo>
                  <a:lnTo>
                    <a:pt x="10131" y="5921"/>
                  </a:lnTo>
                  <a:lnTo>
                    <a:pt x="10477" y="5712"/>
                  </a:lnTo>
                  <a:lnTo>
                    <a:pt x="10865" y="5546"/>
                  </a:lnTo>
                  <a:lnTo>
                    <a:pt x="11252" y="5379"/>
                  </a:lnTo>
                  <a:lnTo>
                    <a:pt x="11684" y="5296"/>
                  </a:lnTo>
                  <a:lnTo>
                    <a:pt x="12115" y="5254"/>
                  </a:lnTo>
                  <a:lnTo>
                    <a:pt x="12330" y="5254"/>
                  </a:lnTo>
                  <a:lnTo>
                    <a:pt x="12547" y="5296"/>
                  </a:lnTo>
                  <a:lnTo>
                    <a:pt x="12718" y="5379"/>
                  </a:lnTo>
                  <a:lnTo>
                    <a:pt x="12847" y="5504"/>
                  </a:lnTo>
                  <a:lnTo>
                    <a:pt x="12977" y="5671"/>
                  </a:lnTo>
                  <a:lnTo>
                    <a:pt x="13020" y="5839"/>
                  </a:lnTo>
                  <a:lnTo>
                    <a:pt x="13106" y="6255"/>
                  </a:lnTo>
                  <a:lnTo>
                    <a:pt x="13106" y="7589"/>
                  </a:lnTo>
                  <a:lnTo>
                    <a:pt x="13149" y="7964"/>
                  </a:lnTo>
                  <a:lnTo>
                    <a:pt x="13235" y="8381"/>
                  </a:lnTo>
                  <a:lnTo>
                    <a:pt x="13452" y="8757"/>
                  </a:lnTo>
                  <a:lnTo>
                    <a:pt x="13408" y="8882"/>
                  </a:lnTo>
                  <a:lnTo>
                    <a:pt x="13366" y="9007"/>
                  </a:lnTo>
                  <a:lnTo>
                    <a:pt x="13366" y="9257"/>
                  </a:lnTo>
                  <a:lnTo>
                    <a:pt x="13452" y="9382"/>
                  </a:lnTo>
                  <a:lnTo>
                    <a:pt x="13495" y="9466"/>
                  </a:lnTo>
                  <a:lnTo>
                    <a:pt x="13624" y="9549"/>
                  </a:lnTo>
                  <a:lnTo>
                    <a:pt x="13710" y="9633"/>
                  </a:lnTo>
                  <a:lnTo>
                    <a:pt x="13839" y="9674"/>
                  </a:lnTo>
                  <a:lnTo>
                    <a:pt x="14227" y="9674"/>
                  </a:lnTo>
                  <a:lnTo>
                    <a:pt x="14615" y="9883"/>
                  </a:lnTo>
                  <a:lnTo>
                    <a:pt x="15003" y="10049"/>
                  </a:lnTo>
                  <a:lnTo>
                    <a:pt x="15305" y="10091"/>
                  </a:lnTo>
                  <a:lnTo>
                    <a:pt x="15651" y="10091"/>
                  </a:lnTo>
                  <a:lnTo>
                    <a:pt x="16038" y="10008"/>
                  </a:lnTo>
                  <a:lnTo>
                    <a:pt x="16383" y="9883"/>
                  </a:lnTo>
                  <a:lnTo>
                    <a:pt x="16728" y="9758"/>
                  </a:lnTo>
                  <a:lnTo>
                    <a:pt x="17029" y="9549"/>
                  </a:lnTo>
                  <a:lnTo>
                    <a:pt x="17331" y="9341"/>
                  </a:lnTo>
                  <a:lnTo>
                    <a:pt x="17548" y="9132"/>
                  </a:lnTo>
                  <a:lnTo>
                    <a:pt x="17590" y="9091"/>
                  </a:lnTo>
                  <a:lnTo>
                    <a:pt x="17590" y="9007"/>
                  </a:lnTo>
                  <a:lnTo>
                    <a:pt x="17548" y="8882"/>
                  </a:lnTo>
                  <a:lnTo>
                    <a:pt x="17418" y="8841"/>
                  </a:lnTo>
                  <a:lnTo>
                    <a:pt x="17289" y="8841"/>
                  </a:lnTo>
                  <a:lnTo>
                    <a:pt x="16599" y="9257"/>
                  </a:lnTo>
                  <a:lnTo>
                    <a:pt x="16253" y="9424"/>
                  </a:lnTo>
                  <a:lnTo>
                    <a:pt x="15822" y="9549"/>
                  </a:lnTo>
                  <a:lnTo>
                    <a:pt x="15521" y="9633"/>
                  </a:lnTo>
                  <a:lnTo>
                    <a:pt x="15176" y="9591"/>
                  </a:lnTo>
                  <a:lnTo>
                    <a:pt x="14917" y="9507"/>
                  </a:lnTo>
                  <a:lnTo>
                    <a:pt x="14659" y="9341"/>
                  </a:lnTo>
                  <a:lnTo>
                    <a:pt x="14744" y="9216"/>
                  </a:lnTo>
                  <a:lnTo>
                    <a:pt x="14788" y="9049"/>
                  </a:lnTo>
                  <a:lnTo>
                    <a:pt x="14788" y="8924"/>
                  </a:lnTo>
                  <a:lnTo>
                    <a:pt x="14744" y="8841"/>
                  </a:lnTo>
                  <a:lnTo>
                    <a:pt x="14702" y="8799"/>
                  </a:lnTo>
                  <a:lnTo>
                    <a:pt x="14486" y="8674"/>
                  </a:lnTo>
                  <a:lnTo>
                    <a:pt x="14271" y="8549"/>
                  </a:lnTo>
                  <a:lnTo>
                    <a:pt x="13883" y="8549"/>
                  </a:lnTo>
                  <a:lnTo>
                    <a:pt x="13667" y="8089"/>
                  </a:lnTo>
                  <a:lnTo>
                    <a:pt x="13537" y="7631"/>
                  </a:lnTo>
                  <a:lnTo>
                    <a:pt x="13537" y="6839"/>
                  </a:lnTo>
                  <a:lnTo>
                    <a:pt x="13581" y="6422"/>
                  </a:lnTo>
                  <a:lnTo>
                    <a:pt x="13537" y="6004"/>
                  </a:lnTo>
                  <a:lnTo>
                    <a:pt x="13452" y="5671"/>
                  </a:lnTo>
                  <a:lnTo>
                    <a:pt x="13322" y="5379"/>
                  </a:lnTo>
                  <a:lnTo>
                    <a:pt x="13149" y="5171"/>
                  </a:lnTo>
                  <a:lnTo>
                    <a:pt x="12934" y="5004"/>
                  </a:lnTo>
                  <a:lnTo>
                    <a:pt x="12676" y="4921"/>
                  </a:lnTo>
                  <a:lnTo>
                    <a:pt x="12417" y="4837"/>
                  </a:lnTo>
                  <a:lnTo>
                    <a:pt x="11813" y="4837"/>
                  </a:lnTo>
                  <a:lnTo>
                    <a:pt x="11469" y="4879"/>
                  </a:lnTo>
                  <a:lnTo>
                    <a:pt x="11123" y="4962"/>
                  </a:lnTo>
                  <a:lnTo>
                    <a:pt x="10477" y="5212"/>
                  </a:lnTo>
                  <a:lnTo>
                    <a:pt x="9873" y="5546"/>
                  </a:lnTo>
                  <a:lnTo>
                    <a:pt x="9356" y="5921"/>
                  </a:lnTo>
                  <a:lnTo>
                    <a:pt x="9743" y="5421"/>
                  </a:lnTo>
                  <a:lnTo>
                    <a:pt x="10650" y="4254"/>
                  </a:lnTo>
                  <a:lnTo>
                    <a:pt x="11123" y="3627"/>
                  </a:lnTo>
                  <a:lnTo>
                    <a:pt x="11555" y="3002"/>
                  </a:lnTo>
                  <a:lnTo>
                    <a:pt x="11598" y="2919"/>
                  </a:lnTo>
                  <a:lnTo>
                    <a:pt x="11598" y="2877"/>
                  </a:lnTo>
                  <a:lnTo>
                    <a:pt x="11511" y="2752"/>
                  </a:lnTo>
                  <a:lnTo>
                    <a:pt x="11425" y="2710"/>
                  </a:lnTo>
                  <a:lnTo>
                    <a:pt x="11382" y="2669"/>
                  </a:lnTo>
                  <a:close/>
                  <a:moveTo>
                    <a:pt x="18409" y="11217"/>
                  </a:moveTo>
                  <a:lnTo>
                    <a:pt x="18452" y="11259"/>
                  </a:lnTo>
                  <a:lnTo>
                    <a:pt x="18367" y="11801"/>
                  </a:lnTo>
                  <a:lnTo>
                    <a:pt x="18409" y="11843"/>
                  </a:lnTo>
                  <a:lnTo>
                    <a:pt x="18409" y="11884"/>
                  </a:lnTo>
                  <a:lnTo>
                    <a:pt x="18538" y="11926"/>
                  </a:lnTo>
                  <a:lnTo>
                    <a:pt x="18150" y="12385"/>
                  </a:lnTo>
                  <a:lnTo>
                    <a:pt x="18150" y="12301"/>
                  </a:lnTo>
                  <a:lnTo>
                    <a:pt x="18021" y="11926"/>
                  </a:lnTo>
                  <a:lnTo>
                    <a:pt x="17978" y="11884"/>
                  </a:lnTo>
                  <a:lnTo>
                    <a:pt x="17935" y="11884"/>
                  </a:lnTo>
                  <a:lnTo>
                    <a:pt x="17892" y="11926"/>
                  </a:lnTo>
                  <a:lnTo>
                    <a:pt x="17892" y="11968"/>
                  </a:lnTo>
                  <a:lnTo>
                    <a:pt x="17848" y="12301"/>
                  </a:lnTo>
                  <a:lnTo>
                    <a:pt x="17848" y="12718"/>
                  </a:lnTo>
                  <a:lnTo>
                    <a:pt x="17892" y="12760"/>
                  </a:lnTo>
                  <a:lnTo>
                    <a:pt x="17331" y="13469"/>
                  </a:lnTo>
                  <a:lnTo>
                    <a:pt x="17331" y="12635"/>
                  </a:lnTo>
                  <a:lnTo>
                    <a:pt x="17289" y="12593"/>
                  </a:lnTo>
                  <a:lnTo>
                    <a:pt x="18021" y="11718"/>
                  </a:lnTo>
                  <a:lnTo>
                    <a:pt x="18409" y="11217"/>
                  </a:lnTo>
                  <a:close/>
                  <a:moveTo>
                    <a:pt x="17073" y="12843"/>
                  </a:moveTo>
                  <a:lnTo>
                    <a:pt x="16987" y="13136"/>
                  </a:lnTo>
                  <a:lnTo>
                    <a:pt x="16943" y="13386"/>
                  </a:lnTo>
                  <a:lnTo>
                    <a:pt x="16987" y="13511"/>
                  </a:lnTo>
                  <a:lnTo>
                    <a:pt x="17029" y="13594"/>
                  </a:lnTo>
                  <a:lnTo>
                    <a:pt x="17116" y="13636"/>
                  </a:lnTo>
                  <a:lnTo>
                    <a:pt x="17160" y="13636"/>
                  </a:lnTo>
                  <a:lnTo>
                    <a:pt x="16599" y="14345"/>
                  </a:lnTo>
                  <a:lnTo>
                    <a:pt x="16512" y="14386"/>
                  </a:lnTo>
                  <a:lnTo>
                    <a:pt x="16512" y="13678"/>
                  </a:lnTo>
                  <a:lnTo>
                    <a:pt x="16470" y="13553"/>
                  </a:lnTo>
                  <a:lnTo>
                    <a:pt x="17073" y="12843"/>
                  </a:lnTo>
                  <a:close/>
                  <a:moveTo>
                    <a:pt x="5649" y="9091"/>
                  </a:moveTo>
                  <a:lnTo>
                    <a:pt x="5605" y="9132"/>
                  </a:lnTo>
                  <a:lnTo>
                    <a:pt x="5605" y="9174"/>
                  </a:lnTo>
                  <a:lnTo>
                    <a:pt x="5820" y="9341"/>
                  </a:lnTo>
                  <a:lnTo>
                    <a:pt x="5993" y="9466"/>
                  </a:lnTo>
                  <a:lnTo>
                    <a:pt x="6554" y="9758"/>
                  </a:lnTo>
                  <a:lnTo>
                    <a:pt x="7200" y="10049"/>
                  </a:lnTo>
                  <a:lnTo>
                    <a:pt x="7804" y="10383"/>
                  </a:lnTo>
                  <a:lnTo>
                    <a:pt x="8364" y="10801"/>
                  </a:lnTo>
                  <a:lnTo>
                    <a:pt x="8882" y="11176"/>
                  </a:lnTo>
                  <a:lnTo>
                    <a:pt x="9916" y="12093"/>
                  </a:lnTo>
                  <a:lnTo>
                    <a:pt x="10865" y="12926"/>
                  </a:lnTo>
                  <a:lnTo>
                    <a:pt x="11857" y="13761"/>
                  </a:lnTo>
                  <a:lnTo>
                    <a:pt x="12157" y="14011"/>
                  </a:lnTo>
                  <a:lnTo>
                    <a:pt x="12632" y="14386"/>
                  </a:lnTo>
                  <a:lnTo>
                    <a:pt x="12847" y="14511"/>
                  </a:lnTo>
                  <a:lnTo>
                    <a:pt x="13064" y="14595"/>
                  </a:lnTo>
                  <a:lnTo>
                    <a:pt x="13193" y="14595"/>
                  </a:lnTo>
                  <a:lnTo>
                    <a:pt x="13279" y="14553"/>
                  </a:lnTo>
                  <a:lnTo>
                    <a:pt x="13322" y="14511"/>
                  </a:lnTo>
                  <a:lnTo>
                    <a:pt x="13366" y="14428"/>
                  </a:lnTo>
                  <a:lnTo>
                    <a:pt x="13366" y="14303"/>
                  </a:lnTo>
                  <a:lnTo>
                    <a:pt x="13322" y="14178"/>
                  </a:lnTo>
                  <a:lnTo>
                    <a:pt x="13106" y="14011"/>
                  </a:lnTo>
                  <a:lnTo>
                    <a:pt x="12589" y="13636"/>
                  </a:lnTo>
                  <a:lnTo>
                    <a:pt x="12072" y="13219"/>
                  </a:lnTo>
                  <a:lnTo>
                    <a:pt x="11037" y="12343"/>
                  </a:lnTo>
                  <a:lnTo>
                    <a:pt x="10045" y="11426"/>
                  </a:lnTo>
                  <a:lnTo>
                    <a:pt x="9528" y="11009"/>
                  </a:lnTo>
                  <a:lnTo>
                    <a:pt x="9053" y="10633"/>
                  </a:lnTo>
                  <a:lnTo>
                    <a:pt x="8494" y="10258"/>
                  </a:lnTo>
                  <a:lnTo>
                    <a:pt x="7976" y="9883"/>
                  </a:lnTo>
                  <a:lnTo>
                    <a:pt x="7415" y="9591"/>
                  </a:lnTo>
                  <a:lnTo>
                    <a:pt x="6856" y="9341"/>
                  </a:lnTo>
                  <a:lnTo>
                    <a:pt x="6295" y="9132"/>
                  </a:lnTo>
                  <a:lnTo>
                    <a:pt x="6122" y="9091"/>
                  </a:lnTo>
                  <a:close/>
                  <a:moveTo>
                    <a:pt x="1121" y="14303"/>
                  </a:moveTo>
                  <a:lnTo>
                    <a:pt x="1294" y="14428"/>
                  </a:lnTo>
                  <a:lnTo>
                    <a:pt x="1251" y="14511"/>
                  </a:lnTo>
                  <a:lnTo>
                    <a:pt x="1251" y="14636"/>
                  </a:lnTo>
                  <a:lnTo>
                    <a:pt x="1294" y="14595"/>
                  </a:lnTo>
                  <a:lnTo>
                    <a:pt x="1423" y="14678"/>
                  </a:lnTo>
                  <a:lnTo>
                    <a:pt x="1466" y="14761"/>
                  </a:lnTo>
                  <a:lnTo>
                    <a:pt x="1466" y="14845"/>
                  </a:lnTo>
                  <a:lnTo>
                    <a:pt x="1509" y="15053"/>
                  </a:lnTo>
                  <a:lnTo>
                    <a:pt x="1165" y="14886"/>
                  </a:lnTo>
                  <a:lnTo>
                    <a:pt x="992" y="14845"/>
                  </a:lnTo>
                  <a:lnTo>
                    <a:pt x="819" y="14803"/>
                  </a:lnTo>
                  <a:lnTo>
                    <a:pt x="992" y="14511"/>
                  </a:lnTo>
                  <a:lnTo>
                    <a:pt x="1121" y="14303"/>
                  </a:lnTo>
                  <a:close/>
                  <a:moveTo>
                    <a:pt x="3191" y="12343"/>
                  </a:moveTo>
                  <a:lnTo>
                    <a:pt x="3104" y="12426"/>
                  </a:lnTo>
                  <a:lnTo>
                    <a:pt x="3104" y="12468"/>
                  </a:lnTo>
                  <a:lnTo>
                    <a:pt x="3277" y="12676"/>
                  </a:lnTo>
                  <a:lnTo>
                    <a:pt x="3450" y="12801"/>
                  </a:lnTo>
                  <a:lnTo>
                    <a:pt x="3881" y="13010"/>
                  </a:lnTo>
                  <a:lnTo>
                    <a:pt x="4440" y="13386"/>
                  </a:lnTo>
                  <a:lnTo>
                    <a:pt x="5001" y="13761"/>
                  </a:lnTo>
                  <a:lnTo>
                    <a:pt x="5993" y="14511"/>
                  </a:lnTo>
                  <a:lnTo>
                    <a:pt x="6510" y="14886"/>
                  </a:lnTo>
                  <a:lnTo>
                    <a:pt x="6769" y="15053"/>
                  </a:lnTo>
                  <a:lnTo>
                    <a:pt x="6898" y="15095"/>
                  </a:lnTo>
                  <a:lnTo>
                    <a:pt x="7114" y="15095"/>
                  </a:lnTo>
                  <a:lnTo>
                    <a:pt x="7200" y="15053"/>
                  </a:lnTo>
                  <a:lnTo>
                    <a:pt x="7243" y="14970"/>
                  </a:lnTo>
                  <a:lnTo>
                    <a:pt x="7200" y="14845"/>
                  </a:lnTo>
                  <a:lnTo>
                    <a:pt x="7157" y="14761"/>
                  </a:lnTo>
                  <a:lnTo>
                    <a:pt x="7071" y="14636"/>
                  </a:lnTo>
                  <a:lnTo>
                    <a:pt x="6898" y="14470"/>
                  </a:lnTo>
                  <a:lnTo>
                    <a:pt x="6467" y="14178"/>
                  </a:lnTo>
                  <a:lnTo>
                    <a:pt x="5303" y="13344"/>
                  </a:lnTo>
                  <a:lnTo>
                    <a:pt x="4742" y="12968"/>
                  </a:lnTo>
                  <a:lnTo>
                    <a:pt x="4139" y="12593"/>
                  </a:lnTo>
                  <a:lnTo>
                    <a:pt x="3923" y="12510"/>
                  </a:lnTo>
                  <a:lnTo>
                    <a:pt x="3665" y="12385"/>
                  </a:lnTo>
                  <a:lnTo>
                    <a:pt x="3450" y="12343"/>
                  </a:lnTo>
                  <a:close/>
                  <a:moveTo>
                    <a:pt x="16168" y="13928"/>
                  </a:moveTo>
                  <a:lnTo>
                    <a:pt x="16124" y="14053"/>
                  </a:lnTo>
                  <a:lnTo>
                    <a:pt x="16124" y="14678"/>
                  </a:lnTo>
                  <a:lnTo>
                    <a:pt x="16168" y="14761"/>
                  </a:lnTo>
                  <a:lnTo>
                    <a:pt x="16211" y="14803"/>
                  </a:lnTo>
                  <a:lnTo>
                    <a:pt x="16124" y="14886"/>
                  </a:lnTo>
                  <a:lnTo>
                    <a:pt x="15736" y="15387"/>
                  </a:lnTo>
                  <a:lnTo>
                    <a:pt x="15780" y="14928"/>
                  </a:lnTo>
                  <a:lnTo>
                    <a:pt x="15822" y="14678"/>
                  </a:lnTo>
                  <a:lnTo>
                    <a:pt x="15822" y="14511"/>
                  </a:lnTo>
                  <a:lnTo>
                    <a:pt x="15780" y="14386"/>
                  </a:lnTo>
                  <a:lnTo>
                    <a:pt x="16168" y="13928"/>
                  </a:lnTo>
                  <a:close/>
                  <a:moveTo>
                    <a:pt x="5174" y="9883"/>
                  </a:moveTo>
                  <a:lnTo>
                    <a:pt x="5088" y="9924"/>
                  </a:lnTo>
                  <a:lnTo>
                    <a:pt x="5001" y="10008"/>
                  </a:lnTo>
                  <a:lnTo>
                    <a:pt x="5001" y="10216"/>
                  </a:lnTo>
                  <a:lnTo>
                    <a:pt x="5044" y="10299"/>
                  </a:lnTo>
                  <a:lnTo>
                    <a:pt x="5130" y="10383"/>
                  </a:lnTo>
                  <a:lnTo>
                    <a:pt x="5303" y="10466"/>
                  </a:lnTo>
                  <a:lnTo>
                    <a:pt x="5691" y="10633"/>
                  </a:lnTo>
                  <a:lnTo>
                    <a:pt x="6036" y="10801"/>
                  </a:lnTo>
                  <a:lnTo>
                    <a:pt x="6337" y="10967"/>
                  </a:lnTo>
                  <a:lnTo>
                    <a:pt x="6898" y="11384"/>
                  </a:lnTo>
                  <a:lnTo>
                    <a:pt x="7459" y="11843"/>
                  </a:lnTo>
                  <a:lnTo>
                    <a:pt x="7976" y="12343"/>
                  </a:lnTo>
                  <a:lnTo>
                    <a:pt x="10089" y="14094"/>
                  </a:lnTo>
                  <a:lnTo>
                    <a:pt x="11167" y="14970"/>
                  </a:lnTo>
                  <a:lnTo>
                    <a:pt x="11425" y="15136"/>
                  </a:lnTo>
                  <a:lnTo>
                    <a:pt x="11684" y="15303"/>
                  </a:lnTo>
                  <a:lnTo>
                    <a:pt x="11942" y="15428"/>
                  </a:lnTo>
                  <a:lnTo>
                    <a:pt x="12072" y="15470"/>
                  </a:lnTo>
                  <a:lnTo>
                    <a:pt x="12201" y="15470"/>
                  </a:lnTo>
                  <a:lnTo>
                    <a:pt x="12287" y="15428"/>
                  </a:lnTo>
                  <a:lnTo>
                    <a:pt x="12330" y="15387"/>
                  </a:lnTo>
                  <a:lnTo>
                    <a:pt x="12374" y="15303"/>
                  </a:lnTo>
                  <a:lnTo>
                    <a:pt x="12330" y="15220"/>
                  </a:lnTo>
                  <a:lnTo>
                    <a:pt x="12244" y="15053"/>
                  </a:lnTo>
                  <a:lnTo>
                    <a:pt x="12072" y="14928"/>
                  </a:lnTo>
                  <a:lnTo>
                    <a:pt x="11727" y="14720"/>
                  </a:lnTo>
                  <a:lnTo>
                    <a:pt x="11209" y="14345"/>
                  </a:lnTo>
                  <a:lnTo>
                    <a:pt x="10735" y="13969"/>
                  </a:lnTo>
                  <a:lnTo>
                    <a:pt x="8882" y="12426"/>
                  </a:lnTo>
                  <a:lnTo>
                    <a:pt x="8019" y="11676"/>
                  </a:lnTo>
                  <a:lnTo>
                    <a:pt x="7157" y="10967"/>
                  </a:lnTo>
                  <a:lnTo>
                    <a:pt x="6683" y="10633"/>
                  </a:lnTo>
                  <a:lnTo>
                    <a:pt x="6166" y="10341"/>
                  </a:lnTo>
                  <a:lnTo>
                    <a:pt x="5605" y="10174"/>
                  </a:lnTo>
                  <a:lnTo>
                    <a:pt x="5347" y="10049"/>
                  </a:lnTo>
                  <a:lnTo>
                    <a:pt x="5260" y="9966"/>
                  </a:lnTo>
                  <a:lnTo>
                    <a:pt x="5217" y="9883"/>
                  </a:lnTo>
                  <a:close/>
                  <a:moveTo>
                    <a:pt x="1811" y="14803"/>
                  </a:moveTo>
                  <a:lnTo>
                    <a:pt x="2458" y="15220"/>
                  </a:lnTo>
                  <a:lnTo>
                    <a:pt x="2458" y="15428"/>
                  </a:lnTo>
                  <a:lnTo>
                    <a:pt x="2499" y="15630"/>
                  </a:lnTo>
                  <a:lnTo>
                    <a:pt x="1768" y="15220"/>
                  </a:lnTo>
                  <a:lnTo>
                    <a:pt x="1855" y="15178"/>
                  </a:lnTo>
                  <a:lnTo>
                    <a:pt x="1897" y="15136"/>
                  </a:lnTo>
                  <a:lnTo>
                    <a:pt x="1897" y="15011"/>
                  </a:lnTo>
                  <a:lnTo>
                    <a:pt x="1811" y="14886"/>
                  </a:lnTo>
                  <a:lnTo>
                    <a:pt x="1811" y="14803"/>
                  </a:lnTo>
                  <a:close/>
                  <a:moveTo>
                    <a:pt x="15521" y="14720"/>
                  </a:moveTo>
                  <a:lnTo>
                    <a:pt x="15478" y="14803"/>
                  </a:lnTo>
                  <a:lnTo>
                    <a:pt x="15348" y="15638"/>
                  </a:lnTo>
                  <a:lnTo>
                    <a:pt x="15348" y="15721"/>
                  </a:lnTo>
                  <a:lnTo>
                    <a:pt x="15392" y="15763"/>
                  </a:lnTo>
                  <a:lnTo>
                    <a:pt x="15176" y="16013"/>
                  </a:lnTo>
                  <a:lnTo>
                    <a:pt x="15176" y="15596"/>
                  </a:lnTo>
                  <a:lnTo>
                    <a:pt x="15132" y="15178"/>
                  </a:lnTo>
                  <a:lnTo>
                    <a:pt x="15521" y="14720"/>
                  </a:lnTo>
                  <a:close/>
                  <a:moveTo>
                    <a:pt x="2889" y="15513"/>
                  </a:moveTo>
                  <a:lnTo>
                    <a:pt x="3104" y="15679"/>
                  </a:lnTo>
                  <a:lnTo>
                    <a:pt x="3277" y="15804"/>
                  </a:lnTo>
                  <a:lnTo>
                    <a:pt x="3277" y="16013"/>
                  </a:lnTo>
                  <a:lnTo>
                    <a:pt x="3320" y="16180"/>
                  </a:lnTo>
                  <a:lnTo>
                    <a:pt x="3062" y="16013"/>
                  </a:lnTo>
                  <a:lnTo>
                    <a:pt x="2803" y="15846"/>
                  </a:lnTo>
                  <a:lnTo>
                    <a:pt x="2932" y="15846"/>
                  </a:lnTo>
                  <a:lnTo>
                    <a:pt x="3018" y="15763"/>
                  </a:lnTo>
                  <a:lnTo>
                    <a:pt x="3018" y="15638"/>
                  </a:lnTo>
                  <a:lnTo>
                    <a:pt x="2889" y="15513"/>
                  </a:lnTo>
                  <a:close/>
                  <a:moveTo>
                    <a:pt x="4225" y="11134"/>
                  </a:moveTo>
                  <a:lnTo>
                    <a:pt x="4182" y="11176"/>
                  </a:lnTo>
                  <a:lnTo>
                    <a:pt x="4139" y="11217"/>
                  </a:lnTo>
                  <a:lnTo>
                    <a:pt x="4182" y="11342"/>
                  </a:lnTo>
                  <a:lnTo>
                    <a:pt x="4225" y="11468"/>
                  </a:lnTo>
                  <a:lnTo>
                    <a:pt x="4484" y="11634"/>
                  </a:lnTo>
                  <a:lnTo>
                    <a:pt x="5476" y="12301"/>
                  </a:lnTo>
                  <a:lnTo>
                    <a:pt x="6424" y="13093"/>
                  </a:lnTo>
                  <a:lnTo>
                    <a:pt x="7329" y="13844"/>
                  </a:lnTo>
                  <a:lnTo>
                    <a:pt x="8321" y="14595"/>
                  </a:lnTo>
                  <a:lnTo>
                    <a:pt x="9312" y="15303"/>
                  </a:lnTo>
                  <a:lnTo>
                    <a:pt x="10261" y="15971"/>
                  </a:lnTo>
                  <a:lnTo>
                    <a:pt x="10735" y="16305"/>
                  </a:lnTo>
                  <a:lnTo>
                    <a:pt x="11252" y="16555"/>
                  </a:lnTo>
                  <a:lnTo>
                    <a:pt x="11382" y="16555"/>
                  </a:lnTo>
                  <a:lnTo>
                    <a:pt x="11511" y="16513"/>
                  </a:lnTo>
                  <a:lnTo>
                    <a:pt x="11598" y="16430"/>
                  </a:lnTo>
                  <a:lnTo>
                    <a:pt x="11640" y="16388"/>
                  </a:lnTo>
                  <a:lnTo>
                    <a:pt x="11640" y="16263"/>
                  </a:lnTo>
                  <a:lnTo>
                    <a:pt x="11598" y="16221"/>
                  </a:lnTo>
                  <a:lnTo>
                    <a:pt x="11511" y="16138"/>
                  </a:lnTo>
                  <a:lnTo>
                    <a:pt x="11425" y="16096"/>
                  </a:lnTo>
                  <a:lnTo>
                    <a:pt x="11167" y="15929"/>
                  </a:lnTo>
                  <a:lnTo>
                    <a:pt x="10908" y="15763"/>
                  </a:lnTo>
                  <a:lnTo>
                    <a:pt x="9743" y="15011"/>
                  </a:lnTo>
                  <a:lnTo>
                    <a:pt x="8666" y="14219"/>
                  </a:lnTo>
                  <a:lnTo>
                    <a:pt x="7631" y="13428"/>
                  </a:lnTo>
                  <a:lnTo>
                    <a:pt x="6639" y="12635"/>
                  </a:lnTo>
                  <a:lnTo>
                    <a:pt x="5605" y="11843"/>
                  </a:lnTo>
                  <a:lnTo>
                    <a:pt x="5347" y="11634"/>
                  </a:lnTo>
                  <a:lnTo>
                    <a:pt x="4872" y="11342"/>
                  </a:lnTo>
                  <a:lnTo>
                    <a:pt x="4613" y="11217"/>
                  </a:lnTo>
                  <a:lnTo>
                    <a:pt x="4398" y="11134"/>
                  </a:lnTo>
                  <a:close/>
                  <a:moveTo>
                    <a:pt x="3708" y="16054"/>
                  </a:moveTo>
                  <a:lnTo>
                    <a:pt x="4440" y="16555"/>
                  </a:lnTo>
                  <a:lnTo>
                    <a:pt x="4398" y="16763"/>
                  </a:lnTo>
                  <a:lnTo>
                    <a:pt x="4398" y="16888"/>
                  </a:lnTo>
                  <a:lnTo>
                    <a:pt x="3923" y="16555"/>
                  </a:lnTo>
                  <a:lnTo>
                    <a:pt x="3923" y="16471"/>
                  </a:lnTo>
                  <a:lnTo>
                    <a:pt x="3881" y="16388"/>
                  </a:lnTo>
                  <a:lnTo>
                    <a:pt x="3752" y="16221"/>
                  </a:lnTo>
                  <a:lnTo>
                    <a:pt x="3708" y="16054"/>
                  </a:lnTo>
                  <a:close/>
                  <a:moveTo>
                    <a:pt x="14917" y="15387"/>
                  </a:moveTo>
                  <a:lnTo>
                    <a:pt x="14831" y="15888"/>
                  </a:lnTo>
                  <a:lnTo>
                    <a:pt x="14788" y="16388"/>
                  </a:lnTo>
                  <a:lnTo>
                    <a:pt x="14788" y="16471"/>
                  </a:lnTo>
                  <a:lnTo>
                    <a:pt x="14271" y="17097"/>
                  </a:lnTo>
                  <a:lnTo>
                    <a:pt x="14271" y="16555"/>
                  </a:lnTo>
                  <a:lnTo>
                    <a:pt x="14227" y="16221"/>
                  </a:lnTo>
                  <a:lnTo>
                    <a:pt x="14917" y="15387"/>
                  </a:lnTo>
                  <a:close/>
                  <a:moveTo>
                    <a:pt x="4742" y="16763"/>
                  </a:moveTo>
                  <a:lnTo>
                    <a:pt x="5174" y="17055"/>
                  </a:lnTo>
                  <a:lnTo>
                    <a:pt x="5174" y="17222"/>
                  </a:lnTo>
                  <a:lnTo>
                    <a:pt x="5217" y="17305"/>
                  </a:lnTo>
                  <a:lnTo>
                    <a:pt x="5347" y="17472"/>
                  </a:lnTo>
                  <a:lnTo>
                    <a:pt x="5476" y="17680"/>
                  </a:lnTo>
                  <a:lnTo>
                    <a:pt x="5001" y="17305"/>
                  </a:lnTo>
                  <a:lnTo>
                    <a:pt x="5001" y="17222"/>
                  </a:lnTo>
                  <a:lnTo>
                    <a:pt x="4959" y="17138"/>
                  </a:lnTo>
                  <a:lnTo>
                    <a:pt x="4829" y="17013"/>
                  </a:lnTo>
                  <a:lnTo>
                    <a:pt x="4742" y="16888"/>
                  </a:lnTo>
                  <a:lnTo>
                    <a:pt x="4742" y="16763"/>
                  </a:lnTo>
                  <a:close/>
                  <a:moveTo>
                    <a:pt x="14012" y="16471"/>
                  </a:moveTo>
                  <a:lnTo>
                    <a:pt x="13969" y="16888"/>
                  </a:lnTo>
                  <a:lnTo>
                    <a:pt x="13925" y="17180"/>
                  </a:lnTo>
                  <a:lnTo>
                    <a:pt x="13925" y="17472"/>
                  </a:lnTo>
                  <a:lnTo>
                    <a:pt x="13581" y="17847"/>
                  </a:lnTo>
                  <a:lnTo>
                    <a:pt x="13624" y="17597"/>
                  </a:lnTo>
                  <a:lnTo>
                    <a:pt x="13581" y="17305"/>
                  </a:lnTo>
                  <a:lnTo>
                    <a:pt x="13581" y="17222"/>
                  </a:lnTo>
                  <a:lnTo>
                    <a:pt x="13495" y="17180"/>
                  </a:lnTo>
                  <a:lnTo>
                    <a:pt x="13452" y="17180"/>
                  </a:lnTo>
                  <a:lnTo>
                    <a:pt x="14012" y="16471"/>
                  </a:lnTo>
                  <a:close/>
                  <a:moveTo>
                    <a:pt x="5605" y="17305"/>
                  </a:moveTo>
                  <a:lnTo>
                    <a:pt x="5907" y="17513"/>
                  </a:lnTo>
                  <a:lnTo>
                    <a:pt x="6554" y="17973"/>
                  </a:lnTo>
                  <a:lnTo>
                    <a:pt x="6554" y="18515"/>
                  </a:lnTo>
                  <a:lnTo>
                    <a:pt x="5778" y="17930"/>
                  </a:lnTo>
                  <a:lnTo>
                    <a:pt x="5820" y="17805"/>
                  </a:lnTo>
                  <a:lnTo>
                    <a:pt x="5820" y="17680"/>
                  </a:lnTo>
                  <a:lnTo>
                    <a:pt x="5778" y="17597"/>
                  </a:lnTo>
                  <a:lnTo>
                    <a:pt x="5734" y="17472"/>
                  </a:lnTo>
                  <a:lnTo>
                    <a:pt x="5605" y="17305"/>
                  </a:lnTo>
                  <a:close/>
                  <a:moveTo>
                    <a:pt x="6856" y="18181"/>
                  </a:moveTo>
                  <a:lnTo>
                    <a:pt x="7588" y="18765"/>
                  </a:lnTo>
                  <a:lnTo>
                    <a:pt x="7546" y="18848"/>
                  </a:lnTo>
                  <a:lnTo>
                    <a:pt x="7502" y="18973"/>
                  </a:lnTo>
                  <a:lnTo>
                    <a:pt x="7459" y="19182"/>
                  </a:lnTo>
                  <a:lnTo>
                    <a:pt x="6898" y="18765"/>
                  </a:lnTo>
                  <a:lnTo>
                    <a:pt x="6898" y="18348"/>
                  </a:lnTo>
                  <a:lnTo>
                    <a:pt x="6856" y="18181"/>
                  </a:lnTo>
                  <a:close/>
                  <a:moveTo>
                    <a:pt x="13279" y="17347"/>
                  </a:moveTo>
                  <a:lnTo>
                    <a:pt x="13279" y="17555"/>
                  </a:lnTo>
                  <a:lnTo>
                    <a:pt x="13193" y="18140"/>
                  </a:lnTo>
                  <a:lnTo>
                    <a:pt x="13193" y="18223"/>
                  </a:lnTo>
                  <a:lnTo>
                    <a:pt x="13235" y="18265"/>
                  </a:lnTo>
                  <a:lnTo>
                    <a:pt x="11857" y="19765"/>
                  </a:lnTo>
                  <a:lnTo>
                    <a:pt x="11857" y="19307"/>
                  </a:lnTo>
                  <a:lnTo>
                    <a:pt x="12115" y="18931"/>
                  </a:lnTo>
                  <a:lnTo>
                    <a:pt x="12718" y="18098"/>
                  </a:lnTo>
                  <a:lnTo>
                    <a:pt x="12676" y="18265"/>
                  </a:lnTo>
                  <a:lnTo>
                    <a:pt x="12589" y="18515"/>
                  </a:lnTo>
                  <a:lnTo>
                    <a:pt x="12589" y="18765"/>
                  </a:lnTo>
                  <a:lnTo>
                    <a:pt x="12632" y="18806"/>
                  </a:lnTo>
                  <a:lnTo>
                    <a:pt x="12676" y="18806"/>
                  </a:lnTo>
                  <a:lnTo>
                    <a:pt x="12805" y="18723"/>
                  </a:lnTo>
                  <a:lnTo>
                    <a:pt x="12891" y="18598"/>
                  </a:lnTo>
                  <a:lnTo>
                    <a:pt x="12934" y="18306"/>
                  </a:lnTo>
                  <a:lnTo>
                    <a:pt x="12934" y="17805"/>
                  </a:lnTo>
                  <a:lnTo>
                    <a:pt x="13193" y="17472"/>
                  </a:lnTo>
                  <a:lnTo>
                    <a:pt x="13279" y="17347"/>
                  </a:lnTo>
                  <a:close/>
                  <a:moveTo>
                    <a:pt x="7717" y="18848"/>
                  </a:moveTo>
                  <a:lnTo>
                    <a:pt x="8234" y="19348"/>
                  </a:lnTo>
                  <a:lnTo>
                    <a:pt x="8234" y="19848"/>
                  </a:lnTo>
                  <a:lnTo>
                    <a:pt x="8105" y="19723"/>
                  </a:lnTo>
                  <a:lnTo>
                    <a:pt x="7804" y="19473"/>
                  </a:lnTo>
                  <a:lnTo>
                    <a:pt x="7804" y="19348"/>
                  </a:lnTo>
                  <a:lnTo>
                    <a:pt x="7761" y="19098"/>
                  </a:lnTo>
                  <a:lnTo>
                    <a:pt x="7717" y="18848"/>
                  </a:lnTo>
                  <a:close/>
                  <a:moveTo>
                    <a:pt x="11123" y="459"/>
                  </a:moveTo>
                  <a:lnTo>
                    <a:pt x="11382" y="500"/>
                  </a:lnTo>
                  <a:lnTo>
                    <a:pt x="11598" y="542"/>
                  </a:lnTo>
                  <a:lnTo>
                    <a:pt x="11813" y="667"/>
                  </a:lnTo>
                  <a:lnTo>
                    <a:pt x="12244" y="959"/>
                  </a:lnTo>
                  <a:lnTo>
                    <a:pt x="12589" y="1210"/>
                  </a:lnTo>
                  <a:lnTo>
                    <a:pt x="14788" y="2752"/>
                  </a:lnTo>
                  <a:lnTo>
                    <a:pt x="17029" y="4337"/>
                  </a:lnTo>
                  <a:lnTo>
                    <a:pt x="18150" y="5129"/>
                  </a:lnTo>
                  <a:lnTo>
                    <a:pt x="18452" y="5379"/>
                  </a:lnTo>
                  <a:lnTo>
                    <a:pt x="18625" y="5462"/>
                  </a:lnTo>
                  <a:lnTo>
                    <a:pt x="18797" y="5546"/>
                  </a:lnTo>
                  <a:lnTo>
                    <a:pt x="18323" y="6089"/>
                  </a:lnTo>
                  <a:lnTo>
                    <a:pt x="17892" y="6672"/>
                  </a:lnTo>
                  <a:lnTo>
                    <a:pt x="17677" y="6922"/>
                  </a:lnTo>
                  <a:lnTo>
                    <a:pt x="17461" y="7256"/>
                  </a:lnTo>
                  <a:lnTo>
                    <a:pt x="17375" y="7422"/>
                  </a:lnTo>
                  <a:lnTo>
                    <a:pt x="17331" y="7547"/>
                  </a:lnTo>
                  <a:lnTo>
                    <a:pt x="17331" y="7714"/>
                  </a:lnTo>
                  <a:lnTo>
                    <a:pt x="17461" y="7839"/>
                  </a:lnTo>
                  <a:lnTo>
                    <a:pt x="17590" y="7964"/>
                  </a:lnTo>
                  <a:lnTo>
                    <a:pt x="17719" y="8048"/>
                  </a:lnTo>
                  <a:lnTo>
                    <a:pt x="18065" y="8173"/>
                  </a:lnTo>
                  <a:lnTo>
                    <a:pt x="18755" y="8299"/>
                  </a:lnTo>
                  <a:lnTo>
                    <a:pt x="19660" y="8464"/>
                  </a:lnTo>
                  <a:lnTo>
                    <a:pt x="20005" y="8549"/>
                  </a:lnTo>
                  <a:lnTo>
                    <a:pt x="19962" y="8632"/>
                  </a:lnTo>
                  <a:lnTo>
                    <a:pt x="19357" y="9257"/>
                  </a:lnTo>
                  <a:lnTo>
                    <a:pt x="18797" y="9924"/>
                  </a:lnTo>
                  <a:lnTo>
                    <a:pt x="17677" y="11259"/>
                  </a:lnTo>
                  <a:lnTo>
                    <a:pt x="15176" y="14219"/>
                  </a:lnTo>
                  <a:lnTo>
                    <a:pt x="13925" y="15679"/>
                  </a:lnTo>
                  <a:lnTo>
                    <a:pt x="12718" y="17180"/>
                  </a:lnTo>
                  <a:lnTo>
                    <a:pt x="12157" y="17888"/>
                  </a:lnTo>
                  <a:lnTo>
                    <a:pt x="11640" y="18640"/>
                  </a:lnTo>
                  <a:lnTo>
                    <a:pt x="11123" y="19390"/>
                  </a:lnTo>
                  <a:lnTo>
                    <a:pt x="10950" y="19640"/>
                  </a:lnTo>
                  <a:lnTo>
                    <a:pt x="10821" y="19890"/>
                  </a:lnTo>
                  <a:lnTo>
                    <a:pt x="10563" y="19765"/>
                  </a:lnTo>
                  <a:lnTo>
                    <a:pt x="10304" y="19723"/>
                  </a:lnTo>
                  <a:lnTo>
                    <a:pt x="9743" y="19557"/>
                  </a:lnTo>
                  <a:lnTo>
                    <a:pt x="9399" y="19432"/>
                  </a:lnTo>
                  <a:lnTo>
                    <a:pt x="9097" y="19223"/>
                  </a:lnTo>
                  <a:lnTo>
                    <a:pt x="8795" y="19015"/>
                  </a:lnTo>
                  <a:lnTo>
                    <a:pt x="8494" y="18765"/>
                  </a:lnTo>
                  <a:lnTo>
                    <a:pt x="7933" y="18265"/>
                  </a:lnTo>
                  <a:lnTo>
                    <a:pt x="7373" y="17805"/>
                  </a:lnTo>
                  <a:lnTo>
                    <a:pt x="6726" y="17388"/>
                  </a:lnTo>
                  <a:lnTo>
                    <a:pt x="6122" y="16971"/>
                  </a:lnTo>
                  <a:lnTo>
                    <a:pt x="3579" y="15303"/>
                  </a:lnTo>
                  <a:lnTo>
                    <a:pt x="2243" y="14345"/>
                  </a:lnTo>
                  <a:lnTo>
                    <a:pt x="1553" y="13886"/>
                  </a:lnTo>
                  <a:lnTo>
                    <a:pt x="819" y="13469"/>
                  </a:lnTo>
                  <a:lnTo>
                    <a:pt x="733" y="13428"/>
                  </a:lnTo>
                  <a:lnTo>
                    <a:pt x="1897" y="11801"/>
                  </a:lnTo>
                  <a:lnTo>
                    <a:pt x="3104" y="10174"/>
                  </a:lnTo>
                  <a:lnTo>
                    <a:pt x="4311" y="8590"/>
                  </a:lnTo>
                  <a:lnTo>
                    <a:pt x="5562" y="7006"/>
                  </a:lnTo>
                  <a:lnTo>
                    <a:pt x="8192" y="3795"/>
                  </a:lnTo>
                  <a:lnTo>
                    <a:pt x="9572" y="2210"/>
                  </a:lnTo>
                  <a:lnTo>
                    <a:pt x="10261" y="1460"/>
                  </a:lnTo>
                  <a:lnTo>
                    <a:pt x="10865" y="625"/>
                  </a:lnTo>
                  <a:lnTo>
                    <a:pt x="10908" y="542"/>
                  </a:lnTo>
                  <a:lnTo>
                    <a:pt x="10908" y="459"/>
                  </a:lnTo>
                  <a:close/>
                  <a:moveTo>
                    <a:pt x="8494" y="19557"/>
                  </a:moveTo>
                  <a:lnTo>
                    <a:pt x="9011" y="19848"/>
                  </a:lnTo>
                  <a:lnTo>
                    <a:pt x="9528" y="20099"/>
                  </a:lnTo>
                  <a:lnTo>
                    <a:pt x="9485" y="20390"/>
                  </a:lnTo>
                  <a:lnTo>
                    <a:pt x="9528" y="20683"/>
                  </a:lnTo>
                  <a:lnTo>
                    <a:pt x="9226" y="20558"/>
                  </a:lnTo>
                  <a:lnTo>
                    <a:pt x="8753" y="20224"/>
                  </a:lnTo>
                  <a:lnTo>
                    <a:pt x="8709" y="20057"/>
                  </a:lnTo>
                  <a:lnTo>
                    <a:pt x="8623" y="19890"/>
                  </a:lnTo>
                  <a:lnTo>
                    <a:pt x="8494" y="19557"/>
                  </a:lnTo>
                  <a:close/>
                  <a:moveTo>
                    <a:pt x="11555" y="19848"/>
                  </a:moveTo>
                  <a:lnTo>
                    <a:pt x="11598" y="19932"/>
                  </a:lnTo>
                  <a:lnTo>
                    <a:pt x="11640" y="19974"/>
                  </a:lnTo>
                  <a:lnTo>
                    <a:pt x="11123" y="20558"/>
                  </a:lnTo>
                  <a:lnTo>
                    <a:pt x="10821" y="20850"/>
                  </a:lnTo>
                  <a:lnTo>
                    <a:pt x="10779" y="20725"/>
                  </a:lnTo>
                  <a:lnTo>
                    <a:pt x="10735" y="20600"/>
                  </a:lnTo>
                  <a:lnTo>
                    <a:pt x="10735" y="20433"/>
                  </a:lnTo>
                  <a:lnTo>
                    <a:pt x="10950" y="20433"/>
                  </a:lnTo>
                  <a:lnTo>
                    <a:pt x="10950" y="20390"/>
                  </a:lnTo>
                  <a:lnTo>
                    <a:pt x="11037" y="20390"/>
                  </a:lnTo>
                  <a:lnTo>
                    <a:pt x="11123" y="20350"/>
                  </a:lnTo>
                  <a:lnTo>
                    <a:pt x="11252" y="20265"/>
                  </a:lnTo>
                  <a:lnTo>
                    <a:pt x="11338" y="20099"/>
                  </a:lnTo>
                  <a:lnTo>
                    <a:pt x="11511" y="19848"/>
                  </a:lnTo>
                  <a:close/>
                  <a:moveTo>
                    <a:pt x="11123" y="0"/>
                  </a:moveTo>
                  <a:lnTo>
                    <a:pt x="10908" y="42"/>
                  </a:lnTo>
                  <a:lnTo>
                    <a:pt x="10735" y="125"/>
                  </a:lnTo>
                  <a:lnTo>
                    <a:pt x="10606" y="167"/>
                  </a:lnTo>
                  <a:lnTo>
                    <a:pt x="10520" y="292"/>
                  </a:lnTo>
                  <a:lnTo>
                    <a:pt x="10477" y="334"/>
                  </a:lnTo>
                  <a:lnTo>
                    <a:pt x="10477" y="375"/>
                  </a:lnTo>
                  <a:lnTo>
                    <a:pt x="9787" y="1084"/>
                  </a:lnTo>
                  <a:lnTo>
                    <a:pt x="9097" y="1835"/>
                  </a:lnTo>
                  <a:lnTo>
                    <a:pt x="7804" y="3377"/>
                  </a:lnTo>
                  <a:lnTo>
                    <a:pt x="6467" y="4962"/>
                  </a:lnTo>
                  <a:lnTo>
                    <a:pt x="5174" y="6547"/>
                  </a:lnTo>
                  <a:lnTo>
                    <a:pt x="2845" y="9549"/>
                  </a:lnTo>
                  <a:lnTo>
                    <a:pt x="561" y="12551"/>
                  </a:lnTo>
                  <a:lnTo>
                    <a:pt x="388" y="12801"/>
                  </a:lnTo>
                  <a:lnTo>
                    <a:pt x="43" y="13301"/>
                  </a:lnTo>
                  <a:lnTo>
                    <a:pt x="0" y="13386"/>
                  </a:lnTo>
                  <a:lnTo>
                    <a:pt x="0" y="13511"/>
                  </a:lnTo>
                  <a:lnTo>
                    <a:pt x="43" y="13594"/>
                  </a:lnTo>
                  <a:lnTo>
                    <a:pt x="87" y="13678"/>
                  </a:lnTo>
                  <a:lnTo>
                    <a:pt x="173" y="13719"/>
                  </a:lnTo>
                  <a:lnTo>
                    <a:pt x="259" y="13761"/>
                  </a:lnTo>
                  <a:lnTo>
                    <a:pt x="346" y="13761"/>
                  </a:lnTo>
                  <a:lnTo>
                    <a:pt x="475" y="13719"/>
                  </a:lnTo>
                  <a:lnTo>
                    <a:pt x="517" y="13803"/>
                  </a:lnTo>
                  <a:lnTo>
                    <a:pt x="819" y="14094"/>
                  </a:lnTo>
                  <a:lnTo>
                    <a:pt x="690" y="14219"/>
                  </a:lnTo>
                  <a:lnTo>
                    <a:pt x="604" y="14386"/>
                  </a:lnTo>
                  <a:lnTo>
                    <a:pt x="517" y="14553"/>
                  </a:lnTo>
                  <a:lnTo>
                    <a:pt x="475" y="14720"/>
                  </a:lnTo>
                  <a:lnTo>
                    <a:pt x="475" y="14803"/>
                  </a:lnTo>
                  <a:lnTo>
                    <a:pt x="517" y="14845"/>
                  </a:lnTo>
                  <a:lnTo>
                    <a:pt x="604" y="14886"/>
                  </a:lnTo>
                  <a:lnTo>
                    <a:pt x="646" y="14886"/>
                  </a:lnTo>
                  <a:lnTo>
                    <a:pt x="733" y="15011"/>
                  </a:lnTo>
                  <a:lnTo>
                    <a:pt x="819" y="15136"/>
                  </a:lnTo>
                  <a:lnTo>
                    <a:pt x="1035" y="15303"/>
                  </a:lnTo>
                  <a:lnTo>
                    <a:pt x="1509" y="15596"/>
                  </a:lnTo>
                  <a:lnTo>
                    <a:pt x="2803" y="16388"/>
                  </a:lnTo>
                  <a:lnTo>
                    <a:pt x="4182" y="17305"/>
                  </a:lnTo>
                  <a:lnTo>
                    <a:pt x="5476" y="18306"/>
                  </a:lnTo>
                  <a:lnTo>
                    <a:pt x="7546" y="19932"/>
                  </a:lnTo>
                  <a:lnTo>
                    <a:pt x="7546" y="19974"/>
                  </a:lnTo>
                  <a:lnTo>
                    <a:pt x="7631" y="20057"/>
                  </a:lnTo>
                  <a:lnTo>
                    <a:pt x="7717" y="20057"/>
                  </a:lnTo>
                  <a:lnTo>
                    <a:pt x="8019" y="20307"/>
                  </a:lnTo>
                  <a:lnTo>
                    <a:pt x="8580" y="20725"/>
                  </a:lnTo>
                  <a:lnTo>
                    <a:pt x="9140" y="21100"/>
                  </a:lnTo>
                  <a:lnTo>
                    <a:pt x="9443" y="21225"/>
                  </a:lnTo>
                  <a:lnTo>
                    <a:pt x="9701" y="21350"/>
                  </a:lnTo>
                  <a:lnTo>
                    <a:pt x="10002" y="21433"/>
                  </a:lnTo>
                  <a:lnTo>
                    <a:pt x="10131" y="21433"/>
                  </a:lnTo>
                  <a:lnTo>
                    <a:pt x="10304" y="21392"/>
                  </a:lnTo>
                  <a:lnTo>
                    <a:pt x="10348" y="21308"/>
                  </a:lnTo>
                  <a:lnTo>
                    <a:pt x="10390" y="21267"/>
                  </a:lnTo>
                  <a:lnTo>
                    <a:pt x="10390" y="21183"/>
                  </a:lnTo>
                  <a:lnTo>
                    <a:pt x="10348" y="21100"/>
                  </a:lnTo>
                  <a:lnTo>
                    <a:pt x="10261" y="21017"/>
                  </a:lnTo>
                  <a:lnTo>
                    <a:pt x="10131" y="20933"/>
                  </a:lnTo>
                  <a:lnTo>
                    <a:pt x="9916" y="20850"/>
                  </a:lnTo>
                  <a:lnTo>
                    <a:pt x="9873" y="20850"/>
                  </a:lnTo>
                  <a:lnTo>
                    <a:pt x="9873" y="20433"/>
                  </a:lnTo>
                  <a:lnTo>
                    <a:pt x="9830" y="20224"/>
                  </a:lnTo>
                  <a:lnTo>
                    <a:pt x="10131" y="20307"/>
                  </a:lnTo>
                  <a:lnTo>
                    <a:pt x="10520" y="20390"/>
                  </a:lnTo>
                  <a:lnTo>
                    <a:pt x="10433" y="20600"/>
                  </a:lnTo>
                  <a:lnTo>
                    <a:pt x="10433" y="20766"/>
                  </a:lnTo>
                  <a:lnTo>
                    <a:pt x="10477" y="20975"/>
                  </a:lnTo>
                  <a:lnTo>
                    <a:pt x="10563" y="21142"/>
                  </a:lnTo>
                  <a:lnTo>
                    <a:pt x="10433" y="21350"/>
                  </a:lnTo>
                  <a:lnTo>
                    <a:pt x="10433" y="21433"/>
                  </a:lnTo>
                  <a:lnTo>
                    <a:pt x="10477" y="21558"/>
                  </a:lnTo>
                  <a:lnTo>
                    <a:pt x="10606" y="21600"/>
                  </a:lnTo>
                  <a:lnTo>
                    <a:pt x="10692" y="21558"/>
                  </a:lnTo>
                  <a:lnTo>
                    <a:pt x="10908" y="21433"/>
                  </a:lnTo>
                  <a:lnTo>
                    <a:pt x="11080" y="21267"/>
                  </a:lnTo>
                  <a:lnTo>
                    <a:pt x="11425" y="20933"/>
                  </a:lnTo>
                  <a:lnTo>
                    <a:pt x="12157" y="20140"/>
                  </a:lnTo>
                  <a:lnTo>
                    <a:pt x="13581" y="18640"/>
                  </a:lnTo>
                  <a:lnTo>
                    <a:pt x="15046" y="16971"/>
                  </a:lnTo>
                  <a:lnTo>
                    <a:pt x="16470" y="15303"/>
                  </a:lnTo>
                  <a:lnTo>
                    <a:pt x="17806" y="13594"/>
                  </a:lnTo>
                  <a:lnTo>
                    <a:pt x="19057" y="11884"/>
                  </a:lnTo>
                  <a:lnTo>
                    <a:pt x="20349" y="10174"/>
                  </a:lnTo>
                  <a:lnTo>
                    <a:pt x="20910" y="9382"/>
                  </a:lnTo>
                  <a:lnTo>
                    <a:pt x="21169" y="8966"/>
                  </a:lnTo>
                  <a:lnTo>
                    <a:pt x="21427" y="8507"/>
                  </a:lnTo>
                  <a:lnTo>
                    <a:pt x="21513" y="8507"/>
                  </a:lnTo>
                  <a:lnTo>
                    <a:pt x="21557" y="8464"/>
                  </a:lnTo>
                  <a:lnTo>
                    <a:pt x="21600" y="8381"/>
                  </a:lnTo>
                  <a:lnTo>
                    <a:pt x="21600" y="8299"/>
                  </a:lnTo>
                  <a:lnTo>
                    <a:pt x="21471" y="8048"/>
                  </a:lnTo>
                  <a:lnTo>
                    <a:pt x="21341" y="7798"/>
                  </a:lnTo>
                  <a:lnTo>
                    <a:pt x="20954" y="7381"/>
                  </a:lnTo>
                  <a:lnTo>
                    <a:pt x="20737" y="7214"/>
                  </a:lnTo>
                  <a:lnTo>
                    <a:pt x="20479" y="7047"/>
                  </a:lnTo>
                  <a:lnTo>
                    <a:pt x="20306" y="6964"/>
                  </a:lnTo>
                  <a:lnTo>
                    <a:pt x="20134" y="6922"/>
                  </a:lnTo>
                  <a:lnTo>
                    <a:pt x="19875" y="6339"/>
                  </a:lnTo>
                  <a:lnTo>
                    <a:pt x="19789" y="6047"/>
                  </a:lnTo>
                  <a:lnTo>
                    <a:pt x="19745" y="5754"/>
                  </a:lnTo>
                  <a:lnTo>
                    <a:pt x="19745" y="5587"/>
                  </a:lnTo>
                  <a:lnTo>
                    <a:pt x="19660" y="5421"/>
                  </a:lnTo>
                  <a:lnTo>
                    <a:pt x="19574" y="5337"/>
                  </a:lnTo>
                  <a:lnTo>
                    <a:pt x="19357" y="5337"/>
                  </a:lnTo>
                  <a:lnTo>
                    <a:pt x="19272" y="5379"/>
                  </a:lnTo>
                  <a:lnTo>
                    <a:pt x="19228" y="5421"/>
                  </a:lnTo>
                  <a:lnTo>
                    <a:pt x="19272" y="5504"/>
                  </a:lnTo>
                  <a:lnTo>
                    <a:pt x="19315" y="5546"/>
                  </a:lnTo>
                  <a:lnTo>
                    <a:pt x="19315" y="6089"/>
                  </a:lnTo>
                  <a:lnTo>
                    <a:pt x="19357" y="6297"/>
                  </a:lnTo>
                  <a:lnTo>
                    <a:pt x="19444" y="6547"/>
                  </a:lnTo>
                  <a:lnTo>
                    <a:pt x="19616" y="6964"/>
                  </a:lnTo>
                  <a:lnTo>
                    <a:pt x="19962" y="7964"/>
                  </a:lnTo>
                  <a:lnTo>
                    <a:pt x="20005" y="8048"/>
                  </a:lnTo>
                  <a:lnTo>
                    <a:pt x="19444" y="7923"/>
                  </a:lnTo>
                  <a:lnTo>
                    <a:pt x="18711" y="7798"/>
                  </a:lnTo>
                  <a:lnTo>
                    <a:pt x="17978" y="7631"/>
                  </a:lnTo>
                  <a:lnTo>
                    <a:pt x="17848" y="7547"/>
                  </a:lnTo>
                  <a:lnTo>
                    <a:pt x="17892" y="7506"/>
                  </a:lnTo>
                  <a:lnTo>
                    <a:pt x="18021" y="7297"/>
                  </a:lnTo>
                  <a:lnTo>
                    <a:pt x="18452" y="6714"/>
                  </a:lnTo>
                  <a:lnTo>
                    <a:pt x="18840" y="6130"/>
                  </a:lnTo>
                  <a:lnTo>
                    <a:pt x="19142" y="5587"/>
                  </a:lnTo>
                  <a:lnTo>
                    <a:pt x="19228" y="5504"/>
                  </a:lnTo>
                  <a:lnTo>
                    <a:pt x="19228" y="5379"/>
                  </a:lnTo>
                  <a:lnTo>
                    <a:pt x="19186" y="5254"/>
                  </a:lnTo>
                  <a:lnTo>
                    <a:pt x="19099" y="5129"/>
                  </a:lnTo>
                  <a:lnTo>
                    <a:pt x="18884" y="4921"/>
                  </a:lnTo>
                  <a:lnTo>
                    <a:pt x="18323" y="4587"/>
                  </a:lnTo>
                  <a:lnTo>
                    <a:pt x="17073" y="3712"/>
                  </a:lnTo>
                  <a:lnTo>
                    <a:pt x="14615" y="1960"/>
                  </a:lnTo>
                  <a:lnTo>
                    <a:pt x="13452" y="1167"/>
                  </a:lnTo>
                  <a:lnTo>
                    <a:pt x="12287" y="375"/>
                  </a:lnTo>
                  <a:lnTo>
                    <a:pt x="11899" y="167"/>
                  </a:lnTo>
                  <a:lnTo>
                    <a:pt x="11511" y="42"/>
                  </a:lnTo>
                  <a:lnTo>
                    <a:pt x="11296"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162" name="Google Shape;375;p7"/>
            <p:cNvSpPr/>
            <p:nvPr/>
          </p:nvSpPr>
          <p:spPr>
            <a:xfrm>
              <a:off x="1100105" y="929060"/>
              <a:ext cx="588227" cy="46694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826" y="3478"/>
                  </a:moveTo>
                  <a:lnTo>
                    <a:pt x="13094" y="3535"/>
                  </a:lnTo>
                  <a:lnTo>
                    <a:pt x="13584" y="3703"/>
                  </a:lnTo>
                  <a:lnTo>
                    <a:pt x="14028" y="3983"/>
                  </a:lnTo>
                  <a:lnTo>
                    <a:pt x="13895" y="3983"/>
                  </a:lnTo>
                  <a:lnTo>
                    <a:pt x="12915" y="4433"/>
                  </a:lnTo>
                  <a:lnTo>
                    <a:pt x="11980" y="4881"/>
                  </a:lnTo>
                  <a:lnTo>
                    <a:pt x="11224" y="5274"/>
                  </a:lnTo>
                  <a:lnTo>
                    <a:pt x="10421" y="5667"/>
                  </a:lnTo>
                  <a:lnTo>
                    <a:pt x="9665" y="6172"/>
                  </a:lnTo>
                  <a:lnTo>
                    <a:pt x="9308" y="6452"/>
                  </a:lnTo>
                  <a:lnTo>
                    <a:pt x="8996" y="6788"/>
                  </a:lnTo>
                  <a:lnTo>
                    <a:pt x="9264" y="6228"/>
                  </a:lnTo>
                  <a:lnTo>
                    <a:pt x="9575" y="5723"/>
                  </a:lnTo>
                  <a:lnTo>
                    <a:pt x="9887" y="5217"/>
                  </a:lnTo>
                  <a:lnTo>
                    <a:pt x="10244" y="4826"/>
                  </a:lnTo>
                  <a:lnTo>
                    <a:pt x="10645" y="4433"/>
                  </a:lnTo>
                  <a:lnTo>
                    <a:pt x="11045" y="4096"/>
                  </a:lnTo>
                  <a:lnTo>
                    <a:pt x="11535" y="3815"/>
                  </a:lnTo>
                  <a:lnTo>
                    <a:pt x="12025" y="3591"/>
                  </a:lnTo>
                  <a:lnTo>
                    <a:pt x="12292" y="3535"/>
                  </a:lnTo>
                  <a:lnTo>
                    <a:pt x="12559" y="3478"/>
                  </a:lnTo>
                  <a:close/>
                  <a:moveTo>
                    <a:pt x="1559" y="3255"/>
                  </a:moveTo>
                  <a:lnTo>
                    <a:pt x="1514" y="3310"/>
                  </a:lnTo>
                  <a:lnTo>
                    <a:pt x="1336" y="3478"/>
                  </a:lnTo>
                  <a:lnTo>
                    <a:pt x="1202" y="3703"/>
                  </a:lnTo>
                  <a:lnTo>
                    <a:pt x="980" y="4151"/>
                  </a:lnTo>
                  <a:lnTo>
                    <a:pt x="713" y="3983"/>
                  </a:lnTo>
                  <a:lnTo>
                    <a:pt x="534" y="3703"/>
                  </a:lnTo>
                  <a:lnTo>
                    <a:pt x="312" y="3423"/>
                  </a:lnTo>
                  <a:lnTo>
                    <a:pt x="222" y="3366"/>
                  </a:lnTo>
                  <a:lnTo>
                    <a:pt x="134" y="3366"/>
                  </a:lnTo>
                  <a:lnTo>
                    <a:pt x="44" y="3423"/>
                  </a:lnTo>
                  <a:lnTo>
                    <a:pt x="0" y="3535"/>
                  </a:lnTo>
                  <a:lnTo>
                    <a:pt x="0" y="3815"/>
                  </a:lnTo>
                  <a:lnTo>
                    <a:pt x="89" y="4039"/>
                  </a:lnTo>
                  <a:lnTo>
                    <a:pt x="177" y="4264"/>
                  </a:lnTo>
                  <a:lnTo>
                    <a:pt x="312" y="4489"/>
                  </a:lnTo>
                  <a:lnTo>
                    <a:pt x="489" y="4657"/>
                  </a:lnTo>
                  <a:lnTo>
                    <a:pt x="713" y="4769"/>
                  </a:lnTo>
                  <a:lnTo>
                    <a:pt x="356" y="5667"/>
                  </a:lnTo>
                  <a:lnTo>
                    <a:pt x="89" y="6565"/>
                  </a:lnTo>
                  <a:lnTo>
                    <a:pt x="89" y="6845"/>
                  </a:lnTo>
                  <a:lnTo>
                    <a:pt x="177" y="6956"/>
                  </a:lnTo>
                  <a:lnTo>
                    <a:pt x="267" y="7013"/>
                  </a:lnTo>
                  <a:lnTo>
                    <a:pt x="356" y="7069"/>
                  </a:lnTo>
                  <a:lnTo>
                    <a:pt x="446" y="7013"/>
                  </a:lnTo>
                  <a:lnTo>
                    <a:pt x="534" y="6956"/>
                  </a:lnTo>
                  <a:lnTo>
                    <a:pt x="623" y="6845"/>
                  </a:lnTo>
                  <a:lnTo>
                    <a:pt x="1202" y="5106"/>
                  </a:lnTo>
                  <a:lnTo>
                    <a:pt x="1514" y="4264"/>
                  </a:lnTo>
                  <a:lnTo>
                    <a:pt x="1603" y="3815"/>
                  </a:lnTo>
                  <a:lnTo>
                    <a:pt x="1693" y="3366"/>
                  </a:lnTo>
                  <a:lnTo>
                    <a:pt x="1648" y="3310"/>
                  </a:lnTo>
                  <a:lnTo>
                    <a:pt x="1603" y="3255"/>
                  </a:lnTo>
                  <a:close/>
                  <a:moveTo>
                    <a:pt x="14207" y="4151"/>
                  </a:moveTo>
                  <a:lnTo>
                    <a:pt x="14519" y="4489"/>
                  </a:lnTo>
                  <a:lnTo>
                    <a:pt x="14741" y="4826"/>
                  </a:lnTo>
                  <a:lnTo>
                    <a:pt x="14831" y="4994"/>
                  </a:lnTo>
                  <a:lnTo>
                    <a:pt x="14341" y="5217"/>
                  </a:lnTo>
                  <a:lnTo>
                    <a:pt x="13895" y="5442"/>
                  </a:lnTo>
                  <a:lnTo>
                    <a:pt x="11847" y="6396"/>
                  </a:lnTo>
                  <a:lnTo>
                    <a:pt x="10021" y="7294"/>
                  </a:lnTo>
                  <a:lnTo>
                    <a:pt x="9086" y="7799"/>
                  </a:lnTo>
                  <a:lnTo>
                    <a:pt x="8640" y="8079"/>
                  </a:lnTo>
                  <a:lnTo>
                    <a:pt x="8239" y="8415"/>
                  </a:lnTo>
                  <a:lnTo>
                    <a:pt x="8907" y="6956"/>
                  </a:lnTo>
                  <a:lnTo>
                    <a:pt x="8952" y="6956"/>
                  </a:lnTo>
                  <a:lnTo>
                    <a:pt x="10154" y="6228"/>
                  </a:lnTo>
                  <a:lnTo>
                    <a:pt x="11357" y="5554"/>
                  </a:lnTo>
                  <a:lnTo>
                    <a:pt x="13851" y="4376"/>
                  </a:lnTo>
                  <a:lnTo>
                    <a:pt x="13895" y="4489"/>
                  </a:lnTo>
                  <a:lnTo>
                    <a:pt x="13985" y="4544"/>
                  </a:lnTo>
                  <a:lnTo>
                    <a:pt x="14073" y="4601"/>
                  </a:lnTo>
                  <a:lnTo>
                    <a:pt x="14163" y="4544"/>
                  </a:lnTo>
                  <a:lnTo>
                    <a:pt x="14252" y="4433"/>
                  </a:lnTo>
                  <a:lnTo>
                    <a:pt x="14252" y="4264"/>
                  </a:lnTo>
                  <a:lnTo>
                    <a:pt x="14207" y="4151"/>
                  </a:lnTo>
                  <a:close/>
                  <a:moveTo>
                    <a:pt x="14965" y="5385"/>
                  </a:moveTo>
                  <a:lnTo>
                    <a:pt x="15053" y="5499"/>
                  </a:lnTo>
                  <a:lnTo>
                    <a:pt x="15098" y="5499"/>
                  </a:lnTo>
                  <a:lnTo>
                    <a:pt x="15277" y="6003"/>
                  </a:lnTo>
                  <a:lnTo>
                    <a:pt x="15232" y="6003"/>
                  </a:lnTo>
                  <a:lnTo>
                    <a:pt x="15143" y="6060"/>
                  </a:lnTo>
                  <a:lnTo>
                    <a:pt x="14920" y="6283"/>
                  </a:lnTo>
                  <a:lnTo>
                    <a:pt x="14697" y="6452"/>
                  </a:lnTo>
                  <a:lnTo>
                    <a:pt x="14207" y="6733"/>
                  </a:lnTo>
                  <a:lnTo>
                    <a:pt x="13673" y="7013"/>
                  </a:lnTo>
                  <a:lnTo>
                    <a:pt x="13138" y="7238"/>
                  </a:lnTo>
                  <a:lnTo>
                    <a:pt x="12069" y="7686"/>
                  </a:lnTo>
                  <a:lnTo>
                    <a:pt x="11000" y="8247"/>
                  </a:lnTo>
                  <a:lnTo>
                    <a:pt x="9976" y="8752"/>
                  </a:lnTo>
                  <a:lnTo>
                    <a:pt x="8952" y="9370"/>
                  </a:lnTo>
                  <a:lnTo>
                    <a:pt x="8194" y="9763"/>
                  </a:lnTo>
                  <a:lnTo>
                    <a:pt x="7794" y="10043"/>
                  </a:lnTo>
                  <a:lnTo>
                    <a:pt x="7393" y="10323"/>
                  </a:lnTo>
                  <a:lnTo>
                    <a:pt x="7660" y="9763"/>
                  </a:lnTo>
                  <a:lnTo>
                    <a:pt x="8106" y="8640"/>
                  </a:lnTo>
                  <a:lnTo>
                    <a:pt x="8996" y="8360"/>
                  </a:lnTo>
                  <a:lnTo>
                    <a:pt x="9842" y="7911"/>
                  </a:lnTo>
                  <a:lnTo>
                    <a:pt x="11491" y="7069"/>
                  </a:lnTo>
                  <a:lnTo>
                    <a:pt x="13272" y="6228"/>
                  </a:lnTo>
                  <a:lnTo>
                    <a:pt x="14118" y="5835"/>
                  </a:lnTo>
                  <a:lnTo>
                    <a:pt x="14965" y="5385"/>
                  </a:lnTo>
                  <a:close/>
                  <a:moveTo>
                    <a:pt x="6191" y="12848"/>
                  </a:moveTo>
                  <a:lnTo>
                    <a:pt x="6056" y="12905"/>
                  </a:lnTo>
                  <a:lnTo>
                    <a:pt x="6013" y="12960"/>
                  </a:lnTo>
                  <a:lnTo>
                    <a:pt x="6013" y="13016"/>
                  </a:lnTo>
                  <a:lnTo>
                    <a:pt x="5968" y="13409"/>
                  </a:lnTo>
                  <a:lnTo>
                    <a:pt x="5923" y="13746"/>
                  </a:lnTo>
                  <a:lnTo>
                    <a:pt x="5923" y="14139"/>
                  </a:lnTo>
                  <a:lnTo>
                    <a:pt x="5968" y="14307"/>
                  </a:lnTo>
                  <a:lnTo>
                    <a:pt x="6056" y="14475"/>
                  </a:lnTo>
                  <a:lnTo>
                    <a:pt x="6101" y="14531"/>
                  </a:lnTo>
                  <a:lnTo>
                    <a:pt x="6280" y="14531"/>
                  </a:lnTo>
                  <a:lnTo>
                    <a:pt x="6325" y="14475"/>
                  </a:lnTo>
                  <a:lnTo>
                    <a:pt x="6413" y="14362"/>
                  </a:lnTo>
                  <a:lnTo>
                    <a:pt x="6458" y="14194"/>
                  </a:lnTo>
                  <a:lnTo>
                    <a:pt x="6458" y="13409"/>
                  </a:lnTo>
                  <a:lnTo>
                    <a:pt x="6413" y="13016"/>
                  </a:lnTo>
                  <a:lnTo>
                    <a:pt x="6368" y="12960"/>
                  </a:lnTo>
                  <a:lnTo>
                    <a:pt x="6325" y="12905"/>
                  </a:lnTo>
                  <a:lnTo>
                    <a:pt x="6191" y="12848"/>
                  </a:lnTo>
                  <a:close/>
                  <a:moveTo>
                    <a:pt x="6325" y="14812"/>
                  </a:moveTo>
                  <a:lnTo>
                    <a:pt x="6235" y="14869"/>
                  </a:lnTo>
                  <a:lnTo>
                    <a:pt x="6146" y="14924"/>
                  </a:lnTo>
                  <a:lnTo>
                    <a:pt x="6101" y="14980"/>
                  </a:lnTo>
                  <a:lnTo>
                    <a:pt x="6056" y="15148"/>
                  </a:lnTo>
                  <a:lnTo>
                    <a:pt x="6056" y="15260"/>
                  </a:lnTo>
                  <a:lnTo>
                    <a:pt x="5968" y="15765"/>
                  </a:lnTo>
                  <a:lnTo>
                    <a:pt x="5968" y="16271"/>
                  </a:lnTo>
                  <a:lnTo>
                    <a:pt x="6013" y="16439"/>
                  </a:lnTo>
                  <a:lnTo>
                    <a:pt x="6056" y="16494"/>
                  </a:lnTo>
                  <a:lnTo>
                    <a:pt x="6146" y="16551"/>
                  </a:lnTo>
                  <a:lnTo>
                    <a:pt x="6280" y="16551"/>
                  </a:lnTo>
                  <a:lnTo>
                    <a:pt x="6368" y="16494"/>
                  </a:lnTo>
                  <a:lnTo>
                    <a:pt x="6413" y="16439"/>
                  </a:lnTo>
                  <a:lnTo>
                    <a:pt x="6413" y="15710"/>
                  </a:lnTo>
                  <a:lnTo>
                    <a:pt x="6502" y="15148"/>
                  </a:lnTo>
                  <a:lnTo>
                    <a:pt x="6502" y="15037"/>
                  </a:lnTo>
                  <a:lnTo>
                    <a:pt x="6458" y="14924"/>
                  </a:lnTo>
                  <a:lnTo>
                    <a:pt x="6413" y="14869"/>
                  </a:lnTo>
                  <a:lnTo>
                    <a:pt x="6325" y="14812"/>
                  </a:lnTo>
                  <a:close/>
                  <a:moveTo>
                    <a:pt x="17726" y="14531"/>
                  </a:moveTo>
                  <a:lnTo>
                    <a:pt x="17681" y="14644"/>
                  </a:lnTo>
                  <a:lnTo>
                    <a:pt x="17592" y="15092"/>
                  </a:lnTo>
                  <a:lnTo>
                    <a:pt x="17503" y="15485"/>
                  </a:lnTo>
                  <a:lnTo>
                    <a:pt x="17458" y="16383"/>
                  </a:lnTo>
                  <a:lnTo>
                    <a:pt x="17503" y="16494"/>
                  </a:lnTo>
                  <a:lnTo>
                    <a:pt x="17547" y="16608"/>
                  </a:lnTo>
                  <a:lnTo>
                    <a:pt x="17637" y="16663"/>
                  </a:lnTo>
                  <a:lnTo>
                    <a:pt x="17726" y="16719"/>
                  </a:lnTo>
                  <a:lnTo>
                    <a:pt x="17814" y="16719"/>
                  </a:lnTo>
                  <a:lnTo>
                    <a:pt x="17904" y="16663"/>
                  </a:lnTo>
                  <a:lnTo>
                    <a:pt x="17948" y="16608"/>
                  </a:lnTo>
                  <a:lnTo>
                    <a:pt x="17993" y="16494"/>
                  </a:lnTo>
                  <a:lnTo>
                    <a:pt x="17993" y="15037"/>
                  </a:lnTo>
                  <a:lnTo>
                    <a:pt x="17904" y="14644"/>
                  </a:lnTo>
                  <a:lnTo>
                    <a:pt x="17859" y="14531"/>
                  </a:lnTo>
                  <a:close/>
                  <a:moveTo>
                    <a:pt x="15454" y="6396"/>
                  </a:moveTo>
                  <a:lnTo>
                    <a:pt x="15766" y="7463"/>
                  </a:lnTo>
                  <a:lnTo>
                    <a:pt x="15499" y="7631"/>
                  </a:lnTo>
                  <a:lnTo>
                    <a:pt x="15187" y="7799"/>
                  </a:lnTo>
                  <a:lnTo>
                    <a:pt x="14608" y="8136"/>
                  </a:lnTo>
                  <a:lnTo>
                    <a:pt x="13317" y="8920"/>
                  </a:lnTo>
                  <a:lnTo>
                    <a:pt x="12114" y="9650"/>
                  </a:lnTo>
                  <a:lnTo>
                    <a:pt x="10912" y="10268"/>
                  </a:lnTo>
                  <a:lnTo>
                    <a:pt x="9798" y="10716"/>
                  </a:lnTo>
                  <a:lnTo>
                    <a:pt x="8640" y="11166"/>
                  </a:lnTo>
                  <a:lnTo>
                    <a:pt x="8106" y="11445"/>
                  </a:lnTo>
                  <a:lnTo>
                    <a:pt x="7572" y="11782"/>
                  </a:lnTo>
                  <a:lnTo>
                    <a:pt x="7036" y="12118"/>
                  </a:lnTo>
                  <a:lnTo>
                    <a:pt x="6592" y="12568"/>
                  </a:lnTo>
                  <a:lnTo>
                    <a:pt x="6547" y="12623"/>
                  </a:lnTo>
                  <a:lnTo>
                    <a:pt x="6547" y="12680"/>
                  </a:lnTo>
                  <a:lnTo>
                    <a:pt x="6592" y="12736"/>
                  </a:lnTo>
                  <a:lnTo>
                    <a:pt x="6635" y="12736"/>
                  </a:lnTo>
                  <a:lnTo>
                    <a:pt x="7794" y="12175"/>
                  </a:lnTo>
                  <a:lnTo>
                    <a:pt x="8907" y="11614"/>
                  </a:lnTo>
                  <a:lnTo>
                    <a:pt x="10154" y="11109"/>
                  </a:lnTo>
                  <a:lnTo>
                    <a:pt x="11401" y="10548"/>
                  </a:lnTo>
                  <a:lnTo>
                    <a:pt x="12559" y="9986"/>
                  </a:lnTo>
                  <a:lnTo>
                    <a:pt x="13673" y="9313"/>
                  </a:lnTo>
                  <a:lnTo>
                    <a:pt x="14965" y="8529"/>
                  </a:lnTo>
                  <a:lnTo>
                    <a:pt x="15454" y="8247"/>
                  </a:lnTo>
                  <a:lnTo>
                    <a:pt x="15677" y="8079"/>
                  </a:lnTo>
                  <a:lnTo>
                    <a:pt x="15944" y="7967"/>
                  </a:lnTo>
                  <a:lnTo>
                    <a:pt x="15988" y="8191"/>
                  </a:lnTo>
                  <a:lnTo>
                    <a:pt x="16300" y="8977"/>
                  </a:lnTo>
                  <a:lnTo>
                    <a:pt x="16256" y="8977"/>
                  </a:lnTo>
                  <a:lnTo>
                    <a:pt x="16212" y="8865"/>
                  </a:lnTo>
                  <a:lnTo>
                    <a:pt x="16123" y="8809"/>
                  </a:lnTo>
                  <a:lnTo>
                    <a:pt x="16033" y="8752"/>
                  </a:lnTo>
                  <a:lnTo>
                    <a:pt x="15944" y="8809"/>
                  </a:lnTo>
                  <a:lnTo>
                    <a:pt x="14831" y="9538"/>
                  </a:lnTo>
                  <a:lnTo>
                    <a:pt x="13718" y="10211"/>
                  </a:lnTo>
                  <a:lnTo>
                    <a:pt x="12559" y="10829"/>
                  </a:lnTo>
                  <a:lnTo>
                    <a:pt x="11446" y="11445"/>
                  </a:lnTo>
                  <a:lnTo>
                    <a:pt x="10288" y="12007"/>
                  </a:lnTo>
                  <a:lnTo>
                    <a:pt x="9129" y="12512"/>
                  </a:lnTo>
                  <a:lnTo>
                    <a:pt x="8061" y="12960"/>
                  </a:lnTo>
                  <a:lnTo>
                    <a:pt x="7482" y="13241"/>
                  </a:lnTo>
                  <a:lnTo>
                    <a:pt x="7259" y="13409"/>
                  </a:lnTo>
                  <a:lnTo>
                    <a:pt x="6992" y="13578"/>
                  </a:lnTo>
                  <a:lnTo>
                    <a:pt x="6992" y="13689"/>
                  </a:lnTo>
                  <a:lnTo>
                    <a:pt x="7615" y="13689"/>
                  </a:lnTo>
                  <a:lnTo>
                    <a:pt x="8149" y="13466"/>
                  </a:lnTo>
                  <a:lnTo>
                    <a:pt x="9264" y="13016"/>
                  </a:lnTo>
                  <a:lnTo>
                    <a:pt x="10466" y="12455"/>
                  </a:lnTo>
                  <a:lnTo>
                    <a:pt x="11668" y="11894"/>
                  </a:lnTo>
                  <a:lnTo>
                    <a:pt x="12782" y="11334"/>
                  </a:lnTo>
                  <a:lnTo>
                    <a:pt x="13851" y="10716"/>
                  </a:lnTo>
                  <a:lnTo>
                    <a:pt x="14920" y="10099"/>
                  </a:lnTo>
                  <a:lnTo>
                    <a:pt x="15944" y="9425"/>
                  </a:lnTo>
                  <a:lnTo>
                    <a:pt x="16033" y="9482"/>
                  </a:lnTo>
                  <a:lnTo>
                    <a:pt x="16167" y="9482"/>
                  </a:lnTo>
                  <a:lnTo>
                    <a:pt x="16256" y="9425"/>
                  </a:lnTo>
                  <a:lnTo>
                    <a:pt x="16345" y="9313"/>
                  </a:lnTo>
                  <a:lnTo>
                    <a:pt x="16390" y="9257"/>
                  </a:lnTo>
                  <a:lnTo>
                    <a:pt x="16834" y="10268"/>
                  </a:lnTo>
                  <a:lnTo>
                    <a:pt x="16567" y="10379"/>
                  </a:lnTo>
                  <a:lnTo>
                    <a:pt x="16345" y="10491"/>
                  </a:lnTo>
                  <a:lnTo>
                    <a:pt x="15677" y="10829"/>
                  </a:lnTo>
                  <a:lnTo>
                    <a:pt x="15053" y="11221"/>
                  </a:lnTo>
                  <a:lnTo>
                    <a:pt x="13628" y="12175"/>
                  </a:lnTo>
                  <a:lnTo>
                    <a:pt x="12960" y="12623"/>
                  </a:lnTo>
                  <a:lnTo>
                    <a:pt x="12204" y="13073"/>
                  </a:lnTo>
                  <a:lnTo>
                    <a:pt x="11446" y="13409"/>
                  </a:lnTo>
                  <a:lnTo>
                    <a:pt x="10688" y="13689"/>
                  </a:lnTo>
                  <a:lnTo>
                    <a:pt x="9129" y="14251"/>
                  </a:lnTo>
                  <a:lnTo>
                    <a:pt x="7527" y="14869"/>
                  </a:lnTo>
                  <a:lnTo>
                    <a:pt x="7036" y="15092"/>
                  </a:lnTo>
                  <a:lnTo>
                    <a:pt x="6859" y="15317"/>
                  </a:lnTo>
                  <a:lnTo>
                    <a:pt x="6769" y="15373"/>
                  </a:lnTo>
                  <a:lnTo>
                    <a:pt x="6769" y="15317"/>
                  </a:lnTo>
                  <a:lnTo>
                    <a:pt x="6725" y="15260"/>
                  </a:lnTo>
                  <a:lnTo>
                    <a:pt x="6725" y="15317"/>
                  </a:lnTo>
                  <a:lnTo>
                    <a:pt x="6680" y="15428"/>
                  </a:lnTo>
                  <a:lnTo>
                    <a:pt x="6680" y="15597"/>
                  </a:lnTo>
                  <a:lnTo>
                    <a:pt x="6725" y="15653"/>
                  </a:lnTo>
                  <a:lnTo>
                    <a:pt x="6769" y="15653"/>
                  </a:lnTo>
                  <a:lnTo>
                    <a:pt x="7036" y="15485"/>
                  </a:lnTo>
                  <a:lnTo>
                    <a:pt x="7304" y="15373"/>
                  </a:lnTo>
                  <a:lnTo>
                    <a:pt x="7927" y="15205"/>
                  </a:lnTo>
                  <a:lnTo>
                    <a:pt x="9353" y="14644"/>
                  </a:lnTo>
                  <a:lnTo>
                    <a:pt x="10778" y="14194"/>
                  </a:lnTo>
                  <a:lnTo>
                    <a:pt x="11491" y="13914"/>
                  </a:lnTo>
                  <a:lnTo>
                    <a:pt x="12159" y="13578"/>
                  </a:lnTo>
                  <a:lnTo>
                    <a:pt x="12782" y="13298"/>
                  </a:lnTo>
                  <a:lnTo>
                    <a:pt x="13361" y="12905"/>
                  </a:lnTo>
                  <a:lnTo>
                    <a:pt x="14519" y="12118"/>
                  </a:lnTo>
                  <a:lnTo>
                    <a:pt x="15143" y="11725"/>
                  </a:lnTo>
                  <a:lnTo>
                    <a:pt x="15766" y="11334"/>
                  </a:lnTo>
                  <a:lnTo>
                    <a:pt x="16479" y="10997"/>
                  </a:lnTo>
                  <a:lnTo>
                    <a:pt x="16701" y="10884"/>
                  </a:lnTo>
                  <a:lnTo>
                    <a:pt x="17013" y="10772"/>
                  </a:lnTo>
                  <a:lnTo>
                    <a:pt x="17058" y="10829"/>
                  </a:lnTo>
                  <a:lnTo>
                    <a:pt x="17191" y="10829"/>
                  </a:lnTo>
                  <a:lnTo>
                    <a:pt x="17236" y="10997"/>
                  </a:lnTo>
                  <a:lnTo>
                    <a:pt x="16791" y="11277"/>
                  </a:lnTo>
                  <a:lnTo>
                    <a:pt x="16390" y="11614"/>
                  </a:lnTo>
                  <a:lnTo>
                    <a:pt x="15098" y="12568"/>
                  </a:lnTo>
                  <a:lnTo>
                    <a:pt x="13761" y="13409"/>
                  </a:lnTo>
                  <a:lnTo>
                    <a:pt x="12381" y="14139"/>
                  </a:lnTo>
                  <a:lnTo>
                    <a:pt x="11000" y="14812"/>
                  </a:lnTo>
                  <a:lnTo>
                    <a:pt x="9575" y="15428"/>
                  </a:lnTo>
                  <a:lnTo>
                    <a:pt x="8194" y="15990"/>
                  </a:lnTo>
                  <a:lnTo>
                    <a:pt x="7527" y="16271"/>
                  </a:lnTo>
                  <a:lnTo>
                    <a:pt x="7170" y="16439"/>
                  </a:lnTo>
                  <a:lnTo>
                    <a:pt x="6859" y="16663"/>
                  </a:lnTo>
                  <a:lnTo>
                    <a:pt x="6814" y="16719"/>
                  </a:lnTo>
                  <a:lnTo>
                    <a:pt x="6814" y="16831"/>
                  </a:lnTo>
                  <a:lnTo>
                    <a:pt x="6903" y="16888"/>
                  </a:lnTo>
                  <a:lnTo>
                    <a:pt x="7215" y="16831"/>
                  </a:lnTo>
                  <a:lnTo>
                    <a:pt x="7527" y="16776"/>
                  </a:lnTo>
                  <a:lnTo>
                    <a:pt x="8149" y="16551"/>
                  </a:lnTo>
                  <a:lnTo>
                    <a:pt x="8907" y="16215"/>
                  </a:lnTo>
                  <a:lnTo>
                    <a:pt x="9665" y="15935"/>
                  </a:lnTo>
                  <a:lnTo>
                    <a:pt x="11179" y="15317"/>
                  </a:lnTo>
                  <a:lnTo>
                    <a:pt x="12648" y="14587"/>
                  </a:lnTo>
                  <a:lnTo>
                    <a:pt x="13895" y="13858"/>
                  </a:lnTo>
                  <a:lnTo>
                    <a:pt x="15143" y="13128"/>
                  </a:lnTo>
                  <a:lnTo>
                    <a:pt x="16479" y="12175"/>
                  </a:lnTo>
                  <a:lnTo>
                    <a:pt x="17013" y="11839"/>
                  </a:lnTo>
                  <a:lnTo>
                    <a:pt x="17280" y="11614"/>
                  </a:lnTo>
                  <a:lnTo>
                    <a:pt x="17503" y="11389"/>
                  </a:lnTo>
                  <a:lnTo>
                    <a:pt x="17637" y="11614"/>
                  </a:lnTo>
                  <a:lnTo>
                    <a:pt x="17637" y="11670"/>
                  </a:lnTo>
                  <a:lnTo>
                    <a:pt x="17503" y="12175"/>
                  </a:lnTo>
                  <a:lnTo>
                    <a:pt x="17503" y="12736"/>
                  </a:lnTo>
                  <a:lnTo>
                    <a:pt x="17414" y="12623"/>
                  </a:lnTo>
                  <a:lnTo>
                    <a:pt x="17280" y="12623"/>
                  </a:lnTo>
                  <a:lnTo>
                    <a:pt x="16791" y="12905"/>
                  </a:lnTo>
                  <a:lnTo>
                    <a:pt x="16300" y="13241"/>
                  </a:lnTo>
                  <a:lnTo>
                    <a:pt x="15410" y="13971"/>
                  </a:lnTo>
                  <a:lnTo>
                    <a:pt x="14875" y="14419"/>
                  </a:lnTo>
                  <a:lnTo>
                    <a:pt x="14297" y="14812"/>
                  </a:lnTo>
                  <a:lnTo>
                    <a:pt x="13718" y="15205"/>
                  </a:lnTo>
                  <a:lnTo>
                    <a:pt x="13138" y="15485"/>
                  </a:lnTo>
                  <a:lnTo>
                    <a:pt x="10511" y="16551"/>
                  </a:lnTo>
                  <a:lnTo>
                    <a:pt x="9398" y="16999"/>
                  </a:lnTo>
                  <a:lnTo>
                    <a:pt x="8862" y="17224"/>
                  </a:lnTo>
                  <a:lnTo>
                    <a:pt x="8328" y="17505"/>
                  </a:lnTo>
                  <a:lnTo>
                    <a:pt x="6413" y="17449"/>
                  </a:lnTo>
                  <a:lnTo>
                    <a:pt x="6368" y="17112"/>
                  </a:lnTo>
                  <a:lnTo>
                    <a:pt x="6280" y="16999"/>
                  </a:lnTo>
                  <a:lnTo>
                    <a:pt x="6101" y="16999"/>
                  </a:lnTo>
                  <a:lnTo>
                    <a:pt x="6056" y="17112"/>
                  </a:lnTo>
                  <a:lnTo>
                    <a:pt x="6013" y="17449"/>
                  </a:lnTo>
                  <a:lnTo>
                    <a:pt x="5076" y="17337"/>
                  </a:lnTo>
                  <a:lnTo>
                    <a:pt x="4632" y="17337"/>
                  </a:lnTo>
                  <a:lnTo>
                    <a:pt x="4142" y="17392"/>
                  </a:lnTo>
                  <a:lnTo>
                    <a:pt x="3786" y="17449"/>
                  </a:lnTo>
                  <a:lnTo>
                    <a:pt x="3474" y="17674"/>
                  </a:lnTo>
                  <a:lnTo>
                    <a:pt x="3429" y="16831"/>
                  </a:lnTo>
                  <a:lnTo>
                    <a:pt x="3295" y="14419"/>
                  </a:lnTo>
                  <a:lnTo>
                    <a:pt x="3295" y="14026"/>
                  </a:lnTo>
                  <a:lnTo>
                    <a:pt x="3607" y="14026"/>
                  </a:lnTo>
                  <a:lnTo>
                    <a:pt x="3963" y="13971"/>
                  </a:lnTo>
                  <a:lnTo>
                    <a:pt x="4275" y="13858"/>
                  </a:lnTo>
                  <a:lnTo>
                    <a:pt x="4587" y="13746"/>
                  </a:lnTo>
                  <a:lnTo>
                    <a:pt x="4899" y="13521"/>
                  </a:lnTo>
                  <a:lnTo>
                    <a:pt x="5211" y="13298"/>
                  </a:lnTo>
                  <a:lnTo>
                    <a:pt x="5745" y="12848"/>
                  </a:lnTo>
                  <a:lnTo>
                    <a:pt x="6146" y="12400"/>
                  </a:lnTo>
                  <a:lnTo>
                    <a:pt x="6502" y="11894"/>
                  </a:lnTo>
                  <a:lnTo>
                    <a:pt x="6814" y="11389"/>
                  </a:lnTo>
                  <a:lnTo>
                    <a:pt x="7126" y="10884"/>
                  </a:lnTo>
                  <a:lnTo>
                    <a:pt x="7615" y="10716"/>
                  </a:lnTo>
                  <a:lnTo>
                    <a:pt x="8061" y="10436"/>
                  </a:lnTo>
                  <a:lnTo>
                    <a:pt x="8996" y="9818"/>
                  </a:lnTo>
                  <a:lnTo>
                    <a:pt x="10199" y="9145"/>
                  </a:lnTo>
                  <a:lnTo>
                    <a:pt x="11357" y="8529"/>
                  </a:lnTo>
                  <a:lnTo>
                    <a:pt x="12514" y="8022"/>
                  </a:lnTo>
                  <a:lnTo>
                    <a:pt x="13673" y="7463"/>
                  </a:lnTo>
                  <a:lnTo>
                    <a:pt x="14608" y="7069"/>
                  </a:lnTo>
                  <a:lnTo>
                    <a:pt x="15098" y="6733"/>
                  </a:lnTo>
                  <a:lnTo>
                    <a:pt x="15320" y="6452"/>
                  </a:lnTo>
                  <a:lnTo>
                    <a:pt x="15454" y="6396"/>
                  </a:lnTo>
                  <a:close/>
                  <a:moveTo>
                    <a:pt x="2895" y="0"/>
                  </a:moveTo>
                  <a:lnTo>
                    <a:pt x="2716" y="57"/>
                  </a:lnTo>
                  <a:lnTo>
                    <a:pt x="2672" y="112"/>
                  </a:lnTo>
                  <a:lnTo>
                    <a:pt x="2627" y="168"/>
                  </a:lnTo>
                  <a:lnTo>
                    <a:pt x="2494" y="561"/>
                  </a:lnTo>
                  <a:lnTo>
                    <a:pt x="2405" y="786"/>
                  </a:lnTo>
                  <a:lnTo>
                    <a:pt x="1915" y="2189"/>
                  </a:lnTo>
                  <a:lnTo>
                    <a:pt x="1870" y="2357"/>
                  </a:lnTo>
                  <a:lnTo>
                    <a:pt x="1915" y="2469"/>
                  </a:lnTo>
                  <a:lnTo>
                    <a:pt x="1960" y="2580"/>
                  </a:lnTo>
                  <a:lnTo>
                    <a:pt x="2048" y="2693"/>
                  </a:lnTo>
                  <a:lnTo>
                    <a:pt x="2137" y="2749"/>
                  </a:lnTo>
                  <a:lnTo>
                    <a:pt x="2227" y="2749"/>
                  </a:lnTo>
                  <a:lnTo>
                    <a:pt x="2315" y="2693"/>
                  </a:lnTo>
                  <a:lnTo>
                    <a:pt x="2405" y="2525"/>
                  </a:lnTo>
                  <a:lnTo>
                    <a:pt x="2583" y="2076"/>
                  </a:lnTo>
                  <a:lnTo>
                    <a:pt x="2539" y="3310"/>
                  </a:lnTo>
                  <a:lnTo>
                    <a:pt x="2539" y="4544"/>
                  </a:lnTo>
                  <a:lnTo>
                    <a:pt x="2494" y="6228"/>
                  </a:lnTo>
                  <a:lnTo>
                    <a:pt x="2405" y="6283"/>
                  </a:lnTo>
                  <a:lnTo>
                    <a:pt x="2227" y="6228"/>
                  </a:lnTo>
                  <a:lnTo>
                    <a:pt x="2093" y="6115"/>
                  </a:lnTo>
                  <a:lnTo>
                    <a:pt x="1960" y="6115"/>
                  </a:lnTo>
                  <a:lnTo>
                    <a:pt x="1870" y="6172"/>
                  </a:lnTo>
                  <a:lnTo>
                    <a:pt x="1826" y="6283"/>
                  </a:lnTo>
                  <a:lnTo>
                    <a:pt x="1870" y="6452"/>
                  </a:lnTo>
                  <a:lnTo>
                    <a:pt x="2003" y="6565"/>
                  </a:lnTo>
                  <a:lnTo>
                    <a:pt x="2137" y="6676"/>
                  </a:lnTo>
                  <a:lnTo>
                    <a:pt x="2315" y="6733"/>
                  </a:lnTo>
                  <a:lnTo>
                    <a:pt x="2494" y="6788"/>
                  </a:lnTo>
                  <a:lnTo>
                    <a:pt x="2494" y="8472"/>
                  </a:lnTo>
                  <a:lnTo>
                    <a:pt x="2315" y="8529"/>
                  </a:lnTo>
                  <a:lnTo>
                    <a:pt x="2003" y="8584"/>
                  </a:lnTo>
                  <a:lnTo>
                    <a:pt x="1960" y="8697"/>
                  </a:lnTo>
                  <a:lnTo>
                    <a:pt x="1870" y="8752"/>
                  </a:lnTo>
                  <a:lnTo>
                    <a:pt x="1870" y="8809"/>
                  </a:lnTo>
                  <a:lnTo>
                    <a:pt x="1826" y="8865"/>
                  </a:lnTo>
                  <a:lnTo>
                    <a:pt x="1870" y="8920"/>
                  </a:lnTo>
                  <a:lnTo>
                    <a:pt x="1915" y="8920"/>
                  </a:lnTo>
                  <a:lnTo>
                    <a:pt x="2003" y="9033"/>
                  </a:lnTo>
                  <a:lnTo>
                    <a:pt x="2494" y="9033"/>
                  </a:lnTo>
                  <a:lnTo>
                    <a:pt x="2539" y="9482"/>
                  </a:lnTo>
                  <a:lnTo>
                    <a:pt x="2539" y="10941"/>
                  </a:lnTo>
                  <a:lnTo>
                    <a:pt x="2227" y="11052"/>
                  </a:lnTo>
                  <a:lnTo>
                    <a:pt x="1870" y="11277"/>
                  </a:lnTo>
                  <a:lnTo>
                    <a:pt x="1826" y="11334"/>
                  </a:lnTo>
                  <a:lnTo>
                    <a:pt x="1826" y="11389"/>
                  </a:lnTo>
                  <a:lnTo>
                    <a:pt x="1870" y="11445"/>
                  </a:lnTo>
                  <a:lnTo>
                    <a:pt x="1915" y="11502"/>
                  </a:lnTo>
                  <a:lnTo>
                    <a:pt x="2539" y="11502"/>
                  </a:lnTo>
                  <a:lnTo>
                    <a:pt x="2627" y="13689"/>
                  </a:lnTo>
                  <a:lnTo>
                    <a:pt x="2627" y="13746"/>
                  </a:lnTo>
                  <a:lnTo>
                    <a:pt x="2405" y="13689"/>
                  </a:lnTo>
                  <a:lnTo>
                    <a:pt x="1915" y="13689"/>
                  </a:lnTo>
                  <a:lnTo>
                    <a:pt x="1826" y="13746"/>
                  </a:lnTo>
                  <a:lnTo>
                    <a:pt x="1781" y="13858"/>
                  </a:lnTo>
                  <a:lnTo>
                    <a:pt x="1781" y="13971"/>
                  </a:lnTo>
                  <a:lnTo>
                    <a:pt x="1870" y="14082"/>
                  </a:lnTo>
                  <a:lnTo>
                    <a:pt x="2048" y="14139"/>
                  </a:lnTo>
                  <a:lnTo>
                    <a:pt x="2227" y="14251"/>
                  </a:lnTo>
                  <a:lnTo>
                    <a:pt x="2672" y="14362"/>
                  </a:lnTo>
                  <a:lnTo>
                    <a:pt x="2716" y="15935"/>
                  </a:lnTo>
                  <a:lnTo>
                    <a:pt x="2449" y="15935"/>
                  </a:lnTo>
                  <a:lnTo>
                    <a:pt x="2182" y="15990"/>
                  </a:lnTo>
                  <a:lnTo>
                    <a:pt x="2093" y="16103"/>
                  </a:lnTo>
                  <a:lnTo>
                    <a:pt x="2003" y="16215"/>
                  </a:lnTo>
                  <a:lnTo>
                    <a:pt x="1915" y="16326"/>
                  </a:lnTo>
                  <a:lnTo>
                    <a:pt x="1960" y="16439"/>
                  </a:lnTo>
                  <a:lnTo>
                    <a:pt x="2048" y="16551"/>
                  </a:lnTo>
                  <a:lnTo>
                    <a:pt x="2583" y="16551"/>
                  </a:lnTo>
                  <a:lnTo>
                    <a:pt x="2761" y="16608"/>
                  </a:lnTo>
                  <a:lnTo>
                    <a:pt x="2761" y="16663"/>
                  </a:lnTo>
                  <a:lnTo>
                    <a:pt x="2806" y="17897"/>
                  </a:lnTo>
                  <a:lnTo>
                    <a:pt x="2850" y="18290"/>
                  </a:lnTo>
                  <a:lnTo>
                    <a:pt x="2895" y="18515"/>
                  </a:lnTo>
                  <a:lnTo>
                    <a:pt x="3028" y="18683"/>
                  </a:lnTo>
                  <a:lnTo>
                    <a:pt x="3117" y="18740"/>
                  </a:lnTo>
                  <a:lnTo>
                    <a:pt x="3252" y="18740"/>
                  </a:lnTo>
                  <a:lnTo>
                    <a:pt x="3340" y="18683"/>
                  </a:lnTo>
                  <a:lnTo>
                    <a:pt x="3385" y="18572"/>
                  </a:lnTo>
                  <a:lnTo>
                    <a:pt x="3429" y="18515"/>
                  </a:lnTo>
                  <a:lnTo>
                    <a:pt x="3652" y="18290"/>
                  </a:lnTo>
                  <a:lnTo>
                    <a:pt x="3963" y="18178"/>
                  </a:lnTo>
                  <a:lnTo>
                    <a:pt x="4231" y="18122"/>
                  </a:lnTo>
                  <a:lnTo>
                    <a:pt x="4542" y="18122"/>
                  </a:lnTo>
                  <a:lnTo>
                    <a:pt x="4542" y="18683"/>
                  </a:lnTo>
                  <a:lnTo>
                    <a:pt x="4632" y="18908"/>
                  </a:lnTo>
                  <a:lnTo>
                    <a:pt x="4721" y="19131"/>
                  </a:lnTo>
                  <a:lnTo>
                    <a:pt x="4809" y="19245"/>
                  </a:lnTo>
                  <a:lnTo>
                    <a:pt x="4899" y="19188"/>
                  </a:lnTo>
                  <a:lnTo>
                    <a:pt x="4988" y="19131"/>
                  </a:lnTo>
                  <a:lnTo>
                    <a:pt x="5033" y="19020"/>
                  </a:lnTo>
                  <a:lnTo>
                    <a:pt x="4943" y="18683"/>
                  </a:lnTo>
                  <a:lnTo>
                    <a:pt x="4899" y="18458"/>
                  </a:lnTo>
                  <a:lnTo>
                    <a:pt x="4899" y="18178"/>
                  </a:lnTo>
                  <a:lnTo>
                    <a:pt x="6146" y="18234"/>
                  </a:lnTo>
                  <a:lnTo>
                    <a:pt x="6146" y="18572"/>
                  </a:lnTo>
                  <a:lnTo>
                    <a:pt x="6191" y="19300"/>
                  </a:lnTo>
                  <a:lnTo>
                    <a:pt x="6235" y="19413"/>
                  </a:lnTo>
                  <a:lnTo>
                    <a:pt x="6280" y="19524"/>
                  </a:lnTo>
                  <a:lnTo>
                    <a:pt x="6458" y="19524"/>
                  </a:lnTo>
                  <a:lnTo>
                    <a:pt x="6635" y="19468"/>
                  </a:lnTo>
                  <a:lnTo>
                    <a:pt x="6680" y="19300"/>
                  </a:lnTo>
                  <a:lnTo>
                    <a:pt x="6725" y="19076"/>
                  </a:lnTo>
                  <a:lnTo>
                    <a:pt x="6635" y="18908"/>
                  </a:lnTo>
                  <a:lnTo>
                    <a:pt x="6547" y="18851"/>
                  </a:lnTo>
                  <a:lnTo>
                    <a:pt x="6502" y="18515"/>
                  </a:lnTo>
                  <a:lnTo>
                    <a:pt x="6413" y="18234"/>
                  </a:lnTo>
                  <a:lnTo>
                    <a:pt x="7170" y="18290"/>
                  </a:lnTo>
                  <a:lnTo>
                    <a:pt x="7882" y="18290"/>
                  </a:lnTo>
                  <a:lnTo>
                    <a:pt x="7882" y="18347"/>
                  </a:lnTo>
                  <a:lnTo>
                    <a:pt x="7839" y="18627"/>
                  </a:lnTo>
                  <a:lnTo>
                    <a:pt x="7794" y="18963"/>
                  </a:lnTo>
                  <a:lnTo>
                    <a:pt x="7839" y="19245"/>
                  </a:lnTo>
                  <a:lnTo>
                    <a:pt x="7972" y="19524"/>
                  </a:lnTo>
                  <a:lnTo>
                    <a:pt x="8016" y="19638"/>
                  </a:lnTo>
                  <a:lnTo>
                    <a:pt x="8106" y="19693"/>
                  </a:lnTo>
                  <a:lnTo>
                    <a:pt x="8194" y="19693"/>
                  </a:lnTo>
                  <a:lnTo>
                    <a:pt x="8284" y="19638"/>
                  </a:lnTo>
                  <a:lnTo>
                    <a:pt x="8373" y="19524"/>
                  </a:lnTo>
                  <a:lnTo>
                    <a:pt x="8373" y="19356"/>
                  </a:lnTo>
                  <a:lnTo>
                    <a:pt x="8284" y="19300"/>
                  </a:lnTo>
                  <a:lnTo>
                    <a:pt x="8239" y="19245"/>
                  </a:lnTo>
                  <a:lnTo>
                    <a:pt x="8149" y="18963"/>
                  </a:lnTo>
                  <a:lnTo>
                    <a:pt x="8106" y="18683"/>
                  </a:lnTo>
                  <a:lnTo>
                    <a:pt x="8061" y="18347"/>
                  </a:lnTo>
                  <a:lnTo>
                    <a:pt x="8061" y="18290"/>
                  </a:lnTo>
                  <a:lnTo>
                    <a:pt x="9620" y="18347"/>
                  </a:lnTo>
                  <a:lnTo>
                    <a:pt x="9531" y="18403"/>
                  </a:lnTo>
                  <a:lnTo>
                    <a:pt x="9486" y="18515"/>
                  </a:lnTo>
                  <a:lnTo>
                    <a:pt x="9441" y="18740"/>
                  </a:lnTo>
                  <a:lnTo>
                    <a:pt x="9441" y="19131"/>
                  </a:lnTo>
                  <a:lnTo>
                    <a:pt x="9486" y="19300"/>
                  </a:lnTo>
                  <a:lnTo>
                    <a:pt x="9575" y="19468"/>
                  </a:lnTo>
                  <a:lnTo>
                    <a:pt x="9665" y="19524"/>
                  </a:lnTo>
                  <a:lnTo>
                    <a:pt x="9753" y="19468"/>
                  </a:lnTo>
                  <a:lnTo>
                    <a:pt x="9842" y="19413"/>
                  </a:lnTo>
                  <a:lnTo>
                    <a:pt x="9887" y="19300"/>
                  </a:lnTo>
                  <a:lnTo>
                    <a:pt x="9842" y="19076"/>
                  </a:lnTo>
                  <a:lnTo>
                    <a:pt x="9798" y="18795"/>
                  </a:lnTo>
                  <a:lnTo>
                    <a:pt x="9798" y="18627"/>
                  </a:lnTo>
                  <a:lnTo>
                    <a:pt x="9753" y="18515"/>
                  </a:lnTo>
                  <a:lnTo>
                    <a:pt x="9753" y="18347"/>
                  </a:lnTo>
                  <a:lnTo>
                    <a:pt x="11401" y="18347"/>
                  </a:lnTo>
                  <a:lnTo>
                    <a:pt x="11312" y="18683"/>
                  </a:lnTo>
                  <a:lnTo>
                    <a:pt x="11312" y="19076"/>
                  </a:lnTo>
                  <a:lnTo>
                    <a:pt x="11357" y="19188"/>
                  </a:lnTo>
                  <a:lnTo>
                    <a:pt x="11446" y="19245"/>
                  </a:lnTo>
                  <a:lnTo>
                    <a:pt x="11668" y="19245"/>
                  </a:lnTo>
                  <a:lnTo>
                    <a:pt x="11758" y="19188"/>
                  </a:lnTo>
                  <a:lnTo>
                    <a:pt x="11802" y="19076"/>
                  </a:lnTo>
                  <a:lnTo>
                    <a:pt x="11802" y="18908"/>
                  </a:lnTo>
                  <a:lnTo>
                    <a:pt x="11668" y="18851"/>
                  </a:lnTo>
                  <a:lnTo>
                    <a:pt x="11668" y="18347"/>
                  </a:lnTo>
                  <a:lnTo>
                    <a:pt x="12915" y="18347"/>
                  </a:lnTo>
                  <a:lnTo>
                    <a:pt x="12960" y="18740"/>
                  </a:lnTo>
                  <a:lnTo>
                    <a:pt x="13049" y="19131"/>
                  </a:lnTo>
                  <a:lnTo>
                    <a:pt x="13138" y="19245"/>
                  </a:lnTo>
                  <a:lnTo>
                    <a:pt x="13317" y="19245"/>
                  </a:lnTo>
                  <a:lnTo>
                    <a:pt x="13361" y="19131"/>
                  </a:lnTo>
                  <a:lnTo>
                    <a:pt x="13406" y="18963"/>
                  </a:lnTo>
                  <a:lnTo>
                    <a:pt x="13317" y="18627"/>
                  </a:lnTo>
                  <a:lnTo>
                    <a:pt x="13227" y="18347"/>
                  </a:lnTo>
                  <a:lnTo>
                    <a:pt x="14697" y="18347"/>
                  </a:lnTo>
                  <a:lnTo>
                    <a:pt x="14653" y="18458"/>
                  </a:lnTo>
                  <a:lnTo>
                    <a:pt x="14608" y="18572"/>
                  </a:lnTo>
                  <a:lnTo>
                    <a:pt x="14564" y="18908"/>
                  </a:lnTo>
                  <a:lnTo>
                    <a:pt x="14608" y="19076"/>
                  </a:lnTo>
                  <a:lnTo>
                    <a:pt x="14653" y="19300"/>
                  </a:lnTo>
                  <a:lnTo>
                    <a:pt x="14741" y="19468"/>
                  </a:lnTo>
                  <a:lnTo>
                    <a:pt x="14831" y="19581"/>
                  </a:lnTo>
                  <a:lnTo>
                    <a:pt x="14920" y="19638"/>
                  </a:lnTo>
                  <a:lnTo>
                    <a:pt x="15008" y="19581"/>
                  </a:lnTo>
                  <a:lnTo>
                    <a:pt x="15053" y="19524"/>
                  </a:lnTo>
                  <a:lnTo>
                    <a:pt x="15053" y="19413"/>
                  </a:lnTo>
                  <a:lnTo>
                    <a:pt x="15008" y="19188"/>
                  </a:lnTo>
                  <a:lnTo>
                    <a:pt x="14920" y="18908"/>
                  </a:lnTo>
                  <a:lnTo>
                    <a:pt x="14875" y="18627"/>
                  </a:lnTo>
                  <a:lnTo>
                    <a:pt x="14875" y="18290"/>
                  </a:lnTo>
                  <a:lnTo>
                    <a:pt x="16212" y="18290"/>
                  </a:lnTo>
                  <a:lnTo>
                    <a:pt x="16123" y="18515"/>
                  </a:lnTo>
                  <a:lnTo>
                    <a:pt x="16078" y="18740"/>
                  </a:lnTo>
                  <a:lnTo>
                    <a:pt x="16078" y="19020"/>
                  </a:lnTo>
                  <a:lnTo>
                    <a:pt x="16167" y="19245"/>
                  </a:lnTo>
                  <a:lnTo>
                    <a:pt x="16212" y="19300"/>
                  </a:lnTo>
                  <a:lnTo>
                    <a:pt x="16300" y="19356"/>
                  </a:lnTo>
                  <a:lnTo>
                    <a:pt x="16390" y="19356"/>
                  </a:lnTo>
                  <a:lnTo>
                    <a:pt x="16479" y="19245"/>
                  </a:lnTo>
                  <a:lnTo>
                    <a:pt x="16524" y="19020"/>
                  </a:lnTo>
                  <a:lnTo>
                    <a:pt x="16434" y="18683"/>
                  </a:lnTo>
                  <a:lnTo>
                    <a:pt x="16434" y="18458"/>
                  </a:lnTo>
                  <a:lnTo>
                    <a:pt x="16479" y="18234"/>
                  </a:lnTo>
                  <a:lnTo>
                    <a:pt x="17681" y="18178"/>
                  </a:lnTo>
                  <a:lnTo>
                    <a:pt x="17637" y="18908"/>
                  </a:lnTo>
                  <a:lnTo>
                    <a:pt x="17681" y="19020"/>
                  </a:lnTo>
                  <a:lnTo>
                    <a:pt x="17771" y="19131"/>
                  </a:lnTo>
                  <a:lnTo>
                    <a:pt x="17904" y="19131"/>
                  </a:lnTo>
                  <a:lnTo>
                    <a:pt x="17993" y="19076"/>
                  </a:lnTo>
                  <a:lnTo>
                    <a:pt x="18081" y="18963"/>
                  </a:lnTo>
                  <a:lnTo>
                    <a:pt x="18171" y="18795"/>
                  </a:lnTo>
                  <a:lnTo>
                    <a:pt x="18171" y="18458"/>
                  </a:lnTo>
                  <a:lnTo>
                    <a:pt x="18126" y="18347"/>
                  </a:lnTo>
                  <a:lnTo>
                    <a:pt x="18038" y="18290"/>
                  </a:lnTo>
                  <a:lnTo>
                    <a:pt x="18038" y="18178"/>
                  </a:lnTo>
                  <a:lnTo>
                    <a:pt x="20176" y="18010"/>
                  </a:lnTo>
                  <a:lnTo>
                    <a:pt x="20219" y="18065"/>
                  </a:lnTo>
                  <a:lnTo>
                    <a:pt x="20086" y="18347"/>
                  </a:lnTo>
                  <a:lnTo>
                    <a:pt x="19864" y="18627"/>
                  </a:lnTo>
                  <a:lnTo>
                    <a:pt x="19774" y="18795"/>
                  </a:lnTo>
                  <a:lnTo>
                    <a:pt x="19730" y="18908"/>
                  </a:lnTo>
                  <a:lnTo>
                    <a:pt x="19774" y="19020"/>
                  </a:lnTo>
                  <a:lnTo>
                    <a:pt x="19819" y="19131"/>
                  </a:lnTo>
                  <a:lnTo>
                    <a:pt x="19907" y="19188"/>
                  </a:lnTo>
                  <a:lnTo>
                    <a:pt x="19997" y="19245"/>
                  </a:lnTo>
                  <a:lnTo>
                    <a:pt x="20086" y="19245"/>
                  </a:lnTo>
                  <a:lnTo>
                    <a:pt x="20131" y="19188"/>
                  </a:lnTo>
                  <a:lnTo>
                    <a:pt x="20309" y="19076"/>
                  </a:lnTo>
                  <a:lnTo>
                    <a:pt x="20398" y="18908"/>
                  </a:lnTo>
                  <a:lnTo>
                    <a:pt x="20620" y="18515"/>
                  </a:lnTo>
                  <a:lnTo>
                    <a:pt x="21199" y="17561"/>
                  </a:lnTo>
                  <a:lnTo>
                    <a:pt x="21199" y="17224"/>
                  </a:lnTo>
                  <a:lnTo>
                    <a:pt x="21156" y="17112"/>
                  </a:lnTo>
                  <a:lnTo>
                    <a:pt x="20710" y="16663"/>
                  </a:lnTo>
                  <a:lnTo>
                    <a:pt x="20309" y="16271"/>
                  </a:lnTo>
                  <a:lnTo>
                    <a:pt x="20219" y="16215"/>
                  </a:lnTo>
                  <a:lnTo>
                    <a:pt x="20131" y="16215"/>
                  </a:lnTo>
                  <a:lnTo>
                    <a:pt x="20086" y="16271"/>
                  </a:lnTo>
                  <a:lnTo>
                    <a:pt x="19997" y="16326"/>
                  </a:lnTo>
                  <a:lnTo>
                    <a:pt x="19952" y="16494"/>
                  </a:lnTo>
                  <a:lnTo>
                    <a:pt x="19952" y="16608"/>
                  </a:lnTo>
                  <a:lnTo>
                    <a:pt x="19997" y="16719"/>
                  </a:lnTo>
                  <a:lnTo>
                    <a:pt x="20398" y="17169"/>
                  </a:lnTo>
                  <a:lnTo>
                    <a:pt x="16924" y="17392"/>
                  </a:lnTo>
                  <a:lnTo>
                    <a:pt x="17058" y="17337"/>
                  </a:lnTo>
                  <a:lnTo>
                    <a:pt x="17325" y="17112"/>
                  </a:lnTo>
                  <a:lnTo>
                    <a:pt x="17414" y="16999"/>
                  </a:lnTo>
                  <a:lnTo>
                    <a:pt x="17503" y="16831"/>
                  </a:lnTo>
                  <a:lnTo>
                    <a:pt x="17503" y="16719"/>
                  </a:lnTo>
                  <a:lnTo>
                    <a:pt x="17458" y="16663"/>
                  </a:lnTo>
                  <a:lnTo>
                    <a:pt x="17280" y="16663"/>
                  </a:lnTo>
                  <a:lnTo>
                    <a:pt x="17146" y="16719"/>
                  </a:lnTo>
                  <a:lnTo>
                    <a:pt x="16879" y="16944"/>
                  </a:lnTo>
                  <a:lnTo>
                    <a:pt x="16657" y="17169"/>
                  </a:lnTo>
                  <a:lnTo>
                    <a:pt x="16479" y="17449"/>
                  </a:lnTo>
                  <a:lnTo>
                    <a:pt x="14920" y="17505"/>
                  </a:lnTo>
                  <a:lnTo>
                    <a:pt x="15232" y="17337"/>
                  </a:lnTo>
                  <a:lnTo>
                    <a:pt x="15587" y="17169"/>
                  </a:lnTo>
                  <a:lnTo>
                    <a:pt x="15988" y="16944"/>
                  </a:lnTo>
                  <a:lnTo>
                    <a:pt x="16390" y="16663"/>
                  </a:lnTo>
                  <a:lnTo>
                    <a:pt x="16746" y="16326"/>
                  </a:lnTo>
                  <a:lnTo>
                    <a:pt x="17058" y="15935"/>
                  </a:lnTo>
                  <a:lnTo>
                    <a:pt x="17103" y="15765"/>
                  </a:lnTo>
                  <a:lnTo>
                    <a:pt x="17058" y="15653"/>
                  </a:lnTo>
                  <a:lnTo>
                    <a:pt x="16968" y="15597"/>
                  </a:lnTo>
                  <a:lnTo>
                    <a:pt x="16879" y="15653"/>
                  </a:lnTo>
                  <a:lnTo>
                    <a:pt x="16567" y="15878"/>
                  </a:lnTo>
                  <a:lnTo>
                    <a:pt x="16256" y="16158"/>
                  </a:lnTo>
                  <a:lnTo>
                    <a:pt x="15944" y="16439"/>
                  </a:lnTo>
                  <a:lnTo>
                    <a:pt x="15632" y="16663"/>
                  </a:lnTo>
                  <a:lnTo>
                    <a:pt x="15277" y="16888"/>
                  </a:lnTo>
                  <a:lnTo>
                    <a:pt x="14920" y="17056"/>
                  </a:lnTo>
                  <a:lnTo>
                    <a:pt x="14564" y="17281"/>
                  </a:lnTo>
                  <a:lnTo>
                    <a:pt x="14207" y="17505"/>
                  </a:lnTo>
                  <a:lnTo>
                    <a:pt x="12337" y="17561"/>
                  </a:lnTo>
                  <a:lnTo>
                    <a:pt x="12871" y="17281"/>
                  </a:lnTo>
                  <a:lnTo>
                    <a:pt x="14831" y="16271"/>
                  </a:lnTo>
                  <a:lnTo>
                    <a:pt x="15499" y="15990"/>
                  </a:lnTo>
                  <a:lnTo>
                    <a:pt x="16167" y="15542"/>
                  </a:lnTo>
                  <a:lnTo>
                    <a:pt x="16479" y="15317"/>
                  </a:lnTo>
                  <a:lnTo>
                    <a:pt x="16746" y="15037"/>
                  </a:lnTo>
                  <a:lnTo>
                    <a:pt x="16968" y="14700"/>
                  </a:lnTo>
                  <a:lnTo>
                    <a:pt x="17103" y="14307"/>
                  </a:lnTo>
                  <a:lnTo>
                    <a:pt x="17103" y="14139"/>
                  </a:lnTo>
                  <a:lnTo>
                    <a:pt x="17058" y="14082"/>
                  </a:lnTo>
                  <a:lnTo>
                    <a:pt x="16924" y="14026"/>
                  </a:lnTo>
                  <a:lnTo>
                    <a:pt x="16834" y="14082"/>
                  </a:lnTo>
                  <a:lnTo>
                    <a:pt x="16345" y="14700"/>
                  </a:lnTo>
                  <a:lnTo>
                    <a:pt x="16078" y="14980"/>
                  </a:lnTo>
                  <a:lnTo>
                    <a:pt x="15766" y="15260"/>
                  </a:lnTo>
                  <a:lnTo>
                    <a:pt x="15410" y="15485"/>
                  </a:lnTo>
                  <a:lnTo>
                    <a:pt x="15053" y="15653"/>
                  </a:lnTo>
                  <a:lnTo>
                    <a:pt x="14297" y="16046"/>
                  </a:lnTo>
                  <a:lnTo>
                    <a:pt x="12648" y="16888"/>
                  </a:lnTo>
                  <a:lnTo>
                    <a:pt x="12025" y="17224"/>
                  </a:lnTo>
                  <a:lnTo>
                    <a:pt x="11446" y="17561"/>
                  </a:lnTo>
                  <a:lnTo>
                    <a:pt x="9308" y="17561"/>
                  </a:lnTo>
                  <a:lnTo>
                    <a:pt x="10466" y="17056"/>
                  </a:lnTo>
                  <a:lnTo>
                    <a:pt x="13227" y="15935"/>
                  </a:lnTo>
                  <a:lnTo>
                    <a:pt x="13761" y="15653"/>
                  </a:lnTo>
                  <a:lnTo>
                    <a:pt x="14297" y="15373"/>
                  </a:lnTo>
                  <a:lnTo>
                    <a:pt x="14786" y="15037"/>
                  </a:lnTo>
                  <a:lnTo>
                    <a:pt x="15277" y="14644"/>
                  </a:lnTo>
                  <a:lnTo>
                    <a:pt x="16300" y="13802"/>
                  </a:lnTo>
                  <a:lnTo>
                    <a:pt x="16834" y="13409"/>
                  </a:lnTo>
                  <a:lnTo>
                    <a:pt x="17370" y="13073"/>
                  </a:lnTo>
                  <a:lnTo>
                    <a:pt x="17458" y="13016"/>
                  </a:lnTo>
                  <a:lnTo>
                    <a:pt x="17503" y="12960"/>
                  </a:lnTo>
                  <a:lnTo>
                    <a:pt x="17503" y="13521"/>
                  </a:lnTo>
                  <a:lnTo>
                    <a:pt x="17547" y="13634"/>
                  </a:lnTo>
                  <a:lnTo>
                    <a:pt x="17592" y="13689"/>
                  </a:lnTo>
                  <a:lnTo>
                    <a:pt x="17637" y="13746"/>
                  </a:lnTo>
                  <a:lnTo>
                    <a:pt x="17726" y="13802"/>
                  </a:lnTo>
                  <a:lnTo>
                    <a:pt x="17814" y="13746"/>
                  </a:lnTo>
                  <a:lnTo>
                    <a:pt x="17904" y="13689"/>
                  </a:lnTo>
                  <a:lnTo>
                    <a:pt x="17948" y="13634"/>
                  </a:lnTo>
                  <a:lnTo>
                    <a:pt x="17948" y="12680"/>
                  </a:lnTo>
                  <a:lnTo>
                    <a:pt x="17904" y="12287"/>
                  </a:lnTo>
                  <a:lnTo>
                    <a:pt x="17814" y="11894"/>
                  </a:lnTo>
                  <a:lnTo>
                    <a:pt x="18305" y="12512"/>
                  </a:lnTo>
                  <a:lnTo>
                    <a:pt x="18839" y="13128"/>
                  </a:lnTo>
                  <a:lnTo>
                    <a:pt x="19106" y="13409"/>
                  </a:lnTo>
                  <a:lnTo>
                    <a:pt x="19240" y="13521"/>
                  </a:lnTo>
                  <a:lnTo>
                    <a:pt x="19418" y="13578"/>
                  </a:lnTo>
                  <a:lnTo>
                    <a:pt x="19864" y="13634"/>
                  </a:lnTo>
                  <a:lnTo>
                    <a:pt x="20353" y="13634"/>
                  </a:lnTo>
                  <a:lnTo>
                    <a:pt x="20887" y="13578"/>
                  </a:lnTo>
                  <a:lnTo>
                    <a:pt x="21378" y="13353"/>
                  </a:lnTo>
                  <a:lnTo>
                    <a:pt x="21466" y="13298"/>
                  </a:lnTo>
                  <a:lnTo>
                    <a:pt x="21556" y="13128"/>
                  </a:lnTo>
                  <a:lnTo>
                    <a:pt x="21600" y="13016"/>
                  </a:lnTo>
                  <a:lnTo>
                    <a:pt x="21556" y="12905"/>
                  </a:lnTo>
                  <a:lnTo>
                    <a:pt x="21511" y="12736"/>
                  </a:lnTo>
                  <a:lnTo>
                    <a:pt x="21466" y="12680"/>
                  </a:lnTo>
                  <a:lnTo>
                    <a:pt x="21333" y="12623"/>
                  </a:lnTo>
                  <a:lnTo>
                    <a:pt x="21199" y="12623"/>
                  </a:lnTo>
                  <a:lnTo>
                    <a:pt x="20799" y="12791"/>
                  </a:lnTo>
                  <a:lnTo>
                    <a:pt x="20353" y="12848"/>
                  </a:lnTo>
                  <a:lnTo>
                    <a:pt x="19907" y="12905"/>
                  </a:lnTo>
                  <a:lnTo>
                    <a:pt x="19640" y="12848"/>
                  </a:lnTo>
                  <a:lnTo>
                    <a:pt x="19463" y="12791"/>
                  </a:lnTo>
                  <a:lnTo>
                    <a:pt x="18794" y="12063"/>
                  </a:lnTo>
                  <a:lnTo>
                    <a:pt x="18216" y="11277"/>
                  </a:lnTo>
                  <a:lnTo>
                    <a:pt x="17681" y="10436"/>
                  </a:lnTo>
                  <a:lnTo>
                    <a:pt x="17191" y="9538"/>
                  </a:lnTo>
                  <a:lnTo>
                    <a:pt x="16791" y="8584"/>
                  </a:lnTo>
                  <a:lnTo>
                    <a:pt x="16434" y="7631"/>
                  </a:lnTo>
                  <a:lnTo>
                    <a:pt x="15899" y="6003"/>
                  </a:lnTo>
                  <a:lnTo>
                    <a:pt x="15544" y="5217"/>
                  </a:lnTo>
                  <a:lnTo>
                    <a:pt x="15187" y="4489"/>
                  </a:lnTo>
                  <a:lnTo>
                    <a:pt x="14965" y="4208"/>
                  </a:lnTo>
                  <a:lnTo>
                    <a:pt x="14741" y="3871"/>
                  </a:lnTo>
                  <a:lnTo>
                    <a:pt x="14519" y="3591"/>
                  </a:lnTo>
                  <a:lnTo>
                    <a:pt x="14252" y="3366"/>
                  </a:lnTo>
                  <a:lnTo>
                    <a:pt x="13940" y="3198"/>
                  </a:lnTo>
                  <a:lnTo>
                    <a:pt x="13628" y="3030"/>
                  </a:lnTo>
                  <a:lnTo>
                    <a:pt x="13272" y="2917"/>
                  </a:lnTo>
                  <a:lnTo>
                    <a:pt x="12871" y="2862"/>
                  </a:lnTo>
                  <a:lnTo>
                    <a:pt x="12514" y="2862"/>
                  </a:lnTo>
                  <a:lnTo>
                    <a:pt x="12114" y="2917"/>
                  </a:lnTo>
                  <a:lnTo>
                    <a:pt x="11758" y="3030"/>
                  </a:lnTo>
                  <a:lnTo>
                    <a:pt x="11401" y="3142"/>
                  </a:lnTo>
                  <a:lnTo>
                    <a:pt x="11045" y="3366"/>
                  </a:lnTo>
                  <a:lnTo>
                    <a:pt x="10733" y="3591"/>
                  </a:lnTo>
                  <a:lnTo>
                    <a:pt x="10421" y="3815"/>
                  </a:lnTo>
                  <a:lnTo>
                    <a:pt x="10109" y="4151"/>
                  </a:lnTo>
                  <a:lnTo>
                    <a:pt x="9575" y="4769"/>
                  </a:lnTo>
                  <a:lnTo>
                    <a:pt x="9086" y="5554"/>
                  </a:lnTo>
                  <a:lnTo>
                    <a:pt x="8640" y="6340"/>
                  </a:lnTo>
                  <a:lnTo>
                    <a:pt x="8239" y="7126"/>
                  </a:lnTo>
                  <a:lnTo>
                    <a:pt x="7438" y="8920"/>
                  </a:lnTo>
                  <a:lnTo>
                    <a:pt x="7036" y="9875"/>
                  </a:lnTo>
                  <a:lnTo>
                    <a:pt x="6592" y="10772"/>
                  </a:lnTo>
                  <a:lnTo>
                    <a:pt x="6056" y="11614"/>
                  </a:lnTo>
                  <a:lnTo>
                    <a:pt x="5789" y="12007"/>
                  </a:lnTo>
                  <a:lnTo>
                    <a:pt x="5478" y="12343"/>
                  </a:lnTo>
                  <a:lnTo>
                    <a:pt x="5166" y="12680"/>
                  </a:lnTo>
                  <a:lnTo>
                    <a:pt x="4809" y="12960"/>
                  </a:lnTo>
                  <a:lnTo>
                    <a:pt x="4454" y="13185"/>
                  </a:lnTo>
                  <a:lnTo>
                    <a:pt x="4053" y="13353"/>
                  </a:lnTo>
                  <a:lnTo>
                    <a:pt x="3652" y="13521"/>
                  </a:lnTo>
                  <a:lnTo>
                    <a:pt x="3295" y="13634"/>
                  </a:lnTo>
                  <a:lnTo>
                    <a:pt x="3162" y="9482"/>
                  </a:lnTo>
                  <a:lnTo>
                    <a:pt x="3117" y="4769"/>
                  </a:lnTo>
                  <a:lnTo>
                    <a:pt x="3162" y="2300"/>
                  </a:lnTo>
                  <a:lnTo>
                    <a:pt x="3117" y="1739"/>
                  </a:lnTo>
                  <a:lnTo>
                    <a:pt x="3295" y="2132"/>
                  </a:lnTo>
                  <a:lnTo>
                    <a:pt x="3474" y="2525"/>
                  </a:lnTo>
                  <a:lnTo>
                    <a:pt x="3519" y="2637"/>
                  </a:lnTo>
                  <a:lnTo>
                    <a:pt x="3607" y="2693"/>
                  </a:lnTo>
                  <a:lnTo>
                    <a:pt x="3786" y="2693"/>
                  </a:lnTo>
                  <a:lnTo>
                    <a:pt x="3874" y="2580"/>
                  </a:lnTo>
                  <a:lnTo>
                    <a:pt x="3919" y="2525"/>
                  </a:lnTo>
                  <a:lnTo>
                    <a:pt x="3963" y="2412"/>
                  </a:lnTo>
                  <a:lnTo>
                    <a:pt x="3963" y="2300"/>
                  </a:lnTo>
                  <a:lnTo>
                    <a:pt x="3829" y="1739"/>
                  </a:lnTo>
                  <a:lnTo>
                    <a:pt x="3607" y="1178"/>
                  </a:lnTo>
                  <a:lnTo>
                    <a:pt x="3117" y="168"/>
                  </a:lnTo>
                  <a:lnTo>
                    <a:pt x="3028" y="57"/>
                  </a:lnTo>
                  <a:lnTo>
                    <a:pt x="2895" y="0"/>
                  </a:lnTo>
                  <a:close/>
                  <a:moveTo>
                    <a:pt x="18884" y="19188"/>
                  </a:moveTo>
                  <a:lnTo>
                    <a:pt x="18794" y="19245"/>
                  </a:lnTo>
                  <a:lnTo>
                    <a:pt x="18661" y="19300"/>
                  </a:lnTo>
                  <a:lnTo>
                    <a:pt x="18483" y="19524"/>
                  </a:lnTo>
                  <a:lnTo>
                    <a:pt x="18305" y="19749"/>
                  </a:lnTo>
                  <a:lnTo>
                    <a:pt x="18305" y="19806"/>
                  </a:lnTo>
                  <a:lnTo>
                    <a:pt x="17993" y="19581"/>
                  </a:lnTo>
                  <a:lnTo>
                    <a:pt x="17637" y="19413"/>
                  </a:lnTo>
                  <a:lnTo>
                    <a:pt x="17547" y="19413"/>
                  </a:lnTo>
                  <a:lnTo>
                    <a:pt x="17503" y="19468"/>
                  </a:lnTo>
                  <a:lnTo>
                    <a:pt x="17458" y="19581"/>
                  </a:lnTo>
                  <a:lnTo>
                    <a:pt x="17458" y="19693"/>
                  </a:lnTo>
                  <a:lnTo>
                    <a:pt x="17681" y="20029"/>
                  </a:lnTo>
                  <a:lnTo>
                    <a:pt x="17948" y="20366"/>
                  </a:lnTo>
                  <a:lnTo>
                    <a:pt x="17814" y="20591"/>
                  </a:lnTo>
                  <a:lnTo>
                    <a:pt x="17592" y="20984"/>
                  </a:lnTo>
                  <a:lnTo>
                    <a:pt x="17503" y="21208"/>
                  </a:lnTo>
                  <a:lnTo>
                    <a:pt x="17503" y="21432"/>
                  </a:lnTo>
                  <a:lnTo>
                    <a:pt x="17547" y="21545"/>
                  </a:lnTo>
                  <a:lnTo>
                    <a:pt x="17592" y="21600"/>
                  </a:lnTo>
                  <a:lnTo>
                    <a:pt x="17726" y="21600"/>
                  </a:lnTo>
                  <a:lnTo>
                    <a:pt x="17814" y="21545"/>
                  </a:lnTo>
                  <a:lnTo>
                    <a:pt x="17948" y="21488"/>
                  </a:lnTo>
                  <a:lnTo>
                    <a:pt x="18081" y="21264"/>
                  </a:lnTo>
                  <a:lnTo>
                    <a:pt x="18393" y="20759"/>
                  </a:lnTo>
                  <a:lnTo>
                    <a:pt x="18928" y="21264"/>
                  </a:lnTo>
                  <a:lnTo>
                    <a:pt x="19061" y="21320"/>
                  </a:lnTo>
                  <a:lnTo>
                    <a:pt x="19151" y="21320"/>
                  </a:lnTo>
                  <a:lnTo>
                    <a:pt x="19240" y="21264"/>
                  </a:lnTo>
                  <a:lnTo>
                    <a:pt x="19285" y="21152"/>
                  </a:lnTo>
                  <a:lnTo>
                    <a:pt x="19330" y="21040"/>
                  </a:lnTo>
                  <a:lnTo>
                    <a:pt x="19330" y="20759"/>
                  </a:lnTo>
                  <a:lnTo>
                    <a:pt x="19240" y="20647"/>
                  </a:lnTo>
                  <a:lnTo>
                    <a:pt x="18705" y="20142"/>
                  </a:lnTo>
                  <a:lnTo>
                    <a:pt x="18794" y="20029"/>
                  </a:lnTo>
                  <a:lnTo>
                    <a:pt x="18928" y="19693"/>
                  </a:lnTo>
                  <a:lnTo>
                    <a:pt x="19017" y="19581"/>
                  </a:lnTo>
                  <a:lnTo>
                    <a:pt x="19106" y="19524"/>
                  </a:lnTo>
                  <a:lnTo>
                    <a:pt x="19151" y="19468"/>
                  </a:lnTo>
                  <a:lnTo>
                    <a:pt x="19196" y="19413"/>
                  </a:lnTo>
                  <a:lnTo>
                    <a:pt x="19196" y="19356"/>
                  </a:lnTo>
                  <a:lnTo>
                    <a:pt x="19151" y="19356"/>
                  </a:lnTo>
                  <a:lnTo>
                    <a:pt x="19017" y="19245"/>
                  </a:lnTo>
                  <a:lnTo>
                    <a:pt x="18884" y="19188"/>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163" name="Google Shape;376;p7"/>
            <p:cNvSpPr/>
            <p:nvPr/>
          </p:nvSpPr>
          <p:spPr>
            <a:xfrm>
              <a:off x="1085556" y="258336"/>
              <a:ext cx="548219" cy="51548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968" y="3558"/>
                  </a:moveTo>
                  <a:lnTo>
                    <a:pt x="18398" y="3659"/>
                  </a:lnTo>
                  <a:lnTo>
                    <a:pt x="18398" y="3710"/>
                  </a:lnTo>
                  <a:lnTo>
                    <a:pt x="18350" y="3914"/>
                  </a:lnTo>
                  <a:lnTo>
                    <a:pt x="18254" y="4066"/>
                  </a:lnTo>
                  <a:lnTo>
                    <a:pt x="18063" y="4219"/>
                  </a:lnTo>
                  <a:lnTo>
                    <a:pt x="17920" y="4269"/>
                  </a:lnTo>
                  <a:lnTo>
                    <a:pt x="17681" y="4116"/>
                  </a:lnTo>
                  <a:lnTo>
                    <a:pt x="17728" y="3863"/>
                  </a:lnTo>
                  <a:lnTo>
                    <a:pt x="17825" y="3710"/>
                  </a:lnTo>
                  <a:lnTo>
                    <a:pt x="17873" y="3609"/>
                  </a:lnTo>
                  <a:lnTo>
                    <a:pt x="17968" y="3558"/>
                  </a:lnTo>
                  <a:close/>
                  <a:moveTo>
                    <a:pt x="12281" y="5133"/>
                  </a:moveTo>
                  <a:lnTo>
                    <a:pt x="12806" y="6200"/>
                  </a:lnTo>
                  <a:lnTo>
                    <a:pt x="13236" y="7268"/>
                  </a:lnTo>
                  <a:lnTo>
                    <a:pt x="10847" y="6099"/>
                  </a:lnTo>
                  <a:lnTo>
                    <a:pt x="11565" y="5591"/>
                  </a:lnTo>
                  <a:lnTo>
                    <a:pt x="12281" y="5133"/>
                  </a:lnTo>
                  <a:close/>
                  <a:moveTo>
                    <a:pt x="6881" y="5082"/>
                  </a:moveTo>
                  <a:lnTo>
                    <a:pt x="8314" y="5642"/>
                  </a:lnTo>
                  <a:lnTo>
                    <a:pt x="9652" y="6251"/>
                  </a:lnTo>
                  <a:lnTo>
                    <a:pt x="8314" y="7369"/>
                  </a:lnTo>
                  <a:lnTo>
                    <a:pt x="7025" y="8539"/>
                  </a:lnTo>
                  <a:lnTo>
                    <a:pt x="6928" y="7318"/>
                  </a:lnTo>
                  <a:lnTo>
                    <a:pt x="6881" y="6048"/>
                  </a:lnTo>
                  <a:lnTo>
                    <a:pt x="6881" y="5082"/>
                  </a:lnTo>
                  <a:close/>
                  <a:moveTo>
                    <a:pt x="17060" y="3455"/>
                  </a:moveTo>
                  <a:lnTo>
                    <a:pt x="16965" y="3659"/>
                  </a:lnTo>
                  <a:lnTo>
                    <a:pt x="16917" y="3914"/>
                  </a:lnTo>
                  <a:lnTo>
                    <a:pt x="16868" y="4168"/>
                  </a:lnTo>
                  <a:lnTo>
                    <a:pt x="16917" y="4421"/>
                  </a:lnTo>
                  <a:lnTo>
                    <a:pt x="17060" y="4727"/>
                  </a:lnTo>
                  <a:lnTo>
                    <a:pt x="17251" y="4981"/>
                  </a:lnTo>
                  <a:lnTo>
                    <a:pt x="17490" y="5133"/>
                  </a:lnTo>
                  <a:lnTo>
                    <a:pt x="17776" y="5234"/>
                  </a:lnTo>
                  <a:lnTo>
                    <a:pt x="17968" y="5286"/>
                  </a:lnTo>
                  <a:lnTo>
                    <a:pt x="17633" y="6251"/>
                  </a:lnTo>
                  <a:lnTo>
                    <a:pt x="17251" y="7217"/>
                  </a:lnTo>
                  <a:lnTo>
                    <a:pt x="16821" y="8132"/>
                  </a:lnTo>
                  <a:lnTo>
                    <a:pt x="16343" y="9046"/>
                  </a:lnTo>
                  <a:lnTo>
                    <a:pt x="15196" y="8335"/>
                  </a:lnTo>
                  <a:lnTo>
                    <a:pt x="14049" y="7726"/>
                  </a:lnTo>
                  <a:lnTo>
                    <a:pt x="13811" y="6964"/>
                  </a:lnTo>
                  <a:lnTo>
                    <a:pt x="13476" y="6200"/>
                  </a:lnTo>
                  <a:lnTo>
                    <a:pt x="13189" y="5489"/>
                  </a:lnTo>
                  <a:lnTo>
                    <a:pt x="12806" y="4777"/>
                  </a:lnTo>
                  <a:lnTo>
                    <a:pt x="13811" y="4219"/>
                  </a:lnTo>
                  <a:lnTo>
                    <a:pt x="14336" y="4015"/>
                  </a:lnTo>
                  <a:lnTo>
                    <a:pt x="14862" y="3812"/>
                  </a:lnTo>
                  <a:lnTo>
                    <a:pt x="15435" y="3659"/>
                  </a:lnTo>
                  <a:lnTo>
                    <a:pt x="15960" y="3558"/>
                  </a:lnTo>
                  <a:lnTo>
                    <a:pt x="16534" y="3455"/>
                  </a:lnTo>
                  <a:close/>
                  <a:moveTo>
                    <a:pt x="3392" y="9301"/>
                  </a:moveTo>
                  <a:lnTo>
                    <a:pt x="3488" y="9352"/>
                  </a:lnTo>
                  <a:lnTo>
                    <a:pt x="3584" y="9453"/>
                  </a:lnTo>
                  <a:lnTo>
                    <a:pt x="3631" y="9657"/>
                  </a:lnTo>
                  <a:lnTo>
                    <a:pt x="3584" y="9859"/>
                  </a:lnTo>
                  <a:lnTo>
                    <a:pt x="3536" y="9911"/>
                  </a:lnTo>
                  <a:lnTo>
                    <a:pt x="3392" y="10012"/>
                  </a:lnTo>
                  <a:lnTo>
                    <a:pt x="3201" y="10164"/>
                  </a:lnTo>
                  <a:lnTo>
                    <a:pt x="2819" y="9859"/>
                  </a:lnTo>
                  <a:lnTo>
                    <a:pt x="2963" y="9657"/>
                  </a:lnTo>
                  <a:lnTo>
                    <a:pt x="2963" y="9554"/>
                  </a:lnTo>
                  <a:lnTo>
                    <a:pt x="3201" y="9505"/>
                  </a:lnTo>
                  <a:lnTo>
                    <a:pt x="3536" y="9505"/>
                  </a:lnTo>
                  <a:lnTo>
                    <a:pt x="3536" y="9453"/>
                  </a:lnTo>
                  <a:lnTo>
                    <a:pt x="3488" y="9402"/>
                  </a:lnTo>
                  <a:lnTo>
                    <a:pt x="3392" y="9301"/>
                  </a:lnTo>
                  <a:close/>
                  <a:moveTo>
                    <a:pt x="10895" y="9046"/>
                  </a:moveTo>
                  <a:lnTo>
                    <a:pt x="11134" y="9097"/>
                  </a:lnTo>
                  <a:lnTo>
                    <a:pt x="11277" y="9148"/>
                  </a:lnTo>
                  <a:lnTo>
                    <a:pt x="11277" y="9301"/>
                  </a:lnTo>
                  <a:lnTo>
                    <a:pt x="11325" y="9505"/>
                  </a:lnTo>
                  <a:lnTo>
                    <a:pt x="11325" y="9859"/>
                  </a:lnTo>
                  <a:lnTo>
                    <a:pt x="11277" y="10012"/>
                  </a:lnTo>
                  <a:lnTo>
                    <a:pt x="11230" y="10164"/>
                  </a:lnTo>
                  <a:lnTo>
                    <a:pt x="11134" y="10316"/>
                  </a:lnTo>
                  <a:lnTo>
                    <a:pt x="10895" y="10316"/>
                  </a:lnTo>
                  <a:lnTo>
                    <a:pt x="10560" y="10419"/>
                  </a:lnTo>
                  <a:lnTo>
                    <a:pt x="10225" y="10520"/>
                  </a:lnTo>
                  <a:lnTo>
                    <a:pt x="10035" y="10368"/>
                  </a:lnTo>
                  <a:lnTo>
                    <a:pt x="9939" y="10164"/>
                  </a:lnTo>
                  <a:lnTo>
                    <a:pt x="9844" y="9962"/>
                  </a:lnTo>
                  <a:lnTo>
                    <a:pt x="9892" y="9707"/>
                  </a:lnTo>
                  <a:lnTo>
                    <a:pt x="9987" y="9352"/>
                  </a:lnTo>
                  <a:lnTo>
                    <a:pt x="10130" y="9352"/>
                  </a:lnTo>
                  <a:lnTo>
                    <a:pt x="10225" y="9402"/>
                  </a:lnTo>
                  <a:lnTo>
                    <a:pt x="10322" y="9352"/>
                  </a:lnTo>
                  <a:lnTo>
                    <a:pt x="10369" y="9301"/>
                  </a:lnTo>
                  <a:lnTo>
                    <a:pt x="10513" y="9097"/>
                  </a:lnTo>
                  <a:lnTo>
                    <a:pt x="10895" y="9046"/>
                  </a:lnTo>
                  <a:close/>
                  <a:moveTo>
                    <a:pt x="4109" y="4421"/>
                  </a:moveTo>
                  <a:lnTo>
                    <a:pt x="4682" y="4472"/>
                  </a:lnTo>
                  <a:lnTo>
                    <a:pt x="5257" y="4574"/>
                  </a:lnTo>
                  <a:lnTo>
                    <a:pt x="5782" y="4727"/>
                  </a:lnTo>
                  <a:lnTo>
                    <a:pt x="6355" y="4880"/>
                  </a:lnTo>
                  <a:lnTo>
                    <a:pt x="6308" y="5642"/>
                  </a:lnTo>
                  <a:lnTo>
                    <a:pt x="6308" y="6455"/>
                  </a:lnTo>
                  <a:lnTo>
                    <a:pt x="6355" y="7318"/>
                  </a:lnTo>
                  <a:lnTo>
                    <a:pt x="6498" y="9046"/>
                  </a:lnTo>
                  <a:lnTo>
                    <a:pt x="5447" y="10063"/>
                  </a:lnTo>
                  <a:lnTo>
                    <a:pt x="4922" y="10571"/>
                  </a:lnTo>
                  <a:lnTo>
                    <a:pt x="4396" y="11130"/>
                  </a:lnTo>
                  <a:lnTo>
                    <a:pt x="4252" y="11029"/>
                  </a:lnTo>
                  <a:lnTo>
                    <a:pt x="3774" y="10623"/>
                  </a:lnTo>
                  <a:lnTo>
                    <a:pt x="3917" y="10419"/>
                  </a:lnTo>
                  <a:lnTo>
                    <a:pt x="4062" y="10267"/>
                  </a:lnTo>
                  <a:lnTo>
                    <a:pt x="4109" y="10164"/>
                  </a:lnTo>
                  <a:lnTo>
                    <a:pt x="4157" y="10114"/>
                  </a:lnTo>
                  <a:lnTo>
                    <a:pt x="4157" y="9911"/>
                  </a:lnTo>
                  <a:lnTo>
                    <a:pt x="4205" y="9606"/>
                  </a:lnTo>
                  <a:lnTo>
                    <a:pt x="4157" y="9453"/>
                  </a:lnTo>
                  <a:lnTo>
                    <a:pt x="4109" y="9250"/>
                  </a:lnTo>
                  <a:lnTo>
                    <a:pt x="4062" y="9097"/>
                  </a:lnTo>
                  <a:lnTo>
                    <a:pt x="3966" y="8945"/>
                  </a:lnTo>
                  <a:lnTo>
                    <a:pt x="3871" y="8844"/>
                  </a:lnTo>
                  <a:lnTo>
                    <a:pt x="3727" y="8741"/>
                  </a:lnTo>
                  <a:lnTo>
                    <a:pt x="3584" y="8691"/>
                  </a:lnTo>
                  <a:lnTo>
                    <a:pt x="3392" y="8640"/>
                  </a:lnTo>
                  <a:lnTo>
                    <a:pt x="3249" y="8640"/>
                  </a:lnTo>
                  <a:lnTo>
                    <a:pt x="3058" y="8691"/>
                  </a:lnTo>
                  <a:lnTo>
                    <a:pt x="2771" y="8844"/>
                  </a:lnTo>
                  <a:lnTo>
                    <a:pt x="2484" y="9046"/>
                  </a:lnTo>
                  <a:lnTo>
                    <a:pt x="2293" y="9301"/>
                  </a:lnTo>
                  <a:lnTo>
                    <a:pt x="1720" y="8741"/>
                  </a:lnTo>
                  <a:lnTo>
                    <a:pt x="1242" y="8082"/>
                  </a:lnTo>
                  <a:lnTo>
                    <a:pt x="955" y="7623"/>
                  </a:lnTo>
                  <a:lnTo>
                    <a:pt x="812" y="7166"/>
                  </a:lnTo>
                  <a:lnTo>
                    <a:pt x="717" y="6657"/>
                  </a:lnTo>
                  <a:lnTo>
                    <a:pt x="668" y="6150"/>
                  </a:lnTo>
                  <a:lnTo>
                    <a:pt x="717" y="5895"/>
                  </a:lnTo>
                  <a:lnTo>
                    <a:pt x="812" y="5642"/>
                  </a:lnTo>
                  <a:lnTo>
                    <a:pt x="955" y="5438"/>
                  </a:lnTo>
                  <a:lnTo>
                    <a:pt x="1098" y="5234"/>
                  </a:lnTo>
                  <a:lnTo>
                    <a:pt x="1290" y="5082"/>
                  </a:lnTo>
                  <a:lnTo>
                    <a:pt x="1528" y="4930"/>
                  </a:lnTo>
                  <a:lnTo>
                    <a:pt x="2006" y="4727"/>
                  </a:lnTo>
                  <a:lnTo>
                    <a:pt x="2484" y="4524"/>
                  </a:lnTo>
                  <a:lnTo>
                    <a:pt x="3011" y="4421"/>
                  </a:lnTo>
                  <a:close/>
                  <a:moveTo>
                    <a:pt x="14336" y="8589"/>
                  </a:moveTo>
                  <a:lnTo>
                    <a:pt x="16008" y="9554"/>
                  </a:lnTo>
                  <a:lnTo>
                    <a:pt x="15482" y="10368"/>
                  </a:lnTo>
                  <a:lnTo>
                    <a:pt x="14957" y="11130"/>
                  </a:lnTo>
                  <a:lnTo>
                    <a:pt x="14766" y="10267"/>
                  </a:lnTo>
                  <a:lnTo>
                    <a:pt x="14574" y="9352"/>
                  </a:lnTo>
                  <a:lnTo>
                    <a:pt x="14336" y="8589"/>
                  </a:lnTo>
                  <a:close/>
                  <a:moveTo>
                    <a:pt x="9462" y="11333"/>
                  </a:moveTo>
                  <a:lnTo>
                    <a:pt x="9652" y="11435"/>
                  </a:lnTo>
                  <a:lnTo>
                    <a:pt x="9892" y="11486"/>
                  </a:lnTo>
                  <a:lnTo>
                    <a:pt x="10369" y="11486"/>
                  </a:lnTo>
                  <a:lnTo>
                    <a:pt x="10035" y="11537"/>
                  </a:lnTo>
                  <a:lnTo>
                    <a:pt x="9844" y="11537"/>
                  </a:lnTo>
                  <a:lnTo>
                    <a:pt x="9700" y="11486"/>
                  </a:lnTo>
                  <a:lnTo>
                    <a:pt x="9557" y="11435"/>
                  </a:lnTo>
                  <a:lnTo>
                    <a:pt x="9462" y="11333"/>
                  </a:lnTo>
                  <a:close/>
                  <a:moveTo>
                    <a:pt x="10657" y="8284"/>
                  </a:moveTo>
                  <a:lnTo>
                    <a:pt x="10417" y="8335"/>
                  </a:lnTo>
                  <a:lnTo>
                    <a:pt x="10179" y="8436"/>
                  </a:lnTo>
                  <a:lnTo>
                    <a:pt x="9987" y="8640"/>
                  </a:lnTo>
                  <a:lnTo>
                    <a:pt x="9652" y="8792"/>
                  </a:lnTo>
                  <a:lnTo>
                    <a:pt x="9366" y="9046"/>
                  </a:lnTo>
                  <a:lnTo>
                    <a:pt x="9079" y="9301"/>
                  </a:lnTo>
                  <a:lnTo>
                    <a:pt x="8841" y="9606"/>
                  </a:lnTo>
                  <a:lnTo>
                    <a:pt x="8697" y="9809"/>
                  </a:lnTo>
                  <a:lnTo>
                    <a:pt x="8649" y="10063"/>
                  </a:lnTo>
                  <a:lnTo>
                    <a:pt x="8554" y="10267"/>
                  </a:lnTo>
                  <a:lnTo>
                    <a:pt x="8554" y="10977"/>
                  </a:lnTo>
                  <a:lnTo>
                    <a:pt x="8697" y="11435"/>
                  </a:lnTo>
                  <a:lnTo>
                    <a:pt x="8841" y="11689"/>
                  </a:lnTo>
                  <a:lnTo>
                    <a:pt x="8984" y="11893"/>
                  </a:lnTo>
                  <a:lnTo>
                    <a:pt x="9174" y="12046"/>
                  </a:lnTo>
                  <a:lnTo>
                    <a:pt x="9366" y="12147"/>
                  </a:lnTo>
                  <a:lnTo>
                    <a:pt x="9605" y="12198"/>
                  </a:lnTo>
                  <a:lnTo>
                    <a:pt x="9844" y="12248"/>
                  </a:lnTo>
                  <a:lnTo>
                    <a:pt x="10322" y="12248"/>
                  </a:lnTo>
                  <a:lnTo>
                    <a:pt x="10752" y="12147"/>
                  </a:lnTo>
                  <a:lnTo>
                    <a:pt x="11182" y="11943"/>
                  </a:lnTo>
                  <a:lnTo>
                    <a:pt x="11612" y="11588"/>
                  </a:lnTo>
                  <a:lnTo>
                    <a:pt x="11995" y="11181"/>
                  </a:lnTo>
                  <a:lnTo>
                    <a:pt x="12328" y="10724"/>
                  </a:lnTo>
                  <a:lnTo>
                    <a:pt x="12425" y="10520"/>
                  </a:lnTo>
                  <a:lnTo>
                    <a:pt x="12520" y="10267"/>
                  </a:lnTo>
                  <a:lnTo>
                    <a:pt x="12568" y="10012"/>
                  </a:lnTo>
                  <a:lnTo>
                    <a:pt x="12568" y="9505"/>
                  </a:lnTo>
                  <a:lnTo>
                    <a:pt x="12471" y="9301"/>
                  </a:lnTo>
                  <a:lnTo>
                    <a:pt x="12328" y="9046"/>
                  </a:lnTo>
                  <a:lnTo>
                    <a:pt x="11995" y="8691"/>
                  </a:lnTo>
                  <a:lnTo>
                    <a:pt x="11803" y="8589"/>
                  </a:lnTo>
                  <a:lnTo>
                    <a:pt x="11373" y="8386"/>
                  </a:lnTo>
                  <a:lnTo>
                    <a:pt x="10895" y="8284"/>
                  </a:lnTo>
                  <a:close/>
                  <a:moveTo>
                    <a:pt x="6595" y="9809"/>
                  </a:moveTo>
                  <a:lnTo>
                    <a:pt x="6833" y="11333"/>
                  </a:lnTo>
                  <a:lnTo>
                    <a:pt x="7120" y="12859"/>
                  </a:lnTo>
                  <a:lnTo>
                    <a:pt x="6020" y="12198"/>
                  </a:lnTo>
                  <a:lnTo>
                    <a:pt x="4922" y="11486"/>
                  </a:lnTo>
                  <a:lnTo>
                    <a:pt x="5782" y="10623"/>
                  </a:lnTo>
                  <a:lnTo>
                    <a:pt x="6595" y="9809"/>
                  </a:lnTo>
                  <a:close/>
                  <a:moveTo>
                    <a:pt x="10274" y="6556"/>
                  </a:moveTo>
                  <a:lnTo>
                    <a:pt x="11946" y="7318"/>
                  </a:lnTo>
                  <a:lnTo>
                    <a:pt x="13523" y="8132"/>
                  </a:lnTo>
                  <a:lnTo>
                    <a:pt x="13811" y="9046"/>
                  </a:lnTo>
                  <a:lnTo>
                    <a:pt x="14049" y="9962"/>
                  </a:lnTo>
                  <a:lnTo>
                    <a:pt x="14241" y="10876"/>
                  </a:lnTo>
                  <a:lnTo>
                    <a:pt x="14431" y="11842"/>
                  </a:lnTo>
                  <a:lnTo>
                    <a:pt x="13763" y="12604"/>
                  </a:lnTo>
                  <a:lnTo>
                    <a:pt x="13046" y="13366"/>
                  </a:lnTo>
                  <a:lnTo>
                    <a:pt x="12281" y="14078"/>
                  </a:lnTo>
                  <a:lnTo>
                    <a:pt x="11517" y="14789"/>
                  </a:lnTo>
                  <a:lnTo>
                    <a:pt x="10560" y="14434"/>
                  </a:lnTo>
                  <a:lnTo>
                    <a:pt x="9605" y="14078"/>
                  </a:lnTo>
                  <a:lnTo>
                    <a:pt x="8697" y="13671"/>
                  </a:lnTo>
                  <a:lnTo>
                    <a:pt x="7789" y="13214"/>
                  </a:lnTo>
                  <a:lnTo>
                    <a:pt x="7454" y="11282"/>
                  </a:lnTo>
                  <a:lnTo>
                    <a:pt x="7120" y="9301"/>
                  </a:lnTo>
                  <a:lnTo>
                    <a:pt x="8697" y="7928"/>
                  </a:lnTo>
                  <a:lnTo>
                    <a:pt x="10274" y="6556"/>
                  </a:lnTo>
                  <a:close/>
                  <a:moveTo>
                    <a:pt x="14527" y="12706"/>
                  </a:moveTo>
                  <a:lnTo>
                    <a:pt x="14622" y="14078"/>
                  </a:lnTo>
                  <a:lnTo>
                    <a:pt x="14622" y="15552"/>
                  </a:lnTo>
                  <a:lnTo>
                    <a:pt x="13428" y="15297"/>
                  </a:lnTo>
                  <a:lnTo>
                    <a:pt x="12233" y="14993"/>
                  </a:lnTo>
                  <a:lnTo>
                    <a:pt x="13046" y="14282"/>
                  </a:lnTo>
                  <a:lnTo>
                    <a:pt x="13763" y="13570"/>
                  </a:lnTo>
                  <a:lnTo>
                    <a:pt x="14527" y="12706"/>
                  </a:lnTo>
                  <a:close/>
                  <a:moveTo>
                    <a:pt x="16582" y="9911"/>
                  </a:moveTo>
                  <a:lnTo>
                    <a:pt x="17251" y="10368"/>
                  </a:lnTo>
                  <a:lnTo>
                    <a:pt x="17920" y="10825"/>
                  </a:lnTo>
                  <a:lnTo>
                    <a:pt x="18541" y="11333"/>
                  </a:lnTo>
                  <a:lnTo>
                    <a:pt x="19114" y="11893"/>
                  </a:lnTo>
                  <a:lnTo>
                    <a:pt x="19688" y="12503"/>
                  </a:lnTo>
                  <a:lnTo>
                    <a:pt x="20166" y="13112"/>
                  </a:lnTo>
                  <a:lnTo>
                    <a:pt x="20596" y="13773"/>
                  </a:lnTo>
                  <a:lnTo>
                    <a:pt x="20930" y="14484"/>
                  </a:lnTo>
                  <a:lnTo>
                    <a:pt x="21170" y="15247"/>
                  </a:lnTo>
                  <a:lnTo>
                    <a:pt x="21074" y="15297"/>
                  </a:lnTo>
                  <a:lnTo>
                    <a:pt x="20787" y="15501"/>
                  </a:lnTo>
                  <a:lnTo>
                    <a:pt x="20452" y="15653"/>
                  </a:lnTo>
                  <a:lnTo>
                    <a:pt x="20119" y="15755"/>
                  </a:lnTo>
                  <a:lnTo>
                    <a:pt x="19784" y="15857"/>
                  </a:lnTo>
                  <a:lnTo>
                    <a:pt x="19688" y="15755"/>
                  </a:lnTo>
                  <a:lnTo>
                    <a:pt x="19641" y="15806"/>
                  </a:lnTo>
                  <a:lnTo>
                    <a:pt x="18541" y="15857"/>
                  </a:lnTo>
                  <a:lnTo>
                    <a:pt x="17442" y="15806"/>
                  </a:lnTo>
                  <a:lnTo>
                    <a:pt x="16390" y="15755"/>
                  </a:lnTo>
                  <a:lnTo>
                    <a:pt x="15292" y="15653"/>
                  </a:lnTo>
                  <a:lnTo>
                    <a:pt x="15244" y="14129"/>
                  </a:lnTo>
                  <a:lnTo>
                    <a:pt x="15196" y="13112"/>
                  </a:lnTo>
                  <a:lnTo>
                    <a:pt x="15100" y="12046"/>
                  </a:lnTo>
                  <a:lnTo>
                    <a:pt x="15865" y="10977"/>
                  </a:lnTo>
                  <a:lnTo>
                    <a:pt x="16582" y="9911"/>
                  </a:lnTo>
                  <a:close/>
                  <a:moveTo>
                    <a:pt x="7979" y="14078"/>
                  </a:moveTo>
                  <a:lnTo>
                    <a:pt x="8841" y="14484"/>
                  </a:lnTo>
                  <a:lnTo>
                    <a:pt x="9700" y="14840"/>
                  </a:lnTo>
                  <a:lnTo>
                    <a:pt x="10847" y="15247"/>
                  </a:lnTo>
                  <a:lnTo>
                    <a:pt x="9844" y="16009"/>
                  </a:lnTo>
                  <a:lnTo>
                    <a:pt x="8744" y="16619"/>
                  </a:lnTo>
                  <a:lnTo>
                    <a:pt x="8601" y="16720"/>
                  </a:lnTo>
                  <a:lnTo>
                    <a:pt x="8266" y="15349"/>
                  </a:lnTo>
                  <a:lnTo>
                    <a:pt x="7979" y="14078"/>
                  </a:lnTo>
                  <a:close/>
                  <a:moveTo>
                    <a:pt x="4492" y="11994"/>
                  </a:moveTo>
                  <a:lnTo>
                    <a:pt x="5065" y="12400"/>
                  </a:lnTo>
                  <a:lnTo>
                    <a:pt x="6165" y="13061"/>
                  </a:lnTo>
                  <a:lnTo>
                    <a:pt x="7311" y="13722"/>
                  </a:lnTo>
                  <a:lnTo>
                    <a:pt x="7646" y="15349"/>
                  </a:lnTo>
                  <a:lnTo>
                    <a:pt x="7836" y="16162"/>
                  </a:lnTo>
                  <a:lnTo>
                    <a:pt x="8076" y="17025"/>
                  </a:lnTo>
                  <a:lnTo>
                    <a:pt x="7406" y="17331"/>
                  </a:lnTo>
                  <a:lnTo>
                    <a:pt x="6690" y="17636"/>
                  </a:lnTo>
                  <a:lnTo>
                    <a:pt x="6020" y="17838"/>
                  </a:lnTo>
                  <a:lnTo>
                    <a:pt x="5304" y="17991"/>
                  </a:lnTo>
                  <a:lnTo>
                    <a:pt x="4825" y="17991"/>
                  </a:lnTo>
                  <a:lnTo>
                    <a:pt x="4396" y="17941"/>
                  </a:lnTo>
                  <a:lnTo>
                    <a:pt x="3966" y="17838"/>
                  </a:lnTo>
                  <a:lnTo>
                    <a:pt x="3536" y="17585"/>
                  </a:lnTo>
                  <a:lnTo>
                    <a:pt x="3344" y="17432"/>
                  </a:lnTo>
                  <a:lnTo>
                    <a:pt x="3201" y="17229"/>
                  </a:lnTo>
                  <a:lnTo>
                    <a:pt x="3058" y="17025"/>
                  </a:lnTo>
                  <a:lnTo>
                    <a:pt x="2963" y="16772"/>
                  </a:lnTo>
                  <a:lnTo>
                    <a:pt x="2819" y="16314"/>
                  </a:lnTo>
                  <a:lnTo>
                    <a:pt x="2819" y="15755"/>
                  </a:lnTo>
                  <a:lnTo>
                    <a:pt x="2866" y="15247"/>
                  </a:lnTo>
                  <a:lnTo>
                    <a:pt x="2963" y="14739"/>
                  </a:lnTo>
                  <a:lnTo>
                    <a:pt x="3106" y="14231"/>
                  </a:lnTo>
                  <a:lnTo>
                    <a:pt x="3297" y="13773"/>
                  </a:lnTo>
                  <a:lnTo>
                    <a:pt x="3536" y="13265"/>
                  </a:lnTo>
                  <a:lnTo>
                    <a:pt x="3822" y="12859"/>
                  </a:lnTo>
                  <a:lnTo>
                    <a:pt x="4157" y="12400"/>
                  </a:lnTo>
                  <a:lnTo>
                    <a:pt x="4492" y="11994"/>
                  </a:lnTo>
                  <a:close/>
                  <a:moveTo>
                    <a:pt x="10800" y="19465"/>
                  </a:moveTo>
                  <a:lnTo>
                    <a:pt x="10943" y="19516"/>
                  </a:lnTo>
                  <a:lnTo>
                    <a:pt x="10943" y="19872"/>
                  </a:lnTo>
                  <a:lnTo>
                    <a:pt x="10895" y="20075"/>
                  </a:lnTo>
                  <a:lnTo>
                    <a:pt x="10800" y="20227"/>
                  </a:lnTo>
                  <a:lnTo>
                    <a:pt x="10657" y="20329"/>
                  </a:lnTo>
                  <a:lnTo>
                    <a:pt x="10369" y="20075"/>
                  </a:lnTo>
                  <a:lnTo>
                    <a:pt x="10130" y="19821"/>
                  </a:lnTo>
                  <a:lnTo>
                    <a:pt x="10225" y="19617"/>
                  </a:lnTo>
                  <a:lnTo>
                    <a:pt x="10417" y="19516"/>
                  </a:lnTo>
                  <a:lnTo>
                    <a:pt x="10608" y="19465"/>
                  </a:lnTo>
                  <a:close/>
                  <a:moveTo>
                    <a:pt x="11612" y="15501"/>
                  </a:moveTo>
                  <a:lnTo>
                    <a:pt x="13093" y="15907"/>
                  </a:lnTo>
                  <a:lnTo>
                    <a:pt x="14622" y="16213"/>
                  </a:lnTo>
                  <a:lnTo>
                    <a:pt x="14574" y="17025"/>
                  </a:lnTo>
                  <a:lnTo>
                    <a:pt x="14479" y="17788"/>
                  </a:lnTo>
                  <a:lnTo>
                    <a:pt x="14288" y="18602"/>
                  </a:lnTo>
                  <a:lnTo>
                    <a:pt x="14097" y="19364"/>
                  </a:lnTo>
                  <a:lnTo>
                    <a:pt x="13858" y="19770"/>
                  </a:lnTo>
                  <a:lnTo>
                    <a:pt x="13619" y="20177"/>
                  </a:lnTo>
                  <a:lnTo>
                    <a:pt x="13284" y="20532"/>
                  </a:lnTo>
                  <a:lnTo>
                    <a:pt x="12903" y="20787"/>
                  </a:lnTo>
                  <a:lnTo>
                    <a:pt x="12568" y="20939"/>
                  </a:lnTo>
                  <a:lnTo>
                    <a:pt x="12233" y="20990"/>
                  </a:lnTo>
                  <a:lnTo>
                    <a:pt x="11851" y="20939"/>
                  </a:lnTo>
                  <a:lnTo>
                    <a:pt x="11517" y="20838"/>
                  </a:lnTo>
                  <a:lnTo>
                    <a:pt x="11660" y="20583"/>
                  </a:lnTo>
                  <a:lnTo>
                    <a:pt x="11708" y="20329"/>
                  </a:lnTo>
                  <a:lnTo>
                    <a:pt x="11803" y="20025"/>
                  </a:lnTo>
                  <a:lnTo>
                    <a:pt x="11803" y="19770"/>
                  </a:lnTo>
                  <a:lnTo>
                    <a:pt x="11755" y="19516"/>
                  </a:lnTo>
                  <a:lnTo>
                    <a:pt x="11660" y="19364"/>
                  </a:lnTo>
                  <a:lnTo>
                    <a:pt x="11517" y="19160"/>
                  </a:lnTo>
                  <a:lnTo>
                    <a:pt x="11373" y="19059"/>
                  </a:lnTo>
                  <a:lnTo>
                    <a:pt x="11134" y="18907"/>
                  </a:lnTo>
                  <a:lnTo>
                    <a:pt x="10943" y="18855"/>
                  </a:lnTo>
                  <a:lnTo>
                    <a:pt x="10752" y="18804"/>
                  </a:lnTo>
                  <a:lnTo>
                    <a:pt x="10513" y="18804"/>
                  </a:lnTo>
                  <a:lnTo>
                    <a:pt x="10274" y="18855"/>
                  </a:lnTo>
                  <a:lnTo>
                    <a:pt x="10082" y="18956"/>
                  </a:lnTo>
                  <a:lnTo>
                    <a:pt x="9892" y="19109"/>
                  </a:lnTo>
                  <a:lnTo>
                    <a:pt x="9700" y="19261"/>
                  </a:lnTo>
                  <a:lnTo>
                    <a:pt x="9462" y="18855"/>
                  </a:lnTo>
                  <a:lnTo>
                    <a:pt x="9222" y="18347"/>
                  </a:lnTo>
                  <a:lnTo>
                    <a:pt x="8984" y="17890"/>
                  </a:lnTo>
                  <a:lnTo>
                    <a:pt x="8792" y="17381"/>
                  </a:lnTo>
                  <a:lnTo>
                    <a:pt x="10179" y="16568"/>
                  </a:lnTo>
                  <a:lnTo>
                    <a:pt x="10895" y="16059"/>
                  </a:lnTo>
                  <a:lnTo>
                    <a:pt x="11612" y="15501"/>
                  </a:lnTo>
                  <a:close/>
                  <a:moveTo>
                    <a:pt x="8458" y="0"/>
                  </a:moveTo>
                  <a:lnTo>
                    <a:pt x="8028" y="407"/>
                  </a:lnTo>
                  <a:lnTo>
                    <a:pt x="7646" y="865"/>
                  </a:lnTo>
                  <a:lnTo>
                    <a:pt x="7311" y="1373"/>
                  </a:lnTo>
                  <a:lnTo>
                    <a:pt x="7071" y="1931"/>
                  </a:lnTo>
                  <a:lnTo>
                    <a:pt x="6833" y="2491"/>
                  </a:lnTo>
                  <a:lnTo>
                    <a:pt x="6642" y="3049"/>
                  </a:lnTo>
                  <a:lnTo>
                    <a:pt x="6546" y="3659"/>
                  </a:lnTo>
                  <a:lnTo>
                    <a:pt x="6451" y="4269"/>
                  </a:lnTo>
                  <a:lnTo>
                    <a:pt x="5495" y="4015"/>
                  </a:lnTo>
                  <a:lnTo>
                    <a:pt x="4539" y="3863"/>
                  </a:lnTo>
                  <a:lnTo>
                    <a:pt x="3584" y="3762"/>
                  </a:lnTo>
                  <a:lnTo>
                    <a:pt x="3106" y="3812"/>
                  </a:lnTo>
                  <a:lnTo>
                    <a:pt x="2676" y="3863"/>
                  </a:lnTo>
                  <a:lnTo>
                    <a:pt x="2246" y="3914"/>
                  </a:lnTo>
                  <a:lnTo>
                    <a:pt x="1815" y="4015"/>
                  </a:lnTo>
                  <a:lnTo>
                    <a:pt x="1433" y="4219"/>
                  </a:lnTo>
                  <a:lnTo>
                    <a:pt x="1051" y="4421"/>
                  </a:lnTo>
                  <a:lnTo>
                    <a:pt x="717" y="4625"/>
                  </a:lnTo>
                  <a:lnTo>
                    <a:pt x="477" y="4930"/>
                  </a:lnTo>
                  <a:lnTo>
                    <a:pt x="238" y="5286"/>
                  </a:lnTo>
                  <a:lnTo>
                    <a:pt x="95" y="5692"/>
                  </a:lnTo>
                  <a:lnTo>
                    <a:pt x="0" y="6099"/>
                  </a:lnTo>
                  <a:lnTo>
                    <a:pt x="0" y="6556"/>
                  </a:lnTo>
                  <a:lnTo>
                    <a:pt x="47" y="6964"/>
                  </a:lnTo>
                  <a:lnTo>
                    <a:pt x="190" y="7421"/>
                  </a:lnTo>
                  <a:lnTo>
                    <a:pt x="334" y="7827"/>
                  </a:lnTo>
                  <a:lnTo>
                    <a:pt x="573" y="8234"/>
                  </a:lnTo>
                  <a:lnTo>
                    <a:pt x="812" y="8640"/>
                  </a:lnTo>
                  <a:lnTo>
                    <a:pt x="1098" y="8996"/>
                  </a:lnTo>
                  <a:lnTo>
                    <a:pt x="1576" y="9505"/>
                  </a:lnTo>
                  <a:lnTo>
                    <a:pt x="2103" y="10063"/>
                  </a:lnTo>
                  <a:lnTo>
                    <a:pt x="2103" y="10419"/>
                  </a:lnTo>
                  <a:lnTo>
                    <a:pt x="2198" y="10775"/>
                  </a:lnTo>
                  <a:lnTo>
                    <a:pt x="2246" y="10927"/>
                  </a:lnTo>
                  <a:lnTo>
                    <a:pt x="2389" y="11029"/>
                  </a:lnTo>
                  <a:lnTo>
                    <a:pt x="2484" y="11130"/>
                  </a:lnTo>
                  <a:lnTo>
                    <a:pt x="2676" y="11181"/>
                  </a:lnTo>
                  <a:lnTo>
                    <a:pt x="2819" y="11232"/>
                  </a:lnTo>
                  <a:lnTo>
                    <a:pt x="2963" y="11181"/>
                  </a:lnTo>
                  <a:lnTo>
                    <a:pt x="3297" y="11080"/>
                  </a:lnTo>
                  <a:lnTo>
                    <a:pt x="3966" y="11638"/>
                  </a:lnTo>
                  <a:lnTo>
                    <a:pt x="3441" y="12350"/>
                  </a:lnTo>
                  <a:lnTo>
                    <a:pt x="3011" y="13112"/>
                  </a:lnTo>
                  <a:lnTo>
                    <a:pt x="2628" y="13926"/>
                  </a:lnTo>
                  <a:lnTo>
                    <a:pt x="2436" y="14332"/>
                  </a:lnTo>
                  <a:lnTo>
                    <a:pt x="2341" y="14789"/>
                  </a:lnTo>
                  <a:lnTo>
                    <a:pt x="2246" y="15196"/>
                  </a:lnTo>
                  <a:lnTo>
                    <a:pt x="2198" y="15602"/>
                  </a:lnTo>
                  <a:lnTo>
                    <a:pt x="2198" y="16009"/>
                  </a:lnTo>
                  <a:lnTo>
                    <a:pt x="2246" y="16467"/>
                  </a:lnTo>
                  <a:lnTo>
                    <a:pt x="2341" y="16823"/>
                  </a:lnTo>
                  <a:lnTo>
                    <a:pt x="2484" y="17229"/>
                  </a:lnTo>
                  <a:lnTo>
                    <a:pt x="2676" y="17585"/>
                  </a:lnTo>
                  <a:lnTo>
                    <a:pt x="2914" y="17890"/>
                  </a:lnTo>
                  <a:lnTo>
                    <a:pt x="3249" y="18194"/>
                  </a:lnTo>
                  <a:lnTo>
                    <a:pt x="3631" y="18398"/>
                  </a:lnTo>
                  <a:lnTo>
                    <a:pt x="3966" y="18551"/>
                  </a:lnTo>
                  <a:lnTo>
                    <a:pt x="4396" y="18602"/>
                  </a:lnTo>
                  <a:lnTo>
                    <a:pt x="4779" y="18652"/>
                  </a:lnTo>
                  <a:lnTo>
                    <a:pt x="5208" y="18652"/>
                  </a:lnTo>
                  <a:lnTo>
                    <a:pt x="5590" y="18602"/>
                  </a:lnTo>
                  <a:lnTo>
                    <a:pt x="5973" y="18551"/>
                  </a:lnTo>
                  <a:lnTo>
                    <a:pt x="6546" y="18347"/>
                  </a:lnTo>
                  <a:lnTo>
                    <a:pt x="7168" y="18143"/>
                  </a:lnTo>
                  <a:lnTo>
                    <a:pt x="7693" y="17941"/>
                  </a:lnTo>
                  <a:lnTo>
                    <a:pt x="8266" y="17636"/>
                  </a:lnTo>
                  <a:lnTo>
                    <a:pt x="8506" y="18246"/>
                  </a:lnTo>
                  <a:lnTo>
                    <a:pt x="8744" y="18804"/>
                  </a:lnTo>
                  <a:lnTo>
                    <a:pt x="9079" y="19364"/>
                  </a:lnTo>
                  <a:lnTo>
                    <a:pt x="9414" y="19872"/>
                  </a:lnTo>
                  <a:lnTo>
                    <a:pt x="9317" y="20126"/>
                  </a:lnTo>
                  <a:lnTo>
                    <a:pt x="9271" y="20379"/>
                  </a:lnTo>
                  <a:lnTo>
                    <a:pt x="9317" y="20634"/>
                  </a:lnTo>
                  <a:lnTo>
                    <a:pt x="9414" y="20888"/>
                  </a:lnTo>
                  <a:lnTo>
                    <a:pt x="9557" y="21092"/>
                  </a:lnTo>
                  <a:lnTo>
                    <a:pt x="9749" y="21244"/>
                  </a:lnTo>
                  <a:lnTo>
                    <a:pt x="9939" y="21345"/>
                  </a:lnTo>
                  <a:lnTo>
                    <a:pt x="10130" y="21448"/>
                  </a:lnTo>
                  <a:lnTo>
                    <a:pt x="10322" y="21497"/>
                  </a:lnTo>
                  <a:lnTo>
                    <a:pt x="10560" y="21497"/>
                  </a:lnTo>
                  <a:lnTo>
                    <a:pt x="10752" y="21448"/>
                  </a:lnTo>
                  <a:lnTo>
                    <a:pt x="10990" y="21345"/>
                  </a:lnTo>
                  <a:lnTo>
                    <a:pt x="11038" y="21345"/>
                  </a:lnTo>
                  <a:lnTo>
                    <a:pt x="11468" y="21497"/>
                  </a:lnTo>
                  <a:lnTo>
                    <a:pt x="11946" y="21600"/>
                  </a:lnTo>
                  <a:lnTo>
                    <a:pt x="12376" y="21600"/>
                  </a:lnTo>
                  <a:lnTo>
                    <a:pt x="12854" y="21497"/>
                  </a:lnTo>
                  <a:lnTo>
                    <a:pt x="13236" y="21345"/>
                  </a:lnTo>
                  <a:lnTo>
                    <a:pt x="13571" y="21143"/>
                  </a:lnTo>
                  <a:lnTo>
                    <a:pt x="13906" y="20838"/>
                  </a:lnTo>
                  <a:lnTo>
                    <a:pt x="14144" y="20532"/>
                  </a:lnTo>
                  <a:lnTo>
                    <a:pt x="14384" y="20177"/>
                  </a:lnTo>
                  <a:lnTo>
                    <a:pt x="14574" y="19770"/>
                  </a:lnTo>
                  <a:lnTo>
                    <a:pt x="14719" y="19364"/>
                  </a:lnTo>
                  <a:lnTo>
                    <a:pt x="14862" y="18956"/>
                  </a:lnTo>
                  <a:lnTo>
                    <a:pt x="15005" y="18347"/>
                  </a:lnTo>
                  <a:lnTo>
                    <a:pt x="15149" y="17686"/>
                  </a:lnTo>
                  <a:lnTo>
                    <a:pt x="15196" y="16975"/>
                  </a:lnTo>
                  <a:lnTo>
                    <a:pt x="15244" y="16314"/>
                  </a:lnTo>
                  <a:lnTo>
                    <a:pt x="16438" y="16415"/>
                  </a:lnTo>
                  <a:lnTo>
                    <a:pt x="17585" y="16518"/>
                  </a:lnTo>
                  <a:lnTo>
                    <a:pt x="18779" y="16518"/>
                  </a:lnTo>
                  <a:lnTo>
                    <a:pt x="19927" y="16467"/>
                  </a:lnTo>
                  <a:lnTo>
                    <a:pt x="19974" y="16415"/>
                  </a:lnTo>
                  <a:lnTo>
                    <a:pt x="19974" y="16314"/>
                  </a:lnTo>
                  <a:lnTo>
                    <a:pt x="20309" y="16213"/>
                  </a:lnTo>
                  <a:lnTo>
                    <a:pt x="20692" y="16111"/>
                  </a:lnTo>
                  <a:lnTo>
                    <a:pt x="21025" y="15907"/>
                  </a:lnTo>
                  <a:lnTo>
                    <a:pt x="21360" y="15705"/>
                  </a:lnTo>
                  <a:lnTo>
                    <a:pt x="21504" y="15705"/>
                  </a:lnTo>
                  <a:lnTo>
                    <a:pt x="21552" y="15653"/>
                  </a:lnTo>
                  <a:lnTo>
                    <a:pt x="21600" y="15552"/>
                  </a:lnTo>
                  <a:lnTo>
                    <a:pt x="21552" y="15145"/>
                  </a:lnTo>
                  <a:lnTo>
                    <a:pt x="21457" y="14739"/>
                  </a:lnTo>
                  <a:lnTo>
                    <a:pt x="21360" y="14332"/>
                  </a:lnTo>
                  <a:lnTo>
                    <a:pt x="21217" y="13977"/>
                  </a:lnTo>
                  <a:lnTo>
                    <a:pt x="20835" y="13214"/>
                  </a:lnTo>
                  <a:lnTo>
                    <a:pt x="20357" y="12553"/>
                  </a:lnTo>
                  <a:lnTo>
                    <a:pt x="19831" y="11893"/>
                  </a:lnTo>
                  <a:lnTo>
                    <a:pt x="19258" y="11282"/>
                  </a:lnTo>
                  <a:lnTo>
                    <a:pt x="18636" y="10724"/>
                  </a:lnTo>
                  <a:lnTo>
                    <a:pt x="17968" y="10164"/>
                  </a:lnTo>
                  <a:lnTo>
                    <a:pt x="16868" y="9402"/>
                  </a:lnTo>
                  <a:lnTo>
                    <a:pt x="17395" y="8386"/>
                  </a:lnTo>
                  <a:lnTo>
                    <a:pt x="17873" y="7369"/>
                  </a:lnTo>
                  <a:lnTo>
                    <a:pt x="18303" y="6303"/>
                  </a:lnTo>
                  <a:lnTo>
                    <a:pt x="18636" y="5234"/>
                  </a:lnTo>
                  <a:lnTo>
                    <a:pt x="18636" y="5032"/>
                  </a:lnTo>
                  <a:lnTo>
                    <a:pt x="18828" y="4880"/>
                  </a:lnTo>
                  <a:lnTo>
                    <a:pt x="19019" y="4676"/>
                  </a:lnTo>
                  <a:lnTo>
                    <a:pt x="19211" y="4371"/>
                  </a:lnTo>
                  <a:lnTo>
                    <a:pt x="19306" y="4066"/>
                  </a:lnTo>
                  <a:lnTo>
                    <a:pt x="19306" y="3710"/>
                  </a:lnTo>
                  <a:lnTo>
                    <a:pt x="19211" y="3354"/>
                  </a:lnTo>
                  <a:lnTo>
                    <a:pt x="19067" y="3101"/>
                  </a:lnTo>
                  <a:lnTo>
                    <a:pt x="18876" y="2846"/>
                  </a:lnTo>
                  <a:lnTo>
                    <a:pt x="18589" y="2693"/>
                  </a:lnTo>
                  <a:lnTo>
                    <a:pt x="18446" y="2644"/>
                  </a:lnTo>
                  <a:lnTo>
                    <a:pt x="18254" y="2644"/>
                  </a:lnTo>
                  <a:lnTo>
                    <a:pt x="18016" y="2693"/>
                  </a:lnTo>
                  <a:lnTo>
                    <a:pt x="17825" y="2796"/>
                  </a:lnTo>
                  <a:lnTo>
                    <a:pt x="17633" y="2897"/>
                  </a:lnTo>
                  <a:lnTo>
                    <a:pt x="17442" y="3049"/>
                  </a:lnTo>
                  <a:lnTo>
                    <a:pt x="16868" y="2948"/>
                  </a:lnTo>
                  <a:lnTo>
                    <a:pt x="16247" y="2998"/>
                  </a:lnTo>
                  <a:lnTo>
                    <a:pt x="15674" y="3049"/>
                  </a:lnTo>
                  <a:lnTo>
                    <a:pt x="15100" y="3151"/>
                  </a:lnTo>
                  <a:lnTo>
                    <a:pt x="14479" y="3354"/>
                  </a:lnTo>
                  <a:lnTo>
                    <a:pt x="13906" y="3558"/>
                  </a:lnTo>
                  <a:lnTo>
                    <a:pt x="13379" y="3812"/>
                  </a:lnTo>
                  <a:lnTo>
                    <a:pt x="12806" y="4116"/>
                  </a:lnTo>
                  <a:lnTo>
                    <a:pt x="12520" y="4269"/>
                  </a:lnTo>
                  <a:lnTo>
                    <a:pt x="11995" y="3354"/>
                  </a:lnTo>
                  <a:lnTo>
                    <a:pt x="11420" y="2440"/>
                  </a:lnTo>
                  <a:lnTo>
                    <a:pt x="10752" y="1575"/>
                  </a:lnTo>
                  <a:lnTo>
                    <a:pt x="10082" y="762"/>
                  </a:lnTo>
                  <a:lnTo>
                    <a:pt x="9939" y="661"/>
                  </a:lnTo>
                  <a:lnTo>
                    <a:pt x="9796" y="661"/>
                  </a:lnTo>
                  <a:lnTo>
                    <a:pt x="9271" y="865"/>
                  </a:lnTo>
                  <a:lnTo>
                    <a:pt x="8744" y="1118"/>
                  </a:lnTo>
                  <a:lnTo>
                    <a:pt x="8649" y="1169"/>
                  </a:lnTo>
                  <a:lnTo>
                    <a:pt x="8601" y="1221"/>
                  </a:lnTo>
                  <a:lnTo>
                    <a:pt x="8649" y="1373"/>
                  </a:lnTo>
                  <a:lnTo>
                    <a:pt x="8697" y="1474"/>
                  </a:lnTo>
                  <a:lnTo>
                    <a:pt x="8841" y="1474"/>
                  </a:lnTo>
                  <a:lnTo>
                    <a:pt x="9317" y="1423"/>
                  </a:lnTo>
                  <a:lnTo>
                    <a:pt x="9749" y="1373"/>
                  </a:lnTo>
                  <a:lnTo>
                    <a:pt x="10369" y="2135"/>
                  </a:lnTo>
                  <a:lnTo>
                    <a:pt x="10943" y="2897"/>
                  </a:lnTo>
                  <a:lnTo>
                    <a:pt x="11517" y="3762"/>
                  </a:lnTo>
                  <a:lnTo>
                    <a:pt x="11995" y="4574"/>
                  </a:lnTo>
                  <a:lnTo>
                    <a:pt x="11087" y="5185"/>
                  </a:lnTo>
                  <a:lnTo>
                    <a:pt x="10225" y="5845"/>
                  </a:lnTo>
                  <a:lnTo>
                    <a:pt x="8601" y="5082"/>
                  </a:lnTo>
                  <a:lnTo>
                    <a:pt x="7789" y="4727"/>
                  </a:lnTo>
                  <a:lnTo>
                    <a:pt x="6928" y="4421"/>
                  </a:lnTo>
                  <a:lnTo>
                    <a:pt x="7025" y="3863"/>
                  </a:lnTo>
                  <a:lnTo>
                    <a:pt x="7120" y="3303"/>
                  </a:lnTo>
                  <a:lnTo>
                    <a:pt x="7263" y="2745"/>
                  </a:lnTo>
                  <a:lnTo>
                    <a:pt x="7454" y="2185"/>
                  </a:lnTo>
                  <a:lnTo>
                    <a:pt x="7693" y="1678"/>
                  </a:lnTo>
                  <a:lnTo>
                    <a:pt x="7979" y="1169"/>
                  </a:lnTo>
                  <a:lnTo>
                    <a:pt x="8314" y="712"/>
                  </a:lnTo>
                  <a:lnTo>
                    <a:pt x="8649" y="255"/>
                  </a:lnTo>
                  <a:lnTo>
                    <a:pt x="8697" y="152"/>
                  </a:lnTo>
                  <a:lnTo>
                    <a:pt x="8697" y="51"/>
                  </a:lnTo>
                  <a:lnTo>
                    <a:pt x="8601"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164" name="Google Shape;377;p7"/>
            <p:cNvSpPr/>
            <p:nvPr/>
          </p:nvSpPr>
          <p:spPr>
            <a:xfrm>
              <a:off x="701044" y="1319591"/>
              <a:ext cx="310514" cy="3662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307" y="860"/>
                  </a:moveTo>
                  <a:lnTo>
                    <a:pt x="11560" y="930"/>
                  </a:lnTo>
                  <a:lnTo>
                    <a:pt x="11728" y="1074"/>
                  </a:lnTo>
                  <a:lnTo>
                    <a:pt x="11728" y="1503"/>
                  </a:lnTo>
                  <a:lnTo>
                    <a:pt x="11560" y="1860"/>
                  </a:lnTo>
                  <a:lnTo>
                    <a:pt x="11392" y="2075"/>
                  </a:lnTo>
                  <a:lnTo>
                    <a:pt x="11137" y="2219"/>
                  </a:lnTo>
                  <a:lnTo>
                    <a:pt x="10884" y="2289"/>
                  </a:lnTo>
                  <a:lnTo>
                    <a:pt x="10631" y="2219"/>
                  </a:lnTo>
                  <a:lnTo>
                    <a:pt x="10042" y="2004"/>
                  </a:lnTo>
                  <a:lnTo>
                    <a:pt x="10210" y="1788"/>
                  </a:lnTo>
                  <a:lnTo>
                    <a:pt x="10210" y="1503"/>
                  </a:lnTo>
                  <a:lnTo>
                    <a:pt x="10125" y="1359"/>
                  </a:lnTo>
                  <a:lnTo>
                    <a:pt x="10042" y="1289"/>
                  </a:lnTo>
                  <a:lnTo>
                    <a:pt x="10295" y="1074"/>
                  </a:lnTo>
                  <a:lnTo>
                    <a:pt x="10631" y="930"/>
                  </a:lnTo>
                  <a:lnTo>
                    <a:pt x="10969" y="860"/>
                  </a:lnTo>
                  <a:close/>
                  <a:moveTo>
                    <a:pt x="7763" y="12660"/>
                  </a:moveTo>
                  <a:lnTo>
                    <a:pt x="7763" y="12732"/>
                  </a:lnTo>
                  <a:lnTo>
                    <a:pt x="7680" y="12732"/>
                  </a:lnTo>
                  <a:lnTo>
                    <a:pt x="7763" y="12660"/>
                  </a:lnTo>
                  <a:close/>
                  <a:moveTo>
                    <a:pt x="9872" y="13518"/>
                  </a:moveTo>
                  <a:lnTo>
                    <a:pt x="9789" y="13662"/>
                  </a:lnTo>
                  <a:lnTo>
                    <a:pt x="9704" y="13590"/>
                  </a:lnTo>
                  <a:lnTo>
                    <a:pt x="9872" y="13518"/>
                  </a:lnTo>
                  <a:close/>
                  <a:moveTo>
                    <a:pt x="11981" y="8226"/>
                  </a:moveTo>
                  <a:lnTo>
                    <a:pt x="12487" y="8441"/>
                  </a:lnTo>
                  <a:lnTo>
                    <a:pt x="12993" y="8655"/>
                  </a:lnTo>
                  <a:lnTo>
                    <a:pt x="13078" y="8870"/>
                  </a:lnTo>
                  <a:lnTo>
                    <a:pt x="13163" y="8942"/>
                  </a:lnTo>
                  <a:lnTo>
                    <a:pt x="13331" y="8942"/>
                  </a:lnTo>
                  <a:lnTo>
                    <a:pt x="13837" y="9513"/>
                  </a:lnTo>
                  <a:lnTo>
                    <a:pt x="14175" y="10086"/>
                  </a:lnTo>
                  <a:lnTo>
                    <a:pt x="14260" y="10730"/>
                  </a:lnTo>
                  <a:lnTo>
                    <a:pt x="14260" y="11373"/>
                  </a:lnTo>
                  <a:lnTo>
                    <a:pt x="14007" y="11945"/>
                  </a:lnTo>
                  <a:lnTo>
                    <a:pt x="13669" y="12518"/>
                  </a:lnTo>
                  <a:lnTo>
                    <a:pt x="13331" y="12875"/>
                  </a:lnTo>
                  <a:lnTo>
                    <a:pt x="12993" y="13161"/>
                  </a:lnTo>
                  <a:lnTo>
                    <a:pt x="12993" y="12446"/>
                  </a:lnTo>
                  <a:lnTo>
                    <a:pt x="12910" y="12373"/>
                  </a:lnTo>
                  <a:lnTo>
                    <a:pt x="12825" y="12303"/>
                  </a:lnTo>
                  <a:lnTo>
                    <a:pt x="12740" y="12303"/>
                  </a:lnTo>
                  <a:lnTo>
                    <a:pt x="12657" y="12373"/>
                  </a:lnTo>
                  <a:lnTo>
                    <a:pt x="12404" y="12660"/>
                  </a:lnTo>
                  <a:lnTo>
                    <a:pt x="12319" y="13017"/>
                  </a:lnTo>
                  <a:lnTo>
                    <a:pt x="12234" y="13518"/>
                  </a:lnTo>
                  <a:lnTo>
                    <a:pt x="11728" y="13662"/>
                  </a:lnTo>
                  <a:lnTo>
                    <a:pt x="11728" y="13089"/>
                  </a:lnTo>
                  <a:lnTo>
                    <a:pt x="11813" y="12802"/>
                  </a:lnTo>
                  <a:lnTo>
                    <a:pt x="11981" y="12588"/>
                  </a:lnTo>
                  <a:lnTo>
                    <a:pt x="12066" y="12518"/>
                  </a:lnTo>
                  <a:lnTo>
                    <a:pt x="11981" y="12446"/>
                  </a:lnTo>
                  <a:lnTo>
                    <a:pt x="11898" y="12373"/>
                  </a:lnTo>
                  <a:lnTo>
                    <a:pt x="11813" y="12373"/>
                  </a:lnTo>
                  <a:lnTo>
                    <a:pt x="11392" y="12588"/>
                  </a:lnTo>
                  <a:lnTo>
                    <a:pt x="11137" y="12947"/>
                  </a:lnTo>
                  <a:lnTo>
                    <a:pt x="10969" y="13304"/>
                  </a:lnTo>
                  <a:lnTo>
                    <a:pt x="10969" y="13733"/>
                  </a:lnTo>
                  <a:lnTo>
                    <a:pt x="10801" y="13733"/>
                  </a:lnTo>
                  <a:lnTo>
                    <a:pt x="10716" y="13662"/>
                  </a:lnTo>
                  <a:lnTo>
                    <a:pt x="10631" y="13590"/>
                  </a:lnTo>
                  <a:lnTo>
                    <a:pt x="10548" y="13590"/>
                  </a:lnTo>
                  <a:lnTo>
                    <a:pt x="11560" y="11730"/>
                  </a:lnTo>
                  <a:lnTo>
                    <a:pt x="11560" y="11588"/>
                  </a:lnTo>
                  <a:lnTo>
                    <a:pt x="11475" y="11516"/>
                  </a:lnTo>
                  <a:lnTo>
                    <a:pt x="11392" y="11516"/>
                  </a:lnTo>
                  <a:lnTo>
                    <a:pt x="11307" y="11588"/>
                  </a:lnTo>
                  <a:lnTo>
                    <a:pt x="10125" y="13161"/>
                  </a:lnTo>
                  <a:lnTo>
                    <a:pt x="10042" y="13017"/>
                  </a:lnTo>
                  <a:lnTo>
                    <a:pt x="9957" y="12947"/>
                  </a:lnTo>
                  <a:lnTo>
                    <a:pt x="9789" y="12947"/>
                  </a:lnTo>
                  <a:lnTo>
                    <a:pt x="10210" y="12159"/>
                  </a:lnTo>
                  <a:lnTo>
                    <a:pt x="10716" y="11301"/>
                  </a:lnTo>
                  <a:lnTo>
                    <a:pt x="10801" y="11229"/>
                  </a:lnTo>
                  <a:lnTo>
                    <a:pt x="10716" y="11159"/>
                  </a:lnTo>
                  <a:lnTo>
                    <a:pt x="10548" y="11159"/>
                  </a:lnTo>
                  <a:lnTo>
                    <a:pt x="9619" y="12231"/>
                  </a:lnTo>
                  <a:lnTo>
                    <a:pt x="9198" y="12802"/>
                  </a:lnTo>
                  <a:lnTo>
                    <a:pt x="8860" y="13376"/>
                  </a:lnTo>
                  <a:lnTo>
                    <a:pt x="8439" y="13231"/>
                  </a:lnTo>
                  <a:lnTo>
                    <a:pt x="8692" y="13161"/>
                  </a:lnTo>
                  <a:lnTo>
                    <a:pt x="8860" y="12947"/>
                  </a:lnTo>
                  <a:lnTo>
                    <a:pt x="8945" y="12802"/>
                  </a:lnTo>
                  <a:lnTo>
                    <a:pt x="8945" y="12446"/>
                  </a:lnTo>
                  <a:lnTo>
                    <a:pt x="8775" y="12446"/>
                  </a:lnTo>
                  <a:lnTo>
                    <a:pt x="9198" y="12017"/>
                  </a:lnTo>
                  <a:lnTo>
                    <a:pt x="10378" y="10800"/>
                  </a:lnTo>
                  <a:lnTo>
                    <a:pt x="10378" y="10658"/>
                  </a:lnTo>
                  <a:lnTo>
                    <a:pt x="10295" y="10586"/>
                  </a:lnTo>
                  <a:lnTo>
                    <a:pt x="10125" y="10586"/>
                  </a:lnTo>
                  <a:lnTo>
                    <a:pt x="8692" y="11730"/>
                  </a:lnTo>
                  <a:lnTo>
                    <a:pt x="8354" y="11945"/>
                  </a:lnTo>
                  <a:lnTo>
                    <a:pt x="8269" y="11874"/>
                  </a:lnTo>
                  <a:lnTo>
                    <a:pt x="8186" y="11874"/>
                  </a:lnTo>
                  <a:lnTo>
                    <a:pt x="8016" y="11945"/>
                  </a:lnTo>
                  <a:lnTo>
                    <a:pt x="8439" y="11443"/>
                  </a:lnTo>
                  <a:lnTo>
                    <a:pt x="8945" y="11014"/>
                  </a:lnTo>
                  <a:lnTo>
                    <a:pt x="9536" y="10658"/>
                  </a:lnTo>
                  <a:lnTo>
                    <a:pt x="10125" y="10301"/>
                  </a:lnTo>
                  <a:lnTo>
                    <a:pt x="10210" y="10229"/>
                  </a:lnTo>
                  <a:lnTo>
                    <a:pt x="10125" y="10157"/>
                  </a:lnTo>
                  <a:lnTo>
                    <a:pt x="10125" y="10086"/>
                  </a:lnTo>
                  <a:lnTo>
                    <a:pt x="9957" y="10014"/>
                  </a:lnTo>
                  <a:lnTo>
                    <a:pt x="9113" y="10371"/>
                  </a:lnTo>
                  <a:lnTo>
                    <a:pt x="8354" y="10800"/>
                  </a:lnTo>
                  <a:lnTo>
                    <a:pt x="7680" y="11301"/>
                  </a:lnTo>
                  <a:lnTo>
                    <a:pt x="7089" y="11945"/>
                  </a:lnTo>
                  <a:lnTo>
                    <a:pt x="7004" y="11730"/>
                  </a:lnTo>
                  <a:lnTo>
                    <a:pt x="7089" y="11660"/>
                  </a:lnTo>
                  <a:lnTo>
                    <a:pt x="7680" y="10944"/>
                  </a:lnTo>
                  <a:lnTo>
                    <a:pt x="8354" y="10301"/>
                  </a:lnTo>
                  <a:lnTo>
                    <a:pt x="9113" y="9655"/>
                  </a:lnTo>
                  <a:lnTo>
                    <a:pt x="9872" y="9084"/>
                  </a:lnTo>
                  <a:lnTo>
                    <a:pt x="9872" y="9012"/>
                  </a:lnTo>
                  <a:lnTo>
                    <a:pt x="9789" y="8942"/>
                  </a:lnTo>
                  <a:lnTo>
                    <a:pt x="9704" y="8942"/>
                  </a:lnTo>
                  <a:lnTo>
                    <a:pt x="9028" y="9227"/>
                  </a:lnTo>
                  <a:lnTo>
                    <a:pt x="8354" y="9513"/>
                  </a:lnTo>
                  <a:lnTo>
                    <a:pt x="7763" y="9942"/>
                  </a:lnTo>
                  <a:lnTo>
                    <a:pt x="7257" y="10443"/>
                  </a:lnTo>
                  <a:lnTo>
                    <a:pt x="7425" y="10157"/>
                  </a:lnTo>
                  <a:lnTo>
                    <a:pt x="7680" y="9870"/>
                  </a:lnTo>
                  <a:lnTo>
                    <a:pt x="8186" y="9441"/>
                  </a:lnTo>
                  <a:lnTo>
                    <a:pt x="8860" y="9012"/>
                  </a:lnTo>
                  <a:lnTo>
                    <a:pt x="9536" y="8727"/>
                  </a:lnTo>
                  <a:lnTo>
                    <a:pt x="10125" y="8513"/>
                  </a:lnTo>
                  <a:lnTo>
                    <a:pt x="10716" y="8369"/>
                  </a:lnTo>
                  <a:lnTo>
                    <a:pt x="11392" y="8226"/>
                  </a:lnTo>
                  <a:close/>
                  <a:moveTo>
                    <a:pt x="1856" y="17094"/>
                  </a:moveTo>
                  <a:lnTo>
                    <a:pt x="1856" y="17238"/>
                  </a:lnTo>
                  <a:lnTo>
                    <a:pt x="1941" y="17381"/>
                  </a:lnTo>
                  <a:lnTo>
                    <a:pt x="2111" y="17453"/>
                  </a:lnTo>
                  <a:lnTo>
                    <a:pt x="2617" y="17453"/>
                  </a:lnTo>
                  <a:lnTo>
                    <a:pt x="2785" y="17523"/>
                  </a:lnTo>
                  <a:lnTo>
                    <a:pt x="3038" y="17523"/>
                  </a:lnTo>
                  <a:lnTo>
                    <a:pt x="3038" y="17737"/>
                  </a:lnTo>
                  <a:lnTo>
                    <a:pt x="2870" y="17882"/>
                  </a:lnTo>
                  <a:lnTo>
                    <a:pt x="2700" y="17952"/>
                  </a:lnTo>
                  <a:lnTo>
                    <a:pt x="2194" y="18024"/>
                  </a:lnTo>
                  <a:lnTo>
                    <a:pt x="1941" y="17952"/>
                  </a:lnTo>
                  <a:lnTo>
                    <a:pt x="1603" y="17810"/>
                  </a:lnTo>
                  <a:lnTo>
                    <a:pt x="1350" y="17667"/>
                  </a:lnTo>
                  <a:lnTo>
                    <a:pt x="1267" y="17453"/>
                  </a:lnTo>
                  <a:lnTo>
                    <a:pt x="1520" y="17238"/>
                  </a:lnTo>
                  <a:lnTo>
                    <a:pt x="1856" y="17094"/>
                  </a:lnTo>
                  <a:close/>
                  <a:moveTo>
                    <a:pt x="19576" y="16880"/>
                  </a:moveTo>
                  <a:lnTo>
                    <a:pt x="19829" y="16952"/>
                  </a:lnTo>
                  <a:lnTo>
                    <a:pt x="20082" y="17024"/>
                  </a:lnTo>
                  <a:lnTo>
                    <a:pt x="20335" y="17166"/>
                  </a:lnTo>
                  <a:lnTo>
                    <a:pt x="20588" y="17308"/>
                  </a:lnTo>
                  <a:lnTo>
                    <a:pt x="20671" y="17523"/>
                  </a:lnTo>
                  <a:lnTo>
                    <a:pt x="20756" y="17737"/>
                  </a:lnTo>
                  <a:lnTo>
                    <a:pt x="20756" y="17810"/>
                  </a:lnTo>
                  <a:lnTo>
                    <a:pt x="20671" y="17810"/>
                  </a:lnTo>
                  <a:lnTo>
                    <a:pt x="20418" y="17737"/>
                  </a:lnTo>
                  <a:lnTo>
                    <a:pt x="20250" y="17810"/>
                  </a:lnTo>
                  <a:lnTo>
                    <a:pt x="20082" y="17882"/>
                  </a:lnTo>
                  <a:lnTo>
                    <a:pt x="19829" y="18096"/>
                  </a:lnTo>
                  <a:lnTo>
                    <a:pt x="19491" y="18239"/>
                  </a:lnTo>
                  <a:lnTo>
                    <a:pt x="19153" y="18168"/>
                  </a:lnTo>
                  <a:lnTo>
                    <a:pt x="18985" y="18024"/>
                  </a:lnTo>
                  <a:lnTo>
                    <a:pt x="18900" y="17882"/>
                  </a:lnTo>
                  <a:lnTo>
                    <a:pt x="18900" y="17595"/>
                  </a:lnTo>
                  <a:lnTo>
                    <a:pt x="18985" y="17238"/>
                  </a:lnTo>
                  <a:lnTo>
                    <a:pt x="18985" y="16952"/>
                  </a:lnTo>
                  <a:lnTo>
                    <a:pt x="19576" y="16880"/>
                  </a:lnTo>
                  <a:close/>
                  <a:moveTo>
                    <a:pt x="11560" y="18525"/>
                  </a:moveTo>
                  <a:lnTo>
                    <a:pt x="11645" y="18667"/>
                  </a:lnTo>
                  <a:lnTo>
                    <a:pt x="11475" y="18597"/>
                  </a:lnTo>
                  <a:lnTo>
                    <a:pt x="11560" y="18525"/>
                  </a:lnTo>
                  <a:close/>
                  <a:moveTo>
                    <a:pt x="10801" y="19241"/>
                  </a:moveTo>
                  <a:lnTo>
                    <a:pt x="11392" y="19383"/>
                  </a:lnTo>
                  <a:lnTo>
                    <a:pt x="11307" y="19525"/>
                  </a:lnTo>
                  <a:lnTo>
                    <a:pt x="11222" y="20027"/>
                  </a:lnTo>
                  <a:lnTo>
                    <a:pt x="11137" y="20099"/>
                  </a:lnTo>
                  <a:lnTo>
                    <a:pt x="10463" y="20099"/>
                  </a:lnTo>
                  <a:lnTo>
                    <a:pt x="10210" y="19956"/>
                  </a:lnTo>
                  <a:lnTo>
                    <a:pt x="9957" y="19742"/>
                  </a:lnTo>
                  <a:lnTo>
                    <a:pt x="9872" y="19598"/>
                  </a:lnTo>
                  <a:lnTo>
                    <a:pt x="9789" y="19383"/>
                  </a:lnTo>
                  <a:lnTo>
                    <a:pt x="9957" y="19311"/>
                  </a:lnTo>
                  <a:lnTo>
                    <a:pt x="10210" y="19241"/>
                  </a:lnTo>
                  <a:close/>
                  <a:moveTo>
                    <a:pt x="11054" y="0"/>
                  </a:moveTo>
                  <a:lnTo>
                    <a:pt x="10631" y="72"/>
                  </a:lnTo>
                  <a:lnTo>
                    <a:pt x="10295" y="214"/>
                  </a:lnTo>
                  <a:lnTo>
                    <a:pt x="9872" y="287"/>
                  </a:lnTo>
                  <a:lnTo>
                    <a:pt x="9536" y="501"/>
                  </a:lnTo>
                  <a:lnTo>
                    <a:pt x="9198" y="716"/>
                  </a:lnTo>
                  <a:lnTo>
                    <a:pt x="8945" y="930"/>
                  </a:lnTo>
                  <a:lnTo>
                    <a:pt x="8692" y="1217"/>
                  </a:lnTo>
                  <a:lnTo>
                    <a:pt x="8522" y="1573"/>
                  </a:lnTo>
                  <a:lnTo>
                    <a:pt x="8439" y="1860"/>
                  </a:lnTo>
                  <a:lnTo>
                    <a:pt x="8439" y="2219"/>
                  </a:lnTo>
                  <a:lnTo>
                    <a:pt x="8522" y="2576"/>
                  </a:lnTo>
                  <a:lnTo>
                    <a:pt x="8775" y="3077"/>
                  </a:lnTo>
                  <a:lnTo>
                    <a:pt x="9198" y="3434"/>
                  </a:lnTo>
                  <a:lnTo>
                    <a:pt x="9619" y="3648"/>
                  </a:lnTo>
                  <a:lnTo>
                    <a:pt x="10125" y="3792"/>
                  </a:lnTo>
                  <a:lnTo>
                    <a:pt x="10042" y="4007"/>
                  </a:lnTo>
                  <a:lnTo>
                    <a:pt x="9957" y="4221"/>
                  </a:lnTo>
                  <a:lnTo>
                    <a:pt x="9957" y="7154"/>
                  </a:lnTo>
                  <a:lnTo>
                    <a:pt x="10042" y="7368"/>
                  </a:lnTo>
                  <a:lnTo>
                    <a:pt x="9366" y="7653"/>
                  </a:lnTo>
                  <a:lnTo>
                    <a:pt x="8775" y="8012"/>
                  </a:lnTo>
                  <a:lnTo>
                    <a:pt x="8607" y="8154"/>
                  </a:lnTo>
                  <a:lnTo>
                    <a:pt x="8607" y="8296"/>
                  </a:lnTo>
                  <a:lnTo>
                    <a:pt x="8101" y="8583"/>
                  </a:lnTo>
                  <a:lnTo>
                    <a:pt x="7680" y="8870"/>
                  </a:lnTo>
                  <a:lnTo>
                    <a:pt x="7257" y="9156"/>
                  </a:lnTo>
                  <a:lnTo>
                    <a:pt x="6919" y="9513"/>
                  </a:lnTo>
                  <a:lnTo>
                    <a:pt x="6583" y="9870"/>
                  </a:lnTo>
                  <a:lnTo>
                    <a:pt x="6330" y="10301"/>
                  </a:lnTo>
                  <a:lnTo>
                    <a:pt x="6160" y="10730"/>
                  </a:lnTo>
                  <a:lnTo>
                    <a:pt x="6077" y="11087"/>
                  </a:lnTo>
                  <a:lnTo>
                    <a:pt x="6077" y="11516"/>
                  </a:lnTo>
                  <a:lnTo>
                    <a:pt x="6160" y="11945"/>
                  </a:lnTo>
                  <a:lnTo>
                    <a:pt x="6330" y="12373"/>
                  </a:lnTo>
                  <a:lnTo>
                    <a:pt x="6498" y="12802"/>
                  </a:lnTo>
                  <a:lnTo>
                    <a:pt x="6666" y="13017"/>
                  </a:lnTo>
                  <a:lnTo>
                    <a:pt x="5568" y="13805"/>
                  </a:lnTo>
                  <a:lnTo>
                    <a:pt x="4389" y="14520"/>
                  </a:lnTo>
                  <a:lnTo>
                    <a:pt x="3291" y="15306"/>
                  </a:lnTo>
                  <a:lnTo>
                    <a:pt x="2785" y="15735"/>
                  </a:lnTo>
                  <a:lnTo>
                    <a:pt x="2279" y="16236"/>
                  </a:lnTo>
                  <a:lnTo>
                    <a:pt x="1773" y="16308"/>
                  </a:lnTo>
                  <a:lnTo>
                    <a:pt x="1435" y="16236"/>
                  </a:lnTo>
                  <a:lnTo>
                    <a:pt x="1097" y="16236"/>
                  </a:lnTo>
                  <a:lnTo>
                    <a:pt x="844" y="16308"/>
                  </a:lnTo>
                  <a:lnTo>
                    <a:pt x="591" y="16451"/>
                  </a:lnTo>
                  <a:lnTo>
                    <a:pt x="423" y="16595"/>
                  </a:lnTo>
                  <a:lnTo>
                    <a:pt x="255" y="16737"/>
                  </a:lnTo>
                  <a:lnTo>
                    <a:pt x="85" y="17166"/>
                  </a:lnTo>
                  <a:lnTo>
                    <a:pt x="0" y="17667"/>
                  </a:lnTo>
                  <a:lnTo>
                    <a:pt x="0" y="18168"/>
                  </a:lnTo>
                  <a:lnTo>
                    <a:pt x="170" y="18597"/>
                  </a:lnTo>
                  <a:lnTo>
                    <a:pt x="591" y="18882"/>
                  </a:lnTo>
                  <a:lnTo>
                    <a:pt x="1097" y="19169"/>
                  </a:lnTo>
                  <a:lnTo>
                    <a:pt x="1603" y="19311"/>
                  </a:lnTo>
                  <a:lnTo>
                    <a:pt x="2194" y="19383"/>
                  </a:lnTo>
                  <a:lnTo>
                    <a:pt x="2700" y="19311"/>
                  </a:lnTo>
                  <a:lnTo>
                    <a:pt x="3291" y="19241"/>
                  </a:lnTo>
                  <a:lnTo>
                    <a:pt x="3797" y="19096"/>
                  </a:lnTo>
                  <a:lnTo>
                    <a:pt x="4136" y="18812"/>
                  </a:lnTo>
                  <a:lnTo>
                    <a:pt x="4389" y="18667"/>
                  </a:lnTo>
                  <a:lnTo>
                    <a:pt x="4474" y="18453"/>
                  </a:lnTo>
                  <a:lnTo>
                    <a:pt x="4556" y="18239"/>
                  </a:lnTo>
                  <a:lnTo>
                    <a:pt x="4556" y="17952"/>
                  </a:lnTo>
                  <a:lnTo>
                    <a:pt x="4389" y="17523"/>
                  </a:lnTo>
                  <a:lnTo>
                    <a:pt x="4136" y="17094"/>
                  </a:lnTo>
                  <a:lnTo>
                    <a:pt x="3797" y="16737"/>
                  </a:lnTo>
                  <a:lnTo>
                    <a:pt x="3291" y="16451"/>
                  </a:lnTo>
                  <a:lnTo>
                    <a:pt x="3206" y="16451"/>
                  </a:lnTo>
                  <a:lnTo>
                    <a:pt x="3630" y="16094"/>
                  </a:lnTo>
                  <a:lnTo>
                    <a:pt x="4050" y="15735"/>
                  </a:lnTo>
                  <a:lnTo>
                    <a:pt x="4980" y="15164"/>
                  </a:lnTo>
                  <a:lnTo>
                    <a:pt x="5568" y="14735"/>
                  </a:lnTo>
                  <a:lnTo>
                    <a:pt x="6077" y="14306"/>
                  </a:lnTo>
                  <a:lnTo>
                    <a:pt x="6583" y="13805"/>
                  </a:lnTo>
                  <a:lnTo>
                    <a:pt x="6919" y="13231"/>
                  </a:lnTo>
                  <a:lnTo>
                    <a:pt x="7172" y="13448"/>
                  </a:lnTo>
                  <a:lnTo>
                    <a:pt x="7595" y="13733"/>
                  </a:lnTo>
                  <a:lnTo>
                    <a:pt x="8354" y="14091"/>
                  </a:lnTo>
                  <a:lnTo>
                    <a:pt x="9198" y="14306"/>
                  </a:lnTo>
                  <a:lnTo>
                    <a:pt x="10042" y="14448"/>
                  </a:lnTo>
                  <a:lnTo>
                    <a:pt x="10210" y="14448"/>
                  </a:lnTo>
                  <a:lnTo>
                    <a:pt x="10125" y="15378"/>
                  </a:lnTo>
                  <a:lnTo>
                    <a:pt x="10125" y="16308"/>
                  </a:lnTo>
                  <a:lnTo>
                    <a:pt x="10210" y="18168"/>
                  </a:lnTo>
                  <a:lnTo>
                    <a:pt x="9789" y="18311"/>
                  </a:lnTo>
                  <a:lnTo>
                    <a:pt x="9451" y="18453"/>
                  </a:lnTo>
                  <a:lnTo>
                    <a:pt x="9198" y="18667"/>
                  </a:lnTo>
                  <a:lnTo>
                    <a:pt x="9028" y="18882"/>
                  </a:lnTo>
                  <a:lnTo>
                    <a:pt x="8945" y="19096"/>
                  </a:lnTo>
                  <a:lnTo>
                    <a:pt x="8860" y="19383"/>
                  </a:lnTo>
                  <a:lnTo>
                    <a:pt x="8775" y="19742"/>
                  </a:lnTo>
                  <a:lnTo>
                    <a:pt x="8860" y="20027"/>
                  </a:lnTo>
                  <a:lnTo>
                    <a:pt x="9028" y="20600"/>
                  </a:lnTo>
                  <a:lnTo>
                    <a:pt x="9366" y="21099"/>
                  </a:lnTo>
                  <a:lnTo>
                    <a:pt x="9619" y="21243"/>
                  </a:lnTo>
                  <a:lnTo>
                    <a:pt x="9957" y="21386"/>
                  </a:lnTo>
                  <a:lnTo>
                    <a:pt x="10210" y="21530"/>
                  </a:lnTo>
                  <a:lnTo>
                    <a:pt x="10548" y="21600"/>
                  </a:lnTo>
                  <a:lnTo>
                    <a:pt x="11222" y="21600"/>
                  </a:lnTo>
                  <a:lnTo>
                    <a:pt x="11898" y="21458"/>
                  </a:lnTo>
                  <a:lnTo>
                    <a:pt x="12151" y="21315"/>
                  </a:lnTo>
                  <a:lnTo>
                    <a:pt x="12404" y="21099"/>
                  </a:lnTo>
                  <a:lnTo>
                    <a:pt x="12572" y="20884"/>
                  </a:lnTo>
                  <a:lnTo>
                    <a:pt x="12657" y="20670"/>
                  </a:lnTo>
                  <a:lnTo>
                    <a:pt x="12825" y="20099"/>
                  </a:lnTo>
                  <a:lnTo>
                    <a:pt x="12740" y="19598"/>
                  </a:lnTo>
                  <a:lnTo>
                    <a:pt x="12657" y="19311"/>
                  </a:lnTo>
                  <a:lnTo>
                    <a:pt x="12404" y="19096"/>
                  </a:lnTo>
                  <a:lnTo>
                    <a:pt x="12234" y="18882"/>
                  </a:lnTo>
                  <a:lnTo>
                    <a:pt x="11898" y="18740"/>
                  </a:lnTo>
                  <a:lnTo>
                    <a:pt x="11813" y="18383"/>
                  </a:lnTo>
                  <a:lnTo>
                    <a:pt x="11728" y="18239"/>
                  </a:lnTo>
                  <a:lnTo>
                    <a:pt x="11137" y="18239"/>
                  </a:lnTo>
                  <a:lnTo>
                    <a:pt x="11054" y="16523"/>
                  </a:lnTo>
                  <a:lnTo>
                    <a:pt x="11054" y="15520"/>
                  </a:lnTo>
                  <a:lnTo>
                    <a:pt x="10969" y="14520"/>
                  </a:lnTo>
                  <a:lnTo>
                    <a:pt x="11813" y="14448"/>
                  </a:lnTo>
                  <a:lnTo>
                    <a:pt x="12657" y="14234"/>
                  </a:lnTo>
                  <a:lnTo>
                    <a:pt x="13416" y="13877"/>
                  </a:lnTo>
                  <a:lnTo>
                    <a:pt x="14090" y="13376"/>
                  </a:lnTo>
                  <a:lnTo>
                    <a:pt x="14260" y="13231"/>
                  </a:lnTo>
                  <a:lnTo>
                    <a:pt x="14513" y="13518"/>
                  </a:lnTo>
                  <a:lnTo>
                    <a:pt x="14934" y="13805"/>
                  </a:lnTo>
                  <a:lnTo>
                    <a:pt x="15358" y="14019"/>
                  </a:lnTo>
                  <a:lnTo>
                    <a:pt x="15779" y="14234"/>
                  </a:lnTo>
                  <a:lnTo>
                    <a:pt x="16199" y="14877"/>
                  </a:lnTo>
                  <a:lnTo>
                    <a:pt x="16705" y="15593"/>
                  </a:lnTo>
                  <a:lnTo>
                    <a:pt x="17382" y="16451"/>
                  </a:lnTo>
                  <a:lnTo>
                    <a:pt x="17635" y="16737"/>
                  </a:lnTo>
                  <a:lnTo>
                    <a:pt x="17382" y="17094"/>
                  </a:lnTo>
                  <a:lnTo>
                    <a:pt x="17214" y="17453"/>
                  </a:lnTo>
                  <a:lnTo>
                    <a:pt x="17129" y="17737"/>
                  </a:lnTo>
                  <a:lnTo>
                    <a:pt x="17129" y="18096"/>
                  </a:lnTo>
                  <a:lnTo>
                    <a:pt x="17214" y="18383"/>
                  </a:lnTo>
                  <a:lnTo>
                    <a:pt x="17297" y="18740"/>
                  </a:lnTo>
                  <a:lnTo>
                    <a:pt x="17467" y="19026"/>
                  </a:lnTo>
                  <a:lnTo>
                    <a:pt x="17720" y="19311"/>
                  </a:lnTo>
                  <a:lnTo>
                    <a:pt x="18056" y="19525"/>
                  </a:lnTo>
                  <a:lnTo>
                    <a:pt x="18309" y="19742"/>
                  </a:lnTo>
                  <a:lnTo>
                    <a:pt x="18647" y="19812"/>
                  </a:lnTo>
                  <a:lnTo>
                    <a:pt x="18985" y="19884"/>
                  </a:lnTo>
                  <a:lnTo>
                    <a:pt x="19659" y="19884"/>
                  </a:lnTo>
                  <a:lnTo>
                    <a:pt x="19997" y="19742"/>
                  </a:lnTo>
                  <a:lnTo>
                    <a:pt x="20418" y="19598"/>
                  </a:lnTo>
                  <a:lnTo>
                    <a:pt x="20926" y="19169"/>
                  </a:lnTo>
                  <a:lnTo>
                    <a:pt x="21347" y="18597"/>
                  </a:lnTo>
                  <a:lnTo>
                    <a:pt x="21515" y="18311"/>
                  </a:lnTo>
                  <a:lnTo>
                    <a:pt x="21600" y="18024"/>
                  </a:lnTo>
                  <a:lnTo>
                    <a:pt x="21600" y="17381"/>
                  </a:lnTo>
                  <a:lnTo>
                    <a:pt x="21432" y="17094"/>
                  </a:lnTo>
                  <a:lnTo>
                    <a:pt x="21262" y="16809"/>
                  </a:lnTo>
                  <a:lnTo>
                    <a:pt x="21009" y="16595"/>
                  </a:lnTo>
                  <a:lnTo>
                    <a:pt x="20671" y="16451"/>
                  </a:lnTo>
                  <a:lnTo>
                    <a:pt x="20335" y="16308"/>
                  </a:lnTo>
                  <a:lnTo>
                    <a:pt x="19997" y="16236"/>
                  </a:lnTo>
                  <a:lnTo>
                    <a:pt x="19238" y="16164"/>
                  </a:lnTo>
                  <a:lnTo>
                    <a:pt x="18815" y="16164"/>
                  </a:lnTo>
                  <a:lnTo>
                    <a:pt x="18394" y="16308"/>
                  </a:lnTo>
                  <a:lnTo>
                    <a:pt x="18226" y="16022"/>
                  </a:lnTo>
                  <a:lnTo>
                    <a:pt x="17973" y="15735"/>
                  </a:lnTo>
                  <a:lnTo>
                    <a:pt x="17382" y="14949"/>
                  </a:lnTo>
                  <a:lnTo>
                    <a:pt x="16791" y="14234"/>
                  </a:lnTo>
                  <a:lnTo>
                    <a:pt x="16623" y="13947"/>
                  </a:lnTo>
                  <a:lnTo>
                    <a:pt x="16452" y="13662"/>
                  </a:lnTo>
                  <a:lnTo>
                    <a:pt x="16199" y="13518"/>
                  </a:lnTo>
                  <a:lnTo>
                    <a:pt x="15864" y="13448"/>
                  </a:lnTo>
                  <a:lnTo>
                    <a:pt x="15272" y="13161"/>
                  </a:lnTo>
                  <a:lnTo>
                    <a:pt x="14596" y="12732"/>
                  </a:lnTo>
                  <a:lnTo>
                    <a:pt x="15019" y="12159"/>
                  </a:lnTo>
                  <a:lnTo>
                    <a:pt x="15187" y="11443"/>
                  </a:lnTo>
                  <a:lnTo>
                    <a:pt x="15187" y="10730"/>
                  </a:lnTo>
                  <a:lnTo>
                    <a:pt x="15105" y="10086"/>
                  </a:lnTo>
                  <a:lnTo>
                    <a:pt x="14849" y="9441"/>
                  </a:lnTo>
                  <a:lnTo>
                    <a:pt x="14513" y="8942"/>
                  </a:lnTo>
                  <a:lnTo>
                    <a:pt x="14090" y="8441"/>
                  </a:lnTo>
                  <a:lnTo>
                    <a:pt x="13501" y="8012"/>
                  </a:lnTo>
                  <a:lnTo>
                    <a:pt x="12910" y="7725"/>
                  </a:lnTo>
                  <a:lnTo>
                    <a:pt x="12319" y="7439"/>
                  </a:lnTo>
                  <a:lnTo>
                    <a:pt x="11560" y="7296"/>
                  </a:lnTo>
                  <a:lnTo>
                    <a:pt x="10884" y="7296"/>
                  </a:lnTo>
                  <a:lnTo>
                    <a:pt x="10884" y="6867"/>
                  </a:lnTo>
                  <a:lnTo>
                    <a:pt x="10801" y="5222"/>
                  </a:lnTo>
                  <a:lnTo>
                    <a:pt x="10884" y="4650"/>
                  </a:lnTo>
                  <a:lnTo>
                    <a:pt x="10801" y="4221"/>
                  </a:lnTo>
                  <a:lnTo>
                    <a:pt x="10716" y="3863"/>
                  </a:lnTo>
                  <a:lnTo>
                    <a:pt x="11137" y="3792"/>
                  </a:lnTo>
                  <a:lnTo>
                    <a:pt x="11645" y="3648"/>
                  </a:lnTo>
                  <a:lnTo>
                    <a:pt x="12066" y="3434"/>
                  </a:lnTo>
                  <a:lnTo>
                    <a:pt x="12404" y="3219"/>
                  </a:lnTo>
                  <a:lnTo>
                    <a:pt x="12740" y="2862"/>
                  </a:lnTo>
                  <a:lnTo>
                    <a:pt x="12910" y="2504"/>
                  </a:lnTo>
                  <a:lnTo>
                    <a:pt x="13078" y="2147"/>
                  </a:lnTo>
                  <a:lnTo>
                    <a:pt x="13078" y="1646"/>
                  </a:lnTo>
                  <a:lnTo>
                    <a:pt x="12910" y="1217"/>
                  </a:lnTo>
                  <a:lnTo>
                    <a:pt x="12657" y="788"/>
                  </a:lnTo>
                  <a:lnTo>
                    <a:pt x="12572" y="501"/>
                  </a:lnTo>
                  <a:lnTo>
                    <a:pt x="12487" y="359"/>
                  </a:lnTo>
                  <a:lnTo>
                    <a:pt x="12319" y="287"/>
                  </a:lnTo>
                  <a:lnTo>
                    <a:pt x="11981" y="287"/>
                  </a:lnTo>
                  <a:lnTo>
                    <a:pt x="11645" y="214"/>
                  </a:lnTo>
                  <a:lnTo>
                    <a:pt x="11475" y="72"/>
                  </a:lnTo>
                  <a:lnTo>
                    <a:pt x="11054"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165" name="Google Shape;378;p7"/>
            <p:cNvSpPr/>
            <p:nvPr/>
          </p:nvSpPr>
          <p:spPr>
            <a:xfrm>
              <a:off x="787178" y="2259595"/>
              <a:ext cx="539721" cy="20738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464" y="0"/>
                  </a:moveTo>
                  <a:lnTo>
                    <a:pt x="19222" y="251"/>
                  </a:lnTo>
                  <a:lnTo>
                    <a:pt x="19028" y="503"/>
                  </a:lnTo>
                  <a:lnTo>
                    <a:pt x="18882" y="758"/>
                  </a:lnTo>
                  <a:lnTo>
                    <a:pt x="18882" y="882"/>
                  </a:lnTo>
                  <a:lnTo>
                    <a:pt x="18785" y="758"/>
                  </a:lnTo>
                  <a:lnTo>
                    <a:pt x="18640" y="758"/>
                  </a:lnTo>
                  <a:lnTo>
                    <a:pt x="18542" y="1009"/>
                  </a:lnTo>
                  <a:lnTo>
                    <a:pt x="18494" y="1136"/>
                  </a:lnTo>
                  <a:lnTo>
                    <a:pt x="18494" y="1515"/>
                  </a:lnTo>
                  <a:lnTo>
                    <a:pt x="18542" y="1894"/>
                  </a:lnTo>
                  <a:lnTo>
                    <a:pt x="18591" y="2018"/>
                  </a:lnTo>
                  <a:lnTo>
                    <a:pt x="18687" y="2146"/>
                  </a:lnTo>
                  <a:lnTo>
                    <a:pt x="18979" y="2146"/>
                  </a:lnTo>
                  <a:lnTo>
                    <a:pt x="19222" y="1894"/>
                  </a:lnTo>
                  <a:lnTo>
                    <a:pt x="19464" y="1639"/>
                  </a:lnTo>
                  <a:lnTo>
                    <a:pt x="19708" y="1515"/>
                  </a:lnTo>
                  <a:lnTo>
                    <a:pt x="19804" y="1639"/>
                  </a:lnTo>
                  <a:lnTo>
                    <a:pt x="19853" y="1767"/>
                  </a:lnTo>
                  <a:lnTo>
                    <a:pt x="19804" y="2018"/>
                  </a:lnTo>
                  <a:lnTo>
                    <a:pt x="19755" y="2273"/>
                  </a:lnTo>
                  <a:lnTo>
                    <a:pt x="19513" y="3031"/>
                  </a:lnTo>
                  <a:lnTo>
                    <a:pt x="18687" y="5937"/>
                  </a:lnTo>
                  <a:lnTo>
                    <a:pt x="18687" y="6189"/>
                  </a:lnTo>
                  <a:lnTo>
                    <a:pt x="18640" y="6440"/>
                  </a:lnTo>
                  <a:lnTo>
                    <a:pt x="18687" y="6819"/>
                  </a:lnTo>
                  <a:lnTo>
                    <a:pt x="18833" y="7074"/>
                  </a:lnTo>
                  <a:lnTo>
                    <a:pt x="18979" y="7198"/>
                  </a:lnTo>
                  <a:lnTo>
                    <a:pt x="19610" y="7198"/>
                  </a:lnTo>
                  <a:lnTo>
                    <a:pt x="20192" y="7074"/>
                  </a:lnTo>
                  <a:lnTo>
                    <a:pt x="20872" y="6695"/>
                  </a:lnTo>
                  <a:lnTo>
                    <a:pt x="21212" y="6440"/>
                  </a:lnTo>
                  <a:lnTo>
                    <a:pt x="21503" y="6061"/>
                  </a:lnTo>
                  <a:lnTo>
                    <a:pt x="21600" y="5682"/>
                  </a:lnTo>
                  <a:lnTo>
                    <a:pt x="21600" y="5304"/>
                  </a:lnTo>
                  <a:lnTo>
                    <a:pt x="21552" y="5052"/>
                  </a:lnTo>
                  <a:lnTo>
                    <a:pt x="21454" y="4925"/>
                  </a:lnTo>
                  <a:lnTo>
                    <a:pt x="21358" y="4797"/>
                  </a:lnTo>
                  <a:lnTo>
                    <a:pt x="21114" y="4925"/>
                  </a:lnTo>
                  <a:lnTo>
                    <a:pt x="20872" y="5052"/>
                  </a:lnTo>
                  <a:lnTo>
                    <a:pt x="20338" y="5304"/>
                  </a:lnTo>
                  <a:lnTo>
                    <a:pt x="19610" y="5558"/>
                  </a:lnTo>
                  <a:lnTo>
                    <a:pt x="20192" y="3537"/>
                  </a:lnTo>
                  <a:lnTo>
                    <a:pt x="20338" y="2903"/>
                  </a:lnTo>
                  <a:lnTo>
                    <a:pt x="20484" y="2400"/>
                  </a:lnTo>
                  <a:lnTo>
                    <a:pt x="20532" y="1639"/>
                  </a:lnTo>
                  <a:lnTo>
                    <a:pt x="20532" y="1388"/>
                  </a:lnTo>
                  <a:lnTo>
                    <a:pt x="20484" y="1009"/>
                  </a:lnTo>
                  <a:lnTo>
                    <a:pt x="20338" y="630"/>
                  </a:lnTo>
                  <a:lnTo>
                    <a:pt x="20144" y="251"/>
                  </a:lnTo>
                  <a:lnTo>
                    <a:pt x="19950" y="124"/>
                  </a:lnTo>
                  <a:lnTo>
                    <a:pt x="19708" y="0"/>
                  </a:lnTo>
                  <a:close/>
                  <a:moveTo>
                    <a:pt x="8738" y="9598"/>
                  </a:moveTo>
                  <a:lnTo>
                    <a:pt x="8154" y="9977"/>
                  </a:lnTo>
                  <a:lnTo>
                    <a:pt x="7377" y="10232"/>
                  </a:lnTo>
                  <a:lnTo>
                    <a:pt x="6990" y="10483"/>
                  </a:lnTo>
                  <a:lnTo>
                    <a:pt x="6602" y="10735"/>
                  </a:lnTo>
                  <a:lnTo>
                    <a:pt x="6553" y="10862"/>
                  </a:lnTo>
                  <a:lnTo>
                    <a:pt x="6456" y="11117"/>
                  </a:lnTo>
                  <a:lnTo>
                    <a:pt x="6456" y="11747"/>
                  </a:lnTo>
                  <a:lnTo>
                    <a:pt x="6504" y="11998"/>
                  </a:lnTo>
                  <a:lnTo>
                    <a:pt x="6602" y="12126"/>
                  </a:lnTo>
                  <a:lnTo>
                    <a:pt x="6698" y="12126"/>
                  </a:lnTo>
                  <a:lnTo>
                    <a:pt x="7426" y="11998"/>
                  </a:lnTo>
                  <a:lnTo>
                    <a:pt x="8154" y="11747"/>
                  </a:lnTo>
                  <a:lnTo>
                    <a:pt x="8785" y="11496"/>
                  </a:lnTo>
                  <a:lnTo>
                    <a:pt x="9076" y="11241"/>
                  </a:lnTo>
                  <a:lnTo>
                    <a:pt x="9222" y="10989"/>
                  </a:lnTo>
                  <a:lnTo>
                    <a:pt x="9320" y="10735"/>
                  </a:lnTo>
                  <a:lnTo>
                    <a:pt x="9320" y="10232"/>
                  </a:lnTo>
                  <a:lnTo>
                    <a:pt x="9271" y="9977"/>
                  </a:lnTo>
                  <a:lnTo>
                    <a:pt x="9125" y="9853"/>
                  </a:lnTo>
                  <a:lnTo>
                    <a:pt x="9029" y="9726"/>
                  </a:lnTo>
                  <a:lnTo>
                    <a:pt x="8738" y="9598"/>
                  </a:lnTo>
                  <a:close/>
                  <a:moveTo>
                    <a:pt x="17863" y="6695"/>
                  </a:moveTo>
                  <a:lnTo>
                    <a:pt x="17572" y="6819"/>
                  </a:lnTo>
                  <a:lnTo>
                    <a:pt x="17281" y="6946"/>
                  </a:lnTo>
                  <a:lnTo>
                    <a:pt x="17037" y="7074"/>
                  </a:lnTo>
                  <a:lnTo>
                    <a:pt x="16795" y="7577"/>
                  </a:lnTo>
                  <a:lnTo>
                    <a:pt x="16601" y="7831"/>
                  </a:lnTo>
                  <a:lnTo>
                    <a:pt x="16455" y="8338"/>
                  </a:lnTo>
                  <a:lnTo>
                    <a:pt x="16261" y="9219"/>
                  </a:lnTo>
                  <a:lnTo>
                    <a:pt x="16115" y="10356"/>
                  </a:lnTo>
                  <a:lnTo>
                    <a:pt x="16115" y="12126"/>
                  </a:lnTo>
                  <a:lnTo>
                    <a:pt x="16164" y="12632"/>
                  </a:lnTo>
                  <a:lnTo>
                    <a:pt x="16261" y="13135"/>
                  </a:lnTo>
                  <a:lnTo>
                    <a:pt x="16358" y="13641"/>
                  </a:lnTo>
                  <a:lnTo>
                    <a:pt x="16504" y="14147"/>
                  </a:lnTo>
                  <a:lnTo>
                    <a:pt x="16650" y="14526"/>
                  </a:lnTo>
                  <a:lnTo>
                    <a:pt x="16843" y="14778"/>
                  </a:lnTo>
                  <a:lnTo>
                    <a:pt x="17037" y="15033"/>
                  </a:lnTo>
                  <a:lnTo>
                    <a:pt x="17183" y="15157"/>
                  </a:lnTo>
                  <a:lnTo>
                    <a:pt x="17328" y="15157"/>
                  </a:lnTo>
                  <a:lnTo>
                    <a:pt x="17669" y="14905"/>
                  </a:lnTo>
                  <a:lnTo>
                    <a:pt x="18203" y="14275"/>
                  </a:lnTo>
                  <a:lnTo>
                    <a:pt x="18785" y="13769"/>
                  </a:lnTo>
                  <a:lnTo>
                    <a:pt x="19076" y="13262"/>
                  </a:lnTo>
                  <a:lnTo>
                    <a:pt x="19271" y="12756"/>
                  </a:lnTo>
                  <a:lnTo>
                    <a:pt x="19319" y="12505"/>
                  </a:lnTo>
                  <a:lnTo>
                    <a:pt x="19271" y="12253"/>
                  </a:lnTo>
                  <a:lnTo>
                    <a:pt x="19222" y="11998"/>
                  </a:lnTo>
                  <a:lnTo>
                    <a:pt x="19124" y="11874"/>
                  </a:lnTo>
                  <a:lnTo>
                    <a:pt x="18979" y="11747"/>
                  </a:lnTo>
                  <a:lnTo>
                    <a:pt x="18785" y="11874"/>
                  </a:lnTo>
                  <a:lnTo>
                    <a:pt x="18445" y="12126"/>
                  </a:lnTo>
                  <a:lnTo>
                    <a:pt x="17765" y="12884"/>
                  </a:lnTo>
                  <a:lnTo>
                    <a:pt x="17572" y="13135"/>
                  </a:lnTo>
                  <a:lnTo>
                    <a:pt x="17377" y="13262"/>
                  </a:lnTo>
                  <a:lnTo>
                    <a:pt x="17183" y="13262"/>
                  </a:lnTo>
                  <a:lnTo>
                    <a:pt x="16988" y="13011"/>
                  </a:lnTo>
                  <a:lnTo>
                    <a:pt x="16892" y="12632"/>
                  </a:lnTo>
                  <a:lnTo>
                    <a:pt x="16843" y="12253"/>
                  </a:lnTo>
                  <a:lnTo>
                    <a:pt x="16746" y="11496"/>
                  </a:lnTo>
                  <a:lnTo>
                    <a:pt x="16746" y="10735"/>
                  </a:lnTo>
                  <a:lnTo>
                    <a:pt x="16843" y="9977"/>
                  </a:lnTo>
                  <a:lnTo>
                    <a:pt x="16988" y="9347"/>
                  </a:lnTo>
                  <a:lnTo>
                    <a:pt x="17183" y="8716"/>
                  </a:lnTo>
                  <a:lnTo>
                    <a:pt x="17377" y="8462"/>
                  </a:lnTo>
                  <a:lnTo>
                    <a:pt x="17572" y="8338"/>
                  </a:lnTo>
                  <a:lnTo>
                    <a:pt x="18009" y="8210"/>
                  </a:lnTo>
                  <a:lnTo>
                    <a:pt x="18445" y="8083"/>
                  </a:lnTo>
                  <a:lnTo>
                    <a:pt x="18931" y="8083"/>
                  </a:lnTo>
                  <a:lnTo>
                    <a:pt x="18931" y="7704"/>
                  </a:lnTo>
                  <a:lnTo>
                    <a:pt x="18687" y="7325"/>
                  </a:lnTo>
                  <a:lnTo>
                    <a:pt x="18396" y="7074"/>
                  </a:lnTo>
                  <a:lnTo>
                    <a:pt x="18154" y="6819"/>
                  </a:lnTo>
                  <a:lnTo>
                    <a:pt x="17863" y="6695"/>
                  </a:lnTo>
                  <a:close/>
                  <a:moveTo>
                    <a:pt x="8980" y="14399"/>
                  </a:moveTo>
                  <a:lnTo>
                    <a:pt x="8398" y="14778"/>
                  </a:lnTo>
                  <a:lnTo>
                    <a:pt x="7815" y="15033"/>
                  </a:lnTo>
                  <a:lnTo>
                    <a:pt x="7232" y="15284"/>
                  </a:lnTo>
                  <a:lnTo>
                    <a:pt x="6698" y="15663"/>
                  </a:lnTo>
                  <a:lnTo>
                    <a:pt x="6602" y="15914"/>
                  </a:lnTo>
                  <a:lnTo>
                    <a:pt x="6553" y="16169"/>
                  </a:lnTo>
                  <a:lnTo>
                    <a:pt x="6553" y="16548"/>
                  </a:lnTo>
                  <a:lnTo>
                    <a:pt x="6698" y="16675"/>
                  </a:lnTo>
                  <a:lnTo>
                    <a:pt x="6990" y="16799"/>
                  </a:lnTo>
                  <a:lnTo>
                    <a:pt x="7912" y="16799"/>
                  </a:lnTo>
                  <a:lnTo>
                    <a:pt x="8543" y="16420"/>
                  </a:lnTo>
                  <a:lnTo>
                    <a:pt x="9125" y="16042"/>
                  </a:lnTo>
                  <a:lnTo>
                    <a:pt x="9222" y="15914"/>
                  </a:lnTo>
                  <a:lnTo>
                    <a:pt x="9320" y="15790"/>
                  </a:lnTo>
                  <a:lnTo>
                    <a:pt x="9368" y="15535"/>
                  </a:lnTo>
                  <a:lnTo>
                    <a:pt x="9417" y="15284"/>
                  </a:lnTo>
                  <a:lnTo>
                    <a:pt x="9368" y="14778"/>
                  </a:lnTo>
                  <a:lnTo>
                    <a:pt x="9271" y="14526"/>
                  </a:lnTo>
                  <a:lnTo>
                    <a:pt x="9174" y="14399"/>
                  </a:lnTo>
                  <a:close/>
                  <a:moveTo>
                    <a:pt x="14659" y="7074"/>
                  </a:moveTo>
                  <a:lnTo>
                    <a:pt x="14270" y="7198"/>
                  </a:lnTo>
                  <a:lnTo>
                    <a:pt x="13979" y="7453"/>
                  </a:lnTo>
                  <a:lnTo>
                    <a:pt x="13737" y="7955"/>
                  </a:lnTo>
                  <a:lnTo>
                    <a:pt x="13543" y="8589"/>
                  </a:lnTo>
                  <a:lnTo>
                    <a:pt x="13494" y="8210"/>
                  </a:lnTo>
                  <a:lnTo>
                    <a:pt x="13348" y="8083"/>
                  </a:lnTo>
                  <a:lnTo>
                    <a:pt x="13155" y="7955"/>
                  </a:lnTo>
                  <a:lnTo>
                    <a:pt x="12717" y="7955"/>
                  </a:lnTo>
                  <a:lnTo>
                    <a:pt x="12571" y="8083"/>
                  </a:lnTo>
                  <a:lnTo>
                    <a:pt x="12183" y="8589"/>
                  </a:lnTo>
                  <a:lnTo>
                    <a:pt x="11892" y="9219"/>
                  </a:lnTo>
                  <a:lnTo>
                    <a:pt x="11843" y="8840"/>
                  </a:lnTo>
                  <a:lnTo>
                    <a:pt x="11796" y="8716"/>
                  </a:lnTo>
                  <a:lnTo>
                    <a:pt x="11747" y="8716"/>
                  </a:lnTo>
                  <a:lnTo>
                    <a:pt x="11649" y="8840"/>
                  </a:lnTo>
                  <a:lnTo>
                    <a:pt x="11552" y="9474"/>
                  </a:lnTo>
                  <a:lnTo>
                    <a:pt x="11456" y="10104"/>
                  </a:lnTo>
                  <a:lnTo>
                    <a:pt x="11407" y="11496"/>
                  </a:lnTo>
                  <a:lnTo>
                    <a:pt x="11358" y="12756"/>
                  </a:lnTo>
                  <a:lnTo>
                    <a:pt x="11407" y="14020"/>
                  </a:lnTo>
                  <a:lnTo>
                    <a:pt x="11503" y="15284"/>
                  </a:lnTo>
                  <a:lnTo>
                    <a:pt x="11601" y="16548"/>
                  </a:lnTo>
                  <a:lnTo>
                    <a:pt x="11649" y="16799"/>
                  </a:lnTo>
                  <a:lnTo>
                    <a:pt x="11747" y="17054"/>
                  </a:lnTo>
                  <a:lnTo>
                    <a:pt x="11843" y="17178"/>
                  </a:lnTo>
                  <a:lnTo>
                    <a:pt x="11989" y="17054"/>
                  </a:lnTo>
                  <a:lnTo>
                    <a:pt x="12087" y="16927"/>
                  </a:lnTo>
                  <a:lnTo>
                    <a:pt x="12183" y="16799"/>
                  </a:lnTo>
                  <a:lnTo>
                    <a:pt x="12232" y="16420"/>
                  </a:lnTo>
                  <a:lnTo>
                    <a:pt x="12183" y="16042"/>
                  </a:lnTo>
                  <a:lnTo>
                    <a:pt x="12087" y="14399"/>
                  </a:lnTo>
                  <a:lnTo>
                    <a:pt x="12038" y="12632"/>
                  </a:lnTo>
                  <a:lnTo>
                    <a:pt x="12087" y="11496"/>
                  </a:lnTo>
                  <a:lnTo>
                    <a:pt x="12183" y="10735"/>
                  </a:lnTo>
                  <a:lnTo>
                    <a:pt x="12426" y="10232"/>
                  </a:lnTo>
                  <a:lnTo>
                    <a:pt x="12669" y="9726"/>
                  </a:lnTo>
                  <a:lnTo>
                    <a:pt x="12960" y="9598"/>
                  </a:lnTo>
                  <a:lnTo>
                    <a:pt x="13057" y="14020"/>
                  </a:lnTo>
                  <a:lnTo>
                    <a:pt x="13106" y="14275"/>
                  </a:lnTo>
                  <a:lnTo>
                    <a:pt x="13155" y="14526"/>
                  </a:lnTo>
                  <a:lnTo>
                    <a:pt x="13251" y="14778"/>
                  </a:lnTo>
                  <a:lnTo>
                    <a:pt x="13397" y="14778"/>
                  </a:lnTo>
                  <a:lnTo>
                    <a:pt x="13494" y="14905"/>
                  </a:lnTo>
                  <a:lnTo>
                    <a:pt x="13591" y="14778"/>
                  </a:lnTo>
                  <a:lnTo>
                    <a:pt x="13639" y="14526"/>
                  </a:lnTo>
                  <a:lnTo>
                    <a:pt x="13688" y="14275"/>
                  </a:lnTo>
                  <a:lnTo>
                    <a:pt x="13834" y="12253"/>
                  </a:lnTo>
                  <a:lnTo>
                    <a:pt x="13979" y="10356"/>
                  </a:lnTo>
                  <a:lnTo>
                    <a:pt x="14028" y="9853"/>
                  </a:lnTo>
                  <a:lnTo>
                    <a:pt x="14125" y="9474"/>
                  </a:lnTo>
                  <a:lnTo>
                    <a:pt x="14270" y="9095"/>
                  </a:lnTo>
                  <a:lnTo>
                    <a:pt x="14416" y="8840"/>
                  </a:lnTo>
                  <a:lnTo>
                    <a:pt x="14659" y="8840"/>
                  </a:lnTo>
                  <a:lnTo>
                    <a:pt x="14707" y="9095"/>
                  </a:lnTo>
                  <a:lnTo>
                    <a:pt x="14707" y="9853"/>
                  </a:lnTo>
                  <a:lnTo>
                    <a:pt x="14805" y="11874"/>
                  </a:lnTo>
                  <a:lnTo>
                    <a:pt x="14950" y="13896"/>
                  </a:lnTo>
                  <a:lnTo>
                    <a:pt x="15047" y="14654"/>
                  </a:lnTo>
                  <a:lnTo>
                    <a:pt x="15145" y="15535"/>
                  </a:lnTo>
                  <a:lnTo>
                    <a:pt x="15291" y="16293"/>
                  </a:lnTo>
                  <a:lnTo>
                    <a:pt x="15387" y="16548"/>
                  </a:lnTo>
                  <a:lnTo>
                    <a:pt x="15533" y="16675"/>
                  </a:lnTo>
                  <a:lnTo>
                    <a:pt x="15678" y="16675"/>
                  </a:lnTo>
                  <a:lnTo>
                    <a:pt x="15775" y="16548"/>
                  </a:lnTo>
                  <a:lnTo>
                    <a:pt x="15873" y="16420"/>
                  </a:lnTo>
                  <a:lnTo>
                    <a:pt x="15920" y="16169"/>
                  </a:lnTo>
                  <a:lnTo>
                    <a:pt x="15969" y="15790"/>
                  </a:lnTo>
                  <a:lnTo>
                    <a:pt x="15873" y="15411"/>
                  </a:lnTo>
                  <a:lnTo>
                    <a:pt x="15775" y="15157"/>
                  </a:lnTo>
                  <a:lnTo>
                    <a:pt x="15727" y="14654"/>
                  </a:lnTo>
                  <a:lnTo>
                    <a:pt x="15629" y="14020"/>
                  </a:lnTo>
                  <a:lnTo>
                    <a:pt x="15582" y="13011"/>
                  </a:lnTo>
                  <a:lnTo>
                    <a:pt x="15436" y="11496"/>
                  </a:lnTo>
                  <a:lnTo>
                    <a:pt x="15387" y="9853"/>
                  </a:lnTo>
                  <a:lnTo>
                    <a:pt x="15387" y="8716"/>
                  </a:lnTo>
                  <a:lnTo>
                    <a:pt x="15338" y="8210"/>
                  </a:lnTo>
                  <a:lnTo>
                    <a:pt x="15193" y="7831"/>
                  </a:lnTo>
                  <a:lnTo>
                    <a:pt x="14950" y="7325"/>
                  </a:lnTo>
                  <a:lnTo>
                    <a:pt x="14805" y="7198"/>
                  </a:lnTo>
                  <a:lnTo>
                    <a:pt x="14659" y="7074"/>
                  </a:lnTo>
                  <a:close/>
                  <a:moveTo>
                    <a:pt x="3591" y="3916"/>
                  </a:moveTo>
                  <a:lnTo>
                    <a:pt x="3398" y="4040"/>
                  </a:lnTo>
                  <a:lnTo>
                    <a:pt x="3204" y="4418"/>
                  </a:lnTo>
                  <a:lnTo>
                    <a:pt x="3155" y="4673"/>
                  </a:lnTo>
                  <a:lnTo>
                    <a:pt x="2864" y="4418"/>
                  </a:lnTo>
                  <a:lnTo>
                    <a:pt x="2330" y="4418"/>
                  </a:lnTo>
                  <a:lnTo>
                    <a:pt x="2039" y="4673"/>
                  </a:lnTo>
                  <a:lnTo>
                    <a:pt x="1019" y="5176"/>
                  </a:lnTo>
                  <a:lnTo>
                    <a:pt x="486" y="5682"/>
                  </a:lnTo>
                  <a:lnTo>
                    <a:pt x="242" y="5937"/>
                  </a:lnTo>
                  <a:lnTo>
                    <a:pt x="49" y="6316"/>
                  </a:lnTo>
                  <a:lnTo>
                    <a:pt x="0" y="6567"/>
                  </a:lnTo>
                  <a:lnTo>
                    <a:pt x="0" y="6819"/>
                  </a:lnTo>
                  <a:lnTo>
                    <a:pt x="49" y="6946"/>
                  </a:lnTo>
                  <a:lnTo>
                    <a:pt x="146" y="7074"/>
                  </a:lnTo>
                  <a:lnTo>
                    <a:pt x="97" y="8083"/>
                  </a:lnTo>
                  <a:lnTo>
                    <a:pt x="97" y="12756"/>
                  </a:lnTo>
                  <a:lnTo>
                    <a:pt x="146" y="16675"/>
                  </a:lnTo>
                  <a:lnTo>
                    <a:pt x="195" y="20591"/>
                  </a:lnTo>
                  <a:lnTo>
                    <a:pt x="242" y="20970"/>
                  </a:lnTo>
                  <a:lnTo>
                    <a:pt x="388" y="21349"/>
                  </a:lnTo>
                  <a:lnTo>
                    <a:pt x="533" y="21473"/>
                  </a:lnTo>
                  <a:lnTo>
                    <a:pt x="679" y="21349"/>
                  </a:lnTo>
                  <a:lnTo>
                    <a:pt x="824" y="21473"/>
                  </a:lnTo>
                  <a:lnTo>
                    <a:pt x="1117" y="21600"/>
                  </a:lnTo>
                  <a:lnTo>
                    <a:pt x="1359" y="21473"/>
                  </a:lnTo>
                  <a:lnTo>
                    <a:pt x="1845" y="21221"/>
                  </a:lnTo>
                  <a:lnTo>
                    <a:pt x="3155" y="20591"/>
                  </a:lnTo>
                  <a:lnTo>
                    <a:pt x="3446" y="20464"/>
                  </a:lnTo>
                  <a:lnTo>
                    <a:pt x="3640" y="20336"/>
                  </a:lnTo>
                  <a:lnTo>
                    <a:pt x="3835" y="20085"/>
                  </a:lnTo>
                  <a:lnTo>
                    <a:pt x="3931" y="19578"/>
                  </a:lnTo>
                  <a:lnTo>
                    <a:pt x="3931" y="19200"/>
                  </a:lnTo>
                  <a:lnTo>
                    <a:pt x="3883" y="18948"/>
                  </a:lnTo>
                  <a:lnTo>
                    <a:pt x="3737" y="18693"/>
                  </a:lnTo>
                  <a:lnTo>
                    <a:pt x="3544" y="18569"/>
                  </a:lnTo>
                  <a:lnTo>
                    <a:pt x="3349" y="18569"/>
                  </a:lnTo>
                  <a:lnTo>
                    <a:pt x="3155" y="18693"/>
                  </a:lnTo>
                  <a:lnTo>
                    <a:pt x="2718" y="18948"/>
                  </a:lnTo>
                  <a:lnTo>
                    <a:pt x="2330" y="19200"/>
                  </a:lnTo>
                  <a:lnTo>
                    <a:pt x="1359" y="19706"/>
                  </a:lnTo>
                  <a:lnTo>
                    <a:pt x="922" y="19957"/>
                  </a:lnTo>
                  <a:lnTo>
                    <a:pt x="873" y="17054"/>
                  </a:lnTo>
                  <a:lnTo>
                    <a:pt x="824" y="14147"/>
                  </a:lnTo>
                  <a:lnTo>
                    <a:pt x="1117" y="14147"/>
                  </a:lnTo>
                  <a:lnTo>
                    <a:pt x="1359" y="14020"/>
                  </a:lnTo>
                  <a:lnTo>
                    <a:pt x="1892" y="13641"/>
                  </a:lnTo>
                  <a:lnTo>
                    <a:pt x="3253" y="12884"/>
                  </a:lnTo>
                  <a:lnTo>
                    <a:pt x="3300" y="13011"/>
                  </a:lnTo>
                  <a:lnTo>
                    <a:pt x="3446" y="13011"/>
                  </a:lnTo>
                  <a:lnTo>
                    <a:pt x="3544" y="12884"/>
                  </a:lnTo>
                  <a:lnTo>
                    <a:pt x="3640" y="12756"/>
                  </a:lnTo>
                  <a:lnTo>
                    <a:pt x="3689" y="12632"/>
                  </a:lnTo>
                  <a:lnTo>
                    <a:pt x="3786" y="12253"/>
                  </a:lnTo>
                  <a:lnTo>
                    <a:pt x="3835" y="11998"/>
                  </a:lnTo>
                  <a:lnTo>
                    <a:pt x="3835" y="11747"/>
                  </a:lnTo>
                  <a:lnTo>
                    <a:pt x="3786" y="11496"/>
                  </a:lnTo>
                  <a:lnTo>
                    <a:pt x="3737" y="11241"/>
                  </a:lnTo>
                  <a:lnTo>
                    <a:pt x="3591" y="10862"/>
                  </a:lnTo>
                  <a:lnTo>
                    <a:pt x="3349" y="10862"/>
                  </a:lnTo>
                  <a:lnTo>
                    <a:pt x="1892" y="11874"/>
                  </a:lnTo>
                  <a:lnTo>
                    <a:pt x="1359" y="12126"/>
                  </a:lnTo>
                  <a:lnTo>
                    <a:pt x="1068" y="12377"/>
                  </a:lnTo>
                  <a:lnTo>
                    <a:pt x="824" y="12505"/>
                  </a:lnTo>
                  <a:lnTo>
                    <a:pt x="777" y="9598"/>
                  </a:lnTo>
                  <a:lnTo>
                    <a:pt x="777" y="8462"/>
                  </a:lnTo>
                  <a:lnTo>
                    <a:pt x="728" y="7198"/>
                  </a:lnTo>
                  <a:lnTo>
                    <a:pt x="1408" y="6819"/>
                  </a:lnTo>
                  <a:lnTo>
                    <a:pt x="2136" y="6316"/>
                  </a:lnTo>
                  <a:lnTo>
                    <a:pt x="2378" y="6189"/>
                  </a:lnTo>
                  <a:lnTo>
                    <a:pt x="2718" y="6189"/>
                  </a:lnTo>
                  <a:lnTo>
                    <a:pt x="2864" y="6440"/>
                  </a:lnTo>
                  <a:lnTo>
                    <a:pt x="2960" y="6567"/>
                  </a:lnTo>
                  <a:lnTo>
                    <a:pt x="3058" y="6695"/>
                  </a:lnTo>
                  <a:lnTo>
                    <a:pt x="3204" y="6695"/>
                  </a:lnTo>
                  <a:lnTo>
                    <a:pt x="3300" y="6567"/>
                  </a:lnTo>
                  <a:lnTo>
                    <a:pt x="3980" y="5682"/>
                  </a:lnTo>
                  <a:lnTo>
                    <a:pt x="4077" y="5558"/>
                  </a:lnTo>
                  <a:lnTo>
                    <a:pt x="4126" y="5431"/>
                  </a:lnTo>
                  <a:lnTo>
                    <a:pt x="4175" y="4925"/>
                  </a:lnTo>
                  <a:lnTo>
                    <a:pt x="4126" y="4418"/>
                  </a:lnTo>
                  <a:lnTo>
                    <a:pt x="4077" y="4295"/>
                  </a:lnTo>
                  <a:lnTo>
                    <a:pt x="3980" y="4040"/>
                  </a:lnTo>
                  <a:lnTo>
                    <a:pt x="3786" y="3916"/>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166" name="Google Shape;379;p7"/>
            <p:cNvSpPr/>
            <p:nvPr/>
          </p:nvSpPr>
          <p:spPr>
            <a:xfrm>
              <a:off x="413610" y="4847857"/>
              <a:ext cx="687686" cy="4827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676" y="651"/>
                  </a:moveTo>
                  <a:lnTo>
                    <a:pt x="5867" y="706"/>
                  </a:lnTo>
                  <a:lnTo>
                    <a:pt x="5791" y="706"/>
                  </a:lnTo>
                  <a:lnTo>
                    <a:pt x="5676" y="651"/>
                  </a:lnTo>
                  <a:close/>
                  <a:moveTo>
                    <a:pt x="5029" y="706"/>
                  </a:moveTo>
                  <a:lnTo>
                    <a:pt x="4990" y="759"/>
                  </a:lnTo>
                  <a:lnTo>
                    <a:pt x="4762" y="814"/>
                  </a:lnTo>
                  <a:lnTo>
                    <a:pt x="5029" y="706"/>
                  </a:lnTo>
                  <a:close/>
                  <a:moveTo>
                    <a:pt x="5371" y="1194"/>
                  </a:moveTo>
                  <a:lnTo>
                    <a:pt x="5410" y="1247"/>
                  </a:lnTo>
                  <a:lnTo>
                    <a:pt x="5447" y="1357"/>
                  </a:lnTo>
                  <a:lnTo>
                    <a:pt x="5561" y="1465"/>
                  </a:lnTo>
                  <a:lnTo>
                    <a:pt x="5714" y="1520"/>
                  </a:lnTo>
                  <a:lnTo>
                    <a:pt x="5981" y="1520"/>
                  </a:lnTo>
                  <a:lnTo>
                    <a:pt x="6095" y="1465"/>
                  </a:lnTo>
                  <a:lnTo>
                    <a:pt x="6210" y="1465"/>
                  </a:lnTo>
                  <a:lnTo>
                    <a:pt x="6248" y="1520"/>
                  </a:lnTo>
                  <a:lnTo>
                    <a:pt x="6285" y="1628"/>
                  </a:lnTo>
                  <a:lnTo>
                    <a:pt x="6400" y="2116"/>
                  </a:lnTo>
                  <a:lnTo>
                    <a:pt x="6400" y="2551"/>
                  </a:lnTo>
                  <a:lnTo>
                    <a:pt x="6362" y="3039"/>
                  </a:lnTo>
                  <a:lnTo>
                    <a:pt x="6285" y="3473"/>
                  </a:lnTo>
                  <a:lnTo>
                    <a:pt x="6210" y="3745"/>
                  </a:lnTo>
                  <a:lnTo>
                    <a:pt x="6134" y="4016"/>
                  </a:lnTo>
                  <a:lnTo>
                    <a:pt x="5867" y="4450"/>
                  </a:lnTo>
                  <a:lnTo>
                    <a:pt x="5600" y="4776"/>
                  </a:lnTo>
                  <a:lnTo>
                    <a:pt x="5257" y="5047"/>
                  </a:lnTo>
                  <a:lnTo>
                    <a:pt x="5257" y="4884"/>
                  </a:lnTo>
                  <a:lnTo>
                    <a:pt x="5219" y="4829"/>
                  </a:lnTo>
                  <a:lnTo>
                    <a:pt x="5143" y="4776"/>
                  </a:lnTo>
                  <a:lnTo>
                    <a:pt x="5067" y="4776"/>
                  </a:lnTo>
                  <a:lnTo>
                    <a:pt x="5257" y="4125"/>
                  </a:lnTo>
                  <a:lnTo>
                    <a:pt x="5257" y="4016"/>
                  </a:lnTo>
                  <a:lnTo>
                    <a:pt x="5181" y="3962"/>
                  </a:lnTo>
                  <a:lnTo>
                    <a:pt x="5143" y="3962"/>
                  </a:lnTo>
                  <a:lnTo>
                    <a:pt x="5067" y="4016"/>
                  </a:lnTo>
                  <a:lnTo>
                    <a:pt x="4723" y="4776"/>
                  </a:lnTo>
                  <a:lnTo>
                    <a:pt x="4495" y="5264"/>
                  </a:lnTo>
                  <a:lnTo>
                    <a:pt x="4266" y="5210"/>
                  </a:lnTo>
                  <a:lnTo>
                    <a:pt x="4001" y="5156"/>
                  </a:lnTo>
                  <a:lnTo>
                    <a:pt x="3848" y="5102"/>
                  </a:lnTo>
                  <a:lnTo>
                    <a:pt x="4152" y="4721"/>
                  </a:lnTo>
                  <a:lnTo>
                    <a:pt x="4762" y="3908"/>
                  </a:lnTo>
                  <a:lnTo>
                    <a:pt x="4762" y="3690"/>
                  </a:lnTo>
                  <a:lnTo>
                    <a:pt x="4686" y="3635"/>
                  </a:lnTo>
                  <a:lnTo>
                    <a:pt x="4609" y="3635"/>
                  </a:lnTo>
                  <a:lnTo>
                    <a:pt x="3619" y="4613"/>
                  </a:lnTo>
                  <a:lnTo>
                    <a:pt x="3428" y="4829"/>
                  </a:lnTo>
                  <a:lnTo>
                    <a:pt x="3352" y="4721"/>
                  </a:lnTo>
                  <a:lnTo>
                    <a:pt x="3391" y="4559"/>
                  </a:lnTo>
                  <a:lnTo>
                    <a:pt x="3428" y="4450"/>
                  </a:lnTo>
                  <a:lnTo>
                    <a:pt x="3391" y="4341"/>
                  </a:lnTo>
                  <a:lnTo>
                    <a:pt x="3352" y="4288"/>
                  </a:lnTo>
                  <a:lnTo>
                    <a:pt x="3467" y="4341"/>
                  </a:lnTo>
                  <a:lnTo>
                    <a:pt x="3809" y="4070"/>
                  </a:lnTo>
                  <a:lnTo>
                    <a:pt x="4914" y="3039"/>
                  </a:lnTo>
                  <a:lnTo>
                    <a:pt x="4953" y="2931"/>
                  </a:lnTo>
                  <a:lnTo>
                    <a:pt x="4953" y="2876"/>
                  </a:lnTo>
                  <a:lnTo>
                    <a:pt x="4914" y="2768"/>
                  </a:lnTo>
                  <a:lnTo>
                    <a:pt x="4839" y="2768"/>
                  </a:lnTo>
                  <a:lnTo>
                    <a:pt x="4495" y="2931"/>
                  </a:lnTo>
                  <a:lnTo>
                    <a:pt x="3962" y="3256"/>
                  </a:lnTo>
                  <a:lnTo>
                    <a:pt x="3428" y="3635"/>
                  </a:lnTo>
                  <a:lnTo>
                    <a:pt x="3200" y="3908"/>
                  </a:lnTo>
                  <a:lnTo>
                    <a:pt x="3047" y="4125"/>
                  </a:lnTo>
                  <a:lnTo>
                    <a:pt x="3010" y="3853"/>
                  </a:lnTo>
                  <a:lnTo>
                    <a:pt x="3010" y="3635"/>
                  </a:lnTo>
                  <a:lnTo>
                    <a:pt x="3200" y="3527"/>
                  </a:lnTo>
                  <a:lnTo>
                    <a:pt x="3391" y="3310"/>
                  </a:lnTo>
                  <a:lnTo>
                    <a:pt x="3771" y="2984"/>
                  </a:lnTo>
                  <a:lnTo>
                    <a:pt x="4266" y="2551"/>
                  </a:lnTo>
                  <a:lnTo>
                    <a:pt x="4762" y="2225"/>
                  </a:lnTo>
                  <a:lnTo>
                    <a:pt x="4839" y="2116"/>
                  </a:lnTo>
                  <a:lnTo>
                    <a:pt x="4839" y="2008"/>
                  </a:lnTo>
                  <a:lnTo>
                    <a:pt x="4762" y="1953"/>
                  </a:lnTo>
                  <a:lnTo>
                    <a:pt x="4686" y="1900"/>
                  </a:lnTo>
                  <a:lnTo>
                    <a:pt x="4419" y="2008"/>
                  </a:lnTo>
                  <a:lnTo>
                    <a:pt x="4115" y="2116"/>
                  </a:lnTo>
                  <a:lnTo>
                    <a:pt x="3848" y="2225"/>
                  </a:lnTo>
                  <a:lnTo>
                    <a:pt x="3581" y="2441"/>
                  </a:lnTo>
                  <a:lnTo>
                    <a:pt x="3277" y="2659"/>
                  </a:lnTo>
                  <a:lnTo>
                    <a:pt x="3428" y="2333"/>
                  </a:lnTo>
                  <a:lnTo>
                    <a:pt x="3619" y="2008"/>
                  </a:lnTo>
                  <a:lnTo>
                    <a:pt x="3924" y="1790"/>
                  </a:lnTo>
                  <a:lnTo>
                    <a:pt x="4266" y="1574"/>
                  </a:lnTo>
                  <a:lnTo>
                    <a:pt x="4914" y="1247"/>
                  </a:lnTo>
                  <a:lnTo>
                    <a:pt x="4953" y="1357"/>
                  </a:lnTo>
                  <a:lnTo>
                    <a:pt x="5029" y="1465"/>
                  </a:lnTo>
                  <a:lnTo>
                    <a:pt x="5105" y="1465"/>
                  </a:lnTo>
                  <a:lnTo>
                    <a:pt x="5181" y="1520"/>
                  </a:lnTo>
                  <a:lnTo>
                    <a:pt x="5257" y="1465"/>
                  </a:lnTo>
                  <a:lnTo>
                    <a:pt x="5296" y="1411"/>
                  </a:lnTo>
                  <a:lnTo>
                    <a:pt x="5371" y="1302"/>
                  </a:lnTo>
                  <a:lnTo>
                    <a:pt x="5371" y="1194"/>
                  </a:lnTo>
                  <a:close/>
                  <a:moveTo>
                    <a:pt x="10019" y="4884"/>
                  </a:moveTo>
                  <a:lnTo>
                    <a:pt x="10286" y="4992"/>
                  </a:lnTo>
                  <a:lnTo>
                    <a:pt x="10286" y="5047"/>
                  </a:lnTo>
                  <a:lnTo>
                    <a:pt x="10514" y="5372"/>
                  </a:lnTo>
                  <a:lnTo>
                    <a:pt x="10704" y="5753"/>
                  </a:lnTo>
                  <a:lnTo>
                    <a:pt x="10553" y="5970"/>
                  </a:lnTo>
                  <a:lnTo>
                    <a:pt x="10362" y="6186"/>
                  </a:lnTo>
                  <a:lnTo>
                    <a:pt x="10172" y="6350"/>
                  </a:lnTo>
                  <a:lnTo>
                    <a:pt x="9982" y="6404"/>
                  </a:lnTo>
                  <a:lnTo>
                    <a:pt x="9866" y="6350"/>
                  </a:lnTo>
                  <a:lnTo>
                    <a:pt x="9791" y="6295"/>
                  </a:lnTo>
                  <a:lnTo>
                    <a:pt x="9866" y="6133"/>
                  </a:lnTo>
                  <a:lnTo>
                    <a:pt x="9866" y="6023"/>
                  </a:lnTo>
                  <a:lnTo>
                    <a:pt x="9829" y="5915"/>
                  </a:lnTo>
                  <a:lnTo>
                    <a:pt x="9752" y="5807"/>
                  </a:lnTo>
                  <a:lnTo>
                    <a:pt x="9600" y="5807"/>
                  </a:lnTo>
                  <a:lnTo>
                    <a:pt x="9829" y="5644"/>
                  </a:lnTo>
                  <a:lnTo>
                    <a:pt x="9866" y="5590"/>
                  </a:lnTo>
                  <a:lnTo>
                    <a:pt x="9905" y="5535"/>
                  </a:lnTo>
                  <a:lnTo>
                    <a:pt x="9905" y="5372"/>
                  </a:lnTo>
                  <a:lnTo>
                    <a:pt x="9829" y="5264"/>
                  </a:lnTo>
                  <a:lnTo>
                    <a:pt x="9752" y="5210"/>
                  </a:lnTo>
                  <a:lnTo>
                    <a:pt x="9715" y="5210"/>
                  </a:lnTo>
                  <a:lnTo>
                    <a:pt x="9409" y="5372"/>
                  </a:lnTo>
                  <a:lnTo>
                    <a:pt x="9562" y="4992"/>
                  </a:lnTo>
                  <a:lnTo>
                    <a:pt x="9638" y="5047"/>
                  </a:lnTo>
                  <a:lnTo>
                    <a:pt x="9715" y="5047"/>
                  </a:lnTo>
                  <a:lnTo>
                    <a:pt x="9866" y="4992"/>
                  </a:lnTo>
                  <a:lnTo>
                    <a:pt x="10019" y="4884"/>
                  </a:lnTo>
                  <a:close/>
                  <a:moveTo>
                    <a:pt x="1562" y="6404"/>
                  </a:moveTo>
                  <a:lnTo>
                    <a:pt x="1676" y="6458"/>
                  </a:lnTo>
                  <a:lnTo>
                    <a:pt x="1790" y="6566"/>
                  </a:lnTo>
                  <a:lnTo>
                    <a:pt x="1943" y="6784"/>
                  </a:lnTo>
                  <a:lnTo>
                    <a:pt x="1981" y="7055"/>
                  </a:lnTo>
                  <a:lnTo>
                    <a:pt x="2019" y="7272"/>
                  </a:lnTo>
                  <a:lnTo>
                    <a:pt x="1981" y="7544"/>
                  </a:lnTo>
                  <a:lnTo>
                    <a:pt x="1943" y="7760"/>
                  </a:lnTo>
                  <a:lnTo>
                    <a:pt x="1829" y="7978"/>
                  </a:lnTo>
                  <a:lnTo>
                    <a:pt x="1676" y="8141"/>
                  </a:lnTo>
                  <a:lnTo>
                    <a:pt x="1524" y="8249"/>
                  </a:lnTo>
                  <a:lnTo>
                    <a:pt x="1486" y="8032"/>
                  </a:lnTo>
                  <a:lnTo>
                    <a:pt x="1486" y="7707"/>
                  </a:lnTo>
                  <a:lnTo>
                    <a:pt x="1448" y="7598"/>
                  </a:lnTo>
                  <a:lnTo>
                    <a:pt x="1448" y="7489"/>
                  </a:lnTo>
                  <a:lnTo>
                    <a:pt x="1371" y="7380"/>
                  </a:lnTo>
                  <a:lnTo>
                    <a:pt x="1334" y="7327"/>
                  </a:lnTo>
                  <a:lnTo>
                    <a:pt x="1219" y="7380"/>
                  </a:lnTo>
                  <a:lnTo>
                    <a:pt x="1067" y="7489"/>
                  </a:lnTo>
                  <a:lnTo>
                    <a:pt x="1181" y="7380"/>
                  </a:lnTo>
                  <a:lnTo>
                    <a:pt x="1371" y="7217"/>
                  </a:lnTo>
                  <a:lnTo>
                    <a:pt x="1524" y="7055"/>
                  </a:lnTo>
                  <a:lnTo>
                    <a:pt x="1600" y="6947"/>
                  </a:lnTo>
                  <a:lnTo>
                    <a:pt x="1562" y="6838"/>
                  </a:lnTo>
                  <a:lnTo>
                    <a:pt x="1524" y="6729"/>
                  </a:lnTo>
                  <a:lnTo>
                    <a:pt x="1448" y="6676"/>
                  </a:lnTo>
                  <a:lnTo>
                    <a:pt x="1486" y="6621"/>
                  </a:lnTo>
                  <a:lnTo>
                    <a:pt x="1524" y="6566"/>
                  </a:lnTo>
                  <a:lnTo>
                    <a:pt x="1524" y="6513"/>
                  </a:lnTo>
                  <a:lnTo>
                    <a:pt x="1486" y="6404"/>
                  </a:lnTo>
                  <a:close/>
                  <a:moveTo>
                    <a:pt x="1181" y="8249"/>
                  </a:moveTo>
                  <a:lnTo>
                    <a:pt x="1181" y="8358"/>
                  </a:lnTo>
                  <a:lnTo>
                    <a:pt x="1067" y="8303"/>
                  </a:lnTo>
                  <a:lnTo>
                    <a:pt x="1181" y="8249"/>
                  </a:lnTo>
                  <a:close/>
                  <a:moveTo>
                    <a:pt x="8190" y="8738"/>
                  </a:moveTo>
                  <a:lnTo>
                    <a:pt x="8534" y="8846"/>
                  </a:lnTo>
                  <a:lnTo>
                    <a:pt x="8610" y="9009"/>
                  </a:lnTo>
                  <a:lnTo>
                    <a:pt x="8724" y="9117"/>
                  </a:lnTo>
                  <a:lnTo>
                    <a:pt x="8838" y="9280"/>
                  </a:lnTo>
                  <a:lnTo>
                    <a:pt x="8952" y="9443"/>
                  </a:lnTo>
                  <a:lnTo>
                    <a:pt x="9028" y="9660"/>
                  </a:lnTo>
                  <a:lnTo>
                    <a:pt x="9105" y="9877"/>
                  </a:lnTo>
                  <a:lnTo>
                    <a:pt x="9143" y="10258"/>
                  </a:lnTo>
                  <a:lnTo>
                    <a:pt x="9105" y="10583"/>
                  </a:lnTo>
                  <a:lnTo>
                    <a:pt x="8991" y="10909"/>
                  </a:lnTo>
                  <a:lnTo>
                    <a:pt x="8877" y="11180"/>
                  </a:lnTo>
                  <a:lnTo>
                    <a:pt x="8762" y="11397"/>
                  </a:lnTo>
                  <a:lnTo>
                    <a:pt x="8610" y="11560"/>
                  </a:lnTo>
                  <a:lnTo>
                    <a:pt x="8457" y="11668"/>
                  </a:lnTo>
                  <a:lnTo>
                    <a:pt x="8305" y="11777"/>
                  </a:lnTo>
                  <a:lnTo>
                    <a:pt x="8381" y="11234"/>
                  </a:lnTo>
                  <a:lnTo>
                    <a:pt x="8381" y="11125"/>
                  </a:lnTo>
                  <a:lnTo>
                    <a:pt x="8343" y="11071"/>
                  </a:lnTo>
                  <a:lnTo>
                    <a:pt x="8267" y="11071"/>
                  </a:lnTo>
                  <a:lnTo>
                    <a:pt x="8229" y="11125"/>
                  </a:lnTo>
                  <a:lnTo>
                    <a:pt x="8038" y="11452"/>
                  </a:lnTo>
                  <a:lnTo>
                    <a:pt x="7847" y="11831"/>
                  </a:lnTo>
                  <a:lnTo>
                    <a:pt x="7543" y="11723"/>
                  </a:lnTo>
                  <a:lnTo>
                    <a:pt x="7772" y="11234"/>
                  </a:lnTo>
                  <a:lnTo>
                    <a:pt x="8038" y="10854"/>
                  </a:lnTo>
                  <a:lnTo>
                    <a:pt x="8038" y="10691"/>
                  </a:lnTo>
                  <a:lnTo>
                    <a:pt x="7924" y="10691"/>
                  </a:lnTo>
                  <a:lnTo>
                    <a:pt x="7733" y="10854"/>
                  </a:lnTo>
                  <a:lnTo>
                    <a:pt x="7543" y="11017"/>
                  </a:lnTo>
                  <a:lnTo>
                    <a:pt x="7352" y="11234"/>
                  </a:lnTo>
                  <a:lnTo>
                    <a:pt x="7200" y="11505"/>
                  </a:lnTo>
                  <a:lnTo>
                    <a:pt x="7123" y="11397"/>
                  </a:lnTo>
                  <a:lnTo>
                    <a:pt x="6972" y="11180"/>
                  </a:lnTo>
                  <a:lnTo>
                    <a:pt x="7505" y="10746"/>
                  </a:lnTo>
                  <a:lnTo>
                    <a:pt x="8038" y="10258"/>
                  </a:lnTo>
                  <a:lnTo>
                    <a:pt x="8038" y="10203"/>
                  </a:lnTo>
                  <a:lnTo>
                    <a:pt x="8000" y="10148"/>
                  </a:lnTo>
                  <a:lnTo>
                    <a:pt x="7696" y="10148"/>
                  </a:lnTo>
                  <a:lnTo>
                    <a:pt x="7352" y="10258"/>
                  </a:lnTo>
                  <a:lnTo>
                    <a:pt x="7048" y="10420"/>
                  </a:lnTo>
                  <a:lnTo>
                    <a:pt x="6781" y="10691"/>
                  </a:lnTo>
                  <a:lnTo>
                    <a:pt x="6743" y="10366"/>
                  </a:lnTo>
                  <a:lnTo>
                    <a:pt x="6743" y="9986"/>
                  </a:lnTo>
                  <a:lnTo>
                    <a:pt x="6858" y="9931"/>
                  </a:lnTo>
                  <a:lnTo>
                    <a:pt x="7238" y="9768"/>
                  </a:lnTo>
                  <a:lnTo>
                    <a:pt x="7390" y="9660"/>
                  </a:lnTo>
                  <a:lnTo>
                    <a:pt x="7581" y="9497"/>
                  </a:lnTo>
                  <a:lnTo>
                    <a:pt x="7619" y="9389"/>
                  </a:lnTo>
                  <a:lnTo>
                    <a:pt x="7619" y="9335"/>
                  </a:lnTo>
                  <a:lnTo>
                    <a:pt x="7581" y="9335"/>
                  </a:lnTo>
                  <a:lnTo>
                    <a:pt x="7276" y="9280"/>
                  </a:lnTo>
                  <a:lnTo>
                    <a:pt x="7009" y="9335"/>
                  </a:lnTo>
                  <a:lnTo>
                    <a:pt x="7123" y="9172"/>
                  </a:lnTo>
                  <a:lnTo>
                    <a:pt x="7238" y="9009"/>
                  </a:lnTo>
                  <a:lnTo>
                    <a:pt x="7390" y="8901"/>
                  </a:lnTo>
                  <a:lnTo>
                    <a:pt x="7543" y="8792"/>
                  </a:lnTo>
                  <a:lnTo>
                    <a:pt x="7847" y="8738"/>
                  </a:lnTo>
                  <a:close/>
                  <a:moveTo>
                    <a:pt x="5143" y="0"/>
                  </a:moveTo>
                  <a:lnTo>
                    <a:pt x="4914" y="53"/>
                  </a:lnTo>
                  <a:lnTo>
                    <a:pt x="4648" y="163"/>
                  </a:lnTo>
                  <a:lnTo>
                    <a:pt x="4419" y="271"/>
                  </a:lnTo>
                  <a:lnTo>
                    <a:pt x="4191" y="434"/>
                  </a:lnTo>
                  <a:lnTo>
                    <a:pt x="3771" y="814"/>
                  </a:lnTo>
                  <a:lnTo>
                    <a:pt x="3428" y="1302"/>
                  </a:lnTo>
                  <a:lnTo>
                    <a:pt x="3086" y="1845"/>
                  </a:lnTo>
                  <a:lnTo>
                    <a:pt x="2781" y="2441"/>
                  </a:lnTo>
                  <a:lnTo>
                    <a:pt x="2667" y="2768"/>
                  </a:lnTo>
                  <a:lnTo>
                    <a:pt x="2590" y="3094"/>
                  </a:lnTo>
                  <a:lnTo>
                    <a:pt x="2514" y="3473"/>
                  </a:lnTo>
                  <a:lnTo>
                    <a:pt x="2476" y="3798"/>
                  </a:lnTo>
                  <a:lnTo>
                    <a:pt x="2514" y="4125"/>
                  </a:lnTo>
                  <a:lnTo>
                    <a:pt x="2553" y="4341"/>
                  </a:lnTo>
                  <a:lnTo>
                    <a:pt x="2629" y="4613"/>
                  </a:lnTo>
                  <a:lnTo>
                    <a:pt x="2704" y="4829"/>
                  </a:lnTo>
                  <a:lnTo>
                    <a:pt x="2590" y="4939"/>
                  </a:lnTo>
                  <a:lnTo>
                    <a:pt x="2095" y="5264"/>
                  </a:lnTo>
                  <a:lnTo>
                    <a:pt x="1866" y="5482"/>
                  </a:lnTo>
                  <a:lnTo>
                    <a:pt x="1752" y="5590"/>
                  </a:lnTo>
                  <a:lnTo>
                    <a:pt x="1638" y="5698"/>
                  </a:lnTo>
                  <a:lnTo>
                    <a:pt x="1105" y="5698"/>
                  </a:lnTo>
                  <a:lnTo>
                    <a:pt x="914" y="5807"/>
                  </a:lnTo>
                  <a:lnTo>
                    <a:pt x="762" y="5915"/>
                  </a:lnTo>
                  <a:lnTo>
                    <a:pt x="610" y="6078"/>
                  </a:lnTo>
                  <a:lnTo>
                    <a:pt x="495" y="6295"/>
                  </a:lnTo>
                  <a:lnTo>
                    <a:pt x="381" y="6513"/>
                  </a:lnTo>
                  <a:lnTo>
                    <a:pt x="190" y="6838"/>
                  </a:lnTo>
                  <a:lnTo>
                    <a:pt x="76" y="7217"/>
                  </a:lnTo>
                  <a:lnTo>
                    <a:pt x="38" y="7380"/>
                  </a:lnTo>
                  <a:lnTo>
                    <a:pt x="0" y="7598"/>
                  </a:lnTo>
                  <a:lnTo>
                    <a:pt x="38" y="7815"/>
                  </a:lnTo>
                  <a:lnTo>
                    <a:pt x="76" y="8032"/>
                  </a:lnTo>
                  <a:lnTo>
                    <a:pt x="190" y="8249"/>
                  </a:lnTo>
                  <a:lnTo>
                    <a:pt x="267" y="8466"/>
                  </a:lnTo>
                  <a:lnTo>
                    <a:pt x="419" y="8629"/>
                  </a:lnTo>
                  <a:lnTo>
                    <a:pt x="533" y="8792"/>
                  </a:lnTo>
                  <a:lnTo>
                    <a:pt x="685" y="8901"/>
                  </a:lnTo>
                  <a:lnTo>
                    <a:pt x="877" y="8954"/>
                  </a:lnTo>
                  <a:lnTo>
                    <a:pt x="1219" y="9064"/>
                  </a:lnTo>
                  <a:lnTo>
                    <a:pt x="1409" y="9064"/>
                  </a:lnTo>
                  <a:lnTo>
                    <a:pt x="1562" y="9009"/>
                  </a:lnTo>
                  <a:lnTo>
                    <a:pt x="1752" y="8954"/>
                  </a:lnTo>
                  <a:lnTo>
                    <a:pt x="1905" y="8846"/>
                  </a:lnTo>
                  <a:lnTo>
                    <a:pt x="2133" y="8521"/>
                  </a:lnTo>
                  <a:lnTo>
                    <a:pt x="2362" y="8141"/>
                  </a:lnTo>
                  <a:lnTo>
                    <a:pt x="2476" y="7707"/>
                  </a:lnTo>
                  <a:lnTo>
                    <a:pt x="2514" y="7489"/>
                  </a:lnTo>
                  <a:lnTo>
                    <a:pt x="2514" y="7217"/>
                  </a:lnTo>
                  <a:lnTo>
                    <a:pt x="2476" y="7001"/>
                  </a:lnTo>
                  <a:lnTo>
                    <a:pt x="2439" y="6784"/>
                  </a:lnTo>
                  <a:lnTo>
                    <a:pt x="2362" y="6513"/>
                  </a:lnTo>
                  <a:lnTo>
                    <a:pt x="2286" y="6295"/>
                  </a:lnTo>
                  <a:lnTo>
                    <a:pt x="2172" y="6133"/>
                  </a:lnTo>
                  <a:lnTo>
                    <a:pt x="2133" y="6078"/>
                  </a:lnTo>
                  <a:lnTo>
                    <a:pt x="2247" y="5970"/>
                  </a:lnTo>
                  <a:lnTo>
                    <a:pt x="2590" y="5644"/>
                  </a:lnTo>
                  <a:lnTo>
                    <a:pt x="2781" y="5427"/>
                  </a:lnTo>
                  <a:lnTo>
                    <a:pt x="2971" y="5210"/>
                  </a:lnTo>
                  <a:lnTo>
                    <a:pt x="3238" y="5482"/>
                  </a:lnTo>
                  <a:lnTo>
                    <a:pt x="3277" y="5590"/>
                  </a:lnTo>
                  <a:lnTo>
                    <a:pt x="3352" y="5644"/>
                  </a:lnTo>
                  <a:lnTo>
                    <a:pt x="3467" y="5644"/>
                  </a:lnTo>
                  <a:lnTo>
                    <a:pt x="3848" y="5861"/>
                  </a:lnTo>
                  <a:lnTo>
                    <a:pt x="4266" y="5970"/>
                  </a:lnTo>
                  <a:lnTo>
                    <a:pt x="4686" y="6023"/>
                  </a:lnTo>
                  <a:lnTo>
                    <a:pt x="5067" y="5915"/>
                  </a:lnTo>
                  <a:lnTo>
                    <a:pt x="5447" y="5753"/>
                  </a:lnTo>
                  <a:lnTo>
                    <a:pt x="5486" y="5861"/>
                  </a:lnTo>
                  <a:lnTo>
                    <a:pt x="5524" y="5970"/>
                  </a:lnTo>
                  <a:lnTo>
                    <a:pt x="5753" y="6241"/>
                  </a:lnTo>
                  <a:lnTo>
                    <a:pt x="5943" y="6566"/>
                  </a:lnTo>
                  <a:lnTo>
                    <a:pt x="6210" y="7272"/>
                  </a:lnTo>
                  <a:lnTo>
                    <a:pt x="6438" y="8032"/>
                  </a:lnTo>
                  <a:lnTo>
                    <a:pt x="6591" y="8358"/>
                  </a:lnTo>
                  <a:lnTo>
                    <a:pt x="6781" y="8683"/>
                  </a:lnTo>
                  <a:lnTo>
                    <a:pt x="6591" y="8901"/>
                  </a:lnTo>
                  <a:lnTo>
                    <a:pt x="6476" y="9172"/>
                  </a:lnTo>
                  <a:lnTo>
                    <a:pt x="6362" y="9443"/>
                  </a:lnTo>
                  <a:lnTo>
                    <a:pt x="6285" y="9715"/>
                  </a:lnTo>
                  <a:lnTo>
                    <a:pt x="6020" y="9931"/>
                  </a:lnTo>
                  <a:lnTo>
                    <a:pt x="5943" y="10095"/>
                  </a:lnTo>
                  <a:lnTo>
                    <a:pt x="5943" y="10258"/>
                  </a:lnTo>
                  <a:lnTo>
                    <a:pt x="5981" y="10420"/>
                  </a:lnTo>
                  <a:lnTo>
                    <a:pt x="6057" y="10474"/>
                  </a:lnTo>
                  <a:lnTo>
                    <a:pt x="6248" y="10474"/>
                  </a:lnTo>
                  <a:lnTo>
                    <a:pt x="6285" y="10799"/>
                  </a:lnTo>
                  <a:lnTo>
                    <a:pt x="6362" y="11125"/>
                  </a:lnTo>
                  <a:lnTo>
                    <a:pt x="6362" y="11452"/>
                  </a:lnTo>
                  <a:lnTo>
                    <a:pt x="6438" y="11560"/>
                  </a:lnTo>
                  <a:lnTo>
                    <a:pt x="6552" y="11614"/>
                  </a:lnTo>
                  <a:lnTo>
                    <a:pt x="6591" y="11614"/>
                  </a:lnTo>
                  <a:lnTo>
                    <a:pt x="6743" y="11885"/>
                  </a:lnTo>
                  <a:lnTo>
                    <a:pt x="6895" y="12048"/>
                  </a:lnTo>
                  <a:lnTo>
                    <a:pt x="7048" y="12211"/>
                  </a:lnTo>
                  <a:lnTo>
                    <a:pt x="7123" y="12265"/>
                  </a:lnTo>
                  <a:lnTo>
                    <a:pt x="7200" y="12319"/>
                  </a:lnTo>
                  <a:lnTo>
                    <a:pt x="7467" y="12483"/>
                  </a:lnTo>
                  <a:lnTo>
                    <a:pt x="7733" y="12536"/>
                  </a:lnTo>
                  <a:lnTo>
                    <a:pt x="8038" y="12536"/>
                  </a:lnTo>
                  <a:lnTo>
                    <a:pt x="8305" y="12483"/>
                  </a:lnTo>
                  <a:lnTo>
                    <a:pt x="8571" y="12374"/>
                  </a:lnTo>
                  <a:lnTo>
                    <a:pt x="8838" y="12211"/>
                  </a:lnTo>
                  <a:lnTo>
                    <a:pt x="9067" y="11940"/>
                  </a:lnTo>
                  <a:lnTo>
                    <a:pt x="9258" y="11668"/>
                  </a:lnTo>
                  <a:lnTo>
                    <a:pt x="9448" y="11289"/>
                  </a:lnTo>
                  <a:lnTo>
                    <a:pt x="9600" y="10799"/>
                  </a:lnTo>
                  <a:lnTo>
                    <a:pt x="9638" y="10366"/>
                  </a:lnTo>
                  <a:lnTo>
                    <a:pt x="9676" y="10095"/>
                  </a:lnTo>
                  <a:lnTo>
                    <a:pt x="9638" y="9877"/>
                  </a:lnTo>
                  <a:lnTo>
                    <a:pt x="9562" y="9552"/>
                  </a:lnTo>
                  <a:lnTo>
                    <a:pt x="9486" y="9172"/>
                  </a:lnTo>
                  <a:lnTo>
                    <a:pt x="9295" y="8846"/>
                  </a:lnTo>
                  <a:lnTo>
                    <a:pt x="9219" y="8738"/>
                  </a:lnTo>
                  <a:lnTo>
                    <a:pt x="9105" y="8629"/>
                  </a:lnTo>
                  <a:lnTo>
                    <a:pt x="9143" y="8411"/>
                  </a:lnTo>
                  <a:lnTo>
                    <a:pt x="9372" y="7760"/>
                  </a:lnTo>
                  <a:lnTo>
                    <a:pt x="9562" y="7055"/>
                  </a:lnTo>
                  <a:lnTo>
                    <a:pt x="9791" y="7109"/>
                  </a:lnTo>
                  <a:lnTo>
                    <a:pt x="10019" y="7109"/>
                  </a:lnTo>
                  <a:lnTo>
                    <a:pt x="10210" y="7001"/>
                  </a:lnTo>
                  <a:lnTo>
                    <a:pt x="10439" y="6892"/>
                  </a:lnTo>
                  <a:lnTo>
                    <a:pt x="10629" y="6729"/>
                  </a:lnTo>
                  <a:lnTo>
                    <a:pt x="10820" y="6513"/>
                  </a:lnTo>
                  <a:lnTo>
                    <a:pt x="11124" y="6078"/>
                  </a:lnTo>
                  <a:lnTo>
                    <a:pt x="11200" y="5861"/>
                  </a:lnTo>
                  <a:lnTo>
                    <a:pt x="11200" y="5644"/>
                  </a:lnTo>
                  <a:lnTo>
                    <a:pt x="11048" y="5264"/>
                  </a:lnTo>
                  <a:lnTo>
                    <a:pt x="10896" y="4939"/>
                  </a:lnTo>
                  <a:lnTo>
                    <a:pt x="10743" y="4667"/>
                  </a:lnTo>
                  <a:lnTo>
                    <a:pt x="10514" y="4396"/>
                  </a:lnTo>
                  <a:lnTo>
                    <a:pt x="10286" y="4178"/>
                  </a:lnTo>
                  <a:lnTo>
                    <a:pt x="10172" y="4125"/>
                  </a:lnTo>
                  <a:lnTo>
                    <a:pt x="10057" y="4070"/>
                  </a:lnTo>
                  <a:lnTo>
                    <a:pt x="9866" y="4233"/>
                  </a:lnTo>
                  <a:lnTo>
                    <a:pt x="9752" y="4178"/>
                  </a:lnTo>
                  <a:lnTo>
                    <a:pt x="9676" y="4233"/>
                  </a:lnTo>
                  <a:lnTo>
                    <a:pt x="9372" y="4450"/>
                  </a:lnTo>
                  <a:lnTo>
                    <a:pt x="9105" y="4721"/>
                  </a:lnTo>
                  <a:lnTo>
                    <a:pt x="8991" y="4884"/>
                  </a:lnTo>
                  <a:lnTo>
                    <a:pt x="8877" y="5102"/>
                  </a:lnTo>
                  <a:lnTo>
                    <a:pt x="8800" y="5264"/>
                  </a:lnTo>
                  <a:lnTo>
                    <a:pt x="8762" y="5535"/>
                  </a:lnTo>
                  <a:lnTo>
                    <a:pt x="8762" y="5861"/>
                  </a:lnTo>
                  <a:lnTo>
                    <a:pt x="8800" y="6186"/>
                  </a:lnTo>
                  <a:lnTo>
                    <a:pt x="8952" y="6513"/>
                  </a:lnTo>
                  <a:lnTo>
                    <a:pt x="9105" y="6729"/>
                  </a:lnTo>
                  <a:lnTo>
                    <a:pt x="9219" y="6838"/>
                  </a:lnTo>
                  <a:lnTo>
                    <a:pt x="9028" y="7217"/>
                  </a:lnTo>
                  <a:lnTo>
                    <a:pt x="8877" y="7598"/>
                  </a:lnTo>
                  <a:lnTo>
                    <a:pt x="8610" y="8303"/>
                  </a:lnTo>
                  <a:lnTo>
                    <a:pt x="8457" y="8195"/>
                  </a:lnTo>
                  <a:lnTo>
                    <a:pt x="8267" y="8141"/>
                  </a:lnTo>
                  <a:lnTo>
                    <a:pt x="8076" y="8086"/>
                  </a:lnTo>
                  <a:lnTo>
                    <a:pt x="7696" y="8086"/>
                  </a:lnTo>
                  <a:lnTo>
                    <a:pt x="7505" y="8141"/>
                  </a:lnTo>
                  <a:lnTo>
                    <a:pt x="7315" y="8195"/>
                  </a:lnTo>
                  <a:lnTo>
                    <a:pt x="7123" y="8358"/>
                  </a:lnTo>
                  <a:lnTo>
                    <a:pt x="7009" y="7870"/>
                  </a:lnTo>
                  <a:lnTo>
                    <a:pt x="6858" y="7435"/>
                  </a:lnTo>
                  <a:lnTo>
                    <a:pt x="6514" y="6621"/>
                  </a:lnTo>
                  <a:lnTo>
                    <a:pt x="6400" y="6295"/>
                  </a:lnTo>
                  <a:lnTo>
                    <a:pt x="6285" y="6023"/>
                  </a:lnTo>
                  <a:lnTo>
                    <a:pt x="6095" y="5753"/>
                  </a:lnTo>
                  <a:lnTo>
                    <a:pt x="5905" y="5590"/>
                  </a:lnTo>
                  <a:lnTo>
                    <a:pt x="5943" y="5482"/>
                  </a:lnTo>
                  <a:lnTo>
                    <a:pt x="5943" y="5372"/>
                  </a:lnTo>
                  <a:lnTo>
                    <a:pt x="6134" y="5156"/>
                  </a:lnTo>
                  <a:lnTo>
                    <a:pt x="6285" y="4939"/>
                  </a:lnTo>
                  <a:lnTo>
                    <a:pt x="6438" y="4667"/>
                  </a:lnTo>
                  <a:lnTo>
                    <a:pt x="6591" y="4396"/>
                  </a:lnTo>
                  <a:lnTo>
                    <a:pt x="6705" y="4070"/>
                  </a:lnTo>
                  <a:lnTo>
                    <a:pt x="6781" y="3745"/>
                  </a:lnTo>
                  <a:lnTo>
                    <a:pt x="6858" y="3419"/>
                  </a:lnTo>
                  <a:lnTo>
                    <a:pt x="6933" y="3039"/>
                  </a:lnTo>
                  <a:lnTo>
                    <a:pt x="6933" y="2008"/>
                  </a:lnTo>
                  <a:lnTo>
                    <a:pt x="6895" y="1682"/>
                  </a:lnTo>
                  <a:lnTo>
                    <a:pt x="6819" y="1302"/>
                  </a:lnTo>
                  <a:lnTo>
                    <a:pt x="6705" y="1031"/>
                  </a:lnTo>
                  <a:lnTo>
                    <a:pt x="6514" y="814"/>
                  </a:lnTo>
                  <a:lnTo>
                    <a:pt x="6438" y="706"/>
                  </a:lnTo>
                  <a:lnTo>
                    <a:pt x="6324" y="706"/>
                  </a:lnTo>
                  <a:lnTo>
                    <a:pt x="6248" y="488"/>
                  </a:lnTo>
                  <a:lnTo>
                    <a:pt x="6134" y="326"/>
                  </a:lnTo>
                  <a:lnTo>
                    <a:pt x="5981" y="217"/>
                  </a:lnTo>
                  <a:lnTo>
                    <a:pt x="5828" y="108"/>
                  </a:lnTo>
                  <a:lnTo>
                    <a:pt x="5486" y="0"/>
                  </a:lnTo>
                  <a:close/>
                  <a:moveTo>
                    <a:pt x="15696" y="9986"/>
                  </a:moveTo>
                  <a:lnTo>
                    <a:pt x="15772" y="10040"/>
                  </a:lnTo>
                  <a:lnTo>
                    <a:pt x="16077" y="10203"/>
                  </a:lnTo>
                  <a:lnTo>
                    <a:pt x="16191" y="10311"/>
                  </a:lnTo>
                  <a:lnTo>
                    <a:pt x="16343" y="10420"/>
                  </a:lnTo>
                  <a:lnTo>
                    <a:pt x="16457" y="10637"/>
                  </a:lnTo>
                  <a:lnTo>
                    <a:pt x="16534" y="10854"/>
                  </a:lnTo>
                  <a:lnTo>
                    <a:pt x="16687" y="11342"/>
                  </a:lnTo>
                  <a:lnTo>
                    <a:pt x="16762" y="11885"/>
                  </a:lnTo>
                  <a:lnTo>
                    <a:pt x="16801" y="12483"/>
                  </a:lnTo>
                  <a:lnTo>
                    <a:pt x="16801" y="12754"/>
                  </a:lnTo>
                  <a:lnTo>
                    <a:pt x="16762" y="13025"/>
                  </a:lnTo>
                  <a:lnTo>
                    <a:pt x="16687" y="13297"/>
                  </a:lnTo>
                  <a:lnTo>
                    <a:pt x="16571" y="13513"/>
                  </a:lnTo>
                  <a:lnTo>
                    <a:pt x="16305" y="13840"/>
                  </a:lnTo>
                  <a:lnTo>
                    <a:pt x="16000" y="14165"/>
                  </a:lnTo>
                  <a:lnTo>
                    <a:pt x="15657" y="14436"/>
                  </a:lnTo>
                  <a:lnTo>
                    <a:pt x="15276" y="14653"/>
                  </a:lnTo>
                  <a:lnTo>
                    <a:pt x="15772" y="13622"/>
                  </a:lnTo>
                  <a:lnTo>
                    <a:pt x="15772" y="13513"/>
                  </a:lnTo>
                  <a:lnTo>
                    <a:pt x="15733" y="13459"/>
                  </a:lnTo>
                  <a:lnTo>
                    <a:pt x="15696" y="13405"/>
                  </a:lnTo>
                  <a:lnTo>
                    <a:pt x="15619" y="13459"/>
                  </a:lnTo>
                  <a:lnTo>
                    <a:pt x="15125" y="14111"/>
                  </a:lnTo>
                  <a:lnTo>
                    <a:pt x="14667" y="14762"/>
                  </a:lnTo>
                  <a:lnTo>
                    <a:pt x="14477" y="14762"/>
                  </a:lnTo>
                  <a:lnTo>
                    <a:pt x="14286" y="14653"/>
                  </a:lnTo>
                  <a:lnTo>
                    <a:pt x="14477" y="14273"/>
                  </a:lnTo>
                  <a:lnTo>
                    <a:pt x="14705" y="13893"/>
                  </a:lnTo>
                  <a:lnTo>
                    <a:pt x="14933" y="13513"/>
                  </a:lnTo>
                  <a:lnTo>
                    <a:pt x="15200" y="13187"/>
                  </a:lnTo>
                  <a:lnTo>
                    <a:pt x="15239" y="13079"/>
                  </a:lnTo>
                  <a:lnTo>
                    <a:pt x="15239" y="13025"/>
                  </a:lnTo>
                  <a:lnTo>
                    <a:pt x="15200" y="12917"/>
                  </a:lnTo>
                  <a:lnTo>
                    <a:pt x="15125" y="12917"/>
                  </a:lnTo>
                  <a:lnTo>
                    <a:pt x="15353" y="12699"/>
                  </a:lnTo>
                  <a:lnTo>
                    <a:pt x="15390" y="12591"/>
                  </a:lnTo>
                  <a:lnTo>
                    <a:pt x="15353" y="12483"/>
                  </a:lnTo>
                  <a:lnTo>
                    <a:pt x="15276" y="12428"/>
                  </a:lnTo>
                  <a:lnTo>
                    <a:pt x="15200" y="12428"/>
                  </a:lnTo>
                  <a:lnTo>
                    <a:pt x="14781" y="12754"/>
                  </a:lnTo>
                  <a:lnTo>
                    <a:pt x="14401" y="13079"/>
                  </a:lnTo>
                  <a:lnTo>
                    <a:pt x="14020" y="13405"/>
                  </a:lnTo>
                  <a:lnTo>
                    <a:pt x="13677" y="13785"/>
                  </a:lnTo>
                  <a:lnTo>
                    <a:pt x="13563" y="13459"/>
                  </a:lnTo>
                  <a:lnTo>
                    <a:pt x="14248" y="12808"/>
                  </a:lnTo>
                  <a:lnTo>
                    <a:pt x="14972" y="12265"/>
                  </a:lnTo>
                  <a:lnTo>
                    <a:pt x="15010" y="12156"/>
                  </a:lnTo>
                  <a:lnTo>
                    <a:pt x="15010" y="12048"/>
                  </a:lnTo>
                  <a:lnTo>
                    <a:pt x="14972" y="11993"/>
                  </a:lnTo>
                  <a:lnTo>
                    <a:pt x="14895" y="11993"/>
                  </a:lnTo>
                  <a:lnTo>
                    <a:pt x="14172" y="12374"/>
                  </a:lnTo>
                  <a:lnTo>
                    <a:pt x="13486" y="12808"/>
                  </a:lnTo>
                  <a:lnTo>
                    <a:pt x="13486" y="12536"/>
                  </a:lnTo>
                  <a:lnTo>
                    <a:pt x="13638" y="12428"/>
                  </a:lnTo>
                  <a:lnTo>
                    <a:pt x="13753" y="12319"/>
                  </a:lnTo>
                  <a:lnTo>
                    <a:pt x="14020" y="12048"/>
                  </a:lnTo>
                  <a:lnTo>
                    <a:pt x="14552" y="11723"/>
                  </a:lnTo>
                  <a:lnTo>
                    <a:pt x="14858" y="11560"/>
                  </a:lnTo>
                  <a:lnTo>
                    <a:pt x="15125" y="11505"/>
                  </a:lnTo>
                  <a:lnTo>
                    <a:pt x="15162" y="11452"/>
                  </a:lnTo>
                  <a:lnTo>
                    <a:pt x="15162" y="11397"/>
                  </a:lnTo>
                  <a:lnTo>
                    <a:pt x="15125" y="11342"/>
                  </a:lnTo>
                  <a:lnTo>
                    <a:pt x="14781" y="11342"/>
                  </a:lnTo>
                  <a:lnTo>
                    <a:pt x="14438" y="11397"/>
                  </a:lnTo>
                  <a:lnTo>
                    <a:pt x="14095" y="11505"/>
                  </a:lnTo>
                  <a:lnTo>
                    <a:pt x="13791" y="11614"/>
                  </a:lnTo>
                  <a:lnTo>
                    <a:pt x="14020" y="11234"/>
                  </a:lnTo>
                  <a:lnTo>
                    <a:pt x="14629" y="11071"/>
                  </a:lnTo>
                  <a:lnTo>
                    <a:pt x="14933" y="10962"/>
                  </a:lnTo>
                  <a:lnTo>
                    <a:pt x="15239" y="10746"/>
                  </a:lnTo>
                  <a:lnTo>
                    <a:pt x="15276" y="10691"/>
                  </a:lnTo>
                  <a:lnTo>
                    <a:pt x="15276" y="10583"/>
                  </a:lnTo>
                  <a:lnTo>
                    <a:pt x="15200" y="10529"/>
                  </a:lnTo>
                  <a:lnTo>
                    <a:pt x="14895" y="10474"/>
                  </a:lnTo>
                  <a:lnTo>
                    <a:pt x="14552" y="10474"/>
                  </a:lnTo>
                  <a:lnTo>
                    <a:pt x="14819" y="10258"/>
                  </a:lnTo>
                  <a:lnTo>
                    <a:pt x="15086" y="10095"/>
                  </a:lnTo>
                  <a:lnTo>
                    <a:pt x="15390" y="9986"/>
                  </a:lnTo>
                  <a:close/>
                  <a:moveTo>
                    <a:pt x="5447" y="13459"/>
                  </a:moveTo>
                  <a:lnTo>
                    <a:pt x="5524" y="13622"/>
                  </a:lnTo>
                  <a:lnTo>
                    <a:pt x="5600" y="13677"/>
                  </a:lnTo>
                  <a:lnTo>
                    <a:pt x="5791" y="13677"/>
                  </a:lnTo>
                  <a:lnTo>
                    <a:pt x="5867" y="13730"/>
                  </a:lnTo>
                  <a:lnTo>
                    <a:pt x="5981" y="13785"/>
                  </a:lnTo>
                  <a:lnTo>
                    <a:pt x="6057" y="13893"/>
                  </a:lnTo>
                  <a:lnTo>
                    <a:pt x="6095" y="14002"/>
                  </a:lnTo>
                  <a:lnTo>
                    <a:pt x="6134" y="14111"/>
                  </a:lnTo>
                  <a:lnTo>
                    <a:pt x="6134" y="14273"/>
                  </a:lnTo>
                  <a:lnTo>
                    <a:pt x="6095" y="14436"/>
                  </a:lnTo>
                  <a:lnTo>
                    <a:pt x="6020" y="14544"/>
                  </a:lnTo>
                  <a:lnTo>
                    <a:pt x="5943" y="14653"/>
                  </a:lnTo>
                  <a:lnTo>
                    <a:pt x="5867" y="14762"/>
                  </a:lnTo>
                  <a:lnTo>
                    <a:pt x="5753" y="14816"/>
                  </a:lnTo>
                  <a:lnTo>
                    <a:pt x="5676" y="14599"/>
                  </a:lnTo>
                  <a:lnTo>
                    <a:pt x="5561" y="14436"/>
                  </a:lnTo>
                  <a:lnTo>
                    <a:pt x="5410" y="14328"/>
                  </a:lnTo>
                  <a:lnTo>
                    <a:pt x="5219" y="14273"/>
                  </a:lnTo>
                  <a:lnTo>
                    <a:pt x="5257" y="14273"/>
                  </a:lnTo>
                  <a:lnTo>
                    <a:pt x="5410" y="14165"/>
                  </a:lnTo>
                  <a:lnTo>
                    <a:pt x="5486" y="14111"/>
                  </a:lnTo>
                  <a:lnTo>
                    <a:pt x="5486" y="13840"/>
                  </a:lnTo>
                  <a:lnTo>
                    <a:pt x="5410" y="13677"/>
                  </a:lnTo>
                  <a:lnTo>
                    <a:pt x="5296" y="13677"/>
                  </a:lnTo>
                  <a:lnTo>
                    <a:pt x="5143" y="13730"/>
                  </a:lnTo>
                  <a:lnTo>
                    <a:pt x="4990" y="13840"/>
                  </a:lnTo>
                  <a:lnTo>
                    <a:pt x="5029" y="13730"/>
                  </a:lnTo>
                  <a:lnTo>
                    <a:pt x="5067" y="13622"/>
                  </a:lnTo>
                  <a:lnTo>
                    <a:pt x="5029" y="13568"/>
                  </a:lnTo>
                  <a:lnTo>
                    <a:pt x="5219" y="13513"/>
                  </a:lnTo>
                  <a:lnTo>
                    <a:pt x="5447" y="13459"/>
                  </a:lnTo>
                  <a:close/>
                  <a:moveTo>
                    <a:pt x="6591" y="11885"/>
                  </a:moveTo>
                  <a:lnTo>
                    <a:pt x="6591" y="11940"/>
                  </a:lnTo>
                  <a:lnTo>
                    <a:pt x="6552" y="12103"/>
                  </a:lnTo>
                  <a:lnTo>
                    <a:pt x="6362" y="12211"/>
                  </a:lnTo>
                  <a:lnTo>
                    <a:pt x="6210" y="12374"/>
                  </a:lnTo>
                  <a:lnTo>
                    <a:pt x="5905" y="12754"/>
                  </a:lnTo>
                  <a:lnTo>
                    <a:pt x="5791" y="12754"/>
                  </a:lnTo>
                  <a:lnTo>
                    <a:pt x="5676" y="12862"/>
                  </a:lnTo>
                  <a:lnTo>
                    <a:pt x="5600" y="12971"/>
                  </a:lnTo>
                  <a:lnTo>
                    <a:pt x="5447" y="12917"/>
                  </a:lnTo>
                  <a:lnTo>
                    <a:pt x="4990" y="12917"/>
                  </a:lnTo>
                  <a:lnTo>
                    <a:pt x="4723" y="13079"/>
                  </a:lnTo>
                  <a:lnTo>
                    <a:pt x="4458" y="13350"/>
                  </a:lnTo>
                  <a:lnTo>
                    <a:pt x="4343" y="13568"/>
                  </a:lnTo>
                  <a:lnTo>
                    <a:pt x="4229" y="13840"/>
                  </a:lnTo>
                  <a:lnTo>
                    <a:pt x="4229" y="14381"/>
                  </a:lnTo>
                  <a:lnTo>
                    <a:pt x="4305" y="14544"/>
                  </a:lnTo>
                  <a:lnTo>
                    <a:pt x="4419" y="14762"/>
                  </a:lnTo>
                  <a:lnTo>
                    <a:pt x="4609" y="15034"/>
                  </a:lnTo>
                  <a:lnTo>
                    <a:pt x="4800" y="15250"/>
                  </a:lnTo>
                  <a:lnTo>
                    <a:pt x="5029" y="15359"/>
                  </a:lnTo>
                  <a:lnTo>
                    <a:pt x="5219" y="15467"/>
                  </a:lnTo>
                  <a:lnTo>
                    <a:pt x="5447" y="15522"/>
                  </a:lnTo>
                  <a:lnTo>
                    <a:pt x="5676" y="15522"/>
                  </a:lnTo>
                  <a:lnTo>
                    <a:pt x="5943" y="15467"/>
                  </a:lnTo>
                  <a:lnTo>
                    <a:pt x="6134" y="15305"/>
                  </a:lnTo>
                  <a:lnTo>
                    <a:pt x="6324" y="15142"/>
                  </a:lnTo>
                  <a:lnTo>
                    <a:pt x="6476" y="14871"/>
                  </a:lnTo>
                  <a:lnTo>
                    <a:pt x="6591" y="14599"/>
                  </a:lnTo>
                  <a:lnTo>
                    <a:pt x="6629" y="14165"/>
                  </a:lnTo>
                  <a:lnTo>
                    <a:pt x="6552" y="13840"/>
                  </a:lnTo>
                  <a:lnTo>
                    <a:pt x="6438" y="13513"/>
                  </a:lnTo>
                  <a:lnTo>
                    <a:pt x="6248" y="13242"/>
                  </a:lnTo>
                  <a:lnTo>
                    <a:pt x="6552" y="12808"/>
                  </a:lnTo>
                  <a:lnTo>
                    <a:pt x="6667" y="12646"/>
                  </a:lnTo>
                  <a:lnTo>
                    <a:pt x="6819" y="12428"/>
                  </a:lnTo>
                  <a:lnTo>
                    <a:pt x="6819" y="12211"/>
                  </a:lnTo>
                  <a:lnTo>
                    <a:pt x="6781" y="12156"/>
                  </a:lnTo>
                  <a:lnTo>
                    <a:pt x="6743" y="12103"/>
                  </a:lnTo>
                  <a:lnTo>
                    <a:pt x="6629" y="11940"/>
                  </a:lnTo>
                  <a:lnTo>
                    <a:pt x="6591" y="11885"/>
                  </a:lnTo>
                  <a:close/>
                  <a:moveTo>
                    <a:pt x="20762" y="15413"/>
                  </a:moveTo>
                  <a:lnTo>
                    <a:pt x="20915" y="15522"/>
                  </a:lnTo>
                  <a:lnTo>
                    <a:pt x="20915" y="15685"/>
                  </a:lnTo>
                  <a:lnTo>
                    <a:pt x="20953" y="15738"/>
                  </a:lnTo>
                  <a:lnTo>
                    <a:pt x="20991" y="15738"/>
                  </a:lnTo>
                  <a:lnTo>
                    <a:pt x="21029" y="15685"/>
                  </a:lnTo>
                  <a:lnTo>
                    <a:pt x="21067" y="15956"/>
                  </a:lnTo>
                  <a:lnTo>
                    <a:pt x="21067" y="16553"/>
                  </a:lnTo>
                  <a:lnTo>
                    <a:pt x="20991" y="16824"/>
                  </a:lnTo>
                  <a:lnTo>
                    <a:pt x="20915" y="17041"/>
                  </a:lnTo>
                  <a:lnTo>
                    <a:pt x="20839" y="17258"/>
                  </a:lnTo>
                  <a:lnTo>
                    <a:pt x="20724" y="17475"/>
                  </a:lnTo>
                  <a:lnTo>
                    <a:pt x="20572" y="17584"/>
                  </a:lnTo>
                  <a:lnTo>
                    <a:pt x="20419" y="17692"/>
                  </a:lnTo>
                  <a:lnTo>
                    <a:pt x="20229" y="17692"/>
                  </a:lnTo>
                  <a:lnTo>
                    <a:pt x="20191" y="17584"/>
                  </a:lnTo>
                  <a:lnTo>
                    <a:pt x="19962" y="17422"/>
                  </a:lnTo>
                  <a:lnTo>
                    <a:pt x="20382" y="17312"/>
                  </a:lnTo>
                  <a:lnTo>
                    <a:pt x="20419" y="17258"/>
                  </a:lnTo>
                  <a:lnTo>
                    <a:pt x="20496" y="17204"/>
                  </a:lnTo>
                  <a:lnTo>
                    <a:pt x="20496" y="16987"/>
                  </a:lnTo>
                  <a:lnTo>
                    <a:pt x="20458" y="16824"/>
                  </a:lnTo>
                  <a:lnTo>
                    <a:pt x="20382" y="16769"/>
                  </a:lnTo>
                  <a:lnTo>
                    <a:pt x="20153" y="16769"/>
                  </a:lnTo>
                  <a:lnTo>
                    <a:pt x="20419" y="16498"/>
                  </a:lnTo>
                  <a:lnTo>
                    <a:pt x="20496" y="16444"/>
                  </a:lnTo>
                  <a:lnTo>
                    <a:pt x="20496" y="16173"/>
                  </a:lnTo>
                  <a:lnTo>
                    <a:pt x="20458" y="16064"/>
                  </a:lnTo>
                  <a:lnTo>
                    <a:pt x="20382" y="16010"/>
                  </a:lnTo>
                  <a:lnTo>
                    <a:pt x="20305" y="16010"/>
                  </a:lnTo>
                  <a:lnTo>
                    <a:pt x="20229" y="16064"/>
                  </a:lnTo>
                  <a:lnTo>
                    <a:pt x="20076" y="16118"/>
                  </a:lnTo>
                  <a:lnTo>
                    <a:pt x="19924" y="16173"/>
                  </a:lnTo>
                  <a:lnTo>
                    <a:pt x="20382" y="15901"/>
                  </a:lnTo>
                  <a:lnTo>
                    <a:pt x="20419" y="15847"/>
                  </a:lnTo>
                  <a:lnTo>
                    <a:pt x="20419" y="15793"/>
                  </a:lnTo>
                  <a:lnTo>
                    <a:pt x="20382" y="15738"/>
                  </a:lnTo>
                  <a:lnTo>
                    <a:pt x="20229" y="15685"/>
                  </a:lnTo>
                  <a:lnTo>
                    <a:pt x="20038" y="15685"/>
                  </a:lnTo>
                  <a:lnTo>
                    <a:pt x="20115" y="15630"/>
                  </a:lnTo>
                  <a:lnTo>
                    <a:pt x="20343" y="15467"/>
                  </a:lnTo>
                  <a:lnTo>
                    <a:pt x="20533" y="15413"/>
                  </a:lnTo>
                  <a:close/>
                  <a:moveTo>
                    <a:pt x="17334" y="19810"/>
                  </a:moveTo>
                  <a:lnTo>
                    <a:pt x="17448" y="19918"/>
                  </a:lnTo>
                  <a:lnTo>
                    <a:pt x="17524" y="20026"/>
                  </a:lnTo>
                  <a:lnTo>
                    <a:pt x="17372" y="20189"/>
                  </a:lnTo>
                  <a:lnTo>
                    <a:pt x="17219" y="20351"/>
                  </a:lnTo>
                  <a:lnTo>
                    <a:pt x="17067" y="20569"/>
                  </a:lnTo>
                  <a:lnTo>
                    <a:pt x="16991" y="20786"/>
                  </a:lnTo>
                  <a:lnTo>
                    <a:pt x="16724" y="20732"/>
                  </a:lnTo>
                  <a:lnTo>
                    <a:pt x="16687" y="20677"/>
                  </a:lnTo>
                  <a:lnTo>
                    <a:pt x="17334" y="19810"/>
                  </a:lnTo>
                  <a:close/>
                  <a:moveTo>
                    <a:pt x="17295" y="17692"/>
                  </a:moveTo>
                  <a:lnTo>
                    <a:pt x="17715" y="18235"/>
                  </a:lnTo>
                  <a:lnTo>
                    <a:pt x="17943" y="18561"/>
                  </a:lnTo>
                  <a:lnTo>
                    <a:pt x="18172" y="18941"/>
                  </a:lnTo>
                  <a:lnTo>
                    <a:pt x="18362" y="19320"/>
                  </a:lnTo>
                  <a:lnTo>
                    <a:pt x="18439" y="19483"/>
                  </a:lnTo>
                  <a:lnTo>
                    <a:pt x="18477" y="19646"/>
                  </a:lnTo>
                  <a:lnTo>
                    <a:pt x="18477" y="19863"/>
                  </a:lnTo>
                  <a:lnTo>
                    <a:pt x="18439" y="20026"/>
                  </a:lnTo>
                  <a:lnTo>
                    <a:pt x="18400" y="20189"/>
                  </a:lnTo>
                  <a:lnTo>
                    <a:pt x="18286" y="20351"/>
                  </a:lnTo>
                  <a:lnTo>
                    <a:pt x="18172" y="20514"/>
                  </a:lnTo>
                  <a:lnTo>
                    <a:pt x="18019" y="20623"/>
                  </a:lnTo>
                  <a:lnTo>
                    <a:pt x="17943" y="20514"/>
                  </a:lnTo>
                  <a:lnTo>
                    <a:pt x="17829" y="20514"/>
                  </a:lnTo>
                  <a:lnTo>
                    <a:pt x="17753" y="20569"/>
                  </a:lnTo>
                  <a:lnTo>
                    <a:pt x="17715" y="20623"/>
                  </a:lnTo>
                  <a:lnTo>
                    <a:pt x="17676" y="20623"/>
                  </a:lnTo>
                  <a:lnTo>
                    <a:pt x="17601" y="20677"/>
                  </a:lnTo>
                  <a:lnTo>
                    <a:pt x="17562" y="20786"/>
                  </a:lnTo>
                  <a:lnTo>
                    <a:pt x="17524" y="20786"/>
                  </a:lnTo>
                  <a:lnTo>
                    <a:pt x="17601" y="20623"/>
                  </a:lnTo>
                  <a:lnTo>
                    <a:pt x="17753" y="20406"/>
                  </a:lnTo>
                  <a:lnTo>
                    <a:pt x="17829" y="20243"/>
                  </a:lnTo>
                  <a:lnTo>
                    <a:pt x="17867" y="20080"/>
                  </a:lnTo>
                  <a:lnTo>
                    <a:pt x="17829" y="19972"/>
                  </a:lnTo>
                  <a:lnTo>
                    <a:pt x="17791" y="19863"/>
                  </a:lnTo>
                  <a:lnTo>
                    <a:pt x="17676" y="19700"/>
                  </a:lnTo>
                  <a:lnTo>
                    <a:pt x="17524" y="19538"/>
                  </a:lnTo>
                  <a:lnTo>
                    <a:pt x="17334" y="19483"/>
                  </a:lnTo>
                  <a:lnTo>
                    <a:pt x="17258" y="19483"/>
                  </a:lnTo>
                  <a:lnTo>
                    <a:pt x="17219" y="19538"/>
                  </a:lnTo>
                  <a:lnTo>
                    <a:pt x="16229" y="20406"/>
                  </a:lnTo>
                  <a:lnTo>
                    <a:pt x="16114" y="20351"/>
                  </a:lnTo>
                  <a:lnTo>
                    <a:pt x="16000" y="20189"/>
                  </a:lnTo>
                  <a:lnTo>
                    <a:pt x="16495" y="19755"/>
                  </a:lnTo>
                  <a:lnTo>
                    <a:pt x="16991" y="19375"/>
                  </a:lnTo>
                  <a:lnTo>
                    <a:pt x="17029" y="19267"/>
                  </a:lnTo>
                  <a:lnTo>
                    <a:pt x="17029" y="19212"/>
                  </a:lnTo>
                  <a:lnTo>
                    <a:pt x="16991" y="19104"/>
                  </a:lnTo>
                  <a:lnTo>
                    <a:pt x="16915" y="19104"/>
                  </a:lnTo>
                  <a:lnTo>
                    <a:pt x="16610" y="19157"/>
                  </a:lnTo>
                  <a:lnTo>
                    <a:pt x="16305" y="19320"/>
                  </a:lnTo>
                  <a:lnTo>
                    <a:pt x="16000" y="19483"/>
                  </a:lnTo>
                  <a:lnTo>
                    <a:pt x="15733" y="19646"/>
                  </a:lnTo>
                  <a:lnTo>
                    <a:pt x="15619" y="19267"/>
                  </a:lnTo>
                  <a:lnTo>
                    <a:pt x="15657" y="19212"/>
                  </a:lnTo>
                  <a:lnTo>
                    <a:pt x="16687" y="18344"/>
                  </a:lnTo>
                  <a:lnTo>
                    <a:pt x="16724" y="18289"/>
                  </a:lnTo>
                  <a:lnTo>
                    <a:pt x="16724" y="18235"/>
                  </a:lnTo>
                  <a:lnTo>
                    <a:pt x="16687" y="18181"/>
                  </a:lnTo>
                  <a:lnTo>
                    <a:pt x="16610" y="18126"/>
                  </a:lnTo>
                  <a:lnTo>
                    <a:pt x="16153" y="18289"/>
                  </a:lnTo>
                  <a:lnTo>
                    <a:pt x="15733" y="18452"/>
                  </a:lnTo>
                  <a:lnTo>
                    <a:pt x="15886" y="18235"/>
                  </a:lnTo>
                  <a:lnTo>
                    <a:pt x="16114" y="18018"/>
                  </a:lnTo>
                  <a:lnTo>
                    <a:pt x="16343" y="17855"/>
                  </a:lnTo>
                  <a:lnTo>
                    <a:pt x="16610" y="17747"/>
                  </a:lnTo>
                  <a:lnTo>
                    <a:pt x="16952" y="17692"/>
                  </a:lnTo>
                  <a:close/>
                  <a:moveTo>
                    <a:pt x="15429" y="9335"/>
                  </a:moveTo>
                  <a:lnTo>
                    <a:pt x="15162" y="9389"/>
                  </a:lnTo>
                  <a:lnTo>
                    <a:pt x="14933" y="9443"/>
                  </a:lnTo>
                  <a:lnTo>
                    <a:pt x="14743" y="9552"/>
                  </a:lnTo>
                  <a:lnTo>
                    <a:pt x="14324" y="9877"/>
                  </a:lnTo>
                  <a:lnTo>
                    <a:pt x="13943" y="10311"/>
                  </a:lnTo>
                  <a:lnTo>
                    <a:pt x="13753" y="10583"/>
                  </a:lnTo>
                  <a:lnTo>
                    <a:pt x="13448" y="10637"/>
                  </a:lnTo>
                  <a:lnTo>
                    <a:pt x="13334" y="10691"/>
                  </a:lnTo>
                  <a:lnTo>
                    <a:pt x="13296" y="10799"/>
                  </a:lnTo>
                  <a:lnTo>
                    <a:pt x="13257" y="10909"/>
                  </a:lnTo>
                  <a:lnTo>
                    <a:pt x="13257" y="11017"/>
                  </a:lnTo>
                  <a:lnTo>
                    <a:pt x="11467" y="11289"/>
                  </a:lnTo>
                  <a:lnTo>
                    <a:pt x="10439" y="11342"/>
                  </a:lnTo>
                  <a:lnTo>
                    <a:pt x="9943" y="11397"/>
                  </a:lnTo>
                  <a:lnTo>
                    <a:pt x="9448" y="11452"/>
                  </a:lnTo>
                  <a:lnTo>
                    <a:pt x="9372" y="11505"/>
                  </a:lnTo>
                  <a:lnTo>
                    <a:pt x="9334" y="11560"/>
                  </a:lnTo>
                  <a:lnTo>
                    <a:pt x="9295" y="11723"/>
                  </a:lnTo>
                  <a:lnTo>
                    <a:pt x="9372" y="11885"/>
                  </a:lnTo>
                  <a:lnTo>
                    <a:pt x="9409" y="11940"/>
                  </a:lnTo>
                  <a:lnTo>
                    <a:pt x="9486" y="11993"/>
                  </a:lnTo>
                  <a:lnTo>
                    <a:pt x="9982" y="12048"/>
                  </a:lnTo>
                  <a:lnTo>
                    <a:pt x="10514" y="12048"/>
                  </a:lnTo>
                  <a:lnTo>
                    <a:pt x="11581" y="11940"/>
                  </a:lnTo>
                  <a:lnTo>
                    <a:pt x="12381" y="11885"/>
                  </a:lnTo>
                  <a:lnTo>
                    <a:pt x="13181" y="11777"/>
                  </a:lnTo>
                  <a:lnTo>
                    <a:pt x="13029" y="12211"/>
                  </a:lnTo>
                  <a:lnTo>
                    <a:pt x="12953" y="12483"/>
                  </a:lnTo>
                  <a:lnTo>
                    <a:pt x="12953" y="12699"/>
                  </a:lnTo>
                  <a:lnTo>
                    <a:pt x="12990" y="13187"/>
                  </a:lnTo>
                  <a:lnTo>
                    <a:pt x="12839" y="13350"/>
                  </a:lnTo>
                  <a:lnTo>
                    <a:pt x="12724" y="13513"/>
                  </a:lnTo>
                  <a:lnTo>
                    <a:pt x="12724" y="13677"/>
                  </a:lnTo>
                  <a:lnTo>
                    <a:pt x="12762" y="13840"/>
                  </a:lnTo>
                  <a:lnTo>
                    <a:pt x="12876" y="13948"/>
                  </a:lnTo>
                  <a:lnTo>
                    <a:pt x="13029" y="14002"/>
                  </a:lnTo>
                  <a:lnTo>
                    <a:pt x="13181" y="14002"/>
                  </a:lnTo>
                  <a:lnTo>
                    <a:pt x="13296" y="14328"/>
                  </a:lnTo>
                  <a:lnTo>
                    <a:pt x="13448" y="14599"/>
                  </a:lnTo>
                  <a:lnTo>
                    <a:pt x="13600" y="14871"/>
                  </a:lnTo>
                  <a:lnTo>
                    <a:pt x="13753" y="15087"/>
                  </a:lnTo>
                  <a:lnTo>
                    <a:pt x="13943" y="15250"/>
                  </a:lnTo>
                  <a:lnTo>
                    <a:pt x="14172" y="15413"/>
                  </a:lnTo>
                  <a:lnTo>
                    <a:pt x="14401" y="15467"/>
                  </a:lnTo>
                  <a:lnTo>
                    <a:pt x="14629" y="15522"/>
                  </a:lnTo>
                  <a:lnTo>
                    <a:pt x="14781" y="15522"/>
                  </a:lnTo>
                  <a:lnTo>
                    <a:pt x="15162" y="15413"/>
                  </a:lnTo>
                  <a:lnTo>
                    <a:pt x="15543" y="15305"/>
                  </a:lnTo>
                  <a:lnTo>
                    <a:pt x="15505" y="15467"/>
                  </a:lnTo>
                  <a:lnTo>
                    <a:pt x="15505" y="15685"/>
                  </a:lnTo>
                  <a:lnTo>
                    <a:pt x="15582" y="16118"/>
                  </a:lnTo>
                  <a:lnTo>
                    <a:pt x="15657" y="16390"/>
                  </a:lnTo>
                  <a:lnTo>
                    <a:pt x="15733" y="16716"/>
                  </a:lnTo>
                  <a:lnTo>
                    <a:pt x="15886" y="16987"/>
                  </a:lnTo>
                  <a:lnTo>
                    <a:pt x="16077" y="17204"/>
                  </a:lnTo>
                  <a:lnTo>
                    <a:pt x="16077" y="17258"/>
                  </a:lnTo>
                  <a:lnTo>
                    <a:pt x="15848" y="17367"/>
                  </a:lnTo>
                  <a:lnTo>
                    <a:pt x="15657" y="17584"/>
                  </a:lnTo>
                  <a:lnTo>
                    <a:pt x="15467" y="17747"/>
                  </a:lnTo>
                  <a:lnTo>
                    <a:pt x="15353" y="17963"/>
                  </a:lnTo>
                  <a:lnTo>
                    <a:pt x="15239" y="18235"/>
                  </a:lnTo>
                  <a:lnTo>
                    <a:pt x="15162" y="18506"/>
                  </a:lnTo>
                  <a:lnTo>
                    <a:pt x="15125" y="18778"/>
                  </a:lnTo>
                  <a:lnTo>
                    <a:pt x="15086" y="19049"/>
                  </a:lnTo>
                  <a:lnTo>
                    <a:pt x="15086" y="19320"/>
                  </a:lnTo>
                  <a:lnTo>
                    <a:pt x="15162" y="19755"/>
                  </a:lnTo>
                  <a:lnTo>
                    <a:pt x="15315" y="20135"/>
                  </a:lnTo>
                  <a:lnTo>
                    <a:pt x="15315" y="20298"/>
                  </a:lnTo>
                  <a:lnTo>
                    <a:pt x="15353" y="20461"/>
                  </a:lnTo>
                  <a:lnTo>
                    <a:pt x="15505" y="20569"/>
                  </a:lnTo>
                  <a:lnTo>
                    <a:pt x="15582" y="20677"/>
                  </a:lnTo>
                  <a:lnTo>
                    <a:pt x="15886" y="21004"/>
                  </a:lnTo>
                  <a:lnTo>
                    <a:pt x="16229" y="21274"/>
                  </a:lnTo>
                  <a:lnTo>
                    <a:pt x="16610" y="21492"/>
                  </a:lnTo>
                  <a:lnTo>
                    <a:pt x="17029" y="21600"/>
                  </a:lnTo>
                  <a:lnTo>
                    <a:pt x="17448" y="21600"/>
                  </a:lnTo>
                  <a:lnTo>
                    <a:pt x="17867" y="21492"/>
                  </a:lnTo>
                  <a:lnTo>
                    <a:pt x="18248" y="21329"/>
                  </a:lnTo>
                  <a:lnTo>
                    <a:pt x="18591" y="21057"/>
                  </a:lnTo>
                  <a:lnTo>
                    <a:pt x="18820" y="20732"/>
                  </a:lnTo>
                  <a:lnTo>
                    <a:pt x="18971" y="20406"/>
                  </a:lnTo>
                  <a:lnTo>
                    <a:pt x="19010" y="20026"/>
                  </a:lnTo>
                  <a:lnTo>
                    <a:pt x="19010" y="19700"/>
                  </a:lnTo>
                  <a:lnTo>
                    <a:pt x="18934" y="19320"/>
                  </a:lnTo>
                  <a:lnTo>
                    <a:pt x="18820" y="18941"/>
                  </a:lnTo>
                  <a:lnTo>
                    <a:pt x="18667" y="18561"/>
                  </a:lnTo>
                  <a:lnTo>
                    <a:pt x="18477" y="18235"/>
                  </a:lnTo>
                  <a:lnTo>
                    <a:pt x="18591" y="18181"/>
                  </a:lnTo>
                  <a:lnTo>
                    <a:pt x="18934" y="17910"/>
                  </a:lnTo>
                  <a:lnTo>
                    <a:pt x="19315" y="17530"/>
                  </a:lnTo>
                  <a:lnTo>
                    <a:pt x="19429" y="17801"/>
                  </a:lnTo>
                  <a:lnTo>
                    <a:pt x="19581" y="18018"/>
                  </a:lnTo>
                  <a:lnTo>
                    <a:pt x="19734" y="18181"/>
                  </a:lnTo>
                  <a:lnTo>
                    <a:pt x="19886" y="18289"/>
                  </a:lnTo>
                  <a:lnTo>
                    <a:pt x="20153" y="18398"/>
                  </a:lnTo>
                  <a:lnTo>
                    <a:pt x="20419" y="18344"/>
                  </a:lnTo>
                  <a:lnTo>
                    <a:pt x="20686" y="18235"/>
                  </a:lnTo>
                  <a:lnTo>
                    <a:pt x="20915" y="18018"/>
                  </a:lnTo>
                  <a:lnTo>
                    <a:pt x="21143" y="17747"/>
                  </a:lnTo>
                  <a:lnTo>
                    <a:pt x="21334" y="17422"/>
                  </a:lnTo>
                  <a:lnTo>
                    <a:pt x="21448" y="17041"/>
                  </a:lnTo>
                  <a:lnTo>
                    <a:pt x="21524" y="16607"/>
                  </a:lnTo>
                  <a:lnTo>
                    <a:pt x="21600" y="16064"/>
                  </a:lnTo>
                  <a:lnTo>
                    <a:pt x="21563" y="15793"/>
                  </a:lnTo>
                  <a:lnTo>
                    <a:pt x="21524" y="15575"/>
                  </a:lnTo>
                  <a:lnTo>
                    <a:pt x="21486" y="15359"/>
                  </a:lnTo>
                  <a:lnTo>
                    <a:pt x="21372" y="15196"/>
                  </a:lnTo>
                  <a:lnTo>
                    <a:pt x="21143" y="14924"/>
                  </a:lnTo>
                  <a:lnTo>
                    <a:pt x="20839" y="14762"/>
                  </a:lnTo>
                  <a:lnTo>
                    <a:pt x="20686" y="14707"/>
                  </a:lnTo>
                  <a:lnTo>
                    <a:pt x="20382" y="14707"/>
                  </a:lnTo>
                  <a:lnTo>
                    <a:pt x="20268" y="14816"/>
                  </a:lnTo>
                  <a:lnTo>
                    <a:pt x="20229" y="14924"/>
                  </a:lnTo>
                  <a:lnTo>
                    <a:pt x="19924" y="15087"/>
                  </a:lnTo>
                  <a:lnTo>
                    <a:pt x="19658" y="15250"/>
                  </a:lnTo>
                  <a:lnTo>
                    <a:pt x="19544" y="15413"/>
                  </a:lnTo>
                  <a:lnTo>
                    <a:pt x="19391" y="15575"/>
                  </a:lnTo>
                  <a:lnTo>
                    <a:pt x="19315" y="15793"/>
                  </a:lnTo>
                  <a:lnTo>
                    <a:pt x="19238" y="16010"/>
                  </a:lnTo>
                  <a:lnTo>
                    <a:pt x="19162" y="16444"/>
                  </a:lnTo>
                  <a:lnTo>
                    <a:pt x="19162" y="16879"/>
                  </a:lnTo>
                  <a:lnTo>
                    <a:pt x="18743" y="17312"/>
                  </a:lnTo>
                  <a:lnTo>
                    <a:pt x="18324" y="17747"/>
                  </a:lnTo>
                  <a:lnTo>
                    <a:pt x="18286" y="17801"/>
                  </a:lnTo>
                  <a:lnTo>
                    <a:pt x="18286" y="17910"/>
                  </a:lnTo>
                  <a:lnTo>
                    <a:pt x="17905" y="17422"/>
                  </a:lnTo>
                  <a:lnTo>
                    <a:pt x="17562" y="17041"/>
                  </a:lnTo>
                  <a:lnTo>
                    <a:pt x="17486" y="16987"/>
                  </a:lnTo>
                  <a:lnTo>
                    <a:pt x="17334" y="16987"/>
                  </a:lnTo>
                  <a:lnTo>
                    <a:pt x="17295" y="17095"/>
                  </a:lnTo>
                  <a:lnTo>
                    <a:pt x="17067" y="17041"/>
                  </a:lnTo>
                  <a:lnTo>
                    <a:pt x="16838" y="17041"/>
                  </a:lnTo>
                  <a:lnTo>
                    <a:pt x="16381" y="17095"/>
                  </a:lnTo>
                  <a:lnTo>
                    <a:pt x="16420" y="16932"/>
                  </a:lnTo>
                  <a:lnTo>
                    <a:pt x="16381" y="16769"/>
                  </a:lnTo>
                  <a:lnTo>
                    <a:pt x="16267" y="16498"/>
                  </a:lnTo>
                  <a:lnTo>
                    <a:pt x="16153" y="16281"/>
                  </a:lnTo>
                  <a:lnTo>
                    <a:pt x="16039" y="16010"/>
                  </a:lnTo>
                  <a:lnTo>
                    <a:pt x="15963" y="15685"/>
                  </a:lnTo>
                  <a:lnTo>
                    <a:pt x="15924" y="15413"/>
                  </a:lnTo>
                  <a:lnTo>
                    <a:pt x="15886" y="15250"/>
                  </a:lnTo>
                  <a:lnTo>
                    <a:pt x="15810" y="15142"/>
                  </a:lnTo>
                  <a:lnTo>
                    <a:pt x="16229" y="14816"/>
                  </a:lnTo>
                  <a:lnTo>
                    <a:pt x="16648" y="14436"/>
                  </a:lnTo>
                  <a:lnTo>
                    <a:pt x="16991" y="13948"/>
                  </a:lnTo>
                  <a:lnTo>
                    <a:pt x="17105" y="13730"/>
                  </a:lnTo>
                  <a:lnTo>
                    <a:pt x="17219" y="13459"/>
                  </a:lnTo>
                  <a:lnTo>
                    <a:pt x="17295" y="13134"/>
                  </a:lnTo>
                  <a:lnTo>
                    <a:pt x="17334" y="12754"/>
                  </a:lnTo>
                  <a:lnTo>
                    <a:pt x="17334" y="11993"/>
                  </a:lnTo>
                  <a:lnTo>
                    <a:pt x="17219" y="11289"/>
                  </a:lnTo>
                  <a:lnTo>
                    <a:pt x="17029" y="10637"/>
                  </a:lnTo>
                  <a:lnTo>
                    <a:pt x="16877" y="10203"/>
                  </a:lnTo>
                  <a:lnTo>
                    <a:pt x="16648" y="9823"/>
                  </a:lnTo>
                  <a:lnTo>
                    <a:pt x="16495" y="9660"/>
                  </a:lnTo>
                  <a:lnTo>
                    <a:pt x="16343" y="9552"/>
                  </a:lnTo>
                  <a:lnTo>
                    <a:pt x="16191" y="9497"/>
                  </a:lnTo>
                  <a:lnTo>
                    <a:pt x="16000" y="9443"/>
                  </a:lnTo>
                  <a:lnTo>
                    <a:pt x="15657" y="9335"/>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167" name="Google Shape;380;p7"/>
            <p:cNvSpPr/>
            <p:nvPr/>
          </p:nvSpPr>
          <p:spPr>
            <a:xfrm>
              <a:off x="531255" y="3816924"/>
              <a:ext cx="452396" cy="4766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52" y="3461"/>
                  </a:moveTo>
                  <a:lnTo>
                    <a:pt x="14477" y="3572"/>
                  </a:lnTo>
                  <a:lnTo>
                    <a:pt x="14420" y="3737"/>
                  </a:lnTo>
                  <a:lnTo>
                    <a:pt x="14362" y="3846"/>
                  </a:lnTo>
                  <a:lnTo>
                    <a:pt x="14362" y="4011"/>
                  </a:lnTo>
                  <a:lnTo>
                    <a:pt x="14420" y="4287"/>
                  </a:lnTo>
                  <a:lnTo>
                    <a:pt x="14535" y="4617"/>
                  </a:lnTo>
                  <a:lnTo>
                    <a:pt x="14941" y="5606"/>
                  </a:lnTo>
                  <a:lnTo>
                    <a:pt x="15347" y="6595"/>
                  </a:lnTo>
                  <a:lnTo>
                    <a:pt x="15230" y="6650"/>
                  </a:lnTo>
                  <a:lnTo>
                    <a:pt x="14303" y="7915"/>
                  </a:lnTo>
                  <a:lnTo>
                    <a:pt x="13899" y="8463"/>
                  </a:lnTo>
                  <a:lnTo>
                    <a:pt x="13725" y="8739"/>
                  </a:lnTo>
                  <a:lnTo>
                    <a:pt x="13667" y="8904"/>
                  </a:lnTo>
                  <a:lnTo>
                    <a:pt x="13725" y="9069"/>
                  </a:lnTo>
                  <a:lnTo>
                    <a:pt x="13899" y="9013"/>
                  </a:lnTo>
                  <a:lnTo>
                    <a:pt x="14014" y="8959"/>
                  </a:lnTo>
                  <a:lnTo>
                    <a:pt x="14246" y="8739"/>
                  </a:lnTo>
                  <a:lnTo>
                    <a:pt x="14652" y="8244"/>
                  </a:lnTo>
                  <a:lnTo>
                    <a:pt x="15694" y="6980"/>
                  </a:lnTo>
                  <a:lnTo>
                    <a:pt x="15809" y="6980"/>
                  </a:lnTo>
                  <a:lnTo>
                    <a:pt x="15983" y="6924"/>
                  </a:lnTo>
                  <a:lnTo>
                    <a:pt x="16041" y="6815"/>
                  </a:lnTo>
                  <a:lnTo>
                    <a:pt x="16041" y="6650"/>
                  </a:lnTo>
                  <a:lnTo>
                    <a:pt x="15288" y="4837"/>
                  </a:lnTo>
                  <a:lnTo>
                    <a:pt x="14883" y="4067"/>
                  </a:lnTo>
                  <a:lnTo>
                    <a:pt x="14767" y="3793"/>
                  </a:lnTo>
                  <a:lnTo>
                    <a:pt x="14709" y="3628"/>
                  </a:lnTo>
                  <a:lnTo>
                    <a:pt x="14709" y="3461"/>
                  </a:lnTo>
                  <a:close/>
                  <a:moveTo>
                    <a:pt x="13725" y="2418"/>
                  </a:moveTo>
                  <a:lnTo>
                    <a:pt x="13841" y="2693"/>
                  </a:lnTo>
                  <a:lnTo>
                    <a:pt x="13899" y="2858"/>
                  </a:lnTo>
                  <a:lnTo>
                    <a:pt x="14073" y="2967"/>
                  </a:lnTo>
                  <a:lnTo>
                    <a:pt x="14246" y="3078"/>
                  </a:lnTo>
                  <a:lnTo>
                    <a:pt x="14477" y="3022"/>
                  </a:lnTo>
                  <a:lnTo>
                    <a:pt x="14826" y="2858"/>
                  </a:lnTo>
                  <a:lnTo>
                    <a:pt x="15173" y="2583"/>
                  </a:lnTo>
                  <a:lnTo>
                    <a:pt x="15577" y="3407"/>
                  </a:lnTo>
                  <a:lnTo>
                    <a:pt x="16041" y="4122"/>
                  </a:lnTo>
                  <a:lnTo>
                    <a:pt x="16504" y="4891"/>
                  </a:lnTo>
                  <a:lnTo>
                    <a:pt x="16851" y="5661"/>
                  </a:lnTo>
                  <a:lnTo>
                    <a:pt x="16621" y="5880"/>
                  </a:lnTo>
                  <a:lnTo>
                    <a:pt x="16389" y="6100"/>
                  </a:lnTo>
                  <a:lnTo>
                    <a:pt x="16215" y="6376"/>
                  </a:lnTo>
                  <a:lnTo>
                    <a:pt x="16157" y="6706"/>
                  </a:lnTo>
                  <a:lnTo>
                    <a:pt x="16215" y="6870"/>
                  </a:lnTo>
                  <a:lnTo>
                    <a:pt x="16330" y="6980"/>
                  </a:lnTo>
                  <a:lnTo>
                    <a:pt x="16330" y="7200"/>
                  </a:lnTo>
                  <a:lnTo>
                    <a:pt x="16389" y="7309"/>
                  </a:lnTo>
                  <a:lnTo>
                    <a:pt x="16562" y="7365"/>
                  </a:lnTo>
                  <a:lnTo>
                    <a:pt x="16562" y="7420"/>
                  </a:lnTo>
                  <a:lnTo>
                    <a:pt x="16330" y="7750"/>
                  </a:lnTo>
                  <a:lnTo>
                    <a:pt x="15751" y="8463"/>
                  </a:lnTo>
                  <a:lnTo>
                    <a:pt x="15230" y="9233"/>
                  </a:lnTo>
                  <a:lnTo>
                    <a:pt x="14999" y="9124"/>
                  </a:lnTo>
                  <a:lnTo>
                    <a:pt x="14709" y="9069"/>
                  </a:lnTo>
                  <a:lnTo>
                    <a:pt x="14420" y="9178"/>
                  </a:lnTo>
                  <a:lnTo>
                    <a:pt x="14130" y="9289"/>
                  </a:lnTo>
                  <a:lnTo>
                    <a:pt x="13956" y="9508"/>
                  </a:lnTo>
                  <a:lnTo>
                    <a:pt x="13782" y="9728"/>
                  </a:lnTo>
                  <a:lnTo>
                    <a:pt x="13146" y="9728"/>
                  </a:lnTo>
                  <a:lnTo>
                    <a:pt x="11929" y="9783"/>
                  </a:lnTo>
                  <a:lnTo>
                    <a:pt x="11872" y="9672"/>
                  </a:lnTo>
                  <a:lnTo>
                    <a:pt x="11698" y="9563"/>
                  </a:lnTo>
                  <a:lnTo>
                    <a:pt x="11177" y="9398"/>
                  </a:lnTo>
                  <a:lnTo>
                    <a:pt x="11119" y="9398"/>
                  </a:lnTo>
                  <a:lnTo>
                    <a:pt x="11004" y="9343"/>
                  </a:lnTo>
                  <a:lnTo>
                    <a:pt x="10713" y="9343"/>
                  </a:lnTo>
                  <a:lnTo>
                    <a:pt x="10481" y="9289"/>
                  </a:lnTo>
                  <a:lnTo>
                    <a:pt x="9207" y="8134"/>
                  </a:lnTo>
                  <a:lnTo>
                    <a:pt x="8282" y="7309"/>
                  </a:lnTo>
                  <a:lnTo>
                    <a:pt x="8397" y="7035"/>
                  </a:lnTo>
                  <a:lnTo>
                    <a:pt x="8397" y="6759"/>
                  </a:lnTo>
                  <a:lnTo>
                    <a:pt x="8339" y="6650"/>
                  </a:lnTo>
                  <a:lnTo>
                    <a:pt x="8282" y="6541"/>
                  </a:lnTo>
                  <a:lnTo>
                    <a:pt x="8050" y="6376"/>
                  </a:lnTo>
                  <a:lnTo>
                    <a:pt x="8339" y="5715"/>
                  </a:lnTo>
                  <a:lnTo>
                    <a:pt x="9150" y="4067"/>
                  </a:lnTo>
                  <a:lnTo>
                    <a:pt x="9671" y="3022"/>
                  </a:lnTo>
                  <a:lnTo>
                    <a:pt x="9903" y="3022"/>
                  </a:lnTo>
                  <a:lnTo>
                    <a:pt x="10134" y="2967"/>
                  </a:lnTo>
                  <a:lnTo>
                    <a:pt x="10366" y="2858"/>
                  </a:lnTo>
                  <a:lnTo>
                    <a:pt x="10598" y="2693"/>
                  </a:lnTo>
                  <a:lnTo>
                    <a:pt x="10772" y="2528"/>
                  </a:lnTo>
                  <a:lnTo>
                    <a:pt x="11814" y="2472"/>
                  </a:lnTo>
                  <a:lnTo>
                    <a:pt x="13725" y="2418"/>
                  </a:lnTo>
                  <a:close/>
                  <a:moveTo>
                    <a:pt x="10772" y="10222"/>
                  </a:moveTo>
                  <a:lnTo>
                    <a:pt x="10945" y="10333"/>
                  </a:lnTo>
                  <a:lnTo>
                    <a:pt x="10655" y="10333"/>
                  </a:lnTo>
                  <a:lnTo>
                    <a:pt x="10598" y="10278"/>
                  </a:lnTo>
                  <a:lnTo>
                    <a:pt x="10772" y="10222"/>
                  </a:lnTo>
                  <a:close/>
                  <a:moveTo>
                    <a:pt x="4285" y="8080"/>
                  </a:moveTo>
                  <a:lnTo>
                    <a:pt x="4169" y="8134"/>
                  </a:lnTo>
                  <a:lnTo>
                    <a:pt x="3996" y="8244"/>
                  </a:lnTo>
                  <a:lnTo>
                    <a:pt x="3880" y="8354"/>
                  </a:lnTo>
                  <a:lnTo>
                    <a:pt x="3590" y="8683"/>
                  </a:lnTo>
                  <a:lnTo>
                    <a:pt x="3127" y="9454"/>
                  </a:lnTo>
                  <a:lnTo>
                    <a:pt x="2606" y="10278"/>
                  </a:lnTo>
                  <a:lnTo>
                    <a:pt x="2374" y="10607"/>
                  </a:lnTo>
                  <a:lnTo>
                    <a:pt x="2259" y="10772"/>
                  </a:lnTo>
                  <a:lnTo>
                    <a:pt x="2201" y="10882"/>
                  </a:lnTo>
                  <a:lnTo>
                    <a:pt x="2201" y="10993"/>
                  </a:lnTo>
                  <a:lnTo>
                    <a:pt x="2085" y="11048"/>
                  </a:lnTo>
                  <a:lnTo>
                    <a:pt x="2085" y="11267"/>
                  </a:lnTo>
                  <a:lnTo>
                    <a:pt x="2201" y="11322"/>
                  </a:lnTo>
                  <a:lnTo>
                    <a:pt x="2374" y="11378"/>
                  </a:lnTo>
                  <a:lnTo>
                    <a:pt x="2548" y="11267"/>
                  </a:lnTo>
                  <a:lnTo>
                    <a:pt x="2722" y="11157"/>
                  </a:lnTo>
                  <a:lnTo>
                    <a:pt x="2895" y="10993"/>
                  </a:lnTo>
                  <a:lnTo>
                    <a:pt x="3186" y="10552"/>
                  </a:lnTo>
                  <a:lnTo>
                    <a:pt x="3360" y="10222"/>
                  </a:lnTo>
                  <a:lnTo>
                    <a:pt x="4054" y="9289"/>
                  </a:lnTo>
                  <a:lnTo>
                    <a:pt x="4343" y="8794"/>
                  </a:lnTo>
                  <a:lnTo>
                    <a:pt x="4517" y="8574"/>
                  </a:lnTo>
                  <a:lnTo>
                    <a:pt x="4517" y="8189"/>
                  </a:lnTo>
                  <a:lnTo>
                    <a:pt x="4401" y="8134"/>
                  </a:lnTo>
                  <a:lnTo>
                    <a:pt x="4285" y="8080"/>
                  </a:lnTo>
                  <a:close/>
                  <a:moveTo>
                    <a:pt x="6429" y="7255"/>
                  </a:moveTo>
                  <a:lnTo>
                    <a:pt x="6602" y="7530"/>
                  </a:lnTo>
                  <a:lnTo>
                    <a:pt x="6833" y="7750"/>
                  </a:lnTo>
                  <a:lnTo>
                    <a:pt x="7065" y="7804"/>
                  </a:lnTo>
                  <a:lnTo>
                    <a:pt x="7297" y="7859"/>
                  </a:lnTo>
                  <a:lnTo>
                    <a:pt x="7529" y="7859"/>
                  </a:lnTo>
                  <a:lnTo>
                    <a:pt x="7759" y="7804"/>
                  </a:lnTo>
                  <a:lnTo>
                    <a:pt x="8397" y="8354"/>
                  </a:lnTo>
                  <a:lnTo>
                    <a:pt x="9730" y="9672"/>
                  </a:lnTo>
                  <a:lnTo>
                    <a:pt x="9671" y="9783"/>
                  </a:lnTo>
                  <a:lnTo>
                    <a:pt x="9613" y="9948"/>
                  </a:lnTo>
                  <a:lnTo>
                    <a:pt x="9671" y="10168"/>
                  </a:lnTo>
                  <a:lnTo>
                    <a:pt x="9730" y="10333"/>
                  </a:lnTo>
                  <a:lnTo>
                    <a:pt x="9845" y="10498"/>
                  </a:lnTo>
                  <a:lnTo>
                    <a:pt x="9845" y="10607"/>
                  </a:lnTo>
                  <a:lnTo>
                    <a:pt x="9381" y="11102"/>
                  </a:lnTo>
                  <a:lnTo>
                    <a:pt x="8977" y="11652"/>
                  </a:lnTo>
                  <a:lnTo>
                    <a:pt x="8165" y="12752"/>
                  </a:lnTo>
                  <a:lnTo>
                    <a:pt x="7412" y="13685"/>
                  </a:lnTo>
                  <a:lnTo>
                    <a:pt x="7238" y="13576"/>
                  </a:lnTo>
                  <a:lnTo>
                    <a:pt x="7008" y="13576"/>
                  </a:lnTo>
                  <a:lnTo>
                    <a:pt x="6717" y="13631"/>
                  </a:lnTo>
                  <a:lnTo>
                    <a:pt x="6485" y="13796"/>
                  </a:lnTo>
                  <a:lnTo>
                    <a:pt x="6312" y="14015"/>
                  </a:lnTo>
                  <a:lnTo>
                    <a:pt x="6196" y="14291"/>
                  </a:lnTo>
                  <a:lnTo>
                    <a:pt x="5675" y="14235"/>
                  </a:lnTo>
                  <a:lnTo>
                    <a:pt x="4460" y="14291"/>
                  </a:lnTo>
                  <a:lnTo>
                    <a:pt x="4401" y="14015"/>
                  </a:lnTo>
                  <a:lnTo>
                    <a:pt x="4228" y="13796"/>
                  </a:lnTo>
                  <a:lnTo>
                    <a:pt x="3996" y="13631"/>
                  </a:lnTo>
                  <a:lnTo>
                    <a:pt x="3764" y="13576"/>
                  </a:lnTo>
                  <a:lnTo>
                    <a:pt x="3533" y="13576"/>
                  </a:lnTo>
                  <a:lnTo>
                    <a:pt x="3243" y="13631"/>
                  </a:lnTo>
                  <a:lnTo>
                    <a:pt x="2490" y="12641"/>
                  </a:lnTo>
                  <a:lnTo>
                    <a:pt x="2201" y="12146"/>
                  </a:lnTo>
                  <a:lnTo>
                    <a:pt x="1795" y="11652"/>
                  </a:lnTo>
                  <a:lnTo>
                    <a:pt x="1912" y="11378"/>
                  </a:lnTo>
                  <a:lnTo>
                    <a:pt x="1969" y="11157"/>
                  </a:lnTo>
                  <a:lnTo>
                    <a:pt x="1912" y="10882"/>
                  </a:lnTo>
                  <a:lnTo>
                    <a:pt x="1853" y="10663"/>
                  </a:lnTo>
                  <a:lnTo>
                    <a:pt x="1680" y="10498"/>
                  </a:lnTo>
                  <a:lnTo>
                    <a:pt x="1738" y="10387"/>
                  </a:lnTo>
                  <a:lnTo>
                    <a:pt x="1853" y="10222"/>
                  </a:lnTo>
                  <a:lnTo>
                    <a:pt x="1969" y="9948"/>
                  </a:lnTo>
                  <a:lnTo>
                    <a:pt x="2548" y="8959"/>
                  </a:lnTo>
                  <a:lnTo>
                    <a:pt x="3069" y="8024"/>
                  </a:lnTo>
                  <a:lnTo>
                    <a:pt x="3416" y="8024"/>
                  </a:lnTo>
                  <a:lnTo>
                    <a:pt x="3764" y="7915"/>
                  </a:lnTo>
                  <a:lnTo>
                    <a:pt x="3996" y="7694"/>
                  </a:lnTo>
                  <a:lnTo>
                    <a:pt x="4111" y="7585"/>
                  </a:lnTo>
                  <a:lnTo>
                    <a:pt x="4169" y="7420"/>
                  </a:lnTo>
                  <a:lnTo>
                    <a:pt x="4228" y="7365"/>
                  </a:lnTo>
                  <a:lnTo>
                    <a:pt x="4922" y="7420"/>
                  </a:lnTo>
                  <a:lnTo>
                    <a:pt x="5849" y="7365"/>
                  </a:lnTo>
                  <a:lnTo>
                    <a:pt x="6429" y="7255"/>
                  </a:lnTo>
                  <a:close/>
                  <a:moveTo>
                    <a:pt x="14014" y="11596"/>
                  </a:moveTo>
                  <a:lnTo>
                    <a:pt x="14014" y="11707"/>
                  </a:lnTo>
                  <a:lnTo>
                    <a:pt x="14073" y="11982"/>
                  </a:lnTo>
                  <a:lnTo>
                    <a:pt x="14073" y="12091"/>
                  </a:lnTo>
                  <a:lnTo>
                    <a:pt x="14130" y="12257"/>
                  </a:lnTo>
                  <a:lnTo>
                    <a:pt x="14826" y="13081"/>
                  </a:lnTo>
                  <a:lnTo>
                    <a:pt x="15462" y="13906"/>
                  </a:lnTo>
                  <a:lnTo>
                    <a:pt x="15694" y="14180"/>
                  </a:lnTo>
                  <a:lnTo>
                    <a:pt x="15809" y="14291"/>
                  </a:lnTo>
                  <a:lnTo>
                    <a:pt x="15983" y="14345"/>
                  </a:lnTo>
                  <a:lnTo>
                    <a:pt x="16157" y="14345"/>
                  </a:lnTo>
                  <a:lnTo>
                    <a:pt x="16273" y="14291"/>
                  </a:lnTo>
                  <a:lnTo>
                    <a:pt x="16389" y="14235"/>
                  </a:lnTo>
                  <a:lnTo>
                    <a:pt x="16447" y="14070"/>
                  </a:lnTo>
                  <a:lnTo>
                    <a:pt x="16447" y="13850"/>
                  </a:lnTo>
                  <a:lnTo>
                    <a:pt x="16389" y="13741"/>
                  </a:lnTo>
                  <a:lnTo>
                    <a:pt x="16273" y="13685"/>
                  </a:lnTo>
                  <a:lnTo>
                    <a:pt x="16100" y="13631"/>
                  </a:lnTo>
                  <a:lnTo>
                    <a:pt x="15926" y="13411"/>
                  </a:lnTo>
                  <a:lnTo>
                    <a:pt x="15809" y="13246"/>
                  </a:lnTo>
                  <a:lnTo>
                    <a:pt x="15230" y="12587"/>
                  </a:lnTo>
                  <a:lnTo>
                    <a:pt x="14652" y="11872"/>
                  </a:lnTo>
                  <a:lnTo>
                    <a:pt x="14535" y="11761"/>
                  </a:lnTo>
                  <a:lnTo>
                    <a:pt x="14420" y="11707"/>
                  </a:lnTo>
                  <a:lnTo>
                    <a:pt x="14130" y="11596"/>
                  </a:lnTo>
                  <a:close/>
                  <a:moveTo>
                    <a:pt x="3360" y="14565"/>
                  </a:moveTo>
                  <a:lnTo>
                    <a:pt x="3243" y="14620"/>
                  </a:lnTo>
                  <a:lnTo>
                    <a:pt x="3243" y="14565"/>
                  </a:lnTo>
                  <a:close/>
                  <a:moveTo>
                    <a:pt x="8860" y="13906"/>
                  </a:moveTo>
                  <a:lnTo>
                    <a:pt x="8803" y="13961"/>
                  </a:lnTo>
                  <a:lnTo>
                    <a:pt x="8803" y="14291"/>
                  </a:lnTo>
                  <a:lnTo>
                    <a:pt x="8918" y="14509"/>
                  </a:lnTo>
                  <a:lnTo>
                    <a:pt x="9150" y="14894"/>
                  </a:lnTo>
                  <a:lnTo>
                    <a:pt x="9730" y="15665"/>
                  </a:lnTo>
                  <a:lnTo>
                    <a:pt x="10192" y="16324"/>
                  </a:lnTo>
                  <a:lnTo>
                    <a:pt x="10424" y="16654"/>
                  </a:lnTo>
                  <a:lnTo>
                    <a:pt x="10772" y="16928"/>
                  </a:lnTo>
                  <a:lnTo>
                    <a:pt x="10830" y="17039"/>
                  </a:lnTo>
                  <a:lnTo>
                    <a:pt x="11004" y="17204"/>
                  </a:lnTo>
                  <a:lnTo>
                    <a:pt x="11119" y="17259"/>
                  </a:lnTo>
                  <a:lnTo>
                    <a:pt x="11234" y="17259"/>
                  </a:lnTo>
                  <a:lnTo>
                    <a:pt x="11351" y="17204"/>
                  </a:lnTo>
                  <a:lnTo>
                    <a:pt x="11408" y="17093"/>
                  </a:lnTo>
                  <a:lnTo>
                    <a:pt x="11466" y="16763"/>
                  </a:lnTo>
                  <a:lnTo>
                    <a:pt x="11408" y="16598"/>
                  </a:lnTo>
                  <a:lnTo>
                    <a:pt x="11293" y="16433"/>
                  </a:lnTo>
                  <a:lnTo>
                    <a:pt x="11177" y="16379"/>
                  </a:lnTo>
                  <a:lnTo>
                    <a:pt x="11060" y="16324"/>
                  </a:lnTo>
                  <a:lnTo>
                    <a:pt x="10945" y="16159"/>
                  </a:lnTo>
                  <a:lnTo>
                    <a:pt x="10830" y="15994"/>
                  </a:lnTo>
                  <a:lnTo>
                    <a:pt x="10598" y="15665"/>
                  </a:lnTo>
                  <a:lnTo>
                    <a:pt x="9903" y="14730"/>
                  </a:lnTo>
                  <a:lnTo>
                    <a:pt x="9498" y="14235"/>
                  </a:lnTo>
                  <a:lnTo>
                    <a:pt x="9265" y="14070"/>
                  </a:lnTo>
                  <a:lnTo>
                    <a:pt x="9033" y="13906"/>
                  </a:lnTo>
                  <a:close/>
                  <a:moveTo>
                    <a:pt x="13782" y="10443"/>
                  </a:moveTo>
                  <a:lnTo>
                    <a:pt x="13899" y="10607"/>
                  </a:lnTo>
                  <a:lnTo>
                    <a:pt x="14073" y="10717"/>
                  </a:lnTo>
                  <a:lnTo>
                    <a:pt x="14188" y="10828"/>
                  </a:lnTo>
                  <a:lnTo>
                    <a:pt x="14362" y="10882"/>
                  </a:lnTo>
                  <a:lnTo>
                    <a:pt x="14826" y="10828"/>
                  </a:lnTo>
                  <a:lnTo>
                    <a:pt x="14999" y="10882"/>
                  </a:lnTo>
                  <a:lnTo>
                    <a:pt x="15115" y="10937"/>
                  </a:lnTo>
                  <a:lnTo>
                    <a:pt x="15347" y="11322"/>
                  </a:lnTo>
                  <a:lnTo>
                    <a:pt x="15577" y="11707"/>
                  </a:lnTo>
                  <a:lnTo>
                    <a:pt x="16157" y="12531"/>
                  </a:lnTo>
                  <a:lnTo>
                    <a:pt x="16910" y="13631"/>
                  </a:lnTo>
                  <a:lnTo>
                    <a:pt x="16794" y="13906"/>
                  </a:lnTo>
                  <a:lnTo>
                    <a:pt x="16736" y="14126"/>
                  </a:lnTo>
                  <a:lnTo>
                    <a:pt x="16678" y="14620"/>
                  </a:lnTo>
                  <a:lnTo>
                    <a:pt x="16621" y="14894"/>
                  </a:lnTo>
                  <a:lnTo>
                    <a:pt x="16621" y="15335"/>
                  </a:lnTo>
                  <a:lnTo>
                    <a:pt x="16678" y="15389"/>
                  </a:lnTo>
                  <a:lnTo>
                    <a:pt x="16330" y="15939"/>
                  </a:lnTo>
                  <a:lnTo>
                    <a:pt x="15462" y="17313"/>
                  </a:lnTo>
                  <a:lnTo>
                    <a:pt x="15288" y="17259"/>
                  </a:lnTo>
                  <a:lnTo>
                    <a:pt x="15056" y="17259"/>
                  </a:lnTo>
                  <a:lnTo>
                    <a:pt x="14826" y="17313"/>
                  </a:lnTo>
                  <a:lnTo>
                    <a:pt x="14652" y="17424"/>
                  </a:lnTo>
                  <a:lnTo>
                    <a:pt x="14477" y="17533"/>
                  </a:lnTo>
                  <a:lnTo>
                    <a:pt x="14362" y="17698"/>
                  </a:lnTo>
                  <a:lnTo>
                    <a:pt x="14246" y="17863"/>
                  </a:lnTo>
                  <a:lnTo>
                    <a:pt x="14188" y="18028"/>
                  </a:lnTo>
                  <a:lnTo>
                    <a:pt x="13261" y="18083"/>
                  </a:lnTo>
                  <a:lnTo>
                    <a:pt x="11814" y="18193"/>
                  </a:lnTo>
                  <a:lnTo>
                    <a:pt x="11060" y="18193"/>
                  </a:lnTo>
                  <a:lnTo>
                    <a:pt x="11004" y="17918"/>
                  </a:lnTo>
                  <a:lnTo>
                    <a:pt x="10772" y="17643"/>
                  </a:lnTo>
                  <a:lnTo>
                    <a:pt x="10655" y="17589"/>
                  </a:lnTo>
                  <a:lnTo>
                    <a:pt x="10540" y="17533"/>
                  </a:lnTo>
                  <a:lnTo>
                    <a:pt x="10251" y="17478"/>
                  </a:lnTo>
                  <a:lnTo>
                    <a:pt x="10134" y="17424"/>
                  </a:lnTo>
                  <a:lnTo>
                    <a:pt x="10019" y="17478"/>
                  </a:lnTo>
                  <a:lnTo>
                    <a:pt x="9903" y="17589"/>
                  </a:lnTo>
                  <a:lnTo>
                    <a:pt x="9786" y="17589"/>
                  </a:lnTo>
                  <a:lnTo>
                    <a:pt x="9439" y="16818"/>
                  </a:lnTo>
                  <a:lnTo>
                    <a:pt x="9033" y="16050"/>
                  </a:lnTo>
                  <a:lnTo>
                    <a:pt x="8629" y="15444"/>
                  </a:lnTo>
                  <a:lnTo>
                    <a:pt x="8165" y="14785"/>
                  </a:lnTo>
                  <a:lnTo>
                    <a:pt x="8224" y="14620"/>
                  </a:lnTo>
                  <a:lnTo>
                    <a:pt x="8282" y="14455"/>
                  </a:lnTo>
                  <a:lnTo>
                    <a:pt x="8282" y="14235"/>
                  </a:lnTo>
                  <a:lnTo>
                    <a:pt x="8224" y="14070"/>
                  </a:lnTo>
                  <a:lnTo>
                    <a:pt x="8107" y="13961"/>
                  </a:lnTo>
                  <a:lnTo>
                    <a:pt x="8050" y="13961"/>
                  </a:lnTo>
                  <a:lnTo>
                    <a:pt x="8224" y="13741"/>
                  </a:lnTo>
                  <a:lnTo>
                    <a:pt x="9092" y="12587"/>
                  </a:lnTo>
                  <a:lnTo>
                    <a:pt x="9730" y="11761"/>
                  </a:lnTo>
                  <a:lnTo>
                    <a:pt x="10077" y="11378"/>
                  </a:lnTo>
                  <a:lnTo>
                    <a:pt x="10307" y="10937"/>
                  </a:lnTo>
                  <a:lnTo>
                    <a:pt x="10540" y="10993"/>
                  </a:lnTo>
                  <a:lnTo>
                    <a:pt x="10945" y="10993"/>
                  </a:lnTo>
                  <a:lnTo>
                    <a:pt x="11177" y="10937"/>
                  </a:lnTo>
                  <a:lnTo>
                    <a:pt x="11351" y="10882"/>
                  </a:lnTo>
                  <a:lnTo>
                    <a:pt x="11525" y="10717"/>
                  </a:lnTo>
                  <a:lnTo>
                    <a:pt x="11698" y="10607"/>
                  </a:lnTo>
                  <a:lnTo>
                    <a:pt x="11814" y="10443"/>
                  </a:lnTo>
                  <a:close/>
                  <a:moveTo>
                    <a:pt x="7529" y="0"/>
                  </a:moveTo>
                  <a:lnTo>
                    <a:pt x="7529" y="54"/>
                  </a:lnTo>
                  <a:lnTo>
                    <a:pt x="7586" y="274"/>
                  </a:lnTo>
                  <a:lnTo>
                    <a:pt x="7703" y="439"/>
                  </a:lnTo>
                  <a:lnTo>
                    <a:pt x="7876" y="548"/>
                  </a:lnTo>
                  <a:lnTo>
                    <a:pt x="8050" y="604"/>
                  </a:lnTo>
                  <a:lnTo>
                    <a:pt x="8165" y="824"/>
                  </a:lnTo>
                  <a:lnTo>
                    <a:pt x="8339" y="1043"/>
                  </a:lnTo>
                  <a:lnTo>
                    <a:pt x="8629" y="1483"/>
                  </a:lnTo>
                  <a:lnTo>
                    <a:pt x="8745" y="1648"/>
                  </a:lnTo>
                  <a:lnTo>
                    <a:pt x="8629" y="1922"/>
                  </a:lnTo>
                  <a:lnTo>
                    <a:pt x="8629" y="2198"/>
                  </a:lnTo>
                  <a:lnTo>
                    <a:pt x="8745" y="2528"/>
                  </a:lnTo>
                  <a:lnTo>
                    <a:pt x="8918" y="2748"/>
                  </a:lnTo>
                  <a:lnTo>
                    <a:pt x="9033" y="2858"/>
                  </a:lnTo>
                  <a:lnTo>
                    <a:pt x="8456" y="3902"/>
                  </a:lnTo>
                  <a:lnTo>
                    <a:pt x="7703" y="5385"/>
                  </a:lnTo>
                  <a:lnTo>
                    <a:pt x="7529" y="5770"/>
                  </a:lnTo>
                  <a:lnTo>
                    <a:pt x="7297" y="6100"/>
                  </a:lnTo>
                  <a:lnTo>
                    <a:pt x="6950" y="6100"/>
                  </a:lnTo>
                  <a:lnTo>
                    <a:pt x="6776" y="6156"/>
                  </a:lnTo>
                  <a:lnTo>
                    <a:pt x="6602" y="6265"/>
                  </a:lnTo>
                  <a:lnTo>
                    <a:pt x="6485" y="6430"/>
                  </a:lnTo>
                  <a:lnTo>
                    <a:pt x="6429" y="6595"/>
                  </a:lnTo>
                  <a:lnTo>
                    <a:pt x="5502" y="6706"/>
                  </a:lnTo>
                  <a:lnTo>
                    <a:pt x="4807" y="6759"/>
                  </a:lnTo>
                  <a:lnTo>
                    <a:pt x="4228" y="6815"/>
                  </a:lnTo>
                  <a:lnTo>
                    <a:pt x="4054" y="6541"/>
                  </a:lnTo>
                  <a:lnTo>
                    <a:pt x="3880" y="6320"/>
                  </a:lnTo>
                  <a:lnTo>
                    <a:pt x="3590" y="6211"/>
                  </a:lnTo>
                  <a:lnTo>
                    <a:pt x="3301" y="6156"/>
                  </a:lnTo>
                  <a:lnTo>
                    <a:pt x="3011" y="6156"/>
                  </a:lnTo>
                  <a:lnTo>
                    <a:pt x="2837" y="6265"/>
                  </a:lnTo>
                  <a:lnTo>
                    <a:pt x="2606" y="6430"/>
                  </a:lnTo>
                  <a:lnTo>
                    <a:pt x="2490" y="6595"/>
                  </a:lnTo>
                  <a:lnTo>
                    <a:pt x="2374" y="6759"/>
                  </a:lnTo>
                  <a:lnTo>
                    <a:pt x="2374" y="6924"/>
                  </a:lnTo>
                  <a:lnTo>
                    <a:pt x="2259" y="7145"/>
                  </a:lnTo>
                  <a:lnTo>
                    <a:pt x="2259" y="7420"/>
                  </a:lnTo>
                  <a:lnTo>
                    <a:pt x="2316" y="7639"/>
                  </a:lnTo>
                  <a:lnTo>
                    <a:pt x="2374" y="7750"/>
                  </a:lnTo>
                  <a:lnTo>
                    <a:pt x="2374" y="7804"/>
                  </a:lnTo>
                  <a:lnTo>
                    <a:pt x="1969" y="8630"/>
                  </a:lnTo>
                  <a:lnTo>
                    <a:pt x="1389" y="9618"/>
                  </a:lnTo>
                  <a:lnTo>
                    <a:pt x="1216" y="9948"/>
                  </a:lnTo>
                  <a:lnTo>
                    <a:pt x="1216" y="10058"/>
                  </a:lnTo>
                  <a:lnTo>
                    <a:pt x="1159" y="10222"/>
                  </a:lnTo>
                  <a:lnTo>
                    <a:pt x="1159" y="10168"/>
                  </a:lnTo>
                  <a:lnTo>
                    <a:pt x="985" y="10168"/>
                  </a:lnTo>
                  <a:lnTo>
                    <a:pt x="868" y="10222"/>
                  </a:lnTo>
                  <a:lnTo>
                    <a:pt x="638" y="10387"/>
                  </a:lnTo>
                  <a:lnTo>
                    <a:pt x="521" y="10443"/>
                  </a:lnTo>
                  <a:lnTo>
                    <a:pt x="406" y="10498"/>
                  </a:lnTo>
                  <a:lnTo>
                    <a:pt x="289" y="10663"/>
                  </a:lnTo>
                  <a:lnTo>
                    <a:pt x="174" y="10828"/>
                  </a:lnTo>
                  <a:lnTo>
                    <a:pt x="174" y="11157"/>
                  </a:lnTo>
                  <a:lnTo>
                    <a:pt x="0" y="11652"/>
                  </a:lnTo>
                  <a:lnTo>
                    <a:pt x="58" y="11761"/>
                  </a:lnTo>
                  <a:lnTo>
                    <a:pt x="115" y="11817"/>
                  </a:lnTo>
                  <a:lnTo>
                    <a:pt x="174" y="11926"/>
                  </a:lnTo>
                  <a:lnTo>
                    <a:pt x="289" y="11926"/>
                  </a:lnTo>
                  <a:lnTo>
                    <a:pt x="579" y="12037"/>
                  </a:lnTo>
                  <a:lnTo>
                    <a:pt x="1042" y="12037"/>
                  </a:lnTo>
                  <a:lnTo>
                    <a:pt x="1042" y="11982"/>
                  </a:lnTo>
                  <a:lnTo>
                    <a:pt x="1216" y="11982"/>
                  </a:lnTo>
                  <a:lnTo>
                    <a:pt x="1389" y="12257"/>
                  </a:lnTo>
                  <a:lnTo>
                    <a:pt x="1563" y="12531"/>
                  </a:lnTo>
                  <a:lnTo>
                    <a:pt x="1912" y="12970"/>
                  </a:lnTo>
                  <a:lnTo>
                    <a:pt x="2606" y="13906"/>
                  </a:lnTo>
                  <a:lnTo>
                    <a:pt x="2663" y="14015"/>
                  </a:lnTo>
                  <a:lnTo>
                    <a:pt x="2606" y="14235"/>
                  </a:lnTo>
                  <a:lnTo>
                    <a:pt x="2548" y="14455"/>
                  </a:lnTo>
                  <a:lnTo>
                    <a:pt x="2490" y="14730"/>
                  </a:lnTo>
                  <a:lnTo>
                    <a:pt x="2490" y="14894"/>
                  </a:lnTo>
                  <a:lnTo>
                    <a:pt x="2548" y="15059"/>
                  </a:lnTo>
                  <a:lnTo>
                    <a:pt x="2433" y="15335"/>
                  </a:lnTo>
                  <a:lnTo>
                    <a:pt x="2259" y="15609"/>
                  </a:lnTo>
                  <a:lnTo>
                    <a:pt x="2142" y="15883"/>
                  </a:lnTo>
                  <a:lnTo>
                    <a:pt x="1912" y="16159"/>
                  </a:lnTo>
                  <a:lnTo>
                    <a:pt x="1795" y="16269"/>
                  </a:lnTo>
                  <a:lnTo>
                    <a:pt x="1795" y="16433"/>
                  </a:lnTo>
                  <a:lnTo>
                    <a:pt x="1853" y="16598"/>
                  </a:lnTo>
                  <a:lnTo>
                    <a:pt x="1969" y="16709"/>
                  </a:lnTo>
                  <a:lnTo>
                    <a:pt x="2142" y="16763"/>
                  </a:lnTo>
                  <a:lnTo>
                    <a:pt x="2316" y="16709"/>
                  </a:lnTo>
                  <a:lnTo>
                    <a:pt x="2433" y="16598"/>
                  </a:lnTo>
                  <a:lnTo>
                    <a:pt x="2490" y="16433"/>
                  </a:lnTo>
                  <a:lnTo>
                    <a:pt x="2548" y="16379"/>
                  </a:lnTo>
                  <a:lnTo>
                    <a:pt x="2663" y="16215"/>
                  </a:lnTo>
                  <a:lnTo>
                    <a:pt x="2780" y="15939"/>
                  </a:lnTo>
                  <a:lnTo>
                    <a:pt x="2895" y="15719"/>
                  </a:lnTo>
                  <a:lnTo>
                    <a:pt x="3011" y="15280"/>
                  </a:lnTo>
                  <a:lnTo>
                    <a:pt x="3416" y="15280"/>
                  </a:lnTo>
                  <a:lnTo>
                    <a:pt x="3707" y="15224"/>
                  </a:lnTo>
                  <a:lnTo>
                    <a:pt x="3937" y="15115"/>
                  </a:lnTo>
                  <a:lnTo>
                    <a:pt x="4169" y="15005"/>
                  </a:lnTo>
                  <a:lnTo>
                    <a:pt x="4285" y="14841"/>
                  </a:lnTo>
                  <a:lnTo>
                    <a:pt x="5270" y="14841"/>
                  </a:lnTo>
                  <a:lnTo>
                    <a:pt x="6312" y="14894"/>
                  </a:lnTo>
                  <a:lnTo>
                    <a:pt x="6370" y="15059"/>
                  </a:lnTo>
                  <a:lnTo>
                    <a:pt x="6429" y="15115"/>
                  </a:lnTo>
                  <a:lnTo>
                    <a:pt x="6544" y="15224"/>
                  </a:lnTo>
                  <a:lnTo>
                    <a:pt x="6776" y="15335"/>
                  </a:lnTo>
                  <a:lnTo>
                    <a:pt x="7008" y="15444"/>
                  </a:lnTo>
                  <a:lnTo>
                    <a:pt x="7297" y="15444"/>
                  </a:lnTo>
                  <a:lnTo>
                    <a:pt x="7586" y="15389"/>
                  </a:lnTo>
                  <a:lnTo>
                    <a:pt x="7703" y="15335"/>
                  </a:lnTo>
                  <a:lnTo>
                    <a:pt x="8339" y="16215"/>
                  </a:lnTo>
                  <a:lnTo>
                    <a:pt x="8571" y="16654"/>
                  </a:lnTo>
                  <a:lnTo>
                    <a:pt x="8803" y="17093"/>
                  </a:lnTo>
                  <a:lnTo>
                    <a:pt x="9150" y="17972"/>
                  </a:lnTo>
                  <a:lnTo>
                    <a:pt x="9092" y="18137"/>
                  </a:lnTo>
                  <a:lnTo>
                    <a:pt x="9092" y="18742"/>
                  </a:lnTo>
                  <a:lnTo>
                    <a:pt x="9033" y="18907"/>
                  </a:lnTo>
                  <a:lnTo>
                    <a:pt x="9033" y="19017"/>
                  </a:lnTo>
                  <a:lnTo>
                    <a:pt x="9092" y="19128"/>
                  </a:lnTo>
                  <a:lnTo>
                    <a:pt x="9439" y="19292"/>
                  </a:lnTo>
                  <a:lnTo>
                    <a:pt x="9092" y="19731"/>
                  </a:lnTo>
                  <a:lnTo>
                    <a:pt x="8860" y="20172"/>
                  </a:lnTo>
                  <a:lnTo>
                    <a:pt x="8686" y="20666"/>
                  </a:lnTo>
                  <a:lnTo>
                    <a:pt x="8571" y="21161"/>
                  </a:lnTo>
                  <a:lnTo>
                    <a:pt x="8512" y="21270"/>
                  </a:lnTo>
                  <a:lnTo>
                    <a:pt x="8571" y="21381"/>
                  </a:lnTo>
                  <a:lnTo>
                    <a:pt x="8686" y="21491"/>
                  </a:lnTo>
                  <a:lnTo>
                    <a:pt x="8803" y="21546"/>
                  </a:lnTo>
                  <a:lnTo>
                    <a:pt x="8918" y="21600"/>
                  </a:lnTo>
                  <a:lnTo>
                    <a:pt x="9033" y="21600"/>
                  </a:lnTo>
                  <a:lnTo>
                    <a:pt x="9092" y="21546"/>
                  </a:lnTo>
                  <a:lnTo>
                    <a:pt x="9207" y="21435"/>
                  </a:lnTo>
                  <a:lnTo>
                    <a:pt x="9207" y="21326"/>
                  </a:lnTo>
                  <a:lnTo>
                    <a:pt x="9265" y="21106"/>
                  </a:lnTo>
                  <a:lnTo>
                    <a:pt x="9439" y="20666"/>
                  </a:lnTo>
                  <a:lnTo>
                    <a:pt x="9613" y="20172"/>
                  </a:lnTo>
                  <a:lnTo>
                    <a:pt x="9960" y="19511"/>
                  </a:lnTo>
                  <a:lnTo>
                    <a:pt x="10366" y="19511"/>
                  </a:lnTo>
                  <a:lnTo>
                    <a:pt x="10598" y="19457"/>
                  </a:lnTo>
                  <a:lnTo>
                    <a:pt x="10713" y="19292"/>
                  </a:lnTo>
                  <a:lnTo>
                    <a:pt x="10830" y="18852"/>
                  </a:lnTo>
                  <a:lnTo>
                    <a:pt x="11987" y="18852"/>
                  </a:lnTo>
                  <a:lnTo>
                    <a:pt x="13029" y="18798"/>
                  </a:lnTo>
                  <a:lnTo>
                    <a:pt x="14073" y="18742"/>
                  </a:lnTo>
                  <a:lnTo>
                    <a:pt x="14130" y="18742"/>
                  </a:lnTo>
                  <a:lnTo>
                    <a:pt x="14130" y="18907"/>
                  </a:lnTo>
                  <a:lnTo>
                    <a:pt x="14246" y="19017"/>
                  </a:lnTo>
                  <a:lnTo>
                    <a:pt x="14477" y="19182"/>
                  </a:lnTo>
                  <a:lnTo>
                    <a:pt x="14767" y="19292"/>
                  </a:lnTo>
                  <a:lnTo>
                    <a:pt x="15056" y="19346"/>
                  </a:lnTo>
                  <a:lnTo>
                    <a:pt x="15230" y="19896"/>
                  </a:lnTo>
                  <a:lnTo>
                    <a:pt x="15462" y="20720"/>
                  </a:lnTo>
                  <a:lnTo>
                    <a:pt x="15636" y="21052"/>
                  </a:lnTo>
                  <a:lnTo>
                    <a:pt x="15751" y="21216"/>
                  </a:lnTo>
                  <a:lnTo>
                    <a:pt x="15868" y="21381"/>
                  </a:lnTo>
                  <a:lnTo>
                    <a:pt x="16100" y="21381"/>
                  </a:lnTo>
                  <a:lnTo>
                    <a:pt x="16215" y="21326"/>
                  </a:lnTo>
                  <a:lnTo>
                    <a:pt x="16273" y="21216"/>
                  </a:lnTo>
                  <a:lnTo>
                    <a:pt x="16273" y="20831"/>
                  </a:lnTo>
                  <a:lnTo>
                    <a:pt x="16100" y="20391"/>
                  </a:lnTo>
                  <a:lnTo>
                    <a:pt x="15751" y="19402"/>
                  </a:lnTo>
                  <a:lnTo>
                    <a:pt x="15636" y="19072"/>
                  </a:lnTo>
                  <a:lnTo>
                    <a:pt x="15751" y="18907"/>
                  </a:lnTo>
                  <a:lnTo>
                    <a:pt x="15926" y="18578"/>
                  </a:lnTo>
                  <a:lnTo>
                    <a:pt x="15983" y="18302"/>
                  </a:lnTo>
                  <a:lnTo>
                    <a:pt x="16041" y="18028"/>
                  </a:lnTo>
                  <a:lnTo>
                    <a:pt x="16041" y="17807"/>
                  </a:lnTo>
                  <a:lnTo>
                    <a:pt x="15983" y="17754"/>
                  </a:lnTo>
                  <a:lnTo>
                    <a:pt x="16736" y="16544"/>
                  </a:lnTo>
                  <a:lnTo>
                    <a:pt x="17547" y="15335"/>
                  </a:lnTo>
                  <a:lnTo>
                    <a:pt x="17952" y="15115"/>
                  </a:lnTo>
                  <a:lnTo>
                    <a:pt x="18184" y="14950"/>
                  </a:lnTo>
                  <a:lnTo>
                    <a:pt x="18357" y="14785"/>
                  </a:lnTo>
                  <a:lnTo>
                    <a:pt x="18416" y="14730"/>
                  </a:lnTo>
                  <a:lnTo>
                    <a:pt x="18531" y="14620"/>
                  </a:lnTo>
                  <a:lnTo>
                    <a:pt x="18648" y="14400"/>
                  </a:lnTo>
                  <a:lnTo>
                    <a:pt x="18763" y="14180"/>
                  </a:lnTo>
                  <a:lnTo>
                    <a:pt x="19052" y="14235"/>
                  </a:lnTo>
                  <a:lnTo>
                    <a:pt x="19399" y="14235"/>
                  </a:lnTo>
                  <a:lnTo>
                    <a:pt x="20326" y="14291"/>
                  </a:lnTo>
                  <a:lnTo>
                    <a:pt x="21196" y="14235"/>
                  </a:lnTo>
                  <a:lnTo>
                    <a:pt x="21311" y="14235"/>
                  </a:lnTo>
                  <a:lnTo>
                    <a:pt x="21426" y="14180"/>
                  </a:lnTo>
                  <a:lnTo>
                    <a:pt x="21543" y="14070"/>
                  </a:lnTo>
                  <a:lnTo>
                    <a:pt x="21543" y="13961"/>
                  </a:lnTo>
                  <a:lnTo>
                    <a:pt x="21600" y="13850"/>
                  </a:lnTo>
                  <a:lnTo>
                    <a:pt x="21543" y="13741"/>
                  </a:lnTo>
                  <a:lnTo>
                    <a:pt x="21485" y="13631"/>
                  </a:lnTo>
                  <a:lnTo>
                    <a:pt x="21370" y="13520"/>
                  </a:lnTo>
                  <a:lnTo>
                    <a:pt x="21196" y="13520"/>
                  </a:lnTo>
                  <a:lnTo>
                    <a:pt x="20616" y="13466"/>
                  </a:lnTo>
                  <a:lnTo>
                    <a:pt x="19979" y="13466"/>
                  </a:lnTo>
                  <a:lnTo>
                    <a:pt x="18763" y="13520"/>
                  </a:lnTo>
                  <a:lnTo>
                    <a:pt x="18648" y="13411"/>
                  </a:lnTo>
                  <a:lnTo>
                    <a:pt x="18531" y="13300"/>
                  </a:lnTo>
                  <a:lnTo>
                    <a:pt x="18184" y="13135"/>
                  </a:lnTo>
                  <a:lnTo>
                    <a:pt x="18068" y="13135"/>
                  </a:lnTo>
                  <a:lnTo>
                    <a:pt x="17895" y="13191"/>
                  </a:lnTo>
                  <a:lnTo>
                    <a:pt x="17721" y="13135"/>
                  </a:lnTo>
                  <a:lnTo>
                    <a:pt x="17489" y="13191"/>
                  </a:lnTo>
                  <a:lnTo>
                    <a:pt x="16794" y="12146"/>
                  </a:lnTo>
                  <a:lnTo>
                    <a:pt x="16215" y="11378"/>
                  </a:lnTo>
                  <a:lnTo>
                    <a:pt x="15926" y="10937"/>
                  </a:lnTo>
                  <a:lnTo>
                    <a:pt x="15636" y="10607"/>
                  </a:lnTo>
                  <a:lnTo>
                    <a:pt x="15751" y="10443"/>
                  </a:lnTo>
                  <a:lnTo>
                    <a:pt x="15868" y="10222"/>
                  </a:lnTo>
                  <a:lnTo>
                    <a:pt x="15926" y="10058"/>
                  </a:lnTo>
                  <a:lnTo>
                    <a:pt x="15983" y="9839"/>
                  </a:lnTo>
                  <a:lnTo>
                    <a:pt x="15926" y="9728"/>
                  </a:lnTo>
                  <a:lnTo>
                    <a:pt x="15868" y="9672"/>
                  </a:lnTo>
                  <a:lnTo>
                    <a:pt x="15694" y="9672"/>
                  </a:lnTo>
                  <a:lnTo>
                    <a:pt x="15983" y="9343"/>
                  </a:lnTo>
                  <a:lnTo>
                    <a:pt x="16273" y="8959"/>
                  </a:lnTo>
                  <a:lnTo>
                    <a:pt x="16794" y="8244"/>
                  </a:lnTo>
                  <a:lnTo>
                    <a:pt x="17374" y="7420"/>
                  </a:lnTo>
                  <a:lnTo>
                    <a:pt x="17489" y="7420"/>
                  </a:lnTo>
                  <a:lnTo>
                    <a:pt x="17604" y="7365"/>
                  </a:lnTo>
                  <a:lnTo>
                    <a:pt x="17721" y="7255"/>
                  </a:lnTo>
                  <a:lnTo>
                    <a:pt x="17836" y="7145"/>
                  </a:lnTo>
                  <a:lnTo>
                    <a:pt x="18184" y="6870"/>
                  </a:lnTo>
                  <a:lnTo>
                    <a:pt x="18299" y="6706"/>
                  </a:lnTo>
                  <a:lnTo>
                    <a:pt x="18416" y="6541"/>
                  </a:lnTo>
                  <a:lnTo>
                    <a:pt x="18474" y="6376"/>
                  </a:lnTo>
                  <a:lnTo>
                    <a:pt x="18474" y="6211"/>
                  </a:lnTo>
                  <a:lnTo>
                    <a:pt x="18416" y="5991"/>
                  </a:lnTo>
                  <a:lnTo>
                    <a:pt x="18299" y="5826"/>
                  </a:lnTo>
                  <a:lnTo>
                    <a:pt x="18184" y="5661"/>
                  </a:lnTo>
                  <a:lnTo>
                    <a:pt x="18010" y="5606"/>
                  </a:lnTo>
                  <a:lnTo>
                    <a:pt x="17836" y="5550"/>
                  </a:lnTo>
                  <a:lnTo>
                    <a:pt x="17604" y="5496"/>
                  </a:lnTo>
                  <a:lnTo>
                    <a:pt x="17257" y="4782"/>
                  </a:lnTo>
                  <a:lnTo>
                    <a:pt x="16851" y="4122"/>
                  </a:lnTo>
                  <a:lnTo>
                    <a:pt x="16330" y="3132"/>
                  </a:lnTo>
                  <a:lnTo>
                    <a:pt x="15983" y="2583"/>
                  </a:lnTo>
                  <a:lnTo>
                    <a:pt x="15636" y="2143"/>
                  </a:lnTo>
                  <a:lnTo>
                    <a:pt x="15694" y="1922"/>
                  </a:lnTo>
                  <a:lnTo>
                    <a:pt x="15694" y="1813"/>
                  </a:lnTo>
                  <a:lnTo>
                    <a:pt x="15751" y="1593"/>
                  </a:lnTo>
                  <a:lnTo>
                    <a:pt x="15694" y="1428"/>
                  </a:lnTo>
                  <a:lnTo>
                    <a:pt x="15636" y="1263"/>
                  </a:lnTo>
                  <a:lnTo>
                    <a:pt x="15520" y="1043"/>
                  </a:lnTo>
                  <a:lnTo>
                    <a:pt x="15347" y="878"/>
                  </a:lnTo>
                  <a:lnTo>
                    <a:pt x="15115" y="769"/>
                  </a:lnTo>
                  <a:lnTo>
                    <a:pt x="14883" y="713"/>
                  </a:lnTo>
                  <a:lnTo>
                    <a:pt x="14594" y="769"/>
                  </a:lnTo>
                  <a:lnTo>
                    <a:pt x="14362" y="824"/>
                  </a:lnTo>
                  <a:lnTo>
                    <a:pt x="14188" y="989"/>
                  </a:lnTo>
                  <a:lnTo>
                    <a:pt x="14073" y="1209"/>
                  </a:lnTo>
                  <a:lnTo>
                    <a:pt x="14014" y="1428"/>
                  </a:lnTo>
                  <a:lnTo>
                    <a:pt x="13956" y="1539"/>
                  </a:lnTo>
                  <a:lnTo>
                    <a:pt x="12451" y="1648"/>
                  </a:lnTo>
                  <a:lnTo>
                    <a:pt x="11177" y="1758"/>
                  </a:lnTo>
                  <a:lnTo>
                    <a:pt x="10945" y="1758"/>
                  </a:lnTo>
                  <a:lnTo>
                    <a:pt x="10830" y="1593"/>
                  </a:lnTo>
                  <a:lnTo>
                    <a:pt x="10655" y="1374"/>
                  </a:lnTo>
                  <a:lnTo>
                    <a:pt x="10598" y="1319"/>
                  </a:lnTo>
                  <a:lnTo>
                    <a:pt x="10481" y="1209"/>
                  </a:lnTo>
                  <a:lnTo>
                    <a:pt x="10307" y="1154"/>
                  </a:lnTo>
                  <a:lnTo>
                    <a:pt x="10192" y="1154"/>
                  </a:lnTo>
                  <a:lnTo>
                    <a:pt x="10077" y="1209"/>
                  </a:lnTo>
                  <a:lnTo>
                    <a:pt x="9381" y="1209"/>
                  </a:lnTo>
                  <a:lnTo>
                    <a:pt x="8977" y="713"/>
                  </a:lnTo>
                  <a:lnTo>
                    <a:pt x="8803" y="439"/>
                  </a:lnTo>
                  <a:lnTo>
                    <a:pt x="8629" y="165"/>
                  </a:lnTo>
                  <a:lnTo>
                    <a:pt x="8571" y="54"/>
                  </a:lnTo>
                  <a:lnTo>
                    <a:pt x="8456" y="0"/>
                  </a:lnTo>
                  <a:lnTo>
                    <a:pt x="8224" y="0"/>
                  </a:lnTo>
                  <a:lnTo>
                    <a:pt x="7933" y="54"/>
                  </a:lnTo>
                  <a:lnTo>
                    <a:pt x="7759"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168" name="Google Shape;381;p7"/>
            <p:cNvSpPr/>
            <p:nvPr/>
          </p:nvSpPr>
          <p:spPr>
            <a:xfrm>
              <a:off x="1012780" y="3362081"/>
              <a:ext cx="346886" cy="24620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028" y="5108"/>
                  </a:moveTo>
                  <a:lnTo>
                    <a:pt x="14651" y="5213"/>
                  </a:lnTo>
                  <a:lnTo>
                    <a:pt x="14198" y="5320"/>
                  </a:lnTo>
                  <a:lnTo>
                    <a:pt x="13819" y="5532"/>
                  </a:lnTo>
                  <a:lnTo>
                    <a:pt x="13443" y="5851"/>
                  </a:lnTo>
                  <a:lnTo>
                    <a:pt x="13140" y="6173"/>
                  </a:lnTo>
                  <a:lnTo>
                    <a:pt x="12913" y="6597"/>
                  </a:lnTo>
                  <a:lnTo>
                    <a:pt x="12763" y="7130"/>
                  </a:lnTo>
                  <a:lnTo>
                    <a:pt x="12763" y="7342"/>
                  </a:lnTo>
                  <a:lnTo>
                    <a:pt x="12839" y="7554"/>
                  </a:lnTo>
                  <a:lnTo>
                    <a:pt x="12990" y="7661"/>
                  </a:lnTo>
                  <a:lnTo>
                    <a:pt x="13140" y="7661"/>
                  </a:lnTo>
                  <a:lnTo>
                    <a:pt x="13443" y="7554"/>
                  </a:lnTo>
                  <a:lnTo>
                    <a:pt x="13669" y="7342"/>
                  </a:lnTo>
                  <a:lnTo>
                    <a:pt x="14122" y="6916"/>
                  </a:lnTo>
                  <a:lnTo>
                    <a:pt x="14425" y="6811"/>
                  </a:lnTo>
                  <a:lnTo>
                    <a:pt x="14727" y="6597"/>
                  </a:lnTo>
                  <a:lnTo>
                    <a:pt x="15407" y="6597"/>
                  </a:lnTo>
                  <a:lnTo>
                    <a:pt x="15784" y="6704"/>
                  </a:lnTo>
                  <a:lnTo>
                    <a:pt x="16162" y="6916"/>
                  </a:lnTo>
                  <a:lnTo>
                    <a:pt x="16313" y="7130"/>
                  </a:lnTo>
                  <a:lnTo>
                    <a:pt x="16389" y="7342"/>
                  </a:lnTo>
                  <a:lnTo>
                    <a:pt x="16463" y="7661"/>
                  </a:lnTo>
                  <a:lnTo>
                    <a:pt x="16463" y="7980"/>
                  </a:lnTo>
                  <a:lnTo>
                    <a:pt x="16389" y="8407"/>
                  </a:lnTo>
                  <a:lnTo>
                    <a:pt x="16237" y="8833"/>
                  </a:lnTo>
                  <a:lnTo>
                    <a:pt x="15784" y="9683"/>
                  </a:lnTo>
                  <a:lnTo>
                    <a:pt x="14801" y="11598"/>
                  </a:lnTo>
                  <a:lnTo>
                    <a:pt x="13819" y="13408"/>
                  </a:lnTo>
                  <a:lnTo>
                    <a:pt x="11705" y="17025"/>
                  </a:lnTo>
                  <a:lnTo>
                    <a:pt x="11555" y="17452"/>
                  </a:lnTo>
                  <a:lnTo>
                    <a:pt x="11631" y="17875"/>
                  </a:lnTo>
                  <a:lnTo>
                    <a:pt x="11705" y="18090"/>
                  </a:lnTo>
                  <a:lnTo>
                    <a:pt x="11781" y="18197"/>
                  </a:lnTo>
                  <a:lnTo>
                    <a:pt x="11931" y="18302"/>
                  </a:lnTo>
                  <a:lnTo>
                    <a:pt x="12084" y="18302"/>
                  </a:lnTo>
                  <a:lnTo>
                    <a:pt x="13519" y="18197"/>
                  </a:lnTo>
                  <a:lnTo>
                    <a:pt x="14954" y="18302"/>
                  </a:lnTo>
                  <a:lnTo>
                    <a:pt x="16539" y="18409"/>
                  </a:lnTo>
                  <a:lnTo>
                    <a:pt x="17295" y="18621"/>
                  </a:lnTo>
                  <a:lnTo>
                    <a:pt x="17595" y="18621"/>
                  </a:lnTo>
                  <a:lnTo>
                    <a:pt x="17974" y="18516"/>
                  </a:lnTo>
                  <a:lnTo>
                    <a:pt x="18201" y="18302"/>
                  </a:lnTo>
                  <a:lnTo>
                    <a:pt x="18277" y="17983"/>
                  </a:lnTo>
                  <a:lnTo>
                    <a:pt x="18277" y="17663"/>
                  </a:lnTo>
                  <a:lnTo>
                    <a:pt x="18050" y="17452"/>
                  </a:lnTo>
                  <a:lnTo>
                    <a:pt x="17824" y="17237"/>
                  </a:lnTo>
                  <a:lnTo>
                    <a:pt x="17445" y="17025"/>
                  </a:lnTo>
                  <a:lnTo>
                    <a:pt x="16690" y="16814"/>
                  </a:lnTo>
                  <a:lnTo>
                    <a:pt x="15254" y="16706"/>
                  </a:lnTo>
                  <a:lnTo>
                    <a:pt x="13292" y="16706"/>
                  </a:lnTo>
                  <a:lnTo>
                    <a:pt x="15557" y="12662"/>
                  </a:lnTo>
                  <a:lnTo>
                    <a:pt x="16162" y="11598"/>
                  </a:lnTo>
                  <a:lnTo>
                    <a:pt x="16766" y="10429"/>
                  </a:lnTo>
                  <a:lnTo>
                    <a:pt x="17068" y="9790"/>
                  </a:lnTo>
                  <a:lnTo>
                    <a:pt x="17295" y="9257"/>
                  </a:lnTo>
                  <a:lnTo>
                    <a:pt x="17445" y="8514"/>
                  </a:lnTo>
                  <a:lnTo>
                    <a:pt x="17521" y="7873"/>
                  </a:lnTo>
                  <a:lnTo>
                    <a:pt x="17521" y="7235"/>
                  </a:lnTo>
                  <a:lnTo>
                    <a:pt x="17369" y="6704"/>
                  </a:lnTo>
                  <a:lnTo>
                    <a:pt x="17142" y="6278"/>
                  </a:lnTo>
                  <a:lnTo>
                    <a:pt x="16916" y="5851"/>
                  </a:lnTo>
                  <a:lnTo>
                    <a:pt x="16615" y="5532"/>
                  </a:lnTo>
                  <a:lnTo>
                    <a:pt x="16237" y="5320"/>
                  </a:lnTo>
                  <a:lnTo>
                    <a:pt x="15784" y="5213"/>
                  </a:lnTo>
                  <a:lnTo>
                    <a:pt x="15407" y="5108"/>
                  </a:lnTo>
                  <a:close/>
                  <a:moveTo>
                    <a:pt x="1962" y="0"/>
                  </a:moveTo>
                  <a:lnTo>
                    <a:pt x="1585" y="107"/>
                  </a:lnTo>
                  <a:lnTo>
                    <a:pt x="1283" y="319"/>
                  </a:lnTo>
                  <a:lnTo>
                    <a:pt x="906" y="531"/>
                  </a:lnTo>
                  <a:lnTo>
                    <a:pt x="603" y="746"/>
                  </a:lnTo>
                  <a:lnTo>
                    <a:pt x="301" y="1172"/>
                  </a:lnTo>
                  <a:lnTo>
                    <a:pt x="74" y="1491"/>
                  </a:lnTo>
                  <a:lnTo>
                    <a:pt x="0" y="1703"/>
                  </a:lnTo>
                  <a:lnTo>
                    <a:pt x="0" y="1915"/>
                  </a:lnTo>
                  <a:lnTo>
                    <a:pt x="150" y="2234"/>
                  </a:lnTo>
                  <a:lnTo>
                    <a:pt x="377" y="2448"/>
                  </a:lnTo>
                  <a:lnTo>
                    <a:pt x="527" y="2448"/>
                  </a:lnTo>
                  <a:lnTo>
                    <a:pt x="679" y="2341"/>
                  </a:lnTo>
                  <a:lnTo>
                    <a:pt x="1359" y="1915"/>
                  </a:lnTo>
                  <a:lnTo>
                    <a:pt x="1736" y="1810"/>
                  </a:lnTo>
                  <a:lnTo>
                    <a:pt x="2114" y="1703"/>
                  </a:lnTo>
                  <a:lnTo>
                    <a:pt x="2038" y="1810"/>
                  </a:lnTo>
                  <a:lnTo>
                    <a:pt x="2038" y="3087"/>
                  </a:lnTo>
                  <a:lnTo>
                    <a:pt x="2265" y="4256"/>
                  </a:lnTo>
                  <a:lnTo>
                    <a:pt x="2794" y="7661"/>
                  </a:lnTo>
                  <a:lnTo>
                    <a:pt x="4758" y="21069"/>
                  </a:lnTo>
                  <a:lnTo>
                    <a:pt x="4832" y="21281"/>
                  </a:lnTo>
                  <a:lnTo>
                    <a:pt x="4985" y="21496"/>
                  </a:lnTo>
                  <a:lnTo>
                    <a:pt x="5135" y="21600"/>
                  </a:lnTo>
                  <a:lnTo>
                    <a:pt x="5512" y="21600"/>
                  </a:lnTo>
                  <a:lnTo>
                    <a:pt x="5664" y="21496"/>
                  </a:lnTo>
                  <a:lnTo>
                    <a:pt x="5814" y="21281"/>
                  </a:lnTo>
                  <a:lnTo>
                    <a:pt x="5891" y="21069"/>
                  </a:lnTo>
                  <a:lnTo>
                    <a:pt x="8382" y="11917"/>
                  </a:lnTo>
                  <a:lnTo>
                    <a:pt x="10799" y="2872"/>
                  </a:lnTo>
                  <a:lnTo>
                    <a:pt x="13292" y="2660"/>
                  </a:lnTo>
                  <a:lnTo>
                    <a:pt x="15784" y="2553"/>
                  </a:lnTo>
                  <a:lnTo>
                    <a:pt x="18503" y="2660"/>
                  </a:lnTo>
                  <a:lnTo>
                    <a:pt x="19862" y="2872"/>
                  </a:lnTo>
                  <a:lnTo>
                    <a:pt x="20542" y="2872"/>
                  </a:lnTo>
                  <a:lnTo>
                    <a:pt x="21221" y="2767"/>
                  </a:lnTo>
                  <a:lnTo>
                    <a:pt x="21374" y="2660"/>
                  </a:lnTo>
                  <a:lnTo>
                    <a:pt x="21524" y="2553"/>
                  </a:lnTo>
                  <a:lnTo>
                    <a:pt x="21600" y="2341"/>
                  </a:lnTo>
                  <a:lnTo>
                    <a:pt x="21600" y="2129"/>
                  </a:lnTo>
                  <a:lnTo>
                    <a:pt x="21448" y="1703"/>
                  </a:lnTo>
                  <a:lnTo>
                    <a:pt x="21374" y="1491"/>
                  </a:lnTo>
                  <a:lnTo>
                    <a:pt x="21221" y="1384"/>
                  </a:lnTo>
                  <a:lnTo>
                    <a:pt x="20618" y="1172"/>
                  </a:lnTo>
                  <a:lnTo>
                    <a:pt x="20013" y="1065"/>
                  </a:lnTo>
                  <a:lnTo>
                    <a:pt x="18804" y="957"/>
                  </a:lnTo>
                  <a:lnTo>
                    <a:pt x="16086" y="850"/>
                  </a:lnTo>
                  <a:lnTo>
                    <a:pt x="13216" y="957"/>
                  </a:lnTo>
                  <a:lnTo>
                    <a:pt x="10346" y="1172"/>
                  </a:lnTo>
                  <a:lnTo>
                    <a:pt x="10120" y="1276"/>
                  </a:lnTo>
                  <a:lnTo>
                    <a:pt x="9969" y="1384"/>
                  </a:lnTo>
                  <a:lnTo>
                    <a:pt x="9893" y="1595"/>
                  </a:lnTo>
                  <a:lnTo>
                    <a:pt x="9743" y="1810"/>
                  </a:lnTo>
                  <a:lnTo>
                    <a:pt x="5512" y="17875"/>
                  </a:lnTo>
                  <a:lnTo>
                    <a:pt x="4379" y="10748"/>
                  </a:lnTo>
                  <a:lnTo>
                    <a:pt x="3550" y="5747"/>
                  </a:lnTo>
                  <a:lnTo>
                    <a:pt x="3171" y="3510"/>
                  </a:lnTo>
                  <a:lnTo>
                    <a:pt x="3020" y="2448"/>
                  </a:lnTo>
                  <a:lnTo>
                    <a:pt x="2944" y="1915"/>
                  </a:lnTo>
                  <a:lnTo>
                    <a:pt x="2870" y="1595"/>
                  </a:lnTo>
                  <a:lnTo>
                    <a:pt x="2944" y="1595"/>
                  </a:lnTo>
                  <a:lnTo>
                    <a:pt x="3020" y="1491"/>
                  </a:lnTo>
                  <a:lnTo>
                    <a:pt x="3020" y="1384"/>
                  </a:lnTo>
                  <a:lnTo>
                    <a:pt x="3097" y="1065"/>
                  </a:lnTo>
                  <a:lnTo>
                    <a:pt x="3097" y="638"/>
                  </a:lnTo>
                  <a:lnTo>
                    <a:pt x="3020" y="319"/>
                  </a:lnTo>
                  <a:lnTo>
                    <a:pt x="2870" y="212"/>
                  </a:lnTo>
                  <a:lnTo>
                    <a:pt x="2718" y="107"/>
                  </a:lnTo>
                  <a:lnTo>
                    <a:pt x="2341"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169" name="Google Shape;382;p7"/>
            <p:cNvSpPr/>
            <p:nvPr/>
          </p:nvSpPr>
          <p:spPr>
            <a:xfrm>
              <a:off x="1226248" y="4993409"/>
              <a:ext cx="335941" cy="21465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624" y="1950"/>
                  </a:moveTo>
                  <a:lnTo>
                    <a:pt x="17624" y="2319"/>
                  </a:lnTo>
                  <a:lnTo>
                    <a:pt x="17701" y="2562"/>
                  </a:lnTo>
                  <a:lnTo>
                    <a:pt x="17858" y="2685"/>
                  </a:lnTo>
                  <a:lnTo>
                    <a:pt x="18013" y="2685"/>
                  </a:lnTo>
                  <a:lnTo>
                    <a:pt x="18639" y="2562"/>
                  </a:lnTo>
                  <a:lnTo>
                    <a:pt x="18949" y="2562"/>
                  </a:lnTo>
                  <a:lnTo>
                    <a:pt x="19106" y="2685"/>
                  </a:lnTo>
                  <a:lnTo>
                    <a:pt x="19183" y="2805"/>
                  </a:lnTo>
                  <a:lnTo>
                    <a:pt x="19574" y="3660"/>
                  </a:lnTo>
                  <a:lnTo>
                    <a:pt x="19808" y="4392"/>
                  </a:lnTo>
                  <a:lnTo>
                    <a:pt x="20120" y="5370"/>
                  </a:lnTo>
                  <a:lnTo>
                    <a:pt x="20276" y="6222"/>
                  </a:lnTo>
                  <a:lnTo>
                    <a:pt x="20431" y="7200"/>
                  </a:lnTo>
                  <a:lnTo>
                    <a:pt x="20509" y="8175"/>
                  </a:lnTo>
                  <a:lnTo>
                    <a:pt x="20509" y="9030"/>
                  </a:lnTo>
                  <a:lnTo>
                    <a:pt x="20354" y="9885"/>
                  </a:lnTo>
                  <a:lnTo>
                    <a:pt x="20197" y="10740"/>
                  </a:lnTo>
                  <a:lnTo>
                    <a:pt x="19884" y="11592"/>
                  </a:lnTo>
                  <a:lnTo>
                    <a:pt x="19495" y="12204"/>
                  </a:lnTo>
                  <a:lnTo>
                    <a:pt x="19106" y="12813"/>
                  </a:lnTo>
                  <a:lnTo>
                    <a:pt x="18560" y="13179"/>
                  </a:lnTo>
                  <a:lnTo>
                    <a:pt x="18013" y="13302"/>
                  </a:lnTo>
                  <a:lnTo>
                    <a:pt x="17701" y="13302"/>
                  </a:lnTo>
                  <a:lnTo>
                    <a:pt x="17467" y="13056"/>
                  </a:lnTo>
                  <a:lnTo>
                    <a:pt x="17233" y="12813"/>
                  </a:lnTo>
                  <a:lnTo>
                    <a:pt x="16999" y="12447"/>
                  </a:lnTo>
                  <a:lnTo>
                    <a:pt x="16689" y="11592"/>
                  </a:lnTo>
                  <a:lnTo>
                    <a:pt x="16453" y="10740"/>
                  </a:lnTo>
                  <a:lnTo>
                    <a:pt x="16219" y="9762"/>
                  </a:lnTo>
                  <a:lnTo>
                    <a:pt x="16143" y="8664"/>
                  </a:lnTo>
                  <a:lnTo>
                    <a:pt x="16064" y="7686"/>
                  </a:lnTo>
                  <a:lnTo>
                    <a:pt x="16143" y="6588"/>
                  </a:lnTo>
                  <a:lnTo>
                    <a:pt x="16219" y="5247"/>
                  </a:lnTo>
                  <a:lnTo>
                    <a:pt x="16532" y="4026"/>
                  </a:lnTo>
                  <a:lnTo>
                    <a:pt x="16766" y="3417"/>
                  </a:lnTo>
                  <a:lnTo>
                    <a:pt x="16999" y="2805"/>
                  </a:lnTo>
                  <a:lnTo>
                    <a:pt x="17233" y="2319"/>
                  </a:lnTo>
                  <a:lnTo>
                    <a:pt x="17624" y="1950"/>
                  </a:lnTo>
                  <a:close/>
                  <a:moveTo>
                    <a:pt x="17858" y="486"/>
                  </a:moveTo>
                  <a:lnTo>
                    <a:pt x="17391" y="732"/>
                  </a:lnTo>
                  <a:lnTo>
                    <a:pt x="16923" y="975"/>
                  </a:lnTo>
                  <a:lnTo>
                    <a:pt x="16610" y="1341"/>
                  </a:lnTo>
                  <a:lnTo>
                    <a:pt x="16298" y="1830"/>
                  </a:lnTo>
                  <a:lnTo>
                    <a:pt x="15985" y="2319"/>
                  </a:lnTo>
                  <a:lnTo>
                    <a:pt x="15751" y="2928"/>
                  </a:lnTo>
                  <a:lnTo>
                    <a:pt x="15441" y="4269"/>
                  </a:lnTo>
                  <a:lnTo>
                    <a:pt x="15207" y="5613"/>
                  </a:lnTo>
                  <a:lnTo>
                    <a:pt x="15129" y="6834"/>
                  </a:lnTo>
                  <a:lnTo>
                    <a:pt x="15050" y="8175"/>
                  </a:lnTo>
                  <a:lnTo>
                    <a:pt x="15207" y="9762"/>
                  </a:lnTo>
                  <a:lnTo>
                    <a:pt x="15441" y="11226"/>
                  </a:lnTo>
                  <a:lnTo>
                    <a:pt x="15751" y="12570"/>
                  </a:lnTo>
                  <a:lnTo>
                    <a:pt x="15985" y="13179"/>
                  </a:lnTo>
                  <a:lnTo>
                    <a:pt x="16298" y="13791"/>
                  </a:lnTo>
                  <a:lnTo>
                    <a:pt x="16610" y="14277"/>
                  </a:lnTo>
                  <a:lnTo>
                    <a:pt x="16923" y="14643"/>
                  </a:lnTo>
                  <a:lnTo>
                    <a:pt x="17312" y="14889"/>
                  </a:lnTo>
                  <a:lnTo>
                    <a:pt x="17780" y="15009"/>
                  </a:lnTo>
                  <a:lnTo>
                    <a:pt x="18247" y="15009"/>
                  </a:lnTo>
                  <a:lnTo>
                    <a:pt x="18639" y="14889"/>
                  </a:lnTo>
                  <a:lnTo>
                    <a:pt x="19106" y="14766"/>
                  </a:lnTo>
                  <a:lnTo>
                    <a:pt x="19417" y="14523"/>
                  </a:lnTo>
                  <a:lnTo>
                    <a:pt x="19808" y="14157"/>
                  </a:lnTo>
                  <a:lnTo>
                    <a:pt x="20120" y="13791"/>
                  </a:lnTo>
                  <a:lnTo>
                    <a:pt x="20665" y="12813"/>
                  </a:lnTo>
                  <a:lnTo>
                    <a:pt x="21056" y="11715"/>
                  </a:lnTo>
                  <a:lnTo>
                    <a:pt x="21366" y="10371"/>
                  </a:lnTo>
                  <a:lnTo>
                    <a:pt x="21600" y="9153"/>
                  </a:lnTo>
                  <a:lnTo>
                    <a:pt x="21600" y="7809"/>
                  </a:lnTo>
                  <a:lnTo>
                    <a:pt x="21523" y="6954"/>
                  </a:lnTo>
                  <a:lnTo>
                    <a:pt x="21366" y="5856"/>
                  </a:lnTo>
                  <a:lnTo>
                    <a:pt x="21132" y="4635"/>
                  </a:lnTo>
                  <a:lnTo>
                    <a:pt x="20743" y="3537"/>
                  </a:lnTo>
                  <a:lnTo>
                    <a:pt x="20354" y="2439"/>
                  </a:lnTo>
                  <a:lnTo>
                    <a:pt x="19884" y="1464"/>
                  </a:lnTo>
                  <a:lnTo>
                    <a:pt x="19650" y="1098"/>
                  </a:lnTo>
                  <a:lnTo>
                    <a:pt x="19340" y="852"/>
                  </a:lnTo>
                  <a:lnTo>
                    <a:pt x="19106" y="732"/>
                  </a:lnTo>
                  <a:lnTo>
                    <a:pt x="18794" y="609"/>
                  </a:lnTo>
                  <a:lnTo>
                    <a:pt x="18326" y="486"/>
                  </a:lnTo>
                  <a:close/>
                  <a:moveTo>
                    <a:pt x="8500" y="0"/>
                  </a:moveTo>
                  <a:lnTo>
                    <a:pt x="8344" y="120"/>
                  </a:lnTo>
                  <a:lnTo>
                    <a:pt x="8187" y="366"/>
                  </a:lnTo>
                  <a:lnTo>
                    <a:pt x="8111" y="1341"/>
                  </a:lnTo>
                  <a:lnTo>
                    <a:pt x="8032" y="2439"/>
                  </a:lnTo>
                  <a:lnTo>
                    <a:pt x="7875" y="4392"/>
                  </a:lnTo>
                  <a:lnTo>
                    <a:pt x="7719" y="8175"/>
                  </a:lnTo>
                  <a:lnTo>
                    <a:pt x="6159" y="7932"/>
                  </a:lnTo>
                  <a:lnTo>
                    <a:pt x="4522" y="7932"/>
                  </a:lnTo>
                  <a:lnTo>
                    <a:pt x="2964" y="8055"/>
                  </a:lnTo>
                  <a:lnTo>
                    <a:pt x="2183" y="8298"/>
                  </a:lnTo>
                  <a:lnTo>
                    <a:pt x="1403" y="8541"/>
                  </a:lnTo>
                  <a:lnTo>
                    <a:pt x="1403" y="8298"/>
                  </a:lnTo>
                  <a:lnTo>
                    <a:pt x="1248" y="8175"/>
                  </a:lnTo>
                  <a:lnTo>
                    <a:pt x="1169" y="8298"/>
                  </a:lnTo>
                  <a:lnTo>
                    <a:pt x="1014" y="5490"/>
                  </a:lnTo>
                  <a:lnTo>
                    <a:pt x="935" y="3051"/>
                  </a:lnTo>
                  <a:lnTo>
                    <a:pt x="857" y="1830"/>
                  </a:lnTo>
                  <a:lnTo>
                    <a:pt x="778" y="609"/>
                  </a:lnTo>
                  <a:lnTo>
                    <a:pt x="702" y="366"/>
                  </a:lnTo>
                  <a:lnTo>
                    <a:pt x="310" y="366"/>
                  </a:lnTo>
                  <a:lnTo>
                    <a:pt x="234" y="609"/>
                  </a:lnTo>
                  <a:lnTo>
                    <a:pt x="77" y="1707"/>
                  </a:lnTo>
                  <a:lnTo>
                    <a:pt x="0" y="2928"/>
                  </a:lnTo>
                  <a:lnTo>
                    <a:pt x="0" y="5247"/>
                  </a:lnTo>
                  <a:lnTo>
                    <a:pt x="77" y="7566"/>
                  </a:lnTo>
                  <a:lnTo>
                    <a:pt x="234" y="9885"/>
                  </a:lnTo>
                  <a:lnTo>
                    <a:pt x="389" y="12081"/>
                  </a:lnTo>
                  <a:lnTo>
                    <a:pt x="623" y="14400"/>
                  </a:lnTo>
                  <a:lnTo>
                    <a:pt x="857" y="16596"/>
                  </a:lnTo>
                  <a:lnTo>
                    <a:pt x="1014" y="17817"/>
                  </a:lnTo>
                  <a:lnTo>
                    <a:pt x="1169" y="18306"/>
                  </a:lnTo>
                  <a:lnTo>
                    <a:pt x="1248" y="18795"/>
                  </a:lnTo>
                  <a:lnTo>
                    <a:pt x="1169" y="19038"/>
                  </a:lnTo>
                  <a:lnTo>
                    <a:pt x="1248" y="19404"/>
                  </a:lnTo>
                  <a:lnTo>
                    <a:pt x="1403" y="19647"/>
                  </a:lnTo>
                  <a:lnTo>
                    <a:pt x="1558" y="19770"/>
                  </a:lnTo>
                  <a:lnTo>
                    <a:pt x="1871" y="19770"/>
                  </a:lnTo>
                  <a:lnTo>
                    <a:pt x="2026" y="19647"/>
                  </a:lnTo>
                  <a:lnTo>
                    <a:pt x="2183" y="19404"/>
                  </a:lnTo>
                  <a:lnTo>
                    <a:pt x="2260" y="19161"/>
                  </a:lnTo>
                  <a:lnTo>
                    <a:pt x="2260" y="18183"/>
                  </a:lnTo>
                  <a:lnTo>
                    <a:pt x="1871" y="15621"/>
                  </a:lnTo>
                  <a:lnTo>
                    <a:pt x="1558" y="12936"/>
                  </a:lnTo>
                  <a:lnTo>
                    <a:pt x="1324" y="10251"/>
                  </a:lnTo>
                  <a:lnTo>
                    <a:pt x="1248" y="9762"/>
                  </a:lnTo>
                  <a:lnTo>
                    <a:pt x="2105" y="9885"/>
                  </a:lnTo>
                  <a:lnTo>
                    <a:pt x="2885" y="9762"/>
                  </a:lnTo>
                  <a:lnTo>
                    <a:pt x="4522" y="9639"/>
                  </a:lnTo>
                  <a:lnTo>
                    <a:pt x="6082" y="9639"/>
                  </a:lnTo>
                  <a:lnTo>
                    <a:pt x="7719" y="9885"/>
                  </a:lnTo>
                  <a:lnTo>
                    <a:pt x="7564" y="14157"/>
                  </a:lnTo>
                  <a:lnTo>
                    <a:pt x="7407" y="16110"/>
                  </a:lnTo>
                  <a:lnTo>
                    <a:pt x="7407" y="16596"/>
                  </a:lnTo>
                  <a:lnTo>
                    <a:pt x="7486" y="17208"/>
                  </a:lnTo>
                  <a:lnTo>
                    <a:pt x="7564" y="17574"/>
                  </a:lnTo>
                  <a:lnTo>
                    <a:pt x="7719" y="17940"/>
                  </a:lnTo>
                  <a:lnTo>
                    <a:pt x="7798" y="18060"/>
                  </a:lnTo>
                  <a:lnTo>
                    <a:pt x="7953" y="18183"/>
                  </a:lnTo>
                  <a:lnTo>
                    <a:pt x="8187" y="17940"/>
                  </a:lnTo>
                  <a:lnTo>
                    <a:pt x="8344" y="17694"/>
                  </a:lnTo>
                  <a:lnTo>
                    <a:pt x="8500" y="17328"/>
                  </a:lnTo>
                  <a:lnTo>
                    <a:pt x="8578" y="16353"/>
                  </a:lnTo>
                  <a:lnTo>
                    <a:pt x="8578" y="14523"/>
                  </a:lnTo>
                  <a:lnTo>
                    <a:pt x="8734" y="9762"/>
                  </a:lnTo>
                  <a:lnTo>
                    <a:pt x="8812" y="4881"/>
                  </a:lnTo>
                  <a:lnTo>
                    <a:pt x="8889" y="2562"/>
                  </a:lnTo>
                  <a:lnTo>
                    <a:pt x="8889" y="1464"/>
                  </a:lnTo>
                  <a:lnTo>
                    <a:pt x="8812" y="366"/>
                  </a:lnTo>
                  <a:lnTo>
                    <a:pt x="8655" y="120"/>
                  </a:lnTo>
                  <a:lnTo>
                    <a:pt x="8500" y="0"/>
                  </a:lnTo>
                  <a:close/>
                  <a:moveTo>
                    <a:pt x="11697" y="12570"/>
                  </a:moveTo>
                  <a:lnTo>
                    <a:pt x="11151" y="12690"/>
                  </a:lnTo>
                  <a:lnTo>
                    <a:pt x="10683" y="13056"/>
                  </a:lnTo>
                  <a:lnTo>
                    <a:pt x="10371" y="13302"/>
                  </a:lnTo>
                  <a:lnTo>
                    <a:pt x="10215" y="13668"/>
                  </a:lnTo>
                  <a:lnTo>
                    <a:pt x="10215" y="13791"/>
                  </a:lnTo>
                  <a:lnTo>
                    <a:pt x="10294" y="13911"/>
                  </a:lnTo>
                  <a:lnTo>
                    <a:pt x="10449" y="14157"/>
                  </a:lnTo>
                  <a:lnTo>
                    <a:pt x="11151" y="14157"/>
                  </a:lnTo>
                  <a:lnTo>
                    <a:pt x="12165" y="14034"/>
                  </a:lnTo>
                  <a:lnTo>
                    <a:pt x="12086" y="14400"/>
                  </a:lnTo>
                  <a:lnTo>
                    <a:pt x="11852" y="14766"/>
                  </a:lnTo>
                  <a:lnTo>
                    <a:pt x="11463" y="15375"/>
                  </a:lnTo>
                  <a:lnTo>
                    <a:pt x="10683" y="16962"/>
                  </a:lnTo>
                  <a:lnTo>
                    <a:pt x="9903" y="18672"/>
                  </a:lnTo>
                  <a:lnTo>
                    <a:pt x="9280" y="20379"/>
                  </a:lnTo>
                  <a:lnTo>
                    <a:pt x="9201" y="20868"/>
                  </a:lnTo>
                  <a:lnTo>
                    <a:pt x="9280" y="21357"/>
                  </a:lnTo>
                  <a:lnTo>
                    <a:pt x="9514" y="21600"/>
                  </a:lnTo>
                  <a:lnTo>
                    <a:pt x="9826" y="21600"/>
                  </a:lnTo>
                  <a:lnTo>
                    <a:pt x="13413" y="20379"/>
                  </a:lnTo>
                  <a:lnTo>
                    <a:pt x="13568" y="20259"/>
                  </a:lnTo>
                  <a:lnTo>
                    <a:pt x="13725" y="20013"/>
                  </a:lnTo>
                  <a:lnTo>
                    <a:pt x="13802" y="19770"/>
                  </a:lnTo>
                  <a:lnTo>
                    <a:pt x="13725" y="19404"/>
                  </a:lnTo>
                  <a:lnTo>
                    <a:pt x="13647" y="19161"/>
                  </a:lnTo>
                  <a:lnTo>
                    <a:pt x="13568" y="18915"/>
                  </a:lnTo>
                  <a:lnTo>
                    <a:pt x="13334" y="18795"/>
                  </a:lnTo>
                  <a:lnTo>
                    <a:pt x="13100" y="18795"/>
                  </a:lnTo>
                  <a:lnTo>
                    <a:pt x="10683" y="19647"/>
                  </a:lnTo>
                  <a:lnTo>
                    <a:pt x="11306" y="18183"/>
                  </a:lnTo>
                  <a:lnTo>
                    <a:pt x="12010" y="16842"/>
                  </a:lnTo>
                  <a:lnTo>
                    <a:pt x="12477" y="15987"/>
                  </a:lnTo>
                  <a:lnTo>
                    <a:pt x="12866" y="15132"/>
                  </a:lnTo>
                  <a:lnTo>
                    <a:pt x="13022" y="14643"/>
                  </a:lnTo>
                  <a:lnTo>
                    <a:pt x="13179" y="14157"/>
                  </a:lnTo>
                  <a:lnTo>
                    <a:pt x="13179" y="13056"/>
                  </a:lnTo>
                  <a:lnTo>
                    <a:pt x="13100" y="12936"/>
                  </a:lnTo>
                  <a:lnTo>
                    <a:pt x="13022" y="12690"/>
                  </a:lnTo>
                  <a:lnTo>
                    <a:pt x="12711" y="1257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170" name="Google Shape;383;p7"/>
            <p:cNvSpPr/>
            <p:nvPr/>
          </p:nvSpPr>
          <p:spPr>
            <a:xfrm>
              <a:off x="36404" y="328699"/>
              <a:ext cx="377207" cy="37475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793" y="8039"/>
                  </a:moveTo>
                  <a:lnTo>
                    <a:pt x="9723" y="8109"/>
                  </a:lnTo>
                  <a:lnTo>
                    <a:pt x="9654" y="8178"/>
                  </a:lnTo>
                  <a:lnTo>
                    <a:pt x="9446" y="8319"/>
                  </a:lnTo>
                  <a:lnTo>
                    <a:pt x="9306" y="8528"/>
                  </a:lnTo>
                  <a:lnTo>
                    <a:pt x="9306" y="8597"/>
                  </a:lnTo>
                  <a:lnTo>
                    <a:pt x="9168" y="8877"/>
                  </a:lnTo>
                  <a:lnTo>
                    <a:pt x="9168" y="9087"/>
                  </a:lnTo>
                  <a:lnTo>
                    <a:pt x="9238" y="9228"/>
                  </a:lnTo>
                  <a:lnTo>
                    <a:pt x="9446" y="9367"/>
                  </a:lnTo>
                  <a:lnTo>
                    <a:pt x="9654" y="9506"/>
                  </a:lnTo>
                  <a:lnTo>
                    <a:pt x="10001" y="9506"/>
                  </a:lnTo>
                  <a:lnTo>
                    <a:pt x="10279" y="9367"/>
                  </a:lnTo>
                  <a:lnTo>
                    <a:pt x="10488" y="9087"/>
                  </a:lnTo>
                  <a:lnTo>
                    <a:pt x="10558" y="8948"/>
                  </a:lnTo>
                  <a:lnTo>
                    <a:pt x="10626" y="8808"/>
                  </a:lnTo>
                  <a:lnTo>
                    <a:pt x="10558" y="8667"/>
                  </a:lnTo>
                  <a:lnTo>
                    <a:pt x="10558" y="8528"/>
                  </a:lnTo>
                  <a:lnTo>
                    <a:pt x="10279" y="8387"/>
                  </a:lnTo>
                  <a:lnTo>
                    <a:pt x="10071" y="8319"/>
                  </a:lnTo>
                  <a:lnTo>
                    <a:pt x="10071" y="8178"/>
                  </a:lnTo>
                  <a:lnTo>
                    <a:pt x="9931" y="8109"/>
                  </a:lnTo>
                  <a:lnTo>
                    <a:pt x="9793" y="8039"/>
                  </a:lnTo>
                  <a:close/>
                  <a:moveTo>
                    <a:pt x="11321" y="11463"/>
                  </a:moveTo>
                  <a:lnTo>
                    <a:pt x="11391" y="11534"/>
                  </a:lnTo>
                  <a:lnTo>
                    <a:pt x="11459" y="11673"/>
                  </a:lnTo>
                  <a:lnTo>
                    <a:pt x="11459" y="11814"/>
                  </a:lnTo>
                  <a:lnTo>
                    <a:pt x="11182" y="11884"/>
                  </a:lnTo>
                  <a:lnTo>
                    <a:pt x="11251" y="11604"/>
                  </a:lnTo>
                  <a:lnTo>
                    <a:pt x="11321" y="11463"/>
                  </a:lnTo>
                  <a:close/>
                  <a:moveTo>
                    <a:pt x="11042" y="10695"/>
                  </a:moveTo>
                  <a:lnTo>
                    <a:pt x="10834" y="10766"/>
                  </a:lnTo>
                  <a:lnTo>
                    <a:pt x="10696" y="10905"/>
                  </a:lnTo>
                  <a:lnTo>
                    <a:pt x="10626" y="11044"/>
                  </a:lnTo>
                  <a:lnTo>
                    <a:pt x="10626" y="11185"/>
                  </a:lnTo>
                  <a:lnTo>
                    <a:pt x="10766" y="11324"/>
                  </a:lnTo>
                  <a:lnTo>
                    <a:pt x="10558" y="11743"/>
                  </a:lnTo>
                  <a:lnTo>
                    <a:pt x="10488" y="12233"/>
                  </a:lnTo>
                  <a:lnTo>
                    <a:pt x="10558" y="12443"/>
                  </a:lnTo>
                  <a:lnTo>
                    <a:pt x="10766" y="12513"/>
                  </a:lnTo>
                  <a:lnTo>
                    <a:pt x="11042" y="12582"/>
                  </a:lnTo>
                  <a:lnTo>
                    <a:pt x="11321" y="12582"/>
                  </a:lnTo>
                  <a:lnTo>
                    <a:pt x="11529" y="12513"/>
                  </a:lnTo>
                  <a:lnTo>
                    <a:pt x="11807" y="12443"/>
                  </a:lnTo>
                  <a:lnTo>
                    <a:pt x="12016" y="12304"/>
                  </a:lnTo>
                  <a:lnTo>
                    <a:pt x="12154" y="12094"/>
                  </a:lnTo>
                  <a:lnTo>
                    <a:pt x="12224" y="11814"/>
                  </a:lnTo>
                  <a:lnTo>
                    <a:pt x="12224" y="11534"/>
                  </a:lnTo>
                  <a:lnTo>
                    <a:pt x="12154" y="11324"/>
                  </a:lnTo>
                  <a:lnTo>
                    <a:pt x="12016" y="11114"/>
                  </a:lnTo>
                  <a:lnTo>
                    <a:pt x="11877" y="10975"/>
                  </a:lnTo>
                  <a:lnTo>
                    <a:pt x="11667" y="10834"/>
                  </a:lnTo>
                  <a:lnTo>
                    <a:pt x="11459" y="10766"/>
                  </a:lnTo>
                  <a:lnTo>
                    <a:pt x="11251" y="10695"/>
                  </a:lnTo>
                  <a:close/>
                  <a:moveTo>
                    <a:pt x="7432" y="839"/>
                  </a:moveTo>
                  <a:lnTo>
                    <a:pt x="8751" y="909"/>
                  </a:lnTo>
                  <a:lnTo>
                    <a:pt x="10139" y="909"/>
                  </a:lnTo>
                  <a:lnTo>
                    <a:pt x="12919" y="1048"/>
                  </a:lnTo>
                  <a:lnTo>
                    <a:pt x="14447" y="1048"/>
                  </a:lnTo>
                  <a:lnTo>
                    <a:pt x="14585" y="1397"/>
                  </a:lnTo>
                  <a:lnTo>
                    <a:pt x="14723" y="2026"/>
                  </a:lnTo>
                  <a:lnTo>
                    <a:pt x="14238" y="2235"/>
                  </a:lnTo>
                  <a:lnTo>
                    <a:pt x="13614" y="2306"/>
                  </a:lnTo>
                  <a:lnTo>
                    <a:pt x="13335" y="2306"/>
                  </a:lnTo>
                  <a:lnTo>
                    <a:pt x="12987" y="2235"/>
                  </a:lnTo>
                  <a:lnTo>
                    <a:pt x="12710" y="2235"/>
                  </a:lnTo>
                  <a:lnTo>
                    <a:pt x="12362" y="2306"/>
                  </a:lnTo>
                  <a:lnTo>
                    <a:pt x="12294" y="2376"/>
                  </a:lnTo>
                  <a:lnTo>
                    <a:pt x="12224" y="2516"/>
                  </a:lnTo>
                  <a:lnTo>
                    <a:pt x="12154" y="2657"/>
                  </a:lnTo>
                  <a:lnTo>
                    <a:pt x="12224" y="2796"/>
                  </a:lnTo>
                  <a:lnTo>
                    <a:pt x="12224" y="2866"/>
                  </a:lnTo>
                  <a:lnTo>
                    <a:pt x="12294" y="3005"/>
                  </a:lnTo>
                  <a:lnTo>
                    <a:pt x="12432" y="3145"/>
                  </a:lnTo>
                  <a:lnTo>
                    <a:pt x="12432" y="3985"/>
                  </a:lnTo>
                  <a:lnTo>
                    <a:pt x="12570" y="5033"/>
                  </a:lnTo>
                  <a:lnTo>
                    <a:pt x="12640" y="6081"/>
                  </a:lnTo>
                  <a:lnTo>
                    <a:pt x="12710" y="6920"/>
                  </a:lnTo>
                  <a:lnTo>
                    <a:pt x="12710" y="7758"/>
                  </a:lnTo>
                  <a:lnTo>
                    <a:pt x="12640" y="8738"/>
                  </a:lnTo>
                  <a:lnTo>
                    <a:pt x="12570" y="9228"/>
                  </a:lnTo>
                  <a:lnTo>
                    <a:pt x="12570" y="9716"/>
                  </a:lnTo>
                  <a:lnTo>
                    <a:pt x="12640" y="9996"/>
                  </a:lnTo>
                  <a:lnTo>
                    <a:pt x="12570" y="10135"/>
                  </a:lnTo>
                  <a:lnTo>
                    <a:pt x="12570" y="10415"/>
                  </a:lnTo>
                  <a:lnTo>
                    <a:pt x="12710" y="10556"/>
                  </a:lnTo>
                  <a:lnTo>
                    <a:pt x="13473" y="11044"/>
                  </a:lnTo>
                  <a:lnTo>
                    <a:pt x="14168" y="11463"/>
                  </a:lnTo>
                  <a:lnTo>
                    <a:pt x="14863" y="12024"/>
                  </a:lnTo>
                  <a:lnTo>
                    <a:pt x="15558" y="12652"/>
                  </a:lnTo>
                  <a:lnTo>
                    <a:pt x="16878" y="13910"/>
                  </a:lnTo>
                  <a:lnTo>
                    <a:pt x="16321" y="13981"/>
                  </a:lnTo>
                  <a:lnTo>
                    <a:pt x="15766" y="13910"/>
                  </a:lnTo>
                  <a:lnTo>
                    <a:pt x="15350" y="13771"/>
                  </a:lnTo>
                  <a:lnTo>
                    <a:pt x="14931" y="13632"/>
                  </a:lnTo>
                  <a:lnTo>
                    <a:pt x="14168" y="13211"/>
                  </a:lnTo>
                  <a:lnTo>
                    <a:pt x="13473" y="13001"/>
                  </a:lnTo>
                  <a:lnTo>
                    <a:pt x="12779" y="12933"/>
                  </a:lnTo>
                  <a:lnTo>
                    <a:pt x="12086" y="13001"/>
                  </a:lnTo>
                  <a:lnTo>
                    <a:pt x="11321" y="13211"/>
                  </a:lnTo>
                  <a:lnTo>
                    <a:pt x="10558" y="13422"/>
                  </a:lnTo>
                  <a:lnTo>
                    <a:pt x="9863" y="13771"/>
                  </a:lnTo>
                  <a:lnTo>
                    <a:pt x="9168" y="14051"/>
                  </a:lnTo>
                  <a:lnTo>
                    <a:pt x="8403" y="14329"/>
                  </a:lnTo>
                  <a:lnTo>
                    <a:pt x="7778" y="14400"/>
                  </a:lnTo>
                  <a:lnTo>
                    <a:pt x="7223" y="14471"/>
                  </a:lnTo>
                  <a:lnTo>
                    <a:pt x="7362" y="14400"/>
                  </a:lnTo>
                  <a:lnTo>
                    <a:pt x="7432" y="14261"/>
                  </a:lnTo>
                  <a:lnTo>
                    <a:pt x="7432" y="13910"/>
                  </a:lnTo>
                  <a:lnTo>
                    <a:pt x="7362" y="13771"/>
                  </a:lnTo>
                  <a:lnTo>
                    <a:pt x="7223" y="13701"/>
                  </a:lnTo>
                  <a:lnTo>
                    <a:pt x="5279" y="13701"/>
                  </a:lnTo>
                  <a:lnTo>
                    <a:pt x="5555" y="13422"/>
                  </a:lnTo>
                  <a:lnTo>
                    <a:pt x="6182" y="12723"/>
                  </a:lnTo>
                  <a:lnTo>
                    <a:pt x="6737" y="12792"/>
                  </a:lnTo>
                  <a:lnTo>
                    <a:pt x="7293" y="12792"/>
                  </a:lnTo>
                  <a:lnTo>
                    <a:pt x="8335" y="12723"/>
                  </a:lnTo>
                  <a:lnTo>
                    <a:pt x="8611" y="12652"/>
                  </a:lnTo>
                  <a:lnTo>
                    <a:pt x="8751" y="12443"/>
                  </a:lnTo>
                  <a:lnTo>
                    <a:pt x="8751" y="12304"/>
                  </a:lnTo>
                  <a:lnTo>
                    <a:pt x="8681" y="12163"/>
                  </a:lnTo>
                  <a:lnTo>
                    <a:pt x="8543" y="12024"/>
                  </a:lnTo>
                  <a:lnTo>
                    <a:pt x="8335" y="11953"/>
                  </a:lnTo>
                  <a:lnTo>
                    <a:pt x="6945" y="11953"/>
                  </a:lnTo>
                  <a:lnTo>
                    <a:pt x="7432" y="11463"/>
                  </a:lnTo>
                  <a:lnTo>
                    <a:pt x="7918" y="10905"/>
                  </a:lnTo>
                  <a:lnTo>
                    <a:pt x="8127" y="10905"/>
                  </a:lnTo>
                  <a:lnTo>
                    <a:pt x="8265" y="10834"/>
                  </a:lnTo>
                  <a:lnTo>
                    <a:pt x="8403" y="10625"/>
                  </a:lnTo>
                  <a:lnTo>
                    <a:pt x="8473" y="10415"/>
                  </a:lnTo>
                  <a:lnTo>
                    <a:pt x="8335" y="6571"/>
                  </a:lnTo>
                  <a:lnTo>
                    <a:pt x="8265" y="4753"/>
                  </a:lnTo>
                  <a:lnTo>
                    <a:pt x="8195" y="3844"/>
                  </a:lnTo>
                  <a:lnTo>
                    <a:pt x="8127" y="2935"/>
                  </a:lnTo>
                  <a:lnTo>
                    <a:pt x="8056" y="2725"/>
                  </a:lnTo>
                  <a:lnTo>
                    <a:pt x="8611" y="2866"/>
                  </a:lnTo>
                  <a:lnTo>
                    <a:pt x="9376" y="3005"/>
                  </a:lnTo>
                  <a:lnTo>
                    <a:pt x="9793" y="3005"/>
                  </a:lnTo>
                  <a:lnTo>
                    <a:pt x="10139" y="2866"/>
                  </a:lnTo>
                  <a:lnTo>
                    <a:pt x="10209" y="2796"/>
                  </a:lnTo>
                  <a:lnTo>
                    <a:pt x="10279" y="2725"/>
                  </a:lnTo>
                  <a:lnTo>
                    <a:pt x="10279" y="2586"/>
                  </a:lnTo>
                  <a:lnTo>
                    <a:pt x="10209" y="2516"/>
                  </a:lnTo>
                  <a:lnTo>
                    <a:pt x="9931" y="2306"/>
                  </a:lnTo>
                  <a:lnTo>
                    <a:pt x="9584" y="2235"/>
                  </a:lnTo>
                  <a:lnTo>
                    <a:pt x="8960" y="2167"/>
                  </a:lnTo>
                  <a:lnTo>
                    <a:pt x="7986" y="2026"/>
                  </a:lnTo>
                  <a:lnTo>
                    <a:pt x="7918" y="1957"/>
                  </a:lnTo>
                  <a:lnTo>
                    <a:pt x="7848" y="1887"/>
                  </a:lnTo>
                  <a:lnTo>
                    <a:pt x="7570" y="1887"/>
                  </a:lnTo>
                  <a:lnTo>
                    <a:pt x="7293" y="1957"/>
                  </a:lnTo>
                  <a:lnTo>
                    <a:pt x="7015" y="2026"/>
                  </a:lnTo>
                  <a:lnTo>
                    <a:pt x="6807" y="2026"/>
                  </a:lnTo>
                  <a:lnTo>
                    <a:pt x="6667" y="1957"/>
                  </a:lnTo>
                  <a:lnTo>
                    <a:pt x="6599" y="1887"/>
                  </a:lnTo>
                  <a:lnTo>
                    <a:pt x="6458" y="1677"/>
                  </a:lnTo>
                  <a:lnTo>
                    <a:pt x="6458" y="1328"/>
                  </a:lnTo>
                  <a:lnTo>
                    <a:pt x="6599" y="1187"/>
                  </a:lnTo>
                  <a:lnTo>
                    <a:pt x="6737" y="1048"/>
                  </a:lnTo>
                  <a:lnTo>
                    <a:pt x="7083" y="909"/>
                  </a:lnTo>
                  <a:lnTo>
                    <a:pt x="7432" y="839"/>
                  </a:lnTo>
                  <a:close/>
                  <a:moveTo>
                    <a:pt x="11529" y="15380"/>
                  </a:moveTo>
                  <a:lnTo>
                    <a:pt x="11599" y="15519"/>
                  </a:lnTo>
                  <a:lnTo>
                    <a:pt x="11599" y="15658"/>
                  </a:lnTo>
                  <a:lnTo>
                    <a:pt x="11529" y="15799"/>
                  </a:lnTo>
                  <a:lnTo>
                    <a:pt x="11459" y="15938"/>
                  </a:lnTo>
                  <a:lnTo>
                    <a:pt x="11321" y="16008"/>
                  </a:lnTo>
                  <a:lnTo>
                    <a:pt x="11182" y="16008"/>
                  </a:lnTo>
                  <a:lnTo>
                    <a:pt x="11042" y="15938"/>
                  </a:lnTo>
                  <a:lnTo>
                    <a:pt x="10904" y="15799"/>
                  </a:lnTo>
                  <a:lnTo>
                    <a:pt x="10904" y="15589"/>
                  </a:lnTo>
                  <a:lnTo>
                    <a:pt x="11042" y="15519"/>
                  </a:lnTo>
                  <a:lnTo>
                    <a:pt x="11251" y="15380"/>
                  </a:lnTo>
                  <a:lnTo>
                    <a:pt x="11391" y="15448"/>
                  </a:lnTo>
                  <a:lnTo>
                    <a:pt x="11459" y="15448"/>
                  </a:lnTo>
                  <a:lnTo>
                    <a:pt x="11529" y="15380"/>
                  </a:lnTo>
                  <a:close/>
                  <a:moveTo>
                    <a:pt x="11182" y="14539"/>
                  </a:moveTo>
                  <a:lnTo>
                    <a:pt x="10974" y="14610"/>
                  </a:lnTo>
                  <a:lnTo>
                    <a:pt x="10766" y="14680"/>
                  </a:lnTo>
                  <a:lnTo>
                    <a:pt x="10558" y="14819"/>
                  </a:lnTo>
                  <a:lnTo>
                    <a:pt x="10349" y="15029"/>
                  </a:lnTo>
                  <a:lnTo>
                    <a:pt x="10349" y="15099"/>
                  </a:lnTo>
                  <a:lnTo>
                    <a:pt x="10279" y="15239"/>
                  </a:lnTo>
                  <a:lnTo>
                    <a:pt x="10418" y="15380"/>
                  </a:lnTo>
                  <a:lnTo>
                    <a:pt x="10279" y="15658"/>
                  </a:lnTo>
                  <a:lnTo>
                    <a:pt x="10279" y="15938"/>
                  </a:lnTo>
                  <a:lnTo>
                    <a:pt x="10349" y="16148"/>
                  </a:lnTo>
                  <a:lnTo>
                    <a:pt x="10488" y="16357"/>
                  </a:lnTo>
                  <a:lnTo>
                    <a:pt x="10696" y="16567"/>
                  </a:lnTo>
                  <a:lnTo>
                    <a:pt x="10974" y="16637"/>
                  </a:lnTo>
                  <a:lnTo>
                    <a:pt x="11182" y="16708"/>
                  </a:lnTo>
                  <a:lnTo>
                    <a:pt x="11459" y="16708"/>
                  </a:lnTo>
                  <a:lnTo>
                    <a:pt x="11737" y="16637"/>
                  </a:lnTo>
                  <a:lnTo>
                    <a:pt x="11946" y="16498"/>
                  </a:lnTo>
                  <a:lnTo>
                    <a:pt x="12086" y="16357"/>
                  </a:lnTo>
                  <a:lnTo>
                    <a:pt x="12224" y="16148"/>
                  </a:lnTo>
                  <a:lnTo>
                    <a:pt x="12294" y="15867"/>
                  </a:lnTo>
                  <a:lnTo>
                    <a:pt x="12294" y="15380"/>
                  </a:lnTo>
                  <a:lnTo>
                    <a:pt x="12224" y="15170"/>
                  </a:lnTo>
                  <a:lnTo>
                    <a:pt x="12086" y="14960"/>
                  </a:lnTo>
                  <a:lnTo>
                    <a:pt x="11946" y="14819"/>
                  </a:lnTo>
                  <a:lnTo>
                    <a:pt x="11737" y="14680"/>
                  </a:lnTo>
                  <a:lnTo>
                    <a:pt x="11459" y="14610"/>
                  </a:lnTo>
                  <a:lnTo>
                    <a:pt x="11182" y="14539"/>
                  </a:lnTo>
                  <a:close/>
                  <a:moveTo>
                    <a:pt x="8473" y="17405"/>
                  </a:moveTo>
                  <a:lnTo>
                    <a:pt x="8543" y="17686"/>
                  </a:lnTo>
                  <a:lnTo>
                    <a:pt x="8473" y="17895"/>
                  </a:lnTo>
                  <a:lnTo>
                    <a:pt x="8335" y="18175"/>
                  </a:lnTo>
                  <a:lnTo>
                    <a:pt x="8056" y="18385"/>
                  </a:lnTo>
                  <a:lnTo>
                    <a:pt x="7918" y="18455"/>
                  </a:lnTo>
                  <a:lnTo>
                    <a:pt x="7778" y="18455"/>
                  </a:lnTo>
                  <a:lnTo>
                    <a:pt x="7640" y="18385"/>
                  </a:lnTo>
                  <a:lnTo>
                    <a:pt x="7502" y="18246"/>
                  </a:lnTo>
                  <a:lnTo>
                    <a:pt x="7432" y="18105"/>
                  </a:lnTo>
                  <a:lnTo>
                    <a:pt x="7432" y="17966"/>
                  </a:lnTo>
                  <a:lnTo>
                    <a:pt x="7502" y="17825"/>
                  </a:lnTo>
                  <a:lnTo>
                    <a:pt x="7640" y="17686"/>
                  </a:lnTo>
                  <a:lnTo>
                    <a:pt x="7986" y="17546"/>
                  </a:lnTo>
                  <a:lnTo>
                    <a:pt x="8335" y="17476"/>
                  </a:lnTo>
                  <a:lnTo>
                    <a:pt x="8403" y="17476"/>
                  </a:lnTo>
                  <a:lnTo>
                    <a:pt x="8473" y="17405"/>
                  </a:lnTo>
                  <a:close/>
                  <a:moveTo>
                    <a:pt x="14655" y="17895"/>
                  </a:moveTo>
                  <a:lnTo>
                    <a:pt x="14793" y="18034"/>
                  </a:lnTo>
                  <a:lnTo>
                    <a:pt x="14863" y="18246"/>
                  </a:lnTo>
                  <a:lnTo>
                    <a:pt x="14863" y="18455"/>
                  </a:lnTo>
                  <a:lnTo>
                    <a:pt x="14793" y="18665"/>
                  </a:lnTo>
                  <a:lnTo>
                    <a:pt x="14585" y="18804"/>
                  </a:lnTo>
                  <a:lnTo>
                    <a:pt x="14307" y="18875"/>
                  </a:lnTo>
                  <a:lnTo>
                    <a:pt x="14098" y="18875"/>
                  </a:lnTo>
                  <a:lnTo>
                    <a:pt x="13822" y="18804"/>
                  </a:lnTo>
                  <a:lnTo>
                    <a:pt x="13682" y="18665"/>
                  </a:lnTo>
                  <a:lnTo>
                    <a:pt x="13822" y="18385"/>
                  </a:lnTo>
                  <a:lnTo>
                    <a:pt x="13960" y="18175"/>
                  </a:lnTo>
                  <a:lnTo>
                    <a:pt x="14168" y="18034"/>
                  </a:lnTo>
                  <a:lnTo>
                    <a:pt x="14447" y="17966"/>
                  </a:lnTo>
                  <a:lnTo>
                    <a:pt x="14585" y="17895"/>
                  </a:lnTo>
                  <a:close/>
                  <a:moveTo>
                    <a:pt x="8403" y="16498"/>
                  </a:moveTo>
                  <a:lnTo>
                    <a:pt x="8127" y="16567"/>
                  </a:lnTo>
                  <a:lnTo>
                    <a:pt x="7848" y="16567"/>
                  </a:lnTo>
                  <a:lnTo>
                    <a:pt x="7710" y="16637"/>
                  </a:lnTo>
                  <a:lnTo>
                    <a:pt x="7570" y="16776"/>
                  </a:lnTo>
                  <a:lnTo>
                    <a:pt x="7502" y="17057"/>
                  </a:lnTo>
                  <a:lnTo>
                    <a:pt x="7083" y="17266"/>
                  </a:lnTo>
                  <a:lnTo>
                    <a:pt x="6807" y="17615"/>
                  </a:lnTo>
                  <a:lnTo>
                    <a:pt x="6737" y="17825"/>
                  </a:lnTo>
                  <a:lnTo>
                    <a:pt x="6667" y="18105"/>
                  </a:lnTo>
                  <a:lnTo>
                    <a:pt x="6737" y="18314"/>
                  </a:lnTo>
                  <a:lnTo>
                    <a:pt x="6807" y="18595"/>
                  </a:lnTo>
                  <a:lnTo>
                    <a:pt x="7015" y="18804"/>
                  </a:lnTo>
                  <a:lnTo>
                    <a:pt x="7153" y="19014"/>
                  </a:lnTo>
                  <a:lnTo>
                    <a:pt x="7432" y="19153"/>
                  </a:lnTo>
                  <a:lnTo>
                    <a:pt x="7640" y="19224"/>
                  </a:lnTo>
                  <a:lnTo>
                    <a:pt x="8265" y="19224"/>
                  </a:lnTo>
                  <a:lnTo>
                    <a:pt x="8543" y="19084"/>
                  </a:lnTo>
                  <a:lnTo>
                    <a:pt x="8751" y="18875"/>
                  </a:lnTo>
                  <a:lnTo>
                    <a:pt x="8960" y="18665"/>
                  </a:lnTo>
                  <a:lnTo>
                    <a:pt x="9168" y="18385"/>
                  </a:lnTo>
                  <a:lnTo>
                    <a:pt x="9238" y="18105"/>
                  </a:lnTo>
                  <a:lnTo>
                    <a:pt x="9306" y="17825"/>
                  </a:lnTo>
                  <a:lnTo>
                    <a:pt x="9306" y="17476"/>
                  </a:lnTo>
                  <a:lnTo>
                    <a:pt x="9238" y="17196"/>
                  </a:lnTo>
                  <a:lnTo>
                    <a:pt x="9098" y="16918"/>
                  </a:lnTo>
                  <a:lnTo>
                    <a:pt x="8960" y="16708"/>
                  </a:lnTo>
                  <a:lnTo>
                    <a:pt x="8681" y="16567"/>
                  </a:lnTo>
                  <a:lnTo>
                    <a:pt x="8403" y="16498"/>
                  </a:lnTo>
                  <a:close/>
                  <a:moveTo>
                    <a:pt x="14098" y="17057"/>
                  </a:moveTo>
                  <a:lnTo>
                    <a:pt x="13890" y="17127"/>
                  </a:lnTo>
                  <a:lnTo>
                    <a:pt x="13752" y="17266"/>
                  </a:lnTo>
                  <a:lnTo>
                    <a:pt x="13682" y="17405"/>
                  </a:lnTo>
                  <a:lnTo>
                    <a:pt x="13682" y="17546"/>
                  </a:lnTo>
                  <a:lnTo>
                    <a:pt x="13473" y="17756"/>
                  </a:lnTo>
                  <a:lnTo>
                    <a:pt x="13265" y="17895"/>
                  </a:lnTo>
                  <a:lnTo>
                    <a:pt x="13127" y="18105"/>
                  </a:lnTo>
                  <a:lnTo>
                    <a:pt x="13057" y="18314"/>
                  </a:lnTo>
                  <a:lnTo>
                    <a:pt x="13057" y="18246"/>
                  </a:lnTo>
                  <a:lnTo>
                    <a:pt x="12987" y="18314"/>
                  </a:lnTo>
                  <a:lnTo>
                    <a:pt x="12919" y="18595"/>
                  </a:lnTo>
                  <a:lnTo>
                    <a:pt x="12919" y="18875"/>
                  </a:lnTo>
                  <a:lnTo>
                    <a:pt x="12987" y="19014"/>
                  </a:lnTo>
                  <a:lnTo>
                    <a:pt x="13057" y="19153"/>
                  </a:lnTo>
                  <a:lnTo>
                    <a:pt x="13265" y="19294"/>
                  </a:lnTo>
                  <a:lnTo>
                    <a:pt x="13335" y="19363"/>
                  </a:lnTo>
                  <a:lnTo>
                    <a:pt x="13335" y="19433"/>
                  </a:lnTo>
                  <a:lnTo>
                    <a:pt x="13682" y="19572"/>
                  </a:lnTo>
                  <a:lnTo>
                    <a:pt x="13960" y="19713"/>
                  </a:lnTo>
                  <a:lnTo>
                    <a:pt x="14585" y="19713"/>
                  </a:lnTo>
                  <a:lnTo>
                    <a:pt x="14863" y="19572"/>
                  </a:lnTo>
                  <a:lnTo>
                    <a:pt x="15142" y="19433"/>
                  </a:lnTo>
                  <a:lnTo>
                    <a:pt x="15350" y="19224"/>
                  </a:lnTo>
                  <a:lnTo>
                    <a:pt x="15488" y="18943"/>
                  </a:lnTo>
                  <a:lnTo>
                    <a:pt x="15626" y="18665"/>
                  </a:lnTo>
                  <a:lnTo>
                    <a:pt x="15696" y="18314"/>
                  </a:lnTo>
                  <a:lnTo>
                    <a:pt x="15626" y="18034"/>
                  </a:lnTo>
                  <a:lnTo>
                    <a:pt x="15558" y="17756"/>
                  </a:lnTo>
                  <a:lnTo>
                    <a:pt x="15418" y="17476"/>
                  </a:lnTo>
                  <a:lnTo>
                    <a:pt x="15142" y="17196"/>
                  </a:lnTo>
                  <a:lnTo>
                    <a:pt x="15001" y="17127"/>
                  </a:lnTo>
                  <a:lnTo>
                    <a:pt x="14863" y="17057"/>
                  </a:lnTo>
                  <a:close/>
                  <a:moveTo>
                    <a:pt x="13195" y="13771"/>
                  </a:moveTo>
                  <a:lnTo>
                    <a:pt x="13682" y="13910"/>
                  </a:lnTo>
                  <a:lnTo>
                    <a:pt x="14655" y="14329"/>
                  </a:lnTo>
                  <a:lnTo>
                    <a:pt x="15280" y="14610"/>
                  </a:lnTo>
                  <a:lnTo>
                    <a:pt x="16043" y="14749"/>
                  </a:lnTo>
                  <a:lnTo>
                    <a:pt x="16391" y="14819"/>
                  </a:lnTo>
                  <a:lnTo>
                    <a:pt x="16808" y="14819"/>
                  </a:lnTo>
                  <a:lnTo>
                    <a:pt x="17154" y="14749"/>
                  </a:lnTo>
                  <a:lnTo>
                    <a:pt x="17503" y="14610"/>
                  </a:lnTo>
                  <a:lnTo>
                    <a:pt x="18127" y="15380"/>
                  </a:lnTo>
                  <a:lnTo>
                    <a:pt x="19169" y="16847"/>
                  </a:lnTo>
                  <a:lnTo>
                    <a:pt x="20142" y="18385"/>
                  </a:lnTo>
                  <a:lnTo>
                    <a:pt x="20419" y="18804"/>
                  </a:lnTo>
                  <a:lnTo>
                    <a:pt x="20489" y="19084"/>
                  </a:lnTo>
                  <a:lnTo>
                    <a:pt x="20419" y="19363"/>
                  </a:lnTo>
                  <a:lnTo>
                    <a:pt x="20350" y="19504"/>
                  </a:lnTo>
                  <a:lnTo>
                    <a:pt x="20142" y="19713"/>
                  </a:lnTo>
                  <a:lnTo>
                    <a:pt x="19794" y="19923"/>
                  </a:lnTo>
                  <a:lnTo>
                    <a:pt x="19377" y="20203"/>
                  </a:lnTo>
                  <a:lnTo>
                    <a:pt x="18474" y="20133"/>
                  </a:lnTo>
                  <a:lnTo>
                    <a:pt x="17571" y="19993"/>
                  </a:lnTo>
                  <a:lnTo>
                    <a:pt x="15766" y="19923"/>
                  </a:lnTo>
                  <a:lnTo>
                    <a:pt x="13960" y="19993"/>
                  </a:lnTo>
                  <a:lnTo>
                    <a:pt x="12154" y="20062"/>
                  </a:lnTo>
                  <a:lnTo>
                    <a:pt x="3959" y="20342"/>
                  </a:lnTo>
                  <a:lnTo>
                    <a:pt x="2015" y="20413"/>
                  </a:lnTo>
                  <a:lnTo>
                    <a:pt x="1390" y="20413"/>
                  </a:lnTo>
                  <a:lnTo>
                    <a:pt x="1181" y="20272"/>
                  </a:lnTo>
                  <a:lnTo>
                    <a:pt x="1111" y="20203"/>
                  </a:lnTo>
                  <a:lnTo>
                    <a:pt x="1041" y="20133"/>
                  </a:lnTo>
                  <a:lnTo>
                    <a:pt x="1111" y="19852"/>
                  </a:lnTo>
                  <a:lnTo>
                    <a:pt x="1390" y="19433"/>
                  </a:lnTo>
                  <a:lnTo>
                    <a:pt x="2015" y="18455"/>
                  </a:lnTo>
                  <a:lnTo>
                    <a:pt x="2918" y="18246"/>
                  </a:lnTo>
                  <a:lnTo>
                    <a:pt x="3334" y="18175"/>
                  </a:lnTo>
                  <a:lnTo>
                    <a:pt x="3819" y="18105"/>
                  </a:lnTo>
                  <a:lnTo>
                    <a:pt x="3959" y="18034"/>
                  </a:lnTo>
                  <a:lnTo>
                    <a:pt x="4027" y="17966"/>
                  </a:lnTo>
                  <a:lnTo>
                    <a:pt x="4097" y="17686"/>
                  </a:lnTo>
                  <a:lnTo>
                    <a:pt x="4027" y="17476"/>
                  </a:lnTo>
                  <a:lnTo>
                    <a:pt x="3959" y="17405"/>
                  </a:lnTo>
                  <a:lnTo>
                    <a:pt x="3819" y="17337"/>
                  </a:lnTo>
                  <a:lnTo>
                    <a:pt x="3543" y="17266"/>
                  </a:lnTo>
                  <a:lnTo>
                    <a:pt x="3264" y="17266"/>
                  </a:lnTo>
                  <a:lnTo>
                    <a:pt x="2639" y="17405"/>
                  </a:lnTo>
                  <a:lnTo>
                    <a:pt x="3402" y="16287"/>
                  </a:lnTo>
                  <a:lnTo>
                    <a:pt x="3473" y="16218"/>
                  </a:lnTo>
                  <a:lnTo>
                    <a:pt x="3681" y="16287"/>
                  </a:lnTo>
                  <a:lnTo>
                    <a:pt x="3959" y="16357"/>
                  </a:lnTo>
                  <a:lnTo>
                    <a:pt x="4654" y="16428"/>
                  </a:lnTo>
                  <a:lnTo>
                    <a:pt x="5625" y="16428"/>
                  </a:lnTo>
                  <a:lnTo>
                    <a:pt x="5834" y="16357"/>
                  </a:lnTo>
                  <a:lnTo>
                    <a:pt x="5974" y="16218"/>
                  </a:lnTo>
                  <a:lnTo>
                    <a:pt x="6042" y="16008"/>
                  </a:lnTo>
                  <a:lnTo>
                    <a:pt x="5974" y="15799"/>
                  </a:lnTo>
                  <a:lnTo>
                    <a:pt x="5834" y="15658"/>
                  </a:lnTo>
                  <a:lnTo>
                    <a:pt x="5625" y="15589"/>
                  </a:lnTo>
                  <a:lnTo>
                    <a:pt x="3889" y="15589"/>
                  </a:lnTo>
                  <a:lnTo>
                    <a:pt x="4792" y="14329"/>
                  </a:lnTo>
                  <a:lnTo>
                    <a:pt x="5209" y="14400"/>
                  </a:lnTo>
                  <a:lnTo>
                    <a:pt x="5487" y="14680"/>
                  </a:lnTo>
                  <a:lnTo>
                    <a:pt x="5765" y="14819"/>
                  </a:lnTo>
                  <a:lnTo>
                    <a:pt x="6042" y="14960"/>
                  </a:lnTo>
                  <a:lnTo>
                    <a:pt x="6390" y="15099"/>
                  </a:lnTo>
                  <a:lnTo>
                    <a:pt x="7083" y="15170"/>
                  </a:lnTo>
                  <a:lnTo>
                    <a:pt x="7710" y="15170"/>
                  </a:lnTo>
                  <a:lnTo>
                    <a:pt x="8611" y="15029"/>
                  </a:lnTo>
                  <a:lnTo>
                    <a:pt x="9376" y="14819"/>
                  </a:lnTo>
                  <a:lnTo>
                    <a:pt x="10974" y="14120"/>
                  </a:lnTo>
                  <a:lnTo>
                    <a:pt x="11807" y="13842"/>
                  </a:lnTo>
                  <a:lnTo>
                    <a:pt x="12294" y="13771"/>
                  </a:lnTo>
                  <a:close/>
                  <a:moveTo>
                    <a:pt x="7640" y="0"/>
                  </a:moveTo>
                  <a:lnTo>
                    <a:pt x="7223" y="69"/>
                  </a:lnTo>
                  <a:lnTo>
                    <a:pt x="6807" y="139"/>
                  </a:lnTo>
                  <a:lnTo>
                    <a:pt x="6458" y="278"/>
                  </a:lnTo>
                  <a:lnTo>
                    <a:pt x="6112" y="488"/>
                  </a:lnTo>
                  <a:lnTo>
                    <a:pt x="5904" y="768"/>
                  </a:lnTo>
                  <a:lnTo>
                    <a:pt x="5695" y="1048"/>
                  </a:lnTo>
                  <a:lnTo>
                    <a:pt x="5625" y="1467"/>
                  </a:lnTo>
                  <a:lnTo>
                    <a:pt x="5695" y="1887"/>
                  </a:lnTo>
                  <a:lnTo>
                    <a:pt x="5834" y="2235"/>
                  </a:lnTo>
                  <a:lnTo>
                    <a:pt x="5974" y="2447"/>
                  </a:lnTo>
                  <a:lnTo>
                    <a:pt x="6182" y="2586"/>
                  </a:lnTo>
                  <a:lnTo>
                    <a:pt x="6458" y="2725"/>
                  </a:lnTo>
                  <a:lnTo>
                    <a:pt x="6737" y="2796"/>
                  </a:lnTo>
                  <a:lnTo>
                    <a:pt x="7015" y="2796"/>
                  </a:lnTo>
                  <a:lnTo>
                    <a:pt x="7293" y="2725"/>
                  </a:lnTo>
                  <a:lnTo>
                    <a:pt x="7570" y="2657"/>
                  </a:lnTo>
                  <a:lnTo>
                    <a:pt x="7710" y="2657"/>
                  </a:lnTo>
                  <a:lnTo>
                    <a:pt x="7502" y="2796"/>
                  </a:lnTo>
                  <a:lnTo>
                    <a:pt x="7432" y="3005"/>
                  </a:lnTo>
                  <a:lnTo>
                    <a:pt x="7362" y="3914"/>
                  </a:lnTo>
                  <a:lnTo>
                    <a:pt x="7362" y="4824"/>
                  </a:lnTo>
                  <a:lnTo>
                    <a:pt x="7432" y="6571"/>
                  </a:lnTo>
                  <a:lnTo>
                    <a:pt x="7432" y="10066"/>
                  </a:lnTo>
                  <a:lnTo>
                    <a:pt x="7502" y="10415"/>
                  </a:lnTo>
                  <a:lnTo>
                    <a:pt x="7502" y="10486"/>
                  </a:lnTo>
                  <a:lnTo>
                    <a:pt x="7083" y="10695"/>
                  </a:lnTo>
                  <a:lnTo>
                    <a:pt x="6737" y="10905"/>
                  </a:lnTo>
                  <a:lnTo>
                    <a:pt x="6112" y="11463"/>
                  </a:lnTo>
                  <a:lnTo>
                    <a:pt x="5487" y="12094"/>
                  </a:lnTo>
                  <a:lnTo>
                    <a:pt x="4930" y="12723"/>
                  </a:lnTo>
                  <a:lnTo>
                    <a:pt x="4237" y="13491"/>
                  </a:lnTo>
                  <a:lnTo>
                    <a:pt x="3611" y="14261"/>
                  </a:lnTo>
                  <a:lnTo>
                    <a:pt x="2431" y="15938"/>
                  </a:lnTo>
                  <a:lnTo>
                    <a:pt x="1320" y="17615"/>
                  </a:lnTo>
                  <a:lnTo>
                    <a:pt x="278" y="19294"/>
                  </a:lnTo>
                  <a:lnTo>
                    <a:pt x="70" y="19643"/>
                  </a:lnTo>
                  <a:lnTo>
                    <a:pt x="0" y="19993"/>
                  </a:lnTo>
                  <a:lnTo>
                    <a:pt x="70" y="20342"/>
                  </a:lnTo>
                  <a:lnTo>
                    <a:pt x="208" y="20691"/>
                  </a:lnTo>
                  <a:lnTo>
                    <a:pt x="417" y="20971"/>
                  </a:lnTo>
                  <a:lnTo>
                    <a:pt x="695" y="21181"/>
                  </a:lnTo>
                  <a:lnTo>
                    <a:pt x="1041" y="21390"/>
                  </a:lnTo>
                  <a:lnTo>
                    <a:pt x="1458" y="21461"/>
                  </a:lnTo>
                  <a:lnTo>
                    <a:pt x="2499" y="21531"/>
                  </a:lnTo>
                  <a:lnTo>
                    <a:pt x="3543" y="21461"/>
                  </a:lnTo>
                  <a:lnTo>
                    <a:pt x="5695" y="21322"/>
                  </a:lnTo>
                  <a:lnTo>
                    <a:pt x="10418" y="21181"/>
                  </a:lnTo>
                  <a:lnTo>
                    <a:pt x="14098" y="21042"/>
                  </a:lnTo>
                  <a:lnTo>
                    <a:pt x="15905" y="20971"/>
                  </a:lnTo>
                  <a:lnTo>
                    <a:pt x="17711" y="21042"/>
                  </a:lnTo>
                  <a:lnTo>
                    <a:pt x="17779" y="21251"/>
                  </a:lnTo>
                  <a:lnTo>
                    <a:pt x="17919" y="21390"/>
                  </a:lnTo>
                  <a:lnTo>
                    <a:pt x="18198" y="21531"/>
                  </a:lnTo>
                  <a:lnTo>
                    <a:pt x="18544" y="21600"/>
                  </a:lnTo>
                  <a:lnTo>
                    <a:pt x="18891" y="21600"/>
                  </a:lnTo>
                  <a:lnTo>
                    <a:pt x="19169" y="21531"/>
                  </a:lnTo>
                  <a:lnTo>
                    <a:pt x="19447" y="21531"/>
                  </a:lnTo>
                  <a:lnTo>
                    <a:pt x="19655" y="21461"/>
                  </a:lnTo>
                  <a:lnTo>
                    <a:pt x="19794" y="21322"/>
                  </a:lnTo>
                  <a:lnTo>
                    <a:pt x="20002" y="21181"/>
                  </a:lnTo>
                  <a:lnTo>
                    <a:pt x="20419" y="20901"/>
                  </a:lnTo>
                  <a:lnTo>
                    <a:pt x="20767" y="20552"/>
                  </a:lnTo>
                  <a:lnTo>
                    <a:pt x="21113" y="20203"/>
                  </a:lnTo>
                  <a:lnTo>
                    <a:pt x="21392" y="19923"/>
                  </a:lnTo>
                  <a:lnTo>
                    <a:pt x="21462" y="19643"/>
                  </a:lnTo>
                  <a:lnTo>
                    <a:pt x="21530" y="19433"/>
                  </a:lnTo>
                  <a:lnTo>
                    <a:pt x="21600" y="19153"/>
                  </a:lnTo>
                  <a:lnTo>
                    <a:pt x="21530" y="18943"/>
                  </a:lnTo>
                  <a:lnTo>
                    <a:pt x="21392" y="18455"/>
                  </a:lnTo>
                  <a:lnTo>
                    <a:pt x="21183" y="18034"/>
                  </a:lnTo>
                  <a:lnTo>
                    <a:pt x="20559" y="16986"/>
                  </a:lnTo>
                  <a:lnTo>
                    <a:pt x="19864" y="15938"/>
                  </a:lnTo>
                  <a:lnTo>
                    <a:pt x="19169" y="15029"/>
                  </a:lnTo>
                  <a:lnTo>
                    <a:pt x="18406" y="14120"/>
                  </a:lnTo>
                  <a:lnTo>
                    <a:pt x="17641" y="13211"/>
                  </a:lnTo>
                  <a:lnTo>
                    <a:pt x="16808" y="12372"/>
                  </a:lnTo>
                  <a:lnTo>
                    <a:pt x="16043" y="11673"/>
                  </a:lnTo>
                  <a:lnTo>
                    <a:pt x="15280" y="10975"/>
                  </a:lnTo>
                  <a:lnTo>
                    <a:pt x="14863" y="10625"/>
                  </a:lnTo>
                  <a:lnTo>
                    <a:pt x="14377" y="10346"/>
                  </a:lnTo>
                  <a:lnTo>
                    <a:pt x="13960" y="10135"/>
                  </a:lnTo>
                  <a:lnTo>
                    <a:pt x="13473" y="9925"/>
                  </a:lnTo>
                  <a:lnTo>
                    <a:pt x="13473" y="9857"/>
                  </a:lnTo>
                  <a:lnTo>
                    <a:pt x="13614" y="9437"/>
                  </a:lnTo>
                  <a:lnTo>
                    <a:pt x="13682" y="8948"/>
                  </a:lnTo>
                  <a:lnTo>
                    <a:pt x="13682" y="6990"/>
                  </a:lnTo>
                  <a:lnTo>
                    <a:pt x="13614" y="6081"/>
                  </a:lnTo>
                  <a:lnTo>
                    <a:pt x="13544" y="5382"/>
                  </a:lnTo>
                  <a:lnTo>
                    <a:pt x="13473" y="4543"/>
                  </a:lnTo>
                  <a:lnTo>
                    <a:pt x="13335" y="4124"/>
                  </a:lnTo>
                  <a:lnTo>
                    <a:pt x="13265" y="3705"/>
                  </a:lnTo>
                  <a:lnTo>
                    <a:pt x="13127" y="3354"/>
                  </a:lnTo>
                  <a:lnTo>
                    <a:pt x="12919" y="3076"/>
                  </a:lnTo>
                  <a:lnTo>
                    <a:pt x="13614" y="3145"/>
                  </a:lnTo>
                  <a:lnTo>
                    <a:pt x="14238" y="3145"/>
                  </a:lnTo>
                  <a:lnTo>
                    <a:pt x="14863" y="2935"/>
                  </a:lnTo>
                  <a:lnTo>
                    <a:pt x="15142" y="2796"/>
                  </a:lnTo>
                  <a:lnTo>
                    <a:pt x="15418" y="2586"/>
                  </a:lnTo>
                  <a:lnTo>
                    <a:pt x="15626" y="2376"/>
                  </a:lnTo>
                  <a:lnTo>
                    <a:pt x="15626" y="2096"/>
                  </a:lnTo>
                  <a:lnTo>
                    <a:pt x="15418" y="1187"/>
                  </a:lnTo>
                  <a:lnTo>
                    <a:pt x="15280" y="768"/>
                  </a:lnTo>
                  <a:lnTo>
                    <a:pt x="15142" y="558"/>
                  </a:lnTo>
                  <a:lnTo>
                    <a:pt x="15001" y="419"/>
                  </a:lnTo>
                  <a:lnTo>
                    <a:pt x="14863" y="278"/>
                  </a:lnTo>
                  <a:lnTo>
                    <a:pt x="14723" y="278"/>
                  </a:lnTo>
                  <a:lnTo>
                    <a:pt x="14447" y="210"/>
                  </a:lnTo>
                  <a:lnTo>
                    <a:pt x="12919" y="139"/>
                  </a:lnTo>
                  <a:lnTo>
                    <a:pt x="7640"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171" name="Google Shape;384;p7"/>
            <p:cNvSpPr/>
            <p:nvPr/>
          </p:nvSpPr>
          <p:spPr>
            <a:xfrm>
              <a:off x="1092831" y="3689557"/>
              <a:ext cx="357797" cy="44875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428" y="2160"/>
                  </a:moveTo>
                  <a:lnTo>
                    <a:pt x="20648" y="2628"/>
                  </a:lnTo>
                  <a:lnTo>
                    <a:pt x="20648" y="3678"/>
                  </a:lnTo>
                  <a:lnTo>
                    <a:pt x="20428" y="4144"/>
                  </a:lnTo>
                  <a:lnTo>
                    <a:pt x="20428" y="4087"/>
                  </a:lnTo>
                  <a:lnTo>
                    <a:pt x="20354" y="3094"/>
                  </a:lnTo>
                  <a:lnTo>
                    <a:pt x="20428" y="2160"/>
                  </a:lnTo>
                  <a:close/>
                  <a:moveTo>
                    <a:pt x="19037" y="3328"/>
                  </a:moveTo>
                  <a:lnTo>
                    <a:pt x="19037" y="4437"/>
                  </a:lnTo>
                  <a:lnTo>
                    <a:pt x="18891" y="3503"/>
                  </a:lnTo>
                  <a:lnTo>
                    <a:pt x="19037" y="3328"/>
                  </a:lnTo>
                  <a:close/>
                  <a:moveTo>
                    <a:pt x="19841" y="2044"/>
                  </a:moveTo>
                  <a:lnTo>
                    <a:pt x="19696" y="2919"/>
                  </a:lnTo>
                  <a:lnTo>
                    <a:pt x="19622" y="3387"/>
                  </a:lnTo>
                  <a:lnTo>
                    <a:pt x="19622" y="4203"/>
                  </a:lnTo>
                  <a:lnTo>
                    <a:pt x="19696" y="4437"/>
                  </a:lnTo>
                  <a:lnTo>
                    <a:pt x="19841" y="4671"/>
                  </a:lnTo>
                  <a:lnTo>
                    <a:pt x="19989" y="4846"/>
                  </a:lnTo>
                  <a:lnTo>
                    <a:pt x="20061" y="4846"/>
                  </a:lnTo>
                  <a:lnTo>
                    <a:pt x="19841" y="5137"/>
                  </a:lnTo>
                  <a:lnTo>
                    <a:pt x="19257" y="5779"/>
                  </a:lnTo>
                  <a:lnTo>
                    <a:pt x="19111" y="4846"/>
                  </a:lnTo>
                  <a:lnTo>
                    <a:pt x="19183" y="4962"/>
                  </a:lnTo>
                  <a:lnTo>
                    <a:pt x="19257" y="5021"/>
                  </a:lnTo>
                  <a:lnTo>
                    <a:pt x="19402" y="5079"/>
                  </a:lnTo>
                  <a:lnTo>
                    <a:pt x="19550" y="5021"/>
                  </a:lnTo>
                  <a:lnTo>
                    <a:pt x="19696" y="5021"/>
                  </a:lnTo>
                  <a:lnTo>
                    <a:pt x="19770" y="4903"/>
                  </a:lnTo>
                  <a:lnTo>
                    <a:pt x="19770" y="4728"/>
                  </a:lnTo>
                  <a:lnTo>
                    <a:pt x="19696" y="4671"/>
                  </a:lnTo>
                  <a:lnTo>
                    <a:pt x="19622" y="4612"/>
                  </a:lnTo>
                  <a:lnTo>
                    <a:pt x="19476" y="4612"/>
                  </a:lnTo>
                  <a:lnTo>
                    <a:pt x="19476" y="4203"/>
                  </a:lnTo>
                  <a:lnTo>
                    <a:pt x="19402" y="3328"/>
                  </a:lnTo>
                  <a:lnTo>
                    <a:pt x="19330" y="3210"/>
                  </a:lnTo>
                  <a:lnTo>
                    <a:pt x="19135" y="3210"/>
                  </a:lnTo>
                  <a:lnTo>
                    <a:pt x="19183" y="3153"/>
                  </a:lnTo>
                  <a:lnTo>
                    <a:pt x="19402" y="2803"/>
                  </a:lnTo>
                  <a:lnTo>
                    <a:pt x="19622" y="2453"/>
                  </a:lnTo>
                  <a:lnTo>
                    <a:pt x="19841" y="2044"/>
                  </a:lnTo>
                  <a:close/>
                  <a:moveTo>
                    <a:pt x="18598" y="3794"/>
                  </a:moveTo>
                  <a:lnTo>
                    <a:pt x="18524" y="4962"/>
                  </a:lnTo>
                  <a:lnTo>
                    <a:pt x="18598" y="6188"/>
                  </a:lnTo>
                  <a:lnTo>
                    <a:pt x="18670" y="6306"/>
                  </a:lnTo>
                  <a:lnTo>
                    <a:pt x="18159" y="6656"/>
                  </a:lnTo>
                  <a:lnTo>
                    <a:pt x="18159" y="5955"/>
                  </a:lnTo>
                  <a:lnTo>
                    <a:pt x="18011" y="5254"/>
                  </a:lnTo>
                  <a:lnTo>
                    <a:pt x="17939" y="4319"/>
                  </a:lnTo>
                  <a:lnTo>
                    <a:pt x="18231" y="4087"/>
                  </a:lnTo>
                  <a:lnTo>
                    <a:pt x="18598" y="3794"/>
                  </a:lnTo>
                  <a:close/>
                  <a:moveTo>
                    <a:pt x="16181" y="5721"/>
                  </a:moveTo>
                  <a:lnTo>
                    <a:pt x="15961" y="6188"/>
                  </a:lnTo>
                  <a:lnTo>
                    <a:pt x="15815" y="6713"/>
                  </a:lnTo>
                  <a:lnTo>
                    <a:pt x="15741" y="6013"/>
                  </a:lnTo>
                  <a:lnTo>
                    <a:pt x="16181" y="5721"/>
                  </a:lnTo>
                  <a:close/>
                  <a:moveTo>
                    <a:pt x="17426" y="4728"/>
                  </a:moveTo>
                  <a:lnTo>
                    <a:pt x="17426" y="6072"/>
                  </a:lnTo>
                  <a:lnTo>
                    <a:pt x="17500" y="6538"/>
                  </a:lnTo>
                  <a:lnTo>
                    <a:pt x="17646" y="6947"/>
                  </a:lnTo>
                  <a:lnTo>
                    <a:pt x="17646" y="7006"/>
                  </a:lnTo>
                  <a:lnTo>
                    <a:pt x="17207" y="7297"/>
                  </a:lnTo>
                  <a:lnTo>
                    <a:pt x="17280" y="6713"/>
                  </a:lnTo>
                  <a:lnTo>
                    <a:pt x="17352" y="6072"/>
                  </a:lnTo>
                  <a:lnTo>
                    <a:pt x="17352" y="5488"/>
                  </a:lnTo>
                  <a:lnTo>
                    <a:pt x="17280" y="4903"/>
                  </a:lnTo>
                  <a:lnTo>
                    <a:pt x="17426" y="4728"/>
                  </a:lnTo>
                  <a:close/>
                  <a:moveTo>
                    <a:pt x="16694" y="5312"/>
                  </a:moveTo>
                  <a:lnTo>
                    <a:pt x="16474" y="7531"/>
                  </a:lnTo>
                  <a:lnTo>
                    <a:pt x="16548" y="7647"/>
                  </a:lnTo>
                  <a:lnTo>
                    <a:pt x="16548" y="7706"/>
                  </a:lnTo>
                  <a:lnTo>
                    <a:pt x="16400" y="7822"/>
                  </a:lnTo>
                  <a:lnTo>
                    <a:pt x="16328" y="7765"/>
                  </a:lnTo>
                  <a:lnTo>
                    <a:pt x="16620" y="5604"/>
                  </a:lnTo>
                  <a:lnTo>
                    <a:pt x="16548" y="5546"/>
                  </a:lnTo>
                  <a:lnTo>
                    <a:pt x="16474" y="5488"/>
                  </a:lnTo>
                  <a:lnTo>
                    <a:pt x="16694" y="5312"/>
                  </a:lnTo>
                  <a:close/>
                  <a:moveTo>
                    <a:pt x="15376" y="6306"/>
                  </a:moveTo>
                  <a:lnTo>
                    <a:pt x="15302" y="6888"/>
                  </a:lnTo>
                  <a:lnTo>
                    <a:pt x="15157" y="7472"/>
                  </a:lnTo>
                  <a:lnTo>
                    <a:pt x="15009" y="7997"/>
                  </a:lnTo>
                  <a:lnTo>
                    <a:pt x="14789" y="8581"/>
                  </a:lnTo>
                  <a:lnTo>
                    <a:pt x="14789" y="8699"/>
                  </a:lnTo>
                  <a:lnTo>
                    <a:pt x="14644" y="8640"/>
                  </a:lnTo>
                  <a:lnTo>
                    <a:pt x="14570" y="8640"/>
                  </a:lnTo>
                  <a:lnTo>
                    <a:pt x="14570" y="7940"/>
                  </a:lnTo>
                  <a:lnTo>
                    <a:pt x="14498" y="7472"/>
                  </a:lnTo>
                  <a:lnTo>
                    <a:pt x="14424" y="6947"/>
                  </a:lnTo>
                  <a:lnTo>
                    <a:pt x="15376" y="6306"/>
                  </a:lnTo>
                  <a:close/>
                  <a:moveTo>
                    <a:pt x="14059" y="7181"/>
                  </a:moveTo>
                  <a:lnTo>
                    <a:pt x="13911" y="7997"/>
                  </a:lnTo>
                  <a:lnTo>
                    <a:pt x="13911" y="8815"/>
                  </a:lnTo>
                  <a:lnTo>
                    <a:pt x="13985" y="8990"/>
                  </a:lnTo>
                  <a:lnTo>
                    <a:pt x="14131" y="9166"/>
                  </a:lnTo>
                  <a:lnTo>
                    <a:pt x="13326" y="9632"/>
                  </a:lnTo>
                  <a:lnTo>
                    <a:pt x="13398" y="9224"/>
                  </a:lnTo>
                  <a:lnTo>
                    <a:pt x="13472" y="8815"/>
                  </a:lnTo>
                  <a:lnTo>
                    <a:pt x="13472" y="8231"/>
                  </a:lnTo>
                  <a:lnTo>
                    <a:pt x="13326" y="7706"/>
                  </a:lnTo>
                  <a:lnTo>
                    <a:pt x="14059" y="7181"/>
                  </a:lnTo>
                  <a:close/>
                  <a:moveTo>
                    <a:pt x="13178" y="7822"/>
                  </a:moveTo>
                  <a:lnTo>
                    <a:pt x="13107" y="8231"/>
                  </a:lnTo>
                  <a:lnTo>
                    <a:pt x="13033" y="8640"/>
                  </a:lnTo>
                  <a:lnTo>
                    <a:pt x="12887" y="8932"/>
                  </a:lnTo>
                  <a:lnTo>
                    <a:pt x="12739" y="9166"/>
                  </a:lnTo>
                  <a:lnTo>
                    <a:pt x="12594" y="9457"/>
                  </a:lnTo>
                  <a:lnTo>
                    <a:pt x="12594" y="9866"/>
                  </a:lnTo>
                  <a:lnTo>
                    <a:pt x="12739" y="9925"/>
                  </a:lnTo>
                  <a:lnTo>
                    <a:pt x="11935" y="10334"/>
                  </a:lnTo>
                  <a:lnTo>
                    <a:pt x="12081" y="9691"/>
                  </a:lnTo>
                  <a:lnTo>
                    <a:pt x="12081" y="9166"/>
                  </a:lnTo>
                  <a:lnTo>
                    <a:pt x="12007" y="8581"/>
                  </a:lnTo>
                  <a:lnTo>
                    <a:pt x="13178" y="7822"/>
                  </a:lnTo>
                  <a:close/>
                  <a:moveTo>
                    <a:pt x="11715" y="8815"/>
                  </a:moveTo>
                  <a:lnTo>
                    <a:pt x="11568" y="9457"/>
                  </a:lnTo>
                  <a:lnTo>
                    <a:pt x="11348" y="10100"/>
                  </a:lnTo>
                  <a:lnTo>
                    <a:pt x="11202" y="10450"/>
                  </a:lnTo>
                  <a:lnTo>
                    <a:pt x="11202" y="10741"/>
                  </a:lnTo>
                  <a:lnTo>
                    <a:pt x="10324" y="11268"/>
                  </a:lnTo>
                  <a:lnTo>
                    <a:pt x="10763" y="9457"/>
                  </a:lnTo>
                  <a:lnTo>
                    <a:pt x="11715" y="8815"/>
                  </a:lnTo>
                  <a:close/>
                  <a:moveTo>
                    <a:pt x="18231" y="759"/>
                  </a:moveTo>
                  <a:lnTo>
                    <a:pt x="18817" y="934"/>
                  </a:lnTo>
                  <a:lnTo>
                    <a:pt x="18598" y="1168"/>
                  </a:lnTo>
                  <a:lnTo>
                    <a:pt x="18598" y="1343"/>
                  </a:lnTo>
                  <a:lnTo>
                    <a:pt x="18670" y="1459"/>
                  </a:lnTo>
                  <a:lnTo>
                    <a:pt x="18817" y="1518"/>
                  </a:lnTo>
                  <a:lnTo>
                    <a:pt x="19037" y="1518"/>
                  </a:lnTo>
                  <a:lnTo>
                    <a:pt x="19037" y="1751"/>
                  </a:lnTo>
                  <a:lnTo>
                    <a:pt x="18891" y="2044"/>
                  </a:lnTo>
                  <a:lnTo>
                    <a:pt x="18598" y="2569"/>
                  </a:lnTo>
                  <a:lnTo>
                    <a:pt x="18231" y="3035"/>
                  </a:lnTo>
                  <a:lnTo>
                    <a:pt x="17791" y="3503"/>
                  </a:lnTo>
                  <a:lnTo>
                    <a:pt x="17646" y="3444"/>
                  </a:lnTo>
                  <a:lnTo>
                    <a:pt x="17572" y="3503"/>
                  </a:lnTo>
                  <a:lnTo>
                    <a:pt x="17500" y="3503"/>
                  </a:lnTo>
                  <a:lnTo>
                    <a:pt x="17426" y="3619"/>
                  </a:lnTo>
                  <a:lnTo>
                    <a:pt x="17426" y="3737"/>
                  </a:lnTo>
                  <a:lnTo>
                    <a:pt x="16694" y="4319"/>
                  </a:lnTo>
                  <a:lnTo>
                    <a:pt x="15448" y="5312"/>
                  </a:lnTo>
                  <a:lnTo>
                    <a:pt x="15302" y="5312"/>
                  </a:lnTo>
                  <a:lnTo>
                    <a:pt x="15302" y="5429"/>
                  </a:lnTo>
                  <a:lnTo>
                    <a:pt x="12959" y="7063"/>
                  </a:lnTo>
                  <a:lnTo>
                    <a:pt x="11276" y="8231"/>
                  </a:lnTo>
                  <a:lnTo>
                    <a:pt x="9591" y="9341"/>
                  </a:lnTo>
                  <a:lnTo>
                    <a:pt x="9517" y="9341"/>
                  </a:lnTo>
                  <a:lnTo>
                    <a:pt x="9446" y="9399"/>
                  </a:lnTo>
                  <a:lnTo>
                    <a:pt x="9226" y="9575"/>
                  </a:lnTo>
                  <a:lnTo>
                    <a:pt x="7761" y="10450"/>
                  </a:lnTo>
                  <a:lnTo>
                    <a:pt x="7687" y="10450"/>
                  </a:lnTo>
                  <a:lnTo>
                    <a:pt x="7615" y="10509"/>
                  </a:lnTo>
                  <a:lnTo>
                    <a:pt x="7248" y="10684"/>
                  </a:lnTo>
                  <a:lnTo>
                    <a:pt x="6663" y="10975"/>
                  </a:lnTo>
                  <a:lnTo>
                    <a:pt x="6296" y="11150"/>
                  </a:lnTo>
                  <a:lnTo>
                    <a:pt x="6076" y="11384"/>
                  </a:lnTo>
                  <a:lnTo>
                    <a:pt x="5930" y="11325"/>
                  </a:lnTo>
                  <a:lnTo>
                    <a:pt x="5198" y="10859"/>
                  </a:lnTo>
                  <a:lnTo>
                    <a:pt x="4613" y="10275"/>
                  </a:lnTo>
                  <a:lnTo>
                    <a:pt x="4246" y="9984"/>
                  </a:lnTo>
                  <a:lnTo>
                    <a:pt x="3880" y="9691"/>
                  </a:lnTo>
                  <a:lnTo>
                    <a:pt x="4393" y="9457"/>
                  </a:lnTo>
                  <a:lnTo>
                    <a:pt x="4904" y="9107"/>
                  </a:lnTo>
                  <a:lnTo>
                    <a:pt x="5198" y="9457"/>
                  </a:lnTo>
                  <a:lnTo>
                    <a:pt x="5637" y="9750"/>
                  </a:lnTo>
                  <a:lnTo>
                    <a:pt x="5857" y="9866"/>
                  </a:lnTo>
                  <a:lnTo>
                    <a:pt x="6150" y="9925"/>
                  </a:lnTo>
                  <a:lnTo>
                    <a:pt x="6443" y="9925"/>
                  </a:lnTo>
                  <a:lnTo>
                    <a:pt x="6663" y="9750"/>
                  </a:lnTo>
                  <a:lnTo>
                    <a:pt x="6735" y="9691"/>
                  </a:lnTo>
                  <a:lnTo>
                    <a:pt x="6809" y="9575"/>
                  </a:lnTo>
                  <a:lnTo>
                    <a:pt x="6735" y="9341"/>
                  </a:lnTo>
                  <a:lnTo>
                    <a:pt x="6663" y="9224"/>
                  </a:lnTo>
                  <a:lnTo>
                    <a:pt x="6515" y="9166"/>
                  </a:lnTo>
                  <a:lnTo>
                    <a:pt x="6224" y="9166"/>
                  </a:lnTo>
                  <a:lnTo>
                    <a:pt x="6150" y="9224"/>
                  </a:lnTo>
                  <a:lnTo>
                    <a:pt x="6150" y="9166"/>
                  </a:lnTo>
                  <a:lnTo>
                    <a:pt x="5857" y="8990"/>
                  </a:lnTo>
                  <a:lnTo>
                    <a:pt x="5491" y="8756"/>
                  </a:lnTo>
                  <a:lnTo>
                    <a:pt x="5637" y="8640"/>
                  </a:lnTo>
                  <a:lnTo>
                    <a:pt x="6589" y="7940"/>
                  </a:lnTo>
                  <a:lnTo>
                    <a:pt x="6735" y="8231"/>
                  </a:lnTo>
                  <a:lnTo>
                    <a:pt x="6883" y="8406"/>
                  </a:lnTo>
                  <a:lnTo>
                    <a:pt x="7102" y="8581"/>
                  </a:lnTo>
                  <a:lnTo>
                    <a:pt x="7322" y="8756"/>
                  </a:lnTo>
                  <a:lnTo>
                    <a:pt x="7615" y="8815"/>
                  </a:lnTo>
                  <a:lnTo>
                    <a:pt x="7835" y="8815"/>
                  </a:lnTo>
                  <a:lnTo>
                    <a:pt x="7980" y="8699"/>
                  </a:lnTo>
                  <a:lnTo>
                    <a:pt x="8054" y="8581"/>
                  </a:lnTo>
                  <a:lnTo>
                    <a:pt x="8054" y="8406"/>
                  </a:lnTo>
                  <a:lnTo>
                    <a:pt x="7761" y="8172"/>
                  </a:lnTo>
                  <a:lnTo>
                    <a:pt x="7467" y="7940"/>
                  </a:lnTo>
                  <a:lnTo>
                    <a:pt x="7248" y="7706"/>
                  </a:lnTo>
                  <a:lnTo>
                    <a:pt x="7174" y="7590"/>
                  </a:lnTo>
                  <a:lnTo>
                    <a:pt x="7174" y="7531"/>
                  </a:lnTo>
                  <a:lnTo>
                    <a:pt x="7835" y="7063"/>
                  </a:lnTo>
                  <a:lnTo>
                    <a:pt x="8274" y="6772"/>
                  </a:lnTo>
                  <a:lnTo>
                    <a:pt x="8346" y="7006"/>
                  </a:lnTo>
                  <a:lnTo>
                    <a:pt x="8493" y="7181"/>
                  </a:lnTo>
                  <a:lnTo>
                    <a:pt x="8639" y="7356"/>
                  </a:lnTo>
                  <a:lnTo>
                    <a:pt x="8859" y="7590"/>
                  </a:lnTo>
                  <a:lnTo>
                    <a:pt x="9152" y="7706"/>
                  </a:lnTo>
                  <a:lnTo>
                    <a:pt x="9372" y="7765"/>
                  </a:lnTo>
                  <a:lnTo>
                    <a:pt x="9591" y="7706"/>
                  </a:lnTo>
                  <a:lnTo>
                    <a:pt x="9665" y="7590"/>
                  </a:lnTo>
                  <a:lnTo>
                    <a:pt x="9737" y="7531"/>
                  </a:lnTo>
                  <a:lnTo>
                    <a:pt x="9737" y="7356"/>
                  </a:lnTo>
                  <a:lnTo>
                    <a:pt x="9665" y="7238"/>
                  </a:lnTo>
                  <a:lnTo>
                    <a:pt x="9517" y="7122"/>
                  </a:lnTo>
                  <a:lnTo>
                    <a:pt x="9226" y="6888"/>
                  </a:lnTo>
                  <a:lnTo>
                    <a:pt x="9006" y="6713"/>
                  </a:lnTo>
                  <a:lnTo>
                    <a:pt x="8933" y="6481"/>
                  </a:lnTo>
                  <a:lnTo>
                    <a:pt x="8933" y="6363"/>
                  </a:lnTo>
                  <a:lnTo>
                    <a:pt x="9957" y="5604"/>
                  </a:lnTo>
                  <a:lnTo>
                    <a:pt x="10104" y="5779"/>
                  </a:lnTo>
                  <a:lnTo>
                    <a:pt x="10324" y="6131"/>
                  </a:lnTo>
                  <a:lnTo>
                    <a:pt x="10689" y="6422"/>
                  </a:lnTo>
                  <a:lnTo>
                    <a:pt x="10837" y="6481"/>
                  </a:lnTo>
                  <a:lnTo>
                    <a:pt x="10983" y="6538"/>
                  </a:lnTo>
                  <a:lnTo>
                    <a:pt x="11128" y="6481"/>
                  </a:lnTo>
                  <a:lnTo>
                    <a:pt x="11276" y="6422"/>
                  </a:lnTo>
                  <a:lnTo>
                    <a:pt x="11348" y="6306"/>
                  </a:lnTo>
                  <a:lnTo>
                    <a:pt x="11348" y="6131"/>
                  </a:lnTo>
                  <a:lnTo>
                    <a:pt x="11276" y="6013"/>
                  </a:lnTo>
                  <a:lnTo>
                    <a:pt x="10470" y="5254"/>
                  </a:lnTo>
                  <a:lnTo>
                    <a:pt x="11935" y="4203"/>
                  </a:lnTo>
                  <a:lnTo>
                    <a:pt x="12007" y="4319"/>
                  </a:lnTo>
                  <a:lnTo>
                    <a:pt x="12300" y="4903"/>
                  </a:lnTo>
                  <a:lnTo>
                    <a:pt x="12374" y="5021"/>
                  </a:lnTo>
                  <a:lnTo>
                    <a:pt x="12448" y="5079"/>
                  </a:lnTo>
                  <a:lnTo>
                    <a:pt x="12739" y="5079"/>
                  </a:lnTo>
                  <a:lnTo>
                    <a:pt x="12887" y="5021"/>
                  </a:lnTo>
                  <a:lnTo>
                    <a:pt x="12959" y="4903"/>
                  </a:lnTo>
                  <a:lnTo>
                    <a:pt x="13033" y="4787"/>
                  </a:lnTo>
                  <a:lnTo>
                    <a:pt x="12959" y="4671"/>
                  </a:lnTo>
                  <a:lnTo>
                    <a:pt x="12739" y="4144"/>
                  </a:lnTo>
                  <a:lnTo>
                    <a:pt x="12520" y="3853"/>
                  </a:lnTo>
                  <a:lnTo>
                    <a:pt x="13985" y="2744"/>
                  </a:lnTo>
                  <a:lnTo>
                    <a:pt x="14059" y="3094"/>
                  </a:lnTo>
                  <a:lnTo>
                    <a:pt x="14131" y="3387"/>
                  </a:lnTo>
                  <a:lnTo>
                    <a:pt x="14278" y="3737"/>
                  </a:lnTo>
                  <a:lnTo>
                    <a:pt x="14424" y="4028"/>
                  </a:lnTo>
                  <a:lnTo>
                    <a:pt x="14570" y="4144"/>
                  </a:lnTo>
                  <a:lnTo>
                    <a:pt x="14789" y="4203"/>
                  </a:lnTo>
                  <a:lnTo>
                    <a:pt x="15083" y="4087"/>
                  </a:lnTo>
                  <a:lnTo>
                    <a:pt x="15228" y="3969"/>
                  </a:lnTo>
                  <a:lnTo>
                    <a:pt x="15302" y="3794"/>
                  </a:lnTo>
                  <a:lnTo>
                    <a:pt x="15302" y="3678"/>
                  </a:lnTo>
                  <a:lnTo>
                    <a:pt x="15228" y="3562"/>
                  </a:lnTo>
                  <a:lnTo>
                    <a:pt x="15083" y="3444"/>
                  </a:lnTo>
                  <a:lnTo>
                    <a:pt x="14937" y="3444"/>
                  </a:lnTo>
                  <a:lnTo>
                    <a:pt x="14644" y="2919"/>
                  </a:lnTo>
                  <a:lnTo>
                    <a:pt x="14424" y="2453"/>
                  </a:lnTo>
                  <a:lnTo>
                    <a:pt x="15448" y="1751"/>
                  </a:lnTo>
                  <a:lnTo>
                    <a:pt x="16400" y="1168"/>
                  </a:lnTo>
                  <a:lnTo>
                    <a:pt x="16694" y="993"/>
                  </a:lnTo>
                  <a:lnTo>
                    <a:pt x="16987" y="875"/>
                  </a:lnTo>
                  <a:lnTo>
                    <a:pt x="17646" y="759"/>
                  </a:lnTo>
                  <a:close/>
                  <a:moveTo>
                    <a:pt x="6954" y="11559"/>
                  </a:moveTo>
                  <a:lnTo>
                    <a:pt x="6883" y="11850"/>
                  </a:lnTo>
                  <a:lnTo>
                    <a:pt x="6589" y="11675"/>
                  </a:lnTo>
                  <a:lnTo>
                    <a:pt x="6954" y="11559"/>
                  </a:lnTo>
                  <a:close/>
                  <a:moveTo>
                    <a:pt x="10176" y="9807"/>
                  </a:moveTo>
                  <a:lnTo>
                    <a:pt x="9446" y="11559"/>
                  </a:lnTo>
                  <a:lnTo>
                    <a:pt x="9446" y="11675"/>
                  </a:lnTo>
                  <a:lnTo>
                    <a:pt x="9152" y="11850"/>
                  </a:lnTo>
                  <a:lnTo>
                    <a:pt x="9152" y="11618"/>
                  </a:lnTo>
                  <a:lnTo>
                    <a:pt x="9226" y="10916"/>
                  </a:lnTo>
                  <a:lnTo>
                    <a:pt x="9446" y="10275"/>
                  </a:lnTo>
                  <a:lnTo>
                    <a:pt x="10030" y="9925"/>
                  </a:lnTo>
                  <a:lnTo>
                    <a:pt x="10176" y="9807"/>
                  </a:lnTo>
                  <a:close/>
                  <a:moveTo>
                    <a:pt x="8565" y="10741"/>
                  </a:moveTo>
                  <a:lnTo>
                    <a:pt x="8420" y="11325"/>
                  </a:lnTo>
                  <a:lnTo>
                    <a:pt x="8420" y="12084"/>
                  </a:lnTo>
                  <a:lnTo>
                    <a:pt x="8565" y="12143"/>
                  </a:lnTo>
                  <a:lnTo>
                    <a:pt x="7761" y="12610"/>
                  </a:lnTo>
                  <a:lnTo>
                    <a:pt x="7615" y="12493"/>
                  </a:lnTo>
                  <a:lnTo>
                    <a:pt x="7761" y="12376"/>
                  </a:lnTo>
                  <a:lnTo>
                    <a:pt x="7835" y="12201"/>
                  </a:lnTo>
                  <a:lnTo>
                    <a:pt x="7835" y="12084"/>
                  </a:lnTo>
                  <a:lnTo>
                    <a:pt x="7761" y="11968"/>
                  </a:lnTo>
                  <a:lnTo>
                    <a:pt x="7687" y="11909"/>
                  </a:lnTo>
                  <a:lnTo>
                    <a:pt x="7615" y="11909"/>
                  </a:lnTo>
                  <a:lnTo>
                    <a:pt x="7761" y="11500"/>
                  </a:lnTo>
                  <a:lnTo>
                    <a:pt x="7835" y="11150"/>
                  </a:lnTo>
                  <a:lnTo>
                    <a:pt x="7835" y="11091"/>
                  </a:lnTo>
                  <a:lnTo>
                    <a:pt x="8565" y="10741"/>
                  </a:lnTo>
                  <a:close/>
                  <a:moveTo>
                    <a:pt x="2196" y="9750"/>
                  </a:moveTo>
                  <a:lnTo>
                    <a:pt x="2709" y="9866"/>
                  </a:lnTo>
                  <a:lnTo>
                    <a:pt x="3148" y="10041"/>
                  </a:lnTo>
                  <a:lnTo>
                    <a:pt x="3513" y="10275"/>
                  </a:lnTo>
                  <a:lnTo>
                    <a:pt x="3880" y="10625"/>
                  </a:lnTo>
                  <a:lnTo>
                    <a:pt x="4613" y="11268"/>
                  </a:lnTo>
                  <a:lnTo>
                    <a:pt x="5417" y="11850"/>
                  </a:lnTo>
                  <a:lnTo>
                    <a:pt x="6296" y="12376"/>
                  </a:lnTo>
                  <a:lnTo>
                    <a:pt x="6663" y="12668"/>
                  </a:lnTo>
                  <a:lnTo>
                    <a:pt x="7028" y="12960"/>
                  </a:lnTo>
                  <a:lnTo>
                    <a:pt x="7028" y="13019"/>
                  </a:lnTo>
                  <a:lnTo>
                    <a:pt x="6954" y="13194"/>
                  </a:lnTo>
                  <a:lnTo>
                    <a:pt x="6954" y="13369"/>
                  </a:lnTo>
                  <a:lnTo>
                    <a:pt x="7102" y="13485"/>
                  </a:lnTo>
                  <a:lnTo>
                    <a:pt x="7322" y="13544"/>
                  </a:lnTo>
                  <a:lnTo>
                    <a:pt x="7322" y="13778"/>
                  </a:lnTo>
                  <a:lnTo>
                    <a:pt x="7174" y="13837"/>
                  </a:lnTo>
                  <a:lnTo>
                    <a:pt x="6443" y="13894"/>
                  </a:lnTo>
                  <a:lnTo>
                    <a:pt x="6004" y="13485"/>
                  </a:lnTo>
                  <a:lnTo>
                    <a:pt x="5637" y="13135"/>
                  </a:lnTo>
                  <a:lnTo>
                    <a:pt x="4320" y="11909"/>
                  </a:lnTo>
                  <a:lnTo>
                    <a:pt x="3222" y="10975"/>
                  </a:lnTo>
                  <a:lnTo>
                    <a:pt x="2635" y="10509"/>
                  </a:lnTo>
                  <a:lnTo>
                    <a:pt x="2341" y="10334"/>
                  </a:lnTo>
                  <a:lnTo>
                    <a:pt x="1976" y="10216"/>
                  </a:lnTo>
                  <a:lnTo>
                    <a:pt x="2196" y="9750"/>
                  </a:lnTo>
                  <a:close/>
                  <a:moveTo>
                    <a:pt x="17426" y="0"/>
                  </a:moveTo>
                  <a:lnTo>
                    <a:pt x="16913" y="116"/>
                  </a:lnTo>
                  <a:lnTo>
                    <a:pt x="16400" y="291"/>
                  </a:lnTo>
                  <a:lnTo>
                    <a:pt x="15961" y="525"/>
                  </a:lnTo>
                  <a:lnTo>
                    <a:pt x="15522" y="759"/>
                  </a:lnTo>
                  <a:lnTo>
                    <a:pt x="14278" y="1634"/>
                  </a:lnTo>
                  <a:lnTo>
                    <a:pt x="13033" y="2510"/>
                  </a:lnTo>
                  <a:lnTo>
                    <a:pt x="8054" y="6013"/>
                  </a:lnTo>
                  <a:lnTo>
                    <a:pt x="5637" y="7706"/>
                  </a:lnTo>
                  <a:lnTo>
                    <a:pt x="4613" y="8406"/>
                  </a:lnTo>
                  <a:lnTo>
                    <a:pt x="4174" y="8815"/>
                  </a:lnTo>
                  <a:lnTo>
                    <a:pt x="3733" y="9224"/>
                  </a:lnTo>
                  <a:lnTo>
                    <a:pt x="3513" y="9282"/>
                  </a:lnTo>
                  <a:lnTo>
                    <a:pt x="3441" y="9457"/>
                  </a:lnTo>
                  <a:lnTo>
                    <a:pt x="3074" y="9282"/>
                  </a:lnTo>
                  <a:lnTo>
                    <a:pt x="2709" y="9224"/>
                  </a:lnTo>
                  <a:lnTo>
                    <a:pt x="2341" y="9166"/>
                  </a:lnTo>
                  <a:lnTo>
                    <a:pt x="1902" y="9166"/>
                  </a:lnTo>
                  <a:lnTo>
                    <a:pt x="1683" y="9224"/>
                  </a:lnTo>
                  <a:lnTo>
                    <a:pt x="1537" y="9399"/>
                  </a:lnTo>
                  <a:lnTo>
                    <a:pt x="1244" y="10216"/>
                  </a:lnTo>
                  <a:lnTo>
                    <a:pt x="1244" y="10334"/>
                  </a:lnTo>
                  <a:lnTo>
                    <a:pt x="1317" y="10450"/>
                  </a:lnTo>
                  <a:lnTo>
                    <a:pt x="1391" y="10509"/>
                  </a:lnTo>
                  <a:lnTo>
                    <a:pt x="1537" y="10566"/>
                  </a:lnTo>
                  <a:lnTo>
                    <a:pt x="1830" y="10916"/>
                  </a:lnTo>
                  <a:lnTo>
                    <a:pt x="2196" y="11268"/>
                  </a:lnTo>
                  <a:lnTo>
                    <a:pt x="3002" y="11909"/>
                  </a:lnTo>
                  <a:lnTo>
                    <a:pt x="4759" y="13544"/>
                  </a:lnTo>
                  <a:lnTo>
                    <a:pt x="5417" y="14244"/>
                  </a:lnTo>
                  <a:lnTo>
                    <a:pt x="5857" y="14594"/>
                  </a:lnTo>
                  <a:lnTo>
                    <a:pt x="6296" y="14828"/>
                  </a:lnTo>
                  <a:lnTo>
                    <a:pt x="6589" y="14887"/>
                  </a:lnTo>
                  <a:lnTo>
                    <a:pt x="6809" y="14887"/>
                  </a:lnTo>
                  <a:lnTo>
                    <a:pt x="7028" y="14769"/>
                  </a:lnTo>
                  <a:lnTo>
                    <a:pt x="7174" y="14594"/>
                  </a:lnTo>
                  <a:lnTo>
                    <a:pt x="7615" y="14537"/>
                  </a:lnTo>
                  <a:lnTo>
                    <a:pt x="7907" y="14419"/>
                  </a:lnTo>
                  <a:lnTo>
                    <a:pt x="8126" y="14244"/>
                  </a:lnTo>
                  <a:lnTo>
                    <a:pt x="8274" y="14012"/>
                  </a:lnTo>
                  <a:lnTo>
                    <a:pt x="8274" y="13603"/>
                  </a:lnTo>
                  <a:lnTo>
                    <a:pt x="8200" y="13253"/>
                  </a:lnTo>
                  <a:lnTo>
                    <a:pt x="10617" y="12025"/>
                  </a:lnTo>
                  <a:lnTo>
                    <a:pt x="13033" y="10741"/>
                  </a:lnTo>
                  <a:lnTo>
                    <a:pt x="15302" y="9399"/>
                  </a:lnTo>
                  <a:lnTo>
                    <a:pt x="17572" y="7997"/>
                  </a:lnTo>
                  <a:lnTo>
                    <a:pt x="18524" y="7415"/>
                  </a:lnTo>
                  <a:lnTo>
                    <a:pt x="19402" y="6713"/>
                  </a:lnTo>
                  <a:lnTo>
                    <a:pt x="20209" y="5955"/>
                  </a:lnTo>
                  <a:lnTo>
                    <a:pt x="20574" y="5546"/>
                  </a:lnTo>
                  <a:lnTo>
                    <a:pt x="20867" y="5137"/>
                  </a:lnTo>
                  <a:lnTo>
                    <a:pt x="21161" y="4728"/>
                  </a:lnTo>
                  <a:lnTo>
                    <a:pt x="21380" y="4262"/>
                  </a:lnTo>
                  <a:lnTo>
                    <a:pt x="21526" y="3794"/>
                  </a:lnTo>
                  <a:lnTo>
                    <a:pt x="21600" y="3387"/>
                  </a:lnTo>
                  <a:lnTo>
                    <a:pt x="21600" y="2919"/>
                  </a:lnTo>
                  <a:lnTo>
                    <a:pt x="21526" y="2453"/>
                  </a:lnTo>
                  <a:lnTo>
                    <a:pt x="21307" y="1985"/>
                  </a:lnTo>
                  <a:lnTo>
                    <a:pt x="21013" y="1518"/>
                  </a:lnTo>
                  <a:lnTo>
                    <a:pt x="20722" y="1168"/>
                  </a:lnTo>
                  <a:lnTo>
                    <a:pt x="20354" y="818"/>
                  </a:lnTo>
                  <a:lnTo>
                    <a:pt x="19915" y="584"/>
                  </a:lnTo>
                  <a:lnTo>
                    <a:pt x="19476" y="350"/>
                  </a:lnTo>
                  <a:lnTo>
                    <a:pt x="18963" y="175"/>
                  </a:lnTo>
                  <a:lnTo>
                    <a:pt x="18524" y="59"/>
                  </a:lnTo>
                  <a:lnTo>
                    <a:pt x="17939" y="0"/>
                  </a:lnTo>
                  <a:close/>
                  <a:moveTo>
                    <a:pt x="3952" y="19732"/>
                  </a:moveTo>
                  <a:lnTo>
                    <a:pt x="3952" y="20141"/>
                  </a:lnTo>
                  <a:lnTo>
                    <a:pt x="3807" y="20550"/>
                  </a:lnTo>
                  <a:lnTo>
                    <a:pt x="3587" y="20550"/>
                  </a:lnTo>
                  <a:lnTo>
                    <a:pt x="3733" y="20141"/>
                  </a:lnTo>
                  <a:lnTo>
                    <a:pt x="3952" y="19732"/>
                  </a:lnTo>
                  <a:close/>
                  <a:moveTo>
                    <a:pt x="3294" y="14944"/>
                  </a:moveTo>
                  <a:lnTo>
                    <a:pt x="3367" y="15237"/>
                  </a:lnTo>
                  <a:lnTo>
                    <a:pt x="3807" y="16229"/>
                  </a:lnTo>
                  <a:lnTo>
                    <a:pt x="4685" y="18097"/>
                  </a:lnTo>
                  <a:lnTo>
                    <a:pt x="4833" y="18681"/>
                  </a:lnTo>
                  <a:lnTo>
                    <a:pt x="4904" y="19265"/>
                  </a:lnTo>
                  <a:lnTo>
                    <a:pt x="4833" y="19790"/>
                  </a:lnTo>
                  <a:lnTo>
                    <a:pt x="4685" y="20082"/>
                  </a:lnTo>
                  <a:lnTo>
                    <a:pt x="4539" y="20316"/>
                  </a:lnTo>
                  <a:lnTo>
                    <a:pt x="4613" y="20024"/>
                  </a:lnTo>
                  <a:lnTo>
                    <a:pt x="4539" y="19790"/>
                  </a:lnTo>
                  <a:lnTo>
                    <a:pt x="4393" y="19615"/>
                  </a:lnTo>
                  <a:lnTo>
                    <a:pt x="4246" y="19440"/>
                  </a:lnTo>
                  <a:lnTo>
                    <a:pt x="4026" y="19381"/>
                  </a:lnTo>
                  <a:lnTo>
                    <a:pt x="3733" y="19381"/>
                  </a:lnTo>
                  <a:lnTo>
                    <a:pt x="3661" y="19499"/>
                  </a:lnTo>
                  <a:lnTo>
                    <a:pt x="3661" y="19615"/>
                  </a:lnTo>
                  <a:lnTo>
                    <a:pt x="3148" y="20141"/>
                  </a:lnTo>
                  <a:lnTo>
                    <a:pt x="3002" y="20433"/>
                  </a:lnTo>
                  <a:lnTo>
                    <a:pt x="2854" y="20725"/>
                  </a:lnTo>
                  <a:lnTo>
                    <a:pt x="2709" y="20725"/>
                  </a:lnTo>
                  <a:lnTo>
                    <a:pt x="3148" y="19907"/>
                  </a:lnTo>
                  <a:lnTo>
                    <a:pt x="3513" y="19090"/>
                  </a:lnTo>
                  <a:lnTo>
                    <a:pt x="3513" y="19031"/>
                  </a:lnTo>
                  <a:lnTo>
                    <a:pt x="3441" y="18972"/>
                  </a:lnTo>
                  <a:lnTo>
                    <a:pt x="3367" y="18972"/>
                  </a:lnTo>
                  <a:lnTo>
                    <a:pt x="3294" y="19031"/>
                  </a:lnTo>
                  <a:lnTo>
                    <a:pt x="2635" y="19732"/>
                  </a:lnTo>
                  <a:lnTo>
                    <a:pt x="2050" y="20550"/>
                  </a:lnTo>
                  <a:lnTo>
                    <a:pt x="1757" y="20433"/>
                  </a:lnTo>
                  <a:lnTo>
                    <a:pt x="1757" y="20257"/>
                  </a:lnTo>
                  <a:lnTo>
                    <a:pt x="2050" y="19790"/>
                  </a:lnTo>
                  <a:lnTo>
                    <a:pt x="2341" y="19324"/>
                  </a:lnTo>
                  <a:lnTo>
                    <a:pt x="2709" y="18856"/>
                  </a:lnTo>
                  <a:lnTo>
                    <a:pt x="3074" y="18390"/>
                  </a:lnTo>
                  <a:lnTo>
                    <a:pt x="3074" y="18331"/>
                  </a:lnTo>
                  <a:lnTo>
                    <a:pt x="3002" y="18272"/>
                  </a:lnTo>
                  <a:lnTo>
                    <a:pt x="2928" y="18331"/>
                  </a:lnTo>
                  <a:lnTo>
                    <a:pt x="2270" y="18797"/>
                  </a:lnTo>
                  <a:lnTo>
                    <a:pt x="1902" y="19090"/>
                  </a:lnTo>
                  <a:lnTo>
                    <a:pt x="1611" y="19381"/>
                  </a:lnTo>
                  <a:lnTo>
                    <a:pt x="1391" y="19732"/>
                  </a:lnTo>
                  <a:lnTo>
                    <a:pt x="1172" y="20082"/>
                  </a:lnTo>
                  <a:lnTo>
                    <a:pt x="1098" y="20024"/>
                  </a:lnTo>
                  <a:lnTo>
                    <a:pt x="1244" y="19849"/>
                  </a:lnTo>
                  <a:lnTo>
                    <a:pt x="1317" y="19674"/>
                  </a:lnTo>
                  <a:lnTo>
                    <a:pt x="2270" y="18506"/>
                  </a:lnTo>
                  <a:lnTo>
                    <a:pt x="2635" y="17922"/>
                  </a:lnTo>
                  <a:lnTo>
                    <a:pt x="2928" y="17281"/>
                  </a:lnTo>
                  <a:lnTo>
                    <a:pt x="2854" y="17222"/>
                  </a:lnTo>
                  <a:lnTo>
                    <a:pt x="2783" y="17222"/>
                  </a:lnTo>
                  <a:lnTo>
                    <a:pt x="2122" y="17806"/>
                  </a:lnTo>
                  <a:lnTo>
                    <a:pt x="1463" y="18390"/>
                  </a:lnTo>
                  <a:lnTo>
                    <a:pt x="1683" y="18097"/>
                  </a:lnTo>
                  <a:lnTo>
                    <a:pt x="2489" y="17106"/>
                  </a:lnTo>
                  <a:lnTo>
                    <a:pt x="3294" y="16112"/>
                  </a:lnTo>
                  <a:lnTo>
                    <a:pt x="3294" y="15996"/>
                  </a:lnTo>
                  <a:lnTo>
                    <a:pt x="3222" y="15879"/>
                  </a:lnTo>
                  <a:lnTo>
                    <a:pt x="3002" y="15879"/>
                  </a:lnTo>
                  <a:lnTo>
                    <a:pt x="2635" y="16171"/>
                  </a:lnTo>
                  <a:lnTo>
                    <a:pt x="3002" y="15587"/>
                  </a:lnTo>
                  <a:lnTo>
                    <a:pt x="3294" y="14944"/>
                  </a:lnTo>
                  <a:close/>
                  <a:moveTo>
                    <a:pt x="3074" y="13953"/>
                  </a:moveTo>
                  <a:lnTo>
                    <a:pt x="2928" y="14012"/>
                  </a:lnTo>
                  <a:lnTo>
                    <a:pt x="2783" y="14187"/>
                  </a:lnTo>
                  <a:lnTo>
                    <a:pt x="2783" y="14419"/>
                  </a:lnTo>
                  <a:lnTo>
                    <a:pt x="2415" y="14887"/>
                  </a:lnTo>
                  <a:lnTo>
                    <a:pt x="2196" y="15353"/>
                  </a:lnTo>
                  <a:lnTo>
                    <a:pt x="1317" y="16872"/>
                  </a:lnTo>
                  <a:lnTo>
                    <a:pt x="585" y="18156"/>
                  </a:lnTo>
                  <a:lnTo>
                    <a:pt x="291" y="18797"/>
                  </a:lnTo>
                  <a:lnTo>
                    <a:pt x="72" y="19499"/>
                  </a:lnTo>
                  <a:lnTo>
                    <a:pt x="0" y="19732"/>
                  </a:lnTo>
                  <a:lnTo>
                    <a:pt x="0" y="19907"/>
                  </a:lnTo>
                  <a:lnTo>
                    <a:pt x="146" y="20257"/>
                  </a:lnTo>
                  <a:lnTo>
                    <a:pt x="439" y="20550"/>
                  </a:lnTo>
                  <a:lnTo>
                    <a:pt x="804" y="20841"/>
                  </a:lnTo>
                  <a:lnTo>
                    <a:pt x="878" y="20959"/>
                  </a:lnTo>
                  <a:lnTo>
                    <a:pt x="1024" y="21016"/>
                  </a:lnTo>
                  <a:lnTo>
                    <a:pt x="1172" y="21075"/>
                  </a:lnTo>
                  <a:lnTo>
                    <a:pt x="1317" y="21075"/>
                  </a:lnTo>
                  <a:lnTo>
                    <a:pt x="1463" y="21134"/>
                  </a:lnTo>
                  <a:lnTo>
                    <a:pt x="1757" y="21250"/>
                  </a:lnTo>
                  <a:lnTo>
                    <a:pt x="1902" y="21366"/>
                  </a:lnTo>
                  <a:lnTo>
                    <a:pt x="2196" y="21366"/>
                  </a:lnTo>
                  <a:lnTo>
                    <a:pt x="2854" y="21541"/>
                  </a:lnTo>
                  <a:lnTo>
                    <a:pt x="2928" y="21600"/>
                  </a:lnTo>
                  <a:lnTo>
                    <a:pt x="3367" y="21600"/>
                  </a:lnTo>
                  <a:lnTo>
                    <a:pt x="3807" y="21541"/>
                  </a:lnTo>
                  <a:lnTo>
                    <a:pt x="4246" y="21425"/>
                  </a:lnTo>
                  <a:lnTo>
                    <a:pt x="4613" y="21309"/>
                  </a:lnTo>
                  <a:lnTo>
                    <a:pt x="4978" y="21134"/>
                  </a:lnTo>
                  <a:lnTo>
                    <a:pt x="5198" y="20900"/>
                  </a:lnTo>
                  <a:lnTo>
                    <a:pt x="5417" y="20666"/>
                  </a:lnTo>
                  <a:lnTo>
                    <a:pt x="5563" y="20433"/>
                  </a:lnTo>
                  <a:lnTo>
                    <a:pt x="5711" y="20199"/>
                  </a:lnTo>
                  <a:lnTo>
                    <a:pt x="5857" y="19615"/>
                  </a:lnTo>
                  <a:lnTo>
                    <a:pt x="5857" y="19031"/>
                  </a:lnTo>
                  <a:lnTo>
                    <a:pt x="5711" y="18447"/>
                  </a:lnTo>
                  <a:lnTo>
                    <a:pt x="5563" y="17865"/>
                  </a:lnTo>
                  <a:lnTo>
                    <a:pt x="5344" y="17338"/>
                  </a:lnTo>
                  <a:lnTo>
                    <a:pt x="4100" y="14419"/>
                  </a:lnTo>
                  <a:lnTo>
                    <a:pt x="3952" y="14244"/>
                  </a:lnTo>
                  <a:lnTo>
                    <a:pt x="3733" y="14128"/>
                  </a:lnTo>
                  <a:lnTo>
                    <a:pt x="3513" y="14012"/>
                  </a:lnTo>
                  <a:lnTo>
                    <a:pt x="3294" y="13953"/>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172" name="Google Shape;385;p7"/>
            <p:cNvSpPr/>
            <p:nvPr/>
          </p:nvSpPr>
          <p:spPr>
            <a:xfrm>
              <a:off x="433019" y="3226251"/>
              <a:ext cx="485163" cy="4778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609" y="5647"/>
                  </a:moveTo>
                  <a:lnTo>
                    <a:pt x="11718" y="5702"/>
                  </a:lnTo>
                  <a:lnTo>
                    <a:pt x="11880" y="5811"/>
                  </a:lnTo>
                  <a:lnTo>
                    <a:pt x="12096" y="6085"/>
                  </a:lnTo>
                  <a:lnTo>
                    <a:pt x="12204" y="6413"/>
                  </a:lnTo>
                  <a:lnTo>
                    <a:pt x="12311" y="6744"/>
                  </a:lnTo>
                  <a:lnTo>
                    <a:pt x="12366" y="7017"/>
                  </a:lnTo>
                  <a:lnTo>
                    <a:pt x="12366" y="7619"/>
                  </a:lnTo>
                  <a:lnTo>
                    <a:pt x="12204" y="7894"/>
                  </a:lnTo>
                  <a:lnTo>
                    <a:pt x="11987" y="6962"/>
                  </a:lnTo>
                  <a:lnTo>
                    <a:pt x="11825" y="6304"/>
                  </a:lnTo>
                  <a:lnTo>
                    <a:pt x="11718" y="5975"/>
                  </a:lnTo>
                  <a:lnTo>
                    <a:pt x="11609" y="5647"/>
                  </a:lnTo>
                  <a:close/>
                  <a:moveTo>
                    <a:pt x="6371" y="7566"/>
                  </a:moveTo>
                  <a:lnTo>
                    <a:pt x="6588" y="7784"/>
                  </a:lnTo>
                  <a:lnTo>
                    <a:pt x="6750" y="8004"/>
                  </a:lnTo>
                  <a:lnTo>
                    <a:pt x="6911" y="8223"/>
                  </a:lnTo>
                  <a:lnTo>
                    <a:pt x="7019" y="8497"/>
                  </a:lnTo>
                  <a:lnTo>
                    <a:pt x="7019" y="9045"/>
                  </a:lnTo>
                  <a:lnTo>
                    <a:pt x="6857" y="9154"/>
                  </a:lnTo>
                  <a:lnTo>
                    <a:pt x="6695" y="9320"/>
                  </a:lnTo>
                  <a:lnTo>
                    <a:pt x="6533" y="8936"/>
                  </a:lnTo>
                  <a:lnTo>
                    <a:pt x="6371" y="8497"/>
                  </a:lnTo>
                  <a:lnTo>
                    <a:pt x="6318" y="8059"/>
                  </a:lnTo>
                  <a:lnTo>
                    <a:pt x="6318" y="7675"/>
                  </a:lnTo>
                  <a:lnTo>
                    <a:pt x="6371" y="7566"/>
                  </a:lnTo>
                  <a:close/>
                  <a:moveTo>
                    <a:pt x="9720" y="11349"/>
                  </a:moveTo>
                  <a:lnTo>
                    <a:pt x="9882" y="11458"/>
                  </a:lnTo>
                  <a:lnTo>
                    <a:pt x="9990" y="11677"/>
                  </a:lnTo>
                  <a:lnTo>
                    <a:pt x="10206" y="12061"/>
                  </a:lnTo>
                  <a:lnTo>
                    <a:pt x="10799" y="12993"/>
                  </a:lnTo>
                  <a:lnTo>
                    <a:pt x="10475" y="13268"/>
                  </a:lnTo>
                  <a:lnTo>
                    <a:pt x="10421" y="13103"/>
                  </a:lnTo>
                  <a:lnTo>
                    <a:pt x="10097" y="12664"/>
                  </a:lnTo>
                  <a:lnTo>
                    <a:pt x="9828" y="12171"/>
                  </a:lnTo>
                  <a:lnTo>
                    <a:pt x="9666" y="11786"/>
                  </a:lnTo>
                  <a:lnTo>
                    <a:pt x="9449" y="11458"/>
                  </a:lnTo>
                  <a:lnTo>
                    <a:pt x="9720" y="11349"/>
                  </a:lnTo>
                  <a:close/>
                  <a:moveTo>
                    <a:pt x="7776" y="12115"/>
                  </a:moveTo>
                  <a:lnTo>
                    <a:pt x="7883" y="12171"/>
                  </a:lnTo>
                  <a:lnTo>
                    <a:pt x="8585" y="14090"/>
                  </a:lnTo>
                  <a:lnTo>
                    <a:pt x="8316" y="14199"/>
                  </a:lnTo>
                  <a:lnTo>
                    <a:pt x="8369" y="13925"/>
                  </a:lnTo>
                  <a:lnTo>
                    <a:pt x="8316" y="13761"/>
                  </a:lnTo>
                  <a:lnTo>
                    <a:pt x="8261" y="13541"/>
                  </a:lnTo>
                  <a:lnTo>
                    <a:pt x="8099" y="13103"/>
                  </a:lnTo>
                  <a:lnTo>
                    <a:pt x="7721" y="12115"/>
                  </a:lnTo>
                  <a:close/>
                  <a:moveTo>
                    <a:pt x="10799" y="14803"/>
                  </a:moveTo>
                  <a:lnTo>
                    <a:pt x="10799" y="15296"/>
                  </a:lnTo>
                  <a:lnTo>
                    <a:pt x="10583" y="14912"/>
                  </a:lnTo>
                  <a:lnTo>
                    <a:pt x="10799" y="14803"/>
                  </a:lnTo>
                  <a:close/>
                  <a:moveTo>
                    <a:pt x="14309" y="13541"/>
                  </a:moveTo>
                  <a:lnTo>
                    <a:pt x="14472" y="13870"/>
                  </a:lnTo>
                  <a:lnTo>
                    <a:pt x="14634" y="14199"/>
                  </a:lnTo>
                  <a:lnTo>
                    <a:pt x="14796" y="14474"/>
                  </a:lnTo>
                  <a:lnTo>
                    <a:pt x="14958" y="14747"/>
                  </a:lnTo>
                  <a:lnTo>
                    <a:pt x="15011" y="14967"/>
                  </a:lnTo>
                  <a:lnTo>
                    <a:pt x="15011" y="15405"/>
                  </a:lnTo>
                  <a:lnTo>
                    <a:pt x="14903" y="15625"/>
                  </a:lnTo>
                  <a:lnTo>
                    <a:pt x="14796" y="15460"/>
                  </a:lnTo>
                  <a:lnTo>
                    <a:pt x="14687" y="15405"/>
                  </a:lnTo>
                  <a:lnTo>
                    <a:pt x="14363" y="14583"/>
                  </a:lnTo>
                  <a:lnTo>
                    <a:pt x="14256" y="14143"/>
                  </a:lnTo>
                  <a:lnTo>
                    <a:pt x="14094" y="13706"/>
                  </a:lnTo>
                  <a:lnTo>
                    <a:pt x="14201" y="13650"/>
                  </a:lnTo>
                  <a:lnTo>
                    <a:pt x="14309" y="13541"/>
                  </a:lnTo>
                  <a:close/>
                  <a:moveTo>
                    <a:pt x="11285" y="14583"/>
                  </a:moveTo>
                  <a:lnTo>
                    <a:pt x="11447" y="14638"/>
                  </a:lnTo>
                  <a:lnTo>
                    <a:pt x="11663" y="14747"/>
                  </a:lnTo>
                  <a:lnTo>
                    <a:pt x="11880" y="14967"/>
                  </a:lnTo>
                  <a:lnTo>
                    <a:pt x="12042" y="15296"/>
                  </a:lnTo>
                  <a:lnTo>
                    <a:pt x="12204" y="15898"/>
                  </a:lnTo>
                  <a:lnTo>
                    <a:pt x="12258" y="16173"/>
                  </a:lnTo>
                  <a:lnTo>
                    <a:pt x="12258" y="16391"/>
                  </a:lnTo>
                  <a:lnTo>
                    <a:pt x="12204" y="16611"/>
                  </a:lnTo>
                  <a:lnTo>
                    <a:pt x="12042" y="16722"/>
                  </a:lnTo>
                  <a:lnTo>
                    <a:pt x="12042" y="16611"/>
                  </a:lnTo>
                  <a:lnTo>
                    <a:pt x="11987" y="16447"/>
                  </a:lnTo>
                  <a:lnTo>
                    <a:pt x="11880" y="16391"/>
                  </a:lnTo>
                  <a:lnTo>
                    <a:pt x="11771" y="16282"/>
                  </a:lnTo>
                  <a:lnTo>
                    <a:pt x="11609" y="15953"/>
                  </a:lnTo>
                  <a:lnTo>
                    <a:pt x="11501" y="15515"/>
                  </a:lnTo>
                  <a:lnTo>
                    <a:pt x="11394" y="14692"/>
                  </a:lnTo>
                  <a:lnTo>
                    <a:pt x="11285" y="14583"/>
                  </a:lnTo>
                  <a:close/>
                  <a:moveTo>
                    <a:pt x="14958" y="1973"/>
                  </a:moveTo>
                  <a:lnTo>
                    <a:pt x="15011" y="2302"/>
                  </a:lnTo>
                  <a:lnTo>
                    <a:pt x="15120" y="2577"/>
                  </a:lnTo>
                  <a:lnTo>
                    <a:pt x="15389" y="3125"/>
                  </a:lnTo>
                  <a:lnTo>
                    <a:pt x="16091" y="4825"/>
                  </a:lnTo>
                  <a:lnTo>
                    <a:pt x="16146" y="4934"/>
                  </a:lnTo>
                  <a:lnTo>
                    <a:pt x="15822" y="5043"/>
                  </a:lnTo>
                  <a:lnTo>
                    <a:pt x="15497" y="5153"/>
                  </a:lnTo>
                  <a:lnTo>
                    <a:pt x="14363" y="5591"/>
                  </a:lnTo>
                  <a:lnTo>
                    <a:pt x="13230" y="6195"/>
                  </a:lnTo>
                  <a:lnTo>
                    <a:pt x="13013" y="6304"/>
                  </a:lnTo>
                  <a:lnTo>
                    <a:pt x="12851" y="6469"/>
                  </a:lnTo>
                  <a:lnTo>
                    <a:pt x="12744" y="6085"/>
                  </a:lnTo>
                  <a:lnTo>
                    <a:pt x="12527" y="5702"/>
                  </a:lnTo>
                  <a:lnTo>
                    <a:pt x="12311" y="5372"/>
                  </a:lnTo>
                  <a:lnTo>
                    <a:pt x="12149" y="5262"/>
                  </a:lnTo>
                  <a:lnTo>
                    <a:pt x="11987" y="5153"/>
                  </a:lnTo>
                  <a:lnTo>
                    <a:pt x="11771" y="5098"/>
                  </a:lnTo>
                  <a:lnTo>
                    <a:pt x="11556" y="5043"/>
                  </a:lnTo>
                  <a:lnTo>
                    <a:pt x="11447" y="5043"/>
                  </a:lnTo>
                  <a:lnTo>
                    <a:pt x="11340" y="5098"/>
                  </a:lnTo>
                  <a:lnTo>
                    <a:pt x="11285" y="5207"/>
                  </a:lnTo>
                  <a:lnTo>
                    <a:pt x="11285" y="5318"/>
                  </a:lnTo>
                  <a:lnTo>
                    <a:pt x="11016" y="5372"/>
                  </a:lnTo>
                  <a:lnTo>
                    <a:pt x="10799" y="5538"/>
                  </a:lnTo>
                  <a:lnTo>
                    <a:pt x="10583" y="5756"/>
                  </a:lnTo>
                  <a:lnTo>
                    <a:pt x="10368" y="5975"/>
                  </a:lnTo>
                  <a:lnTo>
                    <a:pt x="10313" y="6140"/>
                  </a:lnTo>
                  <a:lnTo>
                    <a:pt x="10368" y="6304"/>
                  </a:lnTo>
                  <a:lnTo>
                    <a:pt x="10692" y="7017"/>
                  </a:lnTo>
                  <a:lnTo>
                    <a:pt x="10421" y="7126"/>
                  </a:lnTo>
                  <a:lnTo>
                    <a:pt x="9287" y="7510"/>
                  </a:lnTo>
                  <a:lnTo>
                    <a:pt x="8207" y="7894"/>
                  </a:lnTo>
                  <a:lnTo>
                    <a:pt x="7830" y="8004"/>
                  </a:lnTo>
                  <a:lnTo>
                    <a:pt x="7668" y="8059"/>
                  </a:lnTo>
                  <a:lnTo>
                    <a:pt x="7559" y="8168"/>
                  </a:lnTo>
                  <a:lnTo>
                    <a:pt x="7506" y="8004"/>
                  </a:lnTo>
                  <a:lnTo>
                    <a:pt x="7235" y="7566"/>
                  </a:lnTo>
                  <a:lnTo>
                    <a:pt x="7073" y="7291"/>
                  </a:lnTo>
                  <a:lnTo>
                    <a:pt x="6857" y="7072"/>
                  </a:lnTo>
                  <a:lnTo>
                    <a:pt x="6642" y="6908"/>
                  </a:lnTo>
                  <a:lnTo>
                    <a:pt x="6371" y="6797"/>
                  </a:lnTo>
                  <a:lnTo>
                    <a:pt x="6156" y="6744"/>
                  </a:lnTo>
                  <a:lnTo>
                    <a:pt x="5940" y="6853"/>
                  </a:lnTo>
                  <a:lnTo>
                    <a:pt x="5669" y="6853"/>
                  </a:lnTo>
                  <a:lnTo>
                    <a:pt x="5562" y="6908"/>
                  </a:lnTo>
                  <a:lnTo>
                    <a:pt x="5507" y="7017"/>
                  </a:lnTo>
                  <a:lnTo>
                    <a:pt x="5454" y="7455"/>
                  </a:lnTo>
                  <a:lnTo>
                    <a:pt x="5454" y="7894"/>
                  </a:lnTo>
                  <a:lnTo>
                    <a:pt x="5507" y="8332"/>
                  </a:lnTo>
                  <a:lnTo>
                    <a:pt x="5616" y="8772"/>
                  </a:lnTo>
                  <a:lnTo>
                    <a:pt x="5292" y="8717"/>
                  </a:lnTo>
                  <a:lnTo>
                    <a:pt x="4968" y="8772"/>
                  </a:lnTo>
                  <a:lnTo>
                    <a:pt x="4374" y="8990"/>
                  </a:lnTo>
                  <a:lnTo>
                    <a:pt x="3564" y="9210"/>
                  </a:lnTo>
                  <a:lnTo>
                    <a:pt x="3186" y="9374"/>
                  </a:lnTo>
                  <a:lnTo>
                    <a:pt x="3024" y="9485"/>
                  </a:lnTo>
                  <a:lnTo>
                    <a:pt x="2862" y="9649"/>
                  </a:lnTo>
                  <a:lnTo>
                    <a:pt x="2862" y="9758"/>
                  </a:lnTo>
                  <a:lnTo>
                    <a:pt x="2916" y="9814"/>
                  </a:lnTo>
                  <a:lnTo>
                    <a:pt x="3293" y="9867"/>
                  </a:lnTo>
                  <a:lnTo>
                    <a:pt x="3618" y="9814"/>
                  </a:lnTo>
                  <a:lnTo>
                    <a:pt x="4374" y="9649"/>
                  </a:lnTo>
                  <a:lnTo>
                    <a:pt x="5076" y="9485"/>
                  </a:lnTo>
                  <a:lnTo>
                    <a:pt x="5454" y="9320"/>
                  </a:lnTo>
                  <a:lnTo>
                    <a:pt x="5616" y="9210"/>
                  </a:lnTo>
                  <a:lnTo>
                    <a:pt x="5723" y="9101"/>
                  </a:lnTo>
                  <a:lnTo>
                    <a:pt x="5994" y="9539"/>
                  </a:lnTo>
                  <a:lnTo>
                    <a:pt x="6264" y="9978"/>
                  </a:lnTo>
                  <a:lnTo>
                    <a:pt x="6318" y="10032"/>
                  </a:lnTo>
                  <a:lnTo>
                    <a:pt x="6426" y="10196"/>
                  </a:lnTo>
                  <a:lnTo>
                    <a:pt x="6695" y="10416"/>
                  </a:lnTo>
                  <a:lnTo>
                    <a:pt x="6857" y="10471"/>
                  </a:lnTo>
                  <a:lnTo>
                    <a:pt x="6966" y="10526"/>
                  </a:lnTo>
                  <a:lnTo>
                    <a:pt x="7073" y="10471"/>
                  </a:lnTo>
                  <a:lnTo>
                    <a:pt x="7181" y="10361"/>
                  </a:lnTo>
                  <a:lnTo>
                    <a:pt x="7452" y="9923"/>
                  </a:lnTo>
                  <a:lnTo>
                    <a:pt x="7614" y="9485"/>
                  </a:lnTo>
                  <a:lnTo>
                    <a:pt x="7668" y="9045"/>
                  </a:lnTo>
                  <a:lnTo>
                    <a:pt x="7668" y="8607"/>
                  </a:lnTo>
                  <a:lnTo>
                    <a:pt x="7830" y="8607"/>
                  </a:lnTo>
                  <a:lnTo>
                    <a:pt x="7992" y="8552"/>
                  </a:lnTo>
                  <a:lnTo>
                    <a:pt x="8369" y="8443"/>
                  </a:lnTo>
                  <a:lnTo>
                    <a:pt x="9504" y="8114"/>
                  </a:lnTo>
                  <a:lnTo>
                    <a:pt x="10583" y="7730"/>
                  </a:lnTo>
                  <a:lnTo>
                    <a:pt x="10961" y="7566"/>
                  </a:lnTo>
                  <a:lnTo>
                    <a:pt x="11232" y="8114"/>
                  </a:lnTo>
                  <a:lnTo>
                    <a:pt x="11340" y="8388"/>
                  </a:lnTo>
                  <a:lnTo>
                    <a:pt x="11501" y="8607"/>
                  </a:lnTo>
                  <a:lnTo>
                    <a:pt x="11663" y="8717"/>
                  </a:lnTo>
                  <a:lnTo>
                    <a:pt x="12096" y="8717"/>
                  </a:lnTo>
                  <a:lnTo>
                    <a:pt x="12258" y="8607"/>
                  </a:lnTo>
                  <a:lnTo>
                    <a:pt x="12582" y="8332"/>
                  </a:lnTo>
                  <a:lnTo>
                    <a:pt x="12851" y="8004"/>
                  </a:lnTo>
                  <a:lnTo>
                    <a:pt x="12959" y="7730"/>
                  </a:lnTo>
                  <a:lnTo>
                    <a:pt x="13013" y="7455"/>
                  </a:lnTo>
                  <a:lnTo>
                    <a:pt x="13013" y="7182"/>
                  </a:lnTo>
                  <a:lnTo>
                    <a:pt x="12959" y="6853"/>
                  </a:lnTo>
                  <a:lnTo>
                    <a:pt x="13121" y="6853"/>
                  </a:lnTo>
                  <a:lnTo>
                    <a:pt x="13337" y="6744"/>
                  </a:lnTo>
                  <a:lnTo>
                    <a:pt x="14634" y="6140"/>
                  </a:lnTo>
                  <a:lnTo>
                    <a:pt x="15660" y="5756"/>
                  </a:lnTo>
                  <a:lnTo>
                    <a:pt x="16037" y="5591"/>
                  </a:lnTo>
                  <a:lnTo>
                    <a:pt x="16361" y="5482"/>
                  </a:lnTo>
                  <a:lnTo>
                    <a:pt x="16956" y="6853"/>
                  </a:lnTo>
                  <a:lnTo>
                    <a:pt x="17441" y="8279"/>
                  </a:lnTo>
                  <a:lnTo>
                    <a:pt x="17765" y="9320"/>
                  </a:lnTo>
                  <a:lnTo>
                    <a:pt x="17711" y="9485"/>
                  </a:lnTo>
                  <a:lnTo>
                    <a:pt x="17658" y="9649"/>
                  </a:lnTo>
                  <a:lnTo>
                    <a:pt x="17603" y="9649"/>
                  </a:lnTo>
                  <a:lnTo>
                    <a:pt x="17063" y="9867"/>
                  </a:lnTo>
                  <a:lnTo>
                    <a:pt x="16146" y="10142"/>
                  </a:lnTo>
                  <a:lnTo>
                    <a:pt x="14256" y="10800"/>
                  </a:lnTo>
                  <a:lnTo>
                    <a:pt x="12420" y="11402"/>
                  </a:lnTo>
                  <a:lnTo>
                    <a:pt x="11609" y="11622"/>
                  </a:lnTo>
                  <a:lnTo>
                    <a:pt x="11232" y="11842"/>
                  </a:lnTo>
                  <a:lnTo>
                    <a:pt x="11070" y="11951"/>
                  </a:lnTo>
                  <a:lnTo>
                    <a:pt x="10961" y="12115"/>
                  </a:lnTo>
                  <a:lnTo>
                    <a:pt x="10961" y="12171"/>
                  </a:lnTo>
                  <a:lnTo>
                    <a:pt x="11232" y="12226"/>
                  </a:lnTo>
                  <a:lnTo>
                    <a:pt x="11771" y="12226"/>
                  </a:lnTo>
                  <a:lnTo>
                    <a:pt x="12042" y="12115"/>
                  </a:lnTo>
                  <a:lnTo>
                    <a:pt x="13121" y="11786"/>
                  </a:lnTo>
                  <a:lnTo>
                    <a:pt x="15551" y="11020"/>
                  </a:lnTo>
                  <a:lnTo>
                    <a:pt x="17982" y="10251"/>
                  </a:lnTo>
                  <a:lnTo>
                    <a:pt x="18089" y="10196"/>
                  </a:lnTo>
                  <a:lnTo>
                    <a:pt x="18467" y="11622"/>
                  </a:lnTo>
                  <a:lnTo>
                    <a:pt x="18791" y="12664"/>
                  </a:lnTo>
                  <a:lnTo>
                    <a:pt x="18737" y="12719"/>
                  </a:lnTo>
                  <a:lnTo>
                    <a:pt x="18684" y="12828"/>
                  </a:lnTo>
                  <a:lnTo>
                    <a:pt x="17117" y="13432"/>
                  </a:lnTo>
                  <a:lnTo>
                    <a:pt x="16253" y="13761"/>
                  </a:lnTo>
                  <a:lnTo>
                    <a:pt x="15984" y="13870"/>
                  </a:lnTo>
                  <a:lnTo>
                    <a:pt x="15822" y="14034"/>
                  </a:lnTo>
                  <a:lnTo>
                    <a:pt x="15389" y="14309"/>
                  </a:lnTo>
                  <a:lnTo>
                    <a:pt x="15389" y="14363"/>
                  </a:lnTo>
                  <a:lnTo>
                    <a:pt x="15335" y="14199"/>
                  </a:lnTo>
                  <a:lnTo>
                    <a:pt x="15011" y="13486"/>
                  </a:lnTo>
                  <a:lnTo>
                    <a:pt x="14796" y="13157"/>
                  </a:lnTo>
                  <a:lnTo>
                    <a:pt x="14634" y="13048"/>
                  </a:lnTo>
                  <a:lnTo>
                    <a:pt x="14472" y="12993"/>
                  </a:lnTo>
                  <a:lnTo>
                    <a:pt x="14363" y="12993"/>
                  </a:lnTo>
                  <a:lnTo>
                    <a:pt x="14309" y="13103"/>
                  </a:lnTo>
                  <a:lnTo>
                    <a:pt x="14256" y="13212"/>
                  </a:lnTo>
                  <a:lnTo>
                    <a:pt x="13985" y="13212"/>
                  </a:lnTo>
                  <a:lnTo>
                    <a:pt x="13770" y="13157"/>
                  </a:lnTo>
                  <a:lnTo>
                    <a:pt x="13554" y="13212"/>
                  </a:lnTo>
                  <a:lnTo>
                    <a:pt x="13337" y="13268"/>
                  </a:lnTo>
                  <a:lnTo>
                    <a:pt x="13230" y="13432"/>
                  </a:lnTo>
                  <a:lnTo>
                    <a:pt x="13121" y="13596"/>
                  </a:lnTo>
                  <a:lnTo>
                    <a:pt x="13121" y="13761"/>
                  </a:lnTo>
                  <a:lnTo>
                    <a:pt x="13284" y="14363"/>
                  </a:lnTo>
                  <a:lnTo>
                    <a:pt x="13446" y="15021"/>
                  </a:lnTo>
                  <a:lnTo>
                    <a:pt x="12797" y="15185"/>
                  </a:lnTo>
                  <a:lnTo>
                    <a:pt x="12744" y="15240"/>
                  </a:lnTo>
                  <a:lnTo>
                    <a:pt x="12689" y="15296"/>
                  </a:lnTo>
                  <a:lnTo>
                    <a:pt x="12635" y="15460"/>
                  </a:lnTo>
                  <a:lnTo>
                    <a:pt x="12527" y="15131"/>
                  </a:lnTo>
                  <a:lnTo>
                    <a:pt x="12366" y="14803"/>
                  </a:lnTo>
                  <a:lnTo>
                    <a:pt x="12149" y="14474"/>
                  </a:lnTo>
                  <a:lnTo>
                    <a:pt x="11825" y="14199"/>
                  </a:lnTo>
                  <a:lnTo>
                    <a:pt x="11447" y="14034"/>
                  </a:lnTo>
                  <a:lnTo>
                    <a:pt x="11123" y="14034"/>
                  </a:lnTo>
                  <a:lnTo>
                    <a:pt x="10908" y="14090"/>
                  </a:lnTo>
                  <a:lnTo>
                    <a:pt x="10745" y="14143"/>
                  </a:lnTo>
                  <a:lnTo>
                    <a:pt x="10583" y="14254"/>
                  </a:lnTo>
                  <a:lnTo>
                    <a:pt x="10421" y="14363"/>
                  </a:lnTo>
                  <a:lnTo>
                    <a:pt x="10368" y="14528"/>
                  </a:lnTo>
                  <a:lnTo>
                    <a:pt x="10313" y="14747"/>
                  </a:lnTo>
                  <a:lnTo>
                    <a:pt x="10368" y="14856"/>
                  </a:lnTo>
                  <a:lnTo>
                    <a:pt x="10475" y="14912"/>
                  </a:lnTo>
                  <a:lnTo>
                    <a:pt x="10368" y="15296"/>
                  </a:lnTo>
                  <a:lnTo>
                    <a:pt x="10421" y="15680"/>
                  </a:lnTo>
                  <a:lnTo>
                    <a:pt x="7073" y="16666"/>
                  </a:lnTo>
                  <a:lnTo>
                    <a:pt x="6209" y="16940"/>
                  </a:lnTo>
                  <a:lnTo>
                    <a:pt x="5345" y="17215"/>
                  </a:lnTo>
                  <a:lnTo>
                    <a:pt x="5076" y="17379"/>
                  </a:lnTo>
                  <a:lnTo>
                    <a:pt x="4697" y="15844"/>
                  </a:lnTo>
                  <a:lnTo>
                    <a:pt x="4212" y="14363"/>
                  </a:lnTo>
                  <a:lnTo>
                    <a:pt x="4914" y="14254"/>
                  </a:lnTo>
                  <a:lnTo>
                    <a:pt x="5616" y="14090"/>
                  </a:lnTo>
                  <a:lnTo>
                    <a:pt x="7019" y="13650"/>
                  </a:lnTo>
                  <a:lnTo>
                    <a:pt x="7128" y="13925"/>
                  </a:lnTo>
                  <a:lnTo>
                    <a:pt x="7290" y="14199"/>
                  </a:lnTo>
                  <a:lnTo>
                    <a:pt x="7452" y="14474"/>
                  </a:lnTo>
                  <a:lnTo>
                    <a:pt x="7721" y="14692"/>
                  </a:lnTo>
                  <a:lnTo>
                    <a:pt x="7883" y="14747"/>
                  </a:lnTo>
                  <a:lnTo>
                    <a:pt x="8045" y="14803"/>
                  </a:lnTo>
                  <a:lnTo>
                    <a:pt x="8261" y="14803"/>
                  </a:lnTo>
                  <a:lnTo>
                    <a:pt x="8423" y="14747"/>
                  </a:lnTo>
                  <a:lnTo>
                    <a:pt x="8802" y="14583"/>
                  </a:lnTo>
                  <a:lnTo>
                    <a:pt x="9071" y="14418"/>
                  </a:lnTo>
                  <a:lnTo>
                    <a:pt x="9180" y="14254"/>
                  </a:lnTo>
                  <a:lnTo>
                    <a:pt x="9233" y="14199"/>
                  </a:lnTo>
                  <a:lnTo>
                    <a:pt x="9180" y="14090"/>
                  </a:lnTo>
                  <a:lnTo>
                    <a:pt x="8802" y="13048"/>
                  </a:lnTo>
                  <a:lnTo>
                    <a:pt x="9125" y="13048"/>
                  </a:lnTo>
                  <a:lnTo>
                    <a:pt x="9395" y="12939"/>
                  </a:lnTo>
                  <a:lnTo>
                    <a:pt x="9720" y="13815"/>
                  </a:lnTo>
                  <a:lnTo>
                    <a:pt x="9828" y="13925"/>
                  </a:lnTo>
                  <a:lnTo>
                    <a:pt x="9882" y="13979"/>
                  </a:lnTo>
                  <a:lnTo>
                    <a:pt x="9990" y="13979"/>
                  </a:lnTo>
                  <a:lnTo>
                    <a:pt x="10368" y="13925"/>
                  </a:lnTo>
                  <a:lnTo>
                    <a:pt x="10745" y="13761"/>
                  </a:lnTo>
                  <a:lnTo>
                    <a:pt x="11070" y="13541"/>
                  </a:lnTo>
                  <a:lnTo>
                    <a:pt x="11340" y="13268"/>
                  </a:lnTo>
                  <a:lnTo>
                    <a:pt x="11394" y="13212"/>
                  </a:lnTo>
                  <a:lnTo>
                    <a:pt x="11447" y="13103"/>
                  </a:lnTo>
                  <a:lnTo>
                    <a:pt x="11394" y="12939"/>
                  </a:lnTo>
                  <a:lnTo>
                    <a:pt x="10692" y="11786"/>
                  </a:lnTo>
                  <a:lnTo>
                    <a:pt x="10421" y="11238"/>
                  </a:lnTo>
                  <a:lnTo>
                    <a:pt x="10259" y="10964"/>
                  </a:lnTo>
                  <a:lnTo>
                    <a:pt x="10044" y="10800"/>
                  </a:lnTo>
                  <a:lnTo>
                    <a:pt x="9773" y="10691"/>
                  </a:lnTo>
                  <a:lnTo>
                    <a:pt x="9504" y="10745"/>
                  </a:lnTo>
                  <a:lnTo>
                    <a:pt x="9395" y="10800"/>
                  </a:lnTo>
                  <a:lnTo>
                    <a:pt x="9287" y="10855"/>
                  </a:lnTo>
                  <a:lnTo>
                    <a:pt x="9180" y="10964"/>
                  </a:lnTo>
                  <a:lnTo>
                    <a:pt x="9125" y="11074"/>
                  </a:lnTo>
                  <a:lnTo>
                    <a:pt x="8856" y="11129"/>
                  </a:lnTo>
                  <a:lnTo>
                    <a:pt x="8802" y="11184"/>
                  </a:lnTo>
                  <a:lnTo>
                    <a:pt x="8747" y="11238"/>
                  </a:lnTo>
                  <a:lnTo>
                    <a:pt x="8694" y="11349"/>
                  </a:lnTo>
                  <a:lnTo>
                    <a:pt x="8694" y="11458"/>
                  </a:lnTo>
                  <a:lnTo>
                    <a:pt x="9125" y="12390"/>
                  </a:lnTo>
                  <a:lnTo>
                    <a:pt x="9071" y="12499"/>
                  </a:lnTo>
                  <a:lnTo>
                    <a:pt x="9018" y="12555"/>
                  </a:lnTo>
                  <a:lnTo>
                    <a:pt x="8964" y="12555"/>
                  </a:lnTo>
                  <a:lnTo>
                    <a:pt x="8909" y="12608"/>
                  </a:lnTo>
                  <a:lnTo>
                    <a:pt x="8747" y="12664"/>
                  </a:lnTo>
                  <a:lnTo>
                    <a:pt x="8694" y="12719"/>
                  </a:lnTo>
                  <a:lnTo>
                    <a:pt x="8261" y="11677"/>
                  </a:lnTo>
                  <a:lnTo>
                    <a:pt x="8207" y="11622"/>
                  </a:lnTo>
                  <a:lnTo>
                    <a:pt x="8154" y="11513"/>
                  </a:lnTo>
                  <a:lnTo>
                    <a:pt x="7938" y="11513"/>
                  </a:lnTo>
                  <a:lnTo>
                    <a:pt x="7883" y="11458"/>
                  </a:lnTo>
                  <a:lnTo>
                    <a:pt x="7614" y="11458"/>
                  </a:lnTo>
                  <a:lnTo>
                    <a:pt x="7344" y="11513"/>
                  </a:lnTo>
                  <a:lnTo>
                    <a:pt x="7128" y="11677"/>
                  </a:lnTo>
                  <a:lnTo>
                    <a:pt x="6966" y="11897"/>
                  </a:lnTo>
                  <a:lnTo>
                    <a:pt x="6857" y="12171"/>
                  </a:lnTo>
                  <a:lnTo>
                    <a:pt x="6804" y="12444"/>
                  </a:lnTo>
                  <a:lnTo>
                    <a:pt x="6804" y="12993"/>
                  </a:lnTo>
                  <a:lnTo>
                    <a:pt x="5400" y="13377"/>
                  </a:lnTo>
                  <a:lnTo>
                    <a:pt x="4752" y="13650"/>
                  </a:lnTo>
                  <a:lnTo>
                    <a:pt x="4050" y="13925"/>
                  </a:lnTo>
                  <a:lnTo>
                    <a:pt x="3455" y="11951"/>
                  </a:lnTo>
                  <a:lnTo>
                    <a:pt x="2807" y="9978"/>
                  </a:lnTo>
                  <a:lnTo>
                    <a:pt x="2267" y="8004"/>
                  </a:lnTo>
                  <a:lnTo>
                    <a:pt x="2052" y="7017"/>
                  </a:lnTo>
                  <a:lnTo>
                    <a:pt x="1890" y="5975"/>
                  </a:lnTo>
                  <a:lnTo>
                    <a:pt x="2214" y="5920"/>
                  </a:lnTo>
                  <a:lnTo>
                    <a:pt x="2538" y="5866"/>
                  </a:lnTo>
                  <a:lnTo>
                    <a:pt x="3186" y="5702"/>
                  </a:lnTo>
                  <a:lnTo>
                    <a:pt x="4859" y="5207"/>
                  </a:lnTo>
                  <a:lnTo>
                    <a:pt x="8478" y="4221"/>
                  </a:lnTo>
                  <a:lnTo>
                    <a:pt x="10206" y="3728"/>
                  </a:lnTo>
                  <a:lnTo>
                    <a:pt x="11880" y="3125"/>
                  </a:lnTo>
                  <a:lnTo>
                    <a:pt x="13446" y="2577"/>
                  </a:lnTo>
                  <a:lnTo>
                    <a:pt x="14363" y="2248"/>
                  </a:lnTo>
                  <a:lnTo>
                    <a:pt x="14687" y="2083"/>
                  </a:lnTo>
                  <a:lnTo>
                    <a:pt x="14849" y="2028"/>
                  </a:lnTo>
                  <a:lnTo>
                    <a:pt x="14958" y="1973"/>
                  </a:lnTo>
                  <a:close/>
                  <a:moveTo>
                    <a:pt x="18953" y="13432"/>
                  </a:moveTo>
                  <a:lnTo>
                    <a:pt x="19170" y="14309"/>
                  </a:lnTo>
                  <a:lnTo>
                    <a:pt x="19277" y="14803"/>
                  </a:lnTo>
                  <a:lnTo>
                    <a:pt x="19439" y="15240"/>
                  </a:lnTo>
                  <a:lnTo>
                    <a:pt x="18575" y="15350"/>
                  </a:lnTo>
                  <a:lnTo>
                    <a:pt x="17765" y="15569"/>
                  </a:lnTo>
                  <a:lnTo>
                    <a:pt x="16956" y="15789"/>
                  </a:lnTo>
                  <a:lnTo>
                    <a:pt x="16146" y="16062"/>
                  </a:lnTo>
                  <a:lnTo>
                    <a:pt x="14256" y="16775"/>
                  </a:lnTo>
                  <a:lnTo>
                    <a:pt x="12420" y="17488"/>
                  </a:lnTo>
                  <a:lnTo>
                    <a:pt x="8802" y="18859"/>
                  </a:lnTo>
                  <a:lnTo>
                    <a:pt x="7181" y="19463"/>
                  </a:lnTo>
                  <a:lnTo>
                    <a:pt x="6371" y="19792"/>
                  </a:lnTo>
                  <a:lnTo>
                    <a:pt x="5616" y="20174"/>
                  </a:lnTo>
                  <a:lnTo>
                    <a:pt x="5400" y="18968"/>
                  </a:lnTo>
                  <a:lnTo>
                    <a:pt x="5183" y="17762"/>
                  </a:lnTo>
                  <a:lnTo>
                    <a:pt x="5507" y="17762"/>
                  </a:lnTo>
                  <a:lnTo>
                    <a:pt x="5885" y="17653"/>
                  </a:lnTo>
                  <a:lnTo>
                    <a:pt x="7614" y="17160"/>
                  </a:lnTo>
                  <a:lnTo>
                    <a:pt x="10583" y="16338"/>
                  </a:lnTo>
                  <a:lnTo>
                    <a:pt x="10854" y="16940"/>
                  </a:lnTo>
                  <a:lnTo>
                    <a:pt x="11178" y="17488"/>
                  </a:lnTo>
                  <a:lnTo>
                    <a:pt x="11232" y="17597"/>
                  </a:lnTo>
                  <a:lnTo>
                    <a:pt x="11501" y="17597"/>
                  </a:lnTo>
                  <a:lnTo>
                    <a:pt x="11609" y="17488"/>
                  </a:lnTo>
                  <a:lnTo>
                    <a:pt x="11718" y="17379"/>
                  </a:lnTo>
                  <a:lnTo>
                    <a:pt x="11933" y="17324"/>
                  </a:lnTo>
                  <a:lnTo>
                    <a:pt x="12366" y="17215"/>
                  </a:lnTo>
                  <a:lnTo>
                    <a:pt x="12473" y="17104"/>
                  </a:lnTo>
                  <a:lnTo>
                    <a:pt x="12582" y="16995"/>
                  </a:lnTo>
                  <a:lnTo>
                    <a:pt x="12744" y="16722"/>
                  </a:lnTo>
                  <a:lnTo>
                    <a:pt x="12797" y="16447"/>
                  </a:lnTo>
                  <a:lnTo>
                    <a:pt x="12797" y="16118"/>
                  </a:lnTo>
                  <a:lnTo>
                    <a:pt x="12744" y="15844"/>
                  </a:lnTo>
                  <a:lnTo>
                    <a:pt x="12689" y="15569"/>
                  </a:lnTo>
                  <a:lnTo>
                    <a:pt x="12744" y="15680"/>
                  </a:lnTo>
                  <a:lnTo>
                    <a:pt x="12906" y="15734"/>
                  </a:lnTo>
                  <a:lnTo>
                    <a:pt x="13284" y="15680"/>
                  </a:lnTo>
                  <a:lnTo>
                    <a:pt x="13661" y="15569"/>
                  </a:lnTo>
                  <a:lnTo>
                    <a:pt x="13877" y="15898"/>
                  </a:lnTo>
                  <a:lnTo>
                    <a:pt x="14147" y="16173"/>
                  </a:lnTo>
                  <a:lnTo>
                    <a:pt x="14363" y="16282"/>
                  </a:lnTo>
                  <a:lnTo>
                    <a:pt x="14634" y="16338"/>
                  </a:lnTo>
                  <a:lnTo>
                    <a:pt x="14849" y="16338"/>
                  </a:lnTo>
                  <a:lnTo>
                    <a:pt x="15065" y="16227"/>
                  </a:lnTo>
                  <a:lnTo>
                    <a:pt x="15282" y="16118"/>
                  </a:lnTo>
                  <a:lnTo>
                    <a:pt x="15444" y="15898"/>
                  </a:lnTo>
                  <a:lnTo>
                    <a:pt x="15551" y="15680"/>
                  </a:lnTo>
                  <a:lnTo>
                    <a:pt x="15606" y="15460"/>
                  </a:lnTo>
                  <a:lnTo>
                    <a:pt x="15660" y="15185"/>
                  </a:lnTo>
                  <a:lnTo>
                    <a:pt x="15606" y="14912"/>
                  </a:lnTo>
                  <a:lnTo>
                    <a:pt x="15444" y="14418"/>
                  </a:lnTo>
                  <a:lnTo>
                    <a:pt x="15822" y="14418"/>
                  </a:lnTo>
                  <a:lnTo>
                    <a:pt x="16199" y="14363"/>
                  </a:lnTo>
                  <a:lnTo>
                    <a:pt x="17117" y="14090"/>
                  </a:lnTo>
                  <a:lnTo>
                    <a:pt x="18953" y="13432"/>
                  </a:lnTo>
                  <a:close/>
                  <a:moveTo>
                    <a:pt x="19439" y="15953"/>
                  </a:moveTo>
                  <a:lnTo>
                    <a:pt x="19277" y="16009"/>
                  </a:lnTo>
                  <a:lnTo>
                    <a:pt x="17063" y="16831"/>
                  </a:lnTo>
                  <a:lnTo>
                    <a:pt x="12851" y="18475"/>
                  </a:lnTo>
                  <a:lnTo>
                    <a:pt x="10745" y="19243"/>
                  </a:lnTo>
                  <a:lnTo>
                    <a:pt x="9720" y="19627"/>
                  </a:lnTo>
                  <a:lnTo>
                    <a:pt x="8640" y="19901"/>
                  </a:lnTo>
                  <a:lnTo>
                    <a:pt x="6911" y="20285"/>
                  </a:lnTo>
                  <a:lnTo>
                    <a:pt x="7938" y="19845"/>
                  </a:lnTo>
                  <a:lnTo>
                    <a:pt x="8964" y="19463"/>
                  </a:lnTo>
                  <a:lnTo>
                    <a:pt x="12420" y="18201"/>
                  </a:lnTo>
                  <a:lnTo>
                    <a:pt x="14147" y="17488"/>
                  </a:lnTo>
                  <a:lnTo>
                    <a:pt x="15930" y="16886"/>
                  </a:lnTo>
                  <a:lnTo>
                    <a:pt x="16794" y="16556"/>
                  </a:lnTo>
                  <a:lnTo>
                    <a:pt x="17658" y="16282"/>
                  </a:lnTo>
                  <a:lnTo>
                    <a:pt x="18575" y="16062"/>
                  </a:lnTo>
                  <a:lnTo>
                    <a:pt x="19439" y="15953"/>
                  </a:lnTo>
                  <a:close/>
                  <a:moveTo>
                    <a:pt x="15444" y="713"/>
                  </a:moveTo>
                  <a:lnTo>
                    <a:pt x="15768" y="1589"/>
                  </a:lnTo>
                  <a:lnTo>
                    <a:pt x="16146" y="2521"/>
                  </a:lnTo>
                  <a:lnTo>
                    <a:pt x="16901" y="4276"/>
                  </a:lnTo>
                  <a:lnTo>
                    <a:pt x="17658" y="6249"/>
                  </a:lnTo>
                  <a:lnTo>
                    <a:pt x="18360" y="8168"/>
                  </a:lnTo>
                  <a:lnTo>
                    <a:pt x="18953" y="10032"/>
                  </a:lnTo>
                  <a:lnTo>
                    <a:pt x="19548" y="11842"/>
                  </a:lnTo>
                  <a:lnTo>
                    <a:pt x="20141" y="13706"/>
                  </a:lnTo>
                  <a:lnTo>
                    <a:pt x="20627" y="15569"/>
                  </a:lnTo>
                  <a:lnTo>
                    <a:pt x="20303" y="15569"/>
                  </a:lnTo>
                  <a:lnTo>
                    <a:pt x="19979" y="15680"/>
                  </a:lnTo>
                  <a:lnTo>
                    <a:pt x="19979" y="15405"/>
                  </a:lnTo>
                  <a:lnTo>
                    <a:pt x="20087" y="15296"/>
                  </a:lnTo>
                  <a:lnTo>
                    <a:pt x="20087" y="15131"/>
                  </a:lnTo>
                  <a:lnTo>
                    <a:pt x="20034" y="14692"/>
                  </a:lnTo>
                  <a:lnTo>
                    <a:pt x="20034" y="14528"/>
                  </a:lnTo>
                  <a:lnTo>
                    <a:pt x="19763" y="13486"/>
                  </a:lnTo>
                  <a:lnTo>
                    <a:pt x="19277" y="11622"/>
                  </a:lnTo>
                  <a:lnTo>
                    <a:pt x="18684" y="9867"/>
                  </a:lnTo>
                  <a:lnTo>
                    <a:pt x="18089" y="8114"/>
                  </a:lnTo>
                  <a:lnTo>
                    <a:pt x="17441" y="6360"/>
                  </a:lnTo>
                  <a:lnTo>
                    <a:pt x="16739" y="4660"/>
                  </a:lnTo>
                  <a:lnTo>
                    <a:pt x="15984" y="2959"/>
                  </a:lnTo>
                  <a:lnTo>
                    <a:pt x="15713" y="2466"/>
                  </a:lnTo>
                  <a:lnTo>
                    <a:pt x="15444" y="2028"/>
                  </a:lnTo>
                  <a:lnTo>
                    <a:pt x="15606" y="1919"/>
                  </a:lnTo>
                  <a:lnTo>
                    <a:pt x="15660" y="1753"/>
                  </a:lnTo>
                  <a:lnTo>
                    <a:pt x="15606" y="1589"/>
                  </a:lnTo>
                  <a:lnTo>
                    <a:pt x="15551" y="1480"/>
                  </a:lnTo>
                  <a:lnTo>
                    <a:pt x="15497" y="1424"/>
                  </a:lnTo>
                  <a:lnTo>
                    <a:pt x="15389" y="1371"/>
                  </a:lnTo>
                  <a:lnTo>
                    <a:pt x="15120" y="1315"/>
                  </a:lnTo>
                  <a:lnTo>
                    <a:pt x="14849" y="1371"/>
                  </a:lnTo>
                  <a:lnTo>
                    <a:pt x="13823" y="1699"/>
                  </a:lnTo>
                  <a:lnTo>
                    <a:pt x="12744" y="2137"/>
                  </a:lnTo>
                  <a:lnTo>
                    <a:pt x="11663" y="2521"/>
                  </a:lnTo>
                  <a:lnTo>
                    <a:pt x="10583" y="2906"/>
                  </a:lnTo>
                  <a:lnTo>
                    <a:pt x="8316" y="3618"/>
                  </a:lnTo>
                  <a:lnTo>
                    <a:pt x="6047" y="4276"/>
                  </a:lnTo>
                  <a:lnTo>
                    <a:pt x="3780" y="4878"/>
                  </a:lnTo>
                  <a:lnTo>
                    <a:pt x="2592" y="5207"/>
                  </a:lnTo>
                  <a:lnTo>
                    <a:pt x="1998" y="5427"/>
                  </a:lnTo>
                  <a:lnTo>
                    <a:pt x="1728" y="5538"/>
                  </a:lnTo>
                  <a:lnTo>
                    <a:pt x="1512" y="5702"/>
                  </a:lnTo>
                  <a:lnTo>
                    <a:pt x="1457" y="5702"/>
                  </a:lnTo>
                  <a:lnTo>
                    <a:pt x="1404" y="5811"/>
                  </a:lnTo>
                  <a:lnTo>
                    <a:pt x="1350" y="5920"/>
                  </a:lnTo>
                  <a:lnTo>
                    <a:pt x="1457" y="6853"/>
                  </a:lnTo>
                  <a:lnTo>
                    <a:pt x="1619" y="7784"/>
                  </a:lnTo>
                  <a:lnTo>
                    <a:pt x="1836" y="8661"/>
                  </a:lnTo>
                  <a:lnTo>
                    <a:pt x="2052" y="9594"/>
                  </a:lnTo>
                  <a:lnTo>
                    <a:pt x="2538" y="11349"/>
                  </a:lnTo>
                  <a:lnTo>
                    <a:pt x="3131" y="13103"/>
                  </a:lnTo>
                  <a:lnTo>
                    <a:pt x="3726" y="14912"/>
                  </a:lnTo>
                  <a:lnTo>
                    <a:pt x="4266" y="16666"/>
                  </a:lnTo>
                  <a:lnTo>
                    <a:pt x="4481" y="17544"/>
                  </a:lnTo>
                  <a:lnTo>
                    <a:pt x="4697" y="18475"/>
                  </a:lnTo>
                  <a:lnTo>
                    <a:pt x="4859" y="19352"/>
                  </a:lnTo>
                  <a:lnTo>
                    <a:pt x="5021" y="20285"/>
                  </a:lnTo>
                  <a:lnTo>
                    <a:pt x="5021" y="20449"/>
                  </a:lnTo>
                  <a:lnTo>
                    <a:pt x="5130" y="20504"/>
                  </a:lnTo>
                  <a:lnTo>
                    <a:pt x="5238" y="20558"/>
                  </a:lnTo>
                  <a:lnTo>
                    <a:pt x="5345" y="20614"/>
                  </a:lnTo>
                  <a:lnTo>
                    <a:pt x="5400" y="20669"/>
                  </a:lnTo>
                  <a:lnTo>
                    <a:pt x="5507" y="20669"/>
                  </a:lnTo>
                  <a:lnTo>
                    <a:pt x="5940" y="20558"/>
                  </a:lnTo>
                  <a:lnTo>
                    <a:pt x="5454" y="20778"/>
                  </a:lnTo>
                  <a:lnTo>
                    <a:pt x="5021" y="21051"/>
                  </a:lnTo>
                  <a:lnTo>
                    <a:pt x="3780" y="16611"/>
                  </a:lnTo>
                  <a:lnTo>
                    <a:pt x="3131" y="14363"/>
                  </a:lnTo>
                  <a:lnTo>
                    <a:pt x="2538" y="12171"/>
                  </a:lnTo>
                  <a:lnTo>
                    <a:pt x="1404" y="7675"/>
                  </a:lnTo>
                  <a:lnTo>
                    <a:pt x="1188" y="6633"/>
                  </a:lnTo>
                  <a:lnTo>
                    <a:pt x="972" y="5975"/>
                  </a:lnTo>
                  <a:lnTo>
                    <a:pt x="864" y="5647"/>
                  </a:lnTo>
                  <a:lnTo>
                    <a:pt x="702" y="5427"/>
                  </a:lnTo>
                  <a:lnTo>
                    <a:pt x="1566" y="5262"/>
                  </a:lnTo>
                  <a:lnTo>
                    <a:pt x="2430" y="5098"/>
                  </a:lnTo>
                  <a:lnTo>
                    <a:pt x="4157" y="4550"/>
                  </a:lnTo>
                  <a:lnTo>
                    <a:pt x="6156" y="3947"/>
                  </a:lnTo>
                  <a:lnTo>
                    <a:pt x="8099" y="3290"/>
                  </a:lnTo>
                  <a:lnTo>
                    <a:pt x="11825" y="2028"/>
                  </a:lnTo>
                  <a:lnTo>
                    <a:pt x="13661" y="1371"/>
                  </a:lnTo>
                  <a:lnTo>
                    <a:pt x="14580" y="1096"/>
                  </a:lnTo>
                  <a:lnTo>
                    <a:pt x="15011" y="931"/>
                  </a:lnTo>
                  <a:lnTo>
                    <a:pt x="15444" y="713"/>
                  </a:lnTo>
                  <a:close/>
                  <a:moveTo>
                    <a:pt x="15389" y="0"/>
                  </a:moveTo>
                  <a:lnTo>
                    <a:pt x="14958" y="54"/>
                  </a:lnTo>
                  <a:lnTo>
                    <a:pt x="14472" y="218"/>
                  </a:lnTo>
                  <a:lnTo>
                    <a:pt x="13608" y="547"/>
                  </a:lnTo>
                  <a:lnTo>
                    <a:pt x="11771" y="1206"/>
                  </a:lnTo>
                  <a:lnTo>
                    <a:pt x="8099" y="2466"/>
                  </a:lnTo>
                  <a:lnTo>
                    <a:pt x="4319" y="3728"/>
                  </a:lnTo>
                  <a:lnTo>
                    <a:pt x="2376" y="4331"/>
                  </a:lnTo>
                  <a:lnTo>
                    <a:pt x="1350" y="4605"/>
                  </a:lnTo>
                  <a:lnTo>
                    <a:pt x="378" y="4989"/>
                  </a:lnTo>
                  <a:lnTo>
                    <a:pt x="269" y="5098"/>
                  </a:lnTo>
                  <a:lnTo>
                    <a:pt x="216" y="5262"/>
                  </a:lnTo>
                  <a:lnTo>
                    <a:pt x="54" y="5318"/>
                  </a:lnTo>
                  <a:lnTo>
                    <a:pt x="0" y="5372"/>
                  </a:lnTo>
                  <a:lnTo>
                    <a:pt x="0" y="5427"/>
                  </a:lnTo>
                  <a:lnTo>
                    <a:pt x="54" y="5647"/>
                  </a:lnTo>
                  <a:lnTo>
                    <a:pt x="162" y="5866"/>
                  </a:lnTo>
                  <a:lnTo>
                    <a:pt x="269" y="6031"/>
                  </a:lnTo>
                  <a:lnTo>
                    <a:pt x="324" y="6195"/>
                  </a:lnTo>
                  <a:lnTo>
                    <a:pt x="431" y="6524"/>
                  </a:lnTo>
                  <a:lnTo>
                    <a:pt x="864" y="8661"/>
                  </a:lnTo>
                  <a:lnTo>
                    <a:pt x="1404" y="10800"/>
                  </a:lnTo>
                  <a:lnTo>
                    <a:pt x="1890" y="12939"/>
                  </a:lnTo>
                  <a:lnTo>
                    <a:pt x="3024" y="17160"/>
                  </a:lnTo>
                  <a:lnTo>
                    <a:pt x="3618" y="19243"/>
                  </a:lnTo>
                  <a:lnTo>
                    <a:pt x="4266" y="21271"/>
                  </a:lnTo>
                  <a:lnTo>
                    <a:pt x="4319" y="21491"/>
                  </a:lnTo>
                  <a:lnTo>
                    <a:pt x="4481" y="21545"/>
                  </a:lnTo>
                  <a:lnTo>
                    <a:pt x="4643" y="21600"/>
                  </a:lnTo>
                  <a:lnTo>
                    <a:pt x="4859" y="21545"/>
                  </a:lnTo>
                  <a:lnTo>
                    <a:pt x="5292" y="21436"/>
                  </a:lnTo>
                  <a:lnTo>
                    <a:pt x="5723" y="21326"/>
                  </a:lnTo>
                  <a:lnTo>
                    <a:pt x="6642" y="21051"/>
                  </a:lnTo>
                  <a:lnTo>
                    <a:pt x="8802" y="20614"/>
                  </a:lnTo>
                  <a:lnTo>
                    <a:pt x="9882" y="20340"/>
                  </a:lnTo>
                  <a:lnTo>
                    <a:pt x="10961" y="19956"/>
                  </a:lnTo>
                  <a:lnTo>
                    <a:pt x="13068" y="19188"/>
                  </a:lnTo>
                  <a:lnTo>
                    <a:pt x="17279" y="17597"/>
                  </a:lnTo>
                  <a:lnTo>
                    <a:pt x="19332" y="16775"/>
                  </a:lnTo>
                  <a:lnTo>
                    <a:pt x="20087" y="16556"/>
                  </a:lnTo>
                  <a:lnTo>
                    <a:pt x="20465" y="16391"/>
                  </a:lnTo>
                  <a:lnTo>
                    <a:pt x="20843" y="16173"/>
                  </a:lnTo>
                  <a:lnTo>
                    <a:pt x="20898" y="16338"/>
                  </a:lnTo>
                  <a:lnTo>
                    <a:pt x="21005" y="16391"/>
                  </a:lnTo>
                  <a:lnTo>
                    <a:pt x="21167" y="16447"/>
                  </a:lnTo>
                  <a:lnTo>
                    <a:pt x="21329" y="16447"/>
                  </a:lnTo>
                  <a:lnTo>
                    <a:pt x="21437" y="16338"/>
                  </a:lnTo>
                  <a:lnTo>
                    <a:pt x="21546" y="16282"/>
                  </a:lnTo>
                  <a:lnTo>
                    <a:pt x="21600" y="16118"/>
                  </a:lnTo>
                  <a:lnTo>
                    <a:pt x="21546" y="15953"/>
                  </a:lnTo>
                  <a:lnTo>
                    <a:pt x="21005" y="13925"/>
                  </a:lnTo>
                  <a:lnTo>
                    <a:pt x="20412" y="11951"/>
                  </a:lnTo>
                  <a:lnTo>
                    <a:pt x="19763" y="9923"/>
                  </a:lnTo>
                  <a:lnTo>
                    <a:pt x="19061" y="8004"/>
                  </a:lnTo>
                  <a:lnTo>
                    <a:pt x="18360" y="6031"/>
                  </a:lnTo>
                  <a:lnTo>
                    <a:pt x="17549" y="4112"/>
                  </a:lnTo>
                  <a:lnTo>
                    <a:pt x="16794" y="2193"/>
                  </a:lnTo>
                  <a:lnTo>
                    <a:pt x="16361" y="1315"/>
                  </a:lnTo>
                  <a:lnTo>
                    <a:pt x="15875" y="383"/>
                  </a:lnTo>
                  <a:lnTo>
                    <a:pt x="15822" y="329"/>
                  </a:lnTo>
                  <a:lnTo>
                    <a:pt x="15713" y="274"/>
                  </a:lnTo>
                  <a:lnTo>
                    <a:pt x="15660" y="164"/>
                  </a:lnTo>
                  <a:lnTo>
                    <a:pt x="15606" y="109"/>
                  </a:lnTo>
                  <a:lnTo>
                    <a:pt x="15497" y="54"/>
                  </a:lnTo>
                  <a:lnTo>
                    <a:pt x="15389"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173" name="Google Shape;386;p7"/>
            <p:cNvSpPr/>
            <p:nvPr/>
          </p:nvSpPr>
          <p:spPr>
            <a:xfrm>
              <a:off x="386926" y="2907239"/>
              <a:ext cx="181925" cy="1613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304" y="0"/>
                  </a:moveTo>
                  <a:lnTo>
                    <a:pt x="19873" y="164"/>
                  </a:lnTo>
                  <a:lnTo>
                    <a:pt x="19586" y="487"/>
                  </a:lnTo>
                  <a:lnTo>
                    <a:pt x="18722" y="1789"/>
                  </a:lnTo>
                  <a:lnTo>
                    <a:pt x="17713" y="2763"/>
                  </a:lnTo>
                  <a:lnTo>
                    <a:pt x="16559" y="3737"/>
                  </a:lnTo>
                  <a:lnTo>
                    <a:pt x="15409" y="4387"/>
                  </a:lnTo>
                  <a:lnTo>
                    <a:pt x="14687" y="4710"/>
                  </a:lnTo>
                  <a:lnTo>
                    <a:pt x="13968" y="4874"/>
                  </a:lnTo>
                  <a:lnTo>
                    <a:pt x="12673" y="4874"/>
                  </a:lnTo>
                  <a:lnTo>
                    <a:pt x="11232" y="4551"/>
                  </a:lnTo>
                  <a:lnTo>
                    <a:pt x="9936" y="4060"/>
                  </a:lnTo>
                  <a:lnTo>
                    <a:pt x="8786" y="3573"/>
                  </a:lnTo>
                  <a:lnTo>
                    <a:pt x="7487" y="3250"/>
                  </a:lnTo>
                  <a:lnTo>
                    <a:pt x="6191" y="2926"/>
                  </a:lnTo>
                  <a:lnTo>
                    <a:pt x="4896" y="2763"/>
                  </a:lnTo>
                  <a:lnTo>
                    <a:pt x="3600" y="2926"/>
                  </a:lnTo>
                  <a:lnTo>
                    <a:pt x="2450" y="3413"/>
                  </a:lnTo>
                  <a:lnTo>
                    <a:pt x="1873" y="3737"/>
                  </a:lnTo>
                  <a:lnTo>
                    <a:pt x="1441" y="4223"/>
                  </a:lnTo>
                  <a:lnTo>
                    <a:pt x="1009" y="4710"/>
                  </a:lnTo>
                  <a:lnTo>
                    <a:pt x="577" y="5361"/>
                  </a:lnTo>
                  <a:lnTo>
                    <a:pt x="432" y="5684"/>
                  </a:lnTo>
                  <a:lnTo>
                    <a:pt x="432" y="5848"/>
                  </a:lnTo>
                  <a:lnTo>
                    <a:pt x="577" y="6335"/>
                  </a:lnTo>
                  <a:lnTo>
                    <a:pt x="1009" y="6499"/>
                  </a:lnTo>
                  <a:lnTo>
                    <a:pt x="1441" y="6499"/>
                  </a:lnTo>
                  <a:lnTo>
                    <a:pt x="2736" y="5684"/>
                  </a:lnTo>
                  <a:lnTo>
                    <a:pt x="4032" y="5197"/>
                  </a:lnTo>
                  <a:lnTo>
                    <a:pt x="4032" y="11205"/>
                  </a:lnTo>
                  <a:lnTo>
                    <a:pt x="3745" y="14291"/>
                  </a:lnTo>
                  <a:lnTo>
                    <a:pt x="3455" y="17377"/>
                  </a:lnTo>
                  <a:lnTo>
                    <a:pt x="2736" y="17053"/>
                  </a:lnTo>
                  <a:lnTo>
                    <a:pt x="2159" y="16566"/>
                  </a:lnTo>
                  <a:lnTo>
                    <a:pt x="1441" y="16079"/>
                  </a:lnTo>
                  <a:lnTo>
                    <a:pt x="718" y="15592"/>
                  </a:lnTo>
                  <a:lnTo>
                    <a:pt x="432" y="15592"/>
                  </a:lnTo>
                  <a:lnTo>
                    <a:pt x="145" y="15916"/>
                  </a:lnTo>
                  <a:lnTo>
                    <a:pt x="0" y="16243"/>
                  </a:lnTo>
                  <a:lnTo>
                    <a:pt x="0" y="16730"/>
                  </a:lnTo>
                  <a:lnTo>
                    <a:pt x="145" y="17540"/>
                  </a:lnTo>
                  <a:lnTo>
                    <a:pt x="577" y="18350"/>
                  </a:lnTo>
                  <a:lnTo>
                    <a:pt x="1150" y="18842"/>
                  </a:lnTo>
                  <a:lnTo>
                    <a:pt x="2014" y="19488"/>
                  </a:lnTo>
                  <a:lnTo>
                    <a:pt x="2882" y="19816"/>
                  </a:lnTo>
                  <a:lnTo>
                    <a:pt x="4609" y="19816"/>
                  </a:lnTo>
                  <a:lnTo>
                    <a:pt x="4896" y="19652"/>
                  </a:lnTo>
                  <a:lnTo>
                    <a:pt x="5182" y="19488"/>
                  </a:lnTo>
                  <a:lnTo>
                    <a:pt x="5473" y="18842"/>
                  </a:lnTo>
                  <a:lnTo>
                    <a:pt x="5904" y="15429"/>
                  </a:lnTo>
                  <a:lnTo>
                    <a:pt x="6191" y="12020"/>
                  </a:lnTo>
                  <a:lnTo>
                    <a:pt x="6191" y="8447"/>
                  </a:lnTo>
                  <a:lnTo>
                    <a:pt x="6050" y="6658"/>
                  </a:lnTo>
                  <a:lnTo>
                    <a:pt x="5904" y="5038"/>
                  </a:lnTo>
                  <a:lnTo>
                    <a:pt x="6913" y="5197"/>
                  </a:lnTo>
                  <a:lnTo>
                    <a:pt x="8350" y="5848"/>
                  </a:lnTo>
                  <a:lnTo>
                    <a:pt x="9650" y="6335"/>
                  </a:lnTo>
                  <a:lnTo>
                    <a:pt x="11087" y="6986"/>
                  </a:lnTo>
                  <a:lnTo>
                    <a:pt x="12527" y="7309"/>
                  </a:lnTo>
                  <a:lnTo>
                    <a:pt x="13682" y="7309"/>
                  </a:lnTo>
                  <a:lnTo>
                    <a:pt x="13536" y="11205"/>
                  </a:lnTo>
                  <a:lnTo>
                    <a:pt x="13391" y="15269"/>
                  </a:lnTo>
                  <a:lnTo>
                    <a:pt x="13391" y="19488"/>
                  </a:lnTo>
                  <a:lnTo>
                    <a:pt x="13536" y="19488"/>
                  </a:lnTo>
                  <a:lnTo>
                    <a:pt x="13391" y="19816"/>
                  </a:lnTo>
                  <a:lnTo>
                    <a:pt x="13250" y="19975"/>
                  </a:lnTo>
                  <a:lnTo>
                    <a:pt x="13250" y="20790"/>
                  </a:lnTo>
                  <a:lnTo>
                    <a:pt x="13391" y="21277"/>
                  </a:lnTo>
                  <a:lnTo>
                    <a:pt x="13823" y="21600"/>
                  </a:lnTo>
                  <a:lnTo>
                    <a:pt x="14255" y="21600"/>
                  </a:lnTo>
                  <a:lnTo>
                    <a:pt x="14687" y="21436"/>
                  </a:lnTo>
                  <a:lnTo>
                    <a:pt x="15122" y="20949"/>
                  </a:lnTo>
                  <a:lnTo>
                    <a:pt x="15409" y="20303"/>
                  </a:lnTo>
                  <a:lnTo>
                    <a:pt x="15409" y="18842"/>
                  </a:lnTo>
                  <a:lnTo>
                    <a:pt x="15554" y="13481"/>
                  </a:lnTo>
                  <a:lnTo>
                    <a:pt x="15554" y="6822"/>
                  </a:lnTo>
                  <a:lnTo>
                    <a:pt x="17136" y="6171"/>
                  </a:lnTo>
                  <a:lnTo>
                    <a:pt x="18577" y="5038"/>
                  </a:lnTo>
                  <a:lnTo>
                    <a:pt x="19873" y="3737"/>
                  </a:lnTo>
                  <a:lnTo>
                    <a:pt x="20882" y="2439"/>
                  </a:lnTo>
                  <a:lnTo>
                    <a:pt x="21459" y="1625"/>
                  </a:lnTo>
                  <a:lnTo>
                    <a:pt x="21600" y="1138"/>
                  </a:lnTo>
                  <a:lnTo>
                    <a:pt x="21600" y="815"/>
                  </a:lnTo>
                  <a:lnTo>
                    <a:pt x="21313" y="328"/>
                  </a:lnTo>
                  <a:lnTo>
                    <a:pt x="21023" y="164"/>
                  </a:lnTo>
                  <a:lnTo>
                    <a:pt x="20736"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174" name="Google Shape;387;p7"/>
            <p:cNvSpPr/>
            <p:nvPr/>
          </p:nvSpPr>
          <p:spPr>
            <a:xfrm>
              <a:off x="1131616" y="4566474"/>
              <a:ext cx="456066" cy="33716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46" y="4506"/>
                  </a:moveTo>
                  <a:lnTo>
                    <a:pt x="8618" y="4584"/>
                  </a:lnTo>
                  <a:lnTo>
                    <a:pt x="8388" y="4739"/>
                  </a:lnTo>
                  <a:lnTo>
                    <a:pt x="8157" y="4895"/>
                  </a:lnTo>
                  <a:lnTo>
                    <a:pt x="7985" y="5128"/>
                  </a:lnTo>
                  <a:lnTo>
                    <a:pt x="7813" y="5361"/>
                  </a:lnTo>
                  <a:lnTo>
                    <a:pt x="7699" y="5594"/>
                  </a:lnTo>
                  <a:lnTo>
                    <a:pt x="7641" y="5904"/>
                  </a:lnTo>
                  <a:lnTo>
                    <a:pt x="7583" y="6215"/>
                  </a:lnTo>
                  <a:lnTo>
                    <a:pt x="7583" y="6605"/>
                  </a:lnTo>
                  <a:lnTo>
                    <a:pt x="7641" y="6914"/>
                  </a:lnTo>
                  <a:lnTo>
                    <a:pt x="7699" y="7147"/>
                  </a:lnTo>
                  <a:lnTo>
                    <a:pt x="7871" y="7380"/>
                  </a:lnTo>
                  <a:lnTo>
                    <a:pt x="8043" y="7458"/>
                  </a:lnTo>
                  <a:lnTo>
                    <a:pt x="8157" y="7458"/>
                  </a:lnTo>
                  <a:lnTo>
                    <a:pt x="8330" y="7304"/>
                  </a:lnTo>
                  <a:lnTo>
                    <a:pt x="8388" y="7147"/>
                  </a:lnTo>
                  <a:lnTo>
                    <a:pt x="8446" y="6605"/>
                  </a:lnTo>
                  <a:lnTo>
                    <a:pt x="8446" y="6139"/>
                  </a:lnTo>
                  <a:lnTo>
                    <a:pt x="8502" y="6448"/>
                  </a:lnTo>
                  <a:lnTo>
                    <a:pt x="8560" y="6838"/>
                  </a:lnTo>
                  <a:lnTo>
                    <a:pt x="8618" y="7691"/>
                  </a:lnTo>
                  <a:lnTo>
                    <a:pt x="8732" y="8314"/>
                  </a:lnTo>
                  <a:lnTo>
                    <a:pt x="8790" y="8623"/>
                  </a:lnTo>
                  <a:lnTo>
                    <a:pt x="8962" y="8935"/>
                  </a:lnTo>
                  <a:lnTo>
                    <a:pt x="9077" y="9013"/>
                  </a:lnTo>
                  <a:lnTo>
                    <a:pt x="9135" y="9013"/>
                  </a:lnTo>
                  <a:lnTo>
                    <a:pt x="9249" y="8935"/>
                  </a:lnTo>
                  <a:lnTo>
                    <a:pt x="9307" y="8780"/>
                  </a:lnTo>
                  <a:lnTo>
                    <a:pt x="9365" y="8547"/>
                  </a:lnTo>
                  <a:lnTo>
                    <a:pt x="9365" y="8314"/>
                  </a:lnTo>
                  <a:lnTo>
                    <a:pt x="9307" y="7770"/>
                  </a:lnTo>
                  <a:lnTo>
                    <a:pt x="9135" y="6526"/>
                  </a:lnTo>
                  <a:lnTo>
                    <a:pt x="9019" y="5982"/>
                  </a:lnTo>
                  <a:lnTo>
                    <a:pt x="8904" y="5749"/>
                  </a:lnTo>
                  <a:lnTo>
                    <a:pt x="8790" y="5594"/>
                  </a:lnTo>
                  <a:lnTo>
                    <a:pt x="8962" y="5516"/>
                  </a:lnTo>
                  <a:lnTo>
                    <a:pt x="9421" y="5516"/>
                  </a:lnTo>
                  <a:lnTo>
                    <a:pt x="9651" y="5594"/>
                  </a:lnTo>
                  <a:lnTo>
                    <a:pt x="9882" y="6448"/>
                  </a:lnTo>
                  <a:lnTo>
                    <a:pt x="10110" y="7458"/>
                  </a:lnTo>
                  <a:lnTo>
                    <a:pt x="10340" y="8469"/>
                  </a:lnTo>
                  <a:lnTo>
                    <a:pt x="10398" y="8623"/>
                  </a:lnTo>
                  <a:lnTo>
                    <a:pt x="10456" y="8702"/>
                  </a:lnTo>
                  <a:lnTo>
                    <a:pt x="10571" y="8780"/>
                  </a:lnTo>
                  <a:lnTo>
                    <a:pt x="10685" y="8702"/>
                  </a:lnTo>
                  <a:lnTo>
                    <a:pt x="10801" y="8623"/>
                  </a:lnTo>
                  <a:lnTo>
                    <a:pt x="10915" y="8547"/>
                  </a:lnTo>
                  <a:lnTo>
                    <a:pt x="10973" y="8314"/>
                  </a:lnTo>
                  <a:lnTo>
                    <a:pt x="10973" y="8157"/>
                  </a:lnTo>
                  <a:lnTo>
                    <a:pt x="10743" y="7225"/>
                  </a:lnTo>
                  <a:lnTo>
                    <a:pt x="10571" y="6372"/>
                  </a:lnTo>
                  <a:lnTo>
                    <a:pt x="10456" y="6060"/>
                  </a:lnTo>
                  <a:lnTo>
                    <a:pt x="10915" y="6448"/>
                  </a:lnTo>
                  <a:lnTo>
                    <a:pt x="11318" y="6838"/>
                  </a:lnTo>
                  <a:lnTo>
                    <a:pt x="11318" y="7304"/>
                  </a:lnTo>
                  <a:lnTo>
                    <a:pt x="11374" y="7770"/>
                  </a:lnTo>
                  <a:lnTo>
                    <a:pt x="11604" y="8623"/>
                  </a:lnTo>
                  <a:lnTo>
                    <a:pt x="11720" y="8780"/>
                  </a:lnTo>
                  <a:lnTo>
                    <a:pt x="11776" y="8856"/>
                  </a:lnTo>
                  <a:lnTo>
                    <a:pt x="12007" y="8856"/>
                  </a:lnTo>
                  <a:lnTo>
                    <a:pt x="12121" y="8780"/>
                  </a:lnTo>
                  <a:lnTo>
                    <a:pt x="12179" y="8702"/>
                  </a:lnTo>
                  <a:lnTo>
                    <a:pt x="12237" y="8547"/>
                  </a:lnTo>
                  <a:lnTo>
                    <a:pt x="12179" y="8314"/>
                  </a:lnTo>
                  <a:lnTo>
                    <a:pt x="12065" y="7770"/>
                  </a:lnTo>
                  <a:lnTo>
                    <a:pt x="12581" y="8390"/>
                  </a:lnTo>
                  <a:lnTo>
                    <a:pt x="12638" y="8469"/>
                  </a:lnTo>
                  <a:lnTo>
                    <a:pt x="12696" y="8469"/>
                  </a:lnTo>
                  <a:lnTo>
                    <a:pt x="12754" y="8390"/>
                  </a:lnTo>
                  <a:lnTo>
                    <a:pt x="12754" y="7924"/>
                  </a:lnTo>
                  <a:lnTo>
                    <a:pt x="12696" y="7613"/>
                  </a:lnTo>
                  <a:lnTo>
                    <a:pt x="12465" y="6992"/>
                  </a:lnTo>
                  <a:lnTo>
                    <a:pt x="12121" y="6372"/>
                  </a:lnTo>
                  <a:lnTo>
                    <a:pt x="11720" y="5904"/>
                  </a:lnTo>
                  <a:lnTo>
                    <a:pt x="11260" y="5438"/>
                  </a:lnTo>
                  <a:lnTo>
                    <a:pt x="10801" y="5128"/>
                  </a:lnTo>
                  <a:lnTo>
                    <a:pt x="10282" y="4817"/>
                  </a:lnTo>
                  <a:lnTo>
                    <a:pt x="9824" y="4584"/>
                  </a:lnTo>
                  <a:lnTo>
                    <a:pt x="9307" y="4506"/>
                  </a:lnTo>
                  <a:close/>
                  <a:moveTo>
                    <a:pt x="19129" y="7380"/>
                  </a:moveTo>
                  <a:lnTo>
                    <a:pt x="19015" y="7458"/>
                  </a:lnTo>
                  <a:lnTo>
                    <a:pt x="19015" y="8314"/>
                  </a:lnTo>
                  <a:lnTo>
                    <a:pt x="19187" y="9089"/>
                  </a:lnTo>
                  <a:lnTo>
                    <a:pt x="19475" y="10100"/>
                  </a:lnTo>
                  <a:lnTo>
                    <a:pt x="19704" y="10877"/>
                  </a:lnTo>
                  <a:lnTo>
                    <a:pt x="19647" y="11032"/>
                  </a:lnTo>
                  <a:lnTo>
                    <a:pt x="19647" y="11267"/>
                  </a:lnTo>
                  <a:lnTo>
                    <a:pt x="19704" y="11343"/>
                  </a:lnTo>
                  <a:lnTo>
                    <a:pt x="19704" y="11500"/>
                  </a:lnTo>
                  <a:lnTo>
                    <a:pt x="18612" y="11888"/>
                  </a:lnTo>
                  <a:lnTo>
                    <a:pt x="18612" y="11500"/>
                  </a:lnTo>
                  <a:lnTo>
                    <a:pt x="18556" y="11110"/>
                  </a:lnTo>
                  <a:lnTo>
                    <a:pt x="18325" y="10257"/>
                  </a:lnTo>
                  <a:lnTo>
                    <a:pt x="18211" y="9634"/>
                  </a:lnTo>
                  <a:lnTo>
                    <a:pt x="17981" y="9013"/>
                  </a:lnTo>
                  <a:lnTo>
                    <a:pt x="17751" y="8469"/>
                  </a:lnTo>
                  <a:lnTo>
                    <a:pt x="17406" y="7924"/>
                  </a:lnTo>
                  <a:lnTo>
                    <a:pt x="17234" y="7924"/>
                  </a:lnTo>
                  <a:lnTo>
                    <a:pt x="17176" y="8003"/>
                  </a:lnTo>
                  <a:lnTo>
                    <a:pt x="17120" y="8157"/>
                  </a:lnTo>
                  <a:lnTo>
                    <a:pt x="17176" y="8702"/>
                  </a:lnTo>
                  <a:lnTo>
                    <a:pt x="17348" y="9246"/>
                  </a:lnTo>
                  <a:lnTo>
                    <a:pt x="17636" y="10333"/>
                  </a:lnTo>
                  <a:lnTo>
                    <a:pt x="17809" y="11267"/>
                  </a:lnTo>
                  <a:lnTo>
                    <a:pt x="17923" y="11733"/>
                  </a:lnTo>
                  <a:lnTo>
                    <a:pt x="18095" y="12042"/>
                  </a:lnTo>
                  <a:lnTo>
                    <a:pt x="17981" y="12121"/>
                  </a:lnTo>
                  <a:lnTo>
                    <a:pt x="17809" y="12121"/>
                  </a:lnTo>
                  <a:lnTo>
                    <a:pt x="17636" y="12042"/>
                  </a:lnTo>
                  <a:lnTo>
                    <a:pt x="17464" y="11966"/>
                  </a:lnTo>
                  <a:lnTo>
                    <a:pt x="17348" y="11809"/>
                  </a:lnTo>
                  <a:lnTo>
                    <a:pt x="17062" y="11422"/>
                  </a:lnTo>
                  <a:lnTo>
                    <a:pt x="16889" y="11032"/>
                  </a:lnTo>
                  <a:lnTo>
                    <a:pt x="16775" y="10956"/>
                  </a:lnTo>
                  <a:lnTo>
                    <a:pt x="16717" y="10411"/>
                  </a:lnTo>
                  <a:lnTo>
                    <a:pt x="16601" y="9945"/>
                  </a:lnTo>
                  <a:lnTo>
                    <a:pt x="16315" y="9089"/>
                  </a:lnTo>
                  <a:lnTo>
                    <a:pt x="16257" y="9013"/>
                  </a:lnTo>
                  <a:lnTo>
                    <a:pt x="16200" y="8935"/>
                  </a:lnTo>
                  <a:lnTo>
                    <a:pt x="15970" y="8935"/>
                  </a:lnTo>
                  <a:lnTo>
                    <a:pt x="15856" y="9089"/>
                  </a:lnTo>
                  <a:lnTo>
                    <a:pt x="15798" y="9246"/>
                  </a:lnTo>
                  <a:lnTo>
                    <a:pt x="15798" y="9323"/>
                  </a:lnTo>
                  <a:lnTo>
                    <a:pt x="15856" y="9867"/>
                  </a:lnTo>
                  <a:lnTo>
                    <a:pt x="15740" y="9791"/>
                  </a:lnTo>
                  <a:lnTo>
                    <a:pt x="15568" y="9712"/>
                  </a:lnTo>
                  <a:lnTo>
                    <a:pt x="15453" y="9791"/>
                  </a:lnTo>
                  <a:lnTo>
                    <a:pt x="15338" y="9945"/>
                  </a:lnTo>
                  <a:lnTo>
                    <a:pt x="15223" y="10178"/>
                  </a:lnTo>
                  <a:lnTo>
                    <a:pt x="15165" y="10411"/>
                  </a:lnTo>
                  <a:lnTo>
                    <a:pt x="15223" y="10644"/>
                  </a:lnTo>
                  <a:lnTo>
                    <a:pt x="15281" y="10799"/>
                  </a:lnTo>
                  <a:lnTo>
                    <a:pt x="15511" y="11110"/>
                  </a:lnTo>
                  <a:lnTo>
                    <a:pt x="15856" y="11343"/>
                  </a:lnTo>
                  <a:lnTo>
                    <a:pt x="16085" y="11500"/>
                  </a:lnTo>
                  <a:lnTo>
                    <a:pt x="16200" y="11733"/>
                  </a:lnTo>
                  <a:lnTo>
                    <a:pt x="16487" y="12275"/>
                  </a:lnTo>
                  <a:lnTo>
                    <a:pt x="16775" y="12665"/>
                  </a:lnTo>
                  <a:lnTo>
                    <a:pt x="17120" y="13053"/>
                  </a:lnTo>
                  <a:lnTo>
                    <a:pt x="17348" y="13131"/>
                  </a:lnTo>
                  <a:lnTo>
                    <a:pt x="17578" y="13210"/>
                  </a:lnTo>
                  <a:lnTo>
                    <a:pt x="18039" y="13210"/>
                  </a:lnTo>
                  <a:lnTo>
                    <a:pt x="18556" y="13053"/>
                  </a:lnTo>
                  <a:lnTo>
                    <a:pt x="19015" y="12898"/>
                  </a:lnTo>
                  <a:lnTo>
                    <a:pt x="20336" y="12354"/>
                  </a:lnTo>
                  <a:lnTo>
                    <a:pt x="20911" y="12042"/>
                  </a:lnTo>
                  <a:lnTo>
                    <a:pt x="21198" y="11888"/>
                  </a:lnTo>
                  <a:lnTo>
                    <a:pt x="21484" y="11733"/>
                  </a:lnTo>
                  <a:lnTo>
                    <a:pt x="21600" y="11576"/>
                  </a:lnTo>
                  <a:lnTo>
                    <a:pt x="21600" y="11343"/>
                  </a:lnTo>
                  <a:lnTo>
                    <a:pt x="21542" y="11189"/>
                  </a:lnTo>
                  <a:lnTo>
                    <a:pt x="21370" y="11110"/>
                  </a:lnTo>
                  <a:lnTo>
                    <a:pt x="20911" y="11110"/>
                  </a:lnTo>
                  <a:lnTo>
                    <a:pt x="20451" y="11267"/>
                  </a:lnTo>
                  <a:lnTo>
                    <a:pt x="20451" y="10799"/>
                  </a:lnTo>
                  <a:lnTo>
                    <a:pt x="20336" y="10333"/>
                  </a:lnTo>
                  <a:lnTo>
                    <a:pt x="20106" y="9558"/>
                  </a:lnTo>
                  <a:lnTo>
                    <a:pt x="19762" y="8390"/>
                  </a:lnTo>
                  <a:lnTo>
                    <a:pt x="19589" y="7848"/>
                  </a:lnTo>
                  <a:lnTo>
                    <a:pt x="19303" y="7380"/>
                  </a:lnTo>
                  <a:close/>
                  <a:moveTo>
                    <a:pt x="18900" y="0"/>
                  </a:moveTo>
                  <a:lnTo>
                    <a:pt x="18325" y="76"/>
                  </a:lnTo>
                  <a:lnTo>
                    <a:pt x="17751" y="309"/>
                  </a:lnTo>
                  <a:lnTo>
                    <a:pt x="16659" y="777"/>
                  </a:lnTo>
                  <a:lnTo>
                    <a:pt x="15511" y="1243"/>
                  </a:lnTo>
                  <a:lnTo>
                    <a:pt x="14937" y="1476"/>
                  </a:lnTo>
                  <a:lnTo>
                    <a:pt x="14362" y="1786"/>
                  </a:lnTo>
                  <a:lnTo>
                    <a:pt x="13959" y="2175"/>
                  </a:lnTo>
                  <a:lnTo>
                    <a:pt x="13615" y="2563"/>
                  </a:lnTo>
                  <a:lnTo>
                    <a:pt x="13385" y="3029"/>
                  </a:lnTo>
                  <a:lnTo>
                    <a:pt x="13212" y="3574"/>
                  </a:lnTo>
                  <a:lnTo>
                    <a:pt x="13156" y="4118"/>
                  </a:lnTo>
                  <a:lnTo>
                    <a:pt x="13156" y="5361"/>
                  </a:lnTo>
                  <a:lnTo>
                    <a:pt x="13270" y="5982"/>
                  </a:lnTo>
                  <a:lnTo>
                    <a:pt x="13787" y="9323"/>
                  </a:lnTo>
                  <a:lnTo>
                    <a:pt x="14017" y="10956"/>
                  </a:lnTo>
                  <a:lnTo>
                    <a:pt x="14248" y="12665"/>
                  </a:lnTo>
                  <a:lnTo>
                    <a:pt x="14304" y="13443"/>
                  </a:lnTo>
                  <a:lnTo>
                    <a:pt x="14304" y="14218"/>
                  </a:lnTo>
                  <a:lnTo>
                    <a:pt x="13959" y="12974"/>
                  </a:lnTo>
                  <a:lnTo>
                    <a:pt x="13845" y="12275"/>
                  </a:lnTo>
                  <a:lnTo>
                    <a:pt x="13673" y="11500"/>
                  </a:lnTo>
                  <a:lnTo>
                    <a:pt x="13557" y="11110"/>
                  </a:lnTo>
                  <a:lnTo>
                    <a:pt x="13385" y="10799"/>
                  </a:lnTo>
                  <a:lnTo>
                    <a:pt x="13212" y="10490"/>
                  </a:lnTo>
                  <a:lnTo>
                    <a:pt x="13040" y="10333"/>
                  </a:lnTo>
                  <a:lnTo>
                    <a:pt x="12926" y="10333"/>
                  </a:lnTo>
                  <a:lnTo>
                    <a:pt x="12868" y="10411"/>
                  </a:lnTo>
                  <a:lnTo>
                    <a:pt x="12810" y="10644"/>
                  </a:lnTo>
                  <a:lnTo>
                    <a:pt x="12810" y="10877"/>
                  </a:lnTo>
                  <a:lnTo>
                    <a:pt x="12868" y="11422"/>
                  </a:lnTo>
                  <a:lnTo>
                    <a:pt x="13098" y="12508"/>
                  </a:lnTo>
                  <a:lnTo>
                    <a:pt x="13443" y="13909"/>
                  </a:lnTo>
                  <a:lnTo>
                    <a:pt x="13729" y="15307"/>
                  </a:lnTo>
                  <a:lnTo>
                    <a:pt x="13673" y="15618"/>
                  </a:lnTo>
                  <a:lnTo>
                    <a:pt x="13673" y="15927"/>
                  </a:lnTo>
                  <a:lnTo>
                    <a:pt x="13787" y="16084"/>
                  </a:lnTo>
                  <a:lnTo>
                    <a:pt x="13615" y="16393"/>
                  </a:lnTo>
                  <a:lnTo>
                    <a:pt x="13385" y="16705"/>
                  </a:lnTo>
                  <a:lnTo>
                    <a:pt x="13156" y="16938"/>
                  </a:lnTo>
                  <a:lnTo>
                    <a:pt x="12810" y="17171"/>
                  </a:lnTo>
                  <a:lnTo>
                    <a:pt x="12754" y="17016"/>
                  </a:lnTo>
                  <a:lnTo>
                    <a:pt x="12754" y="16938"/>
                  </a:lnTo>
                  <a:lnTo>
                    <a:pt x="12638" y="16861"/>
                  </a:lnTo>
                  <a:lnTo>
                    <a:pt x="11949" y="13830"/>
                  </a:lnTo>
                  <a:lnTo>
                    <a:pt x="11490" y="11966"/>
                  </a:lnTo>
                  <a:lnTo>
                    <a:pt x="11202" y="11189"/>
                  </a:lnTo>
                  <a:lnTo>
                    <a:pt x="11087" y="10644"/>
                  </a:lnTo>
                  <a:lnTo>
                    <a:pt x="11087" y="10333"/>
                  </a:lnTo>
                  <a:lnTo>
                    <a:pt x="11145" y="10178"/>
                  </a:lnTo>
                  <a:lnTo>
                    <a:pt x="11202" y="10024"/>
                  </a:lnTo>
                  <a:lnTo>
                    <a:pt x="11145" y="9867"/>
                  </a:lnTo>
                  <a:lnTo>
                    <a:pt x="11087" y="9791"/>
                  </a:lnTo>
                  <a:lnTo>
                    <a:pt x="10743" y="9479"/>
                  </a:lnTo>
                  <a:lnTo>
                    <a:pt x="10571" y="9401"/>
                  </a:lnTo>
                  <a:lnTo>
                    <a:pt x="10398" y="9479"/>
                  </a:lnTo>
                  <a:lnTo>
                    <a:pt x="10340" y="9634"/>
                  </a:lnTo>
                  <a:lnTo>
                    <a:pt x="10340" y="9791"/>
                  </a:lnTo>
                  <a:lnTo>
                    <a:pt x="10398" y="9867"/>
                  </a:lnTo>
                  <a:lnTo>
                    <a:pt x="10456" y="10100"/>
                  </a:lnTo>
                  <a:lnTo>
                    <a:pt x="10398" y="10333"/>
                  </a:lnTo>
                  <a:lnTo>
                    <a:pt x="10398" y="10723"/>
                  </a:lnTo>
                  <a:lnTo>
                    <a:pt x="10513" y="11267"/>
                  </a:lnTo>
                  <a:lnTo>
                    <a:pt x="10629" y="11809"/>
                  </a:lnTo>
                  <a:lnTo>
                    <a:pt x="10915" y="12898"/>
                  </a:lnTo>
                  <a:lnTo>
                    <a:pt x="12007" y="17482"/>
                  </a:lnTo>
                  <a:lnTo>
                    <a:pt x="11432" y="17482"/>
                  </a:lnTo>
                  <a:lnTo>
                    <a:pt x="10915" y="17327"/>
                  </a:lnTo>
                  <a:lnTo>
                    <a:pt x="10915" y="17016"/>
                  </a:lnTo>
                  <a:lnTo>
                    <a:pt x="10801" y="16938"/>
                  </a:lnTo>
                  <a:lnTo>
                    <a:pt x="10226" y="13519"/>
                  </a:lnTo>
                  <a:lnTo>
                    <a:pt x="9882" y="11655"/>
                  </a:lnTo>
                  <a:lnTo>
                    <a:pt x="9709" y="10799"/>
                  </a:lnTo>
                  <a:lnTo>
                    <a:pt x="9537" y="10411"/>
                  </a:lnTo>
                  <a:lnTo>
                    <a:pt x="9365" y="10024"/>
                  </a:lnTo>
                  <a:lnTo>
                    <a:pt x="9307" y="9945"/>
                  </a:lnTo>
                  <a:lnTo>
                    <a:pt x="9249" y="9945"/>
                  </a:lnTo>
                  <a:lnTo>
                    <a:pt x="9135" y="10024"/>
                  </a:lnTo>
                  <a:lnTo>
                    <a:pt x="9135" y="10100"/>
                  </a:lnTo>
                  <a:lnTo>
                    <a:pt x="9077" y="10566"/>
                  </a:lnTo>
                  <a:lnTo>
                    <a:pt x="9077" y="10956"/>
                  </a:lnTo>
                  <a:lnTo>
                    <a:pt x="9192" y="11809"/>
                  </a:lnTo>
                  <a:lnTo>
                    <a:pt x="9479" y="13519"/>
                  </a:lnTo>
                  <a:lnTo>
                    <a:pt x="10054" y="16705"/>
                  </a:lnTo>
                  <a:lnTo>
                    <a:pt x="9651" y="16393"/>
                  </a:lnTo>
                  <a:lnTo>
                    <a:pt x="9365" y="15927"/>
                  </a:lnTo>
                  <a:lnTo>
                    <a:pt x="9019" y="15307"/>
                  </a:lnTo>
                  <a:lnTo>
                    <a:pt x="8732" y="14608"/>
                  </a:lnTo>
                  <a:lnTo>
                    <a:pt x="8560" y="13909"/>
                  </a:lnTo>
                  <a:lnTo>
                    <a:pt x="8446" y="13210"/>
                  </a:lnTo>
                  <a:lnTo>
                    <a:pt x="8215" y="11733"/>
                  </a:lnTo>
                  <a:lnTo>
                    <a:pt x="8101" y="11032"/>
                  </a:lnTo>
                  <a:lnTo>
                    <a:pt x="7929" y="10333"/>
                  </a:lnTo>
                  <a:lnTo>
                    <a:pt x="7699" y="9712"/>
                  </a:lnTo>
                  <a:lnTo>
                    <a:pt x="7410" y="9246"/>
                  </a:lnTo>
                  <a:lnTo>
                    <a:pt x="7066" y="8780"/>
                  </a:lnTo>
                  <a:lnTo>
                    <a:pt x="6721" y="8390"/>
                  </a:lnTo>
                  <a:lnTo>
                    <a:pt x="6319" y="8081"/>
                  </a:lnTo>
                  <a:lnTo>
                    <a:pt x="5918" y="7848"/>
                  </a:lnTo>
                  <a:lnTo>
                    <a:pt x="5458" y="7613"/>
                  </a:lnTo>
                  <a:lnTo>
                    <a:pt x="4999" y="7458"/>
                  </a:lnTo>
                  <a:lnTo>
                    <a:pt x="4482" y="7304"/>
                  </a:lnTo>
                  <a:lnTo>
                    <a:pt x="3332" y="7304"/>
                  </a:lnTo>
                  <a:lnTo>
                    <a:pt x="2816" y="7458"/>
                  </a:lnTo>
                  <a:lnTo>
                    <a:pt x="1724" y="7770"/>
                  </a:lnTo>
                  <a:lnTo>
                    <a:pt x="633" y="8236"/>
                  </a:lnTo>
                  <a:lnTo>
                    <a:pt x="288" y="8390"/>
                  </a:lnTo>
                  <a:lnTo>
                    <a:pt x="116" y="8547"/>
                  </a:lnTo>
                  <a:lnTo>
                    <a:pt x="0" y="8702"/>
                  </a:lnTo>
                  <a:lnTo>
                    <a:pt x="0" y="9323"/>
                  </a:lnTo>
                  <a:lnTo>
                    <a:pt x="58" y="9401"/>
                  </a:lnTo>
                  <a:lnTo>
                    <a:pt x="116" y="9558"/>
                  </a:lnTo>
                  <a:lnTo>
                    <a:pt x="402" y="9712"/>
                  </a:lnTo>
                  <a:lnTo>
                    <a:pt x="633" y="9712"/>
                  </a:lnTo>
                  <a:lnTo>
                    <a:pt x="805" y="9558"/>
                  </a:lnTo>
                  <a:lnTo>
                    <a:pt x="977" y="9401"/>
                  </a:lnTo>
                  <a:lnTo>
                    <a:pt x="1380" y="9168"/>
                  </a:lnTo>
                  <a:lnTo>
                    <a:pt x="1380" y="9945"/>
                  </a:lnTo>
                  <a:lnTo>
                    <a:pt x="1494" y="10644"/>
                  </a:lnTo>
                  <a:lnTo>
                    <a:pt x="1896" y="12042"/>
                  </a:lnTo>
                  <a:lnTo>
                    <a:pt x="2299" y="13752"/>
                  </a:lnTo>
                  <a:lnTo>
                    <a:pt x="2758" y="15461"/>
                  </a:lnTo>
                  <a:lnTo>
                    <a:pt x="2816" y="15618"/>
                  </a:lnTo>
                  <a:lnTo>
                    <a:pt x="2930" y="15773"/>
                  </a:lnTo>
                  <a:lnTo>
                    <a:pt x="3218" y="15773"/>
                  </a:lnTo>
                  <a:lnTo>
                    <a:pt x="3332" y="15694"/>
                  </a:lnTo>
                  <a:lnTo>
                    <a:pt x="3390" y="15540"/>
                  </a:lnTo>
                  <a:lnTo>
                    <a:pt x="3447" y="15307"/>
                  </a:lnTo>
                  <a:lnTo>
                    <a:pt x="3447" y="15152"/>
                  </a:lnTo>
                  <a:lnTo>
                    <a:pt x="3046" y="13519"/>
                  </a:lnTo>
                  <a:lnTo>
                    <a:pt x="2643" y="11966"/>
                  </a:lnTo>
                  <a:lnTo>
                    <a:pt x="2299" y="10566"/>
                  </a:lnTo>
                  <a:lnTo>
                    <a:pt x="2069" y="9945"/>
                  </a:lnTo>
                  <a:lnTo>
                    <a:pt x="1782" y="9323"/>
                  </a:lnTo>
                  <a:lnTo>
                    <a:pt x="1896" y="9168"/>
                  </a:lnTo>
                  <a:lnTo>
                    <a:pt x="1954" y="9168"/>
                  </a:lnTo>
                  <a:lnTo>
                    <a:pt x="1954" y="9089"/>
                  </a:lnTo>
                  <a:lnTo>
                    <a:pt x="1896" y="9089"/>
                  </a:lnTo>
                  <a:lnTo>
                    <a:pt x="1838" y="9013"/>
                  </a:lnTo>
                  <a:lnTo>
                    <a:pt x="1782" y="9013"/>
                  </a:lnTo>
                  <a:lnTo>
                    <a:pt x="2355" y="8856"/>
                  </a:lnTo>
                  <a:lnTo>
                    <a:pt x="2930" y="8702"/>
                  </a:lnTo>
                  <a:lnTo>
                    <a:pt x="3046" y="9013"/>
                  </a:lnTo>
                  <a:lnTo>
                    <a:pt x="3218" y="9401"/>
                  </a:lnTo>
                  <a:lnTo>
                    <a:pt x="3505" y="10333"/>
                  </a:lnTo>
                  <a:lnTo>
                    <a:pt x="3791" y="11267"/>
                  </a:lnTo>
                  <a:lnTo>
                    <a:pt x="3907" y="12199"/>
                  </a:lnTo>
                  <a:lnTo>
                    <a:pt x="4079" y="13131"/>
                  </a:lnTo>
                  <a:lnTo>
                    <a:pt x="4252" y="13597"/>
                  </a:lnTo>
                  <a:lnTo>
                    <a:pt x="4366" y="13985"/>
                  </a:lnTo>
                  <a:lnTo>
                    <a:pt x="4596" y="14375"/>
                  </a:lnTo>
                  <a:lnTo>
                    <a:pt x="4826" y="14684"/>
                  </a:lnTo>
                  <a:lnTo>
                    <a:pt x="5055" y="14762"/>
                  </a:lnTo>
                  <a:lnTo>
                    <a:pt x="5171" y="14684"/>
                  </a:lnTo>
                  <a:lnTo>
                    <a:pt x="5285" y="14529"/>
                  </a:lnTo>
                  <a:lnTo>
                    <a:pt x="5285" y="14296"/>
                  </a:lnTo>
                  <a:lnTo>
                    <a:pt x="5171" y="13830"/>
                  </a:lnTo>
                  <a:lnTo>
                    <a:pt x="4999" y="13443"/>
                  </a:lnTo>
                  <a:lnTo>
                    <a:pt x="4826" y="12974"/>
                  </a:lnTo>
                  <a:lnTo>
                    <a:pt x="4711" y="12587"/>
                  </a:lnTo>
                  <a:lnTo>
                    <a:pt x="4538" y="11655"/>
                  </a:lnTo>
                  <a:lnTo>
                    <a:pt x="4366" y="10723"/>
                  </a:lnTo>
                  <a:lnTo>
                    <a:pt x="4079" y="9634"/>
                  </a:lnTo>
                  <a:lnTo>
                    <a:pt x="3849" y="9089"/>
                  </a:lnTo>
                  <a:lnTo>
                    <a:pt x="3619" y="8547"/>
                  </a:lnTo>
                  <a:lnTo>
                    <a:pt x="4310" y="8547"/>
                  </a:lnTo>
                  <a:lnTo>
                    <a:pt x="4999" y="8702"/>
                  </a:lnTo>
                  <a:lnTo>
                    <a:pt x="4999" y="8935"/>
                  </a:lnTo>
                  <a:lnTo>
                    <a:pt x="5055" y="9246"/>
                  </a:lnTo>
                  <a:lnTo>
                    <a:pt x="5171" y="9791"/>
                  </a:lnTo>
                  <a:lnTo>
                    <a:pt x="5515" y="10723"/>
                  </a:lnTo>
                  <a:lnTo>
                    <a:pt x="5918" y="12354"/>
                  </a:lnTo>
                  <a:lnTo>
                    <a:pt x="6032" y="12587"/>
                  </a:lnTo>
                  <a:lnTo>
                    <a:pt x="6090" y="12741"/>
                  </a:lnTo>
                  <a:lnTo>
                    <a:pt x="6205" y="12898"/>
                  </a:lnTo>
                  <a:lnTo>
                    <a:pt x="6435" y="12974"/>
                  </a:lnTo>
                  <a:lnTo>
                    <a:pt x="6493" y="12898"/>
                  </a:lnTo>
                  <a:lnTo>
                    <a:pt x="6607" y="12820"/>
                  </a:lnTo>
                  <a:lnTo>
                    <a:pt x="6721" y="12587"/>
                  </a:lnTo>
                  <a:lnTo>
                    <a:pt x="6721" y="12275"/>
                  </a:lnTo>
                  <a:lnTo>
                    <a:pt x="6665" y="12042"/>
                  </a:lnTo>
                  <a:lnTo>
                    <a:pt x="6549" y="11733"/>
                  </a:lnTo>
                  <a:lnTo>
                    <a:pt x="6032" y="9867"/>
                  </a:lnTo>
                  <a:lnTo>
                    <a:pt x="5746" y="9089"/>
                  </a:lnTo>
                  <a:lnTo>
                    <a:pt x="6319" y="9558"/>
                  </a:lnTo>
                  <a:lnTo>
                    <a:pt x="6549" y="9791"/>
                  </a:lnTo>
                  <a:lnTo>
                    <a:pt x="6779" y="10100"/>
                  </a:lnTo>
                  <a:lnTo>
                    <a:pt x="6952" y="10490"/>
                  </a:lnTo>
                  <a:lnTo>
                    <a:pt x="7066" y="10877"/>
                  </a:lnTo>
                  <a:lnTo>
                    <a:pt x="7296" y="11733"/>
                  </a:lnTo>
                  <a:lnTo>
                    <a:pt x="7526" y="13443"/>
                  </a:lnTo>
                  <a:lnTo>
                    <a:pt x="7583" y="14063"/>
                  </a:lnTo>
                  <a:lnTo>
                    <a:pt x="7755" y="14684"/>
                  </a:lnTo>
                  <a:lnTo>
                    <a:pt x="7929" y="15228"/>
                  </a:lnTo>
                  <a:lnTo>
                    <a:pt x="8157" y="15773"/>
                  </a:lnTo>
                  <a:lnTo>
                    <a:pt x="8446" y="16317"/>
                  </a:lnTo>
                  <a:lnTo>
                    <a:pt x="8732" y="16783"/>
                  </a:lnTo>
                  <a:lnTo>
                    <a:pt x="9019" y="17249"/>
                  </a:lnTo>
                  <a:lnTo>
                    <a:pt x="9365" y="17637"/>
                  </a:lnTo>
                  <a:lnTo>
                    <a:pt x="9766" y="17948"/>
                  </a:lnTo>
                  <a:lnTo>
                    <a:pt x="10168" y="18259"/>
                  </a:lnTo>
                  <a:lnTo>
                    <a:pt x="10571" y="18414"/>
                  </a:lnTo>
                  <a:lnTo>
                    <a:pt x="11029" y="18571"/>
                  </a:lnTo>
                  <a:lnTo>
                    <a:pt x="11432" y="18647"/>
                  </a:lnTo>
                  <a:lnTo>
                    <a:pt x="12409" y="18647"/>
                  </a:lnTo>
                  <a:lnTo>
                    <a:pt x="12868" y="18414"/>
                  </a:lnTo>
                  <a:lnTo>
                    <a:pt x="13328" y="18259"/>
                  </a:lnTo>
                  <a:lnTo>
                    <a:pt x="13673" y="17948"/>
                  </a:lnTo>
                  <a:lnTo>
                    <a:pt x="14017" y="17560"/>
                  </a:lnTo>
                  <a:lnTo>
                    <a:pt x="14362" y="17171"/>
                  </a:lnTo>
                  <a:lnTo>
                    <a:pt x="14648" y="16705"/>
                  </a:lnTo>
                  <a:lnTo>
                    <a:pt x="14821" y="16239"/>
                  </a:lnTo>
                  <a:lnTo>
                    <a:pt x="15051" y="15694"/>
                  </a:lnTo>
                  <a:lnTo>
                    <a:pt x="15165" y="15074"/>
                  </a:lnTo>
                  <a:lnTo>
                    <a:pt x="15223" y="14375"/>
                  </a:lnTo>
                  <a:lnTo>
                    <a:pt x="15281" y="13676"/>
                  </a:lnTo>
                  <a:lnTo>
                    <a:pt x="15223" y="12898"/>
                  </a:lnTo>
                  <a:lnTo>
                    <a:pt x="15165" y="12199"/>
                  </a:lnTo>
                  <a:lnTo>
                    <a:pt x="14937" y="10723"/>
                  </a:lnTo>
                  <a:lnTo>
                    <a:pt x="14648" y="9246"/>
                  </a:lnTo>
                  <a:lnTo>
                    <a:pt x="14132" y="5904"/>
                  </a:lnTo>
                  <a:lnTo>
                    <a:pt x="14017" y="5128"/>
                  </a:lnTo>
                  <a:lnTo>
                    <a:pt x="14017" y="4351"/>
                  </a:lnTo>
                  <a:lnTo>
                    <a:pt x="14132" y="4972"/>
                  </a:lnTo>
                  <a:lnTo>
                    <a:pt x="14248" y="5438"/>
                  </a:lnTo>
                  <a:lnTo>
                    <a:pt x="14476" y="5904"/>
                  </a:lnTo>
                  <a:lnTo>
                    <a:pt x="14706" y="6372"/>
                  </a:lnTo>
                  <a:lnTo>
                    <a:pt x="14879" y="6526"/>
                  </a:lnTo>
                  <a:lnTo>
                    <a:pt x="15051" y="6605"/>
                  </a:lnTo>
                  <a:lnTo>
                    <a:pt x="15165" y="6605"/>
                  </a:lnTo>
                  <a:lnTo>
                    <a:pt x="15281" y="6526"/>
                  </a:lnTo>
                  <a:lnTo>
                    <a:pt x="15338" y="6448"/>
                  </a:lnTo>
                  <a:lnTo>
                    <a:pt x="15395" y="6293"/>
                  </a:lnTo>
                  <a:lnTo>
                    <a:pt x="15281" y="5904"/>
                  </a:lnTo>
                  <a:lnTo>
                    <a:pt x="15109" y="5516"/>
                  </a:lnTo>
                  <a:lnTo>
                    <a:pt x="14821" y="4817"/>
                  </a:lnTo>
                  <a:lnTo>
                    <a:pt x="14592" y="4040"/>
                  </a:lnTo>
                  <a:lnTo>
                    <a:pt x="14476" y="3652"/>
                  </a:lnTo>
                  <a:lnTo>
                    <a:pt x="14304" y="3262"/>
                  </a:lnTo>
                  <a:lnTo>
                    <a:pt x="14362" y="3186"/>
                  </a:lnTo>
                  <a:lnTo>
                    <a:pt x="14648" y="2874"/>
                  </a:lnTo>
                  <a:lnTo>
                    <a:pt x="14937" y="2641"/>
                  </a:lnTo>
                  <a:lnTo>
                    <a:pt x="15626" y="2330"/>
                  </a:lnTo>
                  <a:lnTo>
                    <a:pt x="15740" y="2953"/>
                  </a:lnTo>
                  <a:lnTo>
                    <a:pt x="15856" y="3574"/>
                  </a:lnTo>
                  <a:lnTo>
                    <a:pt x="16200" y="4739"/>
                  </a:lnTo>
                  <a:lnTo>
                    <a:pt x="16315" y="5283"/>
                  </a:lnTo>
                  <a:lnTo>
                    <a:pt x="16429" y="5982"/>
                  </a:lnTo>
                  <a:lnTo>
                    <a:pt x="16545" y="6293"/>
                  </a:lnTo>
                  <a:lnTo>
                    <a:pt x="16659" y="6526"/>
                  </a:lnTo>
                  <a:lnTo>
                    <a:pt x="16831" y="6759"/>
                  </a:lnTo>
                  <a:lnTo>
                    <a:pt x="17004" y="6838"/>
                  </a:lnTo>
                  <a:lnTo>
                    <a:pt x="17176" y="6838"/>
                  </a:lnTo>
                  <a:lnTo>
                    <a:pt x="17292" y="6759"/>
                  </a:lnTo>
                  <a:lnTo>
                    <a:pt x="17406" y="6605"/>
                  </a:lnTo>
                  <a:lnTo>
                    <a:pt x="17406" y="6293"/>
                  </a:lnTo>
                  <a:lnTo>
                    <a:pt x="17348" y="6139"/>
                  </a:lnTo>
                  <a:lnTo>
                    <a:pt x="17234" y="5982"/>
                  </a:lnTo>
                  <a:lnTo>
                    <a:pt x="17120" y="5594"/>
                  </a:lnTo>
                  <a:lnTo>
                    <a:pt x="17062" y="5205"/>
                  </a:lnTo>
                  <a:lnTo>
                    <a:pt x="16717" y="3885"/>
                  </a:lnTo>
                  <a:lnTo>
                    <a:pt x="16487" y="2953"/>
                  </a:lnTo>
                  <a:lnTo>
                    <a:pt x="16315" y="2485"/>
                  </a:lnTo>
                  <a:lnTo>
                    <a:pt x="16142" y="2097"/>
                  </a:lnTo>
                  <a:lnTo>
                    <a:pt x="16373" y="1942"/>
                  </a:lnTo>
                  <a:lnTo>
                    <a:pt x="17234" y="1553"/>
                  </a:lnTo>
                  <a:lnTo>
                    <a:pt x="17464" y="2485"/>
                  </a:lnTo>
                  <a:lnTo>
                    <a:pt x="17693" y="3419"/>
                  </a:lnTo>
                  <a:lnTo>
                    <a:pt x="18095" y="4972"/>
                  </a:lnTo>
                  <a:lnTo>
                    <a:pt x="18325" y="5671"/>
                  </a:lnTo>
                  <a:lnTo>
                    <a:pt x="18440" y="5904"/>
                  </a:lnTo>
                  <a:lnTo>
                    <a:pt x="18670" y="6139"/>
                  </a:lnTo>
                  <a:lnTo>
                    <a:pt x="18728" y="6215"/>
                  </a:lnTo>
                  <a:lnTo>
                    <a:pt x="18842" y="6139"/>
                  </a:lnTo>
                  <a:lnTo>
                    <a:pt x="18900" y="6139"/>
                  </a:lnTo>
                  <a:lnTo>
                    <a:pt x="18957" y="5982"/>
                  </a:lnTo>
                  <a:lnTo>
                    <a:pt x="19015" y="5749"/>
                  </a:lnTo>
                  <a:lnTo>
                    <a:pt x="19015" y="5438"/>
                  </a:lnTo>
                  <a:lnTo>
                    <a:pt x="18900" y="4817"/>
                  </a:lnTo>
                  <a:lnTo>
                    <a:pt x="18498" y="3574"/>
                  </a:lnTo>
                  <a:lnTo>
                    <a:pt x="18153" y="2330"/>
                  </a:lnTo>
                  <a:lnTo>
                    <a:pt x="17923" y="1476"/>
                  </a:lnTo>
                  <a:lnTo>
                    <a:pt x="17809" y="1243"/>
                  </a:lnTo>
                  <a:lnTo>
                    <a:pt x="18268" y="932"/>
                  </a:lnTo>
                  <a:lnTo>
                    <a:pt x="18670" y="621"/>
                  </a:lnTo>
                  <a:lnTo>
                    <a:pt x="18957" y="309"/>
                  </a:lnTo>
                  <a:lnTo>
                    <a:pt x="19015" y="233"/>
                  </a:lnTo>
                  <a:lnTo>
                    <a:pt x="19015" y="155"/>
                  </a:lnTo>
                  <a:lnTo>
                    <a:pt x="18957" y="76"/>
                  </a:lnTo>
                  <a:lnTo>
                    <a:pt x="18900" y="0"/>
                  </a:lnTo>
                  <a:close/>
                  <a:moveTo>
                    <a:pt x="6377" y="14995"/>
                  </a:moveTo>
                  <a:lnTo>
                    <a:pt x="6319" y="15074"/>
                  </a:lnTo>
                  <a:lnTo>
                    <a:pt x="6262" y="15152"/>
                  </a:lnTo>
                  <a:lnTo>
                    <a:pt x="6262" y="16006"/>
                  </a:lnTo>
                  <a:lnTo>
                    <a:pt x="6377" y="16861"/>
                  </a:lnTo>
                  <a:lnTo>
                    <a:pt x="6607" y="17637"/>
                  </a:lnTo>
                  <a:lnTo>
                    <a:pt x="6837" y="18492"/>
                  </a:lnTo>
                  <a:lnTo>
                    <a:pt x="6952" y="18647"/>
                  </a:lnTo>
                  <a:lnTo>
                    <a:pt x="6549" y="19037"/>
                  </a:lnTo>
                  <a:lnTo>
                    <a:pt x="6090" y="19270"/>
                  </a:lnTo>
                  <a:lnTo>
                    <a:pt x="6032" y="18959"/>
                  </a:lnTo>
                  <a:lnTo>
                    <a:pt x="5974" y="18647"/>
                  </a:lnTo>
                  <a:lnTo>
                    <a:pt x="5746" y="18026"/>
                  </a:lnTo>
                  <a:lnTo>
                    <a:pt x="5515" y="17094"/>
                  </a:lnTo>
                  <a:lnTo>
                    <a:pt x="5401" y="16705"/>
                  </a:lnTo>
                  <a:lnTo>
                    <a:pt x="5229" y="16239"/>
                  </a:lnTo>
                  <a:lnTo>
                    <a:pt x="5055" y="16160"/>
                  </a:lnTo>
                  <a:lnTo>
                    <a:pt x="4941" y="16160"/>
                  </a:lnTo>
                  <a:lnTo>
                    <a:pt x="4769" y="16317"/>
                  </a:lnTo>
                  <a:lnTo>
                    <a:pt x="4769" y="16472"/>
                  </a:lnTo>
                  <a:lnTo>
                    <a:pt x="4826" y="16938"/>
                  </a:lnTo>
                  <a:lnTo>
                    <a:pt x="4883" y="17404"/>
                  </a:lnTo>
                  <a:lnTo>
                    <a:pt x="5113" y="18338"/>
                  </a:lnTo>
                  <a:lnTo>
                    <a:pt x="5229" y="18959"/>
                  </a:lnTo>
                  <a:lnTo>
                    <a:pt x="5343" y="19270"/>
                  </a:lnTo>
                  <a:lnTo>
                    <a:pt x="5458" y="19579"/>
                  </a:lnTo>
                  <a:lnTo>
                    <a:pt x="4424" y="19969"/>
                  </a:lnTo>
                  <a:lnTo>
                    <a:pt x="4366" y="19658"/>
                  </a:lnTo>
                  <a:lnTo>
                    <a:pt x="4137" y="18571"/>
                  </a:lnTo>
                  <a:lnTo>
                    <a:pt x="3965" y="18103"/>
                  </a:lnTo>
                  <a:lnTo>
                    <a:pt x="3735" y="17637"/>
                  </a:lnTo>
                  <a:lnTo>
                    <a:pt x="3735" y="17404"/>
                  </a:lnTo>
                  <a:lnTo>
                    <a:pt x="3791" y="17327"/>
                  </a:lnTo>
                  <a:lnTo>
                    <a:pt x="3791" y="17171"/>
                  </a:lnTo>
                  <a:lnTo>
                    <a:pt x="3735" y="17171"/>
                  </a:lnTo>
                  <a:lnTo>
                    <a:pt x="3563" y="17249"/>
                  </a:lnTo>
                  <a:lnTo>
                    <a:pt x="3332" y="17249"/>
                  </a:lnTo>
                  <a:lnTo>
                    <a:pt x="3218" y="17327"/>
                  </a:lnTo>
                  <a:lnTo>
                    <a:pt x="3160" y="17482"/>
                  </a:lnTo>
                  <a:lnTo>
                    <a:pt x="3102" y="17637"/>
                  </a:lnTo>
                  <a:lnTo>
                    <a:pt x="3102" y="17793"/>
                  </a:lnTo>
                  <a:lnTo>
                    <a:pt x="3390" y="18726"/>
                  </a:lnTo>
                  <a:lnTo>
                    <a:pt x="3677" y="19736"/>
                  </a:lnTo>
                  <a:lnTo>
                    <a:pt x="3735" y="20280"/>
                  </a:lnTo>
                  <a:lnTo>
                    <a:pt x="3046" y="20513"/>
                  </a:lnTo>
                  <a:lnTo>
                    <a:pt x="2930" y="20590"/>
                  </a:lnTo>
                  <a:lnTo>
                    <a:pt x="2816" y="20746"/>
                  </a:lnTo>
                  <a:lnTo>
                    <a:pt x="2816" y="20901"/>
                  </a:lnTo>
                  <a:lnTo>
                    <a:pt x="2758" y="21056"/>
                  </a:lnTo>
                  <a:lnTo>
                    <a:pt x="2816" y="21212"/>
                  </a:lnTo>
                  <a:lnTo>
                    <a:pt x="2874" y="21367"/>
                  </a:lnTo>
                  <a:lnTo>
                    <a:pt x="2988" y="21522"/>
                  </a:lnTo>
                  <a:lnTo>
                    <a:pt x="3102" y="21600"/>
                  </a:lnTo>
                  <a:lnTo>
                    <a:pt x="3563" y="21600"/>
                  </a:lnTo>
                  <a:lnTo>
                    <a:pt x="3735" y="21445"/>
                  </a:lnTo>
                  <a:lnTo>
                    <a:pt x="3907" y="21367"/>
                  </a:lnTo>
                  <a:lnTo>
                    <a:pt x="3965" y="21289"/>
                  </a:lnTo>
                  <a:lnTo>
                    <a:pt x="4022" y="21367"/>
                  </a:lnTo>
                  <a:lnTo>
                    <a:pt x="4079" y="21445"/>
                  </a:lnTo>
                  <a:lnTo>
                    <a:pt x="4194" y="21445"/>
                  </a:lnTo>
                  <a:lnTo>
                    <a:pt x="4366" y="21367"/>
                  </a:lnTo>
                  <a:lnTo>
                    <a:pt x="4424" y="21134"/>
                  </a:lnTo>
                  <a:lnTo>
                    <a:pt x="5113" y="20901"/>
                  </a:lnTo>
                  <a:lnTo>
                    <a:pt x="5860" y="20590"/>
                  </a:lnTo>
                  <a:lnTo>
                    <a:pt x="6493" y="20280"/>
                  </a:lnTo>
                  <a:lnTo>
                    <a:pt x="7124" y="19812"/>
                  </a:lnTo>
                  <a:lnTo>
                    <a:pt x="7410" y="19503"/>
                  </a:lnTo>
                  <a:lnTo>
                    <a:pt x="7641" y="19192"/>
                  </a:lnTo>
                  <a:lnTo>
                    <a:pt x="7871" y="18726"/>
                  </a:lnTo>
                  <a:lnTo>
                    <a:pt x="8043" y="18259"/>
                  </a:lnTo>
                  <a:lnTo>
                    <a:pt x="8157" y="17793"/>
                  </a:lnTo>
                  <a:lnTo>
                    <a:pt x="8101" y="17327"/>
                  </a:lnTo>
                  <a:lnTo>
                    <a:pt x="7985" y="16938"/>
                  </a:lnTo>
                  <a:lnTo>
                    <a:pt x="7871" y="16705"/>
                  </a:lnTo>
                  <a:lnTo>
                    <a:pt x="7755" y="16550"/>
                  </a:lnTo>
                  <a:lnTo>
                    <a:pt x="7583" y="16550"/>
                  </a:lnTo>
                  <a:lnTo>
                    <a:pt x="7526" y="16628"/>
                  </a:lnTo>
                  <a:lnTo>
                    <a:pt x="7526" y="16705"/>
                  </a:lnTo>
                  <a:lnTo>
                    <a:pt x="7410" y="17637"/>
                  </a:lnTo>
                  <a:lnTo>
                    <a:pt x="7066" y="16239"/>
                  </a:lnTo>
                  <a:lnTo>
                    <a:pt x="6837" y="15618"/>
                  </a:lnTo>
                  <a:lnTo>
                    <a:pt x="6549" y="15074"/>
                  </a:lnTo>
                  <a:lnTo>
                    <a:pt x="6493" y="14995"/>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175" name="Google Shape;388;p7"/>
            <p:cNvSpPr/>
            <p:nvPr/>
          </p:nvSpPr>
          <p:spPr>
            <a:xfrm>
              <a:off x="120092" y="1959993"/>
              <a:ext cx="209831" cy="43543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98" y="541"/>
                  </a:moveTo>
                  <a:lnTo>
                    <a:pt x="2747" y="602"/>
                  </a:lnTo>
                  <a:lnTo>
                    <a:pt x="3496" y="722"/>
                  </a:lnTo>
                  <a:lnTo>
                    <a:pt x="4118" y="902"/>
                  </a:lnTo>
                  <a:lnTo>
                    <a:pt x="4745" y="1204"/>
                  </a:lnTo>
                  <a:lnTo>
                    <a:pt x="5368" y="1504"/>
                  </a:lnTo>
                  <a:lnTo>
                    <a:pt x="5742" y="1806"/>
                  </a:lnTo>
                  <a:lnTo>
                    <a:pt x="6116" y="2167"/>
                  </a:lnTo>
                  <a:lnTo>
                    <a:pt x="6491" y="2528"/>
                  </a:lnTo>
                  <a:lnTo>
                    <a:pt x="6743" y="2888"/>
                  </a:lnTo>
                  <a:lnTo>
                    <a:pt x="6865" y="3310"/>
                  </a:lnTo>
                  <a:lnTo>
                    <a:pt x="6865" y="4092"/>
                  </a:lnTo>
                  <a:lnTo>
                    <a:pt x="6743" y="3971"/>
                  </a:lnTo>
                  <a:lnTo>
                    <a:pt x="5994" y="3189"/>
                  </a:lnTo>
                  <a:lnTo>
                    <a:pt x="5494" y="2828"/>
                  </a:lnTo>
                  <a:lnTo>
                    <a:pt x="4871" y="2467"/>
                  </a:lnTo>
                  <a:lnTo>
                    <a:pt x="4745" y="2406"/>
                  </a:lnTo>
                  <a:lnTo>
                    <a:pt x="4496" y="2406"/>
                  </a:lnTo>
                  <a:lnTo>
                    <a:pt x="4370" y="2467"/>
                  </a:lnTo>
                  <a:lnTo>
                    <a:pt x="4370" y="2588"/>
                  </a:lnTo>
                  <a:lnTo>
                    <a:pt x="4496" y="3008"/>
                  </a:lnTo>
                  <a:lnTo>
                    <a:pt x="4745" y="3490"/>
                  </a:lnTo>
                  <a:lnTo>
                    <a:pt x="5494" y="4332"/>
                  </a:lnTo>
                  <a:lnTo>
                    <a:pt x="5868" y="4814"/>
                  </a:lnTo>
                  <a:lnTo>
                    <a:pt x="5494" y="4693"/>
                  </a:lnTo>
                  <a:lnTo>
                    <a:pt x="4993" y="4453"/>
                  </a:lnTo>
                  <a:lnTo>
                    <a:pt x="4244" y="3851"/>
                  </a:lnTo>
                  <a:lnTo>
                    <a:pt x="3622" y="3249"/>
                  </a:lnTo>
                  <a:lnTo>
                    <a:pt x="3247" y="2828"/>
                  </a:lnTo>
                  <a:lnTo>
                    <a:pt x="2873" y="2286"/>
                  </a:lnTo>
                  <a:lnTo>
                    <a:pt x="2498" y="1685"/>
                  </a:lnTo>
                  <a:lnTo>
                    <a:pt x="2246" y="1143"/>
                  </a:lnTo>
                  <a:lnTo>
                    <a:pt x="1998" y="541"/>
                  </a:lnTo>
                  <a:close/>
                  <a:moveTo>
                    <a:pt x="12611" y="4634"/>
                  </a:moveTo>
                  <a:lnTo>
                    <a:pt x="13360" y="4693"/>
                  </a:lnTo>
                  <a:lnTo>
                    <a:pt x="13982" y="4814"/>
                  </a:lnTo>
                  <a:lnTo>
                    <a:pt x="16106" y="5114"/>
                  </a:lnTo>
                  <a:lnTo>
                    <a:pt x="16981" y="5295"/>
                  </a:lnTo>
                  <a:lnTo>
                    <a:pt x="17978" y="5536"/>
                  </a:lnTo>
                  <a:lnTo>
                    <a:pt x="18727" y="5777"/>
                  </a:lnTo>
                  <a:lnTo>
                    <a:pt x="19354" y="6016"/>
                  </a:lnTo>
                  <a:lnTo>
                    <a:pt x="18853" y="5957"/>
                  </a:lnTo>
                  <a:lnTo>
                    <a:pt x="18605" y="5957"/>
                  </a:lnTo>
                  <a:lnTo>
                    <a:pt x="18353" y="6077"/>
                  </a:lnTo>
                  <a:lnTo>
                    <a:pt x="18227" y="6197"/>
                  </a:lnTo>
                  <a:lnTo>
                    <a:pt x="18353" y="6377"/>
                  </a:lnTo>
                  <a:lnTo>
                    <a:pt x="17104" y="6618"/>
                  </a:lnTo>
                  <a:lnTo>
                    <a:pt x="15858" y="6740"/>
                  </a:lnTo>
                  <a:lnTo>
                    <a:pt x="14609" y="6859"/>
                  </a:lnTo>
                  <a:lnTo>
                    <a:pt x="13234" y="6859"/>
                  </a:lnTo>
                  <a:lnTo>
                    <a:pt x="11736" y="6740"/>
                  </a:lnTo>
                  <a:lnTo>
                    <a:pt x="10364" y="6559"/>
                  </a:lnTo>
                  <a:lnTo>
                    <a:pt x="9738" y="6438"/>
                  </a:lnTo>
                  <a:lnTo>
                    <a:pt x="8989" y="6257"/>
                  </a:lnTo>
                  <a:lnTo>
                    <a:pt x="8366" y="6016"/>
                  </a:lnTo>
                  <a:lnTo>
                    <a:pt x="7992" y="5897"/>
                  </a:lnTo>
                  <a:lnTo>
                    <a:pt x="7866" y="5777"/>
                  </a:lnTo>
                  <a:lnTo>
                    <a:pt x="8615" y="6016"/>
                  </a:lnTo>
                  <a:lnTo>
                    <a:pt x="9490" y="6257"/>
                  </a:lnTo>
                  <a:lnTo>
                    <a:pt x="10364" y="6377"/>
                  </a:lnTo>
                  <a:lnTo>
                    <a:pt x="11362" y="6559"/>
                  </a:lnTo>
                  <a:lnTo>
                    <a:pt x="12236" y="6618"/>
                  </a:lnTo>
                  <a:lnTo>
                    <a:pt x="13234" y="6740"/>
                  </a:lnTo>
                  <a:lnTo>
                    <a:pt x="13860" y="6740"/>
                  </a:lnTo>
                  <a:lnTo>
                    <a:pt x="14234" y="6679"/>
                  </a:lnTo>
                  <a:lnTo>
                    <a:pt x="14731" y="6618"/>
                  </a:lnTo>
                  <a:lnTo>
                    <a:pt x="15106" y="6499"/>
                  </a:lnTo>
                  <a:lnTo>
                    <a:pt x="15232" y="6377"/>
                  </a:lnTo>
                  <a:lnTo>
                    <a:pt x="15106" y="6197"/>
                  </a:lnTo>
                  <a:lnTo>
                    <a:pt x="14731" y="6077"/>
                  </a:lnTo>
                  <a:lnTo>
                    <a:pt x="14357" y="5957"/>
                  </a:lnTo>
                  <a:lnTo>
                    <a:pt x="13486" y="5897"/>
                  </a:lnTo>
                  <a:lnTo>
                    <a:pt x="12611" y="5836"/>
                  </a:lnTo>
                  <a:lnTo>
                    <a:pt x="11736" y="5777"/>
                  </a:lnTo>
                  <a:lnTo>
                    <a:pt x="9238" y="5475"/>
                  </a:lnTo>
                  <a:lnTo>
                    <a:pt x="9738" y="5295"/>
                  </a:lnTo>
                  <a:lnTo>
                    <a:pt x="10487" y="5054"/>
                  </a:lnTo>
                  <a:lnTo>
                    <a:pt x="11236" y="4814"/>
                  </a:lnTo>
                  <a:lnTo>
                    <a:pt x="11862" y="4693"/>
                  </a:lnTo>
                  <a:lnTo>
                    <a:pt x="12611" y="4634"/>
                  </a:lnTo>
                  <a:close/>
                  <a:moveTo>
                    <a:pt x="4370" y="9326"/>
                  </a:moveTo>
                  <a:lnTo>
                    <a:pt x="5868" y="9387"/>
                  </a:lnTo>
                  <a:lnTo>
                    <a:pt x="5994" y="9387"/>
                  </a:lnTo>
                  <a:lnTo>
                    <a:pt x="6242" y="9626"/>
                  </a:lnTo>
                  <a:lnTo>
                    <a:pt x="6491" y="9748"/>
                  </a:lnTo>
                  <a:lnTo>
                    <a:pt x="6865" y="9748"/>
                  </a:lnTo>
                  <a:lnTo>
                    <a:pt x="7243" y="9626"/>
                  </a:lnTo>
                  <a:lnTo>
                    <a:pt x="7366" y="9446"/>
                  </a:lnTo>
                  <a:lnTo>
                    <a:pt x="8989" y="9507"/>
                  </a:lnTo>
                  <a:lnTo>
                    <a:pt x="10487" y="9507"/>
                  </a:lnTo>
                  <a:lnTo>
                    <a:pt x="11362" y="9567"/>
                  </a:lnTo>
                  <a:lnTo>
                    <a:pt x="11984" y="9626"/>
                  </a:lnTo>
                  <a:lnTo>
                    <a:pt x="11984" y="9868"/>
                  </a:lnTo>
                  <a:lnTo>
                    <a:pt x="11488" y="9807"/>
                  </a:lnTo>
                  <a:lnTo>
                    <a:pt x="11113" y="9868"/>
                  </a:lnTo>
                  <a:lnTo>
                    <a:pt x="10613" y="9987"/>
                  </a:lnTo>
                  <a:lnTo>
                    <a:pt x="10487" y="10109"/>
                  </a:lnTo>
                  <a:lnTo>
                    <a:pt x="10487" y="10228"/>
                  </a:lnTo>
                  <a:lnTo>
                    <a:pt x="9364" y="10228"/>
                  </a:lnTo>
                  <a:lnTo>
                    <a:pt x="4496" y="10109"/>
                  </a:lnTo>
                  <a:lnTo>
                    <a:pt x="2747" y="9987"/>
                  </a:lnTo>
                  <a:lnTo>
                    <a:pt x="1750" y="9928"/>
                  </a:lnTo>
                  <a:lnTo>
                    <a:pt x="875" y="9987"/>
                  </a:lnTo>
                  <a:lnTo>
                    <a:pt x="1249" y="9748"/>
                  </a:lnTo>
                  <a:lnTo>
                    <a:pt x="1750" y="9567"/>
                  </a:lnTo>
                  <a:lnTo>
                    <a:pt x="2246" y="9387"/>
                  </a:lnTo>
                  <a:lnTo>
                    <a:pt x="2747" y="9326"/>
                  </a:lnTo>
                  <a:close/>
                  <a:moveTo>
                    <a:pt x="7618" y="10950"/>
                  </a:moveTo>
                  <a:lnTo>
                    <a:pt x="10238" y="11011"/>
                  </a:lnTo>
                  <a:lnTo>
                    <a:pt x="10739" y="11071"/>
                  </a:lnTo>
                  <a:lnTo>
                    <a:pt x="10739" y="13117"/>
                  </a:lnTo>
                  <a:lnTo>
                    <a:pt x="10613" y="15162"/>
                  </a:lnTo>
                  <a:lnTo>
                    <a:pt x="8240" y="15343"/>
                  </a:lnTo>
                  <a:lnTo>
                    <a:pt x="8240" y="14682"/>
                  </a:lnTo>
                  <a:lnTo>
                    <a:pt x="7866" y="12515"/>
                  </a:lnTo>
                  <a:lnTo>
                    <a:pt x="7740" y="11372"/>
                  </a:lnTo>
                  <a:lnTo>
                    <a:pt x="7618" y="10950"/>
                  </a:lnTo>
                  <a:close/>
                  <a:moveTo>
                    <a:pt x="3622" y="10770"/>
                  </a:moveTo>
                  <a:lnTo>
                    <a:pt x="6368" y="10950"/>
                  </a:lnTo>
                  <a:lnTo>
                    <a:pt x="6242" y="11131"/>
                  </a:lnTo>
                  <a:lnTo>
                    <a:pt x="6242" y="11372"/>
                  </a:lnTo>
                  <a:lnTo>
                    <a:pt x="6368" y="11852"/>
                  </a:lnTo>
                  <a:lnTo>
                    <a:pt x="6617" y="14440"/>
                  </a:lnTo>
                  <a:lnTo>
                    <a:pt x="6743" y="15403"/>
                  </a:lnTo>
                  <a:lnTo>
                    <a:pt x="5245" y="15403"/>
                  </a:lnTo>
                  <a:lnTo>
                    <a:pt x="3744" y="15462"/>
                  </a:lnTo>
                  <a:lnTo>
                    <a:pt x="3496" y="13538"/>
                  </a:lnTo>
                  <a:lnTo>
                    <a:pt x="3247" y="12154"/>
                  </a:lnTo>
                  <a:lnTo>
                    <a:pt x="3121" y="11432"/>
                  </a:lnTo>
                  <a:lnTo>
                    <a:pt x="2747" y="10770"/>
                  </a:lnTo>
                  <a:close/>
                  <a:moveTo>
                    <a:pt x="10487" y="15945"/>
                  </a:moveTo>
                  <a:lnTo>
                    <a:pt x="10238" y="17147"/>
                  </a:lnTo>
                  <a:lnTo>
                    <a:pt x="10112" y="17147"/>
                  </a:lnTo>
                  <a:lnTo>
                    <a:pt x="9738" y="17088"/>
                  </a:lnTo>
                  <a:lnTo>
                    <a:pt x="9364" y="17088"/>
                  </a:lnTo>
                  <a:lnTo>
                    <a:pt x="8863" y="17147"/>
                  </a:lnTo>
                  <a:lnTo>
                    <a:pt x="8489" y="17268"/>
                  </a:lnTo>
                  <a:lnTo>
                    <a:pt x="8489" y="17088"/>
                  </a:lnTo>
                  <a:lnTo>
                    <a:pt x="8366" y="16125"/>
                  </a:lnTo>
                  <a:lnTo>
                    <a:pt x="9490" y="16064"/>
                  </a:lnTo>
                  <a:lnTo>
                    <a:pt x="10487" y="15945"/>
                  </a:lnTo>
                  <a:close/>
                  <a:moveTo>
                    <a:pt x="3870" y="16005"/>
                  </a:moveTo>
                  <a:lnTo>
                    <a:pt x="4619" y="16125"/>
                  </a:lnTo>
                  <a:lnTo>
                    <a:pt x="5245" y="16125"/>
                  </a:lnTo>
                  <a:lnTo>
                    <a:pt x="6743" y="16186"/>
                  </a:lnTo>
                  <a:lnTo>
                    <a:pt x="6865" y="16546"/>
                  </a:lnTo>
                  <a:lnTo>
                    <a:pt x="6743" y="16606"/>
                  </a:lnTo>
                  <a:lnTo>
                    <a:pt x="5742" y="16546"/>
                  </a:lnTo>
                  <a:lnTo>
                    <a:pt x="5494" y="16606"/>
                  </a:lnTo>
                  <a:lnTo>
                    <a:pt x="5245" y="16666"/>
                  </a:lnTo>
                  <a:lnTo>
                    <a:pt x="5245" y="16786"/>
                  </a:lnTo>
                  <a:lnTo>
                    <a:pt x="5368" y="16907"/>
                  </a:lnTo>
                  <a:lnTo>
                    <a:pt x="5868" y="17147"/>
                  </a:lnTo>
                  <a:lnTo>
                    <a:pt x="6617" y="17208"/>
                  </a:lnTo>
                  <a:lnTo>
                    <a:pt x="6865" y="17208"/>
                  </a:lnTo>
                  <a:lnTo>
                    <a:pt x="6865" y="17629"/>
                  </a:lnTo>
                  <a:lnTo>
                    <a:pt x="6116" y="17690"/>
                  </a:lnTo>
                  <a:lnTo>
                    <a:pt x="6116" y="17629"/>
                  </a:lnTo>
                  <a:lnTo>
                    <a:pt x="5994" y="17629"/>
                  </a:lnTo>
                  <a:lnTo>
                    <a:pt x="5742" y="17690"/>
                  </a:lnTo>
                  <a:lnTo>
                    <a:pt x="5494" y="17749"/>
                  </a:lnTo>
                  <a:lnTo>
                    <a:pt x="5245" y="17870"/>
                  </a:lnTo>
                  <a:lnTo>
                    <a:pt x="5119" y="18051"/>
                  </a:lnTo>
                  <a:lnTo>
                    <a:pt x="5245" y="18170"/>
                  </a:lnTo>
                  <a:lnTo>
                    <a:pt x="5620" y="18290"/>
                  </a:lnTo>
                  <a:lnTo>
                    <a:pt x="6991" y="18290"/>
                  </a:lnTo>
                  <a:lnTo>
                    <a:pt x="7243" y="18712"/>
                  </a:lnTo>
                  <a:lnTo>
                    <a:pt x="7618" y="19013"/>
                  </a:lnTo>
                  <a:lnTo>
                    <a:pt x="7740" y="19072"/>
                  </a:lnTo>
                  <a:lnTo>
                    <a:pt x="7992" y="19072"/>
                  </a:lnTo>
                  <a:lnTo>
                    <a:pt x="8240" y="19013"/>
                  </a:lnTo>
                  <a:lnTo>
                    <a:pt x="8366" y="18953"/>
                  </a:lnTo>
                  <a:lnTo>
                    <a:pt x="8615" y="18651"/>
                  </a:lnTo>
                  <a:lnTo>
                    <a:pt x="8741" y="18351"/>
                  </a:lnTo>
                  <a:lnTo>
                    <a:pt x="8741" y="18051"/>
                  </a:lnTo>
                  <a:lnTo>
                    <a:pt x="8615" y="17690"/>
                  </a:lnTo>
                  <a:lnTo>
                    <a:pt x="9115" y="17749"/>
                  </a:lnTo>
                  <a:lnTo>
                    <a:pt x="10238" y="17749"/>
                  </a:lnTo>
                  <a:lnTo>
                    <a:pt x="9990" y="18712"/>
                  </a:lnTo>
                  <a:lnTo>
                    <a:pt x="9738" y="19374"/>
                  </a:lnTo>
                  <a:lnTo>
                    <a:pt x="9612" y="19674"/>
                  </a:lnTo>
                  <a:lnTo>
                    <a:pt x="9364" y="19975"/>
                  </a:lnTo>
                  <a:lnTo>
                    <a:pt x="8989" y="20276"/>
                  </a:lnTo>
                  <a:lnTo>
                    <a:pt x="8615" y="20457"/>
                  </a:lnTo>
                  <a:lnTo>
                    <a:pt x="7992" y="20637"/>
                  </a:lnTo>
                  <a:lnTo>
                    <a:pt x="7243" y="20698"/>
                  </a:lnTo>
                  <a:lnTo>
                    <a:pt x="6617" y="20698"/>
                  </a:lnTo>
                  <a:lnTo>
                    <a:pt x="6116" y="20637"/>
                  </a:lnTo>
                  <a:lnTo>
                    <a:pt x="5620" y="20457"/>
                  </a:lnTo>
                  <a:lnTo>
                    <a:pt x="5119" y="20276"/>
                  </a:lnTo>
                  <a:lnTo>
                    <a:pt x="4871" y="20035"/>
                  </a:lnTo>
                  <a:lnTo>
                    <a:pt x="4496" y="19794"/>
                  </a:lnTo>
                  <a:lnTo>
                    <a:pt x="4118" y="19253"/>
                  </a:lnTo>
                  <a:lnTo>
                    <a:pt x="3870" y="18592"/>
                  </a:lnTo>
                  <a:lnTo>
                    <a:pt x="3870" y="16005"/>
                  </a:lnTo>
                  <a:close/>
                  <a:moveTo>
                    <a:pt x="2124" y="0"/>
                  </a:moveTo>
                  <a:lnTo>
                    <a:pt x="1624" y="61"/>
                  </a:lnTo>
                  <a:lnTo>
                    <a:pt x="1123" y="180"/>
                  </a:lnTo>
                  <a:lnTo>
                    <a:pt x="997" y="302"/>
                  </a:lnTo>
                  <a:lnTo>
                    <a:pt x="997" y="482"/>
                  </a:lnTo>
                  <a:lnTo>
                    <a:pt x="1123" y="541"/>
                  </a:lnTo>
                  <a:lnTo>
                    <a:pt x="997" y="963"/>
                  </a:lnTo>
                  <a:lnTo>
                    <a:pt x="997" y="1384"/>
                  </a:lnTo>
                  <a:lnTo>
                    <a:pt x="1123" y="1806"/>
                  </a:lnTo>
                  <a:lnTo>
                    <a:pt x="1249" y="2167"/>
                  </a:lnTo>
                  <a:lnTo>
                    <a:pt x="1872" y="3008"/>
                  </a:lnTo>
                  <a:lnTo>
                    <a:pt x="2498" y="3730"/>
                  </a:lnTo>
                  <a:lnTo>
                    <a:pt x="3121" y="4332"/>
                  </a:lnTo>
                  <a:lnTo>
                    <a:pt x="3996" y="4934"/>
                  </a:lnTo>
                  <a:lnTo>
                    <a:pt x="4496" y="5175"/>
                  </a:lnTo>
                  <a:lnTo>
                    <a:pt x="5119" y="5355"/>
                  </a:lnTo>
                  <a:lnTo>
                    <a:pt x="5620" y="5536"/>
                  </a:lnTo>
                  <a:lnTo>
                    <a:pt x="6368" y="5536"/>
                  </a:lnTo>
                  <a:lnTo>
                    <a:pt x="6116" y="6257"/>
                  </a:lnTo>
                  <a:lnTo>
                    <a:pt x="5868" y="7160"/>
                  </a:lnTo>
                  <a:lnTo>
                    <a:pt x="5868" y="7642"/>
                  </a:lnTo>
                  <a:lnTo>
                    <a:pt x="5994" y="7883"/>
                  </a:lnTo>
                  <a:lnTo>
                    <a:pt x="6116" y="8063"/>
                  </a:lnTo>
                  <a:lnTo>
                    <a:pt x="5994" y="8724"/>
                  </a:lnTo>
                  <a:lnTo>
                    <a:pt x="5494" y="8724"/>
                  </a:lnTo>
                  <a:lnTo>
                    <a:pt x="3870" y="8664"/>
                  </a:lnTo>
                  <a:lnTo>
                    <a:pt x="3121" y="8605"/>
                  </a:lnTo>
                  <a:lnTo>
                    <a:pt x="2372" y="8664"/>
                  </a:lnTo>
                  <a:lnTo>
                    <a:pt x="1372" y="8844"/>
                  </a:lnTo>
                  <a:lnTo>
                    <a:pt x="997" y="8965"/>
                  </a:lnTo>
                  <a:lnTo>
                    <a:pt x="623" y="9146"/>
                  </a:lnTo>
                  <a:lnTo>
                    <a:pt x="374" y="9326"/>
                  </a:lnTo>
                  <a:lnTo>
                    <a:pt x="248" y="9507"/>
                  </a:lnTo>
                  <a:lnTo>
                    <a:pt x="126" y="9748"/>
                  </a:lnTo>
                  <a:lnTo>
                    <a:pt x="0" y="9987"/>
                  </a:lnTo>
                  <a:lnTo>
                    <a:pt x="126" y="10109"/>
                  </a:lnTo>
                  <a:lnTo>
                    <a:pt x="374" y="10168"/>
                  </a:lnTo>
                  <a:lnTo>
                    <a:pt x="126" y="10289"/>
                  </a:lnTo>
                  <a:lnTo>
                    <a:pt x="126" y="10589"/>
                  </a:lnTo>
                  <a:lnTo>
                    <a:pt x="374" y="10711"/>
                  </a:lnTo>
                  <a:lnTo>
                    <a:pt x="623" y="10770"/>
                  </a:lnTo>
                  <a:lnTo>
                    <a:pt x="997" y="10770"/>
                  </a:lnTo>
                  <a:lnTo>
                    <a:pt x="1249" y="10650"/>
                  </a:lnTo>
                  <a:lnTo>
                    <a:pt x="1498" y="10650"/>
                  </a:lnTo>
                  <a:lnTo>
                    <a:pt x="1498" y="11613"/>
                  </a:lnTo>
                  <a:lnTo>
                    <a:pt x="1750" y="12454"/>
                  </a:lnTo>
                  <a:lnTo>
                    <a:pt x="1998" y="14199"/>
                  </a:lnTo>
                  <a:lnTo>
                    <a:pt x="2124" y="15945"/>
                  </a:lnTo>
                  <a:lnTo>
                    <a:pt x="2124" y="17690"/>
                  </a:lnTo>
                  <a:lnTo>
                    <a:pt x="2246" y="18411"/>
                  </a:lnTo>
                  <a:lnTo>
                    <a:pt x="2372" y="19133"/>
                  </a:lnTo>
                  <a:lnTo>
                    <a:pt x="2747" y="19855"/>
                  </a:lnTo>
                  <a:lnTo>
                    <a:pt x="2995" y="20157"/>
                  </a:lnTo>
                  <a:lnTo>
                    <a:pt x="3370" y="20517"/>
                  </a:lnTo>
                  <a:lnTo>
                    <a:pt x="3622" y="20757"/>
                  </a:lnTo>
                  <a:lnTo>
                    <a:pt x="3996" y="20937"/>
                  </a:lnTo>
                  <a:lnTo>
                    <a:pt x="4496" y="21178"/>
                  </a:lnTo>
                  <a:lnTo>
                    <a:pt x="4993" y="21298"/>
                  </a:lnTo>
                  <a:lnTo>
                    <a:pt x="5494" y="21420"/>
                  </a:lnTo>
                  <a:lnTo>
                    <a:pt x="6116" y="21480"/>
                  </a:lnTo>
                  <a:lnTo>
                    <a:pt x="6617" y="21539"/>
                  </a:lnTo>
                  <a:lnTo>
                    <a:pt x="7243" y="21600"/>
                  </a:lnTo>
                  <a:lnTo>
                    <a:pt x="7992" y="21539"/>
                  </a:lnTo>
                  <a:lnTo>
                    <a:pt x="8741" y="21480"/>
                  </a:lnTo>
                  <a:lnTo>
                    <a:pt x="9364" y="21298"/>
                  </a:lnTo>
                  <a:lnTo>
                    <a:pt x="9864" y="21118"/>
                  </a:lnTo>
                  <a:lnTo>
                    <a:pt x="10238" y="20937"/>
                  </a:lnTo>
                  <a:lnTo>
                    <a:pt x="10613" y="20637"/>
                  </a:lnTo>
                  <a:lnTo>
                    <a:pt x="11236" y="20035"/>
                  </a:lnTo>
                  <a:lnTo>
                    <a:pt x="11610" y="19374"/>
                  </a:lnTo>
                  <a:lnTo>
                    <a:pt x="11736" y="18712"/>
                  </a:lnTo>
                  <a:lnTo>
                    <a:pt x="11984" y="17388"/>
                  </a:lnTo>
                  <a:lnTo>
                    <a:pt x="12359" y="15823"/>
                  </a:lnTo>
                  <a:lnTo>
                    <a:pt x="12485" y="14199"/>
                  </a:lnTo>
                  <a:lnTo>
                    <a:pt x="12485" y="10950"/>
                  </a:lnTo>
                  <a:lnTo>
                    <a:pt x="12737" y="10830"/>
                  </a:lnTo>
                  <a:lnTo>
                    <a:pt x="12859" y="10711"/>
                  </a:lnTo>
                  <a:lnTo>
                    <a:pt x="12859" y="10589"/>
                  </a:lnTo>
                  <a:lnTo>
                    <a:pt x="13234" y="10289"/>
                  </a:lnTo>
                  <a:lnTo>
                    <a:pt x="13486" y="9928"/>
                  </a:lnTo>
                  <a:lnTo>
                    <a:pt x="13608" y="9567"/>
                  </a:lnTo>
                  <a:lnTo>
                    <a:pt x="13486" y="9387"/>
                  </a:lnTo>
                  <a:lnTo>
                    <a:pt x="13360" y="9205"/>
                  </a:lnTo>
                  <a:lnTo>
                    <a:pt x="12985" y="9024"/>
                  </a:lnTo>
                  <a:lnTo>
                    <a:pt x="12485" y="8905"/>
                  </a:lnTo>
                  <a:lnTo>
                    <a:pt x="11862" y="8844"/>
                  </a:lnTo>
                  <a:lnTo>
                    <a:pt x="11113" y="8785"/>
                  </a:lnTo>
                  <a:lnTo>
                    <a:pt x="8615" y="8785"/>
                  </a:lnTo>
                  <a:lnTo>
                    <a:pt x="7366" y="8724"/>
                  </a:lnTo>
                  <a:lnTo>
                    <a:pt x="7117" y="7883"/>
                  </a:lnTo>
                  <a:lnTo>
                    <a:pt x="7366" y="7520"/>
                  </a:lnTo>
                  <a:lnTo>
                    <a:pt x="7366" y="7160"/>
                  </a:lnTo>
                  <a:lnTo>
                    <a:pt x="7492" y="6499"/>
                  </a:lnTo>
                  <a:lnTo>
                    <a:pt x="8366" y="6799"/>
                  </a:lnTo>
                  <a:lnTo>
                    <a:pt x="9238" y="7040"/>
                  </a:lnTo>
                  <a:lnTo>
                    <a:pt x="10112" y="7220"/>
                  </a:lnTo>
                  <a:lnTo>
                    <a:pt x="11113" y="7340"/>
                  </a:lnTo>
                  <a:lnTo>
                    <a:pt x="11984" y="7461"/>
                  </a:lnTo>
                  <a:lnTo>
                    <a:pt x="12985" y="7520"/>
                  </a:lnTo>
                  <a:lnTo>
                    <a:pt x="14983" y="7520"/>
                  </a:lnTo>
                  <a:lnTo>
                    <a:pt x="15858" y="7461"/>
                  </a:lnTo>
                  <a:lnTo>
                    <a:pt x="16855" y="7340"/>
                  </a:lnTo>
                  <a:lnTo>
                    <a:pt x="17730" y="7220"/>
                  </a:lnTo>
                  <a:lnTo>
                    <a:pt x="18727" y="7040"/>
                  </a:lnTo>
                  <a:lnTo>
                    <a:pt x="19602" y="6859"/>
                  </a:lnTo>
                  <a:lnTo>
                    <a:pt x="19850" y="6740"/>
                  </a:lnTo>
                  <a:lnTo>
                    <a:pt x="19850" y="6377"/>
                  </a:lnTo>
                  <a:lnTo>
                    <a:pt x="19728" y="6197"/>
                  </a:lnTo>
                  <a:lnTo>
                    <a:pt x="19850" y="6257"/>
                  </a:lnTo>
                  <a:lnTo>
                    <a:pt x="20351" y="6499"/>
                  </a:lnTo>
                  <a:lnTo>
                    <a:pt x="20599" y="6559"/>
                  </a:lnTo>
                  <a:lnTo>
                    <a:pt x="21100" y="6618"/>
                  </a:lnTo>
                  <a:lnTo>
                    <a:pt x="21226" y="6618"/>
                  </a:lnTo>
                  <a:lnTo>
                    <a:pt x="21352" y="6559"/>
                  </a:lnTo>
                  <a:lnTo>
                    <a:pt x="21600" y="6377"/>
                  </a:lnTo>
                  <a:lnTo>
                    <a:pt x="21474" y="6138"/>
                  </a:lnTo>
                  <a:lnTo>
                    <a:pt x="21352" y="5957"/>
                  </a:lnTo>
                  <a:lnTo>
                    <a:pt x="21100" y="5777"/>
                  </a:lnTo>
                  <a:lnTo>
                    <a:pt x="20725" y="5536"/>
                  </a:lnTo>
                  <a:lnTo>
                    <a:pt x="19850" y="5236"/>
                  </a:lnTo>
                  <a:lnTo>
                    <a:pt x="19102" y="4994"/>
                  </a:lnTo>
                  <a:lnTo>
                    <a:pt x="17978" y="4693"/>
                  </a:lnTo>
                  <a:lnTo>
                    <a:pt x="16855" y="4453"/>
                  </a:lnTo>
                  <a:lnTo>
                    <a:pt x="14483" y="4092"/>
                  </a:lnTo>
                  <a:lnTo>
                    <a:pt x="13360" y="3971"/>
                  </a:lnTo>
                  <a:lnTo>
                    <a:pt x="12236" y="3912"/>
                  </a:lnTo>
                  <a:lnTo>
                    <a:pt x="11236" y="4032"/>
                  </a:lnTo>
                  <a:lnTo>
                    <a:pt x="10112" y="4273"/>
                  </a:lnTo>
                  <a:lnTo>
                    <a:pt x="9115" y="4573"/>
                  </a:lnTo>
                  <a:lnTo>
                    <a:pt x="7992" y="5054"/>
                  </a:lnTo>
                  <a:lnTo>
                    <a:pt x="7992" y="4994"/>
                  </a:lnTo>
                  <a:lnTo>
                    <a:pt x="8114" y="4573"/>
                  </a:lnTo>
                  <a:lnTo>
                    <a:pt x="8366" y="4212"/>
                  </a:lnTo>
                  <a:lnTo>
                    <a:pt x="8489" y="4032"/>
                  </a:lnTo>
                  <a:lnTo>
                    <a:pt x="8489" y="3610"/>
                  </a:lnTo>
                  <a:lnTo>
                    <a:pt x="8240" y="3490"/>
                  </a:lnTo>
                  <a:lnTo>
                    <a:pt x="8114" y="3069"/>
                  </a:lnTo>
                  <a:lnTo>
                    <a:pt x="7866" y="2647"/>
                  </a:lnTo>
                  <a:lnTo>
                    <a:pt x="7243" y="1865"/>
                  </a:lnTo>
                  <a:lnTo>
                    <a:pt x="6865" y="1504"/>
                  </a:lnTo>
                  <a:lnTo>
                    <a:pt x="6242" y="1084"/>
                  </a:lnTo>
                  <a:lnTo>
                    <a:pt x="5620" y="722"/>
                  </a:lnTo>
                  <a:lnTo>
                    <a:pt x="4745" y="361"/>
                  </a:lnTo>
                  <a:lnTo>
                    <a:pt x="3870" y="121"/>
                  </a:lnTo>
                  <a:lnTo>
                    <a:pt x="2995"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176" name="Google Shape;389;p7"/>
            <p:cNvSpPr/>
            <p:nvPr/>
          </p:nvSpPr>
          <p:spPr>
            <a:xfrm>
              <a:off x="412386" y="744689"/>
              <a:ext cx="584623" cy="49607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335" y="2852"/>
                  </a:moveTo>
                  <a:lnTo>
                    <a:pt x="8156" y="2905"/>
                  </a:lnTo>
                  <a:lnTo>
                    <a:pt x="8021" y="2959"/>
                  </a:lnTo>
                  <a:lnTo>
                    <a:pt x="7932" y="3169"/>
                  </a:lnTo>
                  <a:lnTo>
                    <a:pt x="7843" y="3434"/>
                  </a:lnTo>
                  <a:lnTo>
                    <a:pt x="7798" y="3644"/>
                  </a:lnTo>
                  <a:lnTo>
                    <a:pt x="7798" y="3802"/>
                  </a:lnTo>
                  <a:lnTo>
                    <a:pt x="7843" y="3962"/>
                  </a:lnTo>
                  <a:lnTo>
                    <a:pt x="7932" y="4067"/>
                  </a:lnTo>
                  <a:lnTo>
                    <a:pt x="8021" y="4120"/>
                  </a:lnTo>
                  <a:lnTo>
                    <a:pt x="8201" y="4120"/>
                  </a:lnTo>
                  <a:lnTo>
                    <a:pt x="8381" y="4067"/>
                  </a:lnTo>
                  <a:lnTo>
                    <a:pt x="8470" y="3962"/>
                  </a:lnTo>
                  <a:lnTo>
                    <a:pt x="8559" y="3802"/>
                  </a:lnTo>
                  <a:lnTo>
                    <a:pt x="8649" y="3644"/>
                  </a:lnTo>
                  <a:lnTo>
                    <a:pt x="8649" y="3275"/>
                  </a:lnTo>
                  <a:lnTo>
                    <a:pt x="8559" y="3117"/>
                  </a:lnTo>
                  <a:lnTo>
                    <a:pt x="8470" y="2959"/>
                  </a:lnTo>
                  <a:lnTo>
                    <a:pt x="8335" y="2852"/>
                  </a:lnTo>
                  <a:close/>
                  <a:moveTo>
                    <a:pt x="6453" y="3802"/>
                  </a:moveTo>
                  <a:lnTo>
                    <a:pt x="6364" y="3856"/>
                  </a:lnTo>
                  <a:lnTo>
                    <a:pt x="6274" y="3909"/>
                  </a:lnTo>
                  <a:lnTo>
                    <a:pt x="6184" y="4014"/>
                  </a:lnTo>
                  <a:lnTo>
                    <a:pt x="6184" y="4226"/>
                  </a:lnTo>
                  <a:lnTo>
                    <a:pt x="6095" y="4279"/>
                  </a:lnTo>
                  <a:lnTo>
                    <a:pt x="6050" y="4384"/>
                  </a:lnTo>
                  <a:lnTo>
                    <a:pt x="6050" y="4647"/>
                  </a:lnTo>
                  <a:lnTo>
                    <a:pt x="6140" y="4806"/>
                  </a:lnTo>
                  <a:lnTo>
                    <a:pt x="6229" y="4912"/>
                  </a:lnTo>
                  <a:lnTo>
                    <a:pt x="6498" y="4912"/>
                  </a:lnTo>
                  <a:lnTo>
                    <a:pt x="6632" y="4806"/>
                  </a:lnTo>
                  <a:lnTo>
                    <a:pt x="6722" y="4701"/>
                  </a:lnTo>
                  <a:lnTo>
                    <a:pt x="6812" y="4542"/>
                  </a:lnTo>
                  <a:lnTo>
                    <a:pt x="6857" y="4331"/>
                  </a:lnTo>
                  <a:lnTo>
                    <a:pt x="6812" y="4120"/>
                  </a:lnTo>
                  <a:lnTo>
                    <a:pt x="6722" y="3962"/>
                  </a:lnTo>
                  <a:lnTo>
                    <a:pt x="6587" y="3856"/>
                  </a:lnTo>
                  <a:lnTo>
                    <a:pt x="6453" y="3802"/>
                  </a:lnTo>
                  <a:close/>
                  <a:moveTo>
                    <a:pt x="8290" y="5124"/>
                  </a:moveTo>
                  <a:lnTo>
                    <a:pt x="8112" y="5176"/>
                  </a:lnTo>
                  <a:lnTo>
                    <a:pt x="7932" y="5334"/>
                  </a:lnTo>
                  <a:lnTo>
                    <a:pt x="7798" y="5493"/>
                  </a:lnTo>
                  <a:lnTo>
                    <a:pt x="7707" y="5704"/>
                  </a:lnTo>
                  <a:lnTo>
                    <a:pt x="7663" y="5916"/>
                  </a:lnTo>
                  <a:lnTo>
                    <a:pt x="7663" y="6286"/>
                  </a:lnTo>
                  <a:lnTo>
                    <a:pt x="7798" y="6391"/>
                  </a:lnTo>
                  <a:lnTo>
                    <a:pt x="7932" y="6444"/>
                  </a:lnTo>
                  <a:lnTo>
                    <a:pt x="8067" y="6391"/>
                  </a:lnTo>
                  <a:lnTo>
                    <a:pt x="8246" y="6233"/>
                  </a:lnTo>
                  <a:lnTo>
                    <a:pt x="8381" y="6233"/>
                  </a:lnTo>
                  <a:lnTo>
                    <a:pt x="8515" y="6179"/>
                  </a:lnTo>
                  <a:lnTo>
                    <a:pt x="8649" y="6021"/>
                  </a:lnTo>
                  <a:lnTo>
                    <a:pt x="8738" y="5809"/>
                  </a:lnTo>
                  <a:lnTo>
                    <a:pt x="8738" y="5546"/>
                  </a:lnTo>
                  <a:lnTo>
                    <a:pt x="8649" y="5334"/>
                  </a:lnTo>
                  <a:lnTo>
                    <a:pt x="8604" y="5229"/>
                  </a:lnTo>
                  <a:lnTo>
                    <a:pt x="8515" y="5176"/>
                  </a:lnTo>
                  <a:lnTo>
                    <a:pt x="8290" y="5124"/>
                  </a:lnTo>
                  <a:close/>
                  <a:moveTo>
                    <a:pt x="5871" y="8608"/>
                  </a:moveTo>
                  <a:lnTo>
                    <a:pt x="5646" y="8768"/>
                  </a:lnTo>
                  <a:lnTo>
                    <a:pt x="5423" y="8926"/>
                  </a:lnTo>
                  <a:lnTo>
                    <a:pt x="5378" y="8978"/>
                  </a:lnTo>
                  <a:lnTo>
                    <a:pt x="5289" y="9085"/>
                  </a:lnTo>
                  <a:lnTo>
                    <a:pt x="5198" y="9190"/>
                  </a:lnTo>
                  <a:lnTo>
                    <a:pt x="5154" y="9348"/>
                  </a:lnTo>
                  <a:lnTo>
                    <a:pt x="5154" y="9453"/>
                  </a:lnTo>
                  <a:lnTo>
                    <a:pt x="5198" y="9665"/>
                  </a:lnTo>
                  <a:lnTo>
                    <a:pt x="5289" y="9876"/>
                  </a:lnTo>
                  <a:lnTo>
                    <a:pt x="5333" y="9930"/>
                  </a:lnTo>
                  <a:lnTo>
                    <a:pt x="5467" y="10035"/>
                  </a:lnTo>
                  <a:lnTo>
                    <a:pt x="5601" y="10088"/>
                  </a:lnTo>
                  <a:lnTo>
                    <a:pt x="5737" y="10140"/>
                  </a:lnTo>
                  <a:lnTo>
                    <a:pt x="5915" y="10088"/>
                  </a:lnTo>
                  <a:lnTo>
                    <a:pt x="6050" y="10035"/>
                  </a:lnTo>
                  <a:lnTo>
                    <a:pt x="6140" y="9930"/>
                  </a:lnTo>
                  <a:lnTo>
                    <a:pt x="6364" y="9718"/>
                  </a:lnTo>
                  <a:lnTo>
                    <a:pt x="6453" y="9560"/>
                  </a:lnTo>
                  <a:lnTo>
                    <a:pt x="6498" y="9348"/>
                  </a:lnTo>
                  <a:lnTo>
                    <a:pt x="6543" y="9136"/>
                  </a:lnTo>
                  <a:lnTo>
                    <a:pt x="6543" y="8978"/>
                  </a:lnTo>
                  <a:lnTo>
                    <a:pt x="6453" y="8820"/>
                  </a:lnTo>
                  <a:lnTo>
                    <a:pt x="6364" y="8715"/>
                  </a:lnTo>
                  <a:lnTo>
                    <a:pt x="6274" y="8608"/>
                  </a:lnTo>
                  <a:close/>
                  <a:moveTo>
                    <a:pt x="5154" y="7078"/>
                  </a:moveTo>
                  <a:lnTo>
                    <a:pt x="5154" y="7288"/>
                  </a:lnTo>
                  <a:lnTo>
                    <a:pt x="5198" y="7394"/>
                  </a:lnTo>
                  <a:lnTo>
                    <a:pt x="5243" y="7448"/>
                  </a:lnTo>
                  <a:lnTo>
                    <a:pt x="5423" y="7499"/>
                  </a:lnTo>
                  <a:lnTo>
                    <a:pt x="5557" y="7448"/>
                  </a:lnTo>
                  <a:lnTo>
                    <a:pt x="5601" y="7394"/>
                  </a:lnTo>
                  <a:lnTo>
                    <a:pt x="5646" y="7288"/>
                  </a:lnTo>
                  <a:lnTo>
                    <a:pt x="5692" y="7236"/>
                  </a:lnTo>
                  <a:lnTo>
                    <a:pt x="6095" y="7394"/>
                  </a:lnTo>
                  <a:lnTo>
                    <a:pt x="6498" y="7499"/>
                  </a:lnTo>
                  <a:lnTo>
                    <a:pt x="6587" y="7658"/>
                  </a:lnTo>
                  <a:lnTo>
                    <a:pt x="6678" y="7816"/>
                  </a:lnTo>
                  <a:lnTo>
                    <a:pt x="6946" y="8081"/>
                  </a:lnTo>
                  <a:lnTo>
                    <a:pt x="7170" y="8398"/>
                  </a:lnTo>
                  <a:lnTo>
                    <a:pt x="7304" y="8715"/>
                  </a:lnTo>
                  <a:lnTo>
                    <a:pt x="7349" y="9031"/>
                  </a:lnTo>
                  <a:lnTo>
                    <a:pt x="7304" y="9401"/>
                  </a:lnTo>
                  <a:lnTo>
                    <a:pt x="7260" y="9612"/>
                  </a:lnTo>
                  <a:lnTo>
                    <a:pt x="7170" y="9823"/>
                  </a:lnTo>
                  <a:lnTo>
                    <a:pt x="6946" y="10193"/>
                  </a:lnTo>
                  <a:lnTo>
                    <a:pt x="6678" y="10405"/>
                  </a:lnTo>
                  <a:lnTo>
                    <a:pt x="6364" y="10615"/>
                  </a:lnTo>
                  <a:lnTo>
                    <a:pt x="6006" y="10722"/>
                  </a:lnTo>
                  <a:lnTo>
                    <a:pt x="5646" y="10773"/>
                  </a:lnTo>
                  <a:lnTo>
                    <a:pt x="5289" y="10827"/>
                  </a:lnTo>
                  <a:lnTo>
                    <a:pt x="4929" y="10773"/>
                  </a:lnTo>
                  <a:lnTo>
                    <a:pt x="4615" y="10722"/>
                  </a:lnTo>
                  <a:lnTo>
                    <a:pt x="4257" y="10563"/>
                  </a:lnTo>
                  <a:lnTo>
                    <a:pt x="4078" y="10405"/>
                  </a:lnTo>
                  <a:lnTo>
                    <a:pt x="3943" y="10193"/>
                  </a:lnTo>
                  <a:lnTo>
                    <a:pt x="3854" y="9930"/>
                  </a:lnTo>
                  <a:lnTo>
                    <a:pt x="3809" y="9665"/>
                  </a:lnTo>
                  <a:lnTo>
                    <a:pt x="3765" y="9190"/>
                  </a:lnTo>
                  <a:lnTo>
                    <a:pt x="3854" y="8768"/>
                  </a:lnTo>
                  <a:lnTo>
                    <a:pt x="3943" y="8345"/>
                  </a:lnTo>
                  <a:lnTo>
                    <a:pt x="4123" y="7975"/>
                  </a:lnTo>
                  <a:lnTo>
                    <a:pt x="4347" y="7658"/>
                  </a:lnTo>
                  <a:lnTo>
                    <a:pt x="4571" y="7448"/>
                  </a:lnTo>
                  <a:lnTo>
                    <a:pt x="4840" y="7236"/>
                  </a:lnTo>
                  <a:lnTo>
                    <a:pt x="5154" y="7078"/>
                  </a:lnTo>
                  <a:close/>
                  <a:moveTo>
                    <a:pt x="14205" y="10352"/>
                  </a:moveTo>
                  <a:lnTo>
                    <a:pt x="14608" y="10457"/>
                  </a:lnTo>
                  <a:lnTo>
                    <a:pt x="14968" y="10457"/>
                  </a:lnTo>
                  <a:lnTo>
                    <a:pt x="15102" y="10405"/>
                  </a:lnTo>
                  <a:lnTo>
                    <a:pt x="15191" y="10722"/>
                  </a:lnTo>
                  <a:lnTo>
                    <a:pt x="15282" y="11092"/>
                  </a:lnTo>
                  <a:lnTo>
                    <a:pt x="15282" y="11250"/>
                  </a:lnTo>
                  <a:lnTo>
                    <a:pt x="15236" y="11250"/>
                  </a:lnTo>
                  <a:lnTo>
                    <a:pt x="15147" y="11302"/>
                  </a:lnTo>
                  <a:lnTo>
                    <a:pt x="15147" y="11355"/>
                  </a:lnTo>
                  <a:lnTo>
                    <a:pt x="14968" y="11250"/>
                  </a:lnTo>
                  <a:lnTo>
                    <a:pt x="14340" y="10880"/>
                  </a:lnTo>
                  <a:lnTo>
                    <a:pt x="14296" y="10773"/>
                  </a:lnTo>
                  <a:lnTo>
                    <a:pt x="14205" y="10615"/>
                  </a:lnTo>
                  <a:lnTo>
                    <a:pt x="14205" y="10352"/>
                  </a:lnTo>
                  <a:close/>
                  <a:moveTo>
                    <a:pt x="5289" y="6338"/>
                  </a:moveTo>
                  <a:lnTo>
                    <a:pt x="5198" y="6444"/>
                  </a:lnTo>
                  <a:lnTo>
                    <a:pt x="4929" y="6496"/>
                  </a:lnTo>
                  <a:lnTo>
                    <a:pt x="4661" y="6654"/>
                  </a:lnTo>
                  <a:lnTo>
                    <a:pt x="4437" y="6813"/>
                  </a:lnTo>
                  <a:lnTo>
                    <a:pt x="4212" y="6971"/>
                  </a:lnTo>
                  <a:lnTo>
                    <a:pt x="3989" y="7183"/>
                  </a:lnTo>
                  <a:lnTo>
                    <a:pt x="3765" y="7448"/>
                  </a:lnTo>
                  <a:lnTo>
                    <a:pt x="3630" y="7711"/>
                  </a:lnTo>
                  <a:lnTo>
                    <a:pt x="3451" y="8028"/>
                  </a:lnTo>
                  <a:lnTo>
                    <a:pt x="3317" y="8503"/>
                  </a:lnTo>
                  <a:lnTo>
                    <a:pt x="3226" y="8978"/>
                  </a:lnTo>
                  <a:lnTo>
                    <a:pt x="3226" y="9506"/>
                  </a:lnTo>
                  <a:lnTo>
                    <a:pt x="3272" y="9982"/>
                  </a:lnTo>
                  <a:lnTo>
                    <a:pt x="3451" y="10457"/>
                  </a:lnTo>
                  <a:lnTo>
                    <a:pt x="3675" y="10827"/>
                  </a:lnTo>
                  <a:lnTo>
                    <a:pt x="3809" y="11038"/>
                  </a:lnTo>
                  <a:lnTo>
                    <a:pt x="3989" y="11143"/>
                  </a:lnTo>
                  <a:lnTo>
                    <a:pt x="4168" y="11302"/>
                  </a:lnTo>
                  <a:lnTo>
                    <a:pt x="4392" y="11355"/>
                  </a:lnTo>
                  <a:lnTo>
                    <a:pt x="4840" y="11513"/>
                  </a:lnTo>
                  <a:lnTo>
                    <a:pt x="5243" y="11567"/>
                  </a:lnTo>
                  <a:lnTo>
                    <a:pt x="5692" y="11513"/>
                  </a:lnTo>
                  <a:lnTo>
                    <a:pt x="6140" y="11460"/>
                  </a:lnTo>
                  <a:lnTo>
                    <a:pt x="6543" y="11302"/>
                  </a:lnTo>
                  <a:lnTo>
                    <a:pt x="6946" y="11092"/>
                  </a:lnTo>
                  <a:lnTo>
                    <a:pt x="7304" y="10773"/>
                  </a:lnTo>
                  <a:lnTo>
                    <a:pt x="7618" y="10405"/>
                  </a:lnTo>
                  <a:lnTo>
                    <a:pt x="7798" y="9982"/>
                  </a:lnTo>
                  <a:lnTo>
                    <a:pt x="7887" y="9560"/>
                  </a:lnTo>
                  <a:lnTo>
                    <a:pt x="7977" y="9136"/>
                  </a:lnTo>
                  <a:lnTo>
                    <a:pt x="7932" y="8661"/>
                  </a:lnTo>
                  <a:lnTo>
                    <a:pt x="7843" y="8291"/>
                  </a:lnTo>
                  <a:lnTo>
                    <a:pt x="7663" y="7923"/>
                  </a:lnTo>
                  <a:lnTo>
                    <a:pt x="7529" y="7764"/>
                  </a:lnTo>
                  <a:lnTo>
                    <a:pt x="7304" y="7553"/>
                  </a:lnTo>
                  <a:lnTo>
                    <a:pt x="7126" y="7341"/>
                  </a:lnTo>
                  <a:lnTo>
                    <a:pt x="7081" y="7236"/>
                  </a:lnTo>
                  <a:lnTo>
                    <a:pt x="7081" y="7129"/>
                  </a:lnTo>
                  <a:lnTo>
                    <a:pt x="7035" y="7024"/>
                  </a:lnTo>
                  <a:lnTo>
                    <a:pt x="6992" y="6919"/>
                  </a:lnTo>
                  <a:lnTo>
                    <a:pt x="6901" y="6813"/>
                  </a:lnTo>
                  <a:lnTo>
                    <a:pt x="6767" y="6761"/>
                  </a:lnTo>
                  <a:lnTo>
                    <a:pt x="6364" y="6708"/>
                  </a:lnTo>
                  <a:lnTo>
                    <a:pt x="6274" y="6603"/>
                  </a:lnTo>
                  <a:lnTo>
                    <a:pt x="6274" y="6496"/>
                  </a:lnTo>
                  <a:lnTo>
                    <a:pt x="6184" y="6391"/>
                  </a:lnTo>
                  <a:lnTo>
                    <a:pt x="5601" y="6391"/>
                  </a:lnTo>
                  <a:lnTo>
                    <a:pt x="5467" y="6338"/>
                  </a:lnTo>
                  <a:close/>
                  <a:moveTo>
                    <a:pt x="2151" y="10722"/>
                  </a:moveTo>
                  <a:lnTo>
                    <a:pt x="2331" y="10773"/>
                  </a:lnTo>
                  <a:lnTo>
                    <a:pt x="2509" y="10827"/>
                  </a:lnTo>
                  <a:lnTo>
                    <a:pt x="2644" y="10985"/>
                  </a:lnTo>
                  <a:lnTo>
                    <a:pt x="2779" y="11143"/>
                  </a:lnTo>
                  <a:lnTo>
                    <a:pt x="2868" y="11355"/>
                  </a:lnTo>
                  <a:lnTo>
                    <a:pt x="2868" y="11672"/>
                  </a:lnTo>
                  <a:lnTo>
                    <a:pt x="2823" y="11725"/>
                  </a:lnTo>
                  <a:lnTo>
                    <a:pt x="2734" y="11725"/>
                  </a:lnTo>
                  <a:lnTo>
                    <a:pt x="2600" y="11618"/>
                  </a:lnTo>
                  <a:lnTo>
                    <a:pt x="2465" y="11460"/>
                  </a:lnTo>
                  <a:lnTo>
                    <a:pt x="2331" y="11250"/>
                  </a:lnTo>
                  <a:lnTo>
                    <a:pt x="2106" y="10827"/>
                  </a:lnTo>
                  <a:lnTo>
                    <a:pt x="2017" y="10722"/>
                  </a:lnTo>
                  <a:close/>
                  <a:moveTo>
                    <a:pt x="17388" y="10985"/>
                  </a:moveTo>
                  <a:lnTo>
                    <a:pt x="17297" y="11038"/>
                  </a:lnTo>
                  <a:lnTo>
                    <a:pt x="17253" y="11143"/>
                  </a:lnTo>
                  <a:lnTo>
                    <a:pt x="17119" y="11460"/>
                  </a:lnTo>
                  <a:lnTo>
                    <a:pt x="17119" y="11618"/>
                  </a:lnTo>
                  <a:lnTo>
                    <a:pt x="17163" y="11777"/>
                  </a:lnTo>
                  <a:lnTo>
                    <a:pt x="17208" y="11883"/>
                  </a:lnTo>
                  <a:lnTo>
                    <a:pt x="17297" y="11935"/>
                  </a:lnTo>
                  <a:lnTo>
                    <a:pt x="17477" y="11935"/>
                  </a:lnTo>
                  <a:lnTo>
                    <a:pt x="17611" y="11883"/>
                  </a:lnTo>
                  <a:lnTo>
                    <a:pt x="17657" y="11777"/>
                  </a:lnTo>
                  <a:lnTo>
                    <a:pt x="17702" y="11672"/>
                  </a:lnTo>
                  <a:lnTo>
                    <a:pt x="17702" y="11197"/>
                  </a:lnTo>
                  <a:lnTo>
                    <a:pt x="17657" y="11092"/>
                  </a:lnTo>
                  <a:lnTo>
                    <a:pt x="17611" y="11038"/>
                  </a:lnTo>
                  <a:lnTo>
                    <a:pt x="17477" y="10985"/>
                  </a:lnTo>
                  <a:close/>
                  <a:moveTo>
                    <a:pt x="9052" y="8978"/>
                  </a:moveTo>
                  <a:lnTo>
                    <a:pt x="8918" y="9085"/>
                  </a:lnTo>
                  <a:lnTo>
                    <a:pt x="8829" y="9136"/>
                  </a:lnTo>
                  <a:lnTo>
                    <a:pt x="8784" y="9243"/>
                  </a:lnTo>
                  <a:lnTo>
                    <a:pt x="8738" y="9453"/>
                  </a:lnTo>
                  <a:lnTo>
                    <a:pt x="8738" y="9718"/>
                  </a:lnTo>
                  <a:lnTo>
                    <a:pt x="8784" y="9982"/>
                  </a:lnTo>
                  <a:lnTo>
                    <a:pt x="8829" y="10088"/>
                  </a:lnTo>
                  <a:lnTo>
                    <a:pt x="8918" y="10193"/>
                  </a:lnTo>
                  <a:lnTo>
                    <a:pt x="9366" y="10298"/>
                  </a:lnTo>
                  <a:lnTo>
                    <a:pt x="9052" y="10615"/>
                  </a:lnTo>
                  <a:lnTo>
                    <a:pt x="8873" y="10827"/>
                  </a:lnTo>
                  <a:lnTo>
                    <a:pt x="8784" y="10932"/>
                  </a:lnTo>
                  <a:lnTo>
                    <a:pt x="8738" y="11092"/>
                  </a:lnTo>
                  <a:lnTo>
                    <a:pt x="8738" y="11355"/>
                  </a:lnTo>
                  <a:lnTo>
                    <a:pt x="8829" y="11618"/>
                  </a:lnTo>
                  <a:lnTo>
                    <a:pt x="8963" y="11777"/>
                  </a:lnTo>
                  <a:lnTo>
                    <a:pt x="9142" y="11935"/>
                  </a:lnTo>
                  <a:lnTo>
                    <a:pt x="9187" y="12094"/>
                  </a:lnTo>
                  <a:lnTo>
                    <a:pt x="9232" y="12200"/>
                  </a:lnTo>
                  <a:lnTo>
                    <a:pt x="9276" y="12253"/>
                  </a:lnTo>
                  <a:lnTo>
                    <a:pt x="9456" y="12253"/>
                  </a:lnTo>
                  <a:lnTo>
                    <a:pt x="9545" y="12147"/>
                  </a:lnTo>
                  <a:lnTo>
                    <a:pt x="9590" y="12042"/>
                  </a:lnTo>
                  <a:lnTo>
                    <a:pt x="9679" y="11830"/>
                  </a:lnTo>
                  <a:lnTo>
                    <a:pt x="9679" y="11725"/>
                  </a:lnTo>
                  <a:lnTo>
                    <a:pt x="9635" y="11618"/>
                  </a:lnTo>
                  <a:lnTo>
                    <a:pt x="9590" y="11513"/>
                  </a:lnTo>
                  <a:lnTo>
                    <a:pt x="9501" y="11460"/>
                  </a:lnTo>
                  <a:lnTo>
                    <a:pt x="9366" y="11408"/>
                  </a:lnTo>
                  <a:lnTo>
                    <a:pt x="9321" y="11355"/>
                  </a:lnTo>
                  <a:lnTo>
                    <a:pt x="9321" y="11197"/>
                  </a:lnTo>
                  <a:lnTo>
                    <a:pt x="9410" y="11038"/>
                  </a:lnTo>
                  <a:lnTo>
                    <a:pt x="9590" y="10932"/>
                  </a:lnTo>
                  <a:lnTo>
                    <a:pt x="9770" y="10668"/>
                  </a:lnTo>
                  <a:lnTo>
                    <a:pt x="9904" y="10352"/>
                  </a:lnTo>
                  <a:lnTo>
                    <a:pt x="9904" y="10193"/>
                  </a:lnTo>
                  <a:lnTo>
                    <a:pt x="9859" y="10035"/>
                  </a:lnTo>
                  <a:lnTo>
                    <a:pt x="9815" y="9930"/>
                  </a:lnTo>
                  <a:lnTo>
                    <a:pt x="9724" y="9823"/>
                  </a:lnTo>
                  <a:lnTo>
                    <a:pt x="9456" y="9718"/>
                  </a:lnTo>
                  <a:lnTo>
                    <a:pt x="9187" y="9665"/>
                  </a:lnTo>
                  <a:lnTo>
                    <a:pt x="9232" y="9453"/>
                  </a:lnTo>
                  <a:lnTo>
                    <a:pt x="9276" y="9348"/>
                  </a:lnTo>
                  <a:lnTo>
                    <a:pt x="9366" y="9295"/>
                  </a:lnTo>
                  <a:lnTo>
                    <a:pt x="9410" y="9190"/>
                  </a:lnTo>
                  <a:lnTo>
                    <a:pt x="9366" y="9085"/>
                  </a:lnTo>
                  <a:lnTo>
                    <a:pt x="9276" y="8978"/>
                  </a:lnTo>
                  <a:close/>
                  <a:moveTo>
                    <a:pt x="2017" y="9930"/>
                  </a:moveTo>
                  <a:lnTo>
                    <a:pt x="1928" y="9982"/>
                  </a:lnTo>
                  <a:lnTo>
                    <a:pt x="1883" y="10088"/>
                  </a:lnTo>
                  <a:lnTo>
                    <a:pt x="1837" y="10193"/>
                  </a:lnTo>
                  <a:lnTo>
                    <a:pt x="1837" y="10405"/>
                  </a:lnTo>
                  <a:lnTo>
                    <a:pt x="1883" y="10510"/>
                  </a:lnTo>
                  <a:lnTo>
                    <a:pt x="1928" y="10615"/>
                  </a:lnTo>
                  <a:lnTo>
                    <a:pt x="1883" y="10668"/>
                  </a:lnTo>
                  <a:lnTo>
                    <a:pt x="1837" y="10668"/>
                  </a:lnTo>
                  <a:lnTo>
                    <a:pt x="1793" y="10773"/>
                  </a:lnTo>
                  <a:lnTo>
                    <a:pt x="1748" y="10880"/>
                  </a:lnTo>
                  <a:lnTo>
                    <a:pt x="1793" y="11250"/>
                  </a:lnTo>
                  <a:lnTo>
                    <a:pt x="1928" y="11567"/>
                  </a:lnTo>
                  <a:lnTo>
                    <a:pt x="2106" y="11883"/>
                  </a:lnTo>
                  <a:lnTo>
                    <a:pt x="2331" y="12147"/>
                  </a:lnTo>
                  <a:lnTo>
                    <a:pt x="2600" y="12305"/>
                  </a:lnTo>
                  <a:lnTo>
                    <a:pt x="2734" y="12358"/>
                  </a:lnTo>
                  <a:lnTo>
                    <a:pt x="2868" y="12412"/>
                  </a:lnTo>
                  <a:lnTo>
                    <a:pt x="3003" y="12412"/>
                  </a:lnTo>
                  <a:lnTo>
                    <a:pt x="3137" y="12305"/>
                  </a:lnTo>
                  <a:lnTo>
                    <a:pt x="3226" y="12200"/>
                  </a:lnTo>
                  <a:lnTo>
                    <a:pt x="3317" y="12042"/>
                  </a:lnTo>
                  <a:lnTo>
                    <a:pt x="3406" y="11725"/>
                  </a:lnTo>
                  <a:lnTo>
                    <a:pt x="3406" y="11460"/>
                  </a:lnTo>
                  <a:lnTo>
                    <a:pt x="3361" y="11143"/>
                  </a:lnTo>
                  <a:lnTo>
                    <a:pt x="3272" y="10880"/>
                  </a:lnTo>
                  <a:lnTo>
                    <a:pt x="3092" y="10615"/>
                  </a:lnTo>
                  <a:lnTo>
                    <a:pt x="2914" y="10405"/>
                  </a:lnTo>
                  <a:lnTo>
                    <a:pt x="2689" y="10246"/>
                  </a:lnTo>
                  <a:lnTo>
                    <a:pt x="2420" y="10140"/>
                  </a:lnTo>
                  <a:lnTo>
                    <a:pt x="2331" y="9982"/>
                  </a:lnTo>
                  <a:lnTo>
                    <a:pt x="2241" y="9930"/>
                  </a:lnTo>
                  <a:close/>
                  <a:moveTo>
                    <a:pt x="17477" y="10405"/>
                  </a:moveTo>
                  <a:lnTo>
                    <a:pt x="17657" y="10457"/>
                  </a:lnTo>
                  <a:lnTo>
                    <a:pt x="17791" y="10510"/>
                  </a:lnTo>
                  <a:lnTo>
                    <a:pt x="17880" y="10668"/>
                  </a:lnTo>
                  <a:lnTo>
                    <a:pt x="17925" y="10827"/>
                  </a:lnTo>
                  <a:lnTo>
                    <a:pt x="17925" y="11250"/>
                  </a:lnTo>
                  <a:lnTo>
                    <a:pt x="17836" y="11618"/>
                  </a:lnTo>
                  <a:lnTo>
                    <a:pt x="17702" y="11935"/>
                  </a:lnTo>
                  <a:lnTo>
                    <a:pt x="17522" y="12253"/>
                  </a:lnTo>
                  <a:lnTo>
                    <a:pt x="17432" y="12358"/>
                  </a:lnTo>
                  <a:lnTo>
                    <a:pt x="17343" y="12412"/>
                  </a:lnTo>
                  <a:lnTo>
                    <a:pt x="17253" y="12412"/>
                  </a:lnTo>
                  <a:lnTo>
                    <a:pt x="17163" y="12358"/>
                  </a:lnTo>
                  <a:lnTo>
                    <a:pt x="17119" y="12305"/>
                  </a:lnTo>
                  <a:lnTo>
                    <a:pt x="17074" y="12200"/>
                  </a:lnTo>
                  <a:lnTo>
                    <a:pt x="16985" y="11935"/>
                  </a:lnTo>
                  <a:lnTo>
                    <a:pt x="17029" y="11567"/>
                  </a:lnTo>
                  <a:lnTo>
                    <a:pt x="17074" y="11197"/>
                  </a:lnTo>
                  <a:lnTo>
                    <a:pt x="17208" y="10457"/>
                  </a:lnTo>
                  <a:lnTo>
                    <a:pt x="17477" y="10405"/>
                  </a:lnTo>
                  <a:close/>
                  <a:moveTo>
                    <a:pt x="17388" y="9718"/>
                  </a:moveTo>
                  <a:lnTo>
                    <a:pt x="17253" y="9770"/>
                  </a:lnTo>
                  <a:lnTo>
                    <a:pt x="16939" y="9770"/>
                  </a:lnTo>
                  <a:lnTo>
                    <a:pt x="16894" y="9823"/>
                  </a:lnTo>
                  <a:lnTo>
                    <a:pt x="16805" y="9982"/>
                  </a:lnTo>
                  <a:lnTo>
                    <a:pt x="16625" y="10615"/>
                  </a:lnTo>
                  <a:lnTo>
                    <a:pt x="16491" y="11302"/>
                  </a:lnTo>
                  <a:lnTo>
                    <a:pt x="16446" y="11672"/>
                  </a:lnTo>
                  <a:lnTo>
                    <a:pt x="16446" y="11988"/>
                  </a:lnTo>
                  <a:lnTo>
                    <a:pt x="16491" y="12358"/>
                  </a:lnTo>
                  <a:lnTo>
                    <a:pt x="16580" y="12675"/>
                  </a:lnTo>
                  <a:lnTo>
                    <a:pt x="16716" y="12834"/>
                  </a:lnTo>
                  <a:lnTo>
                    <a:pt x="16894" y="12992"/>
                  </a:lnTo>
                  <a:lnTo>
                    <a:pt x="17074" y="13097"/>
                  </a:lnTo>
                  <a:lnTo>
                    <a:pt x="17253" y="13150"/>
                  </a:lnTo>
                  <a:lnTo>
                    <a:pt x="17522" y="13097"/>
                  </a:lnTo>
                  <a:lnTo>
                    <a:pt x="17702" y="12992"/>
                  </a:lnTo>
                  <a:lnTo>
                    <a:pt x="17836" y="12780"/>
                  </a:lnTo>
                  <a:lnTo>
                    <a:pt x="18014" y="12570"/>
                  </a:lnTo>
                  <a:lnTo>
                    <a:pt x="18283" y="12094"/>
                  </a:lnTo>
                  <a:lnTo>
                    <a:pt x="18418" y="11777"/>
                  </a:lnTo>
                  <a:lnTo>
                    <a:pt x="18463" y="11513"/>
                  </a:lnTo>
                  <a:lnTo>
                    <a:pt x="18508" y="11250"/>
                  </a:lnTo>
                  <a:lnTo>
                    <a:pt x="18508" y="10932"/>
                  </a:lnTo>
                  <a:lnTo>
                    <a:pt x="18463" y="10668"/>
                  </a:lnTo>
                  <a:lnTo>
                    <a:pt x="18374" y="10352"/>
                  </a:lnTo>
                  <a:lnTo>
                    <a:pt x="18328" y="10193"/>
                  </a:lnTo>
                  <a:lnTo>
                    <a:pt x="18194" y="10088"/>
                  </a:lnTo>
                  <a:lnTo>
                    <a:pt x="17925" y="9823"/>
                  </a:lnTo>
                  <a:lnTo>
                    <a:pt x="17746" y="9770"/>
                  </a:lnTo>
                  <a:lnTo>
                    <a:pt x="17566" y="9718"/>
                  </a:lnTo>
                  <a:close/>
                  <a:moveTo>
                    <a:pt x="7663" y="11355"/>
                  </a:moveTo>
                  <a:lnTo>
                    <a:pt x="7573" y="11408"/>
                  </a:lnTo>
                  <a:lnTo>
                    <a:pt x="7484" y="11513"/>
                  </a:lnTo>
                  <a:lnTo>
                    <a:pt x="7304" y="11672"/>
                  </a:lnTo>
                  <a:lnTo>
                    <a:pt x="7170" y="11935"/>
                  </a:lnTo>
                  <a:lnTo>
                    <a:pt x="7081" y="12200"/>
                  </a:lnTo>
                  <a:lnTo>
                    <a:pt x="7081" y="12358"/>
                  </a:lnTo>
                  <a:lnTo>
                    <a:pt x="7126" y="12464"/>
                  </a:lnTo>
                  <a:lnTo>
                    <a:pt x="7215" y="12517"/>
                  </a:lnTo>
                  <a:lnTo>
                    <a:pt x="7618" y="12517"/>
                  </a:lnTo>
                  <a:lnTo>
                    <a:pt x="7843" y="12622"/>
                  </a:lnTo>
                  <a:lnTo>
                    <a:pt x="7573" y="12992"/>
                  </a:lnTo>
                  <a:lnTo>
                    <a:pt x="7573" y="13150"/>
                  </a:lnTo>
                  <a:lnTo>
                    <a:pt x="7618" y="13309"/>
                  </a:lnTo>
                  <a:lnTo>
                    <a:pt x="7753" y="13467"/>
                  </a:lnTo>
                  <a:lnTo>
                    <a:pt x="7887" y="13520"/>
                  </a:lnTo>
                  <a:lnTo>
                    <a:pt x="8201" y="13520"/>
                  </a:lnTo>
                  <a:lnTo>
                    <a:pt x="8290" y="13415"/>
                  </a:lnTo>
                  <a:lnTo>
                    <a:pt x="8381" y="13255"/>
                  </a:lnTo>
                  <a:lnTo>
                    <a:pt x="8335" y="13097"/>
                  </a:lnTo>
                  <a:lnTo>
                    <a:pt x="8246" y="12992"/>
                  </a:lnTo>
                  <a:lnTo>
                    <a:pt x="8381" y="12887"/>
                  </a:lnTo>
                  <a:lnTo>
                    <a:pt x="8470" y="12780"/>
                  </a:lnTo>
                  <a:lnTo>
                    <a:pt x="8470" y="12570"/>
                  </a:lnTo>
                  <a:lnTo>
                    <a:pt x="8425" y="12412"/>
                  </a:lnTo>
                  <a:lnTo>
                    <a:pt x="8246" y="12253"/>
                  </a:lnTo>
                  <a:lnTo>
                    <a:pt x="8067" y="12147"/>
                  </a:lnTo>
                  <a:lnTo>
                    <a:pt x="7887" y="12042"/>
                  </a:lnTo>
                  <a:lnTo>
                    <a:pt x="7663" y="11988"/>
                  </a:lnTo>
                  <a:lnTo>
                    <a:pt x="7753" y="11777"/>
                  </a:lnTo>
                  <a:lnTo>
                    <a:pt x="7843" y="11567"/>
                  </a:lnTo>
                  <a:lnTo>
                    <a:pt x="7843" y="11460"/>
                  </a:lnTo>
                  <a:lnTo>
                    <a:pt x="7798" y="11408"/>
                  </a:lnTo>
                  <a:lnTo>
                    <a:pt x="7753" y="11408"/>
                  </a:lnTo>
                  <a:lnTo>
                    <a:pt x="7663" y="11355"/>
                  </a:lnTo>
                  <a:close/>
                  <a:moveTo>
                    <a:pt x="9321" y="793"/>
                  </a:moveTo>
                  <a:lnTo>
                    <a:pt x="9501" y="845"/>
                  </a:lnTo>
                  <a:lnTo>
                    <a:pt x="9679" y="952"/>
                  </a:lnTo>
                  <a:lnTo>
                    <a:pt x="10307" y="1585"/>
                  </a:lnTo>
                  <a:lnTo>
                    <a:pt x="10576" y="1902"/>
                  </a:lnTo>
                  <a:lnTo>
                    <a:pt x="10845" y="2272"/>
                  </a:lnTo>
                  <a:lnTo>
                    <a:pt x="11069" y="2640"/>
                  </a:lnTo>
                  <a:lnTo>
                    <a:pt x="11248" y="3064"/>
                  </a:lnTo>
                  <a:lnTo>
                    <a:pt x="11338" y="3486"/>
                  </a:lnTo>
                  <a:lnTo>
                    <a:pt x="11382" y="3962"/>
                  </a:lnTo>
                  <a:lnTo>
                    <a:pt x="11338" y="4437"/>
                  </a:lnTo>
                  <a:lnTo>
                    <a:pt x="11293" y="4859"/>
                  </a:lnTo>
                  <a:lnTo>
                    <a:pt x="11024" y="5704"/>
                  </a:lnTo>
                  <a:lnTo>
                    <a:pt x="10755" y="6496"/>
                  </a:lnTo>
                  <a:lnTo>
                    <a:pt x="10487" y="7341"/>
                  </a:lnTo>
                  <a:lnTo>
                    <a:pt x="10441" y="7711"/>
                  </a:lnTo>
                  <a:lnTo>
                    <a:pt x="10396" y="8081"/>
                  </a:lnTo>
                  <a:lnTo>
                    <a:pt x="10396" y="8450"/>
                  </a:lnTo>
                  <a:lnTo>
                    <a:pt x="10441" y="8873"/>
                  </a:lnTo>
                  <a:lnTo>
                    <a:pt x="10487" y="9085"/>
                  </a:lnTo>
                  <a:lnTo>
                    <a:pt x="10576" y="9348"/>
                  </a:lnTo>
                  <a:lnTo>
                    <a:pt x="10755" y="9823"/>
                  </a:lnTo>
                  <a:lnTo>
                    <a:pt x="10979" y="10246"/>
                  </a:lnTo>
                  <a:lnTo>
                    <a:pt x="11159" y="10722"/>
                  </a:lnTo>
                  <a:lnTo>
                    <a:pt x="11248" y="11197"/>
                  </a:lnTo>
                  <a:lnTo>
                    <a:pt x="11293" y="11725"/>
                  </a:lnTo>
                  <a:lnTo>
                    <a:pt x="11248" y="12200"/>
                  </a:lnTo>
                  <a:lnTo>
                    <a:pt x="11113" y="12675"/>
                  </a:lnTo>
                  <a:lnTo>
                    <a:pt x="10935" y="13150"/>
                  </a:lnTo>
                  <a:lnTo>
                    <a:pt x="10710" y="13574"/>
                  </a:lnTo>
                  <a:lnTo>
                    <a:pt x="10396" y="13942"/>
                  </a:lnTo>
                  <a:lnTo>
                    <a:pt x="10084" y="14259"/>
                  </a:lnTo>
                  <a:lnTo>
                    <a:pt x="9724" y="14471"/>
                  </a:lnTo>
                  <a:lnTo>
                    <a:pt x="9366" y="14682"/>
                  </a:lnTo>
                  <a:lnTo>
                    <a:pt x="9007" y="14841"/>
                  </a:lnTo>
                  <a:lnTo>
                    <a:pt x="8604" y="14894"/>
                  </a:lnTo>
                  <a:lnTo>
                    <a:pt x="8156" y="14999"/>
                  </a:lnTo>
                  <a:lnTo>
                    <a:pt x="7932" y="14946"/>
                  </a:lnTo>
                  <a:lnTo>
                    <a:pt x="7707" y="14894"/>
                  </a:lnTo>
                  <a:lnTo>
                    <a:pt x="7529" y="14735"/>
                  </a:lnTo>
                  <a:lnTo>
                    <a:pt x="7349" y="14524"/>
                  </a:lnTo>
                  <a:lnTo>
                    <a:pt x="7215" y="14312"/>
                  </a:lnTo>
                  <a:lnTo>
                    <a:pt x="7035" y="14154"/>
                  </a:lnTo>
                  <a:lnTo>
                    <a:pt x="6901" y="14049"/>
                  </a:lnTo>
                  <a:lnTo>
                    <a:pt x="6722" y="13942"/>
                  </a:lnTo>
                  <a:lnTo>
                    <a:pt x="6364" y="13837"/>
                  </a:lnTo>
                  <a:lnTo>
                    <a:pt x="6006" y="13837"/>
                  </a:lnTo>
                  <a:lnTo>
                    <a:pt x="5646" y="13942"/>
                  </a:lnTo>
                  <a:lnTo>
                    <a:pt x="4885" y="14207"/>
                  </a:lnTo>
                  <a:lnTo>
                    <a:pt x="4526" y="14365"/>
                  </a:lnTo>
                  <a:lnTo>
                    <a:pt x="4168" y="14471"/>
                  </a:lnTo>
                  <a:lnTo>
                    <a:pt x="3809" y="14524"/>
                  </a:lnTo>
                  <a:lnTo>
                    <a:pt x="3451" y="14471"/>
                  </a:lnTo>
                  <a:lnTo>
                    <a:pt x="3048" y="14417"/>
                  </a:lnTo>
                  <a:lnTo>
                    <a:pt x="2689" y="14259"/>
                  </a:lnTo>
                  <a:lnTo>
                    <a:pt x="2375" y="14101"/>
                  </a:lnTo>
                  <a:lnTo>
                    <a:pt x="2017" y="13890"/>
                  </a:lnTo>
                  <a:lnTo>
                    <a:pt x="1703" y="13625"/>
                  </a:lnTo>
                  <a:lnTo>
                    <a:pt x="1434" y="13362"/>
                  </a:lnTo>
                  <a:lnTo>
                    <a:pt x="1165" y="12939"/>
                  </a:lnTo>
                  <a:lnTo>
                    <a:pt x="942" y="12517"/>
                  </a:lnTo>
                  <a:lnTo>
                    <a:pt x="762" y="12042"/>
                  </a:lnTo>
                  <a:lnTo>
                    <a:pt x="672" y="11567"/>
                  </a:lnTo>
                  <a:lnTo>
                    <a:pt x="628" y="11038"/>
                  </a:lnTo>
                  <a:lnTo>
                    <a:pt x="628" y="10563"/>
                  </a:lnTo>
                  <a:lnTo>
                    <a:pt x="717" y="10035"/>
                  </a:lnTo>
                  <a:lnTo>
                    <a:pt x="808" y="9560"/>
                  </a:lnTo>
                  <a:lnTo>
                    <a:pt x="986" y="9085"/>
                  </a:lnTo>
                  <a:lnTo>
                    <a:pt x="1211" y="8661"/>
                  </a:lnTo>
                  <a:lnTo>
                    <a:pt x="1479" y="8291"/>
                  </a:lnTo>
                  <a:lnTo>
                    <a:pt x="1793" y="7975"/>
                  </a:lnTo>
                  <a:lnTo>
                    <a:pt x="2465" y="7341"/>
                  </a:lnTo>
                  <a:lnTo>
                    <a:pt x="3137" y="6654"/>
                  </a:lnTo>
                  <a:lnTo>
                    <a:pt x="3406" y="6286"/>
                  </a:lnTo>
                  <a:lnTo>
                    <a:pt x="3630" y="5916"/>
                  </a:lnTo>
                  <a:lnTo>
                    <a:pt x="3765" y="5493"/>
                  </a:lnTo>
                  <a:lnTo>
                    <a:pt x="3900" y="5017"/>
                  </a:lnTo>
                  <a:lnTo>
                    <a:pt x="3989" y="4489"/>
                  </a:lnTo>
                  <a:lnTo>
                    <a:pt x="4034" y="3909"/>
                  </a:lnTo>
                  <a:lnTo>
                    <a:pt x="4123" y="3380"/>
                  </a:lnTo>
                  <a:lnTo>
                    <a:pt x="4212" y="3117"/>
                  </a:lnTo>
                  <a:lnTo>
                    <a:pt x="4347" y="2852"/>
                  </a:lnTo>
                  <a:lnTo>
                    <a:pt x="4526" y="2589"/>
                  </a:lnTo>
                  <a:lnTo>
                    <a:pt x="4706" y="2377"/>
                  </a:lnTo>
                  <a:lnTo>
                    <a:pt x="4975" y="2219"/>
                  </a:lnTo>
                  <a:lnTo>
                    <a:pt x="5243" y="2113"/>
                  </a:lnTo>
                  <a:lnTo>
                    <a:pt x="5512" y="2060"/>
                  </a:lnTo>
                  <a:lnTo>
                    <a:pt x="5826" y="2007"/>
                  </a:lnTo>
                  <a:lnTo>
                    <a:pt x="6095" y="2007"/>
                  </a:lnTo>
                  <a:lnTo>
                    <a:pt x="6364" y="2113"/>
                  </a:lnTo>
                  <a:lnTo>
                    <a:pt x="6050" y="2430"/>
                  </a:lnTo>
                  <a:lnTo>
                    <a:pt x="6006" y="2535"/>
                  </a:lnTo>
                  <a:lnTo>
                    <a:pt x="5960" y="2640"/>
                  </a:lnTo>
                  <a:lnTo>
                    <a:pt x="6006" y="2852"/>
                  </a:lnTo>
                  <a:lnTo>
                    <a:pt x="6095" y="3010"/>
                  </a:lnTo>
                  <a:lnTo>
                    <a:pt x="6184" y="3064"/>
                  </a:lnTo>
                  <a:lnTo>
                    <a:pt x="6274" y="3064"/>
                  </a:lnTo>
                  <a:lnTo>
                    <a:pt x="6498" y="3010"/>
                  </a:lnTo>
                  <a:lnTo>
                    <a:pt x="6632" y="2905"/>
                  </a:lnTo>
                  <a:lnTo>
                    <a:pt x="6767" y="2800"/>
                  </a:lnTo>
                  <a:lnTo>
                    <a:pt x="6857" y="2589"/>
                  </a:lnTo>
                  <a:lnTo>
                    <a:pt x="7035" y="2377"/>
                  </a:lnTo>
                  <a:lnTo>
                    <a:pt x="7126" y="2324"/>
                  </a:lnTo>
                  <a:lnTo>
                    <a:pt x="7170" y="2272"/>
                  </a:lnTo>
                  <a:lnTo>
                    <a:pt x="7843" y="1638"/>
                  </a:lnTo>
                  <a:lnTo>
                    <a:pt x="8559" y="1110"/>
                  </a:lnTo>
                  <a:lnTo>
                    <a:pt x="8963" y="898"/>
                  </a:lnTo>
                  <a:lnTo>
                    <a:pt x="9142" y="793"/>
                  </a:lnTo>
                  <a:close/>
                  <a:moveTo>
                    <a:pt x="13219" y="13362"/>
                  </a:moveTo>
                  <a:lnTo>
                    <a:pt x="13399" y="13732"/>
                  </a:lnTo>
                  <a:lnTo>
                    <a:pt x="13579" y="14049"/>
                  </a:lnTo>
                  <a:lnTo>
                    <a:pt x="13847" y="14365"/>
                  </a:lnTo>
                  <a:lnTo>
                    <a:pt x="14161" y="14629"/>
                  </a:lnTo>
                  <a:lnTo>
                    <a:pt x="13937" y="14999"/>
                  </a:lnTo>
                  <a:lnTo>
                    <a:pt x="13668" y="14682"/>
                  </a:lnTo>
                  <a:lnTo>
                    <a:pt x="13399" y="14365"/>
                  </a:lnTo>
                  <a:lnTo>
                    <a:pt x="13085" y="14154"/>
                  </a:lnTo>
                  <a:lnTo>
                    <a:pt x="12772" y="13890"/>
                  </a:lnTo>
                  <a:lnTo>
                    <a:pt x="12951" y="13625"/>
                  </a:lnTo>
                  <a:lnTo>
                    <a:pt x="13219" y="13362"/>
                  </a:lnTo>
                  <a:close/>
                  <a:moveTo>
                    <a:pt x="16985" y="14312"/>
                  </a:moveTo>
                  <a:lnTo>
                    <a:pt x="16894" y="14365"/>
                  </a:lnTo>
                  <a:lnTo>
                    <a:pt x="16805" y="14417"/>
                  </a:lnTo>
                  <a:lnTo>
                    <a:pt x="16760" y="14417"/>
                  </a:lnTo>
                  <a:lnTo>
                    <a:pt x="16760" y="14471"/>
                  </a:lnTo>
                  <a:lnTo>
                    <a:pt x="16671" y="14629"/>
                  </a:lnTo>
                  <a:lnTo>
                    <a:pt x="16625" y="14787"/>
                  </a:lnTo>
                  <a:lnTo>
                    <a:pt x="16671" y="14999"/>
                  </a:lnTo>
                  <a:lnTo>
                    <a:pt x="16760" y="15211"/>
                  </a:lnTo>
                  <a:lnTo>
                    <a:pt x="16894" y="15316"/>
                  </a:lnTo>
                  <a:lnTo>
                    <a:pt x="17029" y="15369"/>
                  </a:lnTo>
                  <a:lnTo>
                    <a:pt x="17163" y="15316"/>
                  </a:lnTo>
                  <a:lnTo>
                    <a:pt x="17297" y="15262"/>
                  </a:lnTo>
                  <a:lnTo>
                    <a:pt x="17432" y="15104"/>
                  </a:lnTo>
                  <a:lnTo>
                    <a:pt x="17522" y="14999"/>
                  </a:lnTo>
                  <a:lnTo>
                    <a:pt x="17566" y="14841"/>
                  </a:lnTo>
                  <a:lnTo>
                    <a:pt x="17566" y="14682"/>
                  </a:lnTo>
                  <a:lnTo>
                    <a:pt x="17477" y="14576"/>
                  </a:lnTo>
                  <a:lnTo>
                    <a:pt x="17388" y="14471"/>
                  </a:lnTo>
                  <a:lnTo>
                    <a:pt x="17297" y="14417"/>
                  </a:lnTo>
                  <a:lnTo>
                    <a:pt x="17208" y="14365"/>
                  </a:lnTo>
                  <a:lnTo>
                    <a:pt x="17029" y="14312"/>
                  </a:lnTo>
                  <a:close/>
                  <a:moveTo>
                    <a:pt x="9276" y="0"/>
                  </a:moveTo>
                  <a:lnTo>
                    <a:pt x="9098" y="53"/>
                  </a:lnTo>
                  <a:lnTo>
                    <a:pt x="8784" y="158"/>
                  </a:lnTo>
                  <a:lnTo>
                    <a:pt x="8515" y="318"/>
                  </a:lnTo>
                  <a:lnTo>
                    <a:pt x="8021" y="635"/>
                  </a:lnTo>
                  <a:lnTo>
                    <a:pt x="7573" y="1003"/>
                  </a:lnTo>
                  <a:lnTo>
                    <a:pt x="6722" y="1743"/>
                  </a:lnTo>
                  <a:lnTo>
                    <a:pt x="6364" y="1532"/>
                  </a:lnTo>
                  <a:lnTo>
                    <a:pt x="6006" y="1427"/>
                  </a:lnTo>
                  <a:lnTo>
                    <a:pt x="5601" y="1427"/>
                  </a:lnTo>
                  <a:lnTo>
                    <a:pt x="5198" y="1479"/>
                  </a:lnTo>
                  <a:lnTo>
                    <a:pt x="4885" y="1585"/>
                  </a:lnTo>
                  <a:lnTo>
                    <a:pt x="4615" y="1743"/>
                  </a:lnTo>
                  <a:lnTo>
                    <a:pt x="4392" y="1955"/>
                  </a:lnTo>
                  <a:lnTo>
                    <a:pt x="4168" y="2165"/>
                  </a:lnTo>
                  <a:lnTo>
                    <a:pt x="3943" y="2430"/>
                  </a:lnTo>
                  <a:lnTo>
                    <a:pt x="3809" y="2747"/>
                  </a:lnTo>
                  <a:lnTo>
                    <a:pt x="3675" y="3064"/>
                  </a:lnTo>
                  <a:lnTo>
                    <a:pt x="3586" y="3380"/>
                  </a:lnTo>
                  <a:lnTo>
                    <a:pt x="3495" y="3856"/>
                  </a:lnTo>
                  <a:lnTo>
                    <a:pt x="3406" y="4331"/>
                  </a:lnTo>
                  <a:lnTo>
                    <a:pt x="3361" y="4806"/>
                  </a:lnTo>
                  <a:lnTo>
                    <a:pt x="3226" y="5282"/>
                  </a:lnTo>
                  <a:lnTo>
                    <a:pt x="3182" y="5546"/>
                  </a:lnTo>
                  <a:lnTo>
                    <a:pt x="3048" y="5757"/>
                  </a:lnTo>
                  <a:lnTo>
                    <a:pt x="2779" y="6126"/>
                  </a:lnTo>
                  <a:lnTo>
                    <a:pt x="2465" y="6444"/>
                  </a:lnTo>
                  <a:lnTo>
                    <a:pt x="2151" y="6761"/>
                  </a:lnTo>
                  <a:lnTo>
                    <a:pt x="1569" y="7288"/>
                  </a:lnTo>
                  <a:lnTo>
                    <a:pt x="1031" y="7869"/>
                  </a:lnTo>
                  <a:lnTo>
                    <a:pt x="808" y="8133"/>
                  </a:lnTo>
                  <a:lnTo>
                    <a:pt x="628" y="8503"/>
                  </a:lnTo>
                  <a:lnTo>
                    <a:pt x="448" y="8820"/>
                  </a:lnTo>
                  <a:lnTo>
                    <a:pt x="269" y="9243"/>
                  </a:lnTo>
                  <a:lnTo>
                    <a:pt x="134" y="9665"/>
                  </a:lnTo>
                  <a:lnTo>
                    <a:pt x="45" y="10088"/>
                  </a:lnTo>
                  <a:lnTo>
                    <a:pt x="0" y="10457"/>
                  </a:lnTo>
                  <a:lnTo>
                    <a:pt x="0" y="10880"/>
                  </a:lnTo>
                  <a:lnTo>
                    <a:pt x="45" y="11302"/>
                  </a:lnTo>
                  <a:lnTo>
                    <a:pt x="90" y="11725"/>
                  </a:lnTo>
                  <a:lnTo>
                    <a:pt x="180" y="12094"/>
                  </a:lnTo>
                  <a:lnTo>
                    <a:pt x="269" y="12464"/>
                  </a:lnTo>
                  <a:lnTo>
                    <a:pt x="448" y="12834"/>
                  </a:lnTo>
                  <a:lnTo>
                    <a:pt x="628" y="13204"/>
                  </a:lnTo>
                  <a:lnTo>
                    <a:pt x="808" y="13520"/>
                  </a:lnTo>
                  <a:lnTo>
                    <a:pt x="1031" y="13837"/>
                  </a:lnTo>
                  <a:lnTo>
                    <a:pt x="1300" y="14154"/>
                  </a:lnTo>
                  <a:lnTo>
                    <a:pt x="1569" y="14417"/>
                  </a:lnTo>
                  <a:lnTo>
                    <a:pt x="1883" y="14629"/>
                  </a:lnTo>
                  <a:lnTo>
                    <a:pt x="2197" y="14841"/>
                  </a:lnTo>
                  <a:lnTo>
                    <a:pt x="2509" y="14946"/>
                  </a:lnTo>
                  <a:lnTo>
                    <a:pt x="2868" y="15104"/>
                  </a:lnTo>
                  <a:lnTo>
                    <a:pt x="3226" y="15157"/>
                  </a:lnTo>
                  <a:lnTo>
                    <a:pt x="3540" y="15211"/>
                  </a:lnTo>
                  <a:lnTo>
                    <a:pt x="3900" y="15211"/>
                  </a:lnTo>
                  <a:lnTo>
                    <a:pt x="4257" y="15157"/>
                  </a:lnTo>
                  <a:lnTo>
                    <a:pt x="4571" y="15104"/>
                  </a:lnTo>
                  <a:lnTo>
                    <a:pt x="4929" y="14999"/>
                  </a:lnTo>
                  <a:lnTo>
                    <a:pt x="5333" y="14787"/>
                  </a:lnTo>
                  <a:lnTo>
                    <a:pt x="5737" y="14629"/>
                  </a:lnTo>
                  <a:lnTo>
                    <a:pt x="5960" y="14576"/>
                  </a:lnTo>
                  <a:lnTo>
                    <a:pt x="6364" y="14576"/>
                  </a:lnTo>
                  <a:lnTo>
                    <a:pt x="6587" y="14629"/>
                  </a:lnTo>
                  <a:lnTo>
                    <a:pt x="6722" y="14787"/>
                  </a:lnTo>
                  <a:lnTo>
                    <a:pt x="6857" y="14946"/>
                  </a:lnTo>
                  <a:lnTo>
                    <a:pt x="7126" y="15262"/>
                  </a:lnTo>
                  <a:lnTo>
                    <a:pt x="7304" y="15421"/>
                  </a:lnTo>
                  <a:lnTo>
                    <a:pt x="7439" y="15527"/>
                  </a:lnTo>
                  <a:lnTo>
                    <a:pt x="7663" y="15632"/>
                  </a:lnTo>
                  <a:lnTo>
                    <a:pt x="7843" y="15686"/>
                  </a:lnTo>
                  <a:lnTo>
                    <a:pt x="8470" y="15686"/>
                  </a:lnTo>
                  <a:lnTo>
                    <a:pt x="8829" y="15632"/>
                  </a:lnTo>
                  <a:lnTo>
                    <a:pt x="9142" y="15579"/>
                  </a:lnTo>
                  <a:lnTo>
                    <a:pt x="9456" y="15474"/>
                  </a:lnTo>
                  <a:lnTo>
                    <a:pt x="9770" y="15316"/>
                  </a:lnTo>
                  <a:lnTo>
                    <a:pt x="10038" y="15157"/>
                  </a:lnTo>
                  <a:lnTo>
                    <a:pt x="10307" y="14946"/>
                  </a:lnTo>
                  <a:lnTo>
                    <a:pt x="10576" y="14682"/>
                  </a:lnTo>
                  <a:lnTo>
                    <a:pt x="10845" y="14417"/>
                  </a:lnTo>
                  <a:lnTo>
                    <a:pt x="11069" y="14154"/>
                  </a:lnTo>
                  <a:lnTo>
                    <a:pt x="11248" y="13837"/>
                  </a:lnTo>
                  <a:lnTo>
                    <a:pt x="11427" y="13520"/>
                  </a:lnTo>
                  <a:lnTo>
                    <a:pt x="11607" y="13204"/>
                  </a:lnTo>
                  <a:lnTo>
                    <a:pt x="11696" y="12834"/>
                  </a:lnTo>
                  <a:lnTo>
                    <a:pt x="11830" y="12517"/>
                  </a:lnTo>
                  <a:lnTo>
                    <a:pt x="11876" y="12094"/>
                  </a:lnTo>
                  <a:lnTo>
                    <a:pt x="11876" y="11355"/>
                  </a:lnTo>
                  <a:lnTo>
                    <a:pt x="11830" y="10985"/>
                  </a:lnTo>
                  <a:lnTo>
                    <a:pt x="11741" y="10615"/>
                  </a:lnTo>
                  <a:lnTo>
                    <a:pt x="11651" y="10246"/>
                  </a:lnTo>
                  <a:lnTo>
                    <a:pt x="11338" y="9560"/>
                  </a:lnTo>
                  <a:lnTo>
                    <a:pt x="11204" y="9190"/>
                  </a:lnTo>
                  <a:lnTo>
                    <a:pt x="11069" y="8768"/>
                  </a:lnTo>
                  <a:lnTo>
                    <a:pt x="11069" y="8028"/>
                  </a:lnTo>
                  <a:lnTo>
                    <a:pt x="11113" y="7658"/>
                  </a:lnTo>
                  <a:lnTo>
                    <a:pt x="11159" y="7288"/>
                  </a:lnTo>
                  <a:lnTo>
                    <a:pt x="11382" y="6496"/>
                  </a:lnTo>
                  <a:lnTo>
                    <a:pt x="11607" y="5809"/>
                  </a:lnTo>
                  <a:lnTo>
                    <a:pt x="11830" y="5124"/>
                  </a:lnTo>
                  <a:lnTo>
                    <a:pt x="11965" y="4437"/>
                  </a:lnTo>
                  <a:lnTo>
                    <a:pt x="12010" y="4067"/>
                  </a:lnTo>
                  <a:lnTo>
                    <a:pt x="12010" y="3697"/>
                  </a:lnTo>
                  <a:lnTo>
                    <a:pt x="11965" y="3327"/>
                  </a:lnTo>
                  <a:lnTo>
                    <a:pt x="11876" y="2959"/>
                  </a:lnTo>
                  <a:lnTo>
                    <a:pt x="11741" y="2640"/>
                  </a:lnTo>
                  <a:lnTo>
                    <a:pt x="11607" y="2272"/>
                  </a:lnTo>
                  <a:lnTo>
                    <a:pt x="11427" y="1955"/>
                  </a:lnTo>
                  <a:lnTo>
                    <a:pt x="11248" y="1690"/>
                  </a:lnTo>
                  <a:lnTo>
                    <a:pt x="10801" y="1110"/>
                  </a:lnTo>
                  <a:lnTo>
                    <a:pt x="10262" y="582"/>
                  </a:lnTo>
                  <a:lnTo>
                    <a:pt x="9724" y="158"/>
                  </a:lnTo>
                  <a:lnTo>
                    <a:pt x="9590" y="53"/>
                  </a:lnTo>
                  <a:lnTo>
                    <a:pt x="9410" y="0"/>
                  </a:lnTo>
                  <a:close/>
                  <a:moveTo>
                    <a:pt x="15774" y="15369"/>
                  </a:moveTo>
                  <a:lnTo>
                    <a:pt x="15685" y="15421"/>
                  </a:lnTo>
                  <a:lnTo>
                    <a:pt x="15594" y="15527"/>
                  </a:lnTo>
                  <a:lnTo>
                    <a:pt x="15550" y="15632"/>
                  </a:lnTo>
                  <a:lnTo>
                    <a:pt x="15550" y="15844"/>
                  </a:lnTo>
                  <a:lnTo>
                    <a:pt x="15594" y="16002"/>
                  </a:lnTo>
                  <a:lnTo>
                    <a:pt x="15730" y="16161"/>
                  </a:lnTo>
                  <a:lnTo>
                    <a:pt x="15908" y="16214"/>
                  </a:lnTo>
                  <a:lnTo>
                    <a:pt x="16043" y="16161"/>
                  </a:lnTo>
                  <a:lnTo>
                    <a:pt x="16177" y="16002"/>
                  </a:lnTo>
                  <a:lnTo>
                    <a:pt x="16222" y="15844"/>
                  </a:lnTo>
                  <a:lnTo>
                    <a:pt x="16222" y="15632"/>
                  </a:lnTo>
                  <a:lnTo>
                    <a:pt x="16177" y="15527"/>
                  </a:lnTo>
                  <a:lnTo>
                    <a:pt x="16088" y="15421"/>
                  </a:lnTo>
                  <a:lnTo>
                    <a:pt x="15999" y="15369"/>
                  </a:lnTo>
                  <a:close/>
                  <a:moveTo>
                    <a:pt x="16580" y="16214"/>
                  </a:moveTo>
                  <a:lnTo>
                    <a:pt x="16491" y="16266"/>
                  </a:lnTo>
                  <a:lnTo>
                    <a:pt x="16446" y="16372"/>
                  </a:lnTo>
                  <a:lnTo>
                    <a:pt x="16357" y="16424"/>
                  </a:lnTo>
                  <a:lnTo>
                    <a:pt x="16267" y="16478"/>
                  </a:lnTo>
                  <a:lnTo>
                    <a:pt x="16177" y="16636"/>
                  </a:lnTo>
                  <a:lnTo>
                    <a:pt x="16177" y="16953"/>
                  </a:lnTo>
                  <a:lnTo>
                    <a:pt x="16222" y="17059"/>
                  </a:lnTo>
                  <a:lnTo>
                    <a:pt x="16311" y="17218"/>
                  </a:lnTo>
                  <a:lnTo>
                    <a:pt x="16625" y="17218"/>
                  </a:lnTo>
                  <a:lnTo>
                    <a:pt x="16760" y="17164"/>
                  </a:lnTo>
                  <a:lnTo>
                    <a:pt x="16894" y="17059"/>
                  </a:lnTo>
                  <a:lnTo>
                    <a:pt x="16939" y="16899"/>
                  </a:lnTo>
                  <a:lnTo>
                    <a:pt x="17029" y="16741"/>
                  </a:lnTo>
                  <a:lnTo>
                    <a:pt x="17029" y="16583"/>
                  </a:lnTo>
                  <a:lnTo>
                    <a:pt x="16985" y="16478"/>
                  </a:lnTo>
                  <a:lnTo>
                    <a:pt x="16939" y="16372"/>
                  </a:lnTo>
                  <a:lnTo>
                    <a:pt x="16894" y="16266"/>
                  </a:lnTo>
                  <a:lnTo>
                    <a:pt x="16760" y="16214"/>
                  </a:lnTo>
                  <a:close/>
                  <a:moveTo>
                    <a:pt x="14922" y="16636"/>
                  </a:moveTo>
                  <a:lnTo>
                    <a:pt x="14833" y="16689"/>
                  </a:lnTo>
                  <a:lnTo>
                    <a:pt x="14744" y="16848"/>
                  </a:lnTo>
                  <a:lnTo>
                    <a:pt x="14699" y="17006"/>
                  </a:lnTo>
                  <a:lnTo>
                    <a:pt x="14699" y="17376"/>
                  </a:lnTo>
                  <a:lnTo>
                    <a:pt x="14788" y="17798"/>
                  </a:lnTo>
                  <a:lnTo>
                    <a:pt x="14968" y="18114"/>
                  </a:lnTo>
                  <a:lnTo>
                    <a:pt x="15057" y="18168"/>
                  </a:lnTo>
                  <a:lnTo>
                    <a:pt x="15147" y="18221"/>
                  </a:lnTo>
                  <a:lnTo>
                    <a:pt x="15282" y="18221"/>
                  </a:lnTo>
                  <a:lnTo>
                    <a:pt x="15371" y="18114"/>
                  </a:lnTo>
                  <a:lnTo>
                    <a:pt x="15416" y="18061"/>
                  </a:lnTo>
                  <a:lnTo>
                    <a:pt x="15505" y="18061"/>
                  </a:lnTo>
                  <a:lnTo>
                    <a:pt x="15640" y="18168"/>
                  </a:lnTo>
                  <a:lnTo>
                    <a:pt x="15730" y="18168"/>
                  </a:lnTo>
                  <a:lnTo>
                    <a:pt x="15819" y="18114"/>
                  </a:lnTo>
                  <a:lnTo>
                    <a:pt x="15864" y="18061"/>
                  </a:lnTo>
                  <a:lnTo>
                    <a:pt x="15908" y="17903"/>
                  </a:lnTo>
                  <a:lnTo>
                    <a:pt x="15864" y="17744"/>
                  </a:lnTo>
                  <a:lnTo>
                    <a:pt x="15774" y="17586"/>
                  </a:lnTo>
                  <a:lnTo>
                    <a:pt x="15640" y="17534"/>
                  </a:lnTo>
                  <a:lnTo>
                    <a:pt x="15460" y="17481"/>
                  </a:lnTo>
                  <a:lnTo>
                    <a:pt x="15326" y="17481"/>
                  </a:lnTo>
                  <a:lnTo>
                    <a:pt x="15236" y="17534"/>
                  </a:lnTo>
                  <a:lnTo>
                    <a:pt x="15147" y="17323"/>
                  </a:lnTo>
                  <a:lnTo>
                    <a:pt x="15147" y="16794"/>
                  </a:lnTo>
                  <a:lnTo>
                    <a:pt x="15102" y="16689"/>
                  </a:lnTo>
                  <a:lnTo>
                    <a:pt x="15013" y="16636"/>
                  </a:lnTo>
                  <a:close/>
                  <a:moveTo>
                    <a:pt x="17163" y="7869"/>
                  </a:moveTo>
                  <a:lnTo>
                    <a:pt x="17343" y="7923"/>
                  </a:lnTo>
                  <a:lnTo>
                    <a:pt x="17702" y="8133"/>
                  </a:lnTo>
                  <a:lnTo>
                    <a:pt x="17925" y="8239"/>
                  </a:lnTo>
                  <a:lnTo>
                    <a:pt x="18239" y="8503"/>
                  </a:lnTo>
                  <a:lnTo>
                    <a:pt x="18508" y="8768"/>
                  </a:lnTo>
                  <a:lnTo>
                    <a:pt x="18777" y="9085"/>
                  </a:lnTo>
                  <a:lnTo>
                    <a:pt x="19046" y="9453"/>
                  </a:lnTo>
                  <a:lnTo>
                    <a:pt x="19269" y="9876"/>
                  </a:lnTo>
                  <a:lnTo>
                    <a:pt x="19403" y="10352"/>
                  </a:lnTo>
                  <a:lnTo>
                    <a:pt x="19538" y="10827"/>
                  </a:lnTo>
                  <a:lnTo>
                    <a:pt x="19628" y="11302"/>
                  </a:lnTo>
                  <a:lnTo>
                    <a:pt x="19673" y="11830"/>
                  </a:lnTo>
                  <a:lnTo>
                    <a:pt x="19673" y="12305"/>
                  </a:lnTo>
                  <a:lnTo>
                    <a:pt x="19628" y="13309"/>
                  </a:lnTo>
                  <a:lnTo>
                    <a:pt x="19494" y="14312"/>
                  </a:lnTo>
                  <a:lnTo>
                    <a:pt x="19269" y="15262"/>
                  </a:lnTo>
                  <a:lnTo>
                    <a:pt x="18956" y="16161"/>
                  </a:lnTo>
                  <a:lnTo>
                    <a:pt x="18777" y="16636"/>
                  </a:lnTo>
                  <a:lnTo>
                    <a:pt x="18552" y="17059"/>
                  </a:lnTo>
                  <a:lnTo>
                    <a:pt x="18328" y="17428"/>
                  </a:lnTo>
                  <a:lnTo>
                    <a:pt x="18060" y="17798"/>
                  </a:lnTo>
                  <a:lnTo>
                    <a:pt x="17746" y="18168"/>
                  </a:lnTo>
                  <a:lnTo>
                    <a:pt x="17432" y="18484"/>
                  </a:lnTo>
                  <a:lnTo>
                    <a:pt x="17119" y="18748"/>
                  </a:lnTo>
                  <a:lnTo>
                    <a:pt x="16760" y="18960"/>
                  </a:lnTo>
                  <a:lnTo>
                    <a:pt x="16357" y="19171"/>
                  </a:lnTo>
                  <a:lnTo>
                    <a:pt x="15954" y="19383"/>
                  </a:lnTo>
                  <a:lnTo>
                    <a:pt x="15640" y="19435"/>
                  </a:lnTo>
                  <a:lnTo>
                    <a:pt x="15282" y="19488"/>
                  </a:lnTo>
                  <a:lnTo>
                    <a:pt x="15057" y="19435"/>
                  </a:lnTo>
                  <a:lnTo>
                    <a:pt x="14878" y="19330"/>
                  </a:lnTo>
                  <a:lnTo>
                    <a:pt x="14699" y="19118"/>
                  </a:lnTo>
                  <a:lnTo>
                    <a:pt x="14565" y="18960"/>
                  </a:lnTo>
                  <a:lnTo>
                    <a:pt x="14027" y="18273"/>
                  </a:lnTo>
                  <a:lnTo>
                    <a:pt x="13802" y="17903"/>
                  </a:lnTo>
                  <a:lnTo>
                    <a:pt x="13713" y="17693"/>
                  </a:lnTo>
                  <a:lnTo>
                    <a:pt x="13668" y="17428"/>
                  </a:lnTo>
                  <a:lnTo>
                    <a:pt x="13668" y="17164"/>
                  </a:lnTo>
                  <a:lnTo>
                    <a:pt x="13758" y="16899"/>
                  </a:lnTo>
                  <a:lnTo>
                    <a:pt x="13982" y="16424"/>
                  </a:lnTo>
                  <a:lnTo>
                    <a:pt x="14430" y="15527"/>
                  </a:lnTo>
                  <a:lnTo>
                    <a:pt x="14833" y="14629"/>
                  </a:lnTo>
                  <a:lnTo>
                    <a:pt x="15236" y="13679"/>
                  </a:lnTo>
                  <a:lnTo>
                    <a:pt x="15594" y="12780"/>
                  </a:lnTo>
                  <a:lnTo>
                    <a:pt x="15730" y="12305"/>
                  </a:lnTo>
                  <a:lnTo>
                    <a:pt x="15819" y="11830"/>
                  </a:lnTo>
                  <a:lnTo>
                    <a:pt x="15864" y="11355"/>
                  </a:lnTo>
                  <a:lnTo>
                    <a:pt x="15819" y="10932"/>
                  </a:lnTo>
                  <a:lnTo>
                    <a:pt x="15730" y="10457"/>
                  </a:lnTo>
                  <a:lnTo>
                    <a:pt x="15594" y="10035"/>
                  </a:lnTo>
                  <a:lnTo>
                    <a:pt x="15550" y="9718"/>
                  </a:lnTo>
                  <a:lnTo>
                    <a:pt x="15505" y="9453"/>
                  </a:lnTo>
                  <a:lnTo>
                    <a:pt x="15550" y="9136"/>
                  </a:lnTo>
                  <a:lnTo>
                    <a:pt x="15640" y="8926"/>
                  </a:lnTo>
                  <a:lnTo>
                    <a:pt x="15730" y="8661"/>
                  </a:lnTo>
                  <a:lnTo>
                    <a:pt x="15864" y="8450"/>
                  </a:lnTo>
                  <a:lnTo>
                    <a:pt x="16043" y="8239"/>
                  </a:lnTo>
                  <a:lnTo>
                    <a:pt x="16222" y="8081"/>
                  </a:lnTo>
                  <a:lnTo>
                    <a:pt x="16267" y="8186"/>
                  </a:lnTo>
                  <a:lnTo>
                    <a:pt x="16357" y="8239"/>
                  </a:lnTo>
                  <a:lnTo>
                    <a:pt x="16536" y="8291"/>
                  </a:lnTo>
                  <a:lnTo>
                    <a:pt x="16671" y="8186"/>
                  </a:lnTo>
                  <a:lnTo>
                    <a:pt x="16760" y="8133"/>
                  </a:lnTo>
                  <a:lnTo>
                    <a:pt x="16805" y="8028"/>
                  </a:lnTo>
                  <a:lnTo>
                    <a:pt x="16894" y="7923"/>
                  </a:lnTo>
                  <a:lnTo>
                    <a:pt x="17029" y="7869"/>
                  </a:lnTo>
                  <a:close/>
                  <a:moveTo>
                    <a:pt x="16671" y="5546"/>
                  </a:moveTo>
                  <a:lnTo>
                    <a:pt x="16625" y="5651"/>
                  </a:lnTo>
                  <a:lnTo>
                    <a:pt x="16491" y="6021"/>
                  </a:lnTo>
                  <a:lnTo>
                    <a:pt x="16446" y="6444"/>
                  </a:lnTo>
                  <a:lnTo>
                    <a:pt x="16446" y="6813"/>
                  </a:lnTo>
                  <a:lnTo>
                    <a:pt x="16491" y="7236"/>
                  </a:lnTo>
                  <a:lnTo>
                    <a:pt x="16267" y="7341"/>
                  </a:lnTo>
                  <a:lnTo>
                    <a:pt x="16043" y="7448"/>
                  </a:lnTo>
                  <a:lnTo>
                    <a:pt x="15908" y="6866"/>
                  </a:lnTo>
                  <a:lnTo>
                    <a:pt x="15685" y="6391"/>
                  </a:lnTo>
                  <a:lnTo>
                    <a:pt x="15640" y="6338"/>
                  </a:lnTo>
                  <a:lnTo>
                    <a:pt x="15550" y="6338"/>
                  </a:lnTo>
                  <a:lnTo>
                    <a:pt x="15505" y="6391"/>
                  </a:lnTo>
                  <a:lnTo>
                    <a:pt x="15505" y="6444"/>
                  </a:lnTo>
                  <a:lnTo>
                    <a:pt x="15460" y="6813"/>
                  </a:lnTo>
                  <a:lnTo>
                    <a:pt x="15505" y="7129"/>
                  </a:lnTo>
                  <a:lnTo>
                    <a:pt x="15640" y="7816"/>
                  </a:lnTo>
                  <a:lnTo>
                    <a:pt x="15371" y="8133"/>
                  </a:lnTo>
                  <a:lnTo>
                    <a:pt x="15147" y="7869"/>
                  </a:lnTo>
                  <a:lnTo>
                    <a:pt x="14833" y="7448"/>
                  </a:lnTo>
                  <a:lnTo>
                    <a:pt x="14788" y="7394"/>
                  </a:lnTo>
                  <a:lnTo>
                    <a:pt x="14699" y="7448"/>
                  </a:lnTo>
                  <a:lnTo>
                    <a:pt x="14654" y="7499"/>
                  </a:lnTo>
                  <a:lnTo>
                    <a:pt x="14654" y="7606"/>
                  </a:lnTo>
                  <a:lnTo>
                    <a:pt x="14699" y="7869"/>
                  </a:lnTo>
                  <a:lnTo>
                    <a:pt x="14833" y="8133"/>
                  </a:lnTo>
                  <a:lnTo>
                    <a:pt x="14968" y="8345"/>
                  </a:lnTo>
                  <a:lnTo>
                    <a:pt x="15191" y="8503"/>
                  </a:lnTo>
                  <a:lnTo>
                    <a:pt x="15147" y="8661"/>
                  </a:lnTo>
                  <a:lnTo>
                    <a:pt x="15102" y="8715"/>
                  </a:lnTo>
                  <a:lnTo>
                    <a:pt x="14833" y="8661"/>
                  </a:lnTo>
                  <a:lnTo>
                    <a:pt x="14340" y="8398"/>
                  </a:lnTo>
                  <a:lnTo>
                    <a:pt x="14251" y="8186"/>
                  </a:lnTo>
                  <a:lnTo>
                    <a:pt x="14205" y="8133"/>
                  </a:lnTo>
                  <a:lnTo>
                    <a:pt x="14161" y="8186"/>
                  </a:lnTo>
                  <a:lnTo>
                    <a:pt x="14116" y="8398"/>
                  </a:lnTo>
                  <a:lnTo>
                    <a:pt x="14071" y="8503"/>
                  </a:lnTo>
                  <a:lnTo>
                    <a:pt x="14071" y="8608"/>
                  </a:lnTo>
                  <a:lnTo>
                    <a:pt x="14116" y="8715"/>
                  </a:lnTo>
                  <a:lnTo>
                    <a:pt x="14205" y="8820"/>
                  </a:lnTo>
                  <a:lnTo>
                    <a:pt x="14385" y="8978"/>
                  </a:lnTo>
                  <a:lnTo>
                    <a:pt x="14654" y="9136"/>
                  </a:lnTo>
                  <a:lnTo>
                    <a:pt x="15013" y="9295"/>
                  </a:lnTo>
                  <a:lnTo>
                    <a:pt x="14968" y="9612"/>
                  </a:lnTo>
                  <a:lnTo>
                    <a:pt x="15013" y="9930"/>
                  </a:lnTo>
                  <a:lnTo>
                    <a:pt x="14116" y="9930"/>
                  </a:lnTo>
                  <a:lnTo>
                    <a:pt x="13982" y="9982"/>
                  </a:lnTo>
                  <a:lnTo>
                    <a:pt x="13937" y="10088"/>
                  </a:lnTo>
                  <a:lnTo>
                    <a:pt x="13937" y="10563"/>
                  </a:lnTo>
                  <a:lnTo>
                    <a:pt x="14027" y="10773"/>
                  </a:lnTo>
                  <a:lnTo>
                    <a:pt x="14116" y="10932"/>
                  </a:lnTo>
                  <a:lnTo>
                    <a:pt x="14161" y="10985"/>
                  </a:lnTo>
                  <a:lnTo>
                    <a:pt x="14565" y="11460"/>
                  </a:lnTo>
                  <a:lnTo>
                    <a:pt x="14833" y="11672"/>
                  </a:lnTo>
                  <a:lnTo>
                    <a:pt x="14968" y="11777"/>
                  </a:lnTo>
                  <a:lnTo>
                    <a:pt x="15102" y="11830"/>
                  </a:lnTo>
                  <a:lnTo>
                    <a:pt x="15236" y="11830"/>
                  </a:lnTo>
                  <a:lnTo>
                    <a:pt x="15102" y="12305"/>
                  </a:lnTo>
                  <a:lnTo>
                    <a:pt x="14968" y="12675"/>
                  </a:lnTo>
                  <a:lnTo>
                    <a:pt x="14922" y="12728"/>
                  </a:lnTo>
                  <a:lnTo>
                    <a:pt x="14878" y="12780"/>
                  </a:lnTo>
                  <a:lnTo>
                    <a:pt x="14430" y="12570"/>
                  </a:lnTo>
                  <a:lnTo>
                    <a:pt x="14116" y="12358"/>
                  </a:lnTo>
                  <a:lnTo>
                    <a:pt x="13847" y="12042"/>
                  </a:lnTo>
                  <a:lnTo>
                    <a:pt x="13713" y="12042"/>
                  </a:lnTo>
                  <a:lnTo>
                    <a:pt x="13668" y="12147"/>
                  </a:lnTo>
                  <a:lnTo>
                    <a:pt x="13668" y="12253"/>
                  </a:lnTo>
                  <a:lnTo>
                    <a:pt x="13847" y="12570"/>
                  </a:lnTo>
                  <a:lnTo>
                    <a:pt x="14116" y="12887"/>
                  </a:lnTo>
                  <a:lnTo>
                    <a:pt x="14430" y="13150"/>
                  </a:lnTo>
                  <a:lnTo>
                    <a:pt x="14744" y="13309"/>
                  </a:lnTo>
                  <a:lnTo>
                    <a:pt x="14474" y="13890"/>
                  </a:lnTo>
                  <a:lnTo>
                    <a:pt x="14340" y="13890"/>
                  </a:lnTo>
                  <a:lnTo>
                    <a:pt x="14251" y="13995"/>
                  </a:lnTo>
                  <a:lnTo>
                    <a:pt x="13758" y="13574"/>
                  </a:lnTo>
                  <a:lnTo>
                    <a:pt x="13310" y="13150"/>
                  </a:lnTo>
                  <a:lnTo>
                    <a:pt x="13265" y="13097"/>
                  </a:lnTo>
                  <a:lnTo>
                    <a:pt x="13219" y="13150"/>
                  </a:lnTo>
                  <a:lnTo>
                    <a:pt x="12951" y="13520"/>
                  </a:lnTo>
                  <a:lnTo>
                    <a:pt x="12682" y="13890"/>
                  </a:lnTo>
                  <a:lnTo>
                    <a:pt x="12593" y="13890"/>
                  </a:lnTo>
                  <a:lnTo>
                    <a:pt x="12502" y="13942"/>
                  </a:lnTo>
                  <a:lnTo>
                    <a:pt x="12458" y="14049"/>
                  </a:lnTo>
                  <a:lnTo>
                    <a:pt x="12502" y="14154"/>
                  </a:lnTo>
                  <a:lnTo>
                    <a:pt x="13130" y="14841"/>
                  </a:lnTo>
                  <a:lnTo>
                    <a:pt x="13668" y="15579"/>
                  </a:lnTo>
                  <a:lnTo>
                    <a:pt x="13399" y="16214"/>
                  </a:lnTo>
                  <a:lnTo>
                    <a:pt x="13175" y="16056"/>
                  </a:lnTo>
                  <a:lnTo>
                    <a:pt x="12951" y="15949"/>
                  </a:lnTo>
                  <a:lnTo>
                    <a:pt x="12682" y="15897"/>
                  </a:lnTo>
                  <a:lnTo>
                    <a:pt x="12593" y="15844"/>
                  </a:lnTo>
                  <a:lnTo>
                    <a:pt x="12458" y="15791"/>
                  </a:lnTo>
                  <a:lnTo>
                    <a:pt x="12413" y="15737"/>
                  </a:lnTo>
                  <a:lnTo>
                    <a:pt x="12324" y="15737"/>
                  </a:lnTo>
                  <a:lnTo>
                    <a:pt x="12190" y="15791"/>
                  </a:lnTo>
                  <a:lnTo>
                    <a:pt x="12144" y="15949"/>
                  </a:lnTo>
                  <a:lnTo>
                    <a:pt x="12144" y="16056"/>
                  </a:lnTo>
                  <a:lnTo>
                    <a:pt x="12190" y="16107"/>
                  </a:lnTo>
                  <a:lnTo>
                    <a:pt x="12368" y="16319"/>
                  </a:lnTo>
                  <a:lnTo>
                    <a:pt x="12593" y="16478"/>
                  </a:lnTo>
                  <a:lnTo>
                    <a:pt x="12907" y="16636"/>
                  </a:lnTo>
                  <a:lnTo>
                    <a:pt x="13041" y="16689"/>
                  </a:lnTo>
                  <a:lnTo>
                    <a:pt x="13175" y="16689"/>
                  </a:lnTo>
                  <a:lnTo>
                    <a:pt x="13130" y="16953"/>
                  </a:lnTo>
                  <a:lnTo>
                    <a:pt x="13085" y="17218"/>
                  </a:lnTo>
                  <a:lnTo>
                    <a:pt x="13041" y="17534"/>
                  </a:lnTo>
                  <a:lnTo>
                    <a:pt x="13085" y="17798"/>
                  </a:lnTo>
                  <a:lnTo>
                    <a:pt x="13175" y="18114"/>
                  </a:lnTo>
                  <a:lnTo>
                    <a:pt x="12996" y="18273"/>
                  </a:lnTo>
                  <a:lnTo>
                    <a:pt x="12772" y="18538"/>
                  </a:lnTo>
                  <a:lnTo>
                    <a:pt x="12682" y="18643"/>
                  </a:lnTo>
                  <a:lnTo>
                    <a:pt x="12593" y="18643"/>
                  </a:lnTo>
                  <a:lnTo>
                    <a:pt x="12548" y="18696"/>
                  </a:lnTo>
                  <a:lnTo>
                    <a:pt x="12502" y="18801"/>
                  </a:lnTo>
                  <a:lnTo>
                    <a:pt x="12502" y="18960"/>
                  </a:lnTo>
                  <a:lnTo>
                    <a:pt x="12548" y="19013"/>
                  </a:lnTo>
                  <a:lnTo>
                    <a:pt x="12593" y="19065"/>
                  </a:lnTo>
                  <a:lnTo>
                    <a:pt x="12772" y="19065"/>
                  </a:lnTo>
                  <a:lnTo>
                    <a:pt x="12907" y="19013"/>
                  </a:lnTo>
                  <a:lnTo>
                    <a:pt x="13130" y="18801"/>
                  </a:lnTo>
                  <a:lnTo>
                    <a:pt x="13444" y="18590"/>
                  </a:lnTo>
                  <a:lnTo>
                    <a:pt x="13937" y="19223"/>
                  </a:lnTo>
                  <a:lnTo>
                    <a:pt x="14027" y="19330"/>
                  </a:lnTo>
                  <a:lnTo>
                    <a:pt x="13847" y="19593"/>
                  </a:lnTo>
                  <a:lnTo>
                    <a:pt x="13758" y="19910"/>
                  </a:lnTo>
                  <a:lnTo>
                    <a:pt x="13668" y="19910"/>
                  </a:lnTo>
                  <a:lnTo>
                    <a:pt x="13579" y="19963"/>
                  </a:lnTo>
                  <a:lnTo>
                    <a:pt x="13444" y="20068"/>
                  </a:lnTo>
                  <a:lnTo>
                    <a:pt x="13399" y="20175"/>
                  </a:lnTo>
                  <a:lnTo>
                    <a:pt x="13444" y="20333"/>
                  </a:lnTo>
                  <a:lnTo>
                    <a:pt x="13488" y="20491"/>
                  </a:lnTo>
                  <a:lnTo>
                    <a:pt x="13623" y="20597"/>
                  </a:lnTo>
                  <a:lnTo>
                    <a:pt x="13758" y="20650"/>
                  </a:lnTo>
                  <a:lnTo>
                    <a:pt x="13893" y="20650"/>
                  </a:lnTo>
                  <a:lnTo>
                    <a:pt x="14027" y="20545"/>
                  </a:lnTo>
                  <a:lnTo>
                    <a:pt x="14116" y="20438"/>
                  </a:lnTo>
                  <a:lnTo>
                    <a:pt x="14205" y="20280"/>
                  </a:lnTo>
                  <a:lnTo>
                    <a:pt x="14251" y="20121"/>
                  </a:lnTo>
                  <a:lnTo>
                    <a:pt x="14251" y="19963"/>
                  </a:lnTo>
                  <a:lnTo>
                    <a:pt x="14340" y="19751"/>
                  </a:lnTo>
                  <a:lnTo>
                    <a:pt x="14474" y="19910"/>
                  </a:lnTo>
                  <a:lnTo>
                    <a:pt x="14654" y="20016"/>
                  </a:lnTo>
                  <a:lnTo>
                    <a:pt x="14833" y="20121"/>
                  </a:lnTo>
                  <a:lnTo>
                    <a:pt x="15057" y="20175"/>
                  </a:lnTo>
                  <a:lnTo>
                    <a:pt x="15102" y="20227"/>
                  </a:lnTo>
                  <a:lnTo>
                    <a:pt x="14968" y="20545"/>
                  </a:lnTo>
                  <a:lnTo>
                    <a:pt x="14878" y="20808"/>
                  </a:lnTo>
                  <a:lnTo>
                    <a:pt x="14788" y="20967"/>
                  </a:lnTo>
                  <a:lnTo>
                    <a:pt x="14654" y="21020"/>
                  </a:lnTo>
                  <a:lnTo>
                    <a:pt x="14608" y="21020"/>
                  </a:lnTo>
                  <a:lnTo>
                    <a:pt x="14519" y="21072"/>
                  </a:lnTo>
                  <a:lnTo>
                    <a:pt x="14474" y="21230"/>
                  </a:lnTo>
                  <a:lnTo>
                    <a:pt x="14474" y="21388"/>
                  </a:lnTo>
                  <a:lnTo>
                    <a:pt x="14565" y="21495"/>
                  </a:lnTo>
                  <a:lnTo>
                    <a:pt x="14654" y="21600"/>
                  </a:lnTo>
                  <a:lnTo>
                    <a:pt x="14744" y="21600"/>
                  </a:lnTo>
                  <a:lnTo>
                    <a:pt x="14922" y="21547"/>
                  </a:lnTo>
                  <a:lnTo>
                    <a:pt x="15102" y="21388"/>
                  </a:lnTo>
                  <a:lnTo>
                    <a:pt x="15236" y="21230"/>
                  </a:lnTo>
                  <a:lnTo>
                    <a:pt x="15326" y="20967"/>
                  </a:lnTo>
                  <a:lnTo>
                    <a:pt x="15416" y="20755"/>
                  </a:lnTo>
                  <a:lnTo>
                    <a:pt x="15505" y="20227"/>
                  </a:lnTo>
                  <a:lnTo>
                    <a:pt x="16043" y="20121"/>
                  </a:lnTo>
                  <a:lnTo>
                    <a:pt x="16536" y="19910"/>
                  </a:lnTo>
                  <a:lnTo>
                    <a:pt x="16222" y="20913"/>
                  </a:lnTo>
                  <a:lnTo>
                    <a:pt x="16133" y="21178"/>
                  </a:lnTo>
                  <a:lnTo>
                    <a:pt x="16133" y="21337"/>
                  </a:lnTo>
                  <a:lnTo>
                    <a:pt x="16177" y="21388"/>
                  </a:lnTo>
                  <a:lnTo>
                    <a:pt x="16222" y="21495"/>
                  </a:lnTo>
                  <a:lnTo>
                    <a:pt x="16311" y="21547"/>
                  </a:lnTo>
                  <a:lnTo>
                    <a:pt x="16402" y="21547"/>
                  </a:lnTo>
                  <a:lnTo>
                    <a:pt x="16491" y="21495"/>
                  </a:lnTo>
                  <a:lnTo>
                    <a:pt x="16580" y="21442"/>
                  </a:lnTo>
                  <a:lnTo>
                    <a:pt x="16625" y="21337"/>
                  </a:lnTo>
                  <a:lnTo>
                    <a:pt x="16760" y="20967"/>
                  </a:lnTo>
                  <a:lnTo>
                    <a:pt x="16850" y="20545"/>
                  </a:lnTo>
                  <a:lnTo>
                    <a:pt x="16894" y="20121"/>
                  </a:lnTo>
                  <a:lnTo>
                    <a:pt x="16894" y="19751"/>
                  </a:lnTo>
                  <a:lnTo>
                    <a:pt x="17432" y="19383"/>
                  </a:lnTo>
                  <a:lnTo>
                    <a:pt x="17477" y="20068"/>
                  </a:lnTo>
                  <a:lnTo>
                    <a:pt x="17522" y="20227"/>
                  </a:lnTo>
                  <a:lnTo>
                    <a:pt x="17566" y="20333"/>
                  </a:lnTo>
                  <a:lnTo>
                    <a:pt x="17566" y="20385"/>
                  </a:lnTo>
                  <a:lnTo>
                    <a:pt x="17611" y="20545"/>
                  </a:lnTo>
                  <a:lnTo>
                    <a:pt x="17702" y="20650"/>
                  </a:lnTo>
                  <a:lnTo>
                    <a:pt x="17925" y="20650"/>
                  </a:lnTo>
                  <a:lnTo>
                    <a:pt x="17925" y="20597"/>
                  </a:lnTo>
                  <a:lnTo>
                    <a:pt x="18014" y="20491"/>
                  </a:lnTo>
                  <a:lnTo>
                    <a:pt x="18060" y="20385"/>
                  </a:lnTo>
                  <a:lnTo>
                    <a:pt x="17970" y="20016"/>
                  </a:lnTo>
                  <a:lnTo>
                    <a:pt x="17925" y="19646"/>
                  </a:lnTo>
                  <a:lnTo>
                    <a:pt x="17791" y="19118"/>
                  </a:lnTo>
                  <a:lnTo>
                    <a:pt x="18328" y="18538"/>
                  </a:lnTo>
                  <a:lnTo>
                    <a:pt x="18463" y="18748"/>
                  </a:lnTo>
                  <a:lnTo>
                    <a:pt x="18597" y="18906"/>
                  </a:lnTo>
                  <a:lnTo>
                    <a:pt x="18777" y="19223"/>
                  </a:lnTo>
                  <a:lnTo>
                    <a:pt x="18911" y="19383"/>
                  </a:lnTo>
                  <a:lnTo>
                    <a:pt x="19046" y="19488"/>
                  </a:lnTo>
                  <a:lnTo>
                    <a:pt x="19135" y="19488"/>
                  </a:lnTo>
                  <a:lnTo>
                    <a:pt x="19225" y="19383"/>
                  </a:lnTo>
                  <a:lnTo>
                    <a:pt x="19269" y="19276"/>
                  </a:lnTo>
                  <a:lnTo>
                    <a:pt x="19269" y="19171"/>
                  </a:lnTo>
                  <a:lnTo>
                    <a:pt x="19225" y="18906"/>
                  </a:lnTo>
                  <a:lnTo>
                    <a:pt x="19091" y="18696"/>
                  </a:lnTo>
                  <a:lnTo>
                    <a:pt x="18911" y="18538"/>
                  </a:lnTo>
                  <a:lnTo>
                    <a:pt x="18777" y="18326"/>
                  </a:lnTo>
                  <a:lnTo>
                    <a:pt x="18642" y="18114"/>
                  </a:lnTo>
                  <a:lnTo>
                    <a:pt x="18911" y="17693"/>
                  </a:lnTo>
                  <a:lnTo>
                    <a:pt x="19180" y="17269"/>
                  </a:lnTo>
                  <a:lnTo>
                    <a:pt x="19269" y="17376"/>
                  </a:lnTo>
                  <a:lnTo>
                    <a:pt x="19538" y="17586"/>
                  </a:lnTo>
                  <a:lnTo>
                    <a:pt x="19763" y="17851"/>
                  </a:lnTo>
                  <a:lnTo>
                    <a:pt x="19852" y="17903"/>
                  </a:lnTo>
                  <a:lnTo>
                    <a:pt x="20031" y="17903"/>
                  </a:lnTo>
                  <a:lnTo>
                    <a:pt x="20077" y="17851"/>
                  </a:lnTo>
                  <a:lnTo>
                    <a:pt x="20121" y="17744"/>
                  </a:lnTo>
                  <a:lnTo>
                    <a:pt x="20166" y="17639"/>
                  </a:lnTo>
                  <a:lnTo>
                    <a:pt x="20166" y="17534"/>
                  </a:lnTo>
                  <a:lnTo>
                    <a:pt x="20077" y="17428"/>
                  </a:lnTo>
                  <a:lnTo>
                    <a:pt x="19852" y="17164"/>
                  </a:lnTo>
                  <a:lnTo>
                    <a:pt x="19583" y="16953"/>
                  </a:lnTo>
                  <a:lnTo>
                    <a:pt x="19403" y="16848"/>
                  </a:lnTo>
                  <a:lnTo>
                    <a:pt x="19717" y="16002"/>
                  </a:lnTo>
                  <a:lnTo>
                    <a:pt x="19942" y="16161"/>
                  </a:lnTo>
                  <a:lnTo>
                    <a:pt x="20300" y="16319"/>
                  </a:lnTo>
                  <a:lnTo>
                    <a:pt x="20749" y="16424"/>
                  </a:lnTo>
                  <a:lnTo>
                    <a:pt x="20838" y="16424"/>
                  </a:lnTo>
                  <a:lnTo>
                    <a:pt x="20883" y="16372"/>
                  </a:lnTo>
                  <a:lnTo>
                    <a:pt x="20928" y="16266"/>
                  </a:lnTo>
                  <a:lnTo>
                    <a:pt x="20972" y="16161"/>
                  </a:lnTo>
                  <a:lnTo>
                    <a:pt x="20972" y="16056"/>
                  </a:lnTo>
                  <a:lnTo>
                    <a:pt x="20928" y="15949"/>
                  </a:lnTo>
                  <a:lnTo>
                    <a:pt x="20883" y="15897"/>
                  </a:lnTo>
                  <a:lnTo>
                    <a:pt x="20794" y="15844"/>
                  </a:lnTo>
                  <a:lnTo>
                    <a:pt x="20480" y="15791"/>
                  </a:lnTo>
                  <a:lnTo>
                    <a:pt x="20211" y="15686"/>
                  </a:lnTo>
                  <a:lnTo>
                    <a:pt x="19852" y="15579"/>
                  </a:lnTo>
                  <a:lnTo>
                    <a:pt x="20031" y="14894"/>
                  </a:lnTo>
                  <a:lnTo>
                    <a:pt x="20166" y="14154"/>
                  </a:lnTo>
                  <a:lnTo>
                    <a:pt x="20435" y="14312"/>
                  </a:lnTo>
                  <a:lnTo>
                    <a:pt x="20749" y="14365"/>
                  </a:lnTo>
                  <a:lnTo>
                    <a:pt x="20928" y="14417"/>
                  </a:lnTo>
                  <a:lnTo>
                    <a:pt x="21106" y="14417"/>
                  </a:lnTo>
                  <a:lnTo>
                    <a:pt x="21286" y="14365"/>
                  </a:lnTo>
                  <a:lnTo>
                    <a:pt x="21331" y="14259"/>
                  </a:lnTo>
                  <a:lnTo>
                    <a:pt x="21375" y="14154"/>
                  </a:lnTo>
                  <a:lnTo>
                    <a:pt x="21375" y="13995"/>
                  </a:lnTo>
                  <a:lnTo>
                    <a:pt x="21241" y="13890"/>
                  </a:lnTo>
                  <a:lnTo>
                    <a:pt x="21106" y="13837"/>
                  </a:lnTo>
                  <a:lnTo>
                    <a:pt x="20972" y="13784"/>
                  </a:lnTo>
                  <a:lnTo>
                    <a:pt x="20211" y="13679"/>
                  </a:lnTo>
                  <a:lnTo>
                    <a:pt x="20211" y="13625"/>
                  </a:lnTo>
                  <a:lnTo>
                    <a:pt x="20255" y="12939"/>
                  </a:lnTo>
                  <a:lnTo>
                    <a:pt x="20300" y="12253"/>
                  </a:lnTo>
                  <a:lnTo>
                    <a:pt x="20524" y="12358"/>
                  </a:lnTo>
                  <a:lnTo>
                    <a:pt x="20794" y="12412"/>
                  </a:lnTo>
                  <a:lnTo>
                    <a:pt x="21017" y="12464"/>
                  </a:lnTo>
                  <a:lnTo>
                    <a:pt x="21286" y="12412"/>
                  </a:lnTo>
                  <a:lnTo>
                    <a:pt x="21466" y="12358"/>
                  </a:lnTo>
                  <a:lnTo>
                    <a:pt x="21555" y="12253"/>
                  </a:lnTo>
                  <a:lnTo>
                    <a:pt x="21600" y="12147"/>
                  </a:lnTo>
                  <a:lnTo>
                    <a:pt x="21600" y="12042"/>
                  </a:lnTo>
                  <a:lnTo>
                    <a:pt x="21555" y="11935"/>
                  </a:lnTo>
                  <a:lnTo>
                    <a:pt x="21420" y="11830"/>
                  </a:lnTo>
                  <a:lnTo>
                    <a:pt x="21241" y="11830"/>
                  </a:lnTo>
                  <a:lnTo>
                    <a:pt x="20883" y="11883"/>
                  </a:lnTo>
                  <a:lnTo>
                    <a:pt x="20300" y="11830"/>
                  </a:lnTo>
                  <a:lnTo>
                    <a:pt x="20255" y="11250"/>
                  </a:lnTo>
                  <a:lnTo>
                    <a:pt x="20166" y="10668"/>
                  </a:lnTo>
                  <a:lnTo>
                    <a:pt x="20389" y="10722"/>
                  </a:lnTo>
                  <a:lnTo>
                    <a:pt x="20614" y="10722"/>
                  </a:lnTo>
                  <a:lnTo>
                    <a:pt x="20794" y="10668"/>
                  </a:lnTo>
                  <a:lnTo>
                    <a:pt x="21017" y="10563"/>
                  </a:lnTo>
                  <a:lnTo>
                    <a:pt x="21197" y="10457"/>
                  </a:lnTo>
                  <a:lnTo>
                    <a:pt x="21241" y="10352"/>
                  </a:lnTo>
                  <a:lnTo>
                    <a:pt x="21286" y="10246"/>
                  </a:lnTo>
                  <a:lnTo>
                    <a:pt x="21286" y="10088"/>
                  </a:lnTo>
                  <a:lnTo>
                    <a:pt x="21197" y="9982"/>
                  </a:lnTo>
                  <a:lnTo>
                    <a:pt x="21152" y="9930"/>
                  </a:lnTo>
                  <a:lnTo>
                    <a:pt x="20928" y="9930"/>
                  </a:lnTo>
                  <a:lnTo>
                    <a:pt x="20703" y="10035"/>
                  </a:lnTo>
                  <a:lnTo>
                    <a:pt x="20480" y="10088"/>
                  </a:lnTo>
                  <a:lnTo>
                    <a:pt x="20031" y="10193"/>
                  </a:lnTo>
                  <a:lnTo>
                    <a:pt x="19942" y="9930"/>
                  </a:lnTo>
                  <a:lnTo>
                    <a:pt x="19717" y="9348"/>
                  </a:lnTo>
                  <a:lnTo>
                    <a:pt x="20031" y="9243"/>
                  </a:lnTo>
                  <a:lnTo>
                    <a:pt x="20480" y="9031"/>
                  </a:lnTo>
                  <a:lnTo>
                    <a:pt x="20703" y="8926"/>
                  </a:lnTo>
                  <a:lnTo>
                    <a:pt x="20883" y="8768"/>
                  </a:lnTo>
                  <a:lnTo>
                    <a:pt x="20928" y="8715"/>
                  </a:lnTo>
                  <a:lnTo>
                    <a:pt x="20928" y="8503"/>
                  </a:lnTo>
                  <a:lnTo>
                    <a:pt x="20794" y="8398"/>
                  </a:lnTo>
                  <a:lnTo>
                    <a:pt x="20658" y="8345"/>
                  </a:lnTo>
                  <a:lnTo>
                    <a:pt x="20480" y="8398"/>
                  </a:lnTo>
                  <a:lnTo>
                    <a:pt x="20255" y="8503"/>
                  </a:lnTo>
                  <a:lnTo>
                    <a:pt x="19852" y="8768"/>
                  </a:lnTo>
                  <a:lnTo>
                    <a:pt x="19673" y="8873"/>
                  </a:lnTo>
                  <a:lnTo>
                    <a:pt x="19494" y="8978"/>
                  </a:lnTo>
                  <a:lnTo>
                    <a:pt x="19494" y="8873"/>
                  </a:lnTo>
                  <a:lnTo>
                    <a:pt x="19449" y="8873"/>
                  </a:lnTo>
                  <a:lnTo>
                    <a:pt x="19046" y="8345"/>
                  </a:lnTo>
                  <a:lnTo>
                    <a:pt x="19449" y="7923"/>
                  </a:lnTo>
                  <a:lnTo>
                    <a:pt x="19852" y="7448"/>
                  </a:lnTo>
                  <a:lnTo>
                    <a:pt x="19897" y="7341"/>
                  </a:lnTo>
                  <a:lnTo>
                    <a:pt x="19942" y="7183"/>
                  </a:lnTo>
                  <a:lnTo>
                    <a:pt x="19897" y="7078"/>
                  </a:lnTo>
                  <a:lnTo>
                    <a:pt x="19852" y="7024"/>
                  </a:lnTo>
                  <a:lnTo>
                    <a:pt x="19763" y="6919"/>
                  </a:lnTo>
                  <a:lnTo>
                    <a:pt x="19583" y="6919"/>
                  </a:lnTo>
                  <a:lnTo>
                    <a:pt x="19494" y="6971"/>
                  </a:lnTo>
                  <a:lnTo>
                    <a:pt x="19091" y="7499"/>
                  </a:lnTo>
                  <a:lnTo>
                    <a:pt x="18732" y="8028"/>
                  </a:lnTo>
                  <a:lnTo>
                    <a:pt x="18418" y="7764"/>
                  </a:lnTo>
                  <a:lnTo>
                    <a:pt x="18105" y="7553"/>
                  </a:lnTo>
                  <a:lnTo>
                    <a:pt x="17925" y="7448"/>
                  </a:lnTo>
                  <a:lnTo>
                    <a:pt x="18014" y="7236"/>
                  </a:lnTo>
                  <a:lnTo>
                    <a:pt x="18283" y="6708"/>
                  </a:lnTo>
                  <a:lnTo>
                    <a:pt x="18328" y="6603"/>
                  </a:lnTo>
                  <a:lnTo>
                    <a:pt x="18328" y="6496"/>
                  </a:lnTo>
                  <a:lnTo>
                    <a:pt x="18239" y="6338"/>
                  </a:lnTo>
                  <a:lnTo>
                    <a:pt x="18149" y="6286"/>
                  </a:lnTo>
                  <a:lnTo>
                    <a:pt x="18014" y="6286"/>
                  </a:lnTo>
                  <a:lnTo>
                    <a:pt x="17925" y="6391"/>
                  </a:lnTo>
                  <a:lnTo>
                    <a:pt x="17746" y="6654"/>
                  </a:lnTo>
                  <a:lnTo>
                    <a:pt x="17611" y="6971"/>
                  </a:lnTo>
                  <a:lnTo>
                    <a:pt x="17522" y="7236"/>
                  </a:lnTo>
                  <a:lnTo>
                    <a:pt x="17297" y="7183"/>
                  </a:lnTo>
                  <a:lnTo>
                    <a:pt x="17029" y="7183"/>
                  </a:lnTo>
                  <a:lnTo>
                    <a:pt x="16985" y="6813"/>
                  </a:lnTo>
                  <a:lnTo>
                    <a:pt x="16939" y="6444"/>
                  </a:lnTo>
                  <a:lnTo>
                    <a:pt x="16894" y="5704"/>
                  </a:lnTo>
                  <a:lnTo>
                    <a:pt x="16894" y="5599"/>
                  </a:lnTo>
                  <a:lnTo>
                    <a:pt x="16805" y="5546"/>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177" name="Google Shape;390;p7"/>
            <p:cNvSpPr/>
            <p:nvPr/>
          </p:nvSpPr>
          <p:spPr>
            <a:xfrm>
              <a:off x="47316" y="3536731"/>
              <a:ext cx="355383" cy="3068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183" y="1280"/>
                  </a:moveTo>
                  <a:lnTo>
                    <a:pt x="8700" y="1366"/>
                  </a:lnTo>
                  <a:lnTo>
                    <a:pt x="9214" y="1622"/>
                  </a:lnTo>
                  <a:lnTo>
                    <a:pt x="9731" y="1964"/>
                  </a:lnTo>
                  <a:lnTo>
                    <a:pt x="10099" y="2476"/>
                  </a:lnTo>
                  <a:lnTo>
                    <a:pt x="10322" y="2818"/>
                  </a:lnTo>
                  <a:lnTo>
                    <a:pt x="10468" y="3244"/>
                  </a:lnTo>
                  <a:lnTo>
                    <a:pt x="10543" y="3586"/>
                  </a:lnTo>
                  <a:lnTo>
                    <a:pt x="10615" y="4012"/>
                  </a:lnTo>
                  <a:lnTo>
                    <a:pt x="10615" y="4866"/>
                  </a:lnTo>
                  <a:lnTo>
                    <a:pt x="10543" y="5721"/>
                  </a:lnTo>
                  <a:lnTo>
                    <a:pt x="10468" y="6146"/>
                  </a:lnTo>
                  <a:lnTo>
                    <a:pt x="9435" y="4098"/>
                  </a:lnTo>
                  <a:lnTo>
                    <a:pt x="8183" y="1280"/>
                  </a:lnTo>
                  <a:close/>
                  <a:moveTo>
                    <a:pt x="2727" y="7001"/>
                  </a:moveTo>
                  <a:lnTo>
                    <a:pt x="3023" y="7599"/>
                  </a:lnTo>
                  <a:lnTo>
                    <a:pt x="3244" y="8281"/>
                  </a:lnTo>
                  <a:lnTo>
                    <a:pt x="3611" y="8965"/>
                  </a:lnTo>
                  <a:lnTo>
                    <a:pt x="2948" y="8793"/>
                  </a:lnTo>
                  <a:lnTo>
                    <a:pt x="2285" y="8709"/>
                  </a:lnTo>
                  <a:lnTo>
                    <a:pt x="2655" y="7257"/>
                  </a:lnTo>
                  <a:lnTo>
                    <a:pt x="2727" y="7001"/>
                  </a:lnTo>
                  <a:close/>
                  <a:moveTo>
                    <a:pt x="7667" y="1280"/>
                  </a:moveTo>
                  <a:lnTo>
                    <a:pt x="8183" y="2732"/>
                  </a:lnTo>
                  <a:lnTo>
                    <a:pt x="8700" y="4185"/>
                  </a:lnTo>
                  <a:lnTo>
                    <a:pt x="9435" y="5890"/>
                  </a:lnTo>
                  <a:lnTo>
                    <a:pt x="10247" y="7599"/>
                  </a:lnTo>
                  <a:lnTo>
                    <a:pt x="10026" y="8965"/>
                  </a:lnTo>
                  <a:lnTo>
                    <a:pt x="9510" y="7427"/>
                  </a:lnTo>
                  <a:lnTo>
                    <a:pt x="8993" y="5890"/>
                  </a:lnTo>
                  <a:lnTo>
                    <a:pt x="8551" y="4610"/>
                  </a:lnTo>
                  <a:lnTo>
                    <a:pt x="8109" y="3414"/>
                  </a:lnTo>
                  <a:lnTo>
                    <a:pt x="7520" y="2048"/>
                  </a:lnTo>
                  <a:lnTo>
                    <a:pt x="7150" y="1366"/>
                  </a:lnTo>
                  <a:lnTo>
                    <a:pt x="7667" y="1280"/>
                  </a:lnTo>
                  <a:close/>
                  <a:moveTo>
                    <a:pt x="3539" y="4012"/>
                  </a:moveTo>
                  <a:lnTo>
                    <a:pt x="3465" y="4185"/>
                  </a:lnTo>
                  <a:lnTo>
                    <a:pt x="3539" y="4524"/>
                  </a:lnTo>
                  <a:lnTo>
                    <a:pt x="3686" y="4697"/>
                  </a:lnTo>
                  <a:lnTo>
                    <a:pt x="3907" y="4780"/>
                  </a:lnTo>
                  <a:lnTo>
                    <a:pt x="4128" y="4780"/>
                  </a:lnTo>
                  <a:lnTo>
                    <a:pt x="4570" y="5890"/>
                  </a:lnTo>
                  <a:lnTo>
                    <a:pt x="4940" y="6915"/>
                  </a:lnTo>
                  <a:lnTo>
                    <a:pt x="6045" y="9733"/>
                  </a:lnTo>
                  <a:lnTo>
                    <a:pt x="6192" y="10075"/>
                  </a:lnTo>
                  <a:lnTo>
                    <a:pt x="5677" y="9903"/>
                  </a:lnTo>
                  <a:lnTo>
                    <a:pt x="4940" y="9477"/>
                  </a:lnTo>
                  <a:lnTo>
                    <a:pt x="4349" y="8709"/>
                  </a:lnTo>
                  <a:lnTo>
                    <a:pt x="3907" y="7855"/>
                  </a:lnTo>
                  <a:lnTo>
                    <a:pt x="3465" y="6831"/>
                  </a:lnTo>
                  <a:lnTo>
                    <a:pt x="3318" y="6319"/>
                  </a:lnTo>
                  <a:lnTo>
                    <a:pt x="3023" y="5804"/>
                  </a:lnTo>
                  <a:lnTo>
                    <a:pt x="3465" y="4098"/>
                  </a:lnTo>
                  <a:lnTo>
                    <a:pt x="3539" y="4012"/>
                  </a:lnTo>
                  <a:close/>
                  <a:moveTo>
                    <a:pt x="5233" y="2732"/>
                  </a:moveTo>
                  <a:lnTo>
                    <a:pt x="5456" y="3756"/>
                  </a:lnTo>
                  <a:lnTo>
                    <a:pt x="5750" y="4780"/>
                  </a:lnTo>
                  <a:lnTo>
                    <a:pt x="6487" y="6745"/>
                  </a:lnTo>
                  <a:lnTo>
                    <a:pt x="8035" y="10927"/>
                  </a:lnTo>
                  <a:lnTo>
                    <a:pt x="7299" y="10587"/>
                  </a:lnTo>
                  <a:lnTo>
                    <a:pt x="7078" y="10159"/>
                  </a:lnTo>
                  <a:lnTo>
                    <a:pt x="6634" y="9049"/>
                  </a:lnTo>
                  <a:lnTo>
                    <a:pt x="5750" y="6831"/>
                  </a:lnTo>
                  <a:lnTo>
                    <a:pt x="4570" y="4268"/>
                  </a:lnTo>
                  <a:lnTo>
                    <a:pt x="4644" y="3842"/>
                  </a:lnTo>
                  <a:lnTo>
                    <a:pt x="4865" y="3414"/>
                  </a:lnTo>
                  <a:lnTo>
                    <a:pt x="5233" y="2732"/>
                  </a:lnTo>
                  <a:close/>
                  <a:moveTo>
                    <a:pt x="6708" y="1536"/>
                  </a:moveTo>
                  <a:lnTo>
                    <a:pt x="6783" y="1792"/>
                  </a:lnTo>
                  <a:lnTo>
                    <a:pt x="7371" y="3414"/>
                  </a:lnTo>
                  <a:lnTo>
                    <a:pt x="7962" y="5036"/>
                  </a:lnTo>
                  <a:lnTo>
                    <a:pt x="8404" y="6489"/>
                  </a:lnTo>
                  <a:lnTo>
                    <a:pt x="8847" y="7941"/>
                  </a:lnTo>
                  <a:lnTo>
                    <a:pt x="9584" y="10843"/>
                  </a:lnTo>
                  <a:lnTo>
                    <a:pt x="9510" y="11183"/>
                  </a:lnTo>
                  <a:lnTo>
                    <a:pt x="9363" y="11183"/>
                  </a:lnTo>
                  <a:lnTo>
                    <a:pt x="9142" y="11269"/>
                  </a:lnTo>
                  <a:lnTo>
                    <a:pt x="7371" y="6915"/>
                  </a:lnTo>
                  <a:lnTo>
                    <a:pt x="6413" y="4610"/>
                  </a:lnTo>
                  <a:lnTo>
                    <a:pt x="5971" y="3500"/>
                  </a:lnTo>
                  <a:lnTo>
                    <a:pt x="5603" y="2306"/>
                  </a:lnTo>
                  <a:lnTo>
                    <a:pt x="6119" y="1878"/>
                  </a:lnTo>
                  <a:lnTo>
                    <a:pt x="6708" y="1536"/>
                  </a:lnTo>
                  <a:close/>
                  <a:moveTo>
                    <a:pt x="15481" y="11525"/>
                  </a:moveTo>
                  <a:lnTo>
                    <a:pt x="15997" y="12209"/>
                  </a:lnTo>
                  <a:lnTo>
                    <a:pt x="15850" y="12123"/>
                  </a:lnTo>
                  <a:lnTo>
                    <a:pt x="15259" y="12379"/>
                  </a:lnTo>
                  <a:lnTo>
                    <a:pt x="14671" y="12721"/>
                  </a:lnTo>
                  <a:lnTo>
                    <a:pt x="14450" y="12465"/>
                  </a:lnTo>
                  <a:lnTo>
                    <a:pt x="14229" y="12209"/>
                  </a:lnTo>
                  <a:lnTo>
                    <a:pt x="14817" y="11867"/>
                  </a:lnTo>
                  <a:lnTo>
                    <a:pt x="15481" y="11525"/>
                  </a:lnTo>
                  <a:close/>
                  <a:moveTo>
                    <a:pt x="16218" y="12465"/>
                  </a:moveTo>
                  <a:lnTo>
                    <a:pt x="16439" y="12721"/>
                  </a:lnTo>
                  <a:lnTo>
                    <a:pt x="15923" y="12977"/>
                  </a:lnTo>
                  <a:lnTo>
                    <a:pt x="16144" y="12635"/>
                  </a:lnTo>
                  <a:lnTo>
                    <a:pt x="16218" y="12465"/>
                  </a:lnTo>
                  <a:close/>
                  <a:moveTo>
                    <a:pt x="15185" y="13061"/>
                  </a:moveTo>
                  <a:lnTo>
                    <a:pt x="15038" y="13317"/>
                  </a:lnTo>
                  <a:lnTo>
                    <a:pt x="15038" y="13233"/>
                  </a:lnTo>
                  <a:lnTo>
                    <a:pt x="15185" y="13061"/>
                  </a:lnTo>
                  <a:close/>
                  <a:moveTo>
                    <a:pt x="16735" y="13147"/>
                  </a:moveTo>
                  <a:lnTo>
                    <a:pt x="16735" y="13233"/>
                  </a:lnTo>
                  <a:lnTo>
                    <a:pt x="15776" y="14343"/>
                  </a:lnTo>
                  <a:lnTo>
                    <a:pt x="15555" y="14001"/>
                  </a:lnTo>
                  <a:lnTo>
                    <a:pt x="16071" y="13489"/>
                  </a:lnTo>
                  <a:lnTo>
                    <a:pt x="16735" y="13147"/>
                  </a:lnTo>
                  <a:close/>
                  <a:moveTo>
                    <a:pt x="16956" y="13489"/>
                  </a:moveTo>
                  <a:lnTo>
                    <a:pt x="17251" y="14087"/>
                  </a:lnTo>
                  <a:lnTo>
                    <a:pt x="16365" y="14343"/>
                  </a:lnTo>
                  <a:lnTo>
                    <a:pt x="16956" y="13489"/>
                  </a:lnTo>
                  <a:close/>
                  <a:moveTo>
                    <a:pt x="16956" y="14769"/>
                  </a:moveTo>
                  <a:lnTo>
                    <a:pt x="16439" y="15537"/>
                  </a:lnTo>
                  <a:lnTo>
                    <a:pt x="16292" y="15111"/>
                  </a:lnTo>
                  <a:lnTo>
                    <a:pt x="16956" y="14769"/>
                  </a:lnTo>
                  <a:close/>
                  <a:moveTo>
                    <a:pt x="17619" y="14683"/>
                  </a:moveTo>
                  <a:lnTo>
                    <a:pt x="17766" y="14939"/>
                  </a:lnTo>
                  <a:lnTo>
                    <a:pt x="17177" y="15537"/>
                  </a:lnTo>
                  <a:lnTo>
                    <a:pt x="17619" y="14683"/>
                  </a:lnTo>
                  <a:close/>
                  <a:moveTo>
                    <a:pt x="18135" y="10927"/>
                  </a:moveTo>
                  <a:lnTo>
                    <a:pt x="18577" y="11013"/>
                  </a:lnTo>
                  <a:lnTo>
                    <a:pt x="19020" y="11183"/>
                  </a:lnTo>
                  <a:lnTo>
                    <a:pt x="19387" y="11439"/>
                  </a:lnTo>
                  <a:lnTo>
                    <a:pt x="19757" y="11781"/>
                  </a:lnTo>
                  <a:lnTo>
                    <a:pt x="19904" y="11867"/>
                  </a:lnTo>
                  <a:lnTo>
                    <a:pt x="19978" y="11867"/>
                  </a:lnTo>
                  <a:lnTo>
                    <a:pt x="20199" y="12123"/>
                  </a:lnTo>
                  <a:lnTo>
                    <a:pt x="20420" y="12635"/>
                  </a:lnTo>
                  <a:lnTo>
                    <a:pt x="20495" y="13147"/>
                  </a:lnTo>
                  <a:lnTo>
                    <a:pt x="20567" y="13659"/>
                  </a:lnTo>
                  <a:lnTo>
                    <a:pt x="20495" y="14171"/>
                  </a:lnTo>
                  <a:lnTo>
                    <a:pt x="20420" y="14769"/>
                  </a:lnTo>
                  <a:lnTo>
                    <a:pt x="20274" y="15281"/>
                  </a:lnTo>
                  <a:lnTo>
                    <a:pt x="19978" y="16305"/>
                  </a:lnTo>
                  <a:lnTo>
                    <a:pt x="19904" y="16478"/>
                  </a:lnTo>
                  <a:lnTo>
                    <a:pt x="19387" y="15537"/>
                  </a:lnTo>
                  <a:lnTo>
                    <a:pt x="18135" y="13573"/>
                  </a:lnTo>
                  <a:lnTo>
                    <a:pt x="17323" y="12293"/>
                  </a:lnTo>
                  <a:lnTo>
                    <a:pt x="16881" y="11695"/>
                  </a:lnTo>
                  <a:lnTo>
                    <a:pt x="16365" y="11269"/>
                  </a:lnTo>
                  <a:lnTo>
                    <a:pt x="17251" y="11013"/>
                  </a:lnTo>
                  <a:lnTo>
                    <a:pt x="17693" y="10927"/>
                  </a:lnTo>
                  <a:close/>
                  <a:moveTo>
                    <a:pt x="2138" y="9221"/>
                  </a:moveTo>
                  <a:lnTo>
                    <a:pt x="2727" y="9733"/>
                  </a:lnTo>
                  <a:lnTo>
                    <a:pt x="3318" y="10075"/>
                  </a:lnTo>
                  <a:lnTo>
                    <a:pt x="4719" y="10671"/>
                  </a:lnTo>
                  <a:lnTo>
                    <a:pt x="4940" y="10843"/>
                  </a:lnTo>
                  <a:lnTo>
                    <a:pt x="5012" y="10927"/>
                  </a:lnTo>
                  <a:lnTo>
                    <a:pt x="5161" y="11013"/>
                  </a:lnTo>
                  <a:lnTo>
                    <a:pt x="5308" y="10927"/>
                  </a:lnTo>
                  <a:lnTo>
                    <a:pt x="8700" y="12379"/>
                  </a:lnTo>
                  <a:lnTo>
                    <a:pt x="8700" y="12465"/>
                  </a:lnTo>
                  <a:lnTo>
                    <a:pt x="8626" y="12379"/>
                  </a:lnTo>
                  <a:lnTo>
                    <a:pt x="7814" y="12037"/>
                  </a:lnTo>
                  <a:lnTo>
                    <a:pt x="7446" y="11953"/>
                  </a:lnTo>
                  <a:lnTo>
                    <a:pt x="7004" y="11867"/>
                  </a:lnTo>
                  <a:lnTo>
                    <a:pt x="6929" y="11953"/>
                  </a:lnTo>
                  <a:lnTo>
                    <a:pt x="6855" y="12037"/>
                  </a:lnTo>
                  <a:lnTo>
                    <a:pt x="6929" y="12209"/>
                  </a:lnTo>
                  <a:lnTo>
                    <a:pt x="7225" y="12549"/>
                  </a:lnTo>
                  <a:lnTo>
                    <a:pt x="7741" y="12891"/>
                  </a:lnTo>
                  <a:lnTo>
                    <a:pt x="8256" y="13233"/>
                  </a:lnTo>
                  <a:lnTo>
                    <a:pt x="8847" y="13403"/>
                  </a:lnTo>
                  <a:lnTo>
                    <a:pt x="8772" y="13745"/>
                  </a:lnTo>
                  <a:lnTo>
                    <a:pt x="8109" y="13745"/>
                  </a:lnTo>
                  <a:lnTo>
                    <a:pt x="7520" y="13659"/>
                  </a:lnTo>
                  <a:lnTo>
                    <a:pt x="6855" y="13403"/>
                  </a:lnTo>
                  <a:lnTo>
                    <a:pt x="6487" y="13233"/>
                  </a:lnTo>
                  <a:lnTo>
                    <a:pt x="6413" y="13061"/>
                  </a:lnTo>
                  <a:lnTo>
                    <a:pt x="6341" y="12977"/>
                  </a:lnTo>
                  <a:lnTo>
                    <a:pt x="6266" y="12891"/>
                  </a:lnTo>
                  <a:lnTo>
                    <a:pt x="6192" y="12805"/>
                  </a:lnTo>
                  <a:lnTo>
                    <a:pt x="6119" y="12805"/>
                  </a:lnTo>
                  <a:lnTo>
                    <a:pt x="6045" y="12891"/>
                  </a:lnTo>
                  <a:lnTo>
                    <a:pt x="5971" y="13147"/>
                  </a:lnTo>
                  <a:lnTo>
                    <a:pt x="5971" y="13317"/>
                  </a:lnTo>
                  <a:lnTo>
                    <a:pt x="6045" y="13489"/>
                  </a:lnTo>
                  <a:lnTo>
                    <a:pt x="6119" y="13659"/>
                  </a:lnTo>
                  <a:lnTo>
                    <a:pt x="6413" y="14001"/>
                  </a:lnTo>
                  <a:lnTo>
                    <a:pt x="6708" y="14257"/>
                  </a:lnTo>
                  <a:lnTo>
                    <a:pt x="7078" y="14427"/>
                  </a:lnTo>
                  <a:lnTo>
                    <a:pt x="7520" y="14599"/>
                  </a:lnTo>
                  <a:lnTo>
                    <a:pt x="7962" y="14683"/>
                  </a:lnTo>
                  <a:lnTo>
                    <a:pt x="8404" y="14683"/>
                  </a:lnTo>
                  <a:lnTo>
                    <a:pt x="7962" y="15537"/>
                  </a:lnTo>
                  <a:lnTo>
                    <a:pt x="7520" y="15367"/>
                  </a:lnTo>
                  <a:lnTo>
                    <a:pt x="6487" y="15025"/>
                  </a:lnTo>
                  <a:lnTo>
                    <a:pt x="5971" y="14939"/>
                  </a:lnTo>
                  <a:lnTo>
                    <a:pt x="5456" y="14855"/>
                  </a:lnTo>
                  <a:lnTo>
                    <a:pt x="5308" y="14855"/>
                  </a:lnTo>
                  <a:lnTo>
                    <a:pt x="5308" y="15111"/>
                  </a:lnTo>
                  <a:lnTo>
                    <a:pt x="5382" y="15195"/>
                  </a:lnTo>
                  <a:lnTo>
                    <a:pt x="5750" y="15537"/>
                  </a:lnTo>
                  <a:lnTo>
                    <a:pt x="6192" y="15793"/>
                  </a:lnTo>
                  <a:lnTo>
                    <a:pt x="7078" y="16222"/>
                  </a:lnTo>
                  <a:lnTo>
                    <a:pt x="7520" y="16478"/>
                  </a:lnTo>
                  <a:lnTo>
                    <a:pt x="7299" y="16817"/>
                  </a:lnTo>
                  <a:lnTo>
                    <a:pt x="7078" y="17073"/>
                  </a:lnTo>
                  <a:lnTo>
                    <a:pt x="5898" y="16478"/>
                  </a:lnTo>
                  <a:lnTo>
                    <a:pt x="4644" y="15879"/>
                  </a:lnTo>
                  <a:lnTo>
                    <a:pt x="4498" y="15879"/>
                  </a:lnTo>
                  <a:lnTo>
                    <a:pt x="4423" y="15966"/>
                  </a:lnTo>
                  <a:lnTo>
                    <a:pt x="4423" y="16222"/>
                  </a:lnTo>
                  <a:lnTo>
                    <a:pt x="4940" y="16734"/>
                  </a:lnTo>
                  <a:lnTo>
                    <a:pt x="5382" y="17246"/>
                  </a:lnTo>
                  <a:lnTo>
                    <a:pt x="5971" y="17588"/>
                  </a:lnTo>
                  <a:lnTo>
                    <a:pt x="6562" y="17927"/>
                  </a:lnTo>
                  <a:lnTo>
                    <a:pt x="5971" y="18526"/>
                  </a:lnTo>
                  <a:lnTo>
                    <a:pt x="5308" y="18526"/>
                  </a:lnTo>
                  <a:lnTo>
                    <a:pt x="4644" y="18356"/>
                  </a:lnTo>
                  <a:lnTo>
                    <a:pt x="3981" y="18100"/>
                  </a:lnTo>
                  <a:lnTo>
                    <a:pt x="3760" y="18100"/>
                  </a:lnTo>
                  <a:lnTo>
                    <a:pt x="3686" y="18183"/>
                  </a:lnTo>
                  <a:lnTo>
                    <a:pt x="3611" y="18270"/>
                  </a:lnTo>
                  <a:lnTo>
                    <a:pt x="3611" y="18439"/>
                  </a:lnTo>
                  <a:lnTo>
                    <a:pt x="3686" y="18782"/>
                  </a:lnTo>
                  <a:lnTo>
                    <a:pt x="3907" y="18951"/>
                  </a:lnTo>
                  <a:lnTo>
                    <a:pt x="4202" y="19124"/>
                  </a:lnTo>
                  <a:lnTo>
                    <a:pt x="4498" y="19294"/>
                  </a:lnTo>
                  <a:lnTo>
                    <a:pt x="4719" y="19380"/>
                  </a:lnTo>
                  <a:lnTo>
                    <a:pt x="4349" y="19466"/>
                  </a:lnTo>
                  <a:lnTo>
                    <a:pt x="3907" y="19466"/>
                  </a:lnTo>
                  <a:lnTo>
                    <a:pt x="3539" y="19380"/>
                  </a:lnTo>
                  <a:lnTo>
                    <a:pt x="3097" y="19207"/>
                  </a:lnTo>
                  <a:lnTo>
                    <a:pt x="2506" y="18782"/>
                  </a:lnTo>
                  <a:lnTo>
                    <a:pt x="2064" y="18270"/>
                  </a:lnTo>
                  <a:lnTo>
                    <a:pt x="1696" y="17671"/>
                  </a:lnTo>
                  <a:lnTo>
                    <a:pt x="1401" y="16990"/>
                  </a:lnTo>
                  <a:lnTo>
                    <a:pt x="1254" y="16222"/>
                  </a:lnTo>
                  <a:lnTo>
                    <a:pt x="1105" y="15537"/>
                  </a:lnTo>
                  <a:lnTo>
                    <a:pt x="1105" y="14001"/>
                  </a:lnTo>
                  <a:lnTo>
                    <a:pt x="1254" y="12805"/>
                  </a:lnTo>
                  <a:lnTo>
                    <a:pt x="1475" y="11611"/>
                  </a:lnTo>
                  <a:lnTo>
                    <a:pt x="2138" y="9221"/>
                  </a:lnTo>
                  <a:close/>
                  <a:moveTo>
                    <a:pt x="13638" y="12635"/>
                  </a:moveTo>
                  <a:lnTo>
                    <a:pt x="13786" y="13147"/>
                  </a:lnTo>
                  <a:lnTo>
                    <a:pt x="14007" y="13573"/>
                  </a:lnTo>
                  <a:lnTo>
                    <a:pt x="14080" y="13745"/>
                  </a:lnTo>
                  <a:lnTo>
                    <a:pt x="14154" y="13915"/>
                  </a:lnTo>
                  <a:lnTo>
                    <a:pt x="14301" y="14001"/>
                  </a:lnTo>
                  <a:lnTo>
                    <a:pt x="15702" y="16305"/>
                  </a:lnTo>
                  <a:lnTo>
                    <a:pt x="16365" y="17502"/>
                  </a:lnTo>
                  <a:lnTo>
                    <a:pt x="16365" y="18014"/>
                  </a:lnTo>
                  <a:lnTo>
                    <a:pt x="16514" y="18183"/>
                  </a:lnTo>
                  <a:lnTo>
                    <a:pt x="16660" y="18270"/>
                  </a:lnTo>
                  <a:lnTo>
                    <a:pt x="16807" y="18270"/>
                  </a:lnTo>
                  <a:lnTo>
                    <a:pt x="16881" y="18183"/>
                  </a:lnTo>
                  <a:lnTo>
                    <a:pt x="17102" y="18356"/>
                  </a:lnTo>
                  <a:lnTo>
                    <a:pt x="17251" y="18439"/>
                  </a:lnTo>
                  <a:lnTo>
                    <a:pt x="17472" y="18526"/>
                  </a:lnTo>
                  <a:lnTo>
                    <a:pt x="17619" y="18439"/>
                  </a:lnTo>
                  <a:lnTo>
                    <a:pt x="17840" y="18612"/>
                  </a:lnTo>
                  <a:lnTo>
                    <a:pt x="18061" y="18612"/>
                  </a:lnTo>
                  <a:lnTo>
                    <a:pt x="18208" y="18695"/>
                  </a:lnTo>
                  <a:lnTo>
                    <a:pt x="18356" y="18612"/>
                  </a:lnTo>
                  <a:lnTo>
                    <a:pt x="18503" y="18439"/>
                  </a:lnTo>
                  <a:lnTo>
                    <a:pt x="18503" y="18014"/>
                  </a:lnTo>
                  <a:lnTo>
                    <a:pt x="18356" y="17844"/>
                  </a:lnTo>
                  <a:lnTo>
                    <a:pt x="18429" y="17588"/>
                  </a:lnTo>
                  <a:lnTo>
                    <a:pt x="18503" y="17415"/>
                  </a:lnTo>
                  <a:lnTo>
                    <a:pt x="18577" y="17246"/>
                  </a:lnTo>
                  <a:lnTo>
                    <a:pt x="18577" y="17159"/>
                  </a:lnTo>
                  <a:lnTo>
                    <a:pt x="18503" y="16990"/>
                  </a:lnTo>
                  <a:lnTo>
                    <a:pt x="18429" y="16903"/>
                  </a:lnTo>
                  <a:lnTo>
                    <a:pt x="18356" y="16817"/>
                  </a:lnTo>
                  <a:lnTo>
                    <a:pt x="18061" y="16817"/>
                  </a:lnTo>
                  <a:lnTo>
                    <a:pt x="17472" y="17073"/>
                  </a:lnTo>
                  <a:lnTo>
                    <a:pt x="17472" y="16990"/>
                  </a:lnTo>
                  <a:lnTo>
                    <a:pt x="17840" y="16647"/>
                  </a:lnTo>
                  <a:lnTo>
                    <a:pt x="18208" y="16222"/>
                  </a:lnTo>
                  <a:lnTo>
                    <a:pt x="18356" y="15966"/>
                  </a:lnTo>
                  <a:lnTo>
                    <a:pt x="18577" y="16391"/>
                  </a:lnTo>
                  <a:lnTo>
                    <a:pt x="19094" y="17329"/>
                  </a:lnTo>
                  <a:lnTo>
                    <a:pt x="19166" y="17671"/>
                  </a:lnTo>
                  <a:lnTo>
                    <a:pt x="18724" y="18356"/>
                  </a:lnTo>
                  <a:lnTo>
                    <a:pt x="18135" y="18951"/>
                  </a:lnTo>
                  <a:lnTo>
                    <a:pt x="17544" y="19466"/>
                  </a:lnTo>
                  <a:lnTo>
                    <a:pt x="16881" y="19892"/>
                  </a:lnTo>
                  <a:lnTo>
                    <a:pt x="16218" y="20148"/>
                  </a:lnTo>
                  <a:lnTo>
                    <a:pt x="15481" y="20234"/>
                  </a:lnTo>
                  <a:lnTo>
                    <a:pt x="15113" y="20234"/>
                  </a:lnTo>
                  <a:lnTo>
                    <a:pt x="14817" y="20148"/>
                  </a:lnTo>
                  <a:lnTo>
                    <a:pt x="14450" y="20062"/>
                  </a:lnTo>
                  <a:lnTo>
                    <a:pt x="14080" y="19892"/>
                  </a:lnTo>
                  <a:lnTo>
                    <a:pt x="13712" y="19636"/>
                  </a:lnTo>
                  <a:lnTo>
                    <a:pt x="13417" y="19294"/>
                  </a:lnTo>
                  <a:lnTo>
                    <a:pt x="12900" y="18612"/>
                  </a:lnTo>
                  <a:lnTo>
                    <a:pt x="12458" y="17844"/>
                  </a:lnTo>
                  <a:lnTo>
                    <a:pt x="12165" y="16990"/>
                  </a:lnTo>
                  <a:lnTo>
                    <a:pt x="12090" y="16049"/>
                  </a:lnTo>
                  <a:lnTo>
                    <a:pt x="12090" y="15537"/>
                  </a:lnTo>
                  <a:lnTo>
                    <a:pt x="12165" y="15111"/>
                  </a:lnTo>
                  <a:lnTo>
                    <a:pt x="12237" y="14683"/>
                  </a:lnTo>
                  <a:lnTo>
                    <a:pt x="12386" y="14257"/>
                  </a:lnTo>
                  <a:lnTo>
                    <a:pt x="12607" y="13831"/>
                  </a:lnTo>
                  <a:lnTo>
                    <a:pt x="12828" y="13403"/>
                  </a:lnTo>
                  <a:lnTo>
                    <a:pt x="13196" y="12977"/>
                  </a:lnTo>
                  <a:lnTo>
                    <a:pt x="13638" y="12635"/>
                  </a:lnTo>
                  <a:close/>
                  <a:moveTo>
                    <a:pt x="7741" y="0"/>
                  </a:moveTo>
                  <a:lnTo>
                    <a:pt x="7078" y="86"/>
                  </a:lnTo>
                  <a:lnTo>
                    <a:pt x="6413" y="256"/>
                  </a:lnTo>
                  <a:lnTo>
                    <a:pt x="5824" y="598"/>
                  </a:lnTo>
                  <a:lnTo>
                    <a:pt x="5233" y="1024"/>
                  </a:lnTo>
                  <a:lnTo>
                    <a:pt x="4719" y="1536"/>
                  </a:lnTo>
                  <a:lnTo>
                    <a:pt x="4202" y="1536"/>
                  </a:lnTo>
                  <a:lnTo>
                    <a:pt x="3760" y="1708"/>
                  </a:lnTo>
                  <a:lnTo>
                    <a:pt x="3390" y="2048"/>
                  </a:lnTo>
                  <a:lnTo>
                    <a:pt x="3097" y="2476"/>
                  </a:lnTo>
                  <a:lnTo>
                    <a:pt x="2801" y="2988"/>
                  </a:lnTo>
                  <a:lnTo>
                    <a:pt x="2655" y="3500"/>
                  </a:lnTo>
                  <a:lnTo>
                    <a:pt x="2285" y="4524"/>
                  </a:lnTo>
                  <a:lnTo>
                    <a:pt x="1326" y="8197"/>
                  </a:lnTo>
                  <a:lnTo>
                    <a:pt x="812" y="9989"/>
                  </a:lnTo>
                  <a:lnTo>
                    <a:pt x="368" y="11781"/>
                  </a:lnTo>
                  <a:lnTo>
                    <a:pt x="74" y="13403"/>
                  </a:lnTo>
                  <a:lnTo>
                    <a:pt x="0" y="14257"/>
                  </a:lnTo>
                  <a:lnTo>
                    <a:pt x="0" y="15793"/>
                  </a:lnTo>
                  <a:lnTo>
                    <a:pt x="147" y="16647"/>
                  </a:lnTo>
                  <a:lnTo>
                    <a:pt x="368" y="17415"/>
                  </a:lnTo>
                  <a:lnTo>
                    <a:pt x="663" y="18183"/>
                  </a:lnTo>
                  <a:lnTo>
                    <a:pt x="959" y="18695"/>
                  </a:lnTo>
                  <a:lnTo>
                    <a:pt x="1326" y="19207"/>
                  </a:lnTo>
                  <a:lnTo>
                    <a:pt x="1769" y="19722"/>
                  </a:lnTo>
                  <a:lnTo>
                    <a:pt x="2213" y="20148"/>
                  </a:lnTo>
                  <a:lnTo>
                    <a:pt x="2727" y="20404"/>
                  </a:lnTo>
                  <a:lnTo>
                    <a:pt x="3318" y="20660"/>
                  </a:lnTo>
                  <a:lnTo>
                    <a:pt x="3834" y="20746"/>
                  </a:lnTo>
                  <a:lnTo>
                    <a:pt x="4423" y="20830"/>
                  </a:lnTo>
                  <a:lnTo>
                    <a:pt x="4940" y="20746"/>
                  </a:lnTo>
                  <a:lnTo>
                    <a:pt x="5382" y="20574"/>
                  </a:lnTo>
                  <a:lnTo>
                    <a:pt x="5824" y="20318"/>
                  </a:lnTo>
                  <a:lnTo>
                    <a:pt x="6192" y="20062"/>
                  </a:lnTo>
                  <a:lnTo>
                    <a:pt x="6929" y="19294"/>
                  </a:lnTo>
                  <a:lnTo>
                    <a:pt x="7593" y="18439"/>
                  </a:lnTo>
                  <a:lnTo>
                    <a:pt x="7667" y="18526"/>
                  </a:lnTo>
                  <a:lnTo>
                    <a:pt x="7888" y="18526"/>
                  </a:lnTo>
                  <a:lnTo>
                    <a:pt x="8109" y="18356"/>
                  </a:lnTo>
                  <a:lnTo>
                    <a:pt x="8256" y="18183"/>
                  </a:lnTo>
                  <a:lnTo>
                    <a:pt x="8256" y="18014"/>
                  </a:lnTo>
                  <a:lnTo>
                    <a:pt x="8183" y="17671"/>
                  </a:lnTo>
                  <a:lnTo>
                    <a:pt x="8404" y="17329"/>
                  </a:lnTo>
                  <a:lnTo>
                    <a:pt x="9068" y="16049"/>
                  </a:lnTo>
                  <a:lnTo>
                    <a:pt x="9584" y="14683"/>
                  </a:lnTo>
                  <a:lnTo>
                    <a:pt x="10099" y="13317"/>
                  </a:lnTo>
                  <a:lnTo>
                    <a:pt x="10468" y="11867"/>
                  </a:lnTo>
                  <a:lnTo>
                    <a:pt x="10543" y="11781"/>
                  </a:lnTo>
                  <a:lnTo>
                    <a:pt x="10615" y="11611"/>
                  </a:lnTo>
                  <a:lnTo>
                    <a:pt x="10615" y="11439"/>
                  </a:lnTo>
                  <a:lnTo>
                    <a:pt x="10985" y="9989"/>
                  </a:lnTo>
                  <a:lnTo>
                    <a:pt x="11278" y="8453"/>
                  </a:lnTo>
                  <a:lnTo>
                    <a:pt x="11499" y="6915"/>
                  </a:lnTo>
                  <a:lnTo>
                    <a:pt x="11648" y="5378"/>
                  </a:lnTo>
                  <a:lnTo>
                    <a:pt x="11720" y="4610"/>
                  </a:lnTo>
                  <a:lnTo>
                    <a:pt x="11648" y="3842"/>
                  </a:lnTo>
                  <a:lnTo>
                    <a:pt x="11574" y="3158"/>
                  </a:lnTo>
                  <a:lnTo>
                    <a:pt x="11353" y="2476"/>
                  </a:lnTo>
                  <a:lnTo>
                    <a:pt x="11132" y="1878"/>
                  </a:lnTo>
                  <a:lnTo>
                    <a:pt x="10764" y="1366"/>
                  </a:lnTo>
                  <a:lnTo>
                    <a:pt x="10247" y="854"/>
                  </a:lnTo>
                  <a:lnTo>
                    <a:pt x="9731" y="428"/>
                  </a:lnTo>
                  <a:lnTo>
                    <a:pt x="9068" y="170"/>
                  </a:lnTo>
                  <a:lnTo>
                    <a:pt x="8404" y="0"/>
                  </a:lnTo>
                  <a:close/>
                  <a:moveTo>
                    <a:pt x="17544" y="9221"/>
                  </a:moveTo>
                  <a:lnTo>
                    <a:pt x="17251" y="9477"/>
                  </a:lnTo>
                  <a:lnTo>
                    <a:pt x="16956" y="9733"/>
                  </a:lnTo>
                  <a:lnTo>
                    <a:pt x="16735" y="10075"/>
                  </a:lnTo>
                  <a:lnTo>
                    <a:pt x="15850" y="10331"/>
                  </a:lnTo>
                  <a:lnTo>
                    <a:pt x="14743" y="10671"/>
                  </a:lnTo>
                  <a:lnTo>
                    <a:pt x="13638" y="11269"/>
                  </a:lnTo>
                  <a:lnTo>
                    <a:pt x="13196" y="11611"/>
                  </a:lnTo>
                  <a:lnTo>
                    <a:pt x="12679" y="12037"/>
                  </a:lnTo>
                  <a:lnTo>
                    <a:pt x="12237" y="12465"/>
                  </a:lnTo>
                  <a:lnTo>
                    <a:pt x="11869" y="12977"/>
                  </a:lnTo>
                  <a:lnTo>
                    <a:pt x="11574" y="13489"/>
                  </a:lnTo>
                  <a:lnTo>
                    <a:pt x="11278" y="14087"/>
                  </a:lnTo>
                  <a:lnTo>
                    <a:pt x="11132" y="14683"/>
                  </a:lnTo>
                  <a:lnTo>
                    <a:pt x="11057" y="15367"/>
                  </a:lnTo>
                  <a:lnTo>
                    <a:pt x="10985" y="15966"/>
                  </a:lnTo>
                  <a:lnTo>
                    <a:pt x="11057" y="16561"/>
                  </a:lnTo>
                  <a:lnTo>
                    <a:pt x="11132" y="17159"/>
                  </a:lnTo>
                  <a:lnTo>
                    <a:pt x="11278" y="17758"/>
                  </a:lnTo>
                  <a:lnTo>
                    <a:pt x="11499" y="18356"/>
                  </a:lnTo>
                  <a:lnTo>
                    <a:pt x="11795" y="18868"/>
                  </a:lnTo>
                  <a:lnTo>
                    <a:pt x="12090" y="19380"/>
                  </a:lnTo>
                  <a:lnTo>
                    <a:pt x="12458" y="19892"/>
                  </a:lnTo>
                  <a:lnTo>
                    <a:pt x="12900" y="20318"/>
                  </a:lnTo>
                  <a:lnTo>
                    <a:pt x="13342" y="20746"/>
                  </a:lnTo>
                  <a:lnTo>
                    <a:pt x="13786" y="21086"/>
                  </a:lnTo>
                  <a:lnTo>
                    <a:pt x="14301" y="21342"/>
                  </a:lnTo>
                  <a:lnTo>
                    <a:pt x="14892" y="21514"/>
                  </a:lnTo>
                  <a:lnTo>
                    <a:pt x="15481" y="21600"/>
                  </a:lnTo>
                  <a:lnTo>
                    <a:pt x="16144" y="21514"/>
                  </a:lnTo>
                  <a:lnTo>
                    <a:pt x="16735" y="21342"/>
                  </a:lnTo>
                  <a:lnTo>
                    <a:pt x="17323" y="21002"/>
                  </a:lnTo>
                  <a:lnTo>
                    <a:pt x="17840" y="20660"/>
                  </a:lnTo>
                  <a:lnTo>
                    <a:pt x="18873" y="19892"/>
                  </a:lnTo>
                  <a:lnTo>
                    <a:pt x="19315" y="19466"/>
                  </a:lnTo>
                  <a:lnTo>
                    <a:pt x="19683" y="18951"/>
                  </a:lnTo>
                  <a:lnTo>
                    <a:pt x="20051" y="18439"/>
                  </a:lnTo>
                  <a:lnTo>
                    <a:pt x="20420" y="17927"/>
                  </a:lnTo>
                  <a:lnTo>
                    <a:pt x="20937" y="16734"/>
                  </a:lnTo>
                  <a:lnTo>
                    <a:pt x="21379" y="15537"/>
                  </a:lnTo>
                  <a:lnTo>
                    <a:pt x="21526" y="14769"/>
                  </a:lnTo>
                  <a:lnTo>
                    <a:pt x="21600" y="14087"/>
                  </a:lnTo>
                  <a:lnTo>
                    <a:pt x="21600" y="13317"/>
                  </a:lnTo>
                  <a:lnTo>
                    <a:pt x="21526" y="12721"/>
                  </a:lnTo>
                  <a:lnTo>
                    <a:pt x="21305" y="12037"/>
                  </a:lnTo>
                  <a:lnTo>
                    <a:pt x="21009" y="11439"/>
                  </a:lnTo>
                  <a:lnTo>
                    <a:pt x="20641" y="10843"/>
                  </a:lnTo>
                  <a:lnTo>
                    <a:pt x="20199" y="10331"/>
                  </a:lnTo>
                  <a:lnTo>
                    <a:pt x="19683" y="9903"/>
                  </a:lnTo>
                  <a:lnTo>
                    <a:pt x="19166" y="9561"/>
                  </a:lnTo>
                  <a:lnTo>
                    <a:pt x="18577" y="9305"/>
                  </a:lnTo>
                  <a:lnTo>
                    <a:pt x="17987" y="9221"/>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178" name="Google Shape;391;p7"/>
            <p:cNvSpPr/>
            <p:nvPr/>
          </p:nvSpPr>
          <p:spPr>
            <a:xfrm>
              <a:off x="477888" y="4452466"/>
              <a:ext cx="559130" cy="3953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603" y="16167"/>
                  </a:moveTo>
                  <a:lnTo>
                    <a:pt x="15369" y="16432"/>
                  </a:lnTo>
                  <a:lnTo>
                    <a:pt x="15134" y="16696"/>
                  </a:lnTo>
                  <a:lnTo>
                    <a:pt x="14572" y="17227"/>
                  </a:lnTo>
                  <a:lnTo>
                    <a:pt x="14057" y="17492"/>
                  </a:lnTo>
                  <a:lnTo>
                    <a:pt x="13588" y="17823"/>
                  </a:lnTo>
                  <a:lnTo>
                    <a:pt x="12932" y="18154"/>
                  </a:lnTo>
                  <a:lnTo>
                    <a:pt x="12744" y="18287"/>
                  </a:lnTo>
                  <a:lnTo>
                    <a:pt x="12510" y="18352"/>
                  </a:lnTo>
                  <a:lnTo>
                    <a:pt x="12651" y="18022"/>
                  </a:lnTo>
                  <a:lnTo>
                    <a:pt x="12839" y="17691"/>
                  </a:lnTo>
                  <a:lnTo>
                    <a:pt x="13213" y="17624"/>
                  </a:lnTo>
                  <a:lnTo>
                    <a:pt x="13541" y="17426"/>
                  </a:lnTo>
                  <a:lnTo>
                    <a:pt x="13869" y="17227"/>
                  </a:lnTo>
                  <a:lnTo>
                    <a:pt x="14198" y="16895"/>
                  </a:lnTo>
                  <a:lnTo>
                    <a:pt x="14479" y="16564"/>
                  </a:lnTo>
                  <a:lnTo>
                    <a:pt x="14525" y="16365"/>
                  </a:lnTo>
                  <a:lnTo>
                    <a:pt x="14619" y="16365"/>
                  </a:lnTo>
                  <a:lnTo>
                    <a:pt x="14665" y="16298"/>
                  </a:lnTo>
                  <a:lnTo>
                    <a:pt x="15134" y="16167"/>
                  </a:lnTo>
                  <a:close/>
                  <a:moveTo>
                    <a:pt x="16119" y="16233"/>
                  </a:moveTo>
                  <a:lnTo>
                    <a:pt x="16400" y="16365"/>
                  </a:lnTo>
                  <a:lnTo>
                    <a:pt x="16400" y="16564"/>
                  </a:lnTo>
                  <a:lnTo>
                    <a:pt x="15603" y="17492"/>
                  </a:lnTo>
                  <a:lnTo>
                    <a:pt x="14713" y="18287"/>
                  </a:lnTo>
                  <a:lnTo>
                    <a:pt x="14198" y="18685"/>
                  </a:lnTo>
                  <a:lnTo>
                    <a:pt x="13682" y="19015"/>
                  </a:lnTo>
                  <a:lnTo>
                    <a:pt x="13167" y="19348"/>
                  </a:lnTo>
                  <a:lnTo>
                    <a:pt x="12651" y="19745"/>
                  </a:lnTo>
                  <a:lnTo>
                    <a:pt x="12558" y="19546"/>
                  </a:lnTo>
                  <a:lnTo>
                    <a:pt x="12510" y="19348"/>
                  </a:lnTo>
                  <a:lnTo>
                    <a:pt x="12463" y="18883"/>
                  </a:lnTo>
                  <a:lnTo>
                    <a:pt x="12651" y="18883"/>
                  </a:lnTo>
                  <a:lnTo>
                    <a:pt x="12839" y="18750"/>
                  </a:lnTo>
                  <a:lnTo>
                    <a:pt x="13213" y="18551"/>
                  </a:lnTo>
                  <a:lnTo>
                    <a:pt x="14150" y="18089"/>
                  </a:lnTo>
                  <a:lnTo>
                    <a:pt x="14665" y="17756"/>
                  </a:lnTo>
                  <a:lnTo>
                    <a:pt x="15229" y="17359"/>
                  </a:lnTo>
                  <a:lnTo>
                    <a:pt x="15696" y="16830"/>
                  </a:lnTo>
                  <a:lnTo>
                    <a:pt x="15884" y="16564"/>
                  </a:lnTo>
                  <a:lnTo>
                    <a:pt x="16119" y="16233"/>
                  </a:lnTo>
                  <a:close/>
                  <a:moveTo>
                    <a:pt x="12089" y="927"/>
                  </a:moveTo>
                  <a:lnTo>
                    <a:pt x="12417" y="993"/>
                  </a:lnTo>
                  <a:lnTo>
                    <a:pt x="12698" y="1060"/>
                  </a:lnTo>
                  <a:lnTo>
                    <a:pt x="12979" y="1192"/>
                  </a:lnTo>
                  <a:lnTo>
                    <a:pt x="13213" y="1391"/>
                  </a:lnTo>
                  <a:lnTo>
                    <a:pt x="13401" y="1656"/>
                  </a:lnTo>
                  <a:lnTo>
                    <a:pt x="13494" y="1987"/>
                  </a:lnTo>
                  <a:lnTo>
                    <a:pt x="13541" y="1987"/>
                  </a:lnTo>
                  <a:lnTo>
                    <a:pt x="13448" y="2186"/>
                  </a:lnTo>
                  <a:lnTo>
                    <a:pt x="13448" y="2384"/>
                  </a:lnTo>
                  <a:lnTo>
                    <a:pt x="13494" y="2915"/>
                  </a:lnTo>
                  <a:lnTo>
                    <a:pt x="13588" y="3378"/>
                  </a:lnTo>
                  <a:lnTo>
                    <a:pt x="13729" y="3775"/>
                  </a:lnTo>
                  <a:lnTo>
                    <a:pt x="13963" y="4239"/>
                  </a:lnTo>
                  <a:lnTo>
                    <a:pt x="14057" y="4505"/>
                  </a:lnTo>
                  <a:lnTo>
                    <a:pt x="14103" y="4836"/>
                  </a:lnTo>
                  <a:lnTo>
                    <a:pt x="14103" y="4969"/>
                  </a:lnTo>
                  <a:lnTo>
                    <a:pt x="14057" y="5034"/>
                  </a:lnTo>
                  <a:lnTo>
                    <a:pt x="13963" y="5034"/>
                  </a:lnTo>
                  <a:lnTo>
                    <a:pt x="13869" y="4969"/>
                  </a:lnTo>
                  <a:lnTo>
                    <a:pt x="13775" y="4770"/>
                  </a:lnTo>
                  <a:lnTo>
                    <a:pt x="13634" y="4174"/>
                  </a:lnTo>
                  <a:lnTo>
                    <a:pt x="13541" y="3842"/>
                  </a:lnTo>
                  <a:lnTo>
                    <a:pt x="13401" y="3577"/>
                  </a:lnTo>
                  <a:lnTo>
                    <a:pt x="13260" y="3246"/>
                  </a:lnTo>
                  <a:lnTo>
                    <a:pt x="13072" y="2980"/>
                  </a:lnTo>
                  <a:lnTo>
                    <a:pt x="12886" y="2782"/>
                  </a:lnTo>
                  <a:lnTo>
                    <a:pt x="12651" y="2583"/>
                  </a:lnTo>
                  <a:lnTo>
                    <a:pt x="12417" y="2451"/>
                  </a:lnTo>
                  <a:lnTo>
                    <a:pt x="12182" y="2384"/>
                  </a:lnTo>
                  <a:lnTo>
                    <a:pt x="11667" y="2384"/>
                  </a:lnTo>
                  <a:lnTo>
                    <a:pt x="11432" y="2451"/>
                  </a:lnTo>
                  <a:lnTo>
                    <a:pt x="11199" y="2583"/>
                  </a:lnTo>
                  <a:lnTo>
                    <a:pt x="11105" y="2650"/>
                  </a:lnTo>
                  <a:lnTo>
                    <a:pt x="11058" y="2717"/>
                  </a:lnTo>
                  <a:lnTo>
                    <a:pt x="11105" y="2915"/>
                  </a:lnTo>
                  <a:lnTo>
                    <a:pt x="11199" y="3047"/>
                  </a:lnTo>
                  <a:lnTo>
                    <a:pt x="11246" y="3114"/>
                  </a:lnTo>
                  <a:lnTo>
                    <a:pt x="11339" y="3114"/>
                  </a:lnTo>
                  <a:lnTo>
                    <a:pt x="11620" y="3047"/>
                  </a:lnTo>
                  <a:lnTo>
                    <a:pt x="11855" y="3047"/>
                  </a:lnTo>
                  <a:lnTo>
                    <a:pt x="12136" y="3114"/>
                  </a:lnTo>
                  <a:lnTo>
                    <a:pt x="12370" y="3246"/>
                  </a:lnTo>
                  <a:lnTo>
                    <a:pt x="12604" y="3378"/>
                  </a:lnTo>
                  <a:lnTo>
                    <a:pt x="12791" y="3643"/>
                  </a:lnTo>
                  <a:lnTo>
                    <a:pt x="12979" y="3909"/>
                  </a:lnTo>
                  <a:lnTo>
                    <a:pt x="13120" y="4239"/>
                  </a:lnTo>
                  <a:lnTo>
                    <a:pt x="13307" y="5034"/>
                  </a:lnTo>
                  <a:lnTo>
                    <a:pt x="13448" y="5367"/>
                  </a:lnTo>
                  <a:lnTo>
                    <a:pt x="13588" y="5632"/>
                  </a:lnTo>
                  <a:lnTo>
                    <a:pt x="13448" y="5764"/>
                  </a:lnTo>
                  <a:lnTo>
                    <a:pt x="13167" y="6095"/>
                  </a:lnTo>
                  <a:lnTo>
                    <a:pt x="12886" y="6492"/>
                  </a:lnTo>
                  <a:lnTo>
                    <a:pt x="12651" y="6891"/>
                  </a:lnTo>
                  <a:lnTo>
                    <a:pt x="12510" y="7354"/>
                  </a:lnTo>
                  <a:lnTo>
                    <a:pt x="12417" y="7751"/>
                  </a:lnTo>
                  <a:lnTo>
                    <a:pt x="12370" y="8148"/>
                  </a:lnTo>
                  <a:lnTo>
                    <a:pt x="12417" y="8548"/>
                  </a:lnTo>
                  <a:lnTo>
                    <a:pt x="12463" y="8945"/>
                  </a:lnTo>
                  <a:lnTo>
                    <a:pt x="12604" y="9275"/>
                  </a:lnTo>
                  <a:lnTo>
                    <a:pt x="12791" y="9541"/>
                  </a:lnTo>
                  <a:lnTo>
                    <a:pt x="13026" y="9805"/>
                  </a:lnTo>
                  <a:lnTo>
                    <a:pt x="13307" y="9938"/>
                  </a:lnTo>
                  <a:lnTo>
                    <a:pt x="13588" y="10070"/>
                  </a:lnTo>
                  <a:lnTo>
                    <a:pt x="13917" y="10005"/>
                  </a:lnTo>
                  <a:lnTo>
                    <a:pt x="14244" y="9938"/>
                  </a:lnTo>
                  <a:lnTo>
                    <a:pt x="14525" y="9740"/>
                  </a:lnTo>
                  <a:lnTo>
                    <a:pt x="15369" y="9144"/>
                  </a:lnTo>
                  <a:lnTo>
                    <a:pt x="16212" y="8414"/>
                  </a:lnTo>
                  <a:lnTo>
                    <a:pt x="16259" y="8282"/>
                  </a:lnTo>
                  <a:lnTo>
                    <a:pt x="16305" y="8148"/>
                  </a:lnTo>
                  <a:lnTo>
                    <a:pt x="16305" y="8016"/>
                  </a:lnTo>
                  <a:lnTo>
                    <a:pt x="16259" y="7950"/>
                  </a:lnTo>
                  <a:lnTo>
                    <a:pt x="16212" y="7818"/>
                  </a:lnTo>
                  <a:lnTo>
                    <a:pt x="16119" y="7751"/>
                  </a:lnTo>
                  <a:lnTo>
                    <a:pt x="15931" y="7751"/>
                  </a:lnTo>
                  <a:lnTo>
                    <a:pt x="15369" y="8215"/>
                  </a:lnTo>
                  <a:lnTo>
                    <a:pt x="14806" y="8746"/>
                  </a:lnTo>
                  <a:lnTo>
                    <a:pt x="14525" y="8945"/>
                  </a:lnTo>
                  <a:lnTo>
                    <a:pt x="14244" y="9144"/>
                  </a:lnTo>
                  <a:lnTo>
                    <a:pt x="13917" y="9275"/>
                  </a:lnTo>
                  <a:lnTo>
                    <a:pt x="13448" y="9275"/>
                  </a:lnTo>
                  <a:lnTo>
                    <a:pt x="13307" y="9209"/>
                  </a:lnTo>
                  <a:lnTo>
                    <a:pt x="13167" y="9077"/>
                  </a:lnTo>
                  <a:lnTo>
                    <a:pt x="13072" y="8945"/>
                  </a:lnTo>
                  <a:lnTo>
                    <a:pt x="12979" y="8746"/>
                  </a:lnTo>
                  <a:lnTo>
                    <a:pt x="12932" y="8548"/>
                  </a:lnTo>
                  <a:lnTo>
                    <a:pt x="12886" y="8083"/>
                  </a:lnTo>
                  <a:lnTo>
                    <a:pt x="12932" y="7885"/>
                  </a:lnTo>
                  <a:lnTo>
                    <a:pt x="12979" y="7619"/>
                  </a:lnTo>
                  <a:lnTo>
                    <a:pt x="13120" y="7222"/>
                  </a:lnTo>
                  <a:lnTo>
                    <a:pt x="13353" y="6891"/>
                  </a:lnTo>
                  <a:lnTo>
                    <a:pt x="13634" y="6559"/>
                  </a:lnTo>
                  <a:lnTo>
                    <a:pt x="14010" y="6095"/>
                  </a:lnTo>
                  <a:lnTo>
                    <a:pt x="14338" y="5632"/>
                  </a:lnTo>
                  <a:lnTo>
                    <a:pt x="14479" y="5367"/>
                  </a:lnTo>
                  <a:lnTo>
                    <a:pt x="14572" y="5101"/>
                  </a:lnTo>
                  <a:lnTo>
                    <a:pt x="14572" y="4373"/>
                  </a:lnTo>
                  <a:lnTo>
                    <a:pt x="14479" y="4108"/>
                  </a:lnTo>
                  <a:lnTo>
                    <a:pt x="14384" y="3909"/>
                  </a:lnTo>
                  <a:lnTo>
                    <a:pt x="14150" y="3378"/>
                  </a:lnTo>
                  <a:lnTo>
                    <a:pt x="13917" y="2849"/>
                  </a:lnTo>
                  <a:lnTo>
                    <a:pt x="13822" y="2583"/>
                  </a:lnTo>
                  <a:lnTo>
                    <a:pt x="13822" y="2318"/>
                  </a:lnTo>
                  <a:lnTo>
                    <a:pt x="13917" y="2252"/>
                  </a:lnTo>
                  <a:lnTo>
                    <a:pt x="14432" y="2054"/>
                  </a:lnTo>
                  <a:lnTo>
                    <a:pt x="14948" y="1855"/>
                  </a:lnTo>
                  <a:lnTo>
                    <a:pt x="15510" y="1721"/>
                  </a:lnTo>
                  <a:lnTo>
                    <a:pt x="16072" y="1656"/>
                  </a:lnTo>
                  <a:lnTo>
                    <a:pt x="16353" y="1721"/>
                  </a:lnTo>
                  <a:lnTo>
                    <a:pt x="16634" y="1855"/>
                  </a:lnTo>
                  <a:lnTo>
                    <a:pt x="16867" y="1987"/>
                  </a:lnTo>
                  <a:lnTo>
                    <a:pt x="17055" y="2186"/>
                  </a:lnTo>
                  <a:lnTo>
                    <a:pt x="17243" y="2451"/>
                  </a:lnTo>
                  <a:lnTo>
                    <a:pt x="17383" y="2717"/>
                  </a:lnTo>
                  <a:lnTo>
                    <a:pt x="17664" y="3445"/>
                  </a:lnTo>
                  <a:lnTo>
                    <a:pt x="17898" y="3976"/>
                  </a:lnTo>
                  <a:lnTo>
                    <a:pt x="17712" y="4373"/>
                  </a:lnTo>
                  <a:lnTo>
                    <a:pt x="17477" y="4637"/>
                  </a:lnTo>
                  <a:lnTo>
                    <a:pt x="17243" y="4836"/>
                  </a:lnTo>
                  <a:lnTo>
                    <a:pt x="16962" y="5034"/>
                  </a:lnTo>
                  <a:lnTo>
                    <a:pt x="16400" y="5300"/>
                  </a:lnTo>
                  <a:lnTo>
                    <a:pt x="15791" y="5565"/>
                  </a:lnTo>
                  <a:lnTo>
                    <a:pt x="15322" y="5831"/>
                  </a:lnTo>
                  <a:lnTo>
                    <a:pt x="14713" y="6228"/>
                  </a:lnTo>
                  <a:lnTo>
                    <a:pt x="14432" y="6427"/>
                  </a:lnTo>
                  <a:lnTo>
                    <a:pt x="14244" y="6757"/>
                  </a:lnTo>
                  <a:lnTo>
                    <a:pt x="14103" y="7023"/>
                  </a:lnTo>
                  <a:lnTo>
                    <a:pt x="14057" y="7222"/>
                  </a:lnTo>
                  <a:lnTo>
                    <a:pt x="14057" y="7552"/>
                  </a:lnTo>
                  <a:lnTo>
                    <a:pt x="14103" y="7686"/>
                  </a:lnTo>
                  <a:lnTo>
                    <a:pt x="14198" y="7751"/>
                  </a:lnTo>
                  <a:lnTo>
                    <a:pt x="14479" y="7751"/>
                  </a:lnTo>
                  <a:lnTo>
                    <a:pt x="14525" y="7619"/>
                  </a:lnTo>
                  <a:lnTo>
                    <a:pt x="14572" y="7487"/>
                  </a:lnTo>
                  <a:lnTo>
                    <a:pt x="14619" y="7354"/>
                  </a:lnTo>
                  <a:lnTo>
                    <a:pt x="14760" y="7155"/>
                  </a:lnTo>
                  <a:lnTo>
                    <a:pt x="15041" y="6891"/>
                  </a:lnTo>
                  <a:lnTo>
                    <a:pt x="15415" y="6626"/>
                  </a:lnTo>
                  <a:lnTo>
                    <a:pt x="15696" y="6492"/>
                  </a:lnTo>
                  <a:lnTo>
                    <a:pt x="16353" y="6161"/>
                  </a:lnTo>
                  <a:lnTo>
                    <a:pt x="16962" y="5831"/>
                  </a:lnTo>
                  <a:lnTo>
                    <a:pt x="17336" y="5632"/>
                  </a:lnTo>
                  <a:lnTo>
                    <a:pt x="17712" y="5367"/>
                  </a:lnTo>
                  <a:lnTo>
                    <a:pt x="17993" y="4969"/>
                  </a:lnTo>
                  <a:lnTo>
                    <a:pt x="18086" y="4770"/>
                  </a:lnTo>
                  <a:lnTo>
                    <a:pt x="18181" y="4505"/>
                  </a:lnTo>
                  <a:lnTo>
                    <a:pt x="18274" y="4637"/>
                  </a:lnTo>
                  <a:lnTo>
                    <a:pt x="18508" y="4902"/>
                  </a:lnTo>
                  <a:lnTo>
                    <a:pt x="18743" y="5034"/>
                  </a:lnTo>
                  <a:lnTo>
                    <a:pt x="19024" y="5233"/>
                  </a:lnTo>
                  <a:lnTo>
                    <a:pt x="19257" y="5433"/>
                  </a:lnTo>
                  <a:lnTo>
                    <a:pt x="19538" y="5764"/>
                  </a:lnTo>
                  <a:lnTo>
                    <a:pt x="19773" y="6228"/>
                  </a:lnTo>
                  <a:lnTo>
                    <a:pt x="19960" y="6691"/>
                  </a:lnTo>
                  <a:lnTo>
                    <a:pt x="20054" y="7222"/>
                  </a:lnTo>
                  <a:lnTo>
                    <a:pt x="19773" y="7885"/>
                  </a:lnTo>
                  <a:lnTo>
                    <a:pt x="19633" y="8215"/>
                  </a:lnTo>
                  <a:lnTo>
                    <a:pt x="19398" y="8481"/>
                  </a:lnTo>
                  <a:lnTo>
                    <a:pt x="19117" y="8811"/>
                  </a:lnTo>
                  <a:lnTo>
                    <a:pt x="18789" y="9144"/>
                  </a:lnTo>
                  <a:lnTo>
                    <a:pt x="18414" y="9342"/>
                  </a:lnTo>
                  <a:lnTo>
                    <a:pt x="18040" y="9541"/>
                  </a:lnTo>
                  <a:lnTo>
                    <a:pt x="17336" y="9805"/>
                  </a:lnTo>
                  <a:lnTo>
                    <a:pt x="16634" y="10137"/>
                  </a:lnTo>
                  <a:lnTo>
                    <a:pt x="16305" y="10336"/>
                  </a:lnTo>
                  <a:lnTo>
                    <a:pt x="15978" y="10601"/>
                  </a:lnTo>
                  <a:lnTo>
                    <a:pt x="15696" y="10865"/>
                  </a:lnTo>
                  <a:lnTo>
                    <a:pt x="15462" y="11262"/>
                  </a:lnTo>
                  <a:lnTo>
                    <a:pt x="15275" y="11595"/>
                  </a:lnTo>
                  <a:lnTo>
                    <a:pt x="15229" y="11992"/>
                  </a:lnTo>
                  <a:lnTo>
                    <a:pt x="15229" y="12323"/>
                  </a:lnTo>
                  <a:lnTo>
                    <a:pt x="15275" y="12655"/>
                  </a:lnTo>
                  <a:lnTo>
                    <a:pt x="15369" y="12921"/>
                  </a:lnTo>
                  <a:lnTo>
                    <a:pt x="15556" y="13184"/>
                  </a:lnTo>
                  <a:lnTo>
                    <a:pt x="15743" y="13383"/>
                  </a:lnTo>
                  <a:lnTo>
                    <a:pt x="16024" y="13582"/>
                  </a:lnTo>
                  <a:lnTo>
                    <a:pt x="16305" y="13649"/>
                  </a:lnTo>
                  <a:lnTo>
                    <a:pt x="16586" y="13649"/>
                  </a:lnTo>
                  <a:lnTo>
                    <a:pt x="16867" y="13582"/>
                  </a:lnTo>
                  <a:lnTo>
                    <a:pt x="17150" y="13517"/>
                  </a:lnTo>
                  <a:lnTo>
                    <a:pt x="17477" y="13383"/>
                  </a:lnTo>
                  <a:lnTo>
                    <a:pt x="17852" y="13184"/>
                  </a:lnTo>
                  <a:lnTo>
                    <a:pt x="18133" y="12921"/>
                  </a:lnTo>
                  <a:lnTo>
                    <a:pt x="18274" y="12720"/>
                  </a:lnTo>
                  <a:lnTo>
                    <a:pt x="18321" y="12588"/>
                  </a:lnTo>
                  <a:lnTo>
                    <a:pt x="18367" y="12323"/>
                  </a:lnTo>
                  <a:lnTo>
                    <a:pt x="18321" y="12258"/>
                  </a:lnTo>
                  <a:lnTo>
                    <a:pt x="18227" y="12191"/>
                  </a:lnTo>
                  <a:lnTo>
                    <a:pt x="17993" y="12191"/>
                  </a:lnTo>
                  <a:lnTo>
                    <a:pt x="17758" y="12323"/>
                  </a:lnTo>
                  <a:lnTo>
                    <a:pt x="17290" y="12588"/>
                  </a:lnTo>
                  <a:lnTo>
                    <a:pt x="17009" y="12720"/>
                  </a:lnTo>
                  <a:lnTo>
                    <a:pt x="16727" y="12787"/>
                  </a:lnTo>
                  <a:lnTo>
                    <a:pt x="16165" y="12787"/>
                  </a:lnTo>
                  <a:lnTo>
                    <a:pt x="15978" y="12655"/>
                  </a:lnTo>
                  <a:lnTo>
                    <a:pt x="15884" y="12521"/>
                  </a:lnTo>
                  <a:lnTo>
                    <a:pt x="15791" y="12323"/>
                  </a:lnTo>
                  <a:lnTo>
                    <a:pt x="15791" y="12124"/>
                  </a:lnTo>
                  <a:lnTo>
                    <a:pt x="15837" y="11925"/>
                  </a:lnTo>
                  <a:lnTo>
                    <a:pt x="15931" y="11727"/>
                  </a:lnTo>
                  <a:lnTo>
                    <a:pt x="16165" y="11396"/>
                  </a:lnTo>
                  <a:lnTo>
                    <a:pt x="16446" y="11131"/>
                  </a:lnTo>
                  <a:lnTo>
                    <a:pt x="16774" y="10932"/>
                  </a:lnTo>
                  <a:lnTo>
                    <a:pt x="17383" y="10666"/>
                  </a:lnTo>
                  <a:lnTo>
                    <a:pt x="18462" y="10137"/>
                  </a:lnTo>
                  <a:lnTo>
                    <a:pt x="19024" y="9805"/>
                  </a:lnTo>
                  <a:lnTo>
                    <a:pt x="19257" y="9606"/>
                  </a:lnTo>
                  <a:lnTo>
                    <a:pt x="19492" y="9342"/>
                  </a:lnTo>
                  <a:lnTo>
                    <a:pt x="19819" y="8945"/>
                  </a:lnTo>
                  <a:lnTo>
                    <a:pt x="20100" y="8414"/>
                  </a:lnTo>
                  <a:lnTo>
                    <a:pt x="20100" y="8481"/>
                  </a:lnTo>
                  <a:lnTo>
                    <a:pt x="20054" y="8679"/>
                  </a:lnTo>
                  <a:lnTo>
                    <a:pt x="20148" y="8878"/>
                  </a:lnTo>
                  <a:lnTo>
                    <a:pt x="20242" y="9010"/>
                  </a:lnTo>
                  <a:lnTo>
                    <a:pt x="20383" y="9077"/>
                  </a:lnTo>
                  <a:lnTo>
                    <a:pt x="20569" y="9144"/>
                  </a:lnTo>
                  <a:lnTo>
                    <a:pt x="20664" y="9209"/>
                  </a:lnTo>
                  <a:lnTo>
                    <a:pt x="20757" y="9407"/>
                  </a:lnTo>
                  <a:lnTo>
                    <a:pt x="20850" y="9673"/>
                  </a:lnTo>
                  <a:lnTo>
                    <a:pt x="20616" y="9740"/>
                  </a:lnTo>
                  <a:lnTo>
                    <a:pt x="20335" y="9872"/>
                  </a:lnTo>
                  <a:lnTo>
                    <a:pt x="19867" y="10204"/>
                  </a:lnTo>
                  <a:lnTo>
                    <a:pt x="19164" y="10534"/>
                  </a:lnTo>
                  <a:lnTo>
                    <a:pt x="18883" y="10666"/>
                  </a:lnTo>
                  <a:lnTo>
                    <a:pt x="18789" y="10800"/>
                  </a:lnTo>
                  <a:lnTo>
                    <a:pt x="18695" y="10999"/>
                  </a:lnTo>
                  <a:lnTo>
                    <a:pt x="18648" y="11131"/>
                  </a:lnTo>
                  <a:lnTo>
                    <a:pt x="18743" y="11329"/>
                  </a:lnTo>
                  <a:lnTo>
                    <a:pt x="18883" y="11396"/>
                  </a:lnTo>
                  <a:lnTo>
                    <a:pt x="19024" y="11396"/>
                  </a:lnTo>
                  <a:lnTo>
                    <a:pt x="19352" y="11329"/>
                  </a:lnTo>
                  <a:lnTo>
                    <a:pt x="19679" y="11131"/>
                  </a:lnTo>
                  <a:lnTo>
                    <a:pt x="19960" y="10932"/>
                  </a:lnTo>
                  <a:lnTo>
                    <a:pt x="20476" y="10601"/>
                  </a:lnTo>
                  <a:lnTo>
                    <a:pt x="20710" y="10336"/>
                  </a:lnTo>
                  <a:lnTo>
                    <a:pt x="20945" y="10070"/>
                  </a:lnTo>
                  <a:lnTo>
                    <a:pt x="20945" y="11860"/>
                  </a:lnTo>
                  <a:lnTo>
                    <a:pt x="20850" y="11925"/>
                  </a:lnTo>
                  <a:lnTo>
                    <a:pt x="20664" y="12521"/>
                  </a:lnTo>
                  <a:lnTo>
                    <a:pt x="20523" y="13119"/>
                  </a:lnTo>
                  <a:lnTo>
                    <a:pt x="19257" y="13119"/>
                  </a:lnTo>
                  <a:lnTo>
                    <a:pt x="18883" y="13184"/>
                  </a:lnTo>
                  <a:lnTo>
                    <a:pt x="18555" y="13383"/>
                  </a:lnTo>
                  <a:lnTo>
                    <a:pt x="18321" y="13715"/>
                  </a:lnTo>
                  <a:lnTo>
                    <a:pt x="18133" y="14113"/>
                  </a:lnTo>
                  <a:lnTo>
                    <a:pt x="17993" y="14510"/>
                  </a:lnTo>
                  <a:lnTo>
                    <a:pt x="17946" y="14776"/>
                  </a:lnTo>
                  <a:lnTo>
                    <a:pt x="17898" y="15039"/>
                  </a:lnTo>
                  <a:lnTo>
                    <a:pt x="17946" y="15504"/>
                  </a:lnTo>
                  <a:lnTo>
                    <a:pt x="18086" y="15968"/>
                  </a:lnTo>
                  <a:lnTo>
                    <a:pt x="18274" y="16432"/>
                  </a:lnTo>
                  <a:lnTo>
                    <a:pt x="18508" y="16830"/>
                  </a:lnTo>
                  <a:lnTo>
                    <a:pt x="18743" y="17227"/>
                  </a:lnTo>
                  <a:lnTo>
                    <a:pt x="18976" y="17624"/>
                  </a:lnTo>
                  <a:lnTo>
                    <a:pt x="19164" y="17756"/>
                  </a:lnTo>
                  <a:lnTo>
                    <a:pt x="19352" y="17823"/>
                  </a:lnTo>
                  <a:lnTo>
                    <a:pt x="19445" y="17756"/>
                  </a:lnTo>
                  <a:lnTo>
                    <a:pt x="19492" y="17624"/>
                  </a:lnTo>
                  <a:lnTo>
                    <a:pt x="19492" y="17292"/>
                  </a:lnTo>
                  <a:lnTo>
                    <a:pt x="19352" y="17028"/>
                  </a:lnTo>
                  <a:lnTo>
                    <a:pt x="19024" y="16497"/>
                  </a:lnTo>
                  <a:lnTo>
                    <a:pt x="18789" y="16167"/>
                  </a:lnTo>
                  <a:lnTo>
                    <a:pt x="18602" y="15769"/>
                  </a:lnTo>
                  <a:lnTo>
                    <a:pt x="18508" y="15372"/>
                  </a:lnTo>
                  <a:lnTo>
                    <a:pt x="18462" y="15106"/>
                  </a:lnTo>
                  <a:lnTo>
                    <a:pt x="18462" y="14908"/>
                  </a:lnTo>
                  <a:lnTo>
                    <a:pt x="18508" y="14642"/>
                  </a:lnTo>
                  <a:lnTo>
                    <a:pt x="18602" y="14443"/>
                  </a:lnTo>
                  <a:lnTo>
                    <a:pt x="18743" y="14178"/>
                  </a:lnTo>
                  <a:lnTo>
                    <a:pt x="19024" y="13979"/>
                  </a:lnTo>
                  <a:lnTo>
                    <a:pt x="19305" y="13847"/>
                  </a:lnTo>
                  <a:lnTo>
                    <a:pt x="19586" y="13780"/>
                  </a:lnTo>
                  <a:lnTo>
                    <a:pt x="20569" y="13780"/>
                  </a:lnTo>
                  <a:lnTo>
                    <a:pt x="20429" y="14178"/>
                  </a:lnTo>
                  <a:lnTo>
                    <a:pt x="20383" y="14378"/>
                  </a:lnTo>
                  <a:lnTo>
                    <a:pt x="20429" y="14642"/>
                  </a:lnTo>
                  <a:lnTo>
                    <a:pt x="20476" y="15039"/>
                  </a:lnTo>
                  <a:lnTo>
                    <a:pt x="20476" y="15901"/>
                  </a:lnTo>
                  <a:lnTo>
                    <a:pt x="20429" y="16298"/>
                  </a:lnTo>
                  <a:lnTo>
                    <a:pt x="20335" y="15968"/>
                  </a:lnTo>
                  <a:lnTo>
                    <a:pt x="20242" y="15702"/>
                  </a:lnTo>
                  <a:lnTo>
                    <a:pt x="20100" y="15372"/>
                  </a:lnTo>
                  <a:lnTo>
                    <a:pt x="19914" y="15106"/>
                  </a:lnTo>
                  <a:lnTo>
                    <a:pt x="19819" y="15039"/>
                  </a:lnTo>
                  <a:lnTo>
                    <a:pt x="19633" y="15039"/>
                  </a:lnTo>
                  <a:lnTo>
                    <a:pt x="19538" y="15106"/>
                  </a:lnTo>
                  <a:lnTo>
                    <a:pt x="19492" y="15238"/>
                  </a:lnTo>
                  <a:lnTo>
                    <a:pt x="19492" y="15504"/>
                  </a:lnTo>
                  <a:lnTo>
                    <a:pt x="19538" y="15636"/>
                  </a:lnTo>
                  <a:lnTo>
                    <a:pt x="19773" y="16100"/>
                  </a:lnTo>
                  <a:lnTo>
                    <a:pt x="19914" y="16564"/>
                  </a:lnTo>
                  <a:lnTo>
                    <a:pt x="19960" y="17093"/>
                  </a:lnTo>
                  <a:lnTo>
                    <a:pt x="19914" y="17691"/>
                  </a:lnTo>
                  <a:lnTo>
                    <a:pt x="19914" y="17823"/>
                  </a:lnTo>
                  <a:lnTo>
                    <a:pt x="19960" y="18022"/>
                  </a:lnTo>
                  <a:lnTo>
                    <a:pt x="19633" y="18618"/>
                  </a:lnTo>
                  <a:lnTo>
                    <a:pt x="19211" y="19214"/>
                  </a:lnTo>
                  <a:lnTo>
                    <a:pt x="19024" y="19413"/>
                  </a:lnTo>
                  <a:lnTo>
                    <a:pt x="18743" y="19678"/>
                  </a:lnTo>
                  <a:lnTo>
                    <a:pt x="18227" y="19944"/>
                  </a:lnTo>
                  <a:lnTo>
                    <a:pt x="18274" y="19810"/>
                  </a:lnTo>
                  <a:lnTo>
                    <a:pt x="18321" y="19214"/>
                  </a:lnTo>
                  <a:lnTo>
                    <a:pt x="18274" y="18685"/>
                  </a:lnTo>
                  <a:lnTo>
                    <a:pt x="18181" y="18089"/>
                  </a:lnTo>
                  <a:lnTo>
                    <a:pt x="17993" y="17557"/>
                  </a:lnTo>
                  <a:lnTo>
                    <a:pt x="17758" y="17028"/>
                  </a:lnTo>
                  <a:lnTo>
                    <a:pt x="17477" y="16564"/>
                  </a:lnTo>
                  <a:lnTo>
                    <a:pt x="17243" y="16298"/>
                  </a:lnTo>
                  <a:lnTo>
                    <a:pt x="17150" y="16100"/>
                  </a:lnTo>
                  <a:lnTo>
                    <a:pt x="17055" y="15968"/>
                  </a:lnTo>
                  <a:lnTo>
                    <a:pt x="16821" y="15968"/>
                  </a:lnTo>
                  <a:lnTo>
                    <a:pt x="16400" y="15702"/>
                  </a:lnTo>
                  <a:lnTo>
                    <a:pt x="16446" y="15504"/>
                  </a:lnTo>
                  <a:lnTo>
                    <a:pt x="16446" y="15106"/>
                  </a:lnTo>
                  <a:lnTo>
                    <a:pt x="16400" y="15039"/>
                  </a:lnTo>
                  <a:lnTo>
                    <a:pt x="16305" y="14974"/>
                  </a:lnTo>
                  <a:lnTo>
                    <a:pt x="16165" y="14974"/>
                  </a:lnTo>
                  <a:lnTo>
                    <a:pt x="16072" y="15039"/>
                  </a:lnTo>
                  <a:lnTo>
                    <a:pt x="16024" y="15173"/>
                  </a:lnTo>
                  <a:lnTo>
                    <a:pt x="15931" y="15504"/>
                  </a:lnTo>
                  <a:lnTo>
                    <a:pt x="15650" y="15437"/>
                  </a:lnTo>
                  <a:lnTo>
                    <a:pt x="15369" y="15504"/>
                  </a:lnTo>
                  <a:lnTo>
                    <a:pt x="15088" y="15570"/>
                  </a:lnTo>
                  <a:lnTo>
                    <a:pt x="14853" y="15702"/>
                  </a:lnTo>
                  <a:lnTo>
                    <a:pt x="14760" y="15504"/>
                  </a:lnTo>
                  <a:lnTo>
                    <a:pt x="14619" y="15372"/>
                  </a:lnTo>
                  <a:lnTo>
                    <a:pt x="14384" y="15372"/>
                  </a:lnTo>
                  <a:lnTo>
                    <a:pt x="14291" y="15504"/>
                  </a:lnTo>
                  <a:lnTo>
                    <a:pt x="14198" y="15636"/>
                  </a:lnTo>
                  <a:lnTo>
                    <a:pt x="14103" y="15769"/>
                  </a:lnTo>
                  <a:lnTo>
                    <a:pt x="13917" y="16100"/>
                  </a:lnTo>
                  <a:lnTo>
                    <a:pt x="13729" y="16365"/>
                  </a:lnTo>
                  <a:lnTo>
                    <a:pt x="13353" y="16631"/>
                  </a:lnTo>
                  <a:lnTo>
                    <a:pt x="12932" y="16830"/>
                  </a:lnTo>
                  <a:lnTo>
                    <a:pt x="12510" y="16961"/>
                  </a:lnTo>
                  <a:lnTo>
                    <a:pt x="12089" y="17028"/>
                  </a:lnTo>
                  <a:lnTo>
                    <a:pt x="11199" y="17028"/>
                  </a:lnTo>
                  <a:lnTo>
                    <a:pt x="10636" y="16895"/>
                  </a:lnTo>
                  <a:lnTo>
                    <a:pt x="10449" y="16830"/>
                  </a:lnTo>
                  <a:lnTo>
                    <a:pt x="10401" y="16830"/>
                  </a:lnTo>
                  <a:lnTo>
                    <a:pt x="10401" y="16497"/>
                  </a:lnTo>
                  <a:lnTo>
                    <a:pt x="10261" y="16298"/>
                  </a:lnTo>
                  <a:lnTo>
                    <a:pt x="10589" y="15570"/>
                  </a:lnTo>
                  <a:lnTo>
                    <a:pt x="10918" y="14776"/>
                  </a:lnTo>
                  <a:lnTo>
                    <a:pt x="11199" y="14311"/>
                  </a:lnTo>
                  <a:lnTo>
                    <a:pt x="11480" y="13780"/>
                  </a:lnTo>
                  <a:lnTo>
                    <a:pt x="11808" y="13383"/>
                  </a:lnTo>
                  <a:lnTo>
                    <a:pt x="12136" y="12921"/>
                  </a:lnTo>
                  <a:lnTo>
                    <a:pt x="12510" y="12588"/>
                  </a:lnTo>
                  <a:lnTo>
                    <a:pt x="12886" y="12258"/>
                  </a:lnTo>
                  <a:lnTo>
                    <a:pt x="13072" y="12124"/>
                  </a:lnTo>
                  <a:lnTo>
                    <a:pt x="13307" y="12124"/>
                  </a:lnTo>
                  <a:lnTo>
                    <a:pt x="13401" y="12191"/>
                  </a:lnTo>
                  <a:lnTo>
                    <a:pt x="13448" y="12323"/>
                  </a:lnTo>
                  <a:lnTo>
                    <a:pt x="13448" y="12720"/>
                  </a:lnTo>
                  <a:lnTo>
                    <a:pt x="13353" y="12921"/>
                  </a:lnTo>
                  <a:lnTo>
                    <a:pt x="13167" y="13318"/>
                  </a:lnTo>
                  <a:lnTo>
                    <a:pt x="12839" y="13847"/>
                  </a:lnTo>
                  <a:lnTo>
                    <a:pt x="12463" y="14378"/>
                  </a:lnTo>
                  <a:lnTo>
                    <a:pt x="12136" y="14974"/>
                  </a:lnTo>
                  <a:lnTo>
                    <a:pt x="11855" y="15636"/>
                  </a:lnTo>
                  <a:lnTo>
                    <a:pt x="11855" y="15769"/>
                  </a:lnTo>
                  <a:lnTo>
                    <a:pt x="11901" y="15968"/>
                  </a:lnTo>
                  <a:lnTo>
                    <a:pt x="11996" y="16035"/>
                  </a:lnTo>
                  <a:lnTo>
                    <a:pt x="12136" y="16035"/>
                  </a:lnTo>
                  <a:lnTo>
                    <a:pt x="12417" y="15702"/>
                  </a:lnTo>
                  <a:lnTo>
                    <a:pt x="12698" y="15305"/>
                  </a:lnTo>
                  <a:lnTo>
                    <a:pt x="13120" y="14443"/>
                  </a:lnTo>
                  <a:lnTo>
                    <a:pt x="13541" y="13780"/>
                  </a:lnTo>
                  <a:lnTo>
                    <a:pt x="13729" y="13450"/>
                  </a:lnTo>
                  <a:lnTo>
                    <a:pt x="13869" y="13052"/>
                  </a:lnTo>
                  <a:lnTo>
                    <a:pt x="13917" y="12720"/>
                  </a:lnTo>
                  <a:lnTo>
                    <a:pt x="13917" y="12390"/>
                  </a:lnTo>
                  <a:lnTo>
                    <a:pt x="13869" y="12059"/>
                  </a:lnTo>
                  <a:lnTo>
                    <a:pt x="13775" y="11793"/>
                  </a:lnTo>
                  <a:lnTo>
                    <a:pt x="13634" y="11528"/>
                  </a:lnTo>
                  <a:lnTo>
                    <a:pt x="13401" y="11396"/>
                  </a:lnTo>
                  <a:lnTo>
                    <a:pt x="13213" y="11396"/>
                  </a:lnTo>
                  <a:lnTo>
                    <a:pt x="12932" y="11463"/>
                  </a:lnTo>
                  <a:lnTo>
                    <a:pt x="12651" y="11595"/>
                  </a:lnTo>
                  <a:lnTo>
                    <a:pt x="12370" y="11860"/>
                  </a:lnTo>
                  <a:lnTo>
                    <a:pt x="11855" y="12390"/>
                  </a:lnTo>
                  <a:lnTo>
                    <a:pt x="11386" y="12986"/>
                  </a:lnTo>
                  <a:lnTo>
                    <a:pt x="10965" y="13649"/>
                  </a:lnTo>
                  <a:lnTo>
                    <a:pt x="10589" y="14245"/>
                  </a:lnTo>
                  <a:lnTo>
                    <a:pt x="10261" y="14908"/>
                  </a:lnTo>
                  <a:lnTo>
                    <a:pt x="10027" y="15636"/>
                  </a:lnTo>
                  <a:lnTo>
                    <a:pt x="9934" y="16035"/>
                  </a:lnTo>
                  <a:lnTo>
                    <a:pt x="9887" y="16432"/>
                  </a:lnTo>
                  <a:lnTo>
                    <a:pt x="9839" y="16432"/>
                  </a:lnTo>
                  <a:lnTo>
                    <a:pt x="9793" y="16564"/>
                  </a:lnTo>
                  <a:lnTo>
                    <a:pt x="9652" y="16631"/>
                  </a:lnTo>
                  <a:lnTo>
                    <a:pt x="9325" y="16631"/>
                  </a:lnTo>
                  <a:lnTo>
                    <a:pt x="8715" y="16432"/>
                  </a:lnTo>
                  <a:lnTo>
                    <a:pt x="7966" y="16432"/>
                  </a:lnTo>
                  <a:lnTo>
                    <a:pt x="7263" y="16564"/>
                  </a:lnTo>
                  <a:lnTo>
                    <a:pt x="7168" y="16564"/>
                  </a:lnTo>
                  <a:lnTo>
                    <a:pt x="7168" y="15901"/>
                  </a:lnTo>
                  <a:lnTo>
                    <a:pt x="7263" y="15636"/>
                  </a:lnTo>
                  <a:lnTo>
                    <a:pt x="7356" y="15372"/>
                  </a:lnTo>
                  <a:lnTo>
                    <a:pt x="7497" y="15106"/>
                  </a:lnTo>
                  <a:lnTo>
                    <a:pt x="7685" y="14974"/>
                  </a:lnTo>
                  <a:lnTo>
                    <a:pt x="7872" y="14776"/>
                  </a:lnTo>
                  <a:lnTo>
                    <a:pt x="8153" y="14709"/>
                  </a:lnTo>
                  <a:lnTo>
                    <a:pt x="8621" y="14510"/>
                  </a:lnTo>
                  <a:lnTo>
                    <a:pt x="9044" y="14311"/>
                  </a:lnTo>
                  <a:lnTo>
                    <a:pt x="9465" y="14046"/>
                  </a:lnTo>
                  <a:lnTo>
                    <a:pt x="9839" y="13715"/>
                  </a:lnTo>
                  <a:lnTo>
                    <a:pt x="10168" y="13318"/>
                  </a:lnTo>
                  <a:lnTo>
                    <a:pt x="10496" y="12921"/>
                  </a:lnTo>
                  <a:lnTo>
                    <a:pt x="10777" y="12456"/>
                  </a:lnTo>
                  <a:lnTo>
                    <a:pt x="11011" y="11925"/>
                  </a:lnTo>
                  <a:lnTo>
                    <a:pt x="11199" y="11528"/>
                  </a:lnTo>
                  <a:lnTo>
                    <a:pt x="11386" y="10999"/>
                  </a:lnTo>
                  <a:lnTo>
                    <a:pt x="11432" y="10733"/>
                  </a:lnTo>
                  <a:lnTo>
                    <a:pt x="11480" y="10468"/>
                  </a:lnTo>
                  <a:lnTo>
                    <a:pt x="11432" y="10204"/>
                  </a:lnTo>
                  <a:lnTo>
                    <a:pt x="11386" y="10005"/>
                  </a:lnTo>
                  <a:lnTo>
                    <a:pt x="11246" y="10005"/>
                  </a:lnTo>
                  <a:lnTo>
                    <a:pt x="11105" y="10070"/>
                  </a:lnTo>
                  <a:lnTo>
                    <a:pt x="11011" y="10269"/>
                  </a:lnTo>
                  <a:lnTo>
                    <a:pt x="10870" y="10733"/>
                  </a:lnTo>
                  <a:lnTo>
                    <a:pt x="10636" y="11396"/>
                  </a:lnTo>
                  <a:lnTo>
                    <a:pt x="10355" y="12059"/>
                  </a:lnTo>
                  <a:lnTo>
                    <a:pt x="9980" y="12655"/>
                  </a:lnTo>
                  <a:lnTo>
                    <a:pt x="9558" y="13119"/>
                  </a:lnTo>
                  <a:lnTo>
                    <a:pt x="9090" y="13517"/>
                  </a:lnTo>
                  <a:lnTo>
                    <a:pt x="8575" y="13847"/>
                  </a:lnTo>
                  <a:lnTo>
                    <a:pt x="8106" y="14046"/>
                  </a:lnTo>
                  <a:lnTo>
                    <a:pt x="7685" y="14245"/>
                  </a:lnTo>
                  <a:lnTo>
                    <a:pt x="7450" y="14311"/>
                  </a:lnTo>
                  <a:lnTo>
                    <a:pt x="7263" y="14510"/>
                  </a:lnTo>
                  <a:lnTo>
                    <a:pt x="7075" y="14709"/>
                  </a:lnTo>
                  <a:lnTo>
                    <a:pt x="6935" y="14974"/>
                  </a:lnTo>
                  <a:lnTo>
                    <a:pt x="6747" y="15372"/>
                  </a:lnTo>
                  <a:lnTo>
                    <a:pt x="6654" y="15836"/>
                  </a:lnTo>
                  <a:lnTo>
                    <a:pt x="6654" y="16298"/>
                  </a:lnTo>
                  <a:lnTo>
                    <a:pt x="6747" y="16763"/>
                  </a:lnTo>
                  <a:lnTo>
                    <a:pt x="6278" y="16961"/>
                  </a:lnTo>
                  <a:lnTo>
                    <a:pt x="5763" y="17160"/>
                  </a:lnTo>
                  <a:lnTo>
                    <a:pt x="5576" y="17160"/>
                  </a:lnTo>
                  <a:lnTo>
                    <a:pt x="5388" y="17093"/>
                  </a:lnTo>
                  <a:lnTo>
                    <a:pt x="5201" y="17028"/>
                  </a:lnTo>
                  <a:lnTo>
                    <a:pt x="5061" y="16895"/>
                  </a:lnTo>
                  <a:lnTo>
                    <a:pt x="4920" y="16696"/>
                  </a:lnTo>
                  <a:lnTo>
                    <a:pt x="4826" y="16497"/>
                  </a:lnTo>
                  <a:lnTo>
                    <a:pt x="4780" y="16298"/>
                  </a:lnTo>
                  <a:lnTo>
                    <a:pt x="4826" y="15968"/>
                  </a:lnTo>
                  <a:lnTo>
                    <a:pt x="4873" y="15836"/>
                  </a:lnTo>
                  <a:lnTo>
                    <a:pt x="4826" y="15702"/>
                  </a:lnTo>
                  <a:lnTo>
                    <a:pt x="4966" y="15437"/>
                  </a:lnTo>
                  <a:lnTo>
                    <a:pt x="5061" y="15173"/>
                  </a:lnTo>
                  <a:lnTo>
                    <a:pt x="5247" y="14642"/>
                  </a:lnTo>
                  <a:lnTo>
                    <a:pt x="5435" y="14178"/>
                  </a:lnTo>
                  <a:lnTo>
                    <a:pt x="5670" y="13582"/>
                  </a:lnTo>
                  <a:lnTo>
                    <a:pt x="5716" y="13318"/>
                  </a:lnTo>
                  <a:lnTo>
                    <a:pt x="5763" y="13052"/>
                  </a:lnTo>
                  <a:lnTo>
                    <a:pt x="5716" y="12720"/>
                  </a:lnTo>
                  <a:lnTo>
                    <a:pt x="5670" y="12456"/>
                  </a:lnTo>
                  <a:lnTo>
                    <a:pt x="5528" y="12323"/>
                  </a:lnTo>
                  <a:lnTo>
                    <a:pt x="5388" y="12191"/>
                  </a:lnTo>
                  <a:lnTo>
                    <a:pt x="5247" y="12124"/>
                  </a:lnTo>
                  <a:lnTo>
                    <a:pt x="5061" y="12124"/>
                  </a:lnTo>
                  <a:lnTo>
                    <a:pt x="4733" y="12191"/>
                  </a:lnTo>
                  <a:lnTo>
                    <a:pt x="4452" y="12323"/>
                  </a:lnTo>
                  <a:lnTo>
                    <a:pt x="4076" y="12655"/>
                  </a:lnTo>
                  <a:lnTo>
                    <a:pt x="3749" y="13052"/>
                  </a:lnTo>
                  <a:lnTo>
                    <a:pt x="3514" y="13450"/>
                  </a:lnTo>
                  <a:lnTo>
                    <a:pt x="3280" y="13847"/>
                  </a:lnTo>
                  <a:lnTo>
                    <a:pt x="3186" y="13847"/>
                  </a:lnTo>
                  <a:lnTo>
                    <a:pt x="3092" y="13914"/>
                  </a:lnTo>
                  <a:lnTo>
                    <a:pt x="2999" y="14178"/>
                  </a:lnTo>
                  <a:lnTo>
                    <a:pt x="2999" y="14378"/>
                  </a:lnTo>
                  <a:lnTo>
                    <a:pt x="3045" y="14510"/>
                  </a:lnTo>
                  <a:lnTo>
                    <a:pt x="3140" y="14577"/>
                  </a:lnTo>
                  <a:lnTo>
                    <a:pt x="3280" y="14642"/>
                  </a:lnTo>
                  <a:lnTo>
                    <a:pt x="3421" y="14642"/>
                  </a:lnTo>
                  <a:lnTo>
                    <a:pt x="3561" y="14577"/>
                  </a:lnTo>
                  <a:lnTo>
                    <a:pt x="3655" y="14443"/>
                  </a:lnTo>
                  <a:lnTo>
                    <a:pt x="4076" y="13780"/>
                  </a:lnTo>
                  <a:lnTo>
                    <a:pt x="4264" y="13450"/>
                  </a:lnTo>
                  <a:lnTo>
                    <a:pt x="4498" y="13184"/>
                  </a:lnTo>
                  <a:lnTo>
                    <a:pt x="4780" y="13052"/>
                  </a:lnTo>
                  <a:lnTo>
                    <a:pt x="5061" y="12921"/>
                  </a:lnTo>
                  <a:lnTo>
                    <a:pt x="5154" y="12921"/>
                  </a:lnTo>
                  <a:lnTo>
                    <a:pt x="5154" y="13184"/>
                  </a:lnTo>
                  <a:lnTo>
                    <a:pt x="5014" y="13649"/>
                  </a:lnTo>
                  <a:lnTo>
                    <a:pt x="4685" y="14510"/>
                  </a:lnTo>
                  <a:lnTo>
                    <a:pt x="4545" y="15039"/>
                  </a:lnTo>
                  <a:lnTo>
                    <a:pt x="4452" y="15305"/>
                  </a:lnTo>
                  <a:lnTo>
                    <a:pt x="4357" y="15437"/>
                  </a:lnTo>
                  <a:lnTo>
                    <a:pt x="4217" y="15570"/>
                  </a:lnTo>
                  <a:lnTo>
                    <a:pt x="4217" y="15636"/>
                  </a:lnTo>
                  <a:lnTo>
                    <a:pt x="4171" y="15702"/>
                  </a:lnTo>
                  <a:lnTo>
                    <a:pt x="3983" y="15901"/>
                  </a:lnTo>
                  <a:lnTo>
                    <a:pt x="3749" y="15968"/>
                  </a:lnTo>
                  <a:lnTo>
                    <a:pt x="3514" y="16035"/>
                  </a:lnTo>
                  <a:lnTo>
                    <a:pt x="3233" y="16035"/>
                  </a:lnTo>
                  <a:lnTo>
                    <a:pt x="2999" y="15968"/>
                  </a:lnTo>
                  <a:lnTo>
                    <a:pt x="2764" y="15836"/>
                  </a:lnTo>
                  <a:lnTo>
                    <a:pt x="2578" y="15702"/>
                  </a:lnTo>
                  <a:lnTo>
                    <a:pt x="2390" y="15504"/>
                  </a:lnTo>
                  <a:lnTo>
                    <a:pt x="2202" y="15238"/>
                  </a:lnTo>
                  <a:lnTo>
                    <a:pt x="2109" y="14974"/>
                  </a:lnTo>
                  <a:lnTo>
                    <a:pt x="2014" y="14709"/>
                  </a:lnTo>
                  <a:lnTo>
                    <a:pt x="1921" y="14378"/>
                  </a:lnTo>
                  <a:lnTo>
                    <a:pt x="1921" y="13450"/>
                  </a:lnTo>
                  <a:lnTo>
                    <a:pt x="2014" y="13119"/>
                  </a:lnTo>
                  <a:lnTo>
                    <a:pt x="2062" y="12921"/>
                  </a:lnTo>
                  <a:lnTo>
                    <a:pt x="2109" y="12720"/>
                  </a:lnTo>
                  <a:lnTo>
                    <a:pt x="2062" y="12588"/>
                  </a:lnTo>
                  <a:lnTo>
                    <a:pt x="2155" y="12588"/>
                  </a:lnTo>
                  <a:lnTo>
                    <a:pt x="2483" y="12390"/>
                  </a:lnTo>
                  <a:lnTo>
                    <a:pt x="2811" y="12258"/>
                  </a:lnTo>
                  <a:lnTo>
                    <a:pt x="3561" y="11727"/>
                  </a:lnTo>
                  <a:lnTo>
                    <a:pt x="4311" y="11131"/>
                  </a:lnTo>
                  <a:lnTo>
                    <a:pt x="4873" y="10601"/>
                  </a:lnTo>
                  <a:lnTo>
                    <a:pt x="5107" y="10269"/>
                  </a:lnTo>
                  <a:lnTo>
                    <a:pt x="5295" y="9938"/>
                  </a:lnTo>
                  <a:lnTo>
                    <a:pt x="5482" y="9541"/>
                  </a:lnTo>
                  <a:lnTo>
                    <a:pt x="5623" y="9209"/>
                  </a:lnTo>
                  <a:lnTo>
                    <a:pt x="5716" y="8746"/>
                  </a:lnTo>
                  <a:lnTo>
                    <a:pt x="5763" y="8282"/>
                  </a:lnTo>
                  <a:lnTo>
                    <a:pt x="5763" y="7950"/>
                  </a:lnTo>
                  <a:lnTo>
                    <a:pt x="5716" y="7552"/>
                  </a:lnTo>
                  <a:lnTo>
                    <a:pt x="5576" y="7222"/>
                  </a:lnTo>
                  <a:lnTo>
                    <a:pt x="5482" y="7090"/>
                  </a:lnTo>
                  <a:lnTo>
                    <a:pt x="5388" y="7023"/>
                  </a:lnTo>
                  <a:lnTo>
                    <a:pt x="5061" y="6891"/>
                  </a:lnTo>
                  <a:lnTo>
                    <a:pt x="4780" y="6824"/>
                  </a:lnTo>
                  <a:lnTo>
                    <a:pt x="4452" y="6891"/>
                  </a:lnTo>
                  <a:lnTo>
                    <a:pt x="4123" y="6956"/>
                  </a:lnTo>
                  <a:lnTo>
                    <a:pt x="3749" y="7155"/>
                  </a:lnTo>
                  <a:lnTo>
                    <a:pt x="3421" y="7354"/>
                  </a:lnTo>
                  <a:lnTo>
                    <a:pt x="2764" y="7885"/>
                  </a:lnTo>
                  <a:lnTo>
                    <a:pt x="1921" y="8548"/>
                  </a:lnTo>
                  <a:lnTo>
                    <a:pt x="1547" y="8878"/>
                  </a:lnTo>
                  <a:lnTo>
                    <a:pt x="1171" y="9209"/>
                  </a:lnTo>
                  <a:lnTo>
                    <a:pt x="1078" y="9342"/>
                  </a:lnTo>
                  <a:lnTo>
                    <a:pt x="1031" y="9474"/>
                  </a:lnTo>
                  <a:lnTo>
                    <a:pt x="1031" y="9606"/>
                  </a:lnTo>
                  <a:lnTo>
                    <a:pt x="1078" y="9673"/>
                  </a:lnTo>
                  <a:lnTo>
                    <a:pt x="1124" y="9805"/>
                  </a:lnTo>
                  <a:lnTo>
                    <a:pt x="1219" y="9872"/>
                  </a:lnTo>
                  <a:lnTo>
                    <a:pt x="1406" y="9872"/>
                  </a:lnTo>
                  <a:lnTo>
                    <a:pt x="1968" y="9474"/>
                  </a:lnTo>
                  <a:lnTo>
                    <a:pt x="2483" y="9010"/>
                  </a:lnTo>
                  <a:lnTo>
                    <a:pt x="3561" y="8148"/>
                  </a:lnTo>
                  <a:lnTo>
                    <a:pt x="4076" y="7818"/>
                  </a:lnTo>
                  <a:lnTo>
                    <a:pt x="4311" y="7686"/>
                  </a:lnTo>
                  <a:lnTo>
                    <a:pt x="4592" y="7619"/>
                  </a:lnTo>
                  <a:lnTo>
                    <a:pt x="4780" y="7552"/>
                  </a:lnTo>
                  <a:lnTo>
                    <a:pt x="4920" y="7619"/>
                  </a:lnTo>
                  <a:lnTo>
                    <a:pt x="5107" y="7686"/>
                  </a:lnTo>
                  <a:lnTo>
                    <a:pt x="5154" y="7751"/>
                  </a:lnTo>
                  <a:lnTo>
                    <a:pt x="5201" y="7885"/>
                  </a:lnTo>
                  <a:lnTo>
                    <a:pt x="5247" y="8083"/>
                  </a:lnTo>
                  <a:lnTo>
                    <a:pt x="5247" y="8282"/>
                  </a:lnTo>
                  <a:lnTo>
                    <a:pt x="5201" y="8746"/>
                  </a:lnTo>
                  <a:lnTo>
                    <a:pt x="5107" y="9077"/>
                  </a:lnTo>
                  <a:lnTo>
                    <a:pt x="4920" y="9474"/>
                  </a:lnTo>
                  <a:lnTo>
                    <a:pt x="4733" y="9740"/>
                  </a:lnTo>
                  <a:lnTo>
                    <a:pt x="4545" y="10070"/>
                  </a:lnTo>
                  <a:lnTo>
                    <a:pt x="4030" y="10534"/>
                  </a:lnTo>
                  <a:lnTo>
                    <a:pt x="3561" y="10932"/>
                  </a:lnTo>
                  <a:lnTo>
                    <a:pt x="2999" y="11396"/>
                  </a:lnTo>
                  <a:lnTo>
                    <a:pt x="2437" y="11793"/>
                  </a:lnTo>
                  <a:lnTo>
                    <a:pt x="1874" y="12191"/>
                  </a:lnTo>
                  <a:lnTo>
                    <a:pt x="1687" y="12323"/>
                  </a:lnTo>
                  <a:lnTo>
                    <a:pt x="1593" y="12390"/>
                  </a:lnTo>
                  <a:lnTo>
                    <a:pt x="1547" y="12521"/>
                  </a:lnTo>
                  <a:lnTo>
                    <a:pt x="1500" y="12521"/>
                  </a:lnTo>
                  <a:lnTo>
                    <a:pt x="1359" y="12390"/>
                  </a:lnTo>
                  <a:lnTo>
                    <a:pt x="1124" y="12124"/>
                  </a:lnTo>
                  <a:lnTo>
                    <a:pt x="890" y="11662"/>
                  </a:lnTo>
                  <a:lnTo>
                    <a:pt x="750" y="11329"/>
                  </a:lnTo>
                  <a:lnTo>
                    <a:pt x="657" y="10932"/>
                  </a:lnTo>
                  <a:lnTo>
                    <a:pt x="609" y="10534"/>
                  </a:lnTo>
                  <a:lnTo>
                    <a:pt x="609" y="9673"/>
                  </a:lnTo>
                  <a:lnTo>
                    <a:pt x="703" y="9275"/>
                  </a:lnTo>
                  <a:lnTo>
                    <a:pt x="843" y="8811"/>
                  </a:lnTo>
                  <a:lnTo>
                    <a:pt x="984" y="8414"/>
                  </a:lnTo>
                  <a:lnTo>
                    <a:pt x="1171" y="8083"/>
                  </a:lnTo>
                  <a:lnTo>
                    <a:pt x="1406" y="7751"/>
                  </a:lnTo>
                  <a:lnTo>
                    <a:pt x="1921" y="7155"/>
                  </a:lnTo>
                  <a:lnTo>
                    <a:pt x="2437" y="6691"/>
                  </a:lnTo>
                  <a:lnTo>
                    <a:pt x="3045" y="6293"/>
                  </a:lnTo>
                  <a:lnTo>
                    <a:pt x="3140" y="6161"/>
                  </a:lnTo>
                  <a:lnTo>
                    <a:pt x="3186" y="5963"/>
                  </a:lnTo>
                  <a:lnTo>
                    <a:pt x="3280" y="5632"/>
                  </a:lnTo>
                  <a:lnTo>
                    <a:pt x="3468" y="5233"/>
                  </a:lnTo>
                  <a:lnTo>
                    <a:pt x="3702" y="4902"/>
                  </a:lnTo>
                  <a:lnTo>
                    <a:pt x="3890" y="4572"/>
                  </a:lnTo>
                  <a:lnTo>
                    <a:pt x="4123" y="4306"/>
                  </a:lnTo>
                  <a:lnTo>
                    <a:pt x="4404" y="4041"/>
                  </a:lnTo>
                  <a:lnTo>
                    <a:pt x="4639" y="3842"/>
                  </a:lnTo>
                  <a:lnTo>
                    <a:pt x="4920" y="3710"/>
                  </a:lnTo>
                  <a:lnTo>
                    <a:pt x="5247" y="3577"/>
                  </a:lnTo>
                  <a:lnTo>
                    <a:pt x="5528" y="3511"/>
                  </a:lnTo>
                  <a:lnTo>
                    <a:pt x="5811" y="3445"/>
                  </a:lnTo>
                  <a:lnTo>
                    <a:pt x="5997" y="3710"/>
                  </a:lnTo>
                  <a:lnTo>
                    <a:pt x="6232" y="3909"/>
                  </a:lnTo>
                  <a:lnTo>
                    <a:pt x="6559" y="4239"/>
                  </a:lnTo>
                  <a:lnTo>
                    <a:pt x="6841" y="4637"/>
                  </a:lnTo>
                  <a:lnTo>
                    <a:pt x="6982" y="4902"/>
                  </a:lnTo>
                  <a:lnTo>
                    <a:pt x="7075" y="5233"/>
                  </a:lnTo>
                  <a:lnTo>
                    <a:pt x="7216" y="5831"/>
                  </a:lnTo>
                  <a:lnTo>
                    <a:pt x="7309" y="6427"/>
                  </a:lnTo>
                  <a:lnTo>
                    <a:pt x="7263" y="7090"/>
                  </a:lnTo>
                  <a:lnTo>
                    <a:pt x="7168" y="7686"/>
                  </a:lnTo>
                  <a:lnTo>
                    <a:pt x="6982" y="8215"/>
                  </a:lnTo>
                  <a:lnTo>
                    <a:pt x="6466" y="9144"/>
                  </a:lnTo>
                  <a:lnTo>
                    <a:pt x="6232" y="9606"/>
                  </a:lnTo>
                  <a:lnTo>
                    <a:pt x="6044" y="10137"/>
                  </a:lnTo>
                  <a:lnTo>
                    <a:pt x="5951" y="10733"/>
                  </a:lnTo>
                  <a:lnTo>
                    <a:pt x="5951" y="11329"/>
                  </a:lnTo>
                  <a:lnTo>
                    <a:pt x="5997" y="11595"/>
                  </a:lnTo>
                  <a:lnTo>
                    <a:pt x="6092" y="11860"/>
                  </a:lnTo>
                  <a:lnTo>
                    <a:pt x="6138" y="12059"/>
                  </a:lnTo>
                  <a:lnTo>
                    <a:pt x="6278" y="12258"/>
                  </a:lnTo>
                  <a:lnTo>
                    <a:pt x="6559" y="12521"/>
                  </a:lnTo>
                  <a:lnTo>
                    <a:pt x="6887" y="12655"/>
                  </a:lnTo>
                  <a:lnTo>
                    <a:pt x="7216" y="12720"/>
                  </a:lnTo>
                  <a:lnTo>
                    <a:pt x="7590" y="12655"/>
                  </a:lnTo>
                  <a:lnTo>
                    <a:pt x="7918" y="12521"/>
                  </a:lnTo>
                  <a:lnTo>
                    <a:pt x="8247" y="12323"/>
                  </a:lnTo>
                  <a:lnTo>
                    <a:pt x="8528" y="12059"/>
                  </a:lnTo>
                  <a:lnTo>
                    <a:pt x="8809" y="11662"/>
                  </a:lnTo>
                  <a:lnTo>
                    <a:pt x="8996" y="11197"/>
                  </a:lnTo>
                  <a:lnTo>
                    <a:pt x="9230" y="10800"/>
                  </a:lnTo>
                  <a:lnTo>
                    <a:pt x="9793" y="9474"/>
                  </a:lnTo>
                  <a:lnTo>
                    <a:pt x="10074" y="8811"/>
                  </a:lnTo>
                  <a:lnTo>
                    <a:pt x="10355" y="8083"/>
                  </a:lnTo>
                  <a:lnTo>
                    <a:pt x="10401" y="7950"/>
                  </a:lnTo>
                  <a:lnTo>
                    <a:pt x="10355" y="7818"/>
                  </a:lnTo>
                  <a:lnTo>
                    <a:pt x="10308" y="7686"/>
                  </a:lnTo>
                  <a:lnTo>
                    <a:pt x="10261" y="7552"/>
                  </a:lnTo>
                  <a:lnTo>
                    <a:pt x="9934" y="7552"/>
                  </a:lnTo>
                  <a:lnTo>
                    <a:pt x="9839" y="7686"/>
                  </a:lnTo>
                  <a:lnTo>
                    <a:pt x="9606" y="8282"/>
                  </a:lnTo>
                  <a:lnTo>
                    <a:pt x="9325" y="8811"/>
                  </a:lnTo>
                  <a:lnTo>
                    <a:pt x="8856" y="10005"/>
                  </a:lnTo>
                  <a:lnTo>
                    <a:pt x="8621" y="10468"/>
                  </a:lnTo>
                  <a:lnTo>
                    <a:pt x="8387" y="10932"/>
                  </a:lnTo>
                  <a:lnTo>
                    <a:pt x="8153" y="11329"/>
                  </a:lnTo>
                  <a:lnTo>
                    <a:pt x="7825" y="11727"/>
                  </a:lnTo>
                  <a:lnTo>
                    <a:pt x="7590" y="11860"/>
                  </a:lnTo>
                  <a:lnTo>
                    <a:pt x="7404" y="11925"/>
                  </a:lnTo>
                  <a:lnTo>
                    <a:pt x="7168" y="11860"/>
                  </a:lnTo>
                  <a:lnTo>
                    <a:pt x="6982" y="11793"/>
                  </a:lnTo>
                  <a:lnTo>
                    <a:pt x="6794" y="11662"/>
                  </a:lnTo>
                  <a:lnTo>
                    <a:pt x="6654" y="11463"/>
                  </a:lnTo>
                  <a:lnTo>
                    <a:pt x="6559" y="11197"/>
                  </a:lnTo>
                  <a:lnTo>
                    <a:pt x="6513" y="10865"/>
                  </a:lnTo>
                  <a:lnTo>
                    <a:pt x="6559" y="10534"/>
                  </a:lnTo>
                  <a:lnTo>
                    <a:pt x="6606" y="10269"/>
                  </a:lnTo>
                  <a:lnTo>
                    <a:pt x="6841" y="9740"/>
                  </a:lnTo>
                  <a:lnTo>
                    <a:pt x="7356" y="8811"/>
                  </a:lnTo>
                  <a:lnTo>
                    <a:pt x="7544" y="8414"/>
                  </a:lnTo>
                  <a:lnTo>
                    <a:pt x="7685" y="7950"/>
                  </a:lnTo>
                  <a:lnTo>
                    <a:pt x="7825" y="7487"/>
                  </a:lnTo>
                  <a:lnTo>
                    <a:pt x="7872" y="7023"/>
                  </a:lnTo>
                  <a:lnTo>
                    <a:pt x="7872" y="6030"/>
                  </a:lnTo>
                  <a:lnTo>
                    <a:pt x="7778" y="5565"/>
                  </a:lnTo>
                  <a:lnTo>
                    <a:pt x="7685" y="5101"/>
                  </a:lnTo>
                  <a:lnTo>
                    <a:pt x="7450" y="4572"/>
                  </a:lnTo>
                  <a:lnTo>
                    <a:pt x="7123" y="3909"/>
                  </a:lnTo>
                  <a:lnTo>
                    <a:pt x="6935" y="3643"/>
                  </a:lnTo>
                  <a:lnTo>
                    <a:pt x="6747" y="3445"/>
                  </a:lnTo>
                  <a:lnTo>
                    <a:pt x="6513" y="3246"/>
                  </a:lnTo>
                  <a:lnTo>
                    <a:pt x="6278" y="3114"/>
                  </a:lnTo>
                  <a:lnTo>
                    <a:pt x="6278" y="2650"/>
                  </a:lnTo>
                  <a:lnTo>
                    <a:pt x="6373" y="2384"/>
                  </a:lnTo>
                  <a:lnTo>
                    <a:pt x="6466" y="2119"/>
                  </a:lnTo>
                  <a:lnTo>
                    <a:pt x="6606" y="1855"/>
                  </a:lnTo>
                  <a:lnTo>
                    <a:pt x="6794" y="1656"/>
                  </a:lnTo>
                  <a:lnTo>
                    <a:pt x="7028" y="1523"/>
                  </a:lnTo>
                  <a:lnTo>
                    <a:pt x="7263" y="1458"/>
                  </a:lnTo>
                  <a:lnTo>
                    <a:pt x="7497" y="1391"/>
                  </a:lnTo>
                  <a:lnTo>
                    <a:pt x="7685" y="1391"/>
                  </a:lnTo>
                  <a:lnTo>
                    <a:pt x="7918" y="1458"/>
                  </a:lnTo>
                  <a:lnTo>
                    <a:pt x="8340" y="1656"/>
                  </a:lnTo>
                  <a:lnTo>
                    <a:pt x="9184" y="2186"/>
                  </a:lnTo>
                  <a:lnTo>
                    <a:pt x="9044" y="2384"/>
                  </a:lnTo>
                  <a:lnTo>
                    <a:pt x="8996" y="2583"/>
                  </a:lnTo>
                  <a:lnTo>
                    <a:pt x="8996" y="2980"/>
                  </a:lnTo>
                  <a:lnTo>
                    <a:pt x="9137" y="3378"/>
                  </a:lnTo>
                  <a:lnTo>
                    <a:pt x="9325" y="3643"/>
                  </a:lnTo>
                  <a:lnTo>
                    <a:pt x="9511" y="3909"/>
                  </a:lnTo>
                  <a:lnTo>
                    <a:pt x="9652" y="4108"/>
                  </a:lnTo>
                  <a:lnTo>
                    <a:pt x="9511" y="4505"/>
                  </a:lnTo>
                  <a:lnTo>
                    <a:pt x="9277" y="5498"/>
                  </a:lnTo>
                  <a:lnTo>
                    <a:pt x="9137" y="5896"/>
                  </a:lnTo>
                  <a:lnTo>
                    <a:pt x="8996" y="6293"/>
                  </a:lnTo>
                  <a:lnTo>
                    <a:pt x="8856" y="6691"/>
                  </a:lnTo>
                  <a:lnTo>
                    <a:pt x="8809" y="7090"/>
                  </a:lnTo>
                  <a:lnTo>
                    <a:pt x="8809" y="7222"/>
                  </a:lnTo>
                  <a:lnTo>
                    <a:pt x="8903" y="7289"/>
                  </a:lnTo>
                  <a:lnTo>
                    <a:pt x="8996" y="7354"/>
                  </a:lnTo>
                  <a:lnTo>
                    <a:pt x="9090" y="7289"/>
                  </a:lnTo>
                  <a:lnTo>
                    <a:pt x="9277" y="7023"/>
                  </a:lnTo>
                  <a:lnTo>
                    <a:pt x="9465" y="6691"/>
                  </a:lnTo>
                  <a:lnTo>
                    <a:pt x="9699" y="5896"/>
                  </a:lnTo>
                  <a:lnTo>
                    <a:pt x="9934" y="4902"/>
                  </a:lnTo>
                  <a:lnTo>
                    <a:pt x="9980" y="4438"/>
                  </a:lnTo>
                  <a:lnTo>
                    <a:pt x="9980" y="4373"/>
                  </a:lnTo>
                  <a:lnTo>
                    <a:pt x="10682" y="4836"/>
                  </a:lnTo>
                  <a:lnTo>
                    <a:pt x="10965" y="5168"/>
                  </a:lnTo>
                  <a:lnTo>
                    <a:pt x="11105" y="5433"/>
                  </a:lnTo>
                  <a:lnTo>
                    <a:pt x="11246" y="5697"/>
                  </a:lnTo>
                  <a:lnTo>
                    <a:pt x="11339" y="5963"/>
                  </a:lnTo>
                  <a:lnTo>
                    <a:pt x="11339" y="6228"/>
                  </a:lnTo>
                  <a:lnTo>
                    <a:pt x="11292" y="6492"/>
                  </a:lnTo>
                  <a:lnTo>
                    <a:pt x="11105" y="6691"/>
                  </a:lnTo>
                  <a:lnTo>
                    <a:pt x="11011" y="6824"/>
                  </a:lnTo>
                  <a:lnTo>
                    <a:pt x="10965" y="6956"/>
                  </a:lnTo>
                  <a:lnTo>
                    <a:pt x="10965" y="7090"/>
                  </a:lnTo>
                  <a:lnTo>
                    <a:pt x="11011" y="7222"/>
                  </a:lnTo>
                  <a:lnTo>
                    <a:pt x="11058" y="7354"/>
                  </a:lnTo>
                  <a:lnTo>
                    <a:pt x="11151" y="7420"/>
                  </a:lnTo>
                  <a:lnTo>
                    <a:pt x="11292" y="7420"/>
                  </a:lnTo>
                  <a:lnTo>
                    <a:pt x="11386" y="7354"/>
                  </a:lnTo>
                  <a:lnTo>
                    <a:pt x="11620" y="7090"/>
                  </a:lnTo>
                  <a:lnTo>
                    <a:pt x="11761" y="6824"/>
                  </a:lnTo>
                  <a:lnTo>
                    <a:pt x="11855" y="6492"/>
                  </a:lnTo>
                  <a:lnTo>
                    <a:pt x="11855" y="5764"/>
                  </a:lnTo>
                  <a:lnTo>
                    <a:pt x="11761" y="5433"/>
                  </a:lnTo>
                  <a:lnTo>
                    <a:pt x="11620" y="5101"/>
                  </a:lnTo>
                  <a:lnTo>
                    <a:pt x="11480" y="4770"/>
                  </a:lnTo>
                  <a:lnTo>
                    <a:pt x="11246" y="4438"/>
                  </a:lnTo>
                  <a:lnTo>
                    <a:pt x="10965" y="4239"/>
                  </a:lnTo>
                  <a:lnTo>
                    <a:pt x="10355" y="3775"/>
                  </a:lnTo>
                  <a:lnTo>
                    <a:pt x="10074" y="3577"/>
                  </a:lnTo>
                  <a:lnTo>
                    <a:pt x="9699" y="3246"/>
                  </a:lnTo>
                  <a:lnTo>
                    <a:pt x="9511" y="2980"/>
                  </a:lnTo>
                  <a:lnTo>
                    <a:pt x="9418" y="2782"/>
                  </a:lnTo>
                  <a:lnTo>
                    <a:pt x="9371" y="2583"/>
                  </a:lnTo>
                  <a:lnTo>
                    <a:pt x="9418" y="2318"/>
                  </a:lnTo>
                  <a:lnTo>
                    <a:pt x="9558" y="2451"/>
                  </a:lnTo>
                  <a:lnTo>
                    <a:pt x="9652" y="2451"/>
                  </a:lnTo>
                  <a:lnTo>
                    <a:pt x="9699" y="2384"/>
                  </a:lnTo>
                  <a:lnTo>
                    <a:pt x="9746" y="2252"/>
                  </a:lnTo>
                  <a:lnTo>
                    <a:pt x="9839" y="2054"/>
                  </a:lnTo>
                  <a:lnTo>
                    <a:pt x="9980" y="1721"/>
                  </a:lnTo>
                  <a:lnTo>
                    <a:pt x="10120" y="1458"/>
                  </a:lnTo>
                  <a:lnTo>
                    <a:pt x="10355" y="1259"/>
                  </a:lnTo>
                  <a:lnTo>
                    <a:pt x="10589" y="1125"/>
                  </a:lnTo>
                  <a:lnTo>
                    <a:pt x="10824" y="1060"/>
                  </a:lnTo>
                  <a:lnTo>
                    <a:pt x="11105" y="993"/>
                  </a:lnTo>
                  <a:lnTo>
                    <a:pt x="11573" y="927"/>
                  </a:lnTo>
                  <a:close/>
                  <a:moveTo>
                    <a:pt x="16962" y="16830"/>
                  </a:moveTo>
                  <a:lnTo>
                    <a:pt x="17150" y="17028"/>
                  </a:lnTo>
                  <a:lnTo>
                    <a:pt x="17150" y="17093"/>
                  </a:lnTo>
                  <a:lnTo>
                    <a:pt x="17055" y="17093"/>
                  </a:lnTo>
                  <a:lnTo>
                    <a:pt x="16915" y="17227"/>
                  </a:lnTo>
                  <a:lnTo>
                    <a:pt x="16586" y="17823"/>
                  </a:lnTo>
                  <a:lnTo>
                    <a:pt x="16212" y="18419"/>
                  </a:lnTo>
                  <a:lnTo>
                    <a:pt x="15791" y="18950"/>
                  </a:lnTo>
                  <a:lnTo>
                    <a:pt x="15369" y="19413"/>
                  </a:lnTo>
                  <a:lnTo>
                    <a:pt x="14619" y="20009"/>
                  </a:lnTo>
                  <a:lnTo>
                    <a:pt x="13869" y="20607"/>
                  </a:lnTo>
                  <a:lnTo>
                    <a:pt x="13588" y="20540"/>
                  </a:lnTo>
                  <a:lnTo>
                    <a:pt x="13307" y="20408"/>
                  </a:lnTo>
                  <a:lnTo>
                    <a:pt x="13072" y="20207"/>
                  </a:lnTo>
                  <a:lnTo>
                    <a:pt x="12839" y="20009"/>
                  </a:lnTo>
                  <a:lnTo>
                    <a:pt x="13401" y="19877"/>
                  </a:lnTo>
                  <a:lnTo>
                    <a:pt x="13917" y="19611"/>
                  </a:lnTo>
                  <a:lnTo>
                    <a:pt x="14432" y="19281"/>
                  </a:lnTo>
                  <a:lnTo>
                    <a:pt x="14948" y="18950"/>
                  </a:lnTo>
                  <a:lnTo>
                    <a:pt x="15510" y="18486"/>
                  </a:lnTo>
                  <a:lnTo>
                    <a:pt x="16024" y="17955"/>
                  </a:lnTo>
                  <a:lnTo>
                    <a:pt x="16493" y="17426"/>
                  </a:lnTo>
                  <a:lnTo>
                    <a:pt x="16962" y="16830"/>
                  </a:lnTo>
                  <a:close/>
                  <a:moveTo>
                    <a:pt x="17383" y="17426"/>
                  </a:moveTo>
                  <a:lnTo>
                    <a:pt x="17524" y="17691"/>
                  </a:lnTo>
                  <a:lnTo>
                    <a:pt x="17617" y="18022"/>
                  </a:lnTo>
                  <a:lnTo>
                    <a:pt x="17805" y="18685"/>
                  </a:lnTo>
                  <a:lnTo>
                    <a:pt x="17805" y="19611"/>
                  </a:lnTo>
                  <a:lnTo>
                    <a:pt x="17712" y="19810"/>
                  </a:lnTo>
                  <a:lnTo>
                    <a:pt x="17664" y="19745"/>
                  </a:lnTo>
                  <a:lnTo>
                    <a:pt x="17524" y="19745"/>
                  </a:lnTo>
                  <a:lnTo>
                    <a:pt x="17524" y="19810"/>
                  </a:lnTo>
                  <a:lnTo>
                    <a:pt x="17383" y="20207"/>
                  </a:lnTo>
                  <a:lnTo>
                    <a:pt x="16305" y="20408"/>
                  </a:lnTo>
                  <a:lnTo>
                    <a:pt x="16493" y="20207"/>
                  </a:lnTo>
                  <a:lnTo>
                    <a:pt x="17009" y="19678"/>
                  </a:lnTo>
                  <a:lnTo>
                    <a:pt x="17477" y="19082"/>
                  </a:lnTo>
                  <a:lnTo>
                    <a:pt x="17571" y="18950"/>
                  </a:lnTo>
                  <a:lnTo>
                    <a:pt x="17571" y="18750"/>
                  </a:lnTo>
                  <a:lnTo>
                    <a:pt x="17524" y="18618"/>
                  </a:lnTo>
                  <a:lnTo>
                    <a:pt x="17383" y="18551"/>
                  </a:lnTo>
                  <a:lnTo>
                    <a:pt x="17290" y="18551"/>
                  </a:lnTo>
                  <a:lnTo>
                    <a:pt x="17196" y="18618"/>
                  </a:lnTo>
                  <a:lnTo>
                    <a:pt x="16681" y="19214"/>
                  </a:lnTo>
                  <a:lnTo>
                    <a:pt x="16165" y="19810"/>
                  </a:lnTo>
                  <a:lnTo>
                    <a:pt x="15837" y="20142"/>
                  </a:lnTo>
                  <a:lnTo>
                    <a:pt x="15743" y="20274"/>
                  </a:lnTo>
                  <a:lnTo>
                    <a:pt x="15650" y="20540"/>
                  </a:lnTo>
                  <a:lnTo>
                    <a:pt x="14900" y="20607"/>
                  </a:lnTo>
                  <a:lnTo>
                    <a:pt x="14665" y="20672"/>
                  </a:lnTo>
                  <a:lnTo>
                    <a:pt x="15041" y="20408"/>
                  </a:lnTo>
                  <a:lnTo>
                    <a:pt x="15415" y="20075"/>
                  </a:lnTo>
                  <a:lnTo>
                    <a:pt x="15791" y="19745"/>
                  </a:lnTo>
                  <a:lnTo>
                    <a:pt x="16165" y="19413"/>
                  </a:lnTo>
                  <a:lnTo>
                    <a:pt x="16493" y="18950"/>
                  </a:lnTo>
                  <a:lnTo>
                    <a:pt x="16774" y="18551"/>
                  </a:lnTo>
                  <a:lnTo>
                    <a:pt x="17055" y="18089"/>
                  </a:lnTo>
                  <a:lnTo>
                    <a:pt x="17336" y="17557"/>
                  </a:lnTo>
                  <a:lnTo>
                    <a:pt x="17383" y="17426"/>
                  </a:lnTo>
                  <a:close/>
                  <a:moveTo>
                    <a:pt x="11573" y="0"/>
                  </a:moveTo>
                  <a:lnTo>
                    <a:pt x="11246" y="65"/>
                  </a:lnTo>
                  <a:lnTo>
                    <a:pt x="10918" y="65"/>
                  </a:lnTo>
                  <a:lnTo>
                    <a:pt x="10589" y="199"/>
                  </a:lnTo>
                  <a:lnTo>
                    <a:pt x="10261" y="331"/>
                  </a:lnTo>
                  <a:lnTo>
                    <a:pt x="9980" y="529"/>
                  </a:lnTo>
                  <a:lnTo>
                    <a:pt x="9699" y="795"/>
                  </a:lnTo>
                  <a:lnTo>
                    <a:pt x="9465" y="1125"/>
                  </a:lnTo>
                  <a:lnTo>
                    <a:pt x="9325" y="1523"/>
                  </a:lnTo>
                  <a:lnTo>
                    <a:pt x="8809" y="1125"/>
                  </a:lnTo>
                  <a:lnTo>
                    <a:pt x="8294" y="795"/>
                  </a:lnTo>
                  <a:lnTo>
                    <a:pt x="8013" y="661"/>
                  </a:lnTo>
                  <a:lnTo>
                    <a:pt x="7732" y="596"/>
                  </a:lnTo>
                  <a:lnTo>
                    <a:pt x="7168" y="596"/>
                  </a:lnTo>
                  <a:lnTo>
                    <a:pt x="6887" y="728"/>
                  </a:lnTo>
                  <a:lnTo>
                    <a:pt x="6654" y="860"/>
                  </a:lnTo>
                  <a:lnTo>
                    <a:pt x="6419" y="1060"/>
                  </a:lnTo>
                  <a:lnTo>
                    <a:pt x="6185" y="1324"/>
                  </a:lnTo>
                  <a:lnTo>
                    <a:pt x="5997" y="1590"/>
                  </a:lnTo>
                  <a:lnTo>
                    <a:pt x="5857" y="1920"/>
                  </a:lnTo>
                  <a:lnTo>
                    <a:pt x="5763" y="2252"/>
                  </a:lnTo>
                  <a:lnTo>
                    <a:pt x="5716" y="2650"/>
                  </a:lnTo>
                  <a:lnTo>
                    <a:pt x="5342" y="2717"/>
                  </a:lnTo>
                  <a:lnTo>
                    <a:pt x="4966" y="2782"/>
                  </a:lnTo>
                  <a:lnTo>
                    <a:pt x="4592" y="2980"/>
                  </a:lnTo>
                  <a:lnTo>
                    <a:pt x="4264" y="3246"/>
                  </a:lnTo>
                  <a:lnTo>
                    <a:pt x="3936" y="3511"/>
                  </a:lnTo>
                  <a:lnTo>
                    <a:pt x="3655" y="3775"/>
                  </a:lnTo>
                  <a:lnTo>
                    <a:pt x="3373" y="4174"/>
                  </a:lnTo>
                  <a:lnTo>
                    <a:pt x="3092" y="4572"/>
                  </a:lnTo>
                  <a:lnTo>
                    <a:pt x="2859" y="5034"/>
                  </a:lnTo>
                  <a:lnTo>
                    <a:pt x="2671" y="5565"/>
                  </a:lnTo>
                  <a:lnTo>
                    <a:pt x="2530" y="5697"/>
                  </a:lnTo>
                  <a:lnTo>
                    <a:pt x="2343" y="5831"/>
                  </a:lnTo>
                  <a:lnTo>
                    <a:pt x="1921" y="6095"/>
                  </a:lnTo>
                  <a:lnTo>
                    <a:pt x="1547" y="6427"/>
                  </a:lnTo>
                  <a:lnTo>
                    <a:pt x="1219" y="6824"/>
                  </a:lnTo>
                  <a:lnTo>
                    <a:pt x="890" y="7222"/>
                  </a:lnTo>
                  <a:lnTo>
                    <a:pt x="609" y="7686"/>
                  </a:lnTo>
                  <a:lnTo>
                    <a:pt x="422" y="8148"/>
                  </a:lnTo>
                  <a:lnTo>
                    <a:pt x="234" y="8613"/>
                  </a:lnTo>
                  <a:lnTo>
                    <a:pt x="93" y="9144"/>
                  </a:lnTo>
                  <a:lnTo>
                    <a:pt x="47" y="9606"/>
                  </a:lnTo>
                  <a:lnTo>
                    <a:pt x="0" y="10137"/>
                  </a:lnTo>
                  <a:lnTo>
                    <a:pt x="0" y="10666"/>
                  </a:lnTo>
                  <a:lnTo>
                    <a:pt x="93" y="11197"/>
                  </a:lnTo>
                  <a:lnTo>
                    <a:pt x="234" y="11727"/>
                  </a:lnTo>
                  <a:lnTo>
                    <a:pt x="376" y="12124"/>
                  </a:lnTo>
                  <a:lnTo>
                    <a:pt x="562" y="12521"/>
                  </a:lnTo>
                  <a:lnTo>
                    <a:pt x="843" y="12854"/>
                  </a:lnTo>
                  <a:lnTo>
                    <a:pt x="1124" y="13184"/>
                  </a:lnTo>
                  <a:lnTo>
                    <a:pt x="1359" y="13318"/>
                  </a:lnTo>
                  <a:lnTo>
                    <a:pt x="1312" y="13715"/>
                  </a:lnTo>
                  <a:lnTo>
                    <a:pt x="1312" y="14113"/>
                  </a:lnTo>
                  <a:lnTo>
                    <a:pt x="1359" y="14510"/>
                  </a:lnTo>
                  <a:lnTo>
                    <a:pt x="1406" y="14841"/>
                  </a:lnTo>
                  <a:lnTo>
                    <a:pt x="1500" y="15238"/>
                  </a:lnTo>
                  <a:lnTo>
                    <a:pt x="1640" y="15570"/>
                  </a:lnTo>
                  <a:lnTo>
                    <a:pt x="1828" y="15901"/>
                  </a:lnTo>
                  <a:lnTo>
                    <a:pt x="2062" y="16233"/>
                  </a:lnTo>
                  <a:lnTo>
                    <a:pt x="2295" y="16432"/>
                  </a:lnTo>
                  <a:lnTo>
                    <a:pt x="2530" y="16631"/>
                  </a:lnTo>
                  <a:lnTo>
                    <a:pt x="2811" y="16763"/>
                  </a:lnTo>
                  <a:lnTo>
                    <a:pt x="3092" y="16830"/>
                  </a:lnTo>
                  <a:lnTo>
                    <a:pt x="3373" y="16895"/>
                  </a:lnTo>
                  <a:lnTo>
                    <a:pt x="3655" y="16830"/>
                  </a:lnTo>
                  <a:lnTo>
                    <a:pt x="3936" y="16763"/>
                  </a:lnTo>
                  <a:lnTo>
                    <a:pt x="4217" y="16631"/>
                  </a:lnTo>
                  <a:lnTo>
                    <a:pt x="4311" y="16895"/>
                  </a:lnTo>
                  <a:lnTo>
                    <a:pt x="4404" y="17160"/>
                  </a:lnTo>
                  <a:lnTo>
                    <a:pt x="4592" y="17426"/>
                  </a:lnTo>
                  <a:lnTo>
                    <a:pt x="4780" y="17624"/>
                  </a:lnTo>
                  <a:lnTo>
                    <a:pt x="5014" y="17823"/>
                  </a:lnTo>
                  <a:lnTo>
                    <a:pt x="5247" y="17890"/>
                  </a:lnTo>
                  <a:lnTo>
                    <a:pt x="5482" y="17955"/>
                  </a:lnTo>
                  <a:lnTo>
                    <a:pt x="5716" y="17955"/>
                  </a:lnTo>
                  <a:lnTo>
                    <a:pt x="6185" y="17890"/>
                  </a:lnTo>
                  <a:lnTo>
                    <a:pt x="6701" y="17691"/>
                  </a:lnTo>
                  <a:lnTo>
                    <a:pt x="7263" y="17426"/>
                  </a:lnTo>
                  <a:lnTo>
                    <a:pt x="7872" y="17292"/>
                  </a:lnTo>
                  <a:lnTo>
                    <a:pt x="8434" y="17292"/>
                  </a:lnTo>
                  <a:lnTo>
                    <a:pt x="9044" y="17359"/>
                  </a:lnTo>
                  <a:lnTo>
                    <a:pt x="9511" y="17426"/>
                  </a:lnTo>
                  <a:lnTo>
                    <a:pt x="9746" y="17426"/>
                  </a:lnTo>
                  <a:lnTo>
                    <a:pt x="9980" y="17359"/>
                  </a:lnTo>
                  <a:lnTo>
                    <a:pt x="10168" y="17557"/>
                  </a:lnTo>
                  <a:lnTo>
                    <a:pt x="10401" y="17691"/>
                  </a:lnTo>
                  <a:lnTo>
                    <a:pt x="10636" y="17756"/>
                  </a:lnTo>
                  <a:lnTo>
                    <a:pt x="10918" y="17823"/>
                  </a:lnTo>
                  <a:lnTo>
                    <a:pt x="11527" y="17890"/>
                  </a:lnTo>
                  <a:lnTo>
                    <a:pt x="11996" y="17823"/>
                  </a:lnTo>
                  <a:lnTo>
                    <a:pt x="12136" y="17823"/>
                  </a:lnTo>
                  <a:lnTo>
                    <a:pt x="11948" y="18352"/>
                  </a:lnTo>
                  <a:lnTo>
                    <a:pt x="11901" y="18618"/>
                  </a:lnTo>
                  <a:lnTo>
                    <a:pt x="11855" y="18950"/>
                  </a:lnTo>
                  <a:lnTo>
                    <a:pt x="11901" y="19214"/>
                  </a:lnTo>
                  <a:lnTo>
                    <a:pt x="11948" y="19479"/>
                  </a:lnTo>
                  <a:lnTo>
                    <a:pt x="12089" y="20009"/>
                  </a:lnTo>
                  <a:lnTo>
                    <a:pt x="12323" y="20473"/>
                  </a:lnTo>
                  <a:lnTo>
                    <a:pt x="12558" y="20805"/>
                  </a:lnTo>
                  <a:lnTo>
                    <a:pt x="12744" y="21004"/>
                  </a:lnTo>
                  <a:lnTo>
                    <a:pt x="13026" y="21203"/>
                  </a:lnTo>
                  <a:lnTo>
                    <a:pt x="13260" y="21334"/>
                  </a:lnTo>
                  <a:lnTo>
                    <a:pt x="13822" y="21533"/>
                  </a:lnTo>
                  <a:lnTo>
                    <a:pt x="14432" y="21600"/>
                  </a:lnTo>
                  <a:lnTo>
                    <a:pt x="15041" y="21533"/>
                  </a:lnTo>
                  <a:lnTo>
                    <a:pt x="15603" y="21466"/>
                  </a:lnTo>
                  <a:lnTo>
                    <a:pt x="16727" y="21268"/>
                  </a:lnTo>
                  <a:lnTo>
                    <a:pt x="17805" y="21069"/>
                  </a:lnTo>
                  <a:lnTo>
                    <a:pt x="18321" y="20870"/>
                  </a:lnTo>
                  <a:lnTo>
                    <a:pt x="18836" y="20607"/>
                  </a:lnTo>
                  <a:lnTo>
                    <a:pt x="19257" y="20341"/>
                  </a:lnTo>
                  <a:lnTo>
                    <a:pt x="19633" y="19944"/>
                  </a:lnTo>
                  <a:lnTo>
                    <a:pt x="19960" y="19479"/>
                  </a:lnTo>
                  <a:lnTo>
                    <a:pt x="20242" y="19015"/>
                  </a:lnTo>
                  <a:lnTo>
                    <a:pt x="20476" y="18486"/>
                  </a:lnTo>
                  <a:lnTo>
                    <a:pt x="20710" y="17955"/>
                  </a:lnTo>
                  <a:lnTo>
                    <a:pt x="20897" y="17426"/>
                  </a:lnTo>
                  <a:lnTo>
                    <a:pt x="20991" y="16830"/>
                  </a:lnTo>
                  <a:lnTo>
                    <a:pt x="21085" y="16233"/>
                  </a:lnTo>
                  <a:lnTo>
                    <a:pt x="21131" y="15636"/>
                  </a:lnTo>
                  <a:lnTo>
                    <a:pt x="21085" y="15039"/>
                  </a:lnTo>
                  <a:lnTo>
                    <a:pt x="21038" y="14443"/>
                  </a:lnTo>
                  <a:lnTo>
                    <a:pt x="21319" y="13450"/>
                  </a:lnTo>
                  <a:lnTo>
                    <a:pt x="21507" y="12521"/>
                  </a:lnTo>
                  <a:lnTo>
                    <a:pt x="21600" y="11463"/>
                  </a:lnTo>
                  <a:lnTo>
                    <a:pt x="21600" y="10468"/>
                  </a:lnTo>
                  <a:lnTo>
                    <a:pt x="21507" y="9805"/>
                  </a:lnTo>
                  <a:lnTo>
                    <a:pt x="21366" y="9144"/>
                  </a:lnTo>
                  <a:lnTo>
                    <a:pt x="21273" y="8878"/>
                  </a:lnTo>
                  <a:lnTo>
                    <a:pt x="21131" y="8613"/>
                  </a:lnTo>
                  <a:lnTo>
                    <a:pt x="20945" y="8414"/>
                  </a:lnTo>
                  <a:lnTo>
                    <a:pt x="20757" y="8282"/>
                  </a:lnTo>
                  <a:lnTo>
                    <a:pt x="20757" y="7487"/>
                  </a:lnTo>
                  <a:lnTo>
                    <a:pt x="20664" y="6757"/>
                  </a:lnTo>
                  <a:lnTo>
                    <a:pt x="20476" y="6095"/>
                  </a:lnTo>
                  <a:lnTo>
                    <a:pt x="20148" y="5433"/>
                  </a:lnTo>
                  <a:lnTo>
                    <a:pt x="19960" y="5101"/>
                  </a:lnTo>
                  <a:lnTo>
                    <a:pt x="19726" y="4770"/>
                  </a:lnTo>
                  <a:lnTo>
                    <a:pt x="19445" y="4505"/>
                  </a:lnTo>
                  <a:lnTo>
                    <a:pt x="19164" y="4306"/>
                  </a:lnTo>
                  <a:lnTo>
                    <a:pt x="18836" y="4041"/>
                  </a:lnTo>
                  <a:lnTo>
                    <a:pt x="18555" y="3710"/>
                  </a:lnTo>
                  <a:lnTo>
                    <a:pt x="18367" y="3313"/>
                  </a:lnTo>
                  <a:lnTo>
                    <a:pt x="18181" y="2849"/>
                  </a:lnTo>
                  <a:lnTo>
                    <a:pt x="18040" y="2451"/>
                  </a:lnTo>
                  <a:lnTo>
                    <a:pt x="17852" y="2054"/>
                  </a:lnTo>
                  <a:lnTo>
                    <a:pt x="17664" y="1788"/>
                  </a:lnTo>
                  <a:lnTo>
                    <a:pt x="17477" y="1458"/>
                  </a:lnTo>
                  <a:lnTo>
                    <a:pt x="17243" y="1259"/>
                  </a:lnTo>
                  <a:lnTo>
                    <a:pt x="16962" y="1060"/>
                  </a:lnTo>
                  <a:lnTo>
                    <a:pt x="16681" y="927"/>
                  </a:lnTo>
                  <a:lnTo>
                    <a:pt x="16353" y="795"/>
                  </a:lnTo>
                  <a:lnTo>
                    <a:pt x="15791" y="795"/>
                  </a:lnTo>
                  <a:lnTo>
                    <a:pt x="15181" y="860"/>
                  </a:lnTo>
                  <a:lnTo>
                    <a:pt x="14572" y="1060"/>
                  </a:lnTo>
                  <a:lnTo>
                    <a:pt x="14010" y="1259"/>
                  </a:lnTo>
                  <a:lnTo>
                    <a:pt x="13822" y="927"/>
                  </a:lnTo>
                  <a:lnTo>
                    <a:pt x="13541" y="596"/>
                  </a:lnTo>
                  <a:lnTo>
                    <a:pt x="13260" y="397"/>
                  </a:lnTo>
                  <a:lnTo>
                    <a:pt x="12932" y="264"/>
                  </a:lnTo>
                  <a:lnTo>
                    <a:pt x="12604" y="132"/>
                  </a:lnTo>
                  <a:lnTo>
                    <a:pt x="12229" y="65"/>
                  </a:lnTo>
                  <a:lnTo>
                    <a:pt x="11573"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179" name="Google Shape;392;p7"/>
            <p:cNvSpPr/>
            <p:nvPr/>
          </p:nvSpPr>
          <p:spPr>
            <a:xfrm>
              <a:off x="1451817" y="2110406"/>
              <a:ext cx="326287" cy="4172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154" y="1130"/>
                  </a:moveTo>
                  <a:lnTo>
                    <a:pt x="9154" y="2448"/>
                  </a:lnTo>
                  <a:lnTo>
                    <a:pt x="9073" y="3768"/>
                  </a:lnTo>
                  <a:lnTo>
                    <a:pt x="8591" y="3704"/>
                  </a:lnTo>
                  <a:lnTo>
                    <a:pt x="8672" y="3453"/>
                  </a:lnTo>
                  <a:lnTo>
                    <a:pt x="8672" y="3140"/>
                  </a:lnTo>
                  <a:lnTo>
                    <a:pt x="8513" y="2511"/>
                  </a:lnTo>
                  <a:lnTo>
                    <a:pt x="8432" y="1883"/>
                  </a:lnTo>
                  <a:lnTo>
                    <a:pt x="8513" y="1570"/>
                  </a:lnTo>
                  <a:lnTo>
                    <a:pt x="8672" y="1318"/>
                  </a:lnTo>
                  <a:lnTo>
                    <a:pt x="8753" y="1193"/>
                  </a:lnTo>
                  <a:lnTo>
                    <a:pt x="8913" y="1130"/>
                  </a:lnTo>
                  <a:close/>
                  <a:moveTo>
                    <a:pt x="3373" y="690"/>
                  </a:moveTo>
                  <a:lnTo>
                    <a:pt x="3454" y="753"/>
                  </a:lnTo>
                  <a:lnTo>
                    <a:pt x="3533" y="878"/>
                  </a:lnTo>
                  <a:lnTo>
                    <a:pt x="3533" y="1946"/>
                  </a:lnTo>
                  <a:lnTo>
                    <a:pt x="3695" y="3768"/>
                  </a:lnTo>
                  <a:lnTo>
                    <a:pt x="2811" y="3829"/>
                  </a:lnTo>
                  <a:lnTo>
                    <a:pt x="2651" y="3829"/>
                  </a:lnTo>
                  <a:lnTo>
                    <a:pt x="2651" y="3201"/>
                  </a:lnTo>
                  <a:lnTo>
                    <a:pt x="2570" y="2575"/>
                  </a:lnTo>
                  <a:lnTo>
                    <a:pt x="2651" y="2071"/>
                  </a:lnTo>
                  <a:lnTo>
                    <a:pt x="2732" y="1631"/>
                  </a:lnTo>
                  <a:lnTo>
                    <a:pt x="2973" y="690"/>
                  </a:lnTo>
                  <a:close/>
                  <a:moveTo>
                    <a:pt x="8351" y="4583"/>
                  </a:moveTo>
                  <a:lnTo>
                    <a:pt x="9716" y="4646"/>
                  </a:lnTo>
                  <a:lnTo>
                    <a:pt x="11001" y="4773"/>
                  </a:lnTo>
                  <a:lnTo>
                    <a:pt x="11001" y="4834"/>
                  </a:lnTo>
                  <a:lnTo>
                    <a:pt x="11242" y="5964"/>
                  </a:lnTo>
                  <a:lnTo>
                    <a:pt x="8591" y="6091"/>
                  </a:lnTo>
                  <a:lnTo>
                    <a:pt x="5862" y="6216"/>
                  </a:lnTo>
                  <a:lnTo>
                    <a:pt x="2973" y="6279"/>
                  </a:lnTo>
                  <a:lnTo>
                    <a:pt x="2007" y="6342"/>
                  </a:lnTo>
                  <a:lnTo>
                    <a:pt x="1044" y="6404"/>
                  </a:lnTo>
                  <a:lnTo>
                    <a:pt x="965" y="5526"/>
                  </a:lnTo>
                  <a:lnTo>
                    <a:pt x="965" y="5086"/>
                  </a:lnTo>
                  <a:lnTo>
                    <a:pt x="884" y="4898"/>
                  </a:lnTo>
                  <a:lnTo>
                    <a:pt x="725" y="4709"/>
                  </a:lnTo>
                  <a:lnTo>
                    <a:pt x="1285" y="4773"/>
                  </a:lnTo>
                  <a:lnTo>
                    <a:pt x="1766" y="4773"/>
                  </a:lnTo>
                  <a:lnTo>
                    <a:pt x="2811" y="4709"/>
                  </a:lnTo>
                  <a:lnTo>
                    <a:pt x="4257" y="4583"/>
                  </a:lnTo>
                  <a:close/>
                  <a:moveTo>
                    <a:pt x="10761" y="6844"/>
                  </a:moveTo>
                  <a:lnTo>
                    <a:pt x="10920" y="6969"/>
                  </a:lnTo>
                  <a:lnTo>
                    <a:pt x="11242" y="7032"/>
                  </a:lnTo>
                  <a:lnTo>
                    <a:pt x="11402" y="6969"/>
                  </a:lnTo>
                  <a:lnTo>
                    <a:pt x="11483" y="7912"/>
                  </a:lnTo>
                  <a:lnTo>
                    <a:pt x="11402" y="8854"/>
                  </a:lnTo>
                  <a:lnTo>
                    <a:pt x="11323" y="9294"/>
                  </a:lnTo>
                  <a:lnTo>
                    <a:pt x="11161" y="9795"/>
                  </a:lnTo>
                  <a:lnTo>
                    <a:pt x="10920" y="10235"/>
                  </a:lnTo>
                  <a:lnTo>
                    <a:pt x="10520" y="10612"/>
                  </a:lnTo>
                  <a:lnTo>
                    <a:pt x="10198" y="10800"/>
                  </a:lnTo>
                  <a:lnTo>
                    <a:pt x="9797" y="10988"/>
                  </a:lnTo>
                  <a:lnTo>
                    <a:pt x="9395" y="11052"/>
                  </a:lnTo>
                  <a:lnTo>
                    <a:pt x="8913" y="11113"/>
                  </a:lnTo>
                  <a:lnTo>
                    <a:pt x="7950" y="11177"/>
                  </a:lnTo>
                  <a:lnTo>
                    <a:pt x="7147" y="11240"/>
                  </a:lnTo>
                  <a:lnTo>
                    <a:pt x="5702" y="11240"/>
                  </a:lnTo>
                  <a:lnTo>
                    <a:pt x="5783" y="11113"/>
                  </a:lnTo>
                  <a:lnTo>
                    <a:pt x="5862" y="10925"/>
                  </a:lnTo>
                  <a:lnTo>
                    <a:pt x="6103" y="10800"/>
                  </a:lnTo>
                  <a:lnTo>
                    <a:pt x="6184" y="10737"/>
                  </a:lnTo>
                  <a:lnTo>
                    <a:pt x="6184" y="10675"/>
                  </a:lnTo>
                  <a:lnTo>
                    <a:pt x="6103" y="10612"/>
                  </a:lnTo>
                  <a:lnTo>
                    <a:pt x="5943" y="10612"/>
                  </a:lnTo>
                  <a:lnTo>
                    <a:pt x="5702" y="10675"/>
                  </a:lnTo>
                  <a:lnTo>
                    <a:pt x="5380" y="10800"/>
                  </a:lnTo>
                  <a:lnTo>
                    <a:pt x="5140" y="10988"/>
                  </a:lnTo>
                  <a:lnTo>
                    <a:pt x="5059" y="11240"/>
                  </a:lnTo>
                  <a:lnTo>
                    <a:pt x="3774" y="11113"/>
                  </a:lnTo>
                  <a:lnTo>
                    <a:pt x="3373" y="11052"/>
                  </a:lnTo>
                  <a:lnTo>
                    <a:pt x="3695" y="10988"/>
                  </a:lnTo>
                  <a:lnTo>
                    <a:pt x="4498" y="10925"/>
                  </a:lnTo>
                  <a:lnTo>
                    <a:pt x="4818" y="10800"/>
                  </a:lnTo>
                  <a:lnTo>
                    <a:pt x="4980" y="10675"/>
                  </a:lnTo>
                  <a:lnTo>
                    <a:pt x="5059" y="10548"/>
                  </a:lnTo>
                  <a:lnTo>
                    <a:pt x="5059" y="10423"/>
                  </a:lnTo>
                  <a:lnTo>
                    <a:pt x="4980" y="10297"/>
                  </a:lnTo>
                  <a:lnTo>
                    <a:pt x="4899" y="10235"/>
                  </a:lnTo>
                  <a:lnTo>
                    <a:pt x="4818" y="10172"/>
                  </a:lnTo>
                  <a:lnTo>
                    <a:pt x="4498" y="10172"/>
                  </a:lnTo>
                  <a:lnTo>
                    <a:pt x="4336" y="10297"/>
                  </a:lnTo>
                  <a:lnTo>
                    <a:pt x="3936" y="10360"/>
                  </a:lnTo>
                  <a:lnTo>
                    <a:pt x="3051" y="10487"/>
                  </a:lnTo>
                  <a:lnTo>
                    <a:pt x="2491" y="10612"/>
                  </a:lnTo>
                  <a:lnTo>
                    <a:pt x="2007" y="10737"/>
                  </a:lnTo>
                  <a:lnTo>
                    <a:pt x="1766" y="10612"/>
                  </a:lnTo>
                  <a:lnTo>
                    <a:pt x="1526" y="10487"/>
                  </a:lnTo>
                  <a:lnTo>
                    <a:pt x="1447" y="10235"/>
                  </a:lnTo>
                  <a:lnTo>
                    <a:pt x="1366" y="10047"/>
                  </a:lnTo>
                  <a:lnTo>
                    <a:pt x="1847" y="10108"/>
                  </a:lnTo>
                  <a:lnTo>
                    <a:pt x="3292" y="10108"/>
                  </a:lnTo>
                  <a:lnTo>
                    <a:pt x="3774" y="10047"/>
                  </a:lnTo>
                  <a:lnTo>
                    <a:pt x="4257" y="9983"/>
                  </a:lnTo>
                  <a:lnTo>
                    <a:pt x="4336" y="9920"/>
                  </a:lnTo>
                  <a:lnTo>
                    <a:pt x="4417" y="9858"/>
                  </a:lnTo>
                  <a:lnTo>
                    <a:pt x="4498" y="9670"/>
                  </a:lnTo>
                  <a:lnTo>
                    <a:pt x="4336" y="9482"/>
                  </a:lnTo>
                  <a:lnTo>
                    <a:pt x="4257" y="9419"/>
                  </a:lnTo>
                  <a:lnTo>
                    <a:pt x="3292" y="9419"/>
                  </a:lnTo>
                  <a:lnTo>
                    <a:pt x="2410" y="9482"/>
                  </a:lnTo>
                  <a:lnTo>
                    <a:pt x="1847" y="9544"/>
                  </a:lnTo>
                  <a:lnTo>
                    <a:pt x="1285" y="9544"/>
                  </a:lnTo>
                  <a:lnTo>
                    <a:pt x="1285" y="9167"/>
                  </a:lnTo>
                  <a:lnTo>
                    <a:pt x="1607" y="9294"/>
                  </a:lnTo>
                  <a:lnTo>
                    <a:pt x="1928" y="9355"/>
                  </a:lnTo>
                  <a:lnTo>
                    <a:pt x="2651" y="9355"/>
                  </a:lnTo>
                  <a:lnTo>
                    <a:pt x="3373" y="9230"/>
                  </a:lnTo>
                  <a:lnTo>
                    <a:pt x="4017" y="8979"/>
                  </a:lnTo>
                  <a:lnTo>
                    <a:pt x="4095" y="8854"/>
                  </a:lnTo>
                  <a:lnTo>
                    <a:pt x="4176" y="8727"/>
                  </a:lnTo>
                  <a:lnTo>
                    <a:pt x="4176" y="8602"/>
                  </a:lnTo>
                  <a:lnTo>
                    <a:pt x="4095" y="8477"/>
                  </a:lnTo>
                  <a:lnTo>
                    <a:pt x="4017" y="8414"/>
                  </a:lnTo>
                  <a:lnTo>
                    <a:pt x="3855" y="8350"/>
                  </a:lnTo>
                  <a:lnTo>
                    <a:pt x="3774" y="8350"/>
                  </a:lnTo>
                  <a:lnTo>
                    <a:pt x="3533" y="8414"/>
                  </a:lnTo>
                  <a:lnTo>
                    <a:pt x="2973" y="8602"/>
                  </a:lnTo>
                  <a:lnTo>
                    <a:pt x="2410" y="8727"/>
                  </a:lnTo>
                  <a:lnTo>
                    <a:pt x="1847" y="8727"/>
                  </a:lnTo>
                  <a:lnTo>
                    <a:pt x="1206" y="8665"/>
                  </a:lnTo>
                  <a:lnTo>
                    <a:pt x="1206" y="8414"/>
                  </a:lnTo>
                  <a:lnTo>
                    <a:pt x="1847" y="8350"/>
                  </a:lnTo>
                  <a:lnTo>
                    <a:pt x="2491" y="8350"/>
                  </a:lnTo>
                  <a:lnTo>
                    <a:pt x="3774" y="8162"/>
                  </a:lnTo>
                  <a:lnTo>
                    <a:pt x="4176" y="8037"/>
                  </a:lnTo>
                  <a:lnTo>
                    <a:pt x="4577" y="7849"/>
                  </a:lnTo>
                  <a:lnTo>
                    <a:pt x="4658" y="7724"/>
                  </a:lnTo>
                  <a:lnTo>
                    <a:pt x="4739" y="7597"/>
                  </a:lnTo>
                  <a:lnTo>
                    <a:pt x="4658" y="7409"/>
                  </a:lnTo>
                  <a:lnTo>
                    <a:pt x="4498" y="7284"/>
                  </a:lnTo>
                  <a:lnTo>
                    <a:pt x="4257" y="7157"/>
                  </a:lnTo>
                  <a:lnTo>
                    <a:pt x="4095" y="7157"/>
                  </a:lnTo>
                  <a:lnTo>
                    <a:pt x="4017" y="7221"/>
                  </a:lnTo>
                  <a:lnTo>
                    <a:pt x="3855" y="7284"/>
                  </a:lnTo>
                  <a:lnTo>
                    <a:pt x="3774" y="7409"/>
                  </a:lnTo>
                  <a:lnTo>
                    <a:pt x="3213" y="7536"/>
                  </a:lnTo>
                  <a:lnTo>
                    <a:pt x="2169" y="7660"/>
                  </a:lnTo>
                  <a:lnTo>
                    <a:pt x="1206" y="7849"/>
                  </a:lnTo>
                  <a:lnTo>
                    <a:pt x="1125" y="7096"/>
                  </a:lnTo>
                  <a:lnTo>
                    <a:pt x="2973" y="7096"/>
                  </a:lnTo>
                  <a:lnTo>
                    <a:pt x="5862" y="7032"/>
                  </a:lnTo>
                  <a:lnTo>
                    <a:pt x="8351" y="6969"/>
                  </a:lnTo>
                  <a:lnTo>
                    <a:pt x="10761" y="6844"/>
                  </a:lnTo>
                  <a:close/>
                  <a:moveTo>
                    <a:pt x="2651" y="0"/>
                  </a:moveTo>
                  <a:lnTo>
                    <a:pt x="2410" y="62"/>
                  </a:lnTo>
                  <a:lnTo>
                    <a:pt x="2250" y="250"/>
                  </a:lnTo>
                  <a:lnTo>
                    <a:pt x="1928" y="1318"/>
                  </a:lnTo>
                  <a:lnTo>
                    <a:pt x="1766" y="2386"/>
                  </a:lnTo>
                  <a:lnTo>
                    <a:pt x="1766" y="3579"/>
                  </a:lnTo>
                  <a:lnTo>
                    <a:pt x="1928" y="3956"/>
                  </a:lnTo>
                  <a:lnTo>
                    <a:pt x="1206" y="4081"/>
                  </a:lnTo>
                  <a:lnTo>
                    <a:pt x="803" y="4206"/>
                  </a:lnTo>
                  <a:lnTo>
                    <a:pt x="484" y="4394"/>
                  </a:lnTo>
                  <a:lnTo>
                    <a:pt x="403" y="4458"/>
                  </a:lnTo>
                  <a:lnTo>
                    <a:pt x="322" y="4583"/>
                  </a:lnTo>
                  <a:lnTo>
                    <a:pt x="81" y="4834"/>
                  </a:lnTo>
                  <a:lnTo>
                    <a:pt x="81" y="6656"/>
                  </a:lnTo>
                  <a:lnTo>
                    <a:pt x="0" y="6781"/>
                  </a:lnTo>
                  <a:lnTo>
                    <a:pt x="81" y="6969"/>
                  </a:lnTo>
                  <a:lnTo>
                    <a:pt x="162" y="7597"/>
                  </a:lnTo>
                  <a:lnTo>
                    <a:pt x="241" y="9482"/>
                  </a:lnTo>
                  <a:lnTo>
                    <a:pt x="241" y="10172"/>
                  </a:lnTo>
                  <a:lnTo>
                    <a:pt x="403" y="10487"/>
                  </a:lnTo>
                  <a:lnTo>
                    <a:pt x="563" y="10800"/>
                  </a:lnTo>
                  <a:lnTo>
                    <a:pt x="803" y="11052"/>
                  </a:lnTo>
                  <a:lnTo>
                    <a:pt x="1044" y="11240"/>
                  </a:lnTo>
                  <a:lnTo>
                    <a:pt x="1366" y="11428"/>
                  </a:lnTo>
                  <a:lnTo>
                    <a:pt x="1688" y="11553"/>
                  </a:lnTo>
                  <a:lnTo>
                    <a:pt x="2410" y="11742"/>
                  </a:lnTo>
                  <a:lnTo>
                    <a:pt x="3213" y="11868"/>
                  </a:lnTo>
                  <a:lnTo>
                    <a:pt x="4577" y="11993"/>
                  </a:lnTo>
                  <a:lnTo>
                    <a:pt x="5862" y="12056"/>
                  </a:lnTo>
                  <a:lnTo>
                    <a:pt x="5702" y="12433"/>
                  </a:lnTo>
                  <a:lnTo>
                    <a:pt x="5702" y="14631"/>
                  </a:lnTo>
                  <a:lnTo>
                    <a:pt x="5862" y="15761"/>
                  </a:lnTo>
                  <a:lnTo>
                    <a:pt x="6184" y="17896"/>
                  </a:lnTo>
                  <a:lnTo>
                    <a:pt x="6665" y="19967"/>
                  </a:lnTo>
                  <a:lnTo>
                    <a:pt x="6825" y="20407"/>
                  </a:lnTo>
                  <a:lnTo>
                    <a:pt x="7066" y="20722"/>
                  </a:lnTo>
                  <a:lnTo>
                    <a:pt x="7388" y="20972"/>
                  </a:lnTo>
                  <a:lnTo>
                    <a:pt x="7869" y="21223"/>
                  </a:lnTo>
                  <a:lnTo>
                    <a:pt x="8272" y="21348"/>
                  </a:lnTo>
                  <a:lnTo>
                    <a:pt x="8753" y="21475"/>
                  </a:lnTo>
                  <a:lnTo>
                    <a:pt x="9797" y="21600"/>
                  </a:lnTo>
                  <a:lnTo>
                    <a:pt x="10358" y="21537"/>
                  </a:lnTo>
                  <a:lnTo>
                    <a:pt x="10839" y="21412"/>
                  </a:lnTo>
                  <a:lnTo>
                    <a:pt x="11242" y="21223"/>
                  </a:lnTo>
                  <a:lnTo>
                    <a:pt x="11564" y="20910"/>
                  </a:lnTo>
                  <a:lnTo>
                    <a:pt x="11884" y="20595"/>
                  </a:lnTo>
                  <a:lnTo>
                    <a:pt x="12045" y="20219"/>
                  </a:lnTo>
                  <a:lnTo>
                    <a:pt x="12205" y="19842"/>
                  </a:lnTo>
                  <a:lnTo>
                    <a:pt x="12286" y="19465"/>
                  </a:lnTo>
                  <a:lnTo>
                    <a:pt x="12286" y="18460"/>
                  </a:lnTo>
                  <a:lnTo>
                    <a:pt x="12124" y="17394"/>
                  </a:lnTo>
                  <a:lnTo>
                    <a:pt x="12124" y="16326"/>
                  </a:lnTo>
                  <a:lnTo>
                    <a:pt x="12365" y="15321"/>
                  </a:lnTo>
                  <a:lnTo>
                    <a:pt x="12527" y="14819"/>
                  </a:lnTo>
                  <a:lnTo>
                    <a:pt x="12768" y="14316"/>
                  </a:lnTo>
                  <a:lnTo>
                    <a:pt x="13090" y="13815"/>
                  </a:lnTo>
                  <a:lnTo>
                    <a:pt x="13330" y="13626"/>
                  </a:lnTo>
                  <a:lnTo>
                    <a:pt x="13571" y="13438"/>
                  </a:lnTo>
                  <a:lnTo>
                    <a:pt x="13731" y="13375"/>
                  </a:lnTo>
                  <a:lnTo>
                    <a:pt x="13812" y="13375"/>
                  </a:lnTo>
                  <a:lnTo>
                    <a:pt x="14131" y="13500"/>
                  </a:lnTo>
                  <a:lnTo>
                    <a:pt x="14293" y="13688"/>
                  </a:lnTo>
                  <a:lnTo>
                    <a:pt x="14453" y="13940"/>
                  </a:lnTo>
                  <a:lnTo>
                    <a:pt x="14534" y="14191"/>
                  </a:lnTo>
                  <a:lnTo>
                    <a:pt x="14453" y="14504"/>
                  </a:lnTo>
                  <a:lnTo>
                    <a:pt x="14372" y="15069"/>
                  </a:lnTo>
                  <a:lnTo>
                    <a:pt x="14293" y="15761"/>
                  </a:lnTo>
                  <a:lnTo>
                    <a:pt x="14372" y="16138"/>
                  </a:lnTo>
                  <a:lnTo>
                    <a:pt x="14453" y="16514"/>
                  </a:lnTo>
                  <a:lnTo>
                    <a:pt x="14613" y="16891"/>
                  </a:lnTo>
                  <a:lnTo>
                    <a:pt x="14856" y="17204"/>
                  </a:lnTo>
                  <a:lnTo>
                    <a:pt x="15257" y="17394"/>
                  </a:lnTo>
                  <a:lnTo>
                    <a:pt x="15657" y="17582"/>
                  </a:lnTo>
                  <a:lnTo>
                    <a:pt x="16301" y="17707"/>
                  </a:lnTo>
                  <a:lnTo>
                    <a:pt x="17023" y="17771"/>
                  </a:lnTo>
                  <a:lnTo>
                    <a:pt x="18468" y="17771"/>
                  </a:lnTo>
                  <a:lnTo>
                    <a:pt x="19834" y="17644"/>
                  </a:lnTo>
                  <a:lnTo>
                    <a:pt x="21197" y="17394"/>
                  </a:lnTo>
                  <a:lnTo>
                    <a:pt x="21359" y="17331"/>
                  </a:lnTo>
                  <a:lnTo>
                    <a:pt x="21519" y="17204"/>
                  </a:lnTo>
                  <a:lnTo>
                    <a:pt x="21600" y="17016"/>
                  </a:lnTo>
                  <a:lnTo>
                    <a:pt x="21519" y="16891"/>
                  </a:lnTo>
                  <a:lnTo>
                    <a:pt x="21438" y="16702"/>
                  </a:lnTo>
                  <a:lnTo>
                    <a:pt x="21278" y="16577"/>
                  </a:lnTo>
                  <a:lnTo>
                    <a:pt x="21118" y="16514"/>
                  </a:lnTo>
                  <a:lnTo>
                    <a:pt x="20878" y="16514"/>
                  </a:lnTo>
                  <a:lnTo>
                    <a:pt x="19593" y="16702"/>
                  </a:lnTo>
                  <a:lnTo>
                    <a:pt x="18227" y="16827"/>
                  </a:lnTo>
                  <a:lnTo>
                    <a:pt x="16942" y="16827"/>
                  </a:lnTo>
                  <a:lnTo>
                    <a:pt x="16301" y="16766"/>
                  </a:lnTo>
                  <a:lnTo>
                    <a:pt x="15979" y="16639"/>
                  </a:lnTo>
                  <a:lnTo>
                    <a:pt x="15738" y="16514"/>
                  </a:lnTo>
                  <a:lnTo>
                    <a:pt x="15578" y="16389"/>
                  </a:lnTo>
                  <a:lnTo>
                    <a:pt x="15497" y="16201"/>
                  </a:lnTo>
                  <a:lnTo>
                    <a:pt x="15497" y="15258"/>
                  </a:lnTo>
                  <a:lnTo>
                    <a:pt x="15578" y="14881"/>
                  </a:lnTo>
                  <a:lnTo>
                    <a:pt x="15657" y="14504"/>
                  </a:lnTo>
                  <a:lnTo>
                    <a:pt x="15657" y="14128"/>
                  </a:lnTo>
                  <a:lnTo>
                    <a:pt x="15578" y="13751"/>
                  </a:lnTo>
                  <a:lnTo>
                    <a:pt x="15416" y="13438"/>
                  </a:lnTo>
                  <a:lnTo>
                    <a:pt x="15257" y="13123"/>
                  </a:lnTo>
                  <a:lnTo>
                    <a:pt x="14935" y="12871"/>
                  </a:lnTo>
                  <a:lnTo>
                    <a:pt x="14613" y="12683"/>
                  </a:lnTo>
                  <a:lnTo>
                    <a:pt x="14293" y="12558"/>
                  </a:lnTo>
                  <a:lnTo>
                    <a:pt x="13972" y="12495"/>
                  </a:lnTo>
                  <a:lnTo>
                    <a:pt x="13571" y="12495"/>
                  </a:lnTo>
                  <a:lnTo>
                    <a:pt x="13168" y="12558"/>
                  </a:lnTo>
                  <a:lnTo>
                    <a:pt x="12768" y="12746"/>
                  </a:lnTo>
                  <a:lnTo>
                    <a:pt x="12365" y="12998"/>
                  </a:lnTo>
                  <a:lnTo>
                    <a:pt x="12045" y="13375"/>
                  </a:lnTo>
                  <a:lnTo>
                    <a:pt x="11805" y="13751"/>
                  </a:lnTo>
                  <a:lnTo>
                    <a:pt x="11564" y="14191"/>
                  </a:lnTo>
                  <a:lnTo>
                    <a:pt x="11242" y="15008"/>
                  </a:lnTo>
                  <a:lnTo>
                    <a:pt x="11001" y="15886"/>
                  </a:lnTo>
                  <a:lnTo>
                    <a:pt x="10920" y="16766"/>
                  </a:lnTo>
                  <a:lnTo>
                    <a:pt x="11001" y="17644"/>
                  </a:lnTo>
                  <a:lnTo>
                    <a:pt x="11080" y="18585"/>
                  </a:lnTo>
                  <a:lnTo>
                    <a:pt x="11080" y="19717"/>
                  </a:lnTo>
                  <a:lnTo>
                    <a:pt x="11001" y="19967"/>
                  </a:lnTo>
                  <a:lnTo>
                    <a:pt x="10839" y="20155"/>
                  </a:lnTo>
                  <a:lnTo>
                    <a:pt x="10680" y="20345"/>
                  </a:lnTo>
                  <a:lnTo>
                    <a:pt x="10439" y="20470"/>
                  </a:lnTo>
                  <a:lnTo>
                    <a:pt x="10198" y="20595"/>
                  </a:lnTo>
                  <a:lnTo>
                    <a:pt x="9876" y="20658"/>
                  </a:lnTo>
                  <a:lnTo>
                    <a:pt x="9557" y="20658"/>
                  </a:lnTo>
                  <a:lnTo>
                    <a:pt x="8994" y="20534"/>
                  </a:lnTo>
                  <a:lnTo>
                    <a:pt x="8351" y="20407"/>
                  </a:lnTo>
                  <a:lnTo>
                    <a:pt x="8110" y="20282"/>
                  </a:lnTo>
                  <a:lnTo>
                    <a:pt x="7869" y="20094"/>
                  </a:lnTo>
                  <a:lnTo>
                    <a:pt x="7790" y="19842"/>
                  </a:lnTo>
                  <a:lnTo>
                    <a:pt x="7709" y="19590"/>
                  </a:lnTo>
                  <a:lnTo>
                    <a:pt x="7228" y="17582"/>
                  </a:lnTo>
                  <a:lnTo>
                    <a:pt x="6906" y="15509"/>
                  </a:lnTo>
                  <a:lnTo>
                    <a:pt x="6665" y="13500"/>
                  </a:lnTo>
                  <a:lnTo>
                    <a:pt x="6665" y="12810"/>
                  </a:lnTo>
                  <a:lnTo>
                    <a:pt x="6584" y="12433"/>
                  </a:lnTo>
                  <a:lnTo>
                    <a:pt x="6424" y="12056"/>
                  </a:lnTo>
                  <a:lnTo>
                    <a:pt x="7388" y="12056"/>
                  </a:lnTo>
                  <a:lnTo>
                    <a:pt x="8272" y="11993"/>
                  </a:lnTo>
                  <a:lnTo>
                    <a:pt x="9235" y="11930"/>
                  </a:lnTo>
                  <a:lnTo>
                    <a:pt x="10117" y="11742"/>
                  </a:lnTo>
                  <a:lnTo>
                    <a:pt x="10520" y="11617"/>
                  </a:lnTo>
                  <a:lnTo>
                    <a:pt x="10839" y="11428"/>
                  </a:lnTo>
                  <a:lnTo>
                    <a:pt x="11161" y="11302"/>
                  </a:lnTo>
                  <a:lnTo>
                    <a:pt x="11402" y="11113"/>
                  </a:lnTo>
                  <a:lnTo>
                    <a:pt x="11884" y="10612"/>
                  </a:lnTo>
                  <a:lnTo>
                    <a:pt x="12124" y="10108"/>
                  </a:lnTo>
                  <a:lnTo>
                    <a:pt x="12365" y="9544"/>
                  </a:lnTo>
                  <a:lnTo>
                    <a:pt x="12527" y="8917"/>
                  </a:lnTo>
                  <a:lnTo>
                    <a:pt x="12527" y="8225"/>
                  </a:lnTo>
                  <a:lnTo>
                    <a:pt x="12446" y="6907"/>
                  </a:lnTo>
                  <a:lnTo>
                    <a:pt x="12365" y="6091"/>
                  </a:lnTo>
                  <a:lnTo>
                    <a:pt x="12205" y="5274"/>
                  </a:lnTo>
                  <a:lnTo>
                    <a:pt x="12124" y="4773"/>
                  </a:lnTo>
                  <a:lnTo>
                    <a:pt x="12045" y="4583"/>
                  </a:lnTo>
                  <a:lnTo>
                    <a:pt x="11964" y="4394"/>
                  </a:lnTo>
                  <a:lnTo>
                    <a:pt x="11884" y="4144"/>
                  </a:lnTo>
                  <a:lnTo>
                    <a:pt x="11724" y="4018"/>
                  </a:lnTo>
                  <a:lnTo>
                    <a:pt x="11323" y="3829"/>
                  </a:lnTo>
                  <a:lnTo>
                    <a:pt x="11001" y="3768"/>
                  </a:lnTo>
                  <a:lnTo>
                    <a:pt x="10761" y="3768"/>
                  </a:lnTo>
                  <a:lnTo>
                    <a:pt x="10680" y="3829"/>
                  </a:lnTo>
                  <a:lnTo>
                    <a:pt x="10038" y="3829"/>
                  </a:lnTo>
                  <a:lnTo>
                    <a:pt x="10117" y="1381"/>
                  </a:lnTo>
                  <a:lnTo>
                    <a:pt x="10038" y="942"/>
                  </a:lnTo>
                  <a:lnTo>
                    <a:pt x="9957" y="753"/>
                  </a:lnTo>
                  <a:lnTo>
                    <a:pt x="9876" y="565"/>
                  </a:lnTo>
                  <a:lnTo>
                    <a:pt x="9716" y="440"/>
                  </a:lnTo>
                  <a:lnTo>
                    <a:pt x="9476" y="377"/>
                  </a:lnTo>
                  <a:lnTo>
                    <a:pt x="9235" y="313"/>
                  </a:lnTo>
                  <a:lnTo>
                    <a:pt x="8913" y="377"/>
                  </a:lnTo>
                  <a:lnTo>
                    <a:pt x="8351" y="565"/>
                  </a:lnTo>
                  <a:lnTo>
                    <a:pt x="8110" y="690"/>
                  </a:lnTo>
                  <a:lnTo>
                    <a:pt x="7950" y="878"/>
                  </a:lnTo>
                  <a:lnTo>
                    <a:pt x="7709" y="1255"/>
                  </a:lnTo>
                  <a:lnTo>
                    <a:pt x="7549" y="1695"/>
                  </a:lnTo>
                  <a:lnTo>
                    <a:pt x="7628" y="2260"/>
                  </a:lnTo>
                  <a:lnTo>
                    <a:pt x="7709" y="2825"/>
                  </a:lnTo>
                  <a:lnTo>
                    <a:pt x="7790" y="3264"/>
                  </a:lnTo>
                  <a:lnTo>
                    <a:pt x="8031" y="3704"/>
                  </a:lnTo>
                  <a:lnTo>
                    <a:pt x="4577" y="3704"/>
                  </a:lnTo>
                  <a:lnTo>
                    <a:pt x="4498" y="2323"/>
                  </a:lnTo>
                  <a:lnTo>
                    <a:pt x="4417" y="878"/>
                  </a:lnTo>
                  <a:lnTo>
                    <a:pt x="4417" y="628"/>
                  </a:lnTo>
                  <a:lnTo>
                    <a:pt x="4257" y="377"/>
                  </a:lnTo>
                  <a:lnTo>
                    <a:pt x="4095" y="250"/>
                  </a:lnTo>
                  <a:lnTo>
                    <a:pt x="3855" y="125"/>
                  </a:lnTo>
                  <a:lnTo>
                    <a:pt x="3614" y="62"/>
                  </a:lnTo>
                  <a:lnTo>
                    <a:pt x="3292"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180" name="Google Shape;393;p7"/>
            <p:cNvSpPr/>
            <p:nvPr/>
          </p:nvSpPr>
          <p:spPr>
            <a:xfrm>
              <a:off x="50953" y="3983075"/>
              <a:ext cx="440294" cy="4972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66" y="0"/>
                  </a:moveTo>
                  <a:lnTo>
                    <a:pt x="8866" y="53"/>
                  </a:lnTo>
                  <a:lnTo>
                    <a:pt x="9045" y="1791"/>
                  </a:lnTo>
                  <a:lnTo>
                    <a:pt x="9103" y="1896"/>
                  </a:lnTo>
                  <a:lnTo>
                    <a:pt x="9163" y="2002"/>
                  </a:lnTo>
                  <a:lnTo>
                    <a:pt x="9342" y="2054"/>
                  </a:lnTo>
                  <a:lnTo>
                    <a:pt x="9462" y="2002"/>
                  </a:lnTo>
                  <a:lnTo>
                    <a:pt x="10889" y="1264"/>
                  </a:lnTo>
                  <a:lnTo>
                    <a:pt x="10771" y="1844"/>
                  </a:lnTo>
                  <a:lnTo>
                    <a:pt x="10711" y="2371"/>
                  </a:lnTo>
                  <a:lnTo>
                    <a:pt x="10711" y="2950"/>
                  </a:lnTo>
                  <a:lnTo>
                    <a:pt x="10771" y="3530"/>
                  </a:lnTo>
                  <a:lnTo>
                    <a:pt x="10829" y="3688"/>
                  </a:lnTo>
                  <a:lnTo>
                    <a:pt x="10949" y="3740"/>
                  </a:lnTo>
                  <a:lnTo>
                    <a:pt x="11068" y="3793"/>
                  </a:lnTo>
                  <a:lnTo>
                    <a:pt x="11186" y="3846"/>
                  </a:lnTo>
                  <a:lnTo>
                    <a:pt x="11306" y="3793"/>
                  </a:lnTo>
                  <a:lnTo>
                    <a:pt x="11425" y="3740"/>
                  </a:lnTo>
                  <a:lnTo>
                    <a:pt x="11485" y="3635"/>
                  </a:lnTo>
                  <a:lnTo>
                    <a:pt x="11485" y="3530"/>
                  </a:lnTo>
                  <a:lnTo>
                    <a:pt x="11425" y="3266"/>
                  </a:lnTo>
                  <a:lnTo>
                    <a:pt x="11364" y="2634"/>
                  </a:lnTo>
                  <a:lnTo>
                    <a:pt x="11425" y="2002"/>
                  </a:lnTo>
                  <a:lnTo>
                    <a:pt x="11543" y="1370"/>
                  </a:lnTo>
                  <a:lnTo>
                    <a:pt x="11721" y="737"/>
                  </a:lnTo>
                  <a:lnTo>
                    <a:pt x="11663" y="579"/>
                  </a:lnTo>
                  <a:lnTo>
                    <a:pt x="11603" y="421"/>
                  </a:lnTo>
                  <a:lnTo>
                    <a:pt x="11425" y="369"/>
                  </a:lnTo>
                  <a:lnTo>
                    <a:pt x="11246" y="421"/>
                  </a:lnTo>
                  <a:lnTo>
                    <a:pt x="9580" y="1317"/>
                  </a:lnTo>
                  <a:lnTo>
                    <a:pt x="9520" y="1001"/>
                  </a:lnTo>
                  <a:lnTo>
                    <a:pt x="9402" y="685"/>
                  </a:lnTo>
                  <a:lnTo>
                    <a:pt x="9223" y="316"/>
                  </a:lnTo>
                  <a:lnTo>
                    <a:pt x="9045" y="0"/>
                  </a:lnTo>
                  <a:close/>
                  <a:moveTo>
                    <a:pt x="14339" y="5479"/>
                  </a:moveTo>
                  <a:lnTo>
                    <a:pt x="14161" y="5531"/>
                  </a:lnTo>
                  <a:lnTo>
                    <a:pt x="14043" y="5637"/>
                  </a:lnTo>
                  <a:lnTo>
                    <a:pt x="13804" y="5953"/>
                  </a:lnTo>
                  <a:lnTo>
                    <a:pt x="13567" y="6164"/>
                  </a:lnTo>
                  <a:lnTo>
                    <a:pt x="13209" y="6427"/>
                  </a:lnTo>
                  <a:lnTo>
                    <a:pt x="12972" y="6690"/>
                  </a:lnTo>
                  <a:lnTo>
                    <a:pt x="12972" y="6848"/>
                  </a:lnTo>
                  <a:lnTo>
                    <a:pt x="13030" y="6901"/>
                  </a:lnTo>
                  <a:lnTo>
                    <a:pt x="13090" y="6954"/>
                  </a:lnTo>
                  <a:lnTo>
                    <a:pt x="13387" y="6954"/>
                  </a:lnTo>
                  <a:lnTo>
                    <a:pt x="13626" y="6901"/>
                  </a:lnTo>
                  <a:lnTo>
                    <a:pt x="13864" y="6796"/>
                  </a:lnTo>
                  <a:lnTo>
                    <a:pt x="14103" y="6690"/>
                  </a:lnTo>
                  <a:lnTo>
                    <a:pt x="14459" y="6322"/>
                  </a:lnTo>
                  <a:lnTo>
                    <a:pt x="14756" y="5953"/>
                  </a:lnTo>
                  <a:lnTo>
                    <a:pt x="14816" y="5848"/>
                  </a:lnTo>
                  <a:lnTo>
                    <a:pt x="14816" y="5690"/>
                  </a:lnTo>
                  <a:lnTo>
                    <a:pt x="14756" y="5584"/>
                  </a:lnTo>
                  <a:lnTo>
                    <a:pt x="14638" y="5531"/>
                  </a:lnTo>
                  <a:lnTo>
                    <a:pt x="14459" y="5479"/>
                  </a:lnTo>
                  <a:close/>
                  <a:moveTo>
                    <a:pt x="238" y="4267"/>
                  </a:moveTo>
                  <a:lnTo>
                    <a:pt x="118" y="4320"/>
                  </a:lnTo>
                  <a:lnTo>
                    <a:pt x="60" y="4425"/>
                  </a:lnTo>
                  <a:lnTo>
                    <a:pt x="0" y="4636"/>
                  </a:lnTo>
                  <a:lnTo>
                    <a:pt x="60" y="5110"/>
                  </a:lnTo>
                  <a:lnTo>
                    <a:pt x="178" y="5848"/>
                  </a:lnTo>
                  <a:lnTo>
                    <a:pt x="357" y="6532"/>
                  </a:lnTo>
                  <a:lnTo>
                    <a:pt x="417" y="6638"/>
                  </a:lnTo>
                  <a:lnTo>
                    <a:pt x="535" y="6743"/>
                  </a:lnTo>
                  <a:lnTo>
                    <a:pt x="834" y="6743"/>
                  </a:lnTo>
                  <a:lnTo>
                    <a:pt x="1904" y="6058"/>
                  </a:lnTo>
                  <a:lnTo>
                    <a:pt x="2023" y="6954"/>
                  </a:lnTo>
                  <a:lnTo>
                    <a:pt x="2083" y="7166"/>
                  </a:lnTo>
                  <a:lnTo>
                    <a:pt x="2143" y="7428"/>
                  </a:lnTo>
                  <a:lnTo>
                    <a:pt x="2261" y="7639"/>
                  </a:lnTo>
                  <a:lnTo>
                    <a:pt x="2321" y="7691"/>
                  </a:lnTo>
                  <a:lnTo>
                    <a:pt x="2500" y="7744"/>
                  </a:lnTo>
                  <a:lnTo>
                    <a:pt x="2618" y="7744"/>
                  </a:lnTo>
                  <a:lnTo>
                    <a:pt x="2736" y="7691"/>
                  </a:lnTo>
                  <a:lnTo>
                    <a:pt x="2797" y="7639"/>
                  </a:lnTo>
                  <a:lnTo>
                    <a:pt x="2857" y="7533"/>
                  </a:lnTo>
                  <a:lnTo>
                    <a:pt x="2857" y="7428"/>
                  </a:lnTo>
                  <a:lnTo>
                    <a:pt x="2797" y="7270"/>
                  </a:lnTo>
                  <a:lnTo>
                    <a:pt x="2797" y="7217"/>
                  </a:lnTo>
                  <a:lnTo>
                    <a:pt x="2736" y="7112"/>
                  </a:lnTo>
                  <a:lnTo>
                    <a:pt x="2678" y="6532"/>
                  </a:lnTo>
                  <a:lnTo>
                    <a:pt x="2618" y="6006"/>
                  </a:lnTo>
                  <a:lnTo>
                    <a:pt x="2558" y="5479"/>
                  </a:lnTo>
                  <a:lnTo>
                    <a:pt x="2558" y="5321"/>
                  </a:lnTo>
                  <a:lnTo>
                    <a:pt x="2380" y="5215"/>
                  </a:lnTo>
                  <a:lnTo>
                    <a:pt x="2201" y="5215"/>
                  </a:lnTo>
                  <a:lnTo>
                    <a:pt x="2023" y="5268"/>
                  </a:lnTo>
                  <a:lnTo>
                    <a:pt x="1427" y="5584"/>
                  </a:lnTo>
                  <a:lnTo>
                    <a:pt x="892" y="5953"/>
                  </a:lnTo>
                  <a:lnTo>
                    <a:pt x="535" y="4741"/>
                  </a:lnTo>
                  <a:lnTo>
                    <a:pt x="477" y="4425"/>
                  </a:lnTo>
                  <a:lnTo>
                    <a:pt x="357" y="4267"/>
                  </a:lnTo>
                  <a:close/>
                  <a:moveTo>
                    <a:pt x="13626" y="3846"/>
                  </a:moveTo>
                  <a:lnTo>
                    <a:pt x="16422" y="7428"/>
                  </a:lnTo>
                  <a:lnTo>
                    <a:pt x="16482" y="7482"/>
                  </a:lnTo>
                  <a:lnTo>
                    <a:pt x="16422" y="7533"/>
                  </a:lnTo>
                  <a:lnTo>
                    <a:pt x="15709" y="8060"/>
                  </a:lnTo>
                  <a:lnTo>
                    <a:pt x="14935" y="8641"/>
                  </a:lnTo>
                  <a:lnTo>
                    <a:pt x="14281" y="9061"/>
                  </a:lnTo>
                  <a:lnTo>
                    <a:pt x="13924" y="8641"/>
                  </a:lnTo>
                  <a:lnTo>
                    <a:pt x="11306" y="5531"/>
                  </a:lnTo>
                  <a:lnTo>
                    <a:pt x="12495" y="4794"/>
                  </a:lnTo>
                  <a:lnTo>
                    <a:pt x="13030" y="4372"/>
                  </a:lnTo>
                  <a:lnTo>
                    <a:pt x="13567" y="3951"/>
                  </a:lnTo>
                  <a:lnTo>
                    <a:pt x="13626" y="3846"/>
                  </a:lnTo>
                  <a:close/>
                  <a:moveTo>
                    <a:pt x="4046" y="10378"/>
                  </a:moveTo>
                  <a:lnTo>
                    <a:pt x="3927" y="10485"/>
                  </a:lnTo>
                  <a:lnTo>
                    <a:pt x="3927" y="10643"/>
                  </a:lnTo>
                  <a:lnTo>
                    <a:pt x="4344" y="11326"/>
                  </a:lnTo>
                  <a:lnTo>
                    <a:pt x="4046" y="11538"/>
                  </a:lnTo>
                  <a:lnTo>
                    <a:pt x="3987" y="11644"/>
                  </a:lnTo>
                  <a:lnTo>
                    <a:pt x="3927" y="11802"/>
                  </a:lnTo>
                  <a:lnTo>
                    <a:pt x="3927" y="11907"/>
                  </a:lnTo>
                  <a:lnTo>
                    <a:pt x="4046" y="11960"/>
                  </a:lnTo>
                  <a:lnTo>
                    <a:pt x="4226" y="12011"/>
                  </a:lnTo>
                  <a:lnTo>
                    <a:pt x="4344" y="11960"/>
                  </a:lnTo>
                  <a:lnTo>
                    <a:pt x="4641" y="11854"/>
                  </a:lnTo>
                  <a:lnTo>
                    <a:pt x="4761" y="12011"/>
                  </a:lnTo>
                  <a:lnTo>
                    <a:pt x="5118" y="12485"/>
                  </a:lnTo>
                  <a:lnTo>
                    <a:pt x="5355" y="12697"/>
                  </a:lnTo>
                  <a:lnTo>
                    <a:pt x="5475" y="12750"/>
                  </a:lnTo>
                  <a:lnTo>
                    <a:pt x="5653" y="12803"/>
                  </a:lnTo>
                  <a:lnTo>
                    <a:pt x="5771" y="12750"/>
                  </a:lnTo>
                  <a:lnTo>
                    <a:pt x="5831" y="12643"/>
                  </a:lnTo>
                  <a:lnTo>
                    <a:pt x="5891" y="12539"/>
                  </a:lnTo>
                  <a:lnTo>
                    <a:pt x="5831" y="12381"/>
                  </a:lnTo>
                  <a:lnTo>
                    <a:pt x="5771" y="12118"/>
                  </a:lnTo>
                  <a:lnTo>
                    <a:pt x="5355" y="11644"/>
                  </a:lnTo>
                  <a:lnTo>
                    <a:pt x="5236" y="11484"/>
                  </a:lnTo>
                  <a:lnTo>
                    <a:pt x="5771" y="11064"/>
                  </a:lnTo>
                  <a:lnTo>
                    <a:pt x="5831" y="10906"/>
                  </a:lnTo>
                  <a:lnTo>
                    <a:pt x="5831" y="10748"/>
                  </a:lnTo>
                  <a:lnTo>
                    <a:pt x="5771" y="10643"/>
                  </a:lnTo>
                  <a:lnTo>
                    <a:pt x="5653" y="10590"/>
                  </a:lnTo>
                  <a:lnTo>
                    <a:pt x="5535" y="10536"/>
                  </a:lnTo>
                  <a:lnTo>
                    <a:pt x="5415" y="10536"/>
                  </a:lnTo>
                  <a:lnTo>
                    <a:pt x="5236" y="10643"/>
                  </a:lnTo>
                  <a:lnTo>
                    <a:pt x="4819" y="10959"/>
                  </a:lnTo>
                  <a:lnTo>
                    <a:pt x="4284" y="10432"/>
                  </a:lnTo>
                  <a:lnTo>
                    <a:pt x="4166" y="10378"/>
                  </a:lnTo>
                  <a:close/>
                  <a:moveTo>
                    <a:pt x="5176" y="8745"/>
                  </a:moveTo>
                  <a:lnTo>
                    <a:pt x="5831" y="9851"/>
                  </a:lnTo>
                  <a:lnTo>
                    <a:pt x="6485" y="10906"/>
                  </a:lnTo>
                  <a:lnTo>
                    <a:pt x="7201" y="11960"/>
                  </a:lnTo>
                  <a:lnTo>
                    <a:pt x="7973" y="12961"/>
                  </a:lnTo>
                  <a:lnTo>
                    <a:pt x="7736" y="13066"/>
                  </a:lnTo>
                  <a:lnTo>
                    <a:pt x="7497" y="13171"/>
                  </a:lnTo>
                  <a:lnTo>
                    <a:pt x="7081" y="13435"/>
                  </a:lnTo>
                  <a:lnTo>
                    <a:pt x="6128" y="13961"/>
                  </a:lnTo>
                  <a:lnTo>
                    <a:pt x="5713" y="14225"/>
                  </a:lnTo>
                  <a:lnTo>
                    <a:pt x="5535" y="14383"/>
                  </a:lnTo>
                  <a:lnTo>
                    <a:pt x="5296" y="14436"/>
                  </a:lnTo>
                  <a:lnTo>
                    <a:pt x="5236" y="14436"/>
                  </a:lnTo>
                  <a:lnTo>
                    <a:pt x="5176" y="14488"/>
                  </a:lnTo>
                  <a:lnTo>
                    <a:pt x="5176" y="14594"/>
                  </a:lnTo>
                  <a:lnTo>
                    <a:pt x="3927" y="12961"/>
                  </a:lnTo>
                  <a:lnTo>
                    <a:pt x="2857" y="11484"/>
                  </a:lnTo>
                  <a:lnTo>
                    <a:pt x="1726" y="10062"/>
                  </a:lnTo>
                  <a:lnTo>
                    <a:pt x="2261" y="9904"/>
                  </a:lnTo>
                  <a:lnTo>
                    <a:pt x="2797" y="9642"/>
                  </a:lnTo>
                  <a:lnTo>
                    <a:pt x="3809" y="9166"/>
                  </a:lnTo>
                  <a:lnTo>
                    <a:pt x="4046" y="9061"/>
                  </a:lnTo>
                  <a:lnTo>
                    <a:pt x="4284" y="9008"/>
                  </a:lnTo>
                  <a:lnTo>
                    <a:pt x="4761" y="8957"/>
                  </a:lnTo>
                  <a:lnTo>
                    <a:pt x="4998" y="8903"/>
                  </a:lnTo>
                  <a:lnTo>
                    <a:pt x="5176" y="8745"/>
                  </a:lnTo>
                  <a:close/>
                  <a:moveTo>
                    <a:pt x="20648" y="15805"/>
                  </a:moveTo>
                  <a:lnTo>
                    <a:pt x="20528" y="16121"/>
                  </a:lnTo>
                  <a:lnTo>
                    <a:pt x="20409" y="15963"/>
                  </a:lnTo>
                  <a:lnTo>
                    <a:pt x="20648" y="15805"/>
                  </a:lnTo>
                  <a:close/>
                  <a:moveTo>
                    <a:pt x="15648" y="18597"/>
                  </a:moveTo>
                  <a:lnTo>
                    <a:pt x="15769" y="18808"/>
                  </a:lnTo>
                  <a:lnTo>
                    <a:pt x="15947" y="19072"/>
                  </a:lnTo>
                  <a:lnTo>
                    <a:pt x="16125" y="19335"/>
                  </a:lnTo>
                  <a:lnTo>
                    <a:pt x="16364" y="19493"/>
                  </a:lnTo>
                  <a:lnTo>
                    <a:pt x="16304" y="19493"/>
                  </a:lnTo>
                  <a:lnTo>
                    <a:pt x="15648" y="19756"/>
                  </a:lnTo>
                  <a:lnTo>
                    <a:pt x="15648" y="19598"/>
                  </a:lnTo>
                  <a:lnTo>
                    <a:pt x="15530" y="19440"/>
                  </a:lnTo>
                  <a:lnTo>
                    <a:pt x="15292" y="19282"/>
                  </a:lnTo>
                  <a:lnTo>
                    <a:pt x="15173" y="19072"/>
                  </a:lnTo>
                  <a:lnTo>
                    <a:pt x="15055" y="18861"/>
                  </a:lnTo>
                  <a:lnTo>
                    <a:pt x="14995" y="18650"/>
                  </a:lnTo>
                  <a:lnTo>
                    <a:pt x="15648" y="18597"/>
                  </a:lnTo>
                  <a:close/>
                  <a:moveTo>
                    <a:pt x="10771" y="18439"/>
                  </a:moveTo>
                  <a:lnTo>
                    <a:pt x="10532" y="19282"/>
                  </a:lnTo>
                  <a:lnTo>
                    <a:pt x="10412" y="20125"/>
                  </a:lnTo>
                  <a:lnTo>
                    <a:pt x="10412" y="20336"/>
                  </a:lnTo>
                  <a:lnTo>
                    <a:pt x="9997" y="20020"/>
                  </a:lnTo>
                  <a:lnTo>
                    <a:pt x="9937" y="20020"/>
                  </a:lnTo>
                  <a:lnTo>
                    <a:pt x="9937" y="19598"/>
                  </a:lnTo>
                  <a:lnTo>
                    <a:pt x="9997" y="19177"/>
                  </a:lnTo>
                  <a:lnTo>
                    <a:pt x="10115" y="18808"/>
                  </a:lnTo>
                  <a:lnTo>
                    <a:pt x="10294" y="18492"/>
                  </a:lnTo>
                  <a:lnTo>
                    <a:pt x="10771" y="18439"/>
                  </a:lnTo>
                  <a:close/>
                  <a:moveTo>
                    <a:pt x="11900" y="18914"/>
                  </a:moveTo>
                  <a:lnTo>
                    <a:pt x="11781" y="18966"/>
                  </a:lnTo>
                  <a:lnTo>
                    <a:pt x="11721" y="19019"/>
                  </a:lnTo>
                  <a:lnTo>
                    <a:pt x="11485" y="19704"/>
                  </a:lnTo>
                  <a:lnTo>
                    <a:pt x="11364" y="20073"/>
                  </a:lnTo>
                  <a:lnTo>
                    <a:pt x="11364" y="20547"/>
                  </a:lnTo>
                  <a:lnTo>
                    <a:pt x="11425" y="20652"/>
                  </a:lnTo>
                  <a:lnTo>
                    <a:pt x="11543" y="20757"/>
                  </a:lnTo>
                  <a:lnTo>
                    <a:pt x="11663" y="20810"/>
                  </a:lnTo>
                  <a:lnTo>
                    <a:pt x="11781" y="20863"/>
                  </a:lnTo>
                  <a:lnTo>
                    <a:pt x="11900" y="20863"/>
                  </a:lnTo>
                  <a:lnTo>
                    <a:pt x="12020" y="20757"/>
                  </a:lnTo>
                  <a:lnTo>
                    <a:pt x="12138" y="20652"/>
                  </a:lnTo>
                  <a:lnTo>
                    <a:pt x="12138" y="20494"/>
                  </a:lnTo>
                  <a:lnTo>
                    <a:pt x="12078" y="20336"/>
                  </a:lnTo>
                  <a:lnTo>
                    <a:pt x="11960" y="20283"/>
                  </a:lnTo>
                  <a:lnTo>
                    <a:pt x="11960" y="19862"/>
                  </a:lnTo>
                  <a:lnTo>
                    <a:pt x="12020" y="19072"/>
                  </a:lnTo>
                  <a:lnTo>
                    <a:pt x="11960" y="18966"/>
                  </a:lnTo>
                  <a:lnTo>
                    <a:pt x="11900" y="18914"/>
                  </a:lnTo>
                  <a:close/>
                  <a:moveTo>
                    <a:pt x="16899" y="8060"/>
                  </a:moveTo>
                  <a:lnTo>
                    <a:pt x="18148" y="9642"/>
                  </a:lnTo>
                  <a:lnTo>
                    <a:pt x="18743" y="10432"/>
                  </a:lnTo>
                  <a:lnTo>
                    <a:pt x="19339" y="11222"/>
                  </a:lnTo>
                  <a:lnTo>
                    <a:pt x="19874" y="12169"/>
                  </a:lnTo>
                  <a:lnTo>
                    <a:pt x="20113" y="12697"/>
                  </a:lnTo>
                  <a:lnTo>
                    <a:pt x="20349" y="13224"/>
                  </a:lnTo>
                  <a:lnTo>
                    <a:pt x="20469" y="13751"/>
                  </a:lnTo>
                  <a:lnTo>
                    <a:pt x="20588" y="14278"/>
                  </a:lnTo>
                  <a:lnTo>
                    <a:pt x="20648" y="14804"/>
                  </a:lnTo>
                  <a:lnTo>
                    <a:pt x="20648" y="15331"/>
                  </a:lnTo>
                  <a:lnTo>
                    <a:pt x="19992" y="15700"/>
                  </a:lnTo>
                  <a:lnTo>
                    <a:pt x="19932" y="15753"/>
                  </a:lnTo>
                  <a:lnTo>
                    <a:pt x="19874" y="15858"/>
                  </a:lnTo>
                  <a:lnTo>
                    <a:pt x="19932" y="15911"/>
                  </a:lnTo>
                  <a:lnTo>
                    <a:pt x="19992" y="16016"/>
                  </a:lnTo>
                  <a:lnTo>
                    <a:pt x="20171" y="16332"/>
                  </a:lnTo>
                  <a:lnTo>
                    <a:pt x="20291" y="16438"/>
                  </a:lnTo>
                  <a:lnTo>
                    <a:pt x="20409" y="16543"/>
                  </a:lnTo>
                  <a:lnTo>
                    <a:pt x="20231" y="16912"/>
                  </a:lnTo>
                  <a:lnTo>
                    <a:pt x="19992" y="17280"/>
                  </a:lnTo>
                  <a:lnTo>
                    <a:pt x="19219" y="16754"/>
                  </a:lnTo>
                  <a:lnTo>
                    <a:pt x="19100" y="16701"/>
                  </a:lnTo>
                  <a:lnTo>
                    <a:pt x="18982" y="16754"/>
                  </a:lnTo>
                  <a:lnTo>
                    <a:pt x="18922" y="16859"/>
                  </a:lnTo>
                  <a:lnTo>
                    <a:pt x="18982" y="16964"/>
                  </a:lnTo>
                  <a:lnTo>
                    <a:pt x="19696" y="17702"/>
                  </a:lnTo>
                  <a:lnTo>
                    <a:pt x="19219" y="18123"/>
                  </a:lnTo>
                  <a:lnTo>
                    <a:pt x="19160" y="18018"/>
                  </a:lnTo>
                  <a:lnTo>
                    <a:pt x="18922" y="17807"/>
                  </a:lnTo>
                  <a:lnTo>
                    <a:pt x="18683" y="17597"/>
                  </a:lnTo>
                  <a:lnTo>
                    <a:pt x="18445" y="17333"/>
                  </a:lnTo>
                  <a:lnTo>
                    <a:pt x="18327" y="17070"/>
                  </a:lnTo>
                  <a:lnTo>
                    <a:pt x="18208" y="17017"/>
                  </a:lnTo>
                  <a:lnTo>
                    <a:pt x="18148" y="16964"/>
                  </a:lnTo>
                  <a:lnTo>
                    <a:pt x="18030" y="17017"/>
                  </a:lnTo>
                  <a:lnTo>
                    <a:pt x="17970" y="17122"/>
                  </a:lnTo>
                  <a:lnTo>
                    <a:pt x="17970" y="17386"/>
                  </a:lnTo>
                  <a:lnTo>
                    <a:pt x="18030" y="17597"/>
                  </a:lnTo>
                  <a:lnTo>
                    <a:pt x="18148" y="17860"/>
                  </a:lnTo>
                  <a:lnTo>
                    <a:pt x="18267" y="18071"/>
                  </a:lnTo>
                  <a:lnTo>
                    <a:pt x="18445" y="18281"/>
                  </a:lnTo>
                  <a:lnTo>
                    <a:pt x="18683" y="18492"/>
                  </a:lnTo>
                  <a:lnTo>
                    <a:pt x="18030" y="18808"/>
                  </a:lnTo>
                  <a:lnTo>
                    <a:pt x="18088" y="18650"/>
                  </a:lnTo>
                  <a:lnTo>
                    <a:pt x="18088" y="18439"/>
                  </a:lnTo>
                  <a:lnTo>
                    <a:pt x="17970" y="18334"/>
                  </a:lnTo>
                  <a:lnTo>
                    <a:pt x="17791" y="18176"/>
                  </a:lnTo>
                  <a:lnTo>
                    <a:pt x="17731" y="18176"/>
                  </a:lnTo>
                  <a:lnTo>
                    <a:pt x="17613" y="18229"/>
                  </a:lnTo>
                  <a:lnTo>
                    <a:pt x="17613" y="18334"/>
                  </a:lnTo>
                  <a:lnTo>
                    <a:pt x="17553" y="18281"/>
                  </a:lnTo>
                  <a:lnTo>
                    <a:pt x="17018" y="17860"/>
                  </a:lnTo>
                  <a:lnTo>
                    <a:pt x="16899" y="17755"/>
                  </a:lnTo>
                  <a:lnTo>
                    <a:pt x="16779" y="17807"/>
                  </a:lnTo>
                  <a:lnTo>
                    <a:pt x="16721" y="17913"/>
                  </a:lnTo>
                  <a:lnTo>
                    <a:pt x="16721" y="18018"/>
                  </a:lnTo>
                  <a:lnTo>
                    <a:pt x="17018" y="18439"/>
                  </a:lnTo>
                  <a:lnTo>
                    <a:pt x="17374" y="18966"/>
                  </a:lnTo>
                  <a:lnTo>
                    <a:pt x="17494" y="19072"/>
                  </a:lnTo>
                  <a:lnTo>
                    <a:pt x="16839" y="19282"/>
                  </a:lnTo>
                  <a:lnTo>
                    <a:pt x="16839" y="19177"/>
                  </a:lnTo>
                  <a:lnTo>
                    <a:pt x="16779" y="19072"/>
                  </a:lnTo>
                  <a:lnTo>
                    <a:pt x="16601" y="18861"/>
                  </a:lnTo>
                  <a:lnTo>
                    <a:pt x="16304" y="18545"/>
                  </a:lnTo>
                  <a:lnTo>
                    <a:pt x="16065" y="18229"/>
                  </a:lnTo>
                  <a:lnTo>
                    <a:pt x="15947" y="18123"/>
                  </a:lnTo>
                  <a:lnTo>
                    <a:pt x="15769" y="18123"/>
                  </a:lnTo>
                  <a:lnTo>
                    <a:pt x="15233" y="18229"/>
                  </a:lnTo>
                  <a:lnTo>
                    <a:pt x="14756" y="18281"/>
                  </a:lnTo>
                  <a:lnTo>
                    <a:pt x="14638" y="18334"/>
                  </a:lnTo>
                  <a:lnTo>
                    <a:pt x="14578" y="18439"/>
                  </a:lnTo>
                  <a:lnTo>
                    <a:pt x="14578" y="18545"/>
                  </a:lnTo>
                  <a:lnTo>
                    <a:pt x="14638" y="18650"/>
                  </a:lnTo>
                  <a:lnTo>
                    <a:pt x="14638" y="19019"/>
                  </a:lnTo>
                  <a:lnTo>
                    <a:pt x="14756" y="19388"/>
                  </a:lnTo>
                  <a:lnTo>
                    <a:pt x="14816" y="19598"/>
                  </a:lnTo>
                  <a:lnTo>
                    <a:pt x="14935" y="19756"/>
                  </a:lnTo>
                  <a:lnTo>
                    <a:pt x="15113" y="19862"/>
                  </a:lnTo>
                  <a:lnTo>
                    <a:pt x="15292" y="19915"/>
                  </a:lnTo>
                  <a:lnTo>
                    <a:pt x="14578" y="20178"/>
                  </a:lnTo>
                  <a:lnTo>
                    <a:pt x="14518" y="20073"/>
                  </a:lnTo>
                  <a:lnTo>
                    <a:pt x="14281" y="19967"/>
                  </a:lnTo>
                  <a:lnTo>
                    <a:pt x="14221" y="19967"/>
                  </a:lnTo>
                  <a:lnTo>
                    <a:pt x="13983" y="19440"/>
                  </a:lnTo>
                  <a:lnTo>
                    <a:pt x="13804" y="19230"/>
                  </a:lnTo>
                  <a:lnTo>
                    <a:pt x="13567" y="18966"/>
                  </a:lnTo>
                  <a:lnTo>
                    <a:pt x="13507" y="18966"/>
                  </a:lnTo>
                  <a:lnTo>
                    <a:pt x="13507" y="19388"/>
                  </a:lnTo>
                  <a:lnTo>
                    <a:pt x="13567" y="19756"/>
                  </a:lnTo>
                  <a:lnTo>
                    <a:pt x="13804" y="20494"/>
                  </a:lnTo>
                  <a:lnTo>
                    <a:pt x="13090" y="20757"/>
                  </a:lnTo>
                  <a:lnTo>
                    <a:pt x="13030" y="20336"/>
                  </a:lnTo>
                  <a:lnTo>
                    <a:pt x="12912" y="19967"/>
                  </a:lnTo>
                  <a:lnTo>
                    <a:pt x="12852" y="19440"/>
                  </a:lnTo>
                  <a:lnTo>
                    <a:pt x="12852" y="18966"/>
                  </a:lnTo>
                  <a:lnTo>
                    <a:pt x="12794" y="18861"/>
                  </a:lnTo>
                  <a:lnTo>
                    <a:pt x="12674" y="18808"/>
                  </a:lnTo>
                  <a:lnTo>
                    <a:pt x="12615" y="18808"/>
                  </a:lnTo>
                  <a:lnTo>
                    <a:pt x="12495" y="18914"/>
                  </a:lnTo>
                  <a:lnTo>
                    <a:pt x="12437" y="19440"/>
                  </a:lnTo>
                  <a:lnTo>
                    <a:pt x="12377" y="19967"/>
                  </a:lnTo>
                  <a:lnTo>
                    <a:pt x="12437" y="20441"/>
                  </a:lnTo>
                  <a:lnTo>
                    <a:pt x="12437" y="20652"/>
                  </a:lnTo>
                  <a:lnTo>
                    <a:pt x="12555" y="20863"/>
                  </a:lnTo>
                  <a:lnTo>
                    <a:pt x="12138" y="20915"/>
                  </a:lnTo>
                  <a:lnTo>
                    <a:pt x="11663" y="20863"/>
                  </a:lnTo>
                  <a:lnTo>
                    <a:pt x="11364" y="20757"/>
                  </a:lnTo>
                  <a:lnTo>
                    <a:pt x="11008" y="20652"/>
                  </a:lnTo>
                  <a:lnTo>
                    <a:pt x="11068" y="20336"/>
                  </a:lnTo>
                  <a:lnTo>
                    <a:pt x="11128" y="19598"/>
                  </a:lnTo>
                  <a:lnTo>
                    <a:pt x="11128" y="18334"/>
                  </a:lnTo>
                  <a:lnTo>
                    <a:pt x="11068" y="18229"/>
                  </a:lnTo>
                  <a:lnTo>
                    <a:pt x="10889" y="18176"/>
                  </a:lnTo>
                  <a:lnTo>
                    <a:pt x="10294" y="18229"/>
                  </a:lnTo>
                  <a:lnTo>
                    <a:pt x="10234" y="18176"/>
                  </a:lnTo>
                  <a:lnTo>
                    <a:pt x="10115" y="18229"/>
                  </a:lnTo>
                  <a:lnTo>
                    <a:pt x="9877" y="18545"/>
                  </a:lnTo>
                  <a:lnTo>
                    <a:pt x="9640" y="18861"/>
                  </a:lnTo>
                  <a:lnTo>
                    <a:pt x="9520" y="19230"/>
                  </a:lnTo>
                  <a:lnTo>
                    <a:pt x="9402" y="19546"/>
                  </a:lnTo>
                  <a:lnTo>
                    <a:pt x="8746" y="18966"/>
                  </a:lnTo>
                  <a:lnTo>
                    <a:pt x="9223" y="18439"/>
                  </a:lnTo>
                  <a:lnTo>
                    <a:pt x="9640" y="17913"/>
                  </a:lnTo>
                  <a:lnTo>
                    <a:pt x="9640" y="17649"/>
                  </a:lnTo>
                  <a:lnTo>
                    <a:pt x="9520" y="17544"/>
                  </a:lnTo>
                  <a:lnTo>
                    <a:pt x="9223" y="17544"/>
                  </a:lnTo>
                  <a:lnTo>
                    <a:pt x="9103" y="17649"/>
                  </a:lnTo>
                  <a:lnTo>
                    <a:pt x="8450" y="18597"/>
                  </a:lnTo>
                  <a:lnTo>
                    <a:pt x="8033" y="18123"/>
                  </a:lnTo>
                  <a:lnTo>
                    <a:pt x="8331" y="17913"/>
                  </a:lnTo>
                  <a:lnTo>
                    <a:pt x="8628" y="17649"/>
                  </a:lnTo>
                  <a:lnTo>
                    <a:pt x="8866" y="17333"/>
                  </a:lnTo>
                  <a:lnTo>
                    <a:pt x="9045" y="17017"/>
                  </a:lnTo>
                  <a:lnTo>
                    <a:pt x="9045" y="16859"/>
                  </a:lnTo>
                  <a:lnTo>
                    <a:pt x="8985" y="16754"/>
                  </a:lnTo>
                  <a:lnTo>
                    <a:pt x="8925" y="16701"/>
                  </a:lnTo>
                  <a:lnTo>
                    <a:pt x="8628" y="16701"/>
                  </a:lnTo>
                  <a:lnTo>
                    <a:pt x="8568" y="16806"/>
                  </a:lnTo>
                  <a:lnTo>
                    <a:pt x="7794" y="17807"/>
                  </a:lnTo>
                  <a:lnTo>
                    <a:pt x="7201" y="17122"/>
                  </a:lnTo>
                  <a:lnTo>
                    <a:pt x="7379" y="16964"/>
                  </a:lnTo>
                  <a:lnTo>
                    <a:pt x="7914" y="16385"/>
                  </a:lnTo>
                  <a:lnTo>
                    <a:pt x="8450" y="15753"/>
                  </a:lnTo>
                  <a:lnTo>
                    <a:pt x="8450" y="15647"/>
                  </a:lnTo>
                  <a:lnTo>
                    <a:pt x="8510" y="15595"/>
                  </a:lnTo>
                  <a:lnTo>
                    <a:pt x="8568" y="15489"/>
                  </a:lnTo>
                  <a:lnTo>
                    <a:pt x="8568" y="15384"/>
                  </a:lnTo>
                  <a:lnTo>
                    <a:pt x="8450" y="15279"/>
                  </a:lnTo>
                  <a:lnTo>
                    <a:pt x="8271" y="15226"/>
                  </a:lnTo>
                  <a:lnTo>
                    <a:pt x="8153" y="15226"/>
                  </a:lnTo>
                  <a:lnTo>
                    <a:pt x="8033" y="15279"/>
                  </a:lnTo>
                  <a:lnTo>
                    <a:pt x="7379" y="16121"/>
                  </a:lnTo>
                  <a:lnTo>
                    <a:pt x="7022" y="16596"/>
                  </a:lnTo>
                  <a:lnTo>
                    <a:pt x="6962" y="16490"/>
                  </a:lnTo>
                  <a:lnTo>
                    <a:pt x="6724" y="16490"/>
                  </a:lnTo>
                  <a:lnTo>
                    <a:pt x="6307" y="16016"/>
                  </a:lnTo>
                  <a:lnTo>
                    <a:pt x="7022" y="15542"/>
                  </a:lnTo>
                  <a:lnTo>
                    <a:pt x="7379" y="15331"/>
                  </a:lnTo>
                  <a:lnTo>
                    <a:pt x="7676" y="15015"/>
                  </a:lnTo>
                  <a:lnTo>
                    <a:pt x="7736" y="14962"/>
                  </a:lnTo>
                  <a:lnTo>
                    <a:pt x="7794" y="14857"/>
                  </a:lnTo>
                  <a:lnTo>
                    <a:pt x="7676" y="14699"/>
                  </a:lnTo>
                  <a:lnTo>
                    <a:pt x="7557" y="14594"/>
                  </a:lnTo>
                  <a:lnTo>
                    <a:pt x="7437" y="14594"/>
                  </a:lnTo>
                  <a:lnTo>
                    <a:pt x="7319" y="14646"/>
                  </a:lnTo>
                  <a:lnTo>
                    <a:pt x="6962" y="14857"/>
                  </a:lnTo>
                  <a:lnTo>
                    <a:pt x="6605" y="15120"/>
                  </a:lnTo>
                  <a:lnTo>
                    <a:pt x="6010" y="15647"/>
                  </a:lnTo>
                  <a:lnTo>
                    <a:pt x="5282" y="14704"/>
                  </a:lnTo>
                  <a:lnTo>
                    <a:pt x="5653" y="14752"/>
                  </a:lnTo>
                  <a:lnTo>
                    <a:pt x="6070" y="14699"/>
                  </a:lnTo>
                  <a:lnTo>
                    <a:pt x="6307" y="14594"/>
                  </a:lnTo>
                  <a:lnTo>
                    <a:pt x="6605" y="14436"/>
                  </a:lnTo>
                  <a:lnTo>
                    <a:pt x="7081" y="14172"/>
                  </a:lnTo>
                  <a:lnTo>
                    <a:pt x="7736" y="13856"/>
                  </a:lnTo>
                  <a:lnTo>
                    <a:pt x="8093" y="13698"/>
                  </a:lnTo>
                  <a:lnTo>
                    <a:pt x="8390" y="13487"/>
                  </a:lnTo>
                  <a:lnTo>
                    <a:pt x="9819" y="15331"/>
                  </a:lnTo>
                  <a:lnTo>
                    <a:pt x="10354" y="15963"/>
                  </a:lnTo>
                  <a:lnTo>
                    <a:pt x="10889" y="16596"/>
                  </a:lnTo>
                  <a:lnTo>
                    <a:pt x="11186" y="16859"/>
                  </a:lnTo>
                  <a:lnTo>
                    <a:pt x="11543" y="17122"/>
                  </a:lnTo>
                  <a:lnTo>
                    <a:pt x="11900" y="17333"/>
                  </a:lnTo>
                  <a:lnTo>
                    <a:pt x="12317" y="17491"/>
                  </a:lnTo>
                  <a:lnTo>
                    <a:pt x="12674" y="17597"/>
                  </a:lnTo>
                  <a:lnTo>
                    <a:pt x="13090" y="17649"/>
                  </a:lnTo>
                  <a:lnTo>
                    <a:pt x="13864" y="17649"/>
                  </a:lnTo>
                  <a:lnTo>
                    <a:pt x="14221" y="17597"/>
                  </a:lnTo>
                  <a:lnTo>
                    <a:pt x="14578" y="17491"/>
                  </a:lnTo>
                  <a:lnTo>
                    <a:pt x="14935" y="17386"/>
                  </a:lnTo>
                  <a:lnTo>
                    <a:pt x="15292" y="17228"/>
                  </a:lnTo>
                  <a:lnTo>
                    <a:pt x="15709" y="17017"/>
                  </a:lnTo>
                  <a:lnTo>
                    <a:pt x="16005" y="16754"/>
                  </a:lnTo>
                  <a:lnTo>
                    <a:pt x="16304" y="16490"/>
                  </a:lnTo>
                  <a:lnTo>
                    <a:pt x="16542" y="16174"/>
                  </a:lnTo>
                  <a:lnTo>
                    <a:pt x="16721" y="15858"/>
                  </a:lnTo>
                  <a:lnTo>
                    <a:pt x="16899" y="15542"/>
                  </a:lnTo>
                  <a:lnTo>
                    <a:pt x="17018" y="15173"/>
                  </a:lnTo>
                  <a:lnTo>
                    <a:pt x="17078" y="14857"/>
                  </a:lnTo>
                  <a:lnTo>
                    <a:pt x="17136" y="14120"/>
                  </a:lnTo>
                  <a:lnTo>
                    <a:pt x="17078" y="13382"/>
                  </a:lnTo>
                  <a:lnTo>
                    <a:pt x="16899" y="12643"/>
                  </a:lnTo>
                  <a:lnTo>
                    <a:pt x="16601" y="11960"/>
                  </a:lnTo>
                  <a:lnTo>
                    <a:pt x="16185" y="11326"/>
                  </a:lnTo>
                  <a:lnTo>
                    <a:pt x="15709" y="10748"/>
                  </a:lnTo>
                  <a:lnTo>
                    <a:pt x="14756" y="9535"/>
                  </a:lnTo>
                  <a:lnTo>
                    <a:pt x="15173" y="9326"/>
                  </a:lnTo>
                  <a:lnTo>
                    <a:pt x="15530" y="9115"/>
                  </a:lnTo>
                  <a:lnTo>
                    <a:pt x="16244" y="8587"/>
                  </a:lnTo>
                  <a:lnTo>
                    <a:pt x="16899" y="8060"/>
                  </a:lnTo>
                  <a:close/>
                  <a:moveTo>
                    <a:pt x="13626" y="2950"/>
                  </a:moveTo>
                  <a:lnTo>
                    <a:pt x="13447" y="3003"/>
                  </a:lnTo>
                  <a:lnTo>
                    <a:pt x="13329" y="3108"/>
                  </a:lnTo>
                  <a:lnTo>
                    <a:pt x="13269" y="3161"/>
                  </a:lnTo>
                  <a:lnTo>
                    <a:pt x="13269" y="3424"/>
                  </a:lnTo>
                  <a:lnTo>
                    <a:pt x="13150" y="3477"/>
                  </a:lnTo>
                  <a:lnTo>
                    <a:pt x="13030" y="3530"/>
                  </a:lnTo>
                  <a:lnTo>
                    <a:pt x="11841" y="4372"/>
                  </a:lnTo>
                  <a:lnTo>
                    <a:pt x="11186" y="4794"/>
                  </a:lnTo>
                  <a:lnTo>
                    <a:pt x="10591" y="5163"/>
                  </a:lnTo>
                  <a:lnTo>
                    <a:pt x="10472" y="5268"/>
                  </a:lnTo>
                  <a:lnTo>
                    <a:pt x="10412" y="5373"/>
                  </a:lnTo>
                  <a:lnTo>
                    <a:pt x="10412" y="5637"/>
                  </a:lnTo>
                  <a:lnTo>
                    <a:pt x="13864" y="9589"/>
                  </a:lnTo>
                  <a:lnTo>
                    <a:pt x="13864" y="9693"/>
                  </a:lnTo>
                  <a:lnTo>
                    <a:pt x="13983" y="9746"/>
                  </a:lnTo>
                  <a:lnTo>
                    <a:pt x="15233" y="11275"/>
                  </a:lnTo>
                  <a:lnTo>
                    <a:pt x="15709" y="11907"/>
                  </a:lnTo>
                  <a:lnTo>
                    <a:pt x="16065" y="12592"/>
                  </a:lnTo>
                  <a:lnTo>
                    <a:pt x="16244" y="12961"/>
                  </a:lnTo>
                  <a:lnTo>
                    <a:pt x="16364" y="13329"/>
                  </a:lnTo>
                  <a:lnTo>
                    <a:pt x="16422" y="13698"/>
                  </a:lnTo>
                  <a:lnTo>
                    <a:pt x="16422" y="14488"/>
                  </a:lnTo>
                  <a:lnTo>
                    <a:pt x="16364" y="14804"/>
                  </a:lnTo>
                  <a:lnTo>
                    <a:pt x="16244" y="15173"/>
                  </a:lnTo>
                  <a:lnTo>
                    <a:pt x="16065" y="15489"/>
                  </a:lnTo>
                  <a:lnTo>
                    <a:pt x="15887" y="15805"/>
                  </a:lnTo>
                  <a:lnTo>
                    <a:pt x="15648" y="16069"/>
                  </a:lnTo>
                  <a:lnTo>
                    <a:pt x="15352" y="16332"/>
                  </a:lnTo>
                  <a:lnTo>
                    <a:pt x="15055" y="16596"/>
                  </a:lnTo>
                  <a:lnTo>
                    <a:pt x="14756" y="16754"/>
                  </a:lnTo>
                  <a:lnTo>
                    <a:pt x="14399" y="16859"/>
                  </a:lnTo>
                  <a:lnTo>
                    <a:pt x="14043" y="16912"/>
                  </a:lnTo>
                  <a:lnTo>
                    <a:pt x="13686" y="16964"/>
                  </a:lnTo>
                  <a:lnTo>
                    <a:pt x="12972" y="16964"/>
                  </a:lnTo>
                  <a:lnTo>
                    <a:pt x="12674" y="16859"/>
                  </a:lnTo>
                  <a:lnTo>
                    <a:pt x="12317" y="16754"/>
                  </a:lnTo>
                  <a:lnTo>
                    <a:pt x="11960" y="16543"/>
                  </a:lnTo>
                  <a:lnTo>
                    <a:pt x="11603" y="16332"/>
                  </a:lnTo>
                  <a:lnTo>
                    <a:pt x="11306" y="16016"/>
                  </a:lnTo>
                  <a:lnTo>
                    <a:pt x="11068" y="15700"/>
                  </a:lnTo>
                  <a:lnTo>
                    <a:pt x="9819" y="14225"/>
                  </a:lnTo>
                  <a:lnTo>
                    <a:pt x="8688" y="12750"/>
                  </a:lnTo>
                  <a:lnTo>
                    <a:pt x="7557" y="11222"/>
                  </a:lnTo>
                  <a:lnTo>
                    <a:pt x="6545" y="9642"/>
                  </a:lnTo>
                  <a:lnTo>
                    <a:pt x="6070" y="8850"/>
                  </a:lnTo>
                  <a:lnTo>
                    <a:pt x="5653" y="8060"/>
                  </a:lnTo>
                  <a:lnTo>
                    <a:pt x="5535" y="7955"/>
                  </a:lnTo>
                  <a:lnTo>
                    <a:pt x="5355" y="7902"/>
                  </a:lnTo>
                  <a:lnTo>
                    <a:pt x="5176" y="7902"/>
                  </a:lnTo>
                  <a:lnTo>
                    <a:pt x="5058" y="8007"/>
                  </a:lnTo>
                  <a:lnTo>
                    <a:pt x="4879" y="8167"/>
                  </a:lnTo>
                  <a:lnTo>
                    <a:pt x="4641" y="8271"/>
                  </a:lnTo>
                  <a:lnTo>
                    <a:pt x="4404" y="8376"/>
                  </a:lnTo>
                  <a:lnTo>
                    <a:pt x="4166" y="8376"/>
                  </a:lnTo>
                  <a:lnTo>
                    <a:pt x="3927" y="8429"/>
                  </a:lnTo>
                  <a:lnTo>
                    <a:pt x="3689" y="8483"/>
                  </a:lnTo>
                  <a:lnTo>
                    <a:pt x="3273" y="8692"/>
                  </a:lnTo>
                  <a:lnTo>
                    <a:pt x="2321" y="9219"/>
                  </a:lnTo>
                  <a:lnTo>
                    <a:pt x="1844" y="9484"/>
                  </a:lnTo>
                  <a:lnTo>
                    <a:pt x="1427" y="9800"/>
                  </a:lnTo>
                  <a:lnTo>
                    <a:pt x="1249" y="9800"/>
                  </a:lnTo>
                  <a:lnTo>
                    <a:pt x="1131" y="9904"/>
                  </a:lnTo>
                  <a:lnTo>
                    <a:pt x="1071" y="10009"/>
                  </a:lnTo>
                  <a:lnTo>
                    <a:pt x="1131" y="10167"/>
                  </a:lnTo>
                  <a:lnTo>
                    <a:pt x="1786" y="11222"/>
                  </a:lnTo>
                  <a:lnTo>
                    <a:pt x="2500" y="12276"/>
                  </a:lnTo>
                  <a:lnTo>
                    <a:pt x="3987" y="14278"/>
                  </a:lnTo>
                  <a:lnTo>
                    <a:pt x="5535" y="16279"/>
                  </a:lnTo>
                  <a:lnTo>
                    <a:pt x="7141" y="18229"/>
                  </a:lnTo>
                  <a:lnTo>
                    <a:pt x="8093" y="19282"/>
                  </a:lnTo>
                  <a:lnTo>
                    <a:pt x="8033" y="19282"/>
                  </a:lnTo>
                  <a:lnTo>
                    <a:pt x="8033" y="19388"/>
                  </a:lnTo>
                  <a:lnTo>
                    <a:pt x="8093" y="19440"/>
                  </a:lnTo>
                  <a:lnTo>
                    <a:pt x="8153" y="19493"/>
                  </a:lnTo>
                  <a:lnTo>
                    <a:pt x="8271" y="19440"/>
                  </a:lnTo>
                  <a:lnTo>
                    <a:pt x="8806" y="20020"/>
                  </a:lnTo>
                  <a:lnTo>
                    <a:pt x="9402" y="20547"/>
                  </a:lnTo>
                  <a:lnTo>
                    <a:pt x="9462" y="20599"/>
                  </a:lnTo>
                  <a:lnTo>
                    <a:pt x="9580" y="20652"/>
                  </a:lnTo>
                  <a:lnTo>
                    <a:pt x="9937" y="20915"/>
                  </a:lnTo>
                  <a:lnTo>
                    <a:pt x="10354" y="21126"/>
                  </a:lnTo>
                  <a:lnTo>
                    <a:pt x="10771" y="21337"/>
                  </a:lnTo>
                  <a:lnTo>
                    <a:pt x="11246" y="21495"/>
                  </a:lnTo>
                  <a:lnTo>
                    <a:pt x="11721" y="21600"/>
                  </a:lnTo>
                  <a:lnTo>
                    <a:pt x="12734" y="21600"/>
                  </a:lnTo>
                  <a:lnTo>
                    <a:pt x="13269" y="21495"/>
                  </a:lnTo>
                  <a:lnTo>
                    <a:pt x="13804" y="21284"/>
                  </a:lnTo>
                  <a:lnTo>
                    <a:pt x="14399" y="21073"/>
                  </a:lnTo>
                  <a:lnTo>
                    <a:pt x="15530" y="20599"/>
                  </a:lnTo>
                  <a:lnTo>
                    <a:pt x="18030" y="19651"/>
                  </a:lnTo>
                  <a:lnTo>
                    <a:pt x="18803" y="19282"/>
                  </a:lnTo>
                  <a:lnTo>
                    <a:pt x="19457" y="18914"/>
                  </a:lnTo>
                  <a:lnTo>
                    <a:pt x="20113" y="18439"/>
                  </a:lnTo>
                  <a:lnTo>
                    <a:pt x="20648" y="17860"/>
                  </a:lnTo>
                  <a:lnTo>
                    <a:pt x="20945" y="17438"/>
                  </a:lnTo>
                  <a:lnTo>
                    <a:pt x="21183" y="17017"/>
                  </a:lnTo>
                  <a:lnTo>
                    <a:pt x="21362" y="16543"/>
                  </a:lnTo>
                  <a:lnTo>
                    <a:pt x="21480" y="16069"/>
                  </a:lnTo>
                  <a:lnTo>
                    <a:pt x="21540" y="15595"/>
                  </a:lnTo>
                  <a:lnTo>
                    <a:pt x="21600" y="15120"/>
                  </a:lnTo>
                  <a:lnTo>
                    <a:pt x="21540" y="14646"/>
                  </a:lnTo>
                  <a:lnTo>
                    <a:pt x="21480" y="14172"/>
                  </a:lnTo>
                  <a:lnTo>
                    <a:pt x="21362" y="13698"/>
                  </a:lnTo>
                  <a:lnTo>
                    <a:pt x="21242" y="13224"/>
                  </a:lnTo>
                  <a:lnTo>
                    <a:pt x="20885" y="12327"/>
                  </a:lnTo>
                  <a:lnTo>
                    <a:pt x="20409" y="11433"/>
                  </a:lnTo>
                  <a:lnTo>
                    <a:pt x="19874" y="10590"/>
                  </a:lnTo>
                  <a:lnTo>
                    <a:pt x="19279" y="9800"/>
                  </a:lnTo>
                  <a:lnTo>
                    <a:pt x="16661" y="6427"/>
                  </a:lnTo>
                  <a:lnTo>
                    <a:pt x="14043" y="3108"/>
                  </a:lnTo>
                  <a:lnTo>
                    <a:pt x="13924" y="3003"/>
                  </a:lnTo>
                  <a:lnTo>
                    <a:pt x="13746" y="295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181" name="Google Shape;394;p7"/>
            <p:cNvSpPr/>
            <p:nvPr/>
          </p:nvSpPr>
          <p:spPr>
            <a:xfrm>
              <a:off x="0" y="3075838"/>
              <a:ext cx="449982" cy="3007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453" y="0"/>
                  </a:moveTo>
                  <a:lnTo>
                    <a:pt x="7279" y="176"/>
                  </a:lnTo>
                  <a:lnTo>
                    <a:pt x="6755" y="1045"/>
                  </a:lnTo>
                  <a:lnTo>
                    <a:pt x="6347" y="2004"/>
                  </a:lnTo>
                  <a:lnTo>
                    <a:pt x="5939" y="2961"/>
                  </a:lnTo>
                  <a:lnTo>
                    <a:pt x="5590" y="4008"/>
                  </a:lnTo>
                  <a:lnTo>
                    <a:pt x="5300" y="5053"/>
                  </a:lnTo>
                  <a:lnTo>
                    <a:pt x="5123" y="6185"/>
                  </a:lnTo>
                  <a:lnTo>
                    <a:pt x="4949" y="7316"/>
                  </a:lnTo>
                  <a:lnTo>
                    <a:pt x="4833" y="8536"/>
                  </a:lnTo>
                  <a:lnTo>
                    <a:pt x="4774" y="9146"/>
                  </a:lnTo>
                  <a:lnTo>
                    <a:pt x="4658" y="9669"/>
                  </a:lnTo>
                  <a:lnTo>
                    <a:pt x="4484" y="10279"/>
                  </a:lnTo>
                  <a:lnTo>
                    <a:pt x="4250" y="10713"/>
                  </a:lnTo>
                  <a:lnTo>
                    <a:pt x="4135" y="10975"/>
                  </a:lnTo>
                  <a:lnTo>
                    <a:pt x="3960" y="11062"/>
                  </a:lnTo>
                  <a:lnTo>
                    <a:pt x="3611" y="11236"/>
                  </a:lnTo>
                  <a:lnTo>
                    <a:pt x="2912" y="11236"/>
                  </a:lnTo>
                  <a:lnTo>
                    <a:pt x="2446" y="11062"/>
                  </a:lnTo>
                  <a:lnTo>
                    <a:pt x="1573" y="11062"/>
                  </a:lnTo>
                  <a:lnTo>
                    <a:pt x="1398" y="11236"/>
                  </a:lnTo>
                  <a:lnTo>
                    <a:pt x="1224" y="11324"/>
                  </a:lnTo>
                  <a:lnTo>
                    <a:pt x="932" y="11236"/>
                  </a:lnTo>
                  <a:lnTo>
                    <a:pt x="641" y="11236"/>
                  </a:lnTo>
                  <a:lnTo>
                    <a:pt x="408" y="11409"/>
                  </a:lnTo>
                  <a:lnTo>
                    <a:pt x="117" y="11585"/>
                  </a:lnTo>
                  <a:lnTo>
                    <a:pt x="59" y="11758"/>
                  </a:lnTo>
                  <a:lnTo>
                    <a:pt x="0" y="11934"/>
                  </a:lnTo>
                  <a:lnTo>
                    <a:pt x="0" y="12280"/>
                  </a:lnTo>
                  <a:lnTo>
                    <a:pt x="59" y="12368"/>
                  </a:lnTo>
                  <a:lnTo>
                    <a:pt x="117" y="12456"/>
                  </a:lnTo>
                  <a:lnTo>
                    <a:pt x="233" y="12542"/>
                  </a:lnTo>
                  <a:lnTo>
                    <a:pt x="351" y="12456"/>
                  </a:lnTo>
                  <a:lnTo>
                    <a:pt x="816" y="12280"/>
                  </a:lnTo>
                  <a:lnTo>
                    <a:pt x="932" y="12542"/>
                  </a:lnTo>
                  <a:lnTo>
                    <a:pt x="1106" y="12717"/>
                  </a:lnTo>
                  <a:lnTo>
                    <a:pt x="1281" y="12717"/>
                  </a:lnTo>
                  <a:lnTo>
                    <a:pt x="1398" y="12629"/>
                  </a:lnTo>
                  <a:lnTo>
                    <a:pt x="1457" y="12542"/>
                  </a:lnTo>
                  <a:lnTo>
                    <a:pt x="1573" y="12368"/>
                  </a:lnTo>
                  <a:lnTo>
                    <a:pt x="1689" y="12280"/>
                  </a:lnTo>
                  <a:lnTo>
                    <a:pt x="1981" y="12195"/>
                  </a:lnTo>
                  <a:lnTo>
                    <a:pt x="2271" y="12280"/>
                  </a:lnTo>
                  <a:lnTo>
                    <a:pt x="2562" y="12368"/>
                  </a:lnTo>
                  <a:lnTo>
                    <a:pt x="3144" y="12542"/>
                  </a:lnTo>
                  <a:lnTo>
                    <a:pt x="3493" y="12542"/>
                  </a:lnTo>
                  <a:lnTo>
                    <a:pt x="3785" y="12456"/>
                  </a:lnTo>
                  <a:lnTo>
                    <a:pt x="4135" y="12368"/>
                  </a:lnTo>
                  <a:lnTo>
                    <a:pt x="4368" y="12195"/>
                  </a:lnTo>
                  <a:lnTo>
                    <a:pt x="4658" y="11934"/>
                  </a:lnTo>
                  <a:lnTo>
                    <a:pt x="4892" y="11585"/>
                  </a:lnTo>
                  <a:lnTo>
                    <a:pt x="5066" y="11236"/>
                  </a:lnTo>
                  <a:lnTo>
                    <a:pt x="5241" y="10801"/>
                  </a:lnTo>
                  <a:lnTo>
                    <a:pt x="5474" y="9930"/>
                  </a:lnTo>
                  <a:lnTo>
                    <a:pt x="5590" y="9320"/>
                  </a:lnTo>
                  <a:lnTo>
                    <a:pt x="5649" y="8709"/>
                  </a:lnTo>
                  <a:lnTo>
                    <a:pt x="5765" y="7403"/>
                  </a:lnTo>
                  <a:lnTo>
                    <a:pt x="5939" y="6271"/>
                  </a:lnTo>
                  <a:lnTo>
                    <a:pt x="6173" y="5226"/>
                  </a:lnTo>
                  <a:lnTo>
                    <a:pt x="6404" y="4355"/>
                  </a:lnTo>
                  <a:lnTo>
                    <a:pt x="6696" y="3483"/>
                  </a:lnTo>
                  <a:lnTo>
                    <a:pt x="6987" y="2700"/>
                  </a:lnTo>
                  <a:lnTo>
                    <a:pt x="7395" y="2004"/>
                  </a:lnTo>
                  <a:lnTo>
                    <a:pt x="8211" y="6793"/>
                  </a:lnTo>
                  <a:lnTo>
                    <a:pt x="8966" y="11497"/>
                  </a:lnTo>
                  <a:lnTo>
                    <a:pt x="9723" y="16288"/>
                  </a:lnTo>
                  <a:lnTo>
                    <a:pt x="10423" y="21165"/>
                  </a:lnTo>
                  <a:lnTo>
                    <a:pt x="10480" y="21339"/>
                  </a:lnTo>
                  <a:lnTo>
                    <a:pt x="10655" y="21515"/>
                  </a:lnTo>
                  <a:lnTo>
                    <a:pt x="10772" y="21600"/>
                  </a:lnTo>
                  <a:lnTo>
                    <a:pt x="10947" y="21600"/>
                  </a:lnTo>
                  <a:lnTo>
                    <a:pt x="11353" y="21339"/>
                  </a:lnTo>
                  <a:lnTo>
                    <a:pt x="11704" y="20904"/>
                  </a:lnTo>
                  <a:lnTo>
                    <a:pt x="11936" y="20467"/>
                  </a:lnTo>
                  <a:lnTo>
                    <a:pt x="12169" y="19860"/>
                  </a:lnTo>
                  <a:lnTo>
                    <a:pt x="12402" y="18988"/>
                  </a:lnTo>
                  <a:lnTo>
                    <a:pt x="12577" y="18029"/>
                  </a:lnTo>
                  <a:lnTo>
                    <a:pt x="12985" y="16201"/>
                  </a:lnTo>
                  <a:lnTo>
                    <a:pt x="14381" y="9407"/>
                  </a:lnTo>
                  <a:lnTo>
                    <a:pt x="14615" y="10540"/>
                  </a:lnTo>
                  <a:lnTo>
                    <a:pt x="14789" y="11758"/>
                  </a:lnTo>
                  <a:lnTo>
                    <a:pt x="14789" y="12019"/>
                  </a:lnTo>
                  <a:lnTo>
                    <a:pt x="14905" y="12195"/>
                  </a:lnTo>
                  <a:lnTo>
                    <a:pt x="15021" y="12368"/>
                  </a:lnTo>
                  <a:lnTo>
                    <a:pt x="15196" y="12368"/>
                  </a:lnTo>
                  <a:lnTo>
                    <a:pt x="19097" y="12019"/>
                  </a:lnTo>
                  <a:lnTo>
                    <a:pt x="19156" y="12195"/>
                  </a:lnTo>
                  <a:lnTo>
                    <a:pt x="19213" y="12368"/>
                  </a:lnTo>
                  <a:lnTo>
                    <a:pt x="19564" y="12717"/>
                  </a:lnTo>
                  <a:lnTo>
                    <a:pt x="19970" y="12891"/>
                  </a:lnTo>
                  <a:lnTo>
                    <a:pt x="20029" y="12979"/>
                  </a:lnTo>
                  <a:lnTo>
                    <a:pt x="20494" y="12979"/>
                  </a:lnTo>
                  <a:lnTo>
                    <a:pt x="20727" y="12891"/>
                  </a:lnTo>
                  <a:lnTo>
                    <a:pt x="20960" y="12629"/>
                  </a:lnTo>
                  <a:lnTo>
                    <a:pt x="21135" y="12368"/>
                  </a:lnTo>
                  <a:lnTo>
                    <a:pt x="21310" y="12019"/>
                  </a:lnTo>
                  <a:lnTo>
                    <a:pt x="21484" y="11670"/>
                  </a:lnTo>
                  <a:lnTo>
                    <a:pt x="21600" y="11236"/>
                  </a:lnTo>
                  <a:lnTo>
                    <a:pt x="21600" y="10801"/>
                  </a:lnTo>
                  <a:lnTo>
                    <a:pt x="21484" y="10540"/>
                  </a:lnTo>
                  <a:lnTo>
                    <a:pt x="21310" y="10191"/>
                  </a:lnTo>
                  <a:lnTo>
                    <a:pt x="21076" y="10018"/>
                  </a:lnTo>
                  <a:lnTo>
                    <a:pt x="20844" y="9842"/>
                  </a:lnTo>
                  <a:lnTo>
                    <a:pt x="20552" y="9669"/>
                  </a:lnTo>
                  <a:lnTo>
                    <a:pt x="20319" y="9669"/>
                  </a:lnTo>
                  <a:lnTo>
                    <a:pt x="20029" y="9754"/>
                  </a:lnTo>
                  <a:lnTo>
                    <a:pt x="19738" y="9930"/>
                  </a:lnTo>
                  <a:lnTo>
                    <a:pt x="19564" y="10103"/>
                  </a:lnTo>
                  <a:lnTo>
                    <a:pt x="19446" y="10279"/>
                  </a:lnTo>
                  <a:lnTo>
                    <a:pt x="19272" y="10713"/>
                  </a:lnTo>
                  <a:lnTo>
                    <a:pt x="15545" y="11062"/>
                  </a:lnTo>
                  <a:lnTo>
                    <a:pt x="15429" y="10103"/>
                  </a:lnTo>
                  <a:lnTo>
                    <a:pt x="15254" y="9146"/>
                  </a:lnTo>
                  <a:lnTo>
                    <a:pt x="15021" y="8187"/>
                  </a:lnTo>
                  <a:lnTo>
                    <a:pt x="14731" y="7230"/>
                  </a:lnTo>
                  <a:lnTo>
                    <a:pt x="14615" y="7054"/>
                  </a:lnTo>
                  <a:lnTo>
                    <a:pt x="14497" y="6969"/>
                  </a:lnTo>
                  <a:lnTo>
                    <a:pt x="14264" y="6969"/>
                  </a:lnTo>
                  <a:lnTo>
                    <a:pt x="14032" y="7054"/>
                  </a:lnTo>
                  <a:lnTo>
                    <a:pt x="13974" y="7230"/>
                  </a:lnTo>
                  <a:lnTo>
                    <a:pt x="13915" y="7403"/>
                  </a:lnTo>
                  <a:lnTo>
                    <a:pt x="12459" y="14284"/>
                  </a:lnTo>
                  <a:lnTo>
                    <a:pt x="11704" y="17943"/>
                  </a:lnTo>
                  <a:lnTo>
                    <a:pt x="11471" y="18988"/>
                  </a:lnTo>
                  <a:lnTo>
                    <a:pt x="11353" y="19511"/>
                  </a:lnTo>
                  <a:lnTo>
                    <a:pt x="11121" y="19945"/>
                  </a:lnTo>
                  <a:lnTo>
                    <a:pt x="10423" y="15068"/>
                  </a:lnTo>
                  <a:lnTo>
                    <a:pt x="9666" y="10191"/>
                  </a:lnTo>
                  <a:lnTo>
                    <a:pt x="8850" y="5314"/>
                  </a:lnTo>
                  <a:lnTo>
                    <a:pt x="7977" y="522"/>
                  </a:lnTo>
                  <a:lnTo>
                    <a:pt x="7861" y="176"/>
                  </a:lnTo>
                  <a:lnTo>
                    <a:pt x="7685" y="88"/>
                  </a:lnTo>
                  <a:lnTo>
                    <a:pt x="7453"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182" name="Google Shape;395;p7"/>
            <p:cNvSpPr/>
            <p:nvPr/>
          </p:nvSpPr>
          <p:spPr>
            <a:xfrm>
              <a:off x="1436078" y="3448183"/>
              <a:ext cx="203748" cy="2183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885" y="0"/>
                  </a:moveTo>
                  <a:lnTo>
                    <a:pt x="13759" y="121"/>
                  </a:lnTo>
                  <a:lnTo>
                    <a:pt x="13629" y="242"/>
                  </a:lnTo>
                  <a:lnTo>
                    <a:pt x="13629" y="481"/>
                  </a:lnTo>
                  <a:lnTo>
                    <a:pt x="12342" y="1560"/>
                  </a:lnTo>
                  <a:lnTo>
                    <a:pt x="11315" y="2640"/>
                  </a:lnTo>
                  <a:lnTo>
                    <a:pt x="9769" y="4200"/>
                  </a:lnTo>
                  <a:lnTo>
                    <a:pt x="8613" y="5401"/>
                  </a:lnTo>
                  <a:lnTo>
                    <a:pt x="7712" y="5162"/>
                  </a:lnTo>
                  <a:lnTo>
                    <a:pt x="4627" y="4321"/>
                  </a:lnTo>
                  <a:lnTo>
                    <a:pt x="3986" y="4200"/>
                  </a:lnTo>
                  <a:lnTo>
                    <a:pt x="2829" y="3961"/>
                  </a:lnTo>
                  <a:lnTo>
                    <a:pt x="2314" y="3840"/>
                  </a:lnTo>
                  <a:lnTo>
                    <a:pt x="1798" y="3961"/>
                  </a:lnTo>
                  <a:lnTo>
                    <a:pt x="1542" y="4083"/>
                  </a:lnTo>
                  <a:lnTo>
                    <a:pt x="1542" y="4442"/>
                  </a:lnTo>
                  <a:lnTo>
                    <a:pt x="1669" y="4802"/>
                  </a:lnTo>
                  <a:lnTo>
                    <a:pt x="1928" y="5041"/>
                  </a:lnTo>
                  <a:lnTo>
                    <a:pt x="2314" y="5280"/>
                  </a:lnTo>
                  <a:lnTo>
                    <a:pt x="2699" y="5401"/>
                  </a:lnTo>
                  <a:lnTo>
                    <a:pt x="3726" y="5761"/>
                  </a:lnTo>
                  <a:lnTo>
                    <a:pt x="4497" y="5882"/>
                  </a:lnTo>
                  <a:lnTo>
                    <a:pt x="7200" y="6601"/>
                  </a:lnTo>
                  <a:lnTo>
                    <a:pt x="7200" y="6840"/>
                  </a:lnTo>
                  <a:lnTo>
                    <a:pt x="7326" y="7082"/>
                  </a:lnTo>
                  <a:lnTo>
                    <a:pt x="7586" y="7321"/>
                  </a:lnTo>
                  <a:lnTo>
                    <a:pt x="7712" y="7321"/>
                  </a:lnTo>
                  <a:lnTo>
                    <a:pt x="7971" y="7442"/>
                  </a:lnTo>
                  <a:lnTo>
                    <a:pt x="8357" y="7321"/>
                  </a:lnTo>
                  <a:lnTo>
                    <a:pt x="8872" y="7082"/>
                  </a:lnTo>
                  <a:lnTo>
                    <a:pt x="9384" y="6961"/>
                  </a:lnTo>
                  <a:lnTo>
                    <a:pt x="9643" y="6840"/>
                  </a:lnTo>
                  <a:lnTo>
                    <a:pt x="9769" y="6722"/>
                  </a:lnTo>
                  <a:lnTo>
                    <a:pt x="9769" y="6242"/>
                  </a:lnTo>
                  <a:lnTo>
                    <a:pt x="10285" y="5761"/>
                  </a:lnTo>
                  <a:lnTo>
                    <a:pt x="11827" y="4200"/>
                  </a:lnTo>
                  <a:lnTo>
                    <a:pt x="13369" y="2522"/>
                  </a:lnTo>
                  <a:lnTo>
                    <a:pt x="13499" y="4560"/>
                  </a:lnTo>
                  <a:lnTo>
                    <a:pt x="13499" y="6840"/>
                  </a:lnTo>
                  <a:lnTo>
                    <a:pt x="13629" y="7920"/>
                  </a:lnTo>
                  <a:lnTo>
                    <a:pt x="13885" y="8522"/>
                  </a:lnTo>
                  <a:lnTo>
                    <a:pt x="14144" y="8999"/>
                  </a:lnTo>
                  <a:lnTo>
                    <a:pt x="14400" y="9241"/>
                  </a:lnTo>
                  <a:lnTo>
                    <a:pt x="14786" y="9241"/>
                  </a:lnTo>
                  <a:lnTo>
                    <a:pt x="15686" y="9840"/>
                  </a:lnTo>
                  <a:lnTo>
                    <a:pt x="16584" y="10321"/>
                  </a:lnTo>
                  <a:lnTo>
                    <a:pt x="17744" y="10681"/>
                  </a:lnTo>
                  <a:lnTo>
                    <a:pt x="18771" y="10919"/>
                  </a:lnTo>
                  <a:lnTo>
                    <a:pt x="18386" y="11161"/>
                  </a:lnTo>
                  <a:lnTo>
                    <a:pt x="16584" y="12002"/>
                  </a:lnTo>
                  <a:lnTo>
                    <a:pt x="15813" y="12362"/>
                  </a:lnTo>
                  <a:lnTo>
                    <a:pt x="15041" y="12840"/>
                  </a:lnTo>
                  <a:lnTo>
                    <a:pt x="14786" y="12840"/>
                  </a:lnTo>
                  <a:lnTo>
                    <a:pt x="14656" y="12961"/>
                  </a:lnTo>
                  <a:lnTo>
                    <a:pt x="14270" y="13320"/>
                  </a:lnTo>
                  <a:lnTo>
                    <a:pt x="13885" y="14040"/>
                  </a:lnTo>
                  <a:lnTo>
                    <a:pt x="13629" y="14881"/>
                  </a:lnTo>
                  <a:lnTo>
                    <a:pt x="13499" y="17282"/>
                  </a:lnTo>
                  <a:lnTo>
                    <a:pt x="13499" y="19801"/>
                  </a:lnTo>
                  <a:lnTo>
                    <a:pt x="12472" y="18721"/>
                  </a:lnTo>
                  <a:lnTo>
                    <a:pt x="11315" y="17642"/>
                  </a:lnTo>
                  <a:lnTo>
                    <a:pt x="9258" y="15601"/>
                  </a:lnTo>
                  <a:lnTo>
                    <a:pt x="8998" y="15241"/>
                  </a:lnTo>
                  <a:lnTo>
                    <a:pt x="8742" y="15002"/>
                  </a:lnTo>
                  <a:lnTo>
                    <a:pt x="8357" y="15002"/>
                  </a:lnTo>
                  <a:lnTo>
                    <a:pt x="8357" y="15120"/>
                  </a:lnTo>
                  <a:lnTo>
                    <a:pt x="8101" y="15120"/>
                  </a:lnTo>
                  <a:lnTo>
                    <a:pt x="6685" y="15601"/>
                  </a:lnTo>
                  <a:lnTo>
                    <a:pt x="5142" y="15839"/>
                  </a:lnTo>
                  <a:lnTo>
                    <a:pt x="3726" y="16081"/>
                  </a:lnTo>
                  <a:lnTo>
                    <a:pt x="2184" y="16199"/>
                  </a:lnTo>
                  <a:lnTo>
                    <a:pt x="3986" y="14161"/>
                  </a:lnTo>
                  <a:lnTo>
                    <a:pt x="4757" y="13082"/>
                  </a:lnTo>
                  <a:lnTo>
                    <a:pt x="5398" y="11881"/>
                  </a:lnTo>
                  <a:lnTo>
                    <a:pt x="5914" y="11760"/>
                  </a:lnTo>
                  <a:lnTo>
                    <a:pt x="6043" y="11639"/>
                  </a:lnTo>
                  <a:lnTo>
                    <a:pt x="6169" y="11400"/>
                  </a:lnTo>
                  <a:lnTo>
                    <a:pt x="6299" y="11279"/>
                  </a:lnTo>
                  <a:lnTo>
                    <a:pt x="6299" y="11040"/>
                  </a:lnTo>
                  <a:lnTo>
                    <a:pt x="6169" y="10802"/>
                  </a:lnTo>
                  <a:lnTo>
                    <a:pt x="6043" y="10681"/>
                  </a:lnTo>
                  <a:lnTo>
                    <a:pt x="5784" y="10560"/>
                  </a:lnTo>
                  <a:lnTo>
                    <a:pt x="5398" y="9961"/>
                  </a:lnTo>
                  <a:lnTo>
                    <a:pt x="4241" y="8041"/>
                  </a:lnTo>
                  <a:lnTo>
                    <a:pt x="2955" y="6242"/>
                  </a:lnTo>
                  <a:lnTo>
                    <a:pt x="2184" y="5401"/>
                  </a:lnTo>
                  <a:lnTo>
                    <a:pt x="1283" y="4681"/>
                  </a:lnTo>
                  <a:lnTo>
                    <a:pt x="897" y="4560"/>
                  </a:lnTo>
                  <a:lnTo>
                    <a:pt x="641" y="4681"/>
                  </a:lnTo>
                  <a:lnTo>
                    <a:pt x="386" y="4920"/>
                  </a:lnTo>
                  <a:lnTo>
                    <a:pt x="386" y="5280"/>
                  </a:lnTo>
                  <a:lnTo>
                    <a:pt x="1157" y="6363"/>
                  </a:lnTo>
                  <a:lnTo>
                    <a:pt x="1928" y="7321"/>
                  </a:lnTo>
                  <a:lnTo>
                    <a:pt x="2699" y="8280"/>
                  </a:lnTo>
                  <a:lnTo>
                    <a:pt x="3341" y="9241"/>
                  </a:lnTo>
                  <a:lnTo>
                    <a:pt x="3856" y="10321"/>
                  </a:lnTo>
                  <a:lnTo>
                    <a:pt x="4112" y="10919"/>
                  </a:lnTo>
                  <a:lnTo>
                    <a:pt x="4497" y="11521"/>
                  </a:lnTo>
                  <a:lnTo>
                    <a:pt x="3856" y="12002"/>
                  </a:lnTo>
                  <a:lnTo>
                    <a:pt x="3214" y="12480"/>
                  </a:lnTo>
                  <a:lnTo>
                    <a:pt x="2054" y="13801"/>
                  </a:lnTo>
                  <a:lnTo>
                    <a:pt x="1027" y="15120"/>
                  </a:lnTo>
                  <a:lnTo>
                    <a:pt x="126" y="16559"/>
                  </a:lnTo>
                  <a:lnTo>
                    <a:pt x="0" y="16919"/>
                  </a:lnTo>
                  <a:lnTo>
                    <a:pt x="0" y="17282"/>
                  </a:lnTo>
                  <a:lnTo>
                    <a:pt x="256" y="17521"/>
                  </a:lnTo>
                  <a:lnTo>
                    <a:pt x="641" y="17642"/>
                  </a:lnTo>
                  <a:lnTo>
                    <a:pt x="2569" y="17642"/>
                  </a:lnTo>
                  <a:lnTo>
                    <a:pt x="4497" y="17521"/>
                  </a:lnTo>
                  <a:lnTo>
                    <a:pt x="6429" y="17161"/>
                  </a:lnTo>
                  <a:lnTo>
                    <a:pt x="8227" y="16559"/>
                  </a:lnTo>
                  <a:lnTo>
                    <a:pt x="8998" y="17521"/>
                  </a:lnTo>
                  <a:lnTo>
                    <a:pt x="9769" y="18240"/>
                  </a:lnTo>
                  <a:lnTo>
                    <a:pt x="11315" y="20161"/>
                  </a:lnTo>
                  <a:lnTo>
                    <a:pt x="12213" y="20880"/>
                  </a:lnTo>
                  <a:lnTo>
                    <a:pt x="12728" y="21240"/>
                  </a:lnTo>
                  <a:lnTo>
                    <a:pt x="13243" y="21479"/>
                  </a:lnTo>
                  <a:lnTo>
                    <a:pt x="13629" y="21479"/>
                  </a:lnTo>
                  <a:lnTo>
                    <a:pt x="14144" y="21361"/>
                  </a:lnTo>
                  <a:lnTo>
                    <a:pt x="14530" y="21600"/>
                  </a:lnTo>
                  <a:lnTo>
                    <a:pt x="15041" y="21600"/>
                  </a:lnTo>
                  <a:lnTo>
                    <a:pt x="15301" y="21361"/>
                  </a:lnTo>
                  <a:lnTo>
                    <a:pt x="15427" y="21119"/>
                  </a:lnTo>
                  <a:lnTo>
                    <a:pt x="15557" y="20880"/>
                  </a:lnTo>
                  <a:lnTo>
                    <a:pt x="15427" y="20642"/>
                  </a:lnTo>
                  <a:lnTo>
                    <a:pt x="15301" y="20520"/>
                  </a:lnTo>
                  <a:lnTo>
                    <a:pt x="15171" y="20399"/>
                  </a:lnTo>
                  <a:lnTo>
                    <a:pt x="15041" y="19801"/>
                  </a:lnTo>
                  <a:lnTo>
                    <a:pt x="15041" y="19081"/>
                  </a:lnTo>
                  <a:lnTo>
                    <a:pt x="14915" y="16919"/>
                  </a:lnTo>
                  <a:lnTo>
                    <a:pt x="14915" y="14400"/>
                  </a:lnTo>
                  <a:lnTo>
                    <a:pt x="15427" y="14400"/>
                  </a:lnTo>
                  <a:lnTo>
                    <a:pt x="15686" y="14279"/>
                  </a:lnTo>
                  <a:lnTo>
                    <a:pt x="15942" y="14040"/>
                  </a:lnTo>
                  <a:lnTo>
                    <a:pt x="15942" y="13919"/>
                  </a:lnTo>
                  <a:lnTo>
                    <a:pt x="16198" y="13801"/>
                  </a:lnTo>
                  <a:lnTo>
                    <a:pt x="18256" y="12722"/>
                  </a:lnTo>
                  <a:lnTo>
                    <a:pt x="19413" y="12120"/>
                  </a:lnTo>
                  <a:lnTo>
                    <a:pt x="19928" y="11760"/>
                  </a:lnTo>
                  <a:lnTo>
                    <a:pt x="20443" y="11400"/>
                  </a:lnTo>
                  <a:lnTo>
                    <a:pt x="20959" y="11400"/>
                  </a:lnTo>
                  <a:lnTo>
                    <a:pt x="21344" y="11279"/>
                  </a:lnTo>
                  <a:lnTo>
                    <a:pt x="21470" y="11040"/>
                  </a:lnTo>
                  <a:lnTo>
                    <a:pt x="21600" y="10802"/>
                  </a:lnTo>
                  <a:lnTo>
                    <a:pt x="21600" y="10560"/>
                  </a:lnTo>
                  <a:lnTo>
                    <a:pt x="21470" y="10200"/>
                  </a:lnTo>
                  <a:lnTo>
                    <a:pt x="21344" y="9961"/>
                  </a:lnTo>
                  <a:lnTo>
                    <a:pt x="20959" y="9840"/>
                  </a:lnTo>
                  <a:lnTo>
                    <a:pt x="19542" y="9601"/>
                  </a:lnTo>
                  <a:lnTo>
                    <a:pt x="18130" y="9120"/>
                  </a:lnTo>
                  <a:lnTo>
                    <a:pt x="16714" y="8760"/>
                  </a:lnTo>
                  <a:lnTo>
                    <a:pt x="15301" y="8401"/>
                  </a:lnTo>
                  <a:lnTo>
                    <a:pt x="15301" y="7442"/>
                  </a:lnTo>
                  <a:lnTo>
                    <a:pt x="15171" y="6601"/>
                  </a:lnTo>
                  <a:lnTo>
                    <a:pt x="14915" y="4802"/>
                  </a:lnTo>
                  <a:lnTo>
                    <a:pt x="14915" y="2882"/>
                  </a:lnTo>
                  <a:lnTo>
                    <a:pt x="14786" y="1802"/>
                  </a:lnTo>
                  <a:lnTo>
                    <a:pt x="14656" y="841"/>
                  </a:lnTo>
                  <a:lnTo>
                    <a:pt x="14786" y="602"/>
                  </a:lnTo>
                  <a:lnTo>
                    <a:pt x="14915" y="360"/>
                  </a:lnTo>
                  <a:lnTo>
                    <a:pt x="14786" y="121"/>
                  </a:lnTo>
                  <a:lnTo>
                    <a:pt x="14656"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grpSp>
      <p:sp>
        <p:nvSpPr>
          <p:cNvPr id="1184" name="Google Shape;396;p7"/>
          <p:cNvSpPr/>
          <p:nvPr/>
        </p:nvSpPr>
        <p:spPr>
          <a:xfrm>
            <a:off x="850475" y="1031425"/>
            <a:ext cx="6037801" cy="1"/>
          </a:xfrm>
          <a:prstGeom prst="line">
            <a:avLst/>
          </a:prstGeom>
          <a:ln w="19050" cap="rnd">
            <a:solidFill>
              <a:srgbClr val="A4C2F4"/>
            </a:solidFill>
            <a:prstDash val="dash"/>
          </a:ln>
        </p:spPr>
        <p:txBody>
          <a:bodyPr lIns="0" tIns="0" rIns="0" bIns="0"/>
          <a:lstStyle/>
          <a:p>
            <a:pPr/>
          </a:p>
        </p:txBody>
      </p:sp>
      <p:sp>
        <p:nvSpPr>
          <p:cNvPr id="1185" name="Slide Number"/>
          <p:cNvSpPr txBox="1"/>
          <p:nvPr>
            <p:ph type="sldNum" sz="quarter" idx="2"/>
          </p:nvPr>
        </p:nvSpPr>
        <p:spPr>
          <a:xfrm>
            <a:off x="90619" y="4722736"/>
            <a:ext cx="365066" cy="360651"/>
          </a:xfrm>
          <a:prstGeom prst="rect">
            <a:avLst/>
          </a:prstGeom>
        </p:spPr>
        <p:txBody>
          <a:bodyPr anchor="t"/>
          <a:lstStyle>
            <a:lvl1pPr algn="l"/>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_ONLY">
    <p:spTree>
      <p:nvGrpSpPr>
        <p:cNvPr id="1" name=""/>
        <p:cNvGrpSpPr/>
        <p:nvPr/>
      </p:nvGrpSpPr>
      <p:grpSpPr>
        <a:xfrm>
          <a:off x="0" y="0"/>
          <a:ext cx="0" cy="0"/>
          <a:chOff x="0" y="0"/>
          <a:chExt cx="0" cy="0"/>
        </a:xfrm>
      </p:grpSpPr>
      <p:grpSp>
        <p:nvGrpSpPr>
          <p:cNvPr id="1343" name="Google Shape;6;p1"/>
          <p:cNvGrpSpPr/>
          <p:nvPr/>
        </p:nvGrpSpPr>
        <p:grpSpPr>
          <a:xfrm>
            <a:off x="-13" y="-47"/>
            <a:ext cx="9143766" cy="5143347"/>
            <a:chOff x="-6" y="-23"/>
            <a:chExt cx="9143765" cy="5143345"/>
          </a:xfrm>
        </p:grpSpPr>
        <p:sp>
          <p:nvSpPr>
            <p:cNvPr id="1192" name="Google Shape;7;p1"/>
            <p:cNvSpPr/>
            <p:nvPr/>
          </p:nvSpPr>
          <p:spPr>
            <a:xfrm>
              <a:off x="-7" y="-24"/>
              <a:ext cx="9143766" cy="5143347"/>
            </a:xfrm>
            <a:prstGeom prst="rect">
              <a:avLst/>
            </a:prstGeom>
            <a:noFill/>
            <a:ln w="9525" cap="rnd">
              <a:solidFill>
                <a:schemeClr val="accent4"/>
              </a:solidFill>
              <a:prstDash val="solid"/>
              <a:round/>
            </a:ln>
            <a:effectLst/>
          </p:spPr>
          <p:txBody>
            <a:bodyPr wrap="square" lIns="0" tIns="0" rIns="0" bIns="0" numCol="1" anchor="ctr">
              <a:noAutofit/>
            </a:bodyPr>
            <a:lstStyle/>
            <a:p>
              <a:pPr>
                <a:defRPr>
                  <a:solidFill>
                    <a:srgbClr val="000000"/>
                  </a:solidFill>
                </a:defRPr>
              </a:pPr>
            </a:p>
          </p:txBody>
        </p:sp>
        <p:sp>
          <p:nvSpPr>
            <p:cNvPr id="1193" name="Google Shape;8;p1"/>
            <p:cNvSpPr/>
            <p:nvPr/>
          </p:nvSpPr>
          <p:spPr>
            <a:xfrm>
              <a:off x="-7" y="504929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94" name="Google Shape;9;p1"/>
            <p:cNvSpPr/>
            <p:nvPr/>
          </p:nvSpPr>
          <p:spPr>
            <a:xfrm>
              <a:off x="-7" y="495639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95" name="Google Shape;10;p1"/>
            <p:cNvSpPr/>
            <p:nvPr/>
          </p:nvSpPr>
          <p:spPr>
            <a:xfrm>
              <a:off x="-7" y="486237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96" name="Google Shape;11;p1"/>
            <p:cNvSpPr/>
            <p:nvPr/>
          </p:nvSpPr>
          <p:spPr>
            <a:xfrm>
              <a:off x="-7" y="4769476"/>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97" name="Google Shape;12;p1"/>
            <p:cNvSpPr/>
            <p:nvPr/>
          </p:nvSpPr>
          <p:spPr>
            <a:xfrm>
              <a:off x="-7" y="4675447"/>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98" name="Google Shape;13;p1"/>
            <p:cNvSpPr/>
            <p:nvPr/>
          </p:nvSpPr>
          <p:spPr>
            <a:xfrm>
              <a:off x="-7" y="4582554"/>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99" name="Google Shape;14;p1"/>
            <p:cNvSpPr/>
            <p:nvPr/>
          </p:nvSpPr>
          <p:spPr>
            <a:xfrm>
              <a:off x="-7" y="4488524"/>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00" name="Google Shape;15;p1"/>
            <p:cNvSpPr/>
            <p:nvPr/>
          </p:nvSpPr>
          <p:spPr>
            <a:xfrm>
              <a:off x="-7" y="4395631"/>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01" name="Google Shape;16;p1"/>
            <p:cNvSpPr/>
            <p:nvPr/>
          </p:nvSpPr>
          <p:spPr>
            <a:xfrm>
              <a:off x="-7" y="430160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02" name="Google Shape;17;p1"/>
            <p:cNvSpPr/>
            <p:nvPr/>
          </p:nvSpPr>
          <p:spPr>
            <a:xfrm>
              <a:off x="-7" y="420870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03" name="Google Shape;18;p1"/>
            <p:cNvSpPr/>
            <p:nvPr/>
          </p:nvSpPr>
          <p:spPr>
            <a:xfrm>
              <a:off x="-7" y="411467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04" name="Google Shape;19;p1"/>
            <p:cNvSpPr/>
            <p:nvPr/>
          </p:nvSpPr>
          <p:spPr>
            <a:xfrm>
              <a:off x="-7" y="4020617"/>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05" name="Google Shape;20;p1"/>
            <p:cNvSpPr/>
            <p:nvPr/>
          </p:nvSpPr>
          <p:spPr>
            <a:xfrm>
              <a:off x="-7" y="3927756"/>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06" name="Google Shape;21;p1"/>
            <p:cNvSpPr/>
            <p:nvPr/>
          </p:nvSpPr>
          <p:spPr>
            <a:xfrm>
              <a:off x="-7" y="3833694"/>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07" name="Google Shape;22;p1"/>
            <p:cNvSpPr/>
            <p:nvPr/>
          </p:nvSpPr>
          <p:spPr>
            <a:xfrm>
              <a:off x="-7" y="3740833"/>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08" name="Google Shape;23;p1"/>
            <p:cNvSpPr/>
            <p:nvPr/>
          </p:nvSpPr>
          <p:spPr>
            <a:xfrm>
              <a:off x="-7" y="3646771"/>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09" name="Google Shape;24;p1"/>
            <p:cNvSpPr/>
            <p:nvPr/>
          </p:nvSpPr>
          <p:spPr>
            <a:xfrm>
              <a:off x="-7" y="355391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10" name="Google Shape;25;p1"/>
            <p:cNvSpPr/>
            <p:nvPr/>
          </p:nvSpPr>
          <p:spPr>
            <a:xfrm>
              <a:off x="-7" y="345984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11" name="Google Shape;26;p1"/>
            <p:cNvSpPr/>
            <p:nvPr/>
          </p:nvSpPr>
          <p:spPr>
            <a:xfrm>
              <a:off x="-7" y="336698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12" name="Google Shape;27;p1"/>
            <p:cNvSpPr/>
            <p:nvPr/>
          </p:nvSpPr>
          <p:spPr>
            <a:xfrm>
              <a:off x="-7" y="3272926"/>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13" name="Google Shape;28;p1"/>
            <p:cNvSpPr/>
            <p:nvPr/>
          </p:nvSpPr>
          <p:spPr>
            <a:xfrm>
              <a:off x="-7" y="3180065"/>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14" name="Google Shape;29;p1"/>
            <p:cNvSpPr/>
            <p:nvPr/>
          </p:nvSpPr>
          <p:spPr>
            <a:xfrm>
              <a:off x="-7" y="3086003"/>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15" name="Google Shape;30;p1"/>
            <p:cNvSpPr/>
            <p:nvPr/>
          </p:nvSpPr>
          <p:spPr>
            <a:xfrm>
              <a:off x="-7" y="2991941"/>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16" name="Google Shape;31;p1"/>
            <p:cNvSpPr/>
            <p:nvPr/>
          </p:nvSpPr>
          <p:spPr>
            <a:xfrm>
              <a:off x="-7" y="289908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17" name="Google Shape;32;p1"/>
            <p:cNvSpPr/>
            <p:nvPr/>
          </p:nvSpPr>
          <p:spPr>
            <a:xfrm>
              <a:off x="-7" y="280501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18" name="Google Shape;33;p1"/>
            <p:cNvSpPr/>
            <p:nvPr/>
          </p:nvSpPr>
          <p:spPr>
            <a:xfrm>
              <a:off x="-7" y="271215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19" name="Google Shape;34;p1"/>
            <p:cNvSpPr/>
            <p:nvPr/>
          </p:nvSpPr>
          <p:spPr>
            <a:xfrm>
              <a:off x="-7" y="2618096"/>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20" name="Google Shape;35;p1"/>
            <p:cNvSpPr/>
            <p:nvPr/>
          </p:nvSpPr>
          <p:spPr>
            <a:xfrm>
              <a:off x="-7" y="2525235"/>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21" name="Google Shape;36;p1"/>
            <p:cNvSpPr/>
            <p:nvPr/>
          </p:nvSpPr>
          <p:spPr>
            <a:xfrm>
              <a:off x="-7" y="2431173"/>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22" name="Google Shape;37;p1"/>
            <p:cNvSpPr/>
            <p:nvPr/>
          </p:nvSpPr>
          <p:spPr>
            <a:xfrm>
              <a:off x="-7" y="233831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23" name="Google Shape;38;p1"/>
            <p:cNvSpPr/>
            <p:nvPr/>
          </p:nvSpPr>
          <p:spPr>
            <a:xfrm>
              <a:off x="-7" y="224425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24" name="Google Shape;39;p1"/>
            <p:cNvSpPr/>
            <p:nvPr/>
          </p:nvSpPr>
          <p:spPr>
            <a:xfrm>
              <a:off x="-7" y="215138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25" name="Google Shape;40;p1"/>
            <p:cNvSpPr/>
            <p:nvPr/>
          </p:nvSpPr>
          <p:spPr>
            <a:xfrm>
              <a:off x="-7" y="205732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26" name="Google Shape;41;p1"/>
            <p:cNvSpPr/>
            <p:nvPr/>
          </p:nvSpPr>
          <p:spPr>
            <a:xfrm>
              <a:off x="-7" y="1963266"/>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27" name="Google Shape;42;p1"/>
            <p:cNvSpPr/>
            <p:nvPr/>
          </p:nvSpPr>
          <p:spPr>
            <a:xfrm>
              <a:off x="-7" y="1870405"/>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28" name="Google Shape;43;p1"/>
            <p:cNvSpPr/>
            <p:nvPr/>
          </p:nvSpPr>
          <p:spPr>
            <a:xfrm>
              <a:off x="-7" y="1776343"/>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29" name="Google Shape;44;p1"/>
            <p:cNvSpPr/>
            <p:nvPr/>
          </p:nvSpPr>
          <p:spPr>
            <a:xfrm>
              <a:off x="-7" y="168348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30" name="Google Shape;45;p1"/>
            <p:cNvSpPr/>
            <p:nvPr/>
          </p:nvSpPr>
          <p:spPr>
            <a:xfrm>
              <a:off x="-7" y="158942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31" name="Google Shape;46;p1"/>
            <p:cNvSpPr/>
            <p:nvPr/>
          </p:nvSpPr>
          <p:spPr>
            <a:xfrm>
              <a:off x="-7" y="149655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32" name="Google Shape;47;p1"/>
            <p:cNvSpPr/>
            <p:nvPr/>
          </p:nvSpPr>
          <p:spPr>
            <a:xfrm>
              <a:off x="-7" y="140249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33" name="Google Shape;48;p1"/>
            <p:cNvSpPr/>
            <p:nvPr/>
          </p:nvSpPr>
          <p:spPr>
            <a:xfrm>
              <a:off x="-7" y="1309637"/>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34" name="Google Shape;49;p1"/>
            <p:cNvSpPr/>
            <p:nvPr/>
          </p:nvSpPr>
          <p:spPr>
            <a:xfrm>
              <a:off x="-7" y="1215575"/>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35" name="Google Shape;50;p1"/>
            <p:cNvSpPr/>
            <p:nvPr/>
          </p:nvSpPr>
          <p:spPr>
            <a:xfrm>
              <a:off x="-7" y="1122714"/>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36" name="Google Shape;51;p1"/>
            <p:cNvSpPr/>
            <p:nvPr/>
          </p:nvSpPr>
          <p:spPr>
            <a:xfrm>
              <a:off x="-7" y="102865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37" name="Google Shape;52;p1"/>
            <p:cNvSpPr/>
            <p:nvPr/>
          </p:nvSpPr>
          <p:spPr>
            <a:xfrm>
              <a:off x="-7" y="93459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38" name="Google Shape;53;p1"/>
            <p:cNvSpPr/>
            <p:nvPr/>
          </p:nvSpPr>
          <p:spPr>
            <a:xfrm>
              <a:off x="-7" y="84172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39" name="Google Shape;54;p1"/>
            <p:cNvSpPr/>
            <p:nvPr/>
          </p:nvSpPr>
          <p:spPr>
            <a:xfrm>
              <a:off x="-7" y="74766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40" name="Google Shape;55;p1"/>
            <p:cNvSpPr/>
            <p:nvPr/>
          </p:nvSpPr>
          <p:spPr>
            <a:xfrm>
              <a:off x="-7" y="654807"/>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41" name="Google Shape;56;p1"/>
            <p:cNvSpPr/>
            <p:nvPr/>
          </p:nvSpPr>
          <p:spPr>
            <a:xfrm>
              <a:off x="-7" y="560745"/>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42" name="Google Shape;57;p1"/>
            <p:cNvSpPr/>
            <p:nvPr/>
          </p:nvSpPr>
          <p:spPr>
            <a:xfrm>
              <a:off x="-7" y="467884"/>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43" name="Google Shape;58;p1"/>
            <p:cNvSpPr/>
            <p:nvPr/>
          </p:nvSpPr>
          <p:spPr>
            <a:xfrm>
              <a:off x="-7" y="37382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44" name="Google Shape;59;p1"/>
            <p:cNvSpPr/>
            <p:nvPr/>
          </p:nvSpPr>
          <p:spPr>
            <a:xfrm>
              <a:off x="-7" y="280961"/>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45" name="Google Shape;60;p1"/>
            <p:cNvSpPr/>
            <p:nvPr/>
          </p:nvSpPr>
          <p:spPr>
            <a:xfrm>
              <a:off x="-7" y="18689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46" name="Google Shape;61;p1"/>
            <p:cNvSpPr/>
            <p:nvPr/>
          </p:nvSpPr>
          <p:spPr>
            <a:xfrm>
              <a:off x="-7" y="9403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47" name="Google Shape;62;p1"/>
            <p:cNvSpPr/>
            <p:nvPr/>
          </p:nvSpPr>
          <p:spPr>
            <a:xfrm flipH="1">
              <a:off x="904972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48" name="Google Shape;63;p1"/>
            <p:cNvSpPr/>
            <p:nvPr/>
          </p:nvSpPr>
          <p:spPr>
            <a:xfrm flipH="1">
              <a:off x="895566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49" name="Google Shape;64;p1"/>
            <p:cNvSpPr/>
            <p:nvPr/>
          </p:nvSpPr>
          <p:spPr>
            <a:xfrm flipH="1">
              <a:off x="886040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50" name="Google Shape;65;p1"/>
            <p:cNvSpPr/>
            <p:nvPr/>
          </p:nvSpPr>
          <p:spPr>
            <a:xfrm flipH="1">
              <a:off x="876634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51" name="Google Shape;66;p1"/>
            <p:cNvSpPr/>
            <p:nvPr/>
          </p:nvSpPr>
          <p:spPr>
            <a:xfrm flipH="1">
              <a:off x="867228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52" name="Google Shape;67;p1"/>
            <p:cNvSpPr/>
            <p:nvPr/>
          </p:nvSpPr>
          <p:spPr>
            <a:xfrm flipH="1">
              <a:off x="857825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53" name="Google Shape;68;p1"/>
            <p:cNvSpPr/>
            <p:nvPr/>
          </p:nvSpPr>
          <p:spPr>
            <a:xfrm flipH="1">
              <a:off x="848418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54" name="Google Shape;69;p1"/>
            <p:cNvSpPr/>
            <p:nvPr/>
          </p:nvSpPr>
          <p:spPr>
            <a:xfrm flipH="1">
              <a:off x="839012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55" name="Google Shape;70;p1"/>
            <p:cNvSpPr/>
            <p:nvPr/>
          </p:nvSpPr>
          <p:spPr>
            <a:xfrm flipH="1">
              <a:off x="829486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56" name="Google Shape;71;p1"/>
            <p:cNvSpPr/>
            <p:nvPr/>
          </p:nvSpPr>
          <p:spPr>
            <a:xfrm flipH="1">
              <a:off x="820083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57" name="Google Shape;72;p1"/>
            <p:cNvSpPr/>
            <p:nvPr/>
          </p:nvSpPr>
          <p:spPr>
            <a:xfrm flipH="1">
              <a:off x="810677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58" name="Google Shape;73;p1"/>
            <p:cNvSpPr/>
            <p:nvPr/>
          </p:nvSpPr>
          <p:spPr>
            <a:xfrm flipH="1">
              <a:off x="801271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59" name="Google Shape;74;p1"/>
            <p:cNvSpPr/>
            <p:nvPr/>
          </p:nvSpPr>
          <p:spPr>
            <a:xfrm flipH="1">
              <a:off x="791865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60" name="Google Shape;75;p1"/>
            <p:cNvSpPr/>
            <p:nvPr/>
          </p:nvSpPr>
          <p:spPr>
            <a:xfrm flipH="1">
              <a:off x="782458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61" name="Google Shape;76;p1"/>
            <p:cNvSpPr/>
            <p:nvPr/>
          </p:nvSpPr>
          <p:spPr>
            <a:xfrm flipH="1">
              <a:off x="772935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62" name="Google Shape;77;p1"/>
            <p:cNvSpPr/>
            <p:nvPr/>
          </p:nvSpPr>
          <p:spPr>
            <a:xfrm flipH="1">
              <a:off x="763529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63" name="Google Shape;78;p1"/>
            <p:cNvSpPr/>
            <p:nvPr/>
          </p:nvSpPr>
          <p:spPr>
            <a:xfrm flipH="1">
              <a:off x="754123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64" name="Google Shape;79;p1"/>
            <p:cNvSpPr/>
            <p:nvPr/>
          </p:nvSpPr>
          <p:spPr>
            <a:xfrm flipH="1">
              <a:off x="744717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65" name="Google Shape;80;p1"/>
            <p:cNvSpPr/>
            <p:nvPr/>
          </p:nvSpPr>
          <p:spPr>
            <a:xfrm flipH="1">
              <a:off x="735311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66" name="Google Shape;81;p1"/>
            <p:cNvSpPr/>
            <p:nvPr/>
          </p:nvSpPr>
          <p:spPr>
            <a:xfrm flipH="1">
              <a:off x="725788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67" name="Google Shape;82;p1"/>
            <p:cNvSpPr/>
            <p:nvPr/>
          </p:nvSpPr>
          <p:spPr>
            <a:xfrm flipH="1">
              <a:off x="716381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68" name="Google Shape;83;p1"/>
            <p:cNvSpPr/>
            <p:nvPr/>
          </p:nvSpPr>
          <p:spPr>
            <a:xfrm flipH="1">
              <a:off x="706975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69" name="Google Shape;84;p1"/>
            <p:cNvSpPr/>
            <p:nvPr/>
          </p:nvSpPr>
          <p:spPr>
            <a:xfrm flipH="1">
              <a:off x="697569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70" name="Google Shape;85;p1"/>
            <p:cNvSpPr/>
            <p:nvPr/>
          </p:nvSpPr>
          <p:spPr>
            <a:xfrm flipH="1">
              <a:off x="688163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71" name="Google Shape;86;p1"/>
            <p:cNvSpPr/>
            <p:nvPr/>
          </p:nvSpPr>
          <p:spPr>
            <a:xfrm flipH="1">
              <a:off x="678757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72" name="Google Shape;87;p1"/>
            <p:cNvSpPr/>
            <p:nvPr/>
          </p:nvSpPr>
          <p:spPr>
            <a:xfrm flipH="1">
              <a:off x="669234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73" name="Google Shape;88;p1"/>
            <p:cNvSpPr/>
            <p:nvPr/>
          </p:nvSpPr>
          <p:spPr>
            <a:xfrm flipH="1">
              <a:off x="659827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74" name="Google Shape;89;p1"/>
            <p:cNvSpPr/>
            <p:nvPr/>
          </p:nvSpPr>
          <p:spPr>
            <a:xfrm flipH="1">
              <a:off x="650421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75" name="Google Shape;90;p1"/>
            <p:cNvSpPr/>
            <p:nvPr/>
          </p:nvSpPr>
          <p:spPr>
            <a:xfrm flipH="1">
              <a:off x="641015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76" name="Google Shape;91;p1"/>
            <p:cNvSpPr/>
            <p:nvPr/>
          </p:nvSpPr>
          <p:spPr>
            <a:xfrm flipH="1">
              <a:off x="631609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77" name="Google Shape;92;p1"/>
            <p:cNvSpPr/>
            <p:nvPr/>
          </p:nvSpPr>
          <p:spPr>
            <a:xfrm flipH="1">
              <a:off x="622206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78" name="Google Shape;93;p1"/>
            <p:cNvSpPr/>
            <p:nvPr/>
          </p:nvSpPr>
          <p:spPr>
            <a:xfrm flipH="1">
              <a:off x="612680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79" name="Google Shape;94;p1"/>
            <p:cNvSpPr/>
            <p:nvPr/>
          </p:nvSpPr>
          <p:spPr>
            <a:xfrm flipH="1">
              <a:off x="603273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80" name="Google Shape;95;p1"/>
            <p:cNvSpPr/>
            <p:nvPr/>
          </p:nvSpPr>
          <p:spPr>
            <a:xfrm flipH="1">
              <a:off x="593867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81" name="Google Shape;96;p1"/>
            <p:cNvSpPr/>
            <p:nvPr/>
          </p:nvSpPr>
          <p:spPr>
            <a:xfrm flipH="1">
              <a:off x="584464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82" name="Google Shape;97;p1"/>
            <p:cNvSpPr/>
            <p:nvPr/>
          </p:nvSpPr>
          <p:spPr>
            <a:xfrm flipH="1">
              <a:off x="575058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83" name="Google Shape;98;p1"/>
            <p:cNvSpPr/>
            <p:nvPr/>
          </p:nvSpPr>
          <p:spPr>
            <a:xfrm flipH="1">
              <a:off x="565652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84" name="Google Shape;99;p1"/>
            <p:cNvSpPr/>
            <p:nvPr/>
          </p:nvSpPr>
          <p:spPr>
            <a:xfrm flipH="1">
              <a:off x="556126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85" name="Google Shape;100;p1"/>
            <p:cNvSpPr/>
            <p:nvPr/>
          </p:nvSpPr>
          <p:spPr>
            <a:xfrm flipH="1">
              <a:off x="546720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86" name="Google Shape;101;p1"/>
            <p:cNvSpPr/>
            <p:nvPr/>
          </p:nvSpPr>
          <p:spPr>
            <a:xfrm flipH="1">
              <a:off x="537317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87" name="Google Shape;102;p1"/>
            <p:cNvSpPr/>
            <p:nvPr/>
          </p:nvSpPr>
          <p:spPr>
            <a:xfrm flipH="1">
              <a:off x="527910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88" name="Google Shape;103;p1"/>
            <p:cNvSpPr/>
            <p:nvPr/>
          </p:nvSpPr>
          <p:spPr>
            <a:xfrm flipH="1">
              <a:off x="518504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89" name="Google Shape;104;p1"/>
            <p:cNvSpPr/>
            <p:nvPr/>
          </p:nvSpPr>
          <p:spPr>
            <a:xfrm flipH="1">
              <a:off x="508978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90" name="Google Shape;105;p1"/>
            <p:cNvSpPr/>
            <p:nvPr/>
          </p:nvSpPr>
          <p:spPr>
            <a:xfrm flipH="1">
              <a:off x="499575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91" name="Google Shape;106;p1"/>
            <p:cNvSpPr/>
            <p:nvPr/>
          </p:nvSpPr>
          <p:spPr>
            <a:xfrm flipH="1">
              <a:off x="490169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92" name="Google Shape;107;p1"/>
            <p:cNvSpPr/>
            <p:nvPr/>
          </p:nvSpPr>
          <p:spPr>
            <a:xfrm flipH="1">
              <a:off x="480763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93" name="Google Shape;108;p1"/>
            <p:cNvSpPr/>
            <p:nvPr/>
          </p:nvSpPr>
          <p:spPr>
            <a:xfrm flipH="1">
              <a:off x="471356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94" name="Google Shape;109;p1"/>
            <p:cNvSpPr/>
            <p:nvPr/>
          </p:nvSpPr>
          <p:spPr>
            <a:xfrm flipH="1">
              <a:off x="461950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95" name="Google Shape;110;p1"/>
            <p:cNvSpPr/>
            <p:nvPr/>
          </p:nvSpPr>
          <p:spPr>
            <a:xfrm flipH="1">
              <a:off x="452427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96" name="Google Shape;111;p1"/>
            <p:cNvSpPr/>
            <p:nvPr/>
          </p:nvSpPr>
          <p:spPr>
            <a:xfrm flipH="1">
              <a:off x="443021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97" name="Google Shape;112;p1"/>
            <p:cNvSpPr/>
            <p:nvPr/>
          </p:nvSpPr>
          <p:spPr>
            <a:xfrm flipH="1">
              <a:off x="433615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98" name="Google Shape;113;p1"/>
            <p:cNvSpPr/>
            <p:nvPr/>
          </p:nvSpPr>
          <p:spPr>
            <a:xfrm flipH="1">
              <a:off x="424209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99" name="Google Shape;114;p1"/>
            <p:cNvSpPr/>
            <p:nvPr/>
          </p:nvSpPr>
          <p:spPr>
            <a:xfrm flipH="1">
              <a:off x="414802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00" name="Google Shape;115;p1"/>
            <p:cNvSpPr/>
            <p:nvPr/>
          </p:nvSpPr>
          <p:spPr>
            <a:xfrm flipH="1">
              <a:off x="405396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01" name="Google Shape;116;p1"/>
            <p:cNvSpPr/>
            <p:nvPr/>
          </p:nvSpPr>
          <p:spPr>
            <a:xfrm flipH="1">
              <a:off x="395873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02" name="Google Shape;117;p1"/>
            <p:cNvSpPr/>
            <p:nvPr/>
          </p:nvSpPr>
          <p:spPr>
            <a:xfrm flipH="1">
              <a:off x="386467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03" name="Google Shape;118;p1"/>
            <p:cNvSpPr/>
            <p:nvPr/>
          </p:nvSpPr>
          <p:spPr>
            <a:xfrm flipH="1">
              <a:off x="377061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04" name="Google Shape;119;p1"/>
            <p:cNvSpPr/>
            <p:nvPr/>
          </p:nvSpPr>
          <p:spPr>
            <a:xfrm flipH="1">
              <a:off x="367655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05" name="Google Shape;120;p1"/>
            <p:cNvSpPr/>
            <p:nvPr/>
          </p:nvSpPr>
          <p:spPr>
            <a:xfrm flipH="1">
              <a:off x="358249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06" name="Google Shape;121;p1"/>
            <p:cNvSpPr/>
            <p:nvPr/>
          </p:nvSpPr>
          <p:spPr>
            <a:xfrm flipH="1">
              <a:off x="348726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07" name="Google Shape;122;p1"/>
            <p:cNvSpPr/>
            <p:nvPr/>
          </p:nvSpPr>
          <p:spPr>
            <a:xfrm flipH="1">
              <a:off x="339319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08" name="Google Shape;123;p1"/>
            <p:cNvSpPr/>
            <p:nvPr/>
          </p:nvSpPr>
          <p:spPr>
            <a:xfrm flipH="1">
              <a:off x="329913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09" name="Google Shape;124;p1"/>
            <p:cNvSpPr/>
            <p:nvPr/>
          </p:nvSpPr>
          <p:spPr>
            <a:xfrm flipH="1">
              <a:off x="320507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10" name="Google Shape;125;p1"/>
            <p:cNvSpPr/>
            <p:nvPr/>
          </p:nvSpPr>
          <p:spPr>
            <a:xfrm flipH="1">
              <a:off x="311104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11" name="Google Shape;126;p1"/>
            <p:cNvSpPr/>
            <p:nvPr/>
          </p:nvSpPr>
          <p:spPr>
            <a:xfrm flipH="1">
              <a:off x="301698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12" name="Google Shape;127;p1"/>
            <p:cNvSpPr/>
            <p:nvPr/>
          </p:nvSpPr>
          <p:spPr>
            <a:xfrm flipH="1">
              <a:off x="292172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13" name="Google Shape;128;p1"/>
            <p:cNvSpPr/>
            <p:nvPr/>
          </p:nvSpPr>
          <p:spPr>
            <a:xfrm flipH="1">
              <a:off x="282765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14" name="Google Shape;129;p1"/>
            <p:cNvSpPr/>
            <p:nvPr/>
          </p:nvSpPr>
          <p:spPr>
            <a:xfrm flipH="1">
              <a:off x="273359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15" name="Google Shape;130;p1"/>
            <p:cNvSpPr/>
            <p:nvPr/>
          </p:nvSpPr>
          <p:spPr>
            <a:xfrm flipH="1">
              <a:off x="263956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16" name="Google Shape;131;p1"/>
            <p:cNvSpPr/>
            <p:nvPr/>
          </p:nvSpPr>
          <p:spPr>
            <a:xfrm flipH="1">
              <a:off x="254550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17" name="Google Shape;132;p1"/>
            <p:cNvSpPr/>
            <p:nvPr/>
          </p:nvSpPr>
          <p:spPr>
            <a:xfrm flipH="1">
              <a:off x="245144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18" name="Google Shape;133;p1"/>
            <p:cNvSpPr/>
            <p:nvPr/>
          </p:nvSpPr>
          <p:spPr>
            <a:xfrm flipH="1">
              <a:off x="235618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19" name="Google Shape;134;p1"/>
            <p:cNvSpPr/>
            <p:nvPr/>
          </p:nvSpPr>
          <p:spPr>
            <a:xfrm flipH="1">
              <a:off x="226211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20" name="Google Shape;135;p1"/>
            <p:cNvSpPr/>
            <p:nvPr/>
          </p:nvSpPr>
          <p:spPr>
            <a:xfrm flipH="1">
              <a:off x="216808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21" name="Google Shape;136;p1"/>
            <p:cNvSpPr/>
            <p:nvPr/>
          </p:nvSpPr>
          <p:spPr>
            <a:xfrm flipH="1">
              <a:off x="207402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22" name="Google Shape;137;p1"/>
            <p:cNvSpPr/>
            <p:nvPr/>
          </p:nvSpPr>
          <p:spPr>
            <a:xfrm flipH="1">
              <a:off x="197996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23" name="Google Shape;138;p1"/>
            <p:cNvSpPr/>
            <p:nvPr/>
          </p:nvSpPr>
          <p:spPr>
            <a:xfrm flipH="1">
              <a:off x="188590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24" name="Google Shape;139;p1"/>
            <p:cNvSpPr/>
            <p:nvPr/>
          </p:nvSpPr>
          <p:spPr>
            <a:xfrm flipH="1">
              <a:off x="179067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25" name="Google Shape;140;p1"/>
            <p:cNvSpPr/>
            <p:nvPr/>
          </p:nvSpPr>
          <p:spPr>
            <a:xfrm flipH="1">
              <a:off x="169661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26" name="Google Shape;141;p1"/>
            <p:cNvSpPr/>
            <p:nvPr/>
          </p:nvSpPr>
          <p:spPr>
            <a:xfrm flipH="1">
              <a:off x="160255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27" name="Google Shape;142;p1"/>
            <p:cNvSpPr/>
            <p:nvPr/>
          </p:nvSpPr>
          <p:spPr>
            <a:xfrm flipH="1">
              <a:off x="150848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28" name="Google Shape;143;p1"/>
            <p:cNvSpPr/>
            <p:nvPr/>
          </p:nvSpPr>
          <p:spPr>
            <a:xfrm flipH="1">
              <a:off x="141442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29" name="Google Shape;144;p1"/>
            <p:cNvSpPr/>
            <p:nvPr/>
          </p:nvSpPr>
          <p:spPr>
            <a:xfrm flipH="1">
              <a:off x="131919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30" name="Google Shape;145;p1"/>
            <p:cNvSpPr/>
            <p:nvPr/>
          </p:nvSpPr>
          <p:spPr>
            <a:xfrm flipH="1">
              <a:off x="122513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31" name="Google Shape;146;p1"/>
            <p:cNvSpPr/>
            <p:nvPr/>
          </p:nvSpPr>
          <p:spPr>
            <a:xfrm flipH="1">
              <a:off x="113107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32" name="Google Shape;147;p1"/>
            <p:cNvSpPr/>
            <p:nvPr/>
          </p:nvSpPr>
          <p:spPr>
            <a:xfrm flipH="1">
              <a:off x="103701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33" name="Google Shape;148;p1"/>
            <p:cNvSpPr/>
            <p:nvPr/>
          </p:nvSpPr>
          <p:spPr>
            <a:xfrm flipH="1">
              <a:off x="94294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34" name="Google Shape;149;p1"/>
            <p:cNvSpPr/>
            <p:nvPr/>
          </p:nvSpPr>
          <p:spPr>
            <a:xfrm flipH="1">
              <a:off x="84888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35" name="Google Shape;150;p1"/>
            <p:cNvSpPr/>
            <p:nvPr/>
          </p:nvSpPr>
          <p:spPr>
            <a:xfrm flipH="1">
              <a:off x="75365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36" name="Google Shape;151;p1"/>
            <p:cNvSpPr/>
            <p:nvPr/>
          </p:nvSpPr>
          <p:spPr>
            <a:xfrm flipH="1">
              <a:off x="65959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37" name="Google Shape;152;p1"/>
            <p:cNvSpPr/>
            <p:nvPr/>
          </p:nvSpPr>
          <p:spPr>
            <a:xfrm flipH="1">
              <a:off x="56553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38" name="Google Shape;153;p1"/>
            <p:cNvSpPr/>
            <p:nvPr/>
          </p:nvSpPr>
          <p:spPr>
            <a:xfrm flipH="1">
              <a:off x="47147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39" name="Google Shape;154;p1"/>
            <p:cNvSpPr/>
            <p:nvPr/>
          </p:nvSpPr>
          <p:spPr>
            <a:xfrm flipH="1">
              <a:off x="37740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40" name="Google Shape;155;p1"/>
            <p:cNvSpPr/>
            <p:nvPr/>
          </p:nvSpPr>
          <p:spPr>
            <a:xfrm flipH="1">
              <a:off x="28338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41" name="Google Shape;156;p1"/>
            <p:cNvSpPr/>
            <p:nvPr/>
          </p:nvSpPr>
          <p:spPr>
            <a:xfrm flipH="1">
              <a:off x="18811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42" name="Google Shape;157;p1"/>
            <p:cNvSpPr/>
            <p:nvPr/>
          </p:nvSpPr>
          <p:spPr>
            <a:xfrm flipH="1">
              <a:off x="9405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grpSp>
      <p:sp>
        <p:nvSpPr>
          <p:cNvPr id="1344" name="Title Text"/>
          <p:cNvSpPr txBox="1"/>
          <p:nvPr>
            <p:ph type="title"/>
          </p:nvPr>
        </p:nvSpPr>
        <p:spPr>
          <a:xfrm>
            <a:off x="747924" y="225025"/>
            <a:ext cx="6140401" cy="857400"/>
          </a:xfrm>
          <a:prstGeom prst="rect">
            <a:avLst/>
          </a:prstGeom>
        </p:spPr>
        <p:txBody>
          <a:bodyPr>
            <a:normAutofit fontScale="100000" lnSpcReduction="0"/>
          </a:bodyPr>
          <a:lstStyle/>
          <a:p>
            <a:pPr/>
            <a:r>
              <a:t>Title Text</a:t>
            </a:r>
          </a:p>
        </p:txBody>
      </p:sp>
      <p:grpSp>
        <p:nvGrpSpPr>
          <p:cNvPr id="1374" name="Google Shape;400;p8"/>
          <p:cNvGrpSpPr/>
          <p:nvPr/>
        </p:nvGrpSpPr>
        <p:grpSpPr>
          <a:xfrm>
            <a:off x="7442902" y="-91154"/>
            <a:ext cx="1796290" cy="5330574"/>
            <a:chOff x="0" y="0"/>
            <a:chExt cx="1796288" cy="5330573"/>
          </a:xfrm>
        </p:grpSpPr>
        <p:sp>
          <p:nvSpPr>
            <p:cNvPr id="1345" name="Google Shape;401;p8"/>
            <p:cNvSpPr/>
            <p:nvPr/>
          </p:nvSpPr>
          <p:spPr>
            <a:xfrm>
              <a:off x="459702" y="0"/>
              <a:ext cx="525172" cy="6513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721" y="4505"/>
                  </a:moveTo>
                  <a:lnTo>
                    <a:pt x="12871" y="4545"/>
                  </a:lnTo>
                  <a:lnTo>
                    <a:pt x="12970" y="4586"/>
                  </a:lnTo>
                  <a:lnTo>
                    <a:pt x="13119" y="4746"/>
                  </a:lnTo>
                  <a:lnTo>
                    <a:pt x="13219" y="4988"/>
                  </a:lnTo>
                  <a:lnTo>
                    <a:pt x="13219" y="5310"/>
                  </a:lnTo>
                  <a:lnTo>
                    <a:pt x="13170" y="5350"/>
                  </a:lnTo>
                  <a:lnTo>
                    <a:pt x="13020" y="5430"/>
                  </a:lnTo>
                  <a:lnTo>
                    <a:pt x="12770" y="5430"/>
                  </a:lnTo>
                  <a:lnTo>
                    <a:pt x="12721" y="5390"/>
                  </a:lnTo>
                  <a:lnTo>
                    <a:pt x="12620" y="5310"/>
                  </a:lnTo>
                  <a:lnTo>
                    <a:pt x="12521" y="5148"/>
                  </a:lnTo>
                  <a:lnTo>
                    <a:pt x="12471" y="4988"/>
                  </a:lnTo>
                  <a:lnTo>
                    <a:pt x="12471" y="4746"/>
                  </a:lnTo>
                  <a:lnTo>
                    <a:pt x="12571" y="4505"/>
                  </a:lnTo>
                  <a:close/>
                  <a:moveTo>
                    <a:pt x="12721" y="4063"/>
                  </a:moveTo>
                  <a:lnTo>
                    <a:pt x="12571" y="4103"/>
                  </a:lnTo>
                  <a:lnTo>
                    <a:pt x="12422" y="4143"/>
                  </a:lnTo>
                  <a:lnTo>
                    <a:pt x="12272" y="4224"/>
                  </a:lnTo>
                  <a:lnTo>
                    <a:pt x="12222" y="4304"/>
                  </a:lnTo>
                  <a:lnTo>
                    <a:pt x="12121" y="4384"/>
                  </a:lnTo>
                  <a:lnTo>
                    <a:pt x="12022" y="4625"/>
                  </a:lnTo>
                  <a:lnTo>
                    <a:pt x="11972" y="4907"/>
                  </a:lnTo>
                  <a:lnTo>
                    <a:pt x="11972" y="5109"/>
                  </a:lnTo>
                  <a:lnTo>
                    <a:pt x="12022" y="5269"/>
                  </a:lnTo>
                  <a:lnTo>
                    <a:pt x="12072" y="5430"/>
                  </a:lnTo>
                  <a:lnTo>
                    <a:pt x="12222" y="5591"/>
                  </a:lnTo>
                  <a:lnTo>
                    <a:pt x="12371" y="5712"/>
                  </a:lnTo>
                  <a:lnTo>
                    <a:pt x="12571" y="5792"/>
                  </a:lnTo>
                  <a:lnTo>
                    <a:pt x="12770" y="5872"/>
                  </a:lnTo>
                  <a:lnTo>
                    <a:pt x="12970" y="5872"/>
                  </a:lnTo>
                  <a:lnTo>
                    <a:pt x="13219" y="5833"/>
                  </a:lnTo>
                  <a:lnTo>
                    <a:pt x="13419" y="5751"/>
                  </a:lnTo>
                  <a:lnTo>
                    <a:pt x="13618" y="5631"/>
                  </a:lnTo>
                  <a:lnTo>
                    <a:pt x="13718" y="5471"/>
                  </a:lnTo>
                  <a:lnTo>
                    <a:pt x="13768" y="5269"/>
                  </a:lnTo>
                  <a:lnTo>
                    <a:pt x="13768" y="5109"/>
                  </a:lnTo>
                  <a:lnTo>
                    <a:pt x="13718" y="4907"/>
                  </a:lnTo>
                  <a:lnTo>
                    <a:pt x="13669" y="4706"/>
                  </a:lnTo>
                  <a:lnTo>
                    <a:pt x="13568" y="4545"/>
                  </a:lnTo>
                  <a:lnTo>
                    <a:pt x="13469" y="4384"/>
                  </a:lnTo>
                  <a:lnTo>
                    <a:pt x="13319" y="4263"/>
                  </a:lnTo>
                  <a:lnTo>
                    <a:pt x="13119" y="4143"/>
                  </a:lnTo>
                  <a:lnTo>
                    <a:pt x="12919" y="4103"/>
                  </a:lnTo>
                  <a:lnTo>
                    <a:pt x="12721" y="4063"/>
                  </a:lnTo>
                  <a:close/>
                  <a:moveTo>
                    <a:pt x="15314" y="7321"/>
                  </a:moveTo>
                  <a:lnTo>
                    <a:pt x="15314" y="7441"/>
                  </a:lnTo>
                  <a:lnTo>
                    <a:pt x="15264" y="7521"/>
                  </a:lnTo>
                  <a:lnTo>
                    <a:pt x="15165" y="7602"/>
                  </a:lnTo>
                  <a:lnTo>
                    <a:pt x="15015" y="7682"/>
                  </a:lnTo>
                  <a:lnTo>
                    <a:pt x="14666" y="7803"/>
                  </a:lnTo>
                  <a:lnTo>
                    <a:pt x="14417" y="7884"/>
                  </a:lnTo>
                  <a:lnTo>
                    <a:pt x="13319" y="8286"/>
                  </a:lnTo>
                  <a:lnTo>
                    <a:pt x="13219" y="7964"/>
                  </a:lnTo>
                  <a:lnTo>
                    <a:pt x="14467" y="7482"/>
                  </a:lnTo>
                  <a:lnTo>
                    <a:pt x="15065" y="7321"/>
                  </a:lnTo>
                  <a:close/>
                  <a:moveTo>
                    <a:pt x="15114" y="6879"/>
                  </a:moveTo>
                  <a:lnTo>
                    <a:pt x="14766" y="6959"/>
                  </a:lnTo>
                  <a:lnTo>
                    <a:pt x="13669" y="7280"/>
                  </a:lnTo>
                  <a:lnTo>
                    <a:pt x="13119" y="7482"/>
                  </a:lnTo>
                  <a:lnTo>
                    <a:pt x="12620" y="7682"/>
                  </a:lnTo>
                  <a:lnTo>
                    <a:pt x="12521" y="7764"/>
                  </a:lnTo>
                  <a:lnTo>
                    <a:pt x="12521" y="7964"/>
                  </a:lnTo>
                  <a:lnTo>
                    <a:pt x="12671" y="8044"/>
                  </a:lnTo>
                  <a:lnTo>
                    <a:pt x="12871" y="8044"/>
                  </a:lnTo>
                  <a:lnTo>
                    <a:pt x="12871" y="8326"/>
                  </a:lnTo>
                  <a:lnTo>
                    <a:pt x="12970" y="8567"/>
                  </a:lnTo>
                  <a:lnTo>
                    <a:pt x="13020" y="8649"/>
                  </a:lnTo>
                  <a:lnTo>
                    <a:pt x="13119" y="8688"/>
                  </a:lnTo>
                  <a:lnTo>
                    <a:pt x="13269" y="8688"/>
                  </a:lnTo>
                  <a:lnTo>
                    <a:pt x="14267" y="8367"/>
                  </a:lnTo>
                  <a:lnTo>
                    <a:pt x="14766" y="8206"/>
                  </a:lnTo>
                  <a:lnTo>
                    <a:pt x="15264" y="8044"/>
                  </a:lnTo>
                  <a:lnTo>
                    <a:pt x="15514" y="7884"/>
                  </a:lnTo>
                  <a:lnTo>
                    <a:pt x="15714" y="7682"/>
                  </a:lnTo>
                  <a:lnTo>
                    <a:pt x="15813" y="7562"/>
                  </a:lnTo>
                  <a:lnTo>
                    <a:pt x="15813" y="7321"/>
                  </a:lnTo>
                  <a:lnTo>
                    <a:pt x="15763" y="7200"/>
                  </a:lnTo>
                  <a:lnTo>
                    <a:pt x="15714" y="7039"/>
                  </a:lnTo>
                  <a:lnTo>
                    <a:pt x="15614" y="6959"/>
                  </a:lnTo>
                  <a:lnTo>
                    <a:pt x="15464" y="6879"/>
                  </a:lnTo>
                  <a:close/>
                  <a:moveTo>
                    <a:pt x="13867" y="3137"/>
                  </a:moveTo>
                  <a:lnTo>
                    <a:pt x="13918" y="3540"/>
                  </a:lnTo>
                  <a:lnTo>
                    <a:pt x="14067" y="3942"/>
                  </a:lnTo>
                  <a:lnTo>
                    <a:pt x="14366" y="4706"/>
                  </a:lnTo>
                  <a:lnTo>
                    <a:pt x="14716" y="5551"/>
                  </a:lnTo>
                  <a:lnTo>
                    <a:pt x="14815" y="5792"/>
                  </a:lnTo>
                  <a:lnTo>
                    <a:pt x="12272" y="6636"/>
                  </a:lnTo>
                  <a:lnTo>
                    <a:pt x="9728" y="7441"/>
                  </a:lnTo>
                  <a:lnTo>
                    <a:pt x="7034" y="8326"/>
                  </a:lnTo>
                  <a:lnTo>
                    <a:pt x="5637" y="8769"/>
                  </a:lnTo>
                  <a:lnTo>
                    <a:pt x="5188" y="8929"/>
                  </a:lnTo>
                  <a:lnTo>
                    <a:pt x="4739" y="9090"/>
                  </a:lnTo>
                  <a:lnTo>
                    <a:pt x="4440" y="8649"/>
                  </a:lnTo>
                  <a:lnTo>
                    <a:pt x="4140" y="8165"/>
                  </a:lnTo>
                  <a:lnTo>
                    <a:pt x="3642" y="7200"/>
                  </a:lnTo>
                  <a:lnTo>
                    <a:pt x="3442" y="6757"/>
                  </a:lnTo>
                  <a:lnTo>
                    <a:pt x="3242" y="6436"/>
                  </a:lnTo>
                  <a:lnTo>
                    <a:pt x="3042" y="6154"/>
                  </a:lnTo>
                  <a:lnTo>
                    <a:pt x="3691" y="6074"/>
                  </a:lnTo>
                  <a:lnTo>
                    <a:pt x="4340" y="5953"/>
                  </a:lnTo>
                  <a:lnTo>
                    <a:pt x="4988" y="5792"/>
                  </a:lnTo>
                  <a:lnTo>
                    <a:pt x="5637" y="5591"/>
                  </a:lnTo>
                  <a:lnTo>
                    <a:pt x="7084" y="5109"/>
                  </a:lnTo>
                  <a:lnTo>
                    <a:pt x="8530" y="4625"/>
                  </a:lnTo>
                  <a:lnTo>
                    <a:pt x="9279" y="4425"/>
                  </a:lnTo>
                  <a:lnTo>
                    <a:pt x="10027" y="4224"/>
                  </a:lnTo>
                  <a:lnTo>
                    <a:pt x="11523" y="3902"/>
                  </a:lnTo>
                  <a:lnTo>
                    <a:pt x="12272" y="3740"/>
                  </a:lnTo>
                  <a:lnTo>
                    <a:pt x="12970" y="3499"/>
                  </a:lnTo>
                  <a:lnTo>
                    <a:pt x="13419" y="3378"/>
                  </a:lnTo>
                  <a:lnTo>
                    <a:pt x="13618" y="3258"/>
                  </a:lnTo>
                  <a:lnTo>
                    <a:pt x="13867" y="3137"/>
                  </a:lnTo>
                  <a:close/>
                  <a:moveTo>
                    <a:pt x="11773" y="8487"/>
                  </a:moveTo>
                  <a:lnTo>
                    <a:pt x="11822" y="8688"/>
                  </a:lnTo>
                  <a:lnTo>
                    <a:pt x="10975" y="9050"/>
                  </a:lnTo>
                  <a:lnTo>
                    <a:pt x="10476" y="9252"/>
                  </a:lnTo>
                  <a:lnTo>
                    <a:pt x="10326" y="9252"/>
                  </a:lnTo>
                  <a:lnTo>
                    <a:pt x="10276" y="9171"/>
                  </a:lnTo>
                  <a:lnTo>
                    <a:pt x="10276" y="8970"/>
                  </a:lnTo>
                  <a:lnTo>
                    <a:pt x="11773" y="8487"/>
                  </a:lnTo>
                  <a:close/>
                  <a:moveTo>
                    <a:pt x="13867" y="2614"/>
                  </a:moveTo>
                  <a:lnTo>
                    <a:pt x="13568" y="2695"/>
                  </a:lnTo>
                  <a:lnTo>
                    <a:pt x="13319" y="2816"/>
                  </a:lnTo>
                  <a:lnTo>
                    <a:pt x="12770" y="3057"/>
                  </a:lnTo>
                  <a:lnTo>
                    <a:pt x="12022" y="3258"/>
                  </a:lnTo>
                  <a:lnTo>
                    <a:pt x="11324" y="3460"/>
                  </a:lnTo>
                  <a:lnTo>
                    <a:pt x="9877" y="3740"/>
                  </a:lnTo>
                  <a:lnTo>
                    <a:pt x="9178" y="3902"/>
                  </a:lnTo>
                  <a:lnTo>
                    <a:pt x="8481" y="4103"/>
                  </a:lnTo>
                  <a:lnTo>
                    <a:pt x="7084" y="4545"/>
                  </a:lnTo>
                  <a:lnTo>
                    <a:pt x="5736" y="5028"/>
                  </a:lnTo>
                  <a:lnTo>
                    <a:pt x="4988" y="5269"/>
                  </a:lnTo>
                  <a:lnTo>
                    <a:pt x="4240" y="5471"/>
                  </a:lnTo>
                  <a:lnTo>
                    <a:pt x="2743" y="5833"/>
                  </a:lnTo>
                  <a:lnTo>
                    <a:pt x="2644" y="5872"/>
                  </a:lnTo>
                  <a:lnTo>
                    <a:pt x="2593" y="5913"/>
                  </a:lnTo>
                  <a:lnTo>
                    <a:pt x="2593" y="5994"/>
                  </a:lnTo>
                  <a:lnTo>
                    <a:pt x="2644" y="6074"/>
                  </a:lnTo>
                  <a:lnTo>
                    <a:pt x="2694" y="6114"/>
                  </a:lnTo>
                  <a:lnTo>
                    <a:pt x="2644" y="6235"/>
                  </a:lnTo>
                  <a:lnTo>
                    <a:pt x="2644" y="6315"/>
                  </a:lnTo>
                  <a:lnTo>
                    <a:pt x="2743" y="6556"/>
                  </a:lnTo>
                  <a:lnTo>
                    <a:pt x="2943" y="7079"/>
                  </a:lnTo>
                  <a:lnTo>
                    <a:pt x="3242" y="7602"/>
                  </a:lnTo>
                  <a:lnTo>
                    <a:pt x="3741" y="8608"/>
                  </a:lnTo>
                  <a:lnTo>
                    <a:pt x="4040" y="9090"/>
                  </a:lnTo>
                  <a:lnTo>
                    <a:pt x="4340" y="9533"/>
                  </a:lnTo>
                  <a:lnTo>
                    <a:pt x="4440" y="9614"/>
                  </a:lnTo>
                  <a:lnTo>
                    <a:pt x="4489" y="9654"/>
                  </a:lnTo>
                  <a:lnTo>
                    <a:pt x="4639" y="9654"/>
                  </a:lnTo>
                  <a:lnTo>
                    <a:pt x="4788" y="9573"/>
                  </a:lnTo>
                  <a:lnTo>
                    <a:pt x="4889" y="9452"/>
                  </a:lnTo>
                  <a:lnTo>
                    <a:pt x="5437" y="9332"/>
                  </a:lnTo>
                  <a:lnTo>
                    <a:pt x="5986" y="9171"/>
                  </a:lnTo>
                  <a:lnTo>
                    <a:pt x="7034" y="8809"/>
                  </a:lnTo>
                  <a:lnTo>
                    <a:pt x="9926" y="7884"/>
                  </a:lnTo>
                  <a:lnTo>
                    <a:pt x="12620" y="7039"/>
                  </a:lnTo>
                  <a:lnTo>
                    <a:pt x="13918" y="6636"/>
                  </a:lnTo>
                  <a:lnTo>
                    <a:pt x="14566" y="6395"/>
                  </a:lnTo>
                  <a:lnTo>
                    <a:pt x="15165" y="6154"/>
                  </a:lnTo>
                  <a:lnTo>
                    <a:pt x="15314" y="6154"/>
                  </a:lnTo>
                  <a:lnTo>
                    <a:pt x="15414" y="6074"/>
                  </a:lnTo>
                  <a:lnTo>
                    <a:pt x="15464" y="5913"/>
                  </a:lnTo>
                  <a:lnTo>
                    <a:pt x="15464" y="5792"/>
                  </a:lnTo>
                  <a:lnTo>
                    <a:pt x="15365" y="5510"/>
                  </a:lnTo>
                  <a:lnTo>
                    <a:pt x="15015" y="4666"/>
                  </a:lnTo>
                  <a:lnTo>
                    <a:pt x="14666" y="3822"/>
                  </a:lnTo>
                  <a:lnTo>
                    <a:pt x="14467" y="3419"/>
                  </a:lnTo>
                  <a:lnTo>
                    <a:pt x="14217" y="3017"/>
                  </a:lnTo>
                  <a:lnTo>
                    <a:pt x="14167" y="2976"/>
                  </a:lnTo>
                  <a:lnTo>
                    <a:pt x="14067" y="2937"/>
                  </a:lnTo>
                  <a:lnTo>
                    <a:pt x="14118" y="2816"/>
                  </a:lnTo>
                  <a:lnTo>
                    <a:pt x="14118" y="2735"/>
                  </a:lnTo>
                  <a:lnTo>
                    <a:pt x="14017" y="2655"/>
                  </a:lnTo>
                  <a:lnTo>
                    <a:pt x="13867" y="2614"/>
                  </a:lnTo>
                  <a:close/>
                  <a:moveTo>
                    <a:pt x="11822" y="7964"/>
                  </a:moveTo>
                  <a:lnTo>
                    <a:pt x="9977" y="8567"/>
                  </a:lnTo>
                  <a:lnTo>
                    <a:pt x="9877" y="8608"/>
                  </a:lnTo>
                  <a:lnTo>
                    <a:pt x="9827" y="8688"/>
                  </a:lnTo>
                  <a:lnTo>
                    <a:pt x="9777" y="8769"/>
                  </a:lnTo>
                  <a:lnTo>
                    <a:pt x="9827" y="8849"/>
                  </a:lnTo>
                  <a:lnTo>
                    <a:pt x="9777" y="8929"/>
                  </a:lnTo>
                  <a:lnTo>
                    <a:pt x="9728" y="9171"/>
                  </a:lnTo>
                  <a:lnTo>
                    <a:pt x="9777" y="9452"/>
                  </a:lnTo>
                  <a:lnTo>
                    <a:pt x="9827" y="9573"/>
                  </a:lnTo>
                  <a:lnTo>
                    <a:pt x="9926" y="9694"/>
                  </a:lnTo>
                  <a:lnTo>
                    <a:pt x="10077" y="9734"/>
                  </a:lnTo>
                  <a:lnTo>
                    <a:pt x="10276" y="9734"/>
                  </a:lnTo>
                  <a:lnTo>
                    <a:pt x="10476" y="9694"/>
                  </a:lnTo>
                  <a:lnTo>
                    <a:pt x="10725" y="9654"/>
                  </a:lnTo>
                  <a:lnTo>
                    <a:pt x="11175" y="9452"/>
                  </a:lnTo>
                  <a:lnTo>
                    <a:pt x="12321" y="9010"/>
                  </a:lnTo>
                  <a:lnTo>
                    <a:pt x="12371" y="8970"/>
                  </a:lnTo>
                  <a:lnTo>
                    <a:pt x="12471" y="8890"/>
                  </a:lnTo>
                  <a:lnTo>
                    <a:pt x="12471" y="8729"/>
                  </a:lnTo>
                  <a:lnTo>
                    <a:pt x="12172" y="8125"/>
                  </a:lnTo>
                  <a:lnTo>
                    <a:pt x="12121" y="8044"/>
                  </a:lnTo>
                  <a:lnTo>
                    <a:pt x="12022" y="8005"/>
                  </a:lnTo>
                  <a:lnTo>
                    <a:pt x="11923" y="7964"/>
                  </a:lnTo>
                  <a:close/>
                  <a:moveTo>
                    <a:pt x="15913" y="9131"/>
                  </a:moveTo>
                  <a:lnTo>
                    <a:pt x="16163" y="9533"/>
                  </a:lnTo>
                  <a:lnTo>
                    <a:pt x="16462" y="9935"/>
                  </a:lnTo>
                  <a:lnTo>
                    <a:pt x="15913" y="10137"/>
                  </a:lnTo>
                  <a:lnTo>
                    <a:pt x="15414" y="10297"/>
                  </a:lnTo>
                  <a:lnTo>
                    <a:pt x="14866" y="10417"/>
                  </a:lnTo>
                  <a:lnTo>
                    <a:pt x="14316" y="10539"/>
                  </a:lnTo>
                  <a:lnTo>
                    <a:pt x="14118" y="10137"/>
                  </a:lnTo>
                  <a:lnTo>
                    <a:pt x="13867" y="9734"/>
                  </a:lnTo>
                  <a:lnTo>
                    <a:pt x="13818" y="9694"/>
                  </a:lnTo>
                  <a:lnTo>
                    <a:pt x="14366" y="9573"/>
                  </a:lnTo>
                  <a:lnTo>
                    <a:pt x="14866" y="9452"/>
                  </a:lnTo>
                  <a:lnTo>
                    <a:pt x="15913" y="9131"/>
                  </a:lnTo>
                  <a:close/>
                  <a:moveTo>
                    <a:pt x="16013" y="8649"/>
                  </a:moveTo>
                  <a:lnTo>
                    <a:pt x="15365" y="8849"/>
                  </a:lnTo>
                  <a:lnTo>
                    <a:pt x="14716" y="9010"/>
                  </a:lnTo>
                  <a:lnTo>
                    <a:pt x="13419" y="9332"/>
                  </a:lnTo>
                  <a:lnTo>
                    <a:pt x="13370" y="9332"/>
                  </a:lnTo>
                  <a:lnTo>
                    <a:pt x="13319" y="9412"/>
                  </a:lnTo>
                  <a:lnTo>
                    <a:pt x="13269" y="9533"/>
                  </a:lnTo>
                  <a:lnTo>
                    <a:pt x="13370" y="9654"/>
                  </a:lnTo>
                  <a:lnTo>
                    <a:pt x="13419" y="9694"/>
                  </a:lnTo>
                  <a:lnTo>
                    <a:pt x="13519" y="9734"/>
                  </a:lnTo>
                  <a:lnTo>
                    <a:pt x="13469" y="9814"/>
                  </a:lnTo>
                  <a:lnTo>
                    <a:pt x="13469" y="9895"/>
                  </a:lnTo>
                  <a:lnTo>
                    <a:pt x="13718" y="10337"/>
                  </a:lnTo>
                  <a:lnTo>
                    <a:pt x="13867" y="10820"/>
                  </a:lnTo>
                  <a:lnTo>
                    <a:pt x="13918" y="10901"/>
                  </a:lnTo>
                  <a:lnTo>
                    <a:pt x="13968" y="10940"/>
                  </a:lnTo>
                  <a:lnTo>
                    <a:pt x="14017" y="10981"/>
                  </a:lnTo>
                  <a:lnTo>
                    <a:pt x="14118" y="11022"/>
                  </a:lnTo>
                  <a:lnTo>
                    <a:pt x="14866" y="10860"/>
                  </a:lnTo>
                  <a:lnTo>
                    <a:pt x="15565" y="10699"/>
                  </a:lnTo>
                  <a:lnTo>
                    <a:pt x="16262" y="10498"/>
                  </a:lnTo>
                  <a:lnTo>
                    <a:pt x="16911" y="10217"/>
                  </a:lnTo>
                  <a:lnTo>
                    <a:pt x="17010" y="10176"/>
                  </a:lnTo>
                  <a:lnTo>
                    <a:pt x="17111" y="10096"/>
                  </a:lnTo>
                  <a:lnTo>
                    <a:pt x="17111" y="9975"/>
                  </a:lnTo>
                  <a:lnTo>
                    <a:pt x="17061" y="9895"/>
                  </a:lnTo>
                  <a:lnTo>
                    <a:pt x="16662" y="9372"/>
                  </a:lnTo>
                  <a:lnTo>
                    <a:pt x="16313" y="8769"/>
                  </a:lnTo>
                  <a:lnTo>
                    <a:pt x="16262" y="8688"/>
                  </a:lnTo>
                  <a:lnTo>
                    <a:pt x="16212" y="8649"/>
                  </a:lnTo>
                  <a:close/>
                  <a:moveTo>
                    <a:pt x="12121" y="10257"/>
                  </a:moveTo>
                  <a:lnTo>
                    <a:pt x="12321" y="10699"/>
                  </a:lnTo>
                  <a:lnTo>
                    <a:pt x="12620" y="11142"/>
                  </a:lnTo>
                  <a:lnTo>
                    <a:pt x="11773" y="11504"/>
                  </a:lnTo>
                  <a:lnTo>
                    <a:pt x="10825" y="11825"/>
                  </a:lnTo>
                  <a:lnTo>
                    <a:pt x="10625" y="11906"/>
                  </a:lnTo>
                  <a:lnTo>
                    <a:pt x="10526" y="11906"/>
                  </a:lnTo>
                  <a:lnTo>
                    <a:pt x="10476" y="11866"/>
                  </a:lnTo>
                  <a:lnTo>
                    <a:pt x="10376" y="11705"/>
                  </a:lnTo>
                  <a:lnTo>
                    <a:pt x="10326" y="11504"/>
                  </a:lnTo>
                  <a:lnTo>
                    <a:pt x="10227" y="11142"/>
                  </a:lnTo>
                  <a:lnTo>
                    <a:pt x="10027" y="10820"/>
                  </a:lnTo>
                  <a:lnTo>
                    <a:pt x="12121" y="10257"/>
                  </a:lnTo>
                  <a:close/>
                  <a:moveTo>
                    <a:pt x="12172" y="9814"/>
                  </a:moveTo>
                  <a:lnTo>
                    <a:pt x="9728" y="10458"/>
                  </a:lnTo>
                  <a:lnTo>
                    <a:pt x="9677" y="10498"/>
                  </a:lnTo>
                  <a:lnTo>
                    <a:pt x="9627" y="10539"/>
                  </a:lnTo>
                  <a:lnTo>
                    <a:pt x="9578" y="10660"/>
                  </a:lnTo>
                  <a:lnTo>
                    <a:pt x="9627" y="10780"/>
                  </a:lnTo>
                  <a:lnTo>
                    <a:pt x="9777" y="10860"/>
                  </a:lnTo>
                  <a:lnTo>
                    <a:pt x="9777" y="11102"/>
                  </a:lnTo>
                  <a:lnTo>
                    <a:pt x="9827" y="11383"/>
                  </a:lnTo>
                  <a:lnTo>
                    <a:pt x="10027" y="11906"/>
                  </a:lnTo>
                  <a:lnTo>
                    <a:pt x="10077" y="12067"/>
                  </a:lnTo>
                  <a:lnTo>
                    <a:pt x="10227" y="12187"/>
                  </a:lnTo>
                  <a:lnTo>
                    <a:pt x="10376" y="12268"/>
                  </a:lnTo>
                  <a:lnTo>
                    <a:pt x="10575" y="12309"/>
                  </a:lnTo>
                  <a:lnTo>
                    <a:pt x="10924" y="12228"/>
                  </a:lnTo>
                  <a:lnTo>
                    <a:pt x="11274" y="12148"/>
                  </a:lnTo>
                  <a:lnTo>
                    <a:pt x="11923" y="11906"/>
                  </a:lnTo>
                  <a:lnTo>
                    <a:pt x="12571" y="11625"/>
                  </a:lnTo>
                  <a:lnTo>
                    <a:pt x="13170" y="11343"/>
                  </a:lnTo>
                  <a:lnTo>
                    <a:pt x="13219" y="11263"/>
                  </a:lnTo>
                  <a:lnTo>
                    <a:pt x="13269" y="11182"/>
                  </a:lnTo>
                  <a:lnTo>
                    <a:pt x="13269" y="11142"/>
                  </a:lnTo>
                  <a:lnTo>
                    <a:pt x="13219" y="11061"/>
                  </a:lnTo>
                  <a:lnTo>
                    <a:pt x="12970" y="10820"/>
                  </a:lnTo>
                  <a:lnTo>
                    <a:pt x="12770" y="10539"/>
                  </a:lnTo>
                  <a:lnTo>
                    <a:pt x="12620" y="10257"/>
                  </a:lnTo>
                  <a:lnTo>
                    <a:pt x="12521" y="9935"/>
                  </a:lnTo>
                  <a:lnTo>
                    <a:pt x="12471" y="9855"/>
                  </a:lnTo>
                  <a:lnTo>
                    <a:pt x="12371" y="9814"/>
                  </a:lnTo>
                  <a:close/>
                  <a:moveTo>
                    <a:pt x="16961" y="11343"/>
                  </a:moveTo>
                  <a:lnTo>
                    <a:pt x="17160" y="11745"/>
                  </a:lnTo>
                  <a:lnTo>
                    <a:pt x="16262" y="12148"/>
                  </a:lnTo>
                  <a:lnTo>
                    <a:pt x="15365" y="12550"/>
                  </a:lnTo>
                  <a:lnTo>
                    <a:pt x="15165" y="11946"/>
                  </a:lnTo>
                  <a:lnTo>
                    <a:pt x="15215" y="11906"/>
                  </a:lnTo>
                  <a:lnTo>
                    <a:pt x="15215" y="11825"/>
                  </a:lnTo>
                  <a:lnTo>
                    <a:pt x="15614" y="11705"/>
                  </a:lnTo>
                  <a:lnTo>
                    <a:pt x="16013" y="11625"/>
                  </a:lnTo>
                  <a:lnTo>
                    <a:pt x="16961" y="11343"/>
                  </a:lnTo>
                  <a:close/>
                  <a:moveTo>
                    <a:pt x="8530" y="11424"/>
                  </a:moveTo>
                  <a:lnTo>
                    <a:pt x="8630" y="11463"/>
                  </a:lnTo>
                  <a:lnTo>
                    <a:pt x="8729" y="11584"/>
                  </a:lnTo>
                  <a:lnTo>
                    <a:pt x="8929" y="11946"/>
                  </a:lnTo>
                  <a:lnTo>
                    <a:pt x="7882" y="12348"/>
                  </a:lnTo>
                  <a:lnTo>
                    <a:pt x="6934" y="12871"/>
                  </a:lnTo>
                  <a:lnTo>
                    <a:pt x="6734" y="12389"/>
                  </a:lnTo>
                  <a:lnTo>
                    <a:pt x="6585" y="12148"/>
                  </a:lnTo>
                  <a:lnTo>
                    <a:pt x="6435" y="11946"/>
                  </a:lnTo>
                  <a:lnTo>
                    <a:pt x="7632" y="11625"/>
                  </a:lnTo>
                  <a:lnTo>
                    <a:pt x="8081" y="11504"/>
                  </a:lnTo>
                  <a:lnTo>
                    <a:pt x="8481" y="11424"/>
                  </a:lnTo>
                  <a:close/>
                  <a:moveTo>
                    <a:pt x="17111" y="10820"/>
                  </a:moveTo>
                  <a:lnTo>
                    <a:pt x="17010" y="10860"/>
                  </a:lnTo>
                  <a:lnTo>
                    <a:pt x="15664" y="11263"/>
                  </a:lnTo>
                  <a:lnTo>
                    <a:pt x="15114" y="11383"/>
                  </a:lnTo>
                  <a:lnTo>
                    <a:pt x="14866" y="11504"/>
                  </a:lnTo>
                  <a:lnTo>
                    <a:pt x="14766" y="11584"/>
                  </a:lnTo>
                  <a:lnTo>
                    <a:pt x="14666" y="11665"/>
                  </a:lnTo>
                  <a:lnTo>
                    <a:pt x="14666" y="11786"/>
                  </a:lnTo>
                  <a:lnTo>
                    <a:pt x="14716" y="11866"/>
                  </a:lnTo>
                  <a:lnTo>
                    <a:pt x="14766" y="11906"/>
                  </a:lnTo>
                  <a:lnTo>
                    <a:pt x="14766" y="11946"/>
                  </a:lnTo>
                  <a:lnTo>
                    <a:pt x="14815" y="12429"/>
                  </a:lnTo>
                  <a:lnTo>
                    <a:pt x="14965" y="12871"/>
                  </a:lnTo>
                  <a:lnTo>
                    <a:pt x="14965" y="12992"/>
                  </a:lnTo>
                  <a:lnTo>
                    <a:pt x="15065" y="13033"/>
                  </a:lnTo>
                  <a:lnTo>
                    <a:pt x="15165" y="13072"/>
                  </a:lnTo>
                  <a:lnTo>
                    <a:pt x="15264" y="13072"/>
                  </a:lnTo>
                  <a:lnTo>
                    <a:pt x="16511" y="12550"/>
                  </a:lnTo>
                  <a:lnTo>
                    <a:pt x="17659" y="11986"/>
                  </a:lnTo>
                  <a:lnTo>
                    <a:pt x="17760" y="11906"/>
                  </a:lnTo>
                  <a:lnTo>
                    <a:pt x="17808" y="11825"/>
                  </a:lnTo>
                  <a:lnTo>
                    <a:pt x="17808" y="11745"/>
                  </a:lnTo>
                  <a:lnTo>
                    <a:pt x="17760" y="11665"/>
                  </a:lnTo>
                  <a:lnTo>
                    <a:pt x="17509" y="11343"/>
                  </a:lnTo>
                  <a:lnTo>
                    <a:pt x="17360" y="10981"/>
                  </a:lnTo>
                  <a:lnTo>
                    <a:pt x="17309" y="10901"/>
                  </a:lnTo>
                  <a:lnTo>
                    <a:pt x="17210" y="10860"/>
                  </a:lnTo>
                  <a:lnTo>
                    <a:pt x="17111" y="10820"/>
                  </a:lnTo>
                  <a:close/>
                  <a:moveTo>
                    <a:pt x="8430" y="10940"/>
                  </a:moveTo>
                  <a:lnTo>
                    <a:pt x="8131" y="10981"/>
                  </a:lnTo>
                  <a:lnTo>
                    <a:pt x="7832" y="11061"/>
                  </a:lnTo>
                  <a:lnTo>
                    <a:pt x="7283" y="11222"/>
                  </a:lnTo>
                  <a:lnTo>
                    <a:pt x="6585" y="11383"/>
                  </a:lnTo>
                  <a:lnTo>
                    <a:pt x="5886" y="11584"/>
                  </a:lnTo>
                  <a:lnTo>
                    <a:pt x="5837" y="11625"/>
                  </a:lnTo>
                  <a:lnTo>
                    <a:pt x="5787" y="11665"/>
                  </a:lnTo>
                  <a:lnTo>
                    <a:pt x="5736" y="11825"/>
                  </a:lnTo>
                  <a:lnTo>
                    <a:pt x="5787" y="11946"/>
                  </a:lnTo>
                  <a:lnTo>
                    <a:pt x="5837" y="11986"/>
                  </a:lnTo>
                  <a:lnTo>
                    <a:pt x="5936" y="12027"/>
                  </a:lnTo>
                  <a:lnTo>
                    <a:pt x="6136" y="12389"/>
                  </a:lnTo>
                  <a:lnTo>
                    <a:pt x="6335" y="12831"/>
                  </a:lnTo>
                  <a:lnTo>
                    <a:pt x="6484" y="13314"/>
                  </a:lnTo>
                  <a:lnTo>
                    <a:pt x="6585" y="13394"/>
                  </a:lnTo>
                  <a:lnTo>
                    <a:pt x="6684" y="13435"/>
                  </a:lnTo>
                  <a:lnTo>
                    <a:pt x="6785" y="13435"/>
                  </a:lnTo>
                  <a:lnTo>
                    <a:pt x="6934" y="13394"/>
                  </a:lnTo>
                  <a:lnTo>
                    <a:pt x="7533" y="13072"/>
                  </a:lnTo>
                  <a:lnTo>
                    <a:pt x="8131" y="12791"/>
                  </a:lnTo>
                  <a:lnTo>
                    <a:pt x="8729" y="12550"/>
                  </a:lnTo>
                  <a:lnTo>
                    <a:pt x="9428" y="12309"/>
                  </a:lnTo>
                  <a:lnTo>
                    <a:pt x="9477" y="12268"/>
                  </a:lnTo>
                  <a:lnTo>
                    <a:pt x="9578" y="12187"/>
                  </a:lnTo>
                  <a:lnTo>
                    <a:pt x="9578" y="11986"/>
                  </a:lnTo>
                  <a:lnTo>
                    <a:pt x="9378" y="11625"/>
                  </a:lnTo>
                  <a:lnTo>
                    <a:pt x="9178" y="11302"/>
                  </a:lnTo>
                  <a:lnTo>
                    <a:pt x="9079" y="11142"/>
                  </a:lnTo>
                  <a:lnTo>
                    <a:pt x="8879" y="11022"/>
                  </a:lnTo>
                  <a:lnTo>
                    <a:pt x="8679" y="10981"/>
                  </a:lnTo>
                  <a:lnTo>
                    <a:pt x="8430" y="10940"/>
                  </a:lnTo>
                  <a:close/>
                  <a:moveTo>
                    <a:pt x="13370" y="12469"/>
                  </a:moveTo>
                  <a:lnTo>
                    <a:pt x="13768" y="13072"/>
                  </a:lnTo>
                  <a:lnTo>
                    <a:pt x="13219" y="13314"/>
                  </a:lnTo>
                  <a:lnTo>
                    <a:pt x="12671" y="13475"/>
                  </a:lnTo>
                  <a:lnTo>
                    <a:pt x="12121" y="13636"/>
                  </a:lnTo>
                  <a:lnTo>
                    <a:pt x="11573" y="13756"/>
                  </a:lnTo>
                  <a:lnTo>
                    <a:pt x="11324" y="13194"/>
                  </a:lnTo>
                  <a:lnTo>
                    <a:pt x="11822" y="13072"/>
                  </a:lnTo>
                  <a:lnTo>
                    <a:pt x="12371" y="12871"/>
                  </a:lnTo>
                  <a:lnTo>
                    <a:pt x="13370" y="12469"/>
                  </a:lnTo>
                  <a:close/>
                  <a:moveTo>
                    <a:pt x="13419" y="11946"/>
                  </a:moveTo>
                  <a:lnTo>
                    <a:pt x="12172" y="12389"/>
                  </a:lnTo>
                  <a:lnTo>
                    <a:pt x="11523" y="12590"/>
                  </a:lnTo>
                  <a:lnTo>
                    <a:pt x="10975" y="12871"/>
                  </a:lnTo>
                  <a:lnTo>
                    <a:pt x="10874" y="12871"/>
                  </a:lnTo>
                  <a:lnTo>
                    <a:pt x="10775" y="12912"/>
                  </a:lnTo>
                  <a:lnTo>
                    <a:pt x="10725" y="13033"/>
                  </a:lnTo>
                  <a:lnTo>
                    <a:pt x="10725" y="13113"/>
                  </a:lnTo>
                  <a:lnTo>
                    <a:pt x="10924" y="13595"/>
                  </a:lnTo>
                  <a:lnTo>
                    <a:pt x="11124" y="14079"/>
                  </a:lnTo>
                  <a:lnTo>
                    <a:pt x="11224" y="14199"/>
                  </a:lnTo>
                  <a:lnTo>
                    <a:pt x="11324" y="14239"/>
                  </a:lnTo>
                  <a:lnTo>
                    <a:pt x="11373" y="14239"/>
                  </a:lnTo>
                  <a:lnTo>
                    <a:pt x="12172" y="14079"/>
                  </a:lnTo>
                  <a:lnTo>
                    <a:pt x="12871" y="13877"/>
                  </a:lnTo>
                  <a:lnTo>
                    <a:pt x="13618" y="13676"/>
                  </a:lnTo>
                  <a:lnTo>
                    <a:pt x="14316" y="13394"/>
                  </a:lnTo>
                  <a:lnTo>
                    <a:pt x="14366" y="13314"/>
                  </a:lnTo>
                  <a:lnTo>
                    <a:pt x="14417" y="13274"/>
                  </a:lnTo>
                  <a:lnTo>
                    <a:pt x="14417" y="13113"/>
                  </a:lnTo>
                  <a:lnTo>
                    <a:pt x="13768" y="12107"/>
                  </a:lnTo>
                  <a:lnTo>
                    <a:pt x="13718" y="12027"/>
                  </a:lnTo>
                  <a:lnTo>
                    <a:pt x="13618" y="11946"/>
                  </a:lnTo>
                  <a:close/>
                  <a:moveTo>
                    <a:pt x="17859" y="13475"/>
                  </a:moveTo>
                  <a:lnTo>
                    <a:pt x="18008" y="13515"/>
                  </a:lnTo>
                  <a:lnTo>
                    <a:pt x="18158" y="13676"/>
                  </a:lnTo>
                  <a:lnTo>
                    <a:pt x="18507" y="14239"/>
                  </a:lnTo>
                  <a:lnTo>
                    <a:pt x="17459" y="14521"/>
                  </a:lnTo>
                  <a:lnTo>
                    <a:pt x="16462" y="14882"/>
                  </a:lnTo>
                  <a:lnTo>
                    <a:pt x="16313" y="14641"/>
                  </a:lnTo>
                  <a:lnTo>
                    <a:pt x="16163" y="14400"/>
                  </a:lnTo>
                  <a:lnTo>
                    <a:pt x="15963" y="13918"/>
                  </a:lnTo>
                  <a:lnTo>
                    <a:pt x="16361" y="13836"/>
                  </a:lnTo>
                  <a:lnTo>
                    <a:pt x="16711" y="13756"/>
                  </a:lnTo>
                  <a:lnTo>
                    <a:pt x="17459" y="13556"/>
                  </a:lnTo>
                  <a:lnTo>
                    <a:pt x="17709" y="13475"/>
                  </a:lnTo>
                  <a:close/>
                  <a:moveTo>
                    <a:pt x="9578" y="13515"/>
                  </a:moveTo>
                  <a:lnTo>
                    <a:pt x="9977" y="14279"/>
                  </a:lnTo>
                  <a:lnTo>
                    <a:pt x="7931" y="15124"/>
                  </a:lnTo>
                  <a:lnTo>
                    <a:pt x="7632" y="14400"/>
                  </a:lnTo>
                  <a:lnTo>
                    <a:pt x="8081" y="14118"/>
                  </a:lnTo>
                  <a:lnTo>
                    <a:pt x="8530" y="13877"/>
                  </a:lnTo>
                  <a:lnTo>
                    <a:pt x="9079" y="13676"/>
                  </a:lnTo>
                  <a:lnTo>
                    <a:pt x="9578" y="13515"/>
                  </a:lnTo>
                  <a:close/>
                  <a:moveTo>
                    <a:pt x="17760" y="13033"/>
                  </a:moveTo>
                  <a:lnTo>
                    <a:pt x="17459" y="13072"/>
                  </a:lnTo>
                  <a:lnTo>
                    <a:pt x="16961" y="13233"/>
                  </a:lnTo>
                  <a:lnTo>
                    <a:pt x="16212" y="13394"/>
                  </a:lnTo>
                  <a:lnTo>
                    <a:pt x="15864" y="13475"/>
                  </a:lnTo>
                  <a:lnTo>
                    <a:pt x="15565" y="13595"/>
                  </a:lnTo>
                  <a:lnTo>
                    <a:pt x="15464" y="13636"/>
                  </a:lnTo>
                  <a:lnTo>
                    <a:pt x="15464" y="13797"/>
                  </a:lnTo>
                  <a:lnTo>
                    <a:pt x="15565" y="13877"/>
                  </a:lnTo>
                  <a:lnTo>
                    <a:pt x="15664" y="13918"/>
                  </a:lnTo>
                  <a:lnTo>
                    <a:pt x="15614" y="14079"/>
                  </a:lnTo>
                  <a:lnTo>
                    <a:pt x="15614" y="14279"/>
                  </a:lnTo>
                  <a:lnTo>
                    <a:pt x="15664" y="14441"/>
                  </a:lnTo>
                  <a:lnTo>
                    <a:pt x="15714" y="14601"/>
                  </a:lnTo>
                  <a:lnTo>
                    <a:pt x="15913" y="14964"/>
                  </a:lnTo>
                  <a:lnTo>
                    <a:pt x="16163" y="15244"/>
                  </a:lnTo>
                  <a:lnTo>
                    <a:pt x="16313" y="15325"/>
                  </a:lnTo>
                  <a:lnTo>
                    <a:pt x="16462" y="15325"/>
                  </a:lnTo>
                  <a:lnTo>
                    <a:pt x="17709" y="14923"/>
                  </a:lnTo>
                  <a:lnTo>
                    <a:pt x="18956" y="14561"/>
                  </a:lnTo>
                  <a:lnTo>
                    <a:pt x="19056" y="14480"/>
                  </a:lnTo>
                  <a:lnTo>
                    <a:pt x="19106" y="14441"/>
                  </a:lnTo>
                  <a:lnTo>
                    <a:pt x="19156" y="14359"/>
                  </a:lnTo>
                  <a:lnTo>
                    <a:pt x="19106" y="14279"/>
                  </a:lnTo>
                  <a:lnTo>
                    <a:pt x="18556" y="13314"/>
                  </a:lnTo>
                  <a:lnTo>
                    <a:pt x="18457" y="13194"/>
                  </a:lnTo>
                  <a:lnTo>
                    <a:pt x="18308" y="13113"/>
                  </a:lnTo>
                  <a:lnTo>
                    <a:pt x="18158" y="13033"/>
                  </a:lnTo>
                  <a:close/>
                  <a:moveTo>
                    <a:pt x="9777" y="12992"/>
                  </a:moveTo>
                  <a:lnTo>
                    <a:pt x="9677" y="13033"/>
                  </a:lnTo>
                  <a:lnTo>
                    <a:pt x="9029" y="13194"/>
                  </a:lnTo>
                  <a:lnTo>
                    <a:pt x="8380" y="13394"/>
                  </a:lnTo>
                  <a:lnTo>
                    <a:pt x="7782" y="13716"/>
                  </a:lnTo>
                  <a:lnTo>
                    <a:pt x="7234" y="14038"/>
                  </a:lnTo>
                  <a:lnTo>
                    <a:pt x="7133" y="14079"/>
                  </a:lnTo>
                  <a:lnTo>
                    <a:pt x="7084" y="14118"/>
                  </a:lnTo>
                  <a:lnTo>
                    <a:pt x="7034" y="14159"/>
                  </a:lnTo>
                  <a:lnTo>
                    <a:pt x="7034" y="14239"/>
                  </a:lnTo>
                  <a:lnTo>
                    <a:pt x="7133" y="14561"/>
                  </a:lnTo>
                  <a:lnTo>
                    <a:pt x="7234" y="14882"/>
                  </a:lnTo>
                  <a:lnTo>
                    <a:pt x="7533" y="15526"/>
                  </a:lnTo>
                  <a:lnTo>
                    <a:pt x="7582" y="15567"/>
                  </a:lnTo>
                  <a:lnTo>
                    <a:pt x="7682" y="15647"/>
                  </a:lnTo>
                  <a:lnTo>
                    <a:pt x="7882" y="15647"/>
                  </a:lnTo>
                  <a:lnTo>
                    <a:pt x="10425" y="14601"/>
                  </a:lnTo>
                  <a:lnTo>
                    <a:pt x="10526" y="14561"/>
                  </a:lnTo>
                  <a:lnTo>
                    <a:pt x="10575" y="14480"/>
                  </a:lnTo>
                  <a:lnTo>
                    <a:pt x="10625" y="14400"/>
                  </a:lnTo>
                  <a:lnTo>
                    <a:pt x="10575" y="14320"/>
                  </a:lnTo>
                  <a:lnTo>
                    <a:pt x="10027" y="13153"/>
                  </a:lnTo>
                  <a:lnTo>
                    <a:pt x="9977" y="13072"/>
                  </a:lnTo>
                  <a:lnTo>
                    <a:pt x="9877" y="13033"/>
                  </a:lnTo>
                  <a:lnTo>
                    <a:pt x="9777" y="12992"/>
                  </a:lnTo>
                  <a:close/>
                  <a:moveTo>
                    <a:pt x="14316" y="14561"/>
                  </a:moveTo>
                  <a:lnTo>
                    <a:pt x="14815" y="15325"/>
                  </a:lnTo>
                  <a:lnTo>
                    <a:pt x="12671" y="16009"/>
                  </a:lnTo>
                  <a:lnTo>
                    <a:pt x="12272" y="15244"/>
                  </a:lnTo>
                  <a:lnTo>
                    <a:pt x="12371" y="15164"/>
                  </a:lnTo>
                  <a:lnTo>
                    <a:pt x="12371" y="15124"/>
                  </a:lnTo>
                  <a:lnTo>
                    <a:pt x="12422" y="15084"/>
                  </a:lnTo>
                  <a:lnTo>
                    <a:pt x="12871" y="14923"/>
                  </a:lnTo>
                  <a:lnTo>
                    <a:pt x="13269" y="14842"/>
                  </a:lnTo>
                  <a:lnTo>
                    <a:pt x="14316" y="14561"/>
                  </a:lnTo>
                  <a:close/>
                  <a:moveTo>
                    <a:pt x="14467" y="14079"/>
                  </a:moveTo>
                  <a:lnTo>
                    <a:pt x="14366" y="14118"/>
                  </a:lnTo>
                  <a:lnTo>
                    <a:pt x="12919" y="14521"/>
                  </a:lnTo>
                  <a:lnTo>
                    <a:pt x="12321" y="14641"/>
                  </a:lnTo>
                  <a:lnTo>
                    <a:pt x="12072" y="14762"/>
                  </a:lnTo>
                  <a:lnTo>
                    <a:pt x="11923" y="14802"/>
                  </a:lnTo>
                  <a:lnTo>
                    <a:pt x="11872" y="14882"/>
                  </a:lnTo>
                  <a:lnTo>
                    <a:pt x="11773" y="15003"/>
                  </a:lnTo>
                  <a:lnTo>
                    <a:pt x="11822" y="15164"/>
                  </a:lnTo>
                  <a:lnTo>
                    <a:pt x="11872" y="15205"/>
                  </a:lnTo>
                  <a:lnTo>
                    <a:pt x="11872" y="15244"/>
                  </a:lnTo>
                  <a:lnTo>
                    <a:pt x="11923" y="15526"/>
                  </a:lnTo>
                  <a:lnTo>
                    <a:pt x="12022" y="15808"/>
                  </a:lnTo>
                  <a:lnTo>
                    <a:pt x="12272" y="16331"/>
                  </a:lnTo>
                  <a:lnTo>
                    <a:pt x="12371" y="16371"/>
                  </a:lnTo>
                  <a:lnTo>
                    <a:pt x="12422" y="16411"/>
                  </a:lnTo>
                  <a:lnTo>
                    <a:pt x="12521" y="16452"/>
                  </a:lnTo>
                  <a:lnTo>
                    <a:pt x="12620" y="16452"/>
                  </a:lnTo>
                  <a:lnTo>
                    <a:pt x="15264" y="15647"/>
                  </a:lnTo>
                  <a:lnTo>
                    <a:pt x="15314" y="15606"/>
                  </a:lnTo>
                  <a:lnTo>
                    <a:pt x="15365" y="15526"/>
                  </a:lnTo>
                  <a:lnTo>
                    <a:pt x="15414" y="15446"/>
                  </a:lnTo>
                  <a:lnTo>
                    <a:pt x="15414" y="15365"/>
                  </a:lnTo>
                  <a:lnTo>
                    <a:pt x="14716" y="14239"/>
                  </a:lnTo>
                  <a:lnTo>
                    <a:pt x="14666" y="14159"/>
                  </a:lnTo>
                  <a:lnTo>
                    <a:pt x="14566" y="14118"/>
                  </a:lnTo>
                  <a:lnTo>
                    <a:pt x="14467" y="14079"/>
                  </a:lnTo>
                  <a:close/>
                  <a:moveTo>
                    <a:pt x="10874" y="15727"/>
                  </a:moveTo>
                  <a:lnTo>
                    <a:pt x="11024" y="15888"/>
                  </a:lnTo>
                  <a:lnTo>
                    <a:pt x="11074" y="16009"/>
                  </a:lnTo>
                  <a:lnTo>
                    <a:pt x="11024" y="16170"/>
                  </a:lnTo>
                  <a:lnTo>
                    <a:pt x="10924" y="16331"/>
                  </a:lnTo>
                  <a:lnTo>
                    <a:pt x="10775" y="16452"/>
                  </a:lnTo>
                  <a:lnTo>
                    <a:pt x="10625" y="16612"/>
                  </a:lnTo>
                  <a:lnTo>
                    <a:pt x="10276" y="16773"/>
                  </a:lnTo>
                  <a:lnTo>
                    <a:pt x="9578" y="17014"/>
                  </a:lnTo>
                  <a:lnTo>
                    <a:pt x="9229" y="17095"/>
                  </a:lnTo>
                  <a:lnTo>
                    <a:pt x="8929" y="17255"/>
                  </a:lnTo>
                  <a:lnTo>
                    <a:pt x="8580" y="16572"/>
                  </a:lnTo>
                  <a:lnTo>
                    <a:pt x="8679" y="16532"/>
                  </a:lnTo>
                  <a:lnTo>
                    <a:pt x="8780" y="16411"/>
                  </a:lnTo>
                  <a:lnTo>
                    <a:pt x="8780" y="16371"/>
                  </a:lnTo>
                  <a:lnTo>
                    <a:pt x="8879" y="16452"/>
                  </a:lnTo>
                  <a:lnTo>
                    <a:pt x="8980" y="16411"/>
                  </a:lnTo>
                  <a:lnTo>
                    <a:pt x="9229" y="16371"/>
                  </a:lnTo>
                  <a:lnTo>
                    <a:pt x="9827" y="16210"/>
                  </a:lnTo>
                  <a:lnTo>
                    <a:pt x="10376" y="16009"/>
                  </a:lnTo>
                  <a:lnTo>
                    <a:pt x="10874" y="15727"/>
                  </a:lnTo>
                  <a:close/>
                  <a:moveTo>
                    <a:pt x="20602" y="16854"/>
                  </a:moveTo>
                  <a:lnTo>
                    <a:pt x="20602" y="16934"/>
                  </a:lnTo>
                  <a:lnTo>
                    <a:pt x="20702" y="16975"/>
                  </a:lnTo>
                  <a:lnTo>
                    <a:pt x="20751" y="17014"/>
                  </a:lnTo>
                  <a:lnTo>
                    <a:pt x="20602" y="17255"/>
                  </a:lnTo>
                  <a:lnTo>
                    <a:pt x="20403" y="17537"/>
                  </a:lnTo>
                  <a:lnTo>
                    <a:pt x="20203" y="17135"/>
                  </a:lnTo>
                  <a:lnTo>
                    <a:pt x="20602" y="16854"/>
                  </a:lnTo>
                  <a:close/>
                  <a:moveTo>
                    <a:pt x="10874" y="15244"/>
                  </a:moveTo>
                  <a:lnTo>
                    <a:pt x="10725" y="15285"/>
                  </a:lnTo>
                  <a:lnTo>
                    <a:pt x="10376" y="15486"/>
                  </a:lnTo>
                  <a:lnTo>
                    <a:pt x="9977" y="15647"/>
                  </a:lnTo>
                  <a:lnTo>
                    <a:pt x="9578" y="15808"/>
                  </a:lnTo>
                  <a:lnTo>
                    <a:pt x="9178" y="15929"/>
                  </a:lnTo>
                  <a:lnTo>
                    <a:pt x="8630" y="16009"/>
                  </a:lnTo>
                  <a:lnTo>
                    <a:pt x="8380" y="16090"/>
                  </a:lnTo>
                  <a:lnTo>
                    <a:pt x="8281" y="16170"/>
                  </a:lnTo>
                  <a:lnTo>
                    <a:pt x="8181" y="16250"/>
                  </a:lnTo>
                  <a:lnTo>
                    <a:pt x="8181" y="16371"/>
                  </a:lnTo>
                  <a:lnTo>
                    <a:pt x="8081" y="16452"/>
                  </a:lnTo>
                  <a:lnTo>
                    <a:pt x="8081" y="16572"/>
                  </a:lnTo>
                  <a:lnTo>
                    <a:pt x="8331" y="17095"/>
                  </a:lnTo>
                  <a:lnTo>
                    <a:pt x="8530" y="17658"/>
                  </a:lnTo>
                  <a:lnTo>
                    <a:pt x="8630" y="17739"/>
                  </a:lnTo>
                  <a:lnTo>
                    <a:pt x="8729" y="17778"/>
                  </a:lnTo>
                  <a:lnTo>
                    <a:pt x="8829" y="17778"/>
                  </a:lnTo>
                  <a:lnTo>
                    <a:pt x="8929" y="17739"/>
                  </a:lnTo>
                  <a:lnTo>
                    <a:pt x="9229" y="17578"/>
                  </a:lnTo>
                  <a:lnTo>
                    <a:pt x="9528" y="17457"/>
                  </a:lnTo>
                  <a:lnTo>
                    <a:pt x="10176" y="17255"/>
                  </a:lnTo>
                  <a:lnTo>
                    <a:pt x="10476" y="17175"/>
                  </a:lnTo>
                  <a:lnTo>
                    <a:pt x="10775" y="17055"/>
                  </a:lnTo>
                  <a:lnTo>
                    <a:pt x="11074" y="16894"/>
                  </a:lnTo>
                  <a:lnTo>
                    <a:pt x="11324" y="16693"/>
                  </a:lnTo>
                  <a:lnTo>
                    <a:pt x="11474" y="16532"/>
                  </a:lnTo>
                  <a:lnTo>
                    <a:pt x="11573" y="16331"/>
                  </a:lnTo>
                  <a:lnTo>
                    <a:pt x="11573" y="15929"/>
                  </a:lnTo>
                  <a:lnTo>
                    <a:pt x="11523" y="15727"/>
                  </a:lnTo>
                  <a:lnTo>
                    <a:pt x="11373" y="15526"/>
                  </a:lnTo>
                  <a:lnTo>
                    <a:pt x="11224" y="15406"/>
                  </a:lnTo>
                  <a:lnTo>
                    <a:pt x="10975" y="15285"/>
                  </a:lnTo>
                  <a:lnTo>
                    <a:pt x="10874" y="15244"/>
                  </a:lnTo>
                  <a:close/>
                  <a:moveTo>
                    <a:pt x="20003" y="17255"/>
                  </a:moveTo>
                  <a:lnTo>
                    <a:pt x="20054" y="17537"/>
                  </a:lnTo>
                  <a:lnTo>
                    <a:pt x="20153" y="17819"/>
                  </a:lnTo>
                  <a:lnTo>
                    <a:pt x="19704" y="18101"/>
                  </a:lnTo>
                  <a:lnTo>
                    <a:pt x="19605" y="17980"/>
                  </a:lnTo>
                  <a:lnTo>
                    <a:pt x="19455" y="17537"/>
                  </a:lnTo>
                  <a:lnTo>
                    <a:pt x="19555" y="17497"/>
                  </a:lnTo>
                  <a:lnTo>
                    <a:pt x="20003" y="17255"/>
                  </a:lnTo>
                  <a:close/>
                  <a:moveTo>
                    <a:pt x="19205" y="17658"/>
                  </a:moveTo>
                  <a:lnTo>
                    <a:pt x="19255" y="17980"/>
                  </a:lnTo>
                  <a:lnTo>
                    <a:pt x="19355" y="18302"/>
                  </a:lnTo>
                  <a:lnTo>
                    <a:pt x="18807" y="18502"/>
                  </a:lnTo>
                  <a:lnTo>
                    <a:pt x="18657" y="18342"/>
                  </a:lnTo>
                  <a:lnTo>
                    <a:pt x="18358" y="18020"/>
                  </a:lnTo>
                  <a:lnTo>
                    <a:pt x="19205" y="17658"/>
                  </a:lnTo>
                  <a:close/>
                  <a:moveTo>
                    <a:pt x="18257" y="18060"/>
                  </a:moveTo>
                  <a:lnTo>
                    <a:pt x="18358" y="18342"/>
                  </a:lnTo>
                  <a:lnTo>
                    <a:pt x="18407" y="18502"/>
                  </a:lnTo>
                  <a:lnTo>
                    <a:pt x="18457" y="18624"/>
                  </a:lnTo>
                  <a:lnTo>
                    <a:pt x="17808" y="18825"/>
                  </a:lnTo>
                  <a:lnTo>
                    <a:pt x="17659" y="18704"/>
                  </a:lnTo>
                  <a:lnTo>
                    <a:pt x="17509" y="18502"/>
                  </a:lnTo>
                  <a:lnTo>
                    <a:pt x="17459" y="18342"/>
                  </a:lnTo>
                  <a:lnTo>
                    <a:pt x="18257" y="18060"/>
                  </a:lnTo>
                  <a:close/>
                  <a:moveTo>
                    <a:pt x="17111" y="18463"/>
                  </a:moveTo>
                  <a:lnTo>
                    <a:pt x="17210" y="18745"/>
                  </a:lnTo>
                  <a:lnTo>
                    <a:pt x="17410" y="18945"/>
                  </a:lnTo>
                  <a:lnTo>
                    <a:pt x="16861" y="19146"/>
                  </a:lnTo>
                  <a:lnTo>
                    <a:pt x="16761" y="19066"/>
                  </a:lnTo>
                  <a:lnTo>
                    <a:pt x="16662" y="18945"/>
                  </a:lnTo>
                  <a:lnTo>
                    <a:pt x="16612" y="18825"/>
                  </a:lnTo>
                  <a:lnTo>
                    <a:pt x="16612" y="18663"/>
                  </a:lnTo>
                  <a:lnTo>
                    <a:pt x="17111" y="18463"/>
                  </a:lnTo>
                  <a:close/>
                  <a:moveTo>
                    <a:pt x="16361" y="18745"/>
                  </a:moveTo>
                  <a:lnTo>
                    <a:pt x="16313" y="18905"/>
                  </a:lnTo>
                  <a:lnTo>
                    <a:pt x="16361" y="19066"/>
                  </a:lnTo>
                  <a:lnTo>
                    <a:pt x="16462" y="19267"/>
                  </a:lnTo>
                  <a:lnTo>
                    <a:pt x="16062" y="19348"/>
                  </a:lnTo>
                  <a:lnTo>
                    <a:pt x="16013" y="19348"/>
                  </a:lnTo>
                  <a:lnTo>
                    <a:pt x="15963" y="19186"/>
                  </a:lnTo>
                  <a:lnTo>
                    <a:pt x="15864" y="18905"/>
                  </a:lnTo>
                  <a:lnTo>
                    <a:pt x="16361" y="18745"/>
                  </a:lnTo>
                  <a:close/>
                  <a:moveTo>
                    <a:pt x="15565" y="19025"/>
                  </a:moveTo>
                  <a:lnTo>
                    <a:pt x="15614" y="19307"/>
                  </a:lnTo>
                  <a:lnTo>
                    <a:pt x="15664" y="19509"/>
                  </a:lnTo>
                  <a:lnTo>
                    <a:pt x="15215" y="19629"/>
                  </a:lnTo>
                  <a:lnTo>
                    <a:pt x="15114" y="19669"/>
                  </a:lnTo>
                  <a:lnTo>
                    <a:pt x="15114" y="19428"/>
                  </a:lnTo>
                  <a:lnTo>
                    <a:pt x="14965" y="19307"/>
                  </a:lnTo>
                  <a:lnTo>
                    <a:pt x="14916" y="19227"/>
                  </a:lnTo>
                  <a:lnTo>
                    <a:pt x="15565" y="19025"/>
                  </a:lnTo>
                  <a:close/>
                  <a:moveTo>
                    <a:pt x="14467" y="19348"/>
                  </a:moveTo>
                  <a:lnTo>
                    <a:pt x="14617" y="19509"/>
                  </a:lnTo>
                  <a:lnTo>
                    <a:pt x="14766" y="19629"/>
                  </a:lnTo>
                  <a:lnTo>
                    <a:pt x="14866" y="19710"/>
                  </a:lnTo>
                  <a:lnTo>
                    <a:pt x="14916" y="19710"/>
                  </a:lnTo>
                  <a:lnTo>
                    <a:pt x="14217" y="19951"/>
                  </a:lnTo>
                  <a:lnTo>
                    <a:pt x="14167" y="19871"/>
                  </a:lnTo>
                  <a:lnTo>
                    <a:pt x="14067" y="19871"/>
                  </a:lnTo>
                  <a:lnTo>
                    <a:pt x="13918" y="19910"/>
                  </a:lnTo>
                  <a:lnTo>
                    <a:pt x="13818" y="19629"/>
                  </a:lnTo>
                  <a:lnTo>
                    <a:pt x="13768" y="19548"/>
                  </a:lnTo>
                  <a:lnTo>
                    <a:pt x="14467" y="19348"/>
                  </a:lnTo>
                  <a:close/>
                  <a:moveTo>
                    <a:pt x="13968" y="482"/>
                  </a:moveTo>
                  <a:lnTo>
                    <a:pt x="14217" y="523"/>
                  </a:lnTo>
                  <a:lnTo>
                    <a:pt x="14366" y="603"/>
                  </a:lnTo>
                  <a:lnTo>
                    <a:pt x="14516" y="684"/>
                  </a:lnTo>
                  <a:lnTo>
                    <a:pt x="14666" y="805"/>
                  </a:lnTo>
                  <a:lnTo>
                    <a:pt x="14916" y="1086"/>
                  </a:lnTo>
                  <a:lnTo>
                    <a:pt x="14965" y="1327"/>
                  </a:lnTo>
                  <a:lnTo>
                    <a:pt x="15015" y="1569"/>
                  </a:lnTo>
                  <a:lnTo>
                    <a:pt x="15414" y="2575"/>
                  </a:lnTo>
                  <a:lnTo>
                    <a:pt x="16163" y="4384"/>
                  </a:lnTo>
                  <a:lnTo>
                    <a:pt x="17760" y="8005"/>
                  </a:lnTo>
                  <a:lnTo>
                    <a:pt x="19355" y="11584"/>
                  </a:lnTo>
                  <a:lnTo>
                    <a:pt x="20203" y="13394"/>
                  </a:lnTo>
                  <a:lnTo>
                    <a:pt x="20652" y="14359"/>
                  </a:lnTo>
                  <a:lnTo>
                    <a:pt x="20951" y="14964"/>
                  </a:lnTo>
                  <a:lnTo>
                    <a:pt x="20852" y="15003"/>
                  </a:lnTo>
                  <a:lnTo>
                    <a:pt x="20802" y="15164"/>
                  </a:lnTo>
                  <a:lnTo>
                    <a:pt x="20802" y="15285"/>
                  </a:lnTo>
                  <a:lnTo>
                    <a:pt x="20751" y="15567"/>
                  </a:lnTo>
                  <a:lnTo>
                    <a:pt x="20702" y="15767"/>
                  </a:lnTo>
                  <a:lnTo>
                    <a:pt x="20652" y="15929"/>
                  </a:lnTo>
                  <a:lnTo>
                    <a:pt x="20403" y="16290"/>
                  </a:lnTo>
                  <a:lnTo>
                    <a:pt x="20054" y="16612"/>
                  </a:lnTo>
                  <a:lnTo>
                    <a:pt x="19654" y="16854"/>
                  </a:lnTo>
                  <a:lnTo>
                    <a:pt x="19205" y="17095"/>
                  </a:lnTo>
                  <a:lnTo>
                    <a:pt x="18756" y="17296"/>
                  </a:lnTo>
                  <a:lnTo>
                    <a:pt x="17760" y="17698"/>
                  </a:lnTo>
                  <a:lnTo>
                    <a:pt x="16761" y="18060"/>
                  </a:lnTo>
                  <a:lnTo>
                    <a:pt x="14766" y="18745"/>
                  </a:lnTo>
                  <a:lnTo>
                    <a:pt x="13618" y="19106"/>
                  </a:lnTo>
                  <a:lnTo>
                    <a:pt x="13568" y="19066"/>
                  </a:lnTo>
                  <a:lnTo>
                    <a:pt x="13519" y="19066"/>
                  </a:lnTo>
                  <a:lnTo>
                    <a:pt x="13469" y="19106"/>
                  </a:lnTo>
                  <a:lnTo>
                    <a:pt x="13469" y="19146"/>
                  </a:lnTo>
                  <a:lnTo>
                    <a:pt x="12022" y="19509"/>
                  </a:lnTo>
                  <a:lnTo>
                    <a:pt x="10575" y="19871"/>
                  </a:lnTo>
                  <a:lnTo>
                    <a:pt x="9477" y="20071"/>
                  </a:lnTo>
                  <a:lnTo>
                    <a:pt x="8380" y="20272"/>
                  </a:lnTo>
                  <a:lnTo>
                    <a:pt x="7882" y="20313"/>
                  </a:lnTo>
                  <a:lnTo>
                    <a:pt x="7632" y="20313"/>
                  </a:lnTo>
                  <a:lnTo>
                    <a:pt x="7383" y="20233"/>
                  </a:lnTo>
                  <a:lnTo>
                    <a:pt x="7183" y="20151"/>
                  </a:lnTo>
                  <a:lnTo>
                    <a:pt x="7034" y="19991"/>
                  </a:lnTo>
                  <a:lnTo>
                    <a:pt x="6884" y="19871"/>
                  </a:lnTo>
                  <a:lnTo>
                    <a:pt x="6734" y="19710"/>
                  </a:lnTo>
                  <a:lnTo>
                    <a:pt x="6634" y="19387"/>
                  </a:lnTo>
                  <a:lnTo>
                    <a:pt x="6484" y="19066"/>
                  </a:lnTo>
                  <a:lnTo>
                    <a:pt x="6086" y="18101"/>
                  </a:lnTo>
                  <a:lnTo>
                    <a:pt x="5338" y="16250"/>
                  </a:lnTo>
                  <a:lnTo>
                    <a:pt x="4590" y="14441"/>
                  </a:lnTo>
                  <a:lnTo>
                    <a:pt x="3741" y="12630"/>
                  </a:lnTo>
                  <a:lnTo>
                    <a:pt x="2943" y="10820"/>
                  </a:lnTo>
                  <a:lnTo>
                    <a:pt x="2045" y="9050"/>
                  </a:lnTo>
                  <a:lnTo>
                    <a:pt x="1148" y="7241"/>
                  </a:lnTo>
                  <a:lnTo>
                    <a:pt x="798" y="6636"/>
                  </a:lnTo>
                  <a:lnTo>
                    <a:pt x="649" y="6356"/>
                  </a:lnTo>
                  <a:lnTo>
                    <a:pt x="449" y="6074"/>
                  </a:lnTo>
                  <a:lnTo>
                    <a:pt x="499" y="6033"/>
                  </a:lnTo>
                  <a:lnTo>
                    <a:pt x="548" y="5953"/>
                  </a:lnTo>
                  <a:lnTo>
                    <a:pt x="499" y="5712"/>
                  </a:lnTo>
                  <a:lnTo>
                    <a:pt x="548" y="5510"/>
                  </a:lnTo>
                  <a:lnTo>
                    <a:pt x="548" y="5350"/>
                  </a:lnTo>
                  <a:lnTo>
                    <a:pt x="649" y="5148"/>
                  </a:lnTo>
                  <a:lnTo>
                    <a:pt x="847" y="4827"/>
                  </a:lnTo>
                  <a:lnTo>
                    <a:pt x="1148" y="4545"/>
                  </a:lnTo>
                  <a:lnTo>
                    <a:pt x="1496" y="4263"/>
                  </a:lnTo>
                  <a:lnTo>
                    <a:pt x="1896" y="4022"/>
                  </a:lnTo>
                  <a:lnTo>
                    <a:pt x="2345" y="3822"/>
                  </a:lnTo>
                  <a:lnTo>
                    <a:pt x="2743" y="3620"/>
                  </a:lnTo>
                  <a:lnTo>
                    <a:pt x="3792" y="3218"/>
                  </a:lnTo>
                  <a:lnTo>
                    <a:pt x="4889" y="2896"/>
                  </a:lnTo>
                  <a:lnTo>
                    <a:pt x="7084" y="2212"/>
                  </a:lnTo>
                  <a:lnTo>
                    <a:pt x="9229" y="1529"/>
                  </a:lnTo>
                  <a:lnTo>
                    <a:pt x="10276" y="1206"/>
                  </a:lnTo>
                  <a:lnTo>
                    <a:pt x="11373" y="885"/>
                  </a:lnTo>
                  <a:lnTo>
                    <a:pt x="12422" y="644"/>
                  </a:lnTo>
                  <a:lnTo>
                    <a:pt x="12970" y="564"/>
                  </a:lnTo>
                  <a:lnTo>
                    <a:pt x="13519" y="482"/>
                  </a:lnTo>
                  <a:close/>
                  <a:moveTo>
                    <a:pt x="13419" y="19669"/>
                  </a:moveTo>
                  <a:lnTo>
                    <a:pt x="13419" y="19710"/>
                  </a:lnTo>
                  <a:lnTo>
                    <a:pt x="13469" y="19910"/>
                  </a:lnTo>
                  <a:lnTo>
                    <a:pt x="13618" y="20112"/>
                  </a:lnTo>
                  <a:lnTo>
                    <a:pt x="13020" y="20313"/>
                  </a:lnTo>
                  <a:lnTo>
                    <a:pt x="13020" y="20272"/>
                  </a:lnTo>
                  <a:lnTo>
                    <a:pt x="12970" y="20112"/>
                  </a:lnTo>
                  <a:lnTo>
                    <a:pt x="12871" y="19991"/>
                  </a:lnTo>
                  <a:lnTo>
                    <a:pt x="12770" y="19830"/>
                  </a:lnTo>
                  <a:lnTo>
                    <a:pt x="13419" y="19669"/>
                  </a:lnTo>
                  <a:close/>
                  <a:moveTo>
                    <a:pt x="12371" y="19951"/>
                  </a:moveTo>
                  <a:lnTo>
                    <a:pt x="12471" y="20192"/>
                  </a:lnTo>
                  <a:lnTo>
                    <a:pt x="12571" y="20313"/>
                  </a:lnTo>
                  <a:lnTo>
                    <a:pt x="12671" y="20394"/>
                  </a:lnTo>
                  <a:lnTo>
                    <a:pt x="12022" y="20594"/>
                  </a:lnTo>
                  <a:lnTo>
                    <a:pt x="11923" y="20514"/>
                  </a:lnTo>
                  <a:lnTo>
                    <a:pt x="11822" y="20394"/>
                  </a:lnTo>
                  <a:lnTo>
                    <a:pt x="11723" y="20272"/>
                  </a:lnTo>
                  <a:lnTo>
                    <a:pt x="11672" y="20112"/>
                  </a:lnTo>
                  <a:lnTo>
                    <a:pt x="12371" y="19951"/>
                  </a:lnTo>
                  <a:close/>
                  <a:moveTo>
                    <a:pt x="11224" y="20192"/>
                  </a:moveTo>
                  <a:lnTo>
                    <a:pt x="11274" y="20353"/>
                  </a:lnTo>
                  <a:lnTo>
                    <a:pt x="11373" y="20554"/>
                  </a:lnTo>
                  <a:lnTo>
                    <a:pt x="11573" y="20756"/>
                  </a:lnTo>
                  <a:lnTo>
                    <a:pt x="11124" y="20876"/>
                  </a:lnTo>
                  <a:lnTo>
                    <a:pt x="11074" y="20795"/>
                  </a:lnTo>
                  <a:lnTo>
                    <a:pt x="11024" y="20756"/>
                  </a:lnTo>
                  <a:lnTo>
                    <a:pt x="10874" y="20675"/>
                  </a:lnTo>
                  <a:lnTo>
                    <a:pt x="10825" y="20635"/>
                  </a:lnTo>
                  <a:lnTo>
                    <a:pt x="10676" y="20433"/>
                  </a:lnTo>
                  <a:lnTo>
                    <a:pt x="10676" y="20353"/>
                  </a:lnTo>
                  <a:lnTo>
                    <a:pt x="11224" y="20192"/>
                  </a:lnTo>
                  <a:close/>
                  <a:moveTo>
                    <a:pt x="7133" y="20635"/>
                  </a:moveTo>
                  <a:lnTo>
                    <a:pt x="7383" y="20715"/>
                  </a:lnTo>
                  <a:lnTo>
                    <a:pt x="7682" y="20756"/>
                  </a:lnTo>
                  <a:lnTo>
                    <a:pt x="7982" y="20795"/>
                  </a:lnTo>
                  <a:lnTo>
                    <a:pt x="8081" y="21077"/>
                  </a:lnTo>
                  <a:lnTo>
                    <a:pt x="7832" y="20997"/>
                  </a:lnTo>
                  <a:lnTo>
                    <a:pt x="7582" y="20876"/>
                  </a:lnTo>
                  <a:lnTo>
                    <a:pt x="7333" y="20756"/>
                  </a:lnTo>
                  <a:lnTo>
                    <a:pt x="7133" y="20635"/>
                  </a:lnTo>
                  <a:close/>
                  <a:moveTo>
                    <a:pt x="10276" y="20433"/>
                  </a:moveTo>
                  <a:lnTo>
                    <a:pt x="10276" y="20594"/>
                  </a:lnTo>
                  <a:lnTo>
                    <a:pt x="10376" y="20756"/>
                  </a:lnTo>
                  <a:lnTo>
                    <a:pt x="10476" y="20876"/>
                  </a:lnTo>
                  <a:lnTo>
                    <a:pt x="10575" y="20997"/>
                  </a:lnTo>
                  <a:lnTo>
                    <a:pt x="10476" y="21036"/>
                  </a:lnTo>
                  <a:lnTo>
                    <a:pt x="9827" y="21157"/>
                  </a:lnTo>
                  <a:lnTo>
                    <a:pt x="9728" y="21036"/>
                  </a:lnTo>
                  <a:lnTo>
                    <a:pt x="9627" y="20916"/>
                  </a:lnTo>
                  <a:lnTo>
                    <a:pt x="9477" y="20756"/>
                  </a:lnTo>
                  <a:lnTo>
                    <a:pt x="9378" y="20594"/>
                  </a:lnTo>
                  <a:lnTo>
                    <a:pt x="9677" y="20514"/>
                  </a:lnTo>
                  <a:lnTo>
                    <a:pt x="10276" y="20433"/>
                  </a:lnTo>
                  <a:close/>
                  <a:moveTo>
                    <a:pt x="8980" y="20675"/>
                  </a:moveTo>
                  <a:lnTo>
                    <a:pt x="9079" y="20956"/>
                  </a:lnTo>
                  <a:lnTo>
                    <a:pt x="9178" y="21077"/>
                  </a:lnTo>
                  <a:lnTo>
                    <a:pt x="9279" y="21198"/>
                  </a:lnTo>
                  <a:lnTo>
                    <a:pt x="8829" y="21198"/>
                  </a:lnTo>
                  <a:lnTo>
                    <a:pt x="8829" y="21077"/>
                  </a:lnTo>
                  <a:lnTo>
                    <a:pt x="8729" y="21036"/>
                  </a:lnTo>
                  <a:lnTo>
                    <a:pt x="8679" y="21036"/>
                  </a:lnTo>
                  <a:lnTo>
                    <a:pt x="8580" y="21077"/>
                  </a:lnTo>
                  <a:lnTo>
                    <a:pt x="8530" y="21077"/>
                  </a:lnTo>
                  <a:lnTo>
                    <a:pt x="8430" y="21036"/>
                  </a:lnTo>
                  <a:lnTo>
                    <a:pt x="8380" y="20916"/>
                  </a:lnTo>
                  <a:lnTo>
                    <a:pt x="8331" y="20756"/>
                  </a:lnTo>
                  <a:lnTo>
                    <a:pt x="8980" y="20675"/>
                  </a:lnTo>
                  <a:close/>
                  <a:moveTo>
                    <a:pt x="13768" y="0"/>
                  </a:moveTo>
                  <a:lnTo>
                    <a:pt x="13219" y="41"/>
                  </a:lnTo>
                  <a:lnTo>
                    <a:pt x="12671" y="121"/>
                  </a:lnTo>
                  <a:lnTo>
                    <a:pt x="11972" y="241"/>
                  </a:lnTo>
                  <a:lnTo>
                    <a:pt x="11274" y="442"/>
                  </a:lnTo>
                  <a:lnTo>
                    <a:pt x="9926" y="805"/>
                  </a:lnTo>
                  <a:lnTo>
                    <a:pt x="7234" y="1649"/>
                  </a:lnTo>
                  <a:lnTo>
                    <a:pt x="4590" y="2494"/>
                  </a:lnTo>
                  <a:lnTo>
                    <a:pt x="3292" y="2937"/>
                  </a:lnTo>
                  <a:lnTo>
                    <a:pt x="2644" y="3178"/>
                  </a:lnTo>
                  <a:lnTo>
                    <a:pt x="2045" y="3419"/>
                  </a:lnTo>
                  <a:lnTo>
                    <a:pt x="1696" y="3620"/>
                  </a:lnTo>
                  <a:lnTo>
                    <a:pt x="1297" y="3822"/>
                  </a:lnTo>
                  <a:lnTo>
                    <a:pt x="948" y="4103"/>
                  </a:lnTo>
                  <a:lnTo>
                    <a:pt x="598" y="4384"/>
                  </a:lnTo>
                  <a:lnTo>
                    <a:pt x="299" y="4706"/>
                  </a:lnTo>
                  <a:lnTo>
                    <a:pt x="99" y="5068"/>
                  </a:lnTo>
                  <a:lnTo>
                    <a:pt x="50" y="5229"/>
                  </a:lnTo>
                  <a:lnTo>
                    <a:pt x="50" y="5591"/>
                  </a:lnTo>
                  <a:lnTo>
                    <a:pt x="99" y="5751"/>
                  </a:lnTo>
                  <a:lnTo>
                    <a:pt x="0" y="5792"/>
                  </a:lnTo>
                  <a:lnTo>
                    <a:pt x="0" y="5833"/>
                  </a:lnTo>
                  <a:lnTo>
                    <a:pt x="50" y="6275"/>
                  </a:lnTo>
                  <a:lnTo>
                    <a:pt x="200" y="6636"/>
                  </a:lnTo>
                  <a:lnTo>
                    <a:pt x="598" y="7441"/>
                  </a:lnTo>
                  <a:lnTo>
                    <a:pt x="1447" y="9211"/>
                  </a:lnTo>
                  <a:lnTo>
                    <a:pt x="3192" y="12791"/>
                  </a:lnTo>
                  <a:lnTo>
                    <a:pt x="3990" y="14601"/>
                  </a:lnTo>
                  <a:lnTo>
                    <a:pt x="4788" y="16452"/>
                  </a:lnTo>
                  <a:lnTo>
                    <a:pt x="5536" y="18261"/>
                  </a:lnTo>
                  <a:lnTo>
                    <a:pt x="5837" y="19106"/>
                  </a:lnTo>
                  <a:lnTo>
                    <a:pt x="6035" y="19548"/>
                  </a:lnTo>
                  <a:lnTo>
                    <a:pt x="6136" y="19790"/>
                  </a:lnTo>
                  <a:lnTo>
                    <a:pt x="6286" y="19991"/>
                  </a:lnTo>
                  <a:lnTo>
                    <a:pt x="6335" y="20233"/>
                  </a:lnTo>
                  <a:lnTo>
                    <a:pt x="6435" y="20433"/>
                  </a:lnTo>
                  <a:lnTo>
                    <a:pt x="6535" y="20594"/>
                  </a:lnTo>
                  <a:lnTo>
                    <a:pt x="6684" y="20756"/>
                  </a:lnTo>
                  <a:lnTo>
                    <a:pt x="6834" y="20916"/>
                  </a:lnTo>
                  <a:lnTo>
                    <a:pt x="7034" y="21077"/>
                  </a:lnTo>
                  <a:lnTo>
                    <a:pt x="7482" y="21278"/>
                  </a:lnTo>
                  <a:lnTo>
                    <a:pt x="7931" y="21439"/>
                  </a:lnTo>
                  <a:lnTo>
                    <a:pt x="8481" y="21559"/>
                  </a:lnTo>
                  <a:lnTo>
                    <a:pt x="8980" y="21600"/>
                  </a:lnTo>
                  <a:lnTo>
                    <a:pt x="9528" y="21600"/>
                  </a:lnTo>
                  <a:lnTo>
                    <a:pt x="10176" y="21520"/>
                  </a:lnTo>
                  <a:lnTo>
                    <a:pt x="10775" y="21399"/>
                  </a:lnTo>
                  <a:lnTo>
                    <a:pt x="12022" y="21036"/>
                  </a:lnTo>
                  <a:lnTo>
                    <a:pt x="15065" y="20112"/>
                  </a:lnTo>
                  <a:lnTo>
                    <a:pt x="17958" y="19267"/>
                  </a:lnTo>
                  <a:lnTo>
                    <a:pt x="18807" y="18986"/>
                  </a:lnTo>
                  <a:lnTo>
                    <a:pt x="19605" y="18663"/>
                  </a:lnTo>
                  <a:lnTo>
                    <a:pt x="19755" y="18663"/>
                  </a:lnTo>
                  <a:lnTo>
                    <a:pt x="19954" y="18583"/>
                  </a:lnTo>
                  <a:lnTo>
                    <a:pt x="20003" y="18502"/>
                  </a:lnTo>
                  <a:lnTo>
                    <a:pt x="20003" y="18463"/>
                  </a:lnTo>
                  <a:lnTo>
                    <a:pt x="20254" y="18302"/>
                  </a:lnTo>
                  <a:lnTo>
                    <a:pt x="20652" y="18020"/>
                  </a:lnTo>
                  <a:lnTo>
                    <a:pt x="20951" y="17658"/>
                  </a:lnTo>
                  <a:lnTo>
                    <a:pt x="21151" y="17296"/>
                  </a:lnTo>
                  <a:lnTo>
                    <a:pt x="21351" y="16894"/>
                  </a:lnTo>
                  <a:lnTo>
                    <a:pt x="21450" y="16491"/>
                  </a:lnTo>
                  <a:lnTo>
                    <a:pt x="21501" y="16049"/>
                  </a:lnTo>
                  <a:lnTo>
                    <a:pt x="21550" y="15205"/>
                  </a:lnTo>
                  <a:lnTo>
                    <a:pt x="21600" y="15164"/>
                  </a:lnTo>
                  <a:lnTo>
                    <a:pt x="21600" y="15084"/>
                  </a:lnTo>
                  <a:lnTo>
                    <a:pt x="21550" y="14882"/>
                  </a:lnTo>
                  <a:lnTo>
                    <a:pt x="21501" y="14682"/>
                  </a:lnTo>
                  <a:lnTo>
                    <a:pt x="21301" y="14320"/>
                  </a:lnTo>
                  <a:lnTo>
                    <a:pt x="20852" y="13354"/>
                  </a:lnTo>
                  <a:lnTo>
                    <a:pt x="20003" y="11584"/>
                  </a:lnTo>
                  <a:lnTo>
                    <a:pt x="18358" y="7964"/>
                  </a:lnTo>
                  <a:lnTo>
                    <a:pt x="16761" y="4345"/>
                  </a:lnTo>
                  <a:lnTo>
                    <a:pt x="16013" y="2534"/>
                  </a:lnTo>
                  <a:lnTo>
                    <a:pt x="15565" y="1569"/>
                  </a:lnTo>
                  <a:lnTo>
                    <a:pt x="15464" y="1287"/>
                  </a:lnTo>
                  <a:lnTo>
                    <a:pt x="15514" y="1126"/>
                  </a:lnTo>
                  <a:lnTo>
                    <a:pt x="15514" y="1006"/>
                  </a:lnTo>
                  <a:lnTo>
                    <a:pt x="15464" y="844"/>
                  </a:lnTo>
                  <a:lnTo>
                    <a:pt x="15365" y="684"/>
                  </a:lnTo>
                  <a:lnTo>
                    <a:pt x="15165" y="442"/>
                  </a:lnTo>
                  <a:lnTo>
                    <a:pt x="14815" y="241"/>
                  </a:lnTo>
                  <a:lnTo>
                    <a:pt x="14566" y="121"/>
                  </a:lnTo>
                  <a:lnTo>
                    <a:pt x="14316" y="41"/>
                  </a:lnTo>
                  <a:lnTo>
                    <a:pt x="14067"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346" name="Google Shape;402;p8"/>
            <p:cNvSpPr/>
            <p:nvPr/>
          </p:nvSpPr>
          <p:spPr>
            <a:xfrm>
              <a:off x="1279615" y="2693805"/>
              <a:ext cx="516674" cy="58822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552" y="0"/>
                  </a:moveTo>
                  <a:lnTo>
                    <a:pt x="14451" y="44"/>
                  </a:lnTo>
                  <a:lnTo>
                    <a:pt x="14247" y="267"/>
                  </a:lnTo>
                  <a:lnTo>
                    <a:pt x="14095" y="534"/>
                  </a:lnTo>
                  <a:lnTo>
                    <a:pt x="13842" y="1068"/>
                  </a:lnTo>
                  <a:lnTo>
                    <a:pt x="13588" y="1781"/>
                  </a:lnTo>
                  <a:lnTo>
                    <a:pt x="13386" y="2538"/>
                  </a:lnTo>
                  <a:lnTo>
                    <a:pt x="13386" y="2671"/>
                  </a:lnTo>
                  <a:lnTo>
                    <a:pt x="13436" y="2805"/>
                  </a:lnTo>
                  <a:lnTo>
                    <a:pt x="13538" y="2850"/>
                  </a:lnTo>
                  <a:lnTo>
                    <a:pt x="13639" y="2895"/>
                  </a:lnTo>
                  <a:lnTo>
                    <a:pt x="13740" y="2938"/>
                  </a:lnTo>
                  <a:lnTo>
                    <a:pt x="13892" y="2895"/>
                  </a:lnTo>
                  <a:lnTo>
                    <a:pt x="13995" y="2805"/>
                  </a:lnTo>
                  <a:lnTo>
                    <a:pt x="14095" y="2716"/>
                  </a:lnTo>
                  <a:lnTo>
                    <a:pt x="14147" y="2494"/>
                  </a:lnTo>
                  <a:lnTo>
                    <a:pt x="14147" y="2404"/>
                  </a:lnTo>
                  <a:lnTo>
                    <a:pt x="14451" y="1381"/>
                  </a:lnTo>
                  <a:lnTo>
                    <a:pt x="14704" y="756"/>
                  </a:lnTo>
                  <a:lnTo>
                    <a:pt x="14755" y="444"/>
                  </a:lnTo>
                  <a:lnTo>
                    <a:pt x="14806" y="134"/>
                  </a:lnTo>
                  <a:lnTo>
                    <a:pt x="14755" y="44"/>
                  </a:lnTo>
                  <a:lnTo>
                    <a:pt x="14654" y="0"/>
                  </a:lnTo>
                  <a:close/>
                  <a:moveTo>
                    <a:pt x="4918" y="1247"/>
                  </a:moveTo>
                  <a:lnTo>
                    <a:pt x="4867" y="1291"/>
                  </a:lnTo>
                  <a:lnTo>
                    <a:pt x="4816" y="1336"/>
                  </a:lnTo>
                  <a:lnTo>
                    <a:pt x="4816" y="1381"/>
                  </a:lnTo>
                  <a:lnTo>
                    <a:pt x="4918" y="1603"/>
                  </a:lnTo>
                  <a:lnTo>
                    <a:pt x="5070" y="1781"/>
                  </a:lnTo>
                  <a:lnTo>
                    <a:pt x="5374" y="2137"/>
                  </a:lnTo>
                  <a:lnTo>
                    <a:pt x="5679" y="2494"/>
                  </a:lnTo>
                  <a:lnTo>
                    <a:pt x="6034" y="2850"/>
                  </a:lnTo>
                  <a:lnTo>
                    <a:pt x="6186" y="3162"/>
                  </a:lnTo>
                  <a:lnTo>
                    <a:pt x="6338" y="3474"/>
                  </a:lnTo>
                  <a:lnTo>
                    <a:pt x="6490" y="3607"/>
                  </a:lnTo>
                  <a:lnTo>
                    <a:pt x="6591" y="3696"/>
                  </a:lnTo>
                  <a:lnTo>
                    <a:pt x="6794" y="3741"/>
                  </a:lnTo>
                  <a:lnTo>
                    <a:pt x="6997" y="3741"/>
                  </a:lnTo>
                  <a:lnTo>
                    <a:pt x="7098" y="3696"/>
                  </a:lnTo>
                  <a:lnTo>
                    <a:pt x="7199" y="3651"/>
                  </a:lnTo>
                  <a:lnTo>
                    <a:pt x="7250" y="3562"/>
                  </a:lnTo>
                  <a:lnTo>
                    <a:pt x="7250" y="3474"/>
                  </a:lnTo>
                  <a:lnTo>
                    <a:pt x="7199" y="3295"/>
                  </a:lnTo>
                  <a:lnTo>
                    <a:pt x="7149" y="3207"/>
                  </a:lnTo>
                  <a:lnTo>
                    <a:pt x="7047" y="3162"/>
                  </a:lnTo>
                  <a:lnTo>
                    <a:pt x="6895" y="3162"/>
                  </a:lnTo>
                  <a:lnTo>
                    <a:pt x="6895" y="3028"/>
                  </a:lnTo>
                  <a:lnTo>
                    <a:pt x="6845" y="2895"/>
                  </a:lnTo>
                  <a:lnTo>
                    <a:pt x="6642" y="2583"/>
                  </a:lnTo>
                  <a:lnTo>
                    <a:pt x="6389" y="2270"/>
                  </a:lnTo>
                  <a:lnTo>
                    <a:pt x="6084" y="1960"/>
                  </a:lnTo>
                  <a:lnTo>
                    <a:pt x="5730" y="1691"/>
                  </a:lnTo>
                  <a:lnTo>
                    <a:pt x="5374" y="1424"/>
                  </a:lnTo>
                  <a:lnTo>
                    <a:pt x="4968" y="1247"/>
                  </a:lnTo>
                  <a:close/>
                  <a:moveTo>
                    <a:pt x="21195" y="4854"/>
                  </a:moveTo>
                  <a:lnTo>
                    <a:pt x="21093" y="4898"/>
                  </a:lnTo>
                  <a:lnTo>
                    <a:pt x="20992" y="4988"/>
                  </a:lnTo>
                  <a:lnTo>
                    <a:pt x="20840" y="5076"/>
                  </a:lnTo>
                  <a:lnTo>
                    <a:pt x="20688" y="5166"/>
                  </a:lnTo>
                  <a:lnTo>
                    <a:pt x="20484" y="5255"/>
                  </a:lnTo>
                  <a:lnTo>
                    <a:pt x="20281" y="5255"/>
                  </a:lnTo>
                  <a:lnTo>
                    <a:pt x="20079" y="5344"/>
                  </a:lnTo>
                  <a:lnTo>
                    <a:pt x="20028" y="5388"/>
                  </a:lnTo>
                  <a:lnTo>
                    <a:pt x="19977" y="5522"/>
                  </a:lnTo>
                  <a:lnTo>
                    <a:pt x="19927" y="5567"/>
                  </a:lnTo>
                  <a:lnTo>
                    <a:pt x="19876" y="5611"/>
                  </a:lnTo>
                  <a:lnTo>
                    <a:pt x="19673" y="5744"/>
                  </a:lnTo>
                  <a:lnTo>
                    <a:pt x="19268" y="5878"/>
                  </a:lnTo>
                  <a:lnTo>
                    <a:pt x="18964" y="6056"/>
                  </a:lnTo>
                  <a:lnTo>
                    <a:pt x="18710" y="6280"/>
                  </a:lnTo>
                  <a:lnTo>
                    <a:pt x="18658" y="6368"/>
                  </a:lnTo>
                  <a:lnTo>
                    <a:pt x="18658" y="6457"/>
                  </a:lnTo>
                  <a:lnTo>
                    <a:pt x="18761" y="6502"/>
                  </a:lnTo>
                  <a:lnTo>
                    <a:pt x="19116" y="6502"/>
                  </a:lnTo>
                  <a:lnTo>
                    <a:pt x="19369" y="6457"/>
                  </a:lnTo>
                  <a:lnTo>
                    <a:pt x="19876" y="6280"/>
                  </a:lnTo>
                  <a:lnTo>
                    <a:pt x="20281" y="6101"/>
                  </a:lnTo>
                  <a:lnTo>
                    <a:pt x="20433" y="6013"/>
                  </a:lnTo>
                  <a:lnTo>
                    <a:pt x="20536" y="5834"/>
                  </a:lnTo>
                  <a:lnTo>
                    <a:pt x="20840" y="5789"/>
                  </a:lnTo>
                  <a:lnTo>
                    <a:pt x="21093" y="5656"/>
                  </a:lnTo>
                  <a:lnTo>
                    <a:pt x="21245" y="5701"/>
                  </a:lnTo>
                  <a:lnTo>
                    <a:pt x="21347" y="5701"/>
                  </a:lnTo>
                  <a:lnTo>
                    <a:pt x="21499" y="5611"/>
                  </a:lnTo>
                  <a:lnTo>
                    <a:pt x="21600" y="5522"/>
                  </a:lnTo>
                  <a:lnTo>
                    <a:pt x="21600" y="5433"/>
                  </a:lnTo>
                  <a:lnTo>
                    <a:pt x="21549" y="5300"/>
                  </a:lnTo>
                  <a:lnTo>
                    <a:pt x="21600" y="5255"/>
                  </a:lnTo>
                  <a:lnTo>
                    <a:pt x="21600" y="5166"/>
                  </a:lnTo>
                  <a:lnTo>
                    <a:pt x="21549" y="5076"/>
                  </a:lnTo>
                  <a:lnTo>
                    <a:pt x="21499" y="4988"/>
                  </a:lnTo>
                  <a:lnTo>
                    <a:pt x="21397" y="4898"/>
                  </a:lnTo>
                  <a:lnTo>
                    <a:pt x="21296" y="4898"/>
                  </a:lnTo>
                  <a:lnTo>
                    <a:pt x="21195" y="4854"/>
                  </a:lnTo>
                  <a:close/>
                  <a:moveTo>
                    <a:pt x="3092" y="9041"/>
                  </a:moveTo>
                  <a:lnTo>
                    <a:pt x="2940" y="9086"/>
                  </a:lnTo>
                  <a:lnTo>
                    <a:pt x="1469" y="9664"/>
                  </a:lnTo>
                  <a:lnTo>
                    <a:pt x="658" y="9976"/>
                  </a:lnTo>
                  <a:lnTo>
                    <a:pt x="354" y="10154"/>
                  </a:lnTo>
                  <a:lnTo>
                    <a:pt x="202" y="10288"/>
                  </a:lnTo>
                  <a:lnTo>
                    <a:pt x="152" y="10243"/>
                  </a:lnTo>
                  <a:lnTo>
                    <a:pt x="101" y="10243"/>
                  </a:lnTo>
                  <a:lnTo>
                    <a:pt x="0" y="10333"/>
                  </a:lnTo>
                  <a:lnTo>
                    <a:pt x="0" y="10421"/>
                  </a:lnTo>
                  <a:lnTo>
                    <a:pt x="50" y="10466"/>
                  </a:lnTo>
                  <a:lnTo>
                    <a:pt x="152" y="10555"/>
                  </a:lnTo>
                  <a:lnTo>
                    <a:pt x="304" y="10600"/>
                  </a:lnTo>
                  <a:lnTo>
                    <a:pt x="506" y="10555"/>
                  </a:lnTo>
                  <a:lnTo>
                    <a:pt x="709" y="10510"/>
                  </a:lnTo>
                  <a:lnTo>
                    <a:pt x="1116" y="10376"/>
                  </a:lnTo>
                  <a:lnTo>
                    <a:pt x="1420" y="10288"/>
                  </a:lnTo>
                  <a:lnTo>
                    <a:pt x="3295" y="9575"/>
                  </a:lnTo>
                  <a:lnTo>
                    <a:pt x="3396" y="9530"/>
                  </a:lnTo>
                  <a:lnTo>
                    <a:pt x="3499" y="9441"/>
                  </a:lnTo>
                  <a:lnTo>
                    <a:pt x="3499" y="9308"/>
                  </a:lnTo>
                  <a:lnTo>
                    <a:pt x="3447" y="9219"/>
                  </a:lnTo>
                  <a:lnTo>
                    <a:pt x="3347" y="9129"/>
                  </a:lnTo>
                  <a:lnTo>
                    <a:pt x="3244" y="9086"/>
                  </a:lnTo>
                  <a:lnTo>
                    <a:pt x="3092" y="9041"/>
                  </a:lnTo>
                  <a:close/>
                  <a:moveTo>
                    <a:pt x="9228" y="9486"/>
                  </a:moveTo>
                  <a:lnTo>
                    <a:pt x="9126" y="9575"/>
                  </a:lnTo>
                  <a:lnTo>
                    <a:pt x="9126" y="9797"/>
                  </a:lnTo>
                  <a:lnTo>
                    <a:pt x="9582" y="10288"/>
                  </a:lnTo>
                  <a:lnTo>
                    <a:pt x="9736" y="10555"/>
                  </a:lnTo>
                  <a:lnTo>
                    <a:pt x="9888" y="10822"/>
                  </a:lnTo>
                  <a:lnTo>
                    <a:pt x="9989" y="10867"/>
                  </a:lnTo>
                  <a:lnTo>
                    <a:pt x="10040" y="10910"/>
                  </a:lnTo>
                  <a:lnTo>
                    <a:pt x="10242" y="10910"/>
                  </a:lnTo>
                  <a:lnTo>
                    <a:pt x="10496" y="10777"/>
                  </a:lnTo>
                  <a:lnTo>
                    <a:pt x="10749" y="10643"/>
                  </a:lnTo>
                  <a:lnTo>
                    <a:pt x="10952" y="10466"/>
                  </a:lnTo>
                  <a:lnTo>
                    <a:pt x="10952" y="10510"/>
                  </a:lnTo>
                  <a:lnTo>
                    <a:pt x="11053" y="10643"/>
                  </a:lnTo>
                  <a:lnTo>
                    <a:pt x="11155" y="10777"/>
                  </a:lnTo>
                  <a:lnTo>
                    <a:pt x="11307" y="10867"/>
                  </a:lnTo>
                  <a:lnTo>
                    <a:pt x="11509" y="10955"/>
                  </a:lnTo>
                  <a:lnTo>
                    <a:pt x="11864" y="11000"/>
                  </a:lnTo>
                  <a:lnTo>
                    <a:pt x="12119" y="11000"/>
                  </a:lnTo>
                  <a:lnTo>
                    <a:pt x="12372" y="10910"/>
                  </a:lnTo>
                  <a:lnTo>
                    <a:pt x="12828" y="10733"/>
                  </a:lnTo>
                  <a:lnTo>
                    <a:pt x="13284" y="10510"/>
                  </a:lnTo>
                  <a:lnTo>
                    <a:pt x="13436" y="10376"/>
                  </a:lnTo>
                  <a:lnTo>
                    <a:pt x="13487" y="10288"/>
                  </a:lnTo>
                  <a:lnTo>
                    <a:pt x="13487" y="10154"/>
                  </a:lnTo>
                  <a:lnTo>
                    <a:pt x="13386" y="10021"/>
                  </a:lnTo>
                  <a:lnTo>
                    <a:pt x="13335" y="9976"/>
                  </a:lnTo>
                  <a:lnTo>
                    <a:pt x="13081" y="9976"/>
                  </a:lnTo>
                  <a:lnTo>
                    <a:pt x="13031" y="10065"/>
                  </a:lnTo>
                  <a:lnTo>
                    <a:pt x="12777" y="10243"/>
                  </a:lnTo>
                  <a:lnTo>
                    <a:pt x="12423" y="10376"/>
                  </a:lnTo>
                  <a:lnTo>
                    <a:pt x="12119" y="10466"/>
                  </a:lnTo>
                  <a:lnTo>
                    <a:pt x="11864" y="10510"/>
                  </a:lnTo>
                  <a:lnTo>
                    <a:pt x="11712" y="10510"/>
                  </a:lnTo>
                  <a:lnTo>
                    <a:pt x="11611" y="10466"/>
                  </a:lnTo>
                  <a:lnTo>
                    <a:pt x="11560" y="10421"/>
                  </a:lnTo>
                  <a:lnTo>
                    <a:pt x="11509" y="10376"/>
                  </a:lnTo>
                  <a:lnTo>
                    <a:pt x="11408" y="10021"/>
                  </a:lnTo>
                  <a:lnTo>
                    <a:pt x="11307" y="9887"/>
                  </a:lnTo>
                  <a:lnTo>
                    <a:pt x="11155" y="9842"/>
                  </a:lnTo>
                  <a:lnTo>
                    <a:pt x="11003" y="9842"/>
                  </a:lnTo>
                  <a:lnTo>
                    <a:pt x="10901" y="9887"/>
                  </a:lnTo>
                  <a:lnTo>
                    <a:pt x="10698" y="10021"/>
                  </a:lnTo>
                  <a:lnTo>
                    <a:pt x="10546" y="10199"/>
                  </a:lnTo>
                  <a:lnTo>
                    <a:pt x="10242" y="10376"/>
                  </a:lnTo>
                  <a:lnTo>
                    <a:pt x="10040" y="10154"/>
                  </a:lnTo>
                  <a:lnTo>
                    <a:pt x="9837" y="9931"/>
                  </a:lnTo>
                  <a:lnTo>
                    <a:pt x="9633" y="9708"/>
                  </a:lnTo>
                  <a:lnTo>
                    <a:pt x="9380" y="9530"/>
                  </a:lnTo>
                  <a:lnTo>
                    <a:pt x="9278" y="9486"/>
                  </a:lnTo>
                  <a:close/>
                  <a:moveTo>
                    <a:pt x="17797" y="13361"/>
                  </a:moveTo>
                  <a:lnTo>
                    <a:pt x="17696" y="13406"/>
                  </a:lnTo>
                  <a:lnTo>
                    <a:pt x="17645" y="13449"/>
                  </a:lnTo>
                  <a:lnTo>
                    <a:pt x="17645" y="13539"/>
                  </a:lnTo>
                  <a:lnTo>
                    <a:pt x="17594" y="13628"/>
                  </a:lnTo>
                  <a:lnTo>
                    <a:pt x="17645" y="13716"/>
                  </a:lnTo>
                  <a:lnTo>
                    <a:pt x="17949" y="14207"/>
                  </a:lnTo>
                  <a:lnTo>
                    <a:pt x="18354" y="14653"/>
                  </a:lnTo>
                  <a:lnTo>
                    <a:pt x="18658" y="15053"/>
                  </a:lnTo>
                  <a:lnTo>
                    <a:pt x="18862" y="15187"/>
                  </a:lnTo>
                  <a:lnTo>
                    <a:pt x="19116" y="15320"/>
                  </a:lnTo>
                  <a:lnTo>
                    <a:pt x="19318" y="15320"/>
                  </a:lnTo>
                  <a:lnTo>
                    <a:pt x="19369" y="15275"/>
                  </a:lnTo>
                  <a:lnTo>
                    <a:pt x="19470" y="15232"/>
                  </a:lnTo>
                  <a:lnTo>
                    <a:pt x="19572" y="15098"/>
                  </a:lnTo>
                  <a:lnTo>
                    <a:pt x="19572" y="14875"/>
                  </a:lnTo>
                  <a:lnTo>
                    <a:pt x="19521" y="14741"/>
                  </a:lnTo>
                  <a:lnTo>
                    <a:pt x="19470" y="14653"/>
                  </a:lnTo>
                  <a:lnTo>
                    <a:pt x="19420" y="14608"/>
                  </a:lnTo>
                  <a:lnTo>
                    <a:pt x="19217" y="14608"/>
                  </a:lnTo>
                  <a:lnTo>
                    <a:pt x="19116" y="14429"/>
                  </a:lnTo>
                  <a:lnTo>
                    <a:pt x="18761" y="14073"/>
                  </a:lnTo>
                  <a:lnTo>
                    <a:pt x="18405" y="13716"/>
                  </a:lnTo>
                  <a:lnTo>
                    <a:pt x="18050" y="13406"/>
                  </a:lnTo>
                  <a:lnTo>
                    <a:pt x="18000" y="13361"/>
                  </a:lnTo>
                  <a:close/>
                  <a:moveTo>
                    <a:pt x="11307" y="3874"/>
                  </a:moveTo>
                  <a:lnTo>
                    <a:pt x="11763" y="3918"/>
                  </a:lnTo>
                  <a:lnTo>
                    <a:pt x="12271" y="3963"/>
                  </a:lnTo>
                  <a:lnTo>
                    <a:pt x="12727" y="4053"/>
                  </a:lnTo>
                  <a:lnTo>
                    <a:pt x="13183" y="4142"/>
                  </a:lnTo>
                  <a:lnTo>
                    <a:pt x="13639" y="4275"/>
                  </a:lnTo>
                  <a:lnTo>
                    <a:pt x="14095" y="4454"/>
                  </a:lnTo>
                  <a:lnTo>
                    <a:pt x="14552" y="4676"/>
                  </a:lnTo>
                  <a:lnTo>
                    <a:pt x="14958" y="4898"/>
                  </a:lnTo>
                  <a:lnTo>
                    <a:pt x="15312" y="5166"/>
                  </a:lnTo>
                  <a:lnTo>
                    <a:pt x="15667" y="5433"/>
                  </a:lnTo>
                  <a:lnTo>
                    <a:pt x="16022" y="5744"/>
                  </a:lnTo>
                  <a:lnTo>
                    <a:pt x="16326" y="6056"/>
                  </a:lnTo>
                  <a:lnTo>
                    <a:pt x="16581" y="6457"/>
                  </a:lnTo>
                  <a:lnTo>
                    <a:pt x="16783" y="6769"/>
                  </a:lnTo>
                  <a:lnTo>
                    <a:pt x="16935" y="7126"/>
                  </a:lnTo>
                  <a:lnTo>
                    <a:pt x="17087" y="7527"/>
                  </a:lnTo>
                  <a:lnTo>
                    <a:pt x="17189" y="7927"/>
                  </a:lnTo>
                  <a:lnTo>
                    <a:pt x="17290" y="8283"/>
                  </a:lnTo>
                  <a:lnTo>
                    <a:pt x="17290" y="9086"/>
                  </a:lnTo>
                  <a:lnTo>
                    <a:pt x="17239" y="9486"/>
                  </a:lnTo>
                  <a:lnTo>
                    <a:pt x="17138" y="9887"/>
                  </a:lnTo>
                  <a:lnTo>
                    <a:pt x="16986" y="10333"/>
                  </a:lnTo>
                  <a:lnTo>
                    <a:pt x="16783" y="10688"/>
                  </a:lnTo>
                  <a:lnTo>
                    <a:pt x="16581" y="11089"/>
                  </a:lnTo>
                  <a:lnTo>
                    <a:pt x="16326" y="11446"/>
                  </a:lnTo>
                  <a:lnTo>
                    <a:pt x="16022" y="11802"/>
                  </a:lnTo>
                  <a:lnTo>
                    <a:pt x="15363" y="12469"/>
                  </a:lnTo>
                  <a:lnTo>
                    <a:pt x="14299" y="13494"/>
                  </a:lnTo>
                  <a:lnTo>
                    <a:pt x="13740" y="14028"/>
                  </a:lnTo>
                  <a:lnTo>
                    <a:pt x="13234" y="14608"/>
                  </a:lnTo>
                  <a:lnTo>
                    <a:pt x="12828" y="15187"/>
                  </a:lnTo>
                  <a:lnTo>
                    <a:pt x="12423" y="15810"/>
                  </a:lnTo>
                  <a:lnTo>
                    <a:pt x="12321" y="16122"/>
                  </a:lnTo>
                  <a:lnTo>
                    <a:pt x="12168" y="16479"/>
                  </a:lnTo>
                  <a:lnTo>
                    <a:pt x="12119" y="16789"/>
                  </a:lnTo>
                  <a:lnTo>
                    <a:pt x="12068" y="17146"/>
                  </a:lnTo>
                  <a:lnTo>
                    <a:pt x="11357" y="17013"/>
                  </a:lnTo>
                  <a:lnTo>
                    <a:pt x="10648" y="16923"/>
                  </a:lnTo>
                  <a:lnTo>
                    <a:pt x="11864" y="14162"/>
                  </a:lnTo>
                  <a:lnTo>
                    <a:pt x="12524" y="12648"/>
                  </a:lnTo>
                  <a:lnTo>
                    <a:pt x="12879" y="11935"/>
                  </a:lnTo>
                  <a:lnTo>
                    <a:pt x="12980" y="11579"/>
                  </a:lnTo>
                  <a:lnTo>
                    <a:pt x="12980" y="11401"/>
                  </a:lnTo>
                  <a:lnTo>
                    <a:pt x="12929" y="11223"/>
                  </a:lnTo>
                  <a:lnTo>
                    <a:pt x="12879" y="11179"/>
                  </a:lnTo>
                  <a:lnTo>
                    <a:pt x="12828" y="11179"/>
                  </a:lnTo>
                  <a:lnTo>
                    <a:pt x="12676" y="11267"/>
                  </a:lnTo>
                  <a:lnTo>
                    <a:pt x="12575" y="11401"/>
                  </a:lnTo>
                  <a:lnTo>
                    <a:pt x="12423" y="11668"/>
                  </a:lnTo>
                  <a:lnTo>
                    <a:pt x="12119" y="12247"/>
                  </a:lnTo>
                  <a:lnTo>
                    <a:pt x="11357" y="13895"/>
                  </a:lnTo>
                  <a:lnTo>
                    <a:pt x="10141" y="16656"/>
                  </a:lnTo>
                  <a:lnTo>
                    <a:pt x="9989" y="16879"/>
                  </a:lnTo>
                  <a:lnTo>
                    <a:pt x="9633" y="16789"/>
                  </a:lnTo>
                  <a:lnTo>
                    <a:pt x="8873" y="16612"/>
                  </a:lnTo>
                  <a:lnTo>
                    <a:pt x="8873" y="16567"/>
                  </a:lnTo>
                  <a:lnTo>
                    <a:pt x="8974" y="16255"/>
                  </a:lnTo>
                  <a:lnTo>
                    <a:pt x="9025" y="15899"/>
                  </a:lnTo>
                  <a:lnTo>
                    <a:pt x="9025" y="15232"/>
                  </a:lnTo>
                  <a:lnTo>
                    <a:pt x="9126" y="13806"/>
                  </a:lnTo>
                  <a:lnTo>
                    <a:pt x="9228" y="12292"/>
                  </a:lnTo>
                  <a:lnTo>
                    <a:pt x="9278" y="11535"/>
                  </a:lnTo>
                  <a:lnTo>
                    <a:pt x="9228" y="10777"/>
                  </a:lnTo>
                  <a:lnTo>
                    <a:pt x="9228" y="10688"/>
                  </a:lnTo>
                  <a:lnTo>
                    <a:pt x="9177" y="10643"/>
                  </a:lnTo>
                  <a:lnTo>
                    <a:pt x="9025" y="10555"/>
                  </a:lnTo>
                  <a:lnTo>
                    <a:pt x="8873" y="10600"/>
                  </a:lnTo>
                  <a:lnTo>
                    <a:pt x="8822" y="10643"/>
                  </a:lnTo>
                  <a:lnTo>
                    <a:pt x="8772" y="10733"/>
                  </a:lnTo>
                  <a:lnTo>
                    <a:pt x="8670" y="11401"/>
                  </a:lnTo>
                  <a:lnTo>
                    <a:pt x="8620" y="12114"/>
                  </a:lnTo>
                  <a:lnTo>
                    <a:pt x="8569" y="13494"/>
                  </a:lnTo>
                  <a:lnTo>
                    <a:pt x="8417" y="14920"/>
                  </a:lnTo>
                  <a:lnTo>
                    <a:pt x="8315" y="15676"/>
                  </a:lnTo>
                  <a:lnTo>
                    <a:pt x="8315" y="16434"/>
                  </a:lnTo>
                  <a:lnTo>
                    <a:pt x="7657" y="16212"/>
                  </a:lnTo>
                  <a:lnTo>
                    <a:pt x="7047" y="16033"/>
                  </a:lnTo>
                  <a:lnTo>
                    <a:pt x="6389" y="15943"/>
                  </a:lnTo>
                  <a:lnTo>
                    <a:pt x="5779" y="15943"/>
                  </a:lnTo>
                  <a:lnTo>
                    <a:pt x="5983" y="15632"/>
                  </a:lnTo>
                  <a:lnTo>
                    <a:pt x="6135" y="15320"/>
                  </a:lnTo>
                  <a:lnTo>
                    <a:pt x="6287" y="15008"/>
                  </a:lnTo>
                  <a:lnTo>
                    <a:pt x="6389" y="14653"/>
                  </a:lnTo>
                  <a:lnTo>
                    <a:pt x="6490" y="13940"/>
                  </a:lnTo>
                  <a:lnTo>
                    <a:pt x="6490" y="13227"/>
                  </a:lnTo>
                  <a:lnTo>
                    <a:pt x="6389" y="12336"/>
                  </a:lnTo>
                  <a:lnTo>
                    <a:pt x="6236" y="11446"/>
                  </a:lnTo>
                  <a:lnTo>
                    <a:pt x="6034" y="10555"/>
                  </a:lnTo>
                  <a:lnTo>
                    <a:pt x="5831" y="9664"/>
                  </a:lnTo>
                  <a:lnTo>
                    <a:pt x="5779" y="9219"/>
                  </a:lnTo>
                  <a:lnTo>
                    <a:pt x="5779" y="8283"/>
                  </a:lnTo>
                  <a:lnTo>
                    <a:pt x="5831" y="7837"/>
                  </a:lnTo>
                  <a:lnTo>
                    <a:pt x="5931" y="7393"/>
                  </a:lnTo>
                  <a:lnTo>
                    <a:pt x="6135" y="6992"/>
                  </a:lnTo>
                  <a:lnTo>
                    <a:pt x="6338" y="6590"/>
                  </a:lnTo>
                  <a:lnTo>
                    <a:pt x="6591" y="6146"/>
                  </a:lnTo>
                  <a:lnTo>
                    <a:pt x="6946" y="5789"/>
                  </a:lnTo>
                  <a:lnTo>
                    <a:pt x="7250" y="5433"/>
                  </a:lnTo>
                  <a:lnTo>
                    <a:pt x="7605" y="5121"/>
                  </a:lnTo>
                  <a:lnTo>
                    <a:pt x="8010" y="4854"/>
                  </a:lnTo>
                  <a:lnTo>
                    <a:pt x="8417" y="4587"/>
                  </a:lnTo>
                  <a:lnTo>
                    <a:pt x="8873" y="4364"/>
                  </a:lnTo>
                  <a:lnTo>
                    <a:pt x="9380" y="4186"/>
                  </a:lnTo>
                  <a:lnTo>
                    <a:pt x="9837" y="4053"/>
                  </a:lnTo>
                  <a:lnTo>
                    <a:pt x="10344" y="3963"/>
                  </a:lnTo>
                  <a:lnTo>
                    <a:pt x="10800" y="3918"/>
                  </a:lnTo>
                  <a:lnTo>
                    <a:pt x="11307" y="3874"/>
                  </a:lnTo>
                  <a:close/>
                  <a:moveTo>
                    <a:pt x="5475" y="16300"/>
                  </a:moveTo>
                  <a:lnTo>
                    <a:pt x="6389" y="16434"/>
                  </a:lnTo>
                  <a:lnTo>
                    <a:pt x="7250" y="16656"/>
                  </a:lnTo>
                  <a:lnTo>
                    <a:pt x="8214" y="16923"/>
                  </a:lnTo>
                  <a:lnTo>
                    <a:pt x="9126" y="17235"/>
                  </a:lnTo>
                  <a:lnTo>
                    <a:pt x="9481" y="17325"/>
                  </a:lnTo>
                  <a:lnTo>
                    <a:pt x="9888" y="17369"/>
                  </a:lnTo>
                  <a:lnTo>
                    <a:pt x="10648" y="17458"/>
                  </a:lnTo>
                  <a:lnTo>
                    <a:pt x="11357" y="17592"/>
                  </a:lnTo>
                  <a:lnTo>
                    <a:pt x="11712" y="17681"/>
                  </a:lnTo>
                  <a:lnTo>
                    <a:pt x="12068" y="17769"/>
                  </a:lnTo>
                  <a:lnTo>
                    <a:pt x="12119" y="17948"/>
                  </a:lnTo>
                  <a:lnTo>
                    <a:pt x="12220" y="18038"/>
                  </a:lnTo>
                  <a:lnTo>
                    <a:pt x="12372" y="18081"/>
                  </a:lnTo>
                  <a:lnTo>
                    <a:pt x="12524" y="18081"/>
                  </a:lnTo>
                  <a:lnTo>
                    <a:pt x="12524" y="18215"/>
                  </a:lnTo>
                  <a:lnTo>
                    <a:pt x="12473" y="18393"/>
                  </a:lnTo>
                  <a:lnTo>
                    <a:pt x="12321" y="18482"/>
                  </a:lnTo>
                  <a:lnTo>
                    <a:pt x="12119" y="18616"/>
                  </a:lnTo>
                  <a:lnTo>
                    <a:pt x="11104" y="18260"/>
                  </a:lnTo>
                  <a:lnTo>
                    <a:pt x="8822" y="17592"/>
                  </a:lnTo>
                  <a:lnTo>
                    <a:pt x="7706" y="17325"/>
                  </a:lnTo>
                  <a:lnTo>
                    <a:pt x="6591" y="17102"/>
                  </a:lnTo>
                  <a:lnTo>
                    <a:pt x="5931" y="17013"/>
                  </a:lnTo>
                  <a:lnTo>
                    <a:pt x="5627" y="17013"/>
                  </a:lnTo>
                  <a:lnTo>
                    <a:pt x="5323" y="17058"/>
                  </a:lnTo>
                  <a:lnTo>
                    <a:pt x="5171" y="17013"/>
                  </a:lnTo>
                  <a:lnTo>
                    <a:pt x="5070" y="16923"/>
                  </a:lnTo>
                  <a:lnTo>
                    <a:pt x="5019" y="16789"/>
                  </a:lnTo>
                  <a:lnTo>
                    <a:pt x="5019" y="16522"/>
                  </a:lnTo>
                  <a:lnTo>
                    <a:pt x="5120" y="16434"/>
                  </a:lnTo>
                  <a:lnTo>
                    <a:pt x="5274" y="16345"/>
                  </a:lnTo>
                  <a:lnTo>
                    <a:pt x="5426" y="16300"/>
                  </a:lnTo>
                  <a:close/>
                  <a:moveTo>
                    <a:pt x="5882" y="19106"/>
                  </a:moveTo>
                  <a:lnTo>
                    <a:pt x="6490" y="19240"/>
                  </a:lnTo>
                  <a:lnTo>
                    <a:pt x="6186" y="19507"/>
                  </a:lnTo>
                  <a:lnTo>
                    <a:pt x="5931" y="19774"/>
                  </a:lnTo>
                  <a:lnTo>
                    <a:pt x="5931" y="19729"/>
                  </a:lnTo>
                  <a:lnTo>
                    <a:pt x="5882" y="19595"/>
                  </a:lnTo>
                  <a:lnTo>
                    <a:pt x="5882" y="19106"/>
                  </a:lnTo>
                  <a:close/>
                  <a:moveTo>
                    <a:pt x="6693" y="19328"/>
                  </a:moveTo>
                  <a:lnTo>
                    <a:pt x="6895" y="19373"/>
                  </a:lnTo>
                  <a:lnTo>
                    <a:pt x="7098" y="19418"/>
                  </a:lnTo>
                  <a:lnTo>
                    <a:pt x="6743" y="19595"/>
                  </a:lnTo>
                  <a:lnTo>
                    <a:pt x="6389" y="19863"/>
                  </a:lnTo>
                  <a:lnTo>
                    <a:pt x="6541" y="19595"/>
                  </a:lnTo>
                  <a:lnTo>
                    <a:pt x="6693" y="19328"/>
                  </a:lnTo>
                  <a:close/>
                  <a:moveTo>
                    <a:pt x="5730" y="17547"/>
                  </a:moveTo>
                  <a:lnTo>
                    <a:pt x="6439" y="17592"/>
                  </a:lnTo>
                  <a:lnTo>
                    <a:pt x="7402" y="17814"/>
                  </a:lnTo>
                  <a:lnTo>
                    <a:pt x="8366" y="18038"/>
                  </a:lnTo>
                  <a:lnTo>
                    <a:pt x="10242" y="18616"/>
                  </a:lnTo>
                  <a:lnTo>
                    <a:pt x="11104" y="18883"/>
                  </a:lnTo>
                  <a:lnTo>
                    <a:pt x="11611" y="19016"/>
                  </a:lnTo>
                  <a:lnTo>
                    <a:pt x="12016" y="19151"/>
                  </a:lnTo>
                  <a:lnTo>
                    <a:pt x="12068" y="19240"/>
                  </a:lnTo>
                  <a:lnTo>
                    <a:pt x="12119" y="19285"/>
                  </a:lnTo>
                  <a:lnTo>
                    <a:pt x="12220" y="19373"/>
                  </a:lnTo>
                  <a:lnTo>
                    <a:pt x="12372" y="19373"/>
                  </a:lnTo>
                  <a:lnTo>
                    <a:pt x="12321" y="19507"/>
                  </a:lnTo>
                  <a:lnTo>
                    <a:pt x="12220" y="19685"/>
                  </a:lnTo>
                  <a:lnTo>
                    <a:pt x="12016" y="19907"/>
                  </a:lnTo>
                  <a:lnTo>
                    <a:pt x="11813" y="20041"/>
                  </a:lnTo>
                  <a:lnTo>
                    <a:pt x="11611" y="20131"/>
                  </a:lnTo>
                  <a:lnTo>
                    <a:pt x="9989" y="19595"/>
                  </a:lnTo>
                  <a:lnTo>
                    <a:pt x="8315" y="19151"/>
                  </a:lnTo>
                  <a:lnTo>
                    <a:pt x="6541" y="18661"/>
                  </a:lnTo>
                  <a:lnTo>
                    <a:pt x="5627" y="18482"/>
                  </a:lnTo>
                  <a:lnTo>
                    <a:pt x="4766" y="18348"/>
                  </a:lnTo>
                  <a:lnTo>
                    <a:pt x="4766" y="18038"/>
                  </a:lnTo>
                  <a:lnTo>
                    <a:pt x="4867" y="17814"/>
                  </a:lnTo>
                  <a:lnTo>
                    <a:pt x="5019" y="17681"/>
                  </a:lnTo>
                  <a:lnTo>
                    <a:pt x="5120" y="17592"/>
                  </a:lnTo>
                  <a:lnTo>
                    <a:pt x="5426" y="17592"/>
                  </a:lnTo>
                  <a:lnTo>
                    <a:pt x="5475" y="17636"/>
                  </a:lnTo>
                  <a:lnTo>
                    <a:pt x="5526" y="17636"/>
                  </a:lnTo>
                  <a:lnTo>
                    <a:pt x="5578" y="17592"/>
                  </a:lnTo>
                  <a:lnTo>
                    <a:pt x="5730" y="17547"/>
                  </a:lnTo>
                  <a:close/>
                  <a:moveTo>
                    <a:pt x="7605" y="19507"/>
                  </a:moveTo>
                  <a:lnTo>
                    <a:pt x="7910" y="19595"/>
                  </a:lnTo>
                  <a:lnTo>
                    <a:pt x="7605" y="19774"/>
                  </a:lnTo>
                  <a:lnTo>
                    <a:pt x="7250" y="19952"/>
                  </a:lnTo>
                  <a:lnTo>
                    <a:pt x="6946" y="20175"/>
                  </a:lnTo>
                  <a:lnTo>
                    <a:pt x="6693" y="20442"/>
                  </a:lnTo>
                  <a:lnTo>
                    <a:pt x="6439" y="20353"/>
                  </a:lnTo>
                  <a:lnTo>
                    <a:pt x="6541" y="20264"/>
                  </a:lnTo>
                  <a:lnTo>
                    <a:pt x="7605" y="19507"/>
                  </a:lnTo>
                  <a:close/>
                  <a:moveTo>
                    <a:pt x="8265" y="19685"/>
                  </a:moveTo>
                  <a:lnTo>
                    <a:pt x="8569" y="19774"/>
                  </a:lnTo>
                  <a:lnTo>
                    <a:pt x="8569" y="19819"/>
                  </a:lnTo>
                  <a:lnTo>
                    <a:pt x="8214" y="19952"/>
                  </a:lnTo>
                  <a:lnTo>
                    <a:pt x="7910" y="20131"/>
                  </a:lnTo>
                  <a:lnTo>
                    <a:pt x="7657" y="20308"/>
                  </a:lnTo>
                  <a:lnTo>
                    <a:pt x="7453" y="20575"/>
                  </a:lnTo>
                  <a:lnTo>
                    <a:pt x="7250" y="20532"/>
                  </a:lnTo>
                  <a:lnTo>
                    <a:pt x="7758" y="20086"/>
                  </a:lnTo>
                  <a:lnTo>
                    <a:pt x="8265" y="19685"/>
                  </a:lnTo>
                  <a:close/>
                  <a:moveTo>
                    <a:pt x="8822" y="19863"/>
                  </a:moveTo>
                  <a:lnTo>
                    <a:pt x="9532" y="20086"/>
                  </a:lnTo>
                  <a:lnTo>
                    <a:pt x="8873" y="20398"/>
                  </a:lnTo>
                  <a:lnTo>
                    <a:pt x="8569" y="20575"/>
                  </a:lnTo>
                  <a:lnTo>
                    <a:pt x="8265" y="20799"/>
                  </a:lnTo>
                  <a:lnTo>
                    <a:pt x="8010" y="20709"/>
                  </a:lnTo>
                  <a:lnTo>
                    <a:pt x="8062" y="20620"/>
                  </a:lnTo>
                  <a:lnTo>
                    <a:pt x="8062" y="20487"/>
                  </a:lnTo>
                  <a:lnTo>
                    <a:pt x="8417" y="20175"/>
                  </a:lnTo>
                  <a:lnTo>
                    <a:pt x="8822" y="19907"/>
                  </a:lnTo>
                  <a:lnTo>
                    <a:pt x="8822" y="19863"/>
                  </a:lnTo>
                  <a:close/>
                  <a:moveTo>
                    <a:pt x="9785" y="20131"/>
                  </a:moveTo>
                  <a:lnTo>
                    <a:pt x="10242" y="20264"/>
                  </a:lnTo>
                  <a:lnTo>
                    <a:pt x="9888" y="20532"/>
                  </a:lnTo>
                  <a:lnTo>
                    <a:pt x="9380" y="21021"/>
                  </a:lnTo>
                  <a:lnTo>
                    <a:pt x="8924" y="20932"/>
                  </a:lnTo>
                  <a:lnTo>
                    <a:pt x="8974" y="20842"/>
                  </a:lnTo>
                  <a:lnTo>
                    <a:pt x="8924" y="20799"/>
                  </a:lnTo>
                  <a:lnTo>
                    <a:pt x="9329" y="20442"/>
                  </a:lnTo>
                  <a:lnTo>
                    <a:pt x="9785" y="20131"/>
                  </a:lnTo>
                  <a:close/>
                  <a:moveTo>
                    <a:pt x="11104" y="3250"/>
                  </a:moveTo>
                  <a:lnTo>
                    <a:pt x="10648" y="3295"/>
                  </a:lnTo>
                  <a:lnTo>
                    <a:pt x="10192" y="3340"/>
                  </a:lnTo>
                  <a:lnTo>
                    <a:pt x="9736" y="3429"/>
                  </a:lnTo>
                  <a:lnTo>
                    <a:pt x="9329" y="3517"/>
                  </a:lnTo>
                  <a:lnTo>
                    <a:pt x="8873" y="3651"/>
                  </a:lnTo>
                  <a:lnTo>
                    <a:pt x="8467" y="3829"/>
                  </a:lnTo>
                  <a:lnTo>
                    <a:pt x="8062" y="4008"/>
                  </a:lnTo>
                  <a:lnTo>
                    <a:pt x="7706" y="4275"/>
                  </a:lnTo>
                  <a:lnTo>
                    <a:pt x="6946" y="4809"/>
                  </a:lnTo>
                  <a:lnTo>
                    <a:pt x="6642" y="5121"/>
                  </a:lnTo>
                  <a:lnTo>
                    <a:pt x="6338" y="5477"/>
                  </a:lnTo>
                  <a:lnTo>
                    <a:pt x="6034" y="5789"/>
                  </a:lnTo>
                  <a:lnTo>
                    <a:pt x="5779" y="6190"/>
                  </a:lnTo>
                  <a:lnTo>
                    <a:pt x="5526" y="6547"/>
                  </a:lnTo>
                  <a:lnTo>
                    <a:pt x="5323" y="6947"/>
                  </a:lnTo>
                  <a:lnTo>
                    <a:pt x="5171" y="7482"/>
                  </a:lnTo>
                  <a:lnTo>
                    <a:pt x="5070" y="8016"/>
                  </a:lnTo>
                  <a:lnTo>
                    <a:pt x="5019" y="8550"/>
                  </a:lnTo>
                  <a:lnTo>
                    <a:pt x="5019" y="9129"/>
                  </a:lnTo>
                  <a:lnTo>
                    <a:pt x="5120" y="9664"/>
                  </a:lnTo>
                  <a:lnTo>
                    <a:pt x="5222" y="10243"/>
                  </a:lnTo>
                  <a:lnTo>
                    <a:pt x="5475" y="11312"/>
                  </a:lnTo>
                  <a:lnTo>
                    <a:pt x="5679" y="12514"/>
                  </a:lnTo>
                  <a:lnTo>
                    <a:pt x="5779" y="13094"/>
                  </a:lnTo>
                  <a:lnTo>
                    <a:pt x="5831" y="13673"/>
                  </a:lnTo>
                  <a:lnTo>
                    <a:pt x="5779" y="14252"/>
                  </a:lnTo>
                  <a:lnTo>
                    <a:pt x="5679" y="14830"/>
                  </a:lnTo>
                  <a:lnTo>
                    <a:pt x="5526" y="15320"/>
                  </a:lnTo>
                  <a:lnTo>
                    <a:pt x="5274" y="15855"/>
                  </a:lnTo>
                  <a:lnTo>
                    <a:pt x="4968" y="15943"/>
                  </a:lnTo>
                  <a:lnTo>
                    <a:pt x="4766" y="16122"/>
                  </a:lnTo>
                  <a:lnTo>
                    <a:pt x="4563" y="16300"/>
                  </a:lnTo>
                  <a:lnTo>
                    <a:pt x="4462" y="16567"/>
                  </a:lnTo>
                  <a:lnTo>
                    <a:pt x="4462" y="16789"/>
                  </a:lnTo>
                  <a:lnTo>
                    <a:pt x="4512" y="16968"/>
                  </a:lnTo>
                  <a:lnTo>
                    <a:pt x="4614" y="17191"/>
                  </a:lnTo>
                  <a:lnTo>
                    <a:pt x="4715" y="17325"/>
                  </a:lnTo>
                  <a:lnTo>
                    <a:pt x="4614" y="17414"/>
                  </a:lnTo>
                  <a:lnTo>
                    <a:pt x="4512" y="17502"/>
                  </a:lnTo>
                  <a:lnTo>
                    <a:pt x="4411" y="17636"/>
                  </a:lnTo>
                  <a:lnTo>
                    <a:pt x="4310" y="17814"/>
                  </a:lnTo>
                  <a:lnTo>
                    <a:pt x="4259" y="18038"/>
                  </a:lnTo>
                  <a:lnTo>
                    <a:pt x="4208" y="18260"/>
                  </a:lnTo>
                  <a:lnTo>
                    <a:pt x="4208" y="18438"/>
                  </a:lnTo>
                  <a:lnTo>
                    <a:pt x="4259" y="18661"/>
                  </a:lnTo>
                  <a:lnTo>
                    <a:pt x="4411" y="18794"/>
                  </a:lnTo>
                  <a:lnTo>
                    <a:pt x="4563" y="18928"/>
                  </a:lnTo>
                  <a:lnTo>
                    <a:pt x="4715" y="18973"/>
                  </a:lnTo>
                  <a:lnTo>
                    <a:pt x="4816" y="18928"/>
                  </a:lnTo>
                  <a:lnTo>
                    <a:pt x="4867" y="18883"/>
                  </a:lnTo>
                  <a:lnTo>
                    <a:pt x="4918" y="18883"/>
                  </a:lnTo>
                  <a:lnTo>
                    <a:pt x="5627" y="19061"/>
                  </a:lnTo>
                  <a:lnTo>
                    <a:pt x="5526" y="19195"/>
                  </a:lnTo>
                  <a:lnTo>
                    <a:pt x="5426" y="19373"/>
                  </a:lnTo>
                  <a:lnTo>
                    <a:pt x="5426" y="19819"/>
                  </a:lnTo>
                  <a:lnTo>
                    <a:pt x="5526" y="20041"/>
                  </a:lnTo>
                  <a:lnTo>
                    <a:pt x="5627" y="20219"/>
                  </a:lnTo>
                  <a:lnTo>
                    <a:pt x="5730" y="20398"/>
                  </a:lnTo>
                  <a:lnTo>
                    <a:pt x="5931" y="20487"/>
                  </a:lnTo>
                  <a:lnTo>
                    <a:pt x="5882" y="20575"/>
                  </a:lnTo>
                  <a:lnTo>
                    <a:pt x="5931" y="20665"/>
                  </a:lnTo>
                  <a:lnTo>
                    <a:pt x="5983" y="20709"/>
                  </a:lnTo>
                  <a:lnTo>
                    <a:pt x="6084" y="20754"/>
                  </a:lnTo>
                  <a:lnTo>
                    <a:pt x="6338" y="20842"/>
                  </a:lnTo>
                  <a:lnTo>
                    <a:pt x="6642" y="20976"/>
                  </a:lnTo>
                  <a:lnTo>
                    <a:pt x="7301" y="21111"/>
                  </a:lnTo>
                  <a:lnTo>
                    <a:pt x="7453" y="21154"/>
                  </a:lnTo>
                  <a:lnTo>
                    <a:pt x="7706" y="21199"/>
                  </a:lnTo>
                  <a:lnTo>
                    <a:pt x="8721" y="21466"/>
                  </a:lnTo>
                  <a:lnTo>
                    <a:pt x="9228" y="21555"/>
                  </a:lnTo>
                  <a:lnTo>
                    <a:pt x="9481" y="21600"/>
                  </a:lnTo>
                  <a:lnTo>
                    <a:pt x="9736" y="21555"/>
                  </a:lnTo>
                  <a:lnTo>
                    <a:pt x="9837" y="21511"/>
                  </a:lnTo>
                  <a:lnTo>
                    <a:pt x="9888" y="21466"/>
                  </a:lnTo>
                  <a:lnTo>
                    <a:pt x="9888" y="21378"/>
                  </a:lnTo>
                  <a:lnTo>
                    <a:pt x="9837" y="21288"/>
                  </a:lnTo>
                  <a:lnTo>
                    <a:pt x="10293" y="20887"/>
                  </a:lnTo>
                  <a:lnTo>
                    <a:pt x="10496" y="20665"/>
                  </a:lnTo>
                  <a:lnTo>
                    <a:pt x="10698" y="20442"/>
                  </a:lnTo>
                  <a:lnTo>
                    <a:pt x="11509" y="20665"/>
                  </a:lnTo>
                  <a:lnTo>
                    <a:pt x="11661" y="20665"/>
                  </a:lnTo>
                  <a:lnTo>
                    <a:pt x="11813" y="20620"/>
                  </a:lnTo>
                  <a:lnTo>
                    <a:pt x="12068" y="20532"/>
                  </a:lnTo>
                  <a:lnTo>
                    <a:pt x="12321" y="20353"/>
                  </a:lnTo>
                  <a:lnTo>
                    <a:pt x="12575" y="20131"/>
                  </a:lnTo>
                  <a:lnTo>
                    <a:pt x="12727" y="19863"/>
                  </a:lnTo>
                  <a:lnTo>
                    <a:pt x="12828" y="19595"/>
                  </a:lnTo>
                  <a:lnTo>
                    <a:pt x="12879" y="19285"/>
                  </a:lnTo>
                  <a:lnTo>
                    <a:pt x="12828" y="19061"/>
                  </a:lnTo>
                  <a:lnTo>
                    <a:pt x="12727" y="18928"/>
                  </a:lnTo>
                  <a:lnTo>
                    <a:pt x="12676" y="18839"/>
                  </a:lnTo>
                  <a:lnTo>
                    <a:pt x="12777" y="18705"/>
                  </a:lnTo>
                  <a:lnTo>
                    <a:pt x="12929" y="18527"/>
                  </a:lnTo>
                  <a:lnTo>
                    <a:pt x="12980" y="18348"/>
                  </a:lnTo>
                  <a:lnTo>
                    <a:pt x="13031" y="18215"/>
                  </a:lnTo>
                  <a:lnTo>
                    <a:pt x="13132" y="18126"/>
                  </a:lnTo>
                  <a:lnTo>
                    <a:pt x="13234" y="18038"/>
                  </a:lnTo>
                  <a:lnTo>
                    <a:pt x="13234" y="17948"/>
                  </a:lnTo>
                  <a:lnTo>
                    <a:pt x="13183" y="17814"/>
                  </a:lnTo>
                  <a:lnTo>
                    <a:pt x="12980" y="17636"/>
                  </a:lnTo>
                  <a:lnTo>
                    <a:pt x="12777" y="17458"/>
                  </a:lnTo>
                  <a:lnTo>
                    <a:pt x="12777" y="17058"/>
                  </a:lnTo>
                  <a:lnTo>
                    <a:pt x="12879" y="16612"/>
                  </a:lnTo>
                  <a:lnTo>
                    <a:pt x="13031" y="16212"/>
                  </a:lnTo>
                  <a:lnTo>
                    <a:pt x="13183" y="15855"/>
                  </a:lnTo>
                  <a:lnTo>
                    <a:pt x="13436" y="15499"/>
                  </a:lnTo>
                  <a:lnTo>
                    <a:pt x="13690" y="15142"/>
                  </a:lnTo>
                  <a:lnTo>
                    <a:pt x="14247" y="14429"/>
                  </a:lnTo>
                  <a:lnTo>
                    <a:pt x="14907" y="13761"/>
                  </a:lnTo>
                  <a:lnTo>
                    <a:pt x="15617" y="13138"/>
                  </a:lnTo>
                  <a:lnTo>
                    <a:pt x="16275" y="12514"/>
                  </a:lnTo>
                  <a:lnTo>
                    <a:pt x="16834" y="11847"/>
                  </a:lnTo>
                  <a:lnTo>
                    <a:pt x="17087" y="11535"/>
                  </a:lnTo>
                  <a:lnTo>
                    <a:pt x="17341" y="11179"/>
                  </a:lnTo>
                  <a:lnTo>
                    <a:pt x="17493" y="10867"/>
                  </a:lnTo>
                  <a:lnTo>
                    <a:pt x="17696" y="10510"/>
                  </a:lnTo>
                  <a:lnTo>
                    <a:pt x="17797" y="10154"/>
                  </a:lnTo>
                  <a:lnTo>
                    <a:pt x="17898" y="9753"/>
                  </a:lnTo>
                  <a:lnTo>
                    <a:pt x="17949" y="9396"/>
                  </a:lnTo>
                  <a:lnTo>
                    <a:pt x="18000" y="9041"/>
                  </a:lnTo>
                  <a:lnTo>
                    <a:pt x="18000" y="8283"/>
                  </a:lnTo>
                  <a:lnTo>
                    <a:pt x="17848" y="7570"/>
                  </a:lnTo>
                  <a:lnTo>
                    <a:pt x="17594" y="6814"/>
                  </a:lnTo>
                  <a:lnTo>
                    <a:pt x="17189" y="6101"/>
                  </a:lnTo>
                  <a:lnTo>
                    <a:pt x="16935" y="5789"/>
                  </a:lnTo>
                  <a:lnTo>
                    <a:pt x="16682" y="5433"/>
                  </a:lnTo>
                  <a:lnTo>
                    <a:pt x="16378" y="5166"/>
                  </a:lnTo>
                  <a:lnTo>
                    <a:pt x="16074" y="4854"/>
                  </a:lnTo>
                  <a:lnTo>
                    <a:pt x="15718" y="4631"/>
                  </a:lnTo>
                  <a:lnTo>
                    <a:pt x="15363" y="4364"/>
                  </a:lnTo>
                  <a:lnTo>
                    <a:pt x="14603" y="3963"/>
                  </a:lnTo>
                  <a:lnTo>
                    <a:pt x="13791" y="3651"/>
                  </a:lnTo>
                  <a:lnTo>
                    <a:pt x="12929" y="3429"/>
                  </a:lnTo>
                  <a:lnTo>
                    <a:pt x="12016" y="3295"/>
                  </a:lnTo>
                  <a:lnTo>
                    <a:pt x="11104" y="325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347" name="Google Shape;403;p8"/>
            <p:cNvSpPr/>
            <p:nvPr/>
          </p:nvSpPr>
          <p:spPr>
            <a:xfrm>
              <a:off x="292327" y="2255958"/>
              <a:ext cx="244980" cy="53486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732" y="195"/>
                  </a:moveTo>
                  <a:lnTo>
                    <a:pt x="9411" y="588"/>
                  </a:lnTo>
                  <a:lnTo>
                    <a:pt x="9195" y="979"/>
                  </a:lnTo>
                  <a:lnTo>
                    <a:pt x="9090" y="1812"/>
                  </a:lnTo>
                  <a:lnTo>
                    <a:pt x="8982" y="3967"/>
                  </a:lnTo>
                  <a:lnTo>
                    <a:pt x="9090" y="5976"/>
                  </a:lnTo>
                  <a:lnTo>
                    <a:pt x="9090" y="7444"/>
                  </a:lnTo>
                  <a:lnTo>
                    <a:pt x="9195" y="7641"/>
                  </a:lnTo>
                  <a:lnTo>
                    <a:pt x="9411" y="7837"/>
                  </a:lnTo>
                  <a:lnTo>
                    <a:pt x="9516" y="7885"/>
                  </a:lnTo>
                  <a:lnTo>
                    <a:pt x="9732" y="7934"/>
                  </a:lnTo>
                  <a:lnTo>
                    <a:pt x="9836" y="7934"/>
                  </a:lnTo>
                  <a:lnTo>
                    <a:pt x="10052" y="7837"/>
                  </a:lnTo>
                  <a:lnTo>
                    <a:pt x="10160" y="7690"/>
                  </a:lnTo>
                  <a:lnTo>
                    <a:pt x="10265" y="7542"/>
                  </a:lnTo>
                  <a:lnTo>
                    <a:pt x="10265" y="6122"/>
                  </a:lnTo>
                  <a:lnTo>
                    <a:pt x="10160" y="3967"/>
                  </a:lnTo>
                  <a:lnTo>
                    <a:pt x="10265" y="2007"/>
                  </a:lnTo>
                  <a:lnTo>
                    <a:pt x="10265" y="1078"/>
                  </a:lnTo>
                  <a:lnTo>
                    <a:pt x="10160" y="636"/>
                  </a:lnTo>
                  <a:lnTo>
                    <a:pt x="9944" y="391"/>
                  </a:lnTo>
                  <a:lnTo>
                    <a:pt x="9836" y="195"/>
                  </a:lnTo>
                  <a:close/>
                  <a:moveTo>
                    <a:pt x="5026" y="0"/>
                  </a:moveTo>
                  <a:lnTo>
                    <a:pt x="4918" y="48"/>
                  </a:lnTo>
                  <a:lnTo>
                    <a:pt x="4705" y="195"/>
                  </a:lnTo>
                  <a:lnTo>
                    <a:pt x="4598" y="391"/>
                  </a:lnTo>
                  <a:lnTo>
                    <a:pt x="4490" y="832"/>
                  </a:lnTo>
                  <a:lnTo>
                    <a:pt x="4598" y="1713"/>
                  </a:lnTo>
                  <a:lnTo>
                    <a:pt x="4705" y="3868"/>
                  </a:lnTo>
                  <a:lnTo>
                    <a:pt x="5026" y="8326"/>
                  </a:lnTo>
                  <a:lnTo>
                    <a:pt x="5131" y="8473"/>
                  </a:lnTo>
                  <a:lnTo>
                    <a:pt x="5239" y="8522"/>
                  </a:lnTo>
                  <a:lnTo>
                    <a:pt x="5455" y="8571"/>
                  </a:lnTo>
                  <a:lnTo>
                    <a:pt x="5667" y="8619"/>
                  </a:lnTo>
                  <a:lnTo>
                    <a:pt x="5880" y="8571"/>
                  </a:lnTo>
                  <a:lnTo>
                    <a:pt x="6096" y="8522"/>
                  </a:lnTo>
                  <a:lnTo>
                    <a:pt x="6309" y="8473"/>
                  </a:lnTo>
                  <a:lnTo>
                    <a:pt x="6309" y="7934"/>
                  </a:lnTo>
                  <a:lnTo>
                    <a:pt x="5988" y="4015"/>
                  </a:lnTo>
                  <a:lnTo>
                    <a:pt x="5775" y="1860"/>
                  </a:lnTo>
                  <a:lnTo>
                    <a:pt x="5667" y="782"/>
                  </a:lnTo>
                  <a:lnTo>
                    <a:pt x="5560" y="391"/>
                  </a:lnTo>
                  <a:lnTo>
                    <a:pt x="5455" y="195"/>
                  </a:lnTo>
                  <a:lnTo>
                    <a:pt x="5131" y="48"/>
                  </a:lnTo>
                  <a:lnTo>
                    <a:pt x="5026" y="0"/>
                  </a:lnTo>
                  <a:close/>
                  <a:moveTo>
                    <a:pt x="14437" y="244"/>
                  </a:moveTo>
                  <a:lnTo>
                    <a:pt x="14221" y="294"/>
                  </a:lnTo>
                  <a:lnTo>
                    <a:pt x="14116" y="342"/>
                  </a:lnTo>
                  <a:lnTo>
                    <a:pt x="14116" y="441"/>
                  </a:lnTo>
                  <a:lnTo>
                    <a:pt x="13900" y="1469"/>
                  </a:lnTo>
                  <a:lnTo>
                    <a:pt x="13796" y="2546"/>
                  </a:lnTo>
                  <a:lnTo>
                    <a:pt x="13796" y="6857"/>
                  </a:lnTo>
                  <a:lnTo>
                    <a:pt x="13688" y="7837"/>
                  </a:lnTo>
                  <a:lnTo>
                    <a:pt x="13688" y="8375"/>
                  </a:lnTo>
                  <a:lnTo>
                    <a:pt x="13900" y="8865"/>
                  </a:lnTo>
                  <a:lnTo>
                    <a:pt x="14008" y="8963"/>
                  </a:lnTo>
                  <a:lnTo>
                    <a:pt x="14329" y="9012"/>
                  </a:lnTo>
                  <a:lnTo>
                    <a:pt x="14650" y="8963"/>
                  </a:lnTo>
                  <a:lnTo>
                    <a:pt x="14865" y="8865"/>
                  </a:lnTo>
                  <a:lnTo>
                    <a:pt x="15078" y="8375"/>
                  </a:lnTo>
                  <a:lnTo>
                    <a:pt x="15078" y="7837"/>
                  </a:lnTo>
                  <a:lnTo>
                    <a:pt x="14970" y="6857"/>
                  </a:lnTo>
                  <a:lnTo>
                    <a:pt x="14970" y="4702"/>
                  </a:lnTo>
                  <a:lnTo>
                    <a:pt x="15078" y="2546"/>
                  </a:lnTo>
                  <a:lnTo>
                    <a:pt x="14970" y="1518"/>
                  </a:lnTo>
                  <a:lnTo>
                    <a:pt x="14865" y="441"/>
                  </a:lnTo>
                  <a:lnTo>
                    <a:pt x="14865" y="342"/>
                  </a:lnTo>
                  <a:lnTo>
                    <a:pt x="14758" y="294"/>
                  </a:lnTo>
                  <a:lnTo>
                    <a:pt x="14437" y="244"/>
                  </a:lnTo>
                  <a:close/>
                  <a:moveTo>
                    <a:pt x="18285" y="3575"/>
                  </a:moveTo>
                  <a:lnTo>
                    <a:pt x="18285" y="3624"/>
                  </a:lnTo>
                  <a:lnTo>
                    <a:pt x="18072" y="4015"/>
                  </a:lnTo>
                  <a:lnTo>
                    <a:pt x="17965" y="4408"/>
                  </a:lnTo>
                  <a:lnTo>
                    <a:pt x="17860" y="5240"/>
                  </a:lnTo>
                  <a:lnTo>
                    <a:pt x="17860" y="6906"/>
                  </a:lnTo>
                  <a:lnTo>
                    <a:pt x="17752" y="10236"/>
                  </a:lnTo>
                  <a:lnTo>
                    <a:pt x="17752" y="10530"/>
                  </a:lnTo>
                  <a:lnTo>
                    <a:pt x="17860" y="10628"/>
                  </a:lnTo>
                  <a:lnTo>
                    <a:pt x="17965" y="10727"/>
                  </a:lnTo>
                  <a:lnTo>
                    <a:pt x="18180" y="10775"/>
                  </a:lnTo>
                  <a:lnTo>
                    <a:pt x="18606" y="10775"/>
                  </a:lnTo>
                  <a:lnTo>
                    <a:pt x="18822" y="10727"/>
                  </a:lnTo>
                  <a:lnTo>
                    <a:pt x="18927" y="10628"/>
                  </a:lnTo>
                  <a:lnTo>
                    <a:pt x="19034" y="10530"/>
                  </a:lnTo>
                  <a:lnTo>
                    <a:pt x="19034" y="5289"/>
                  </a:lnTo>
                  <a:lnTo>
                    <a:pt x="18927" y="4457"/>
                  </a:lnTo>
                  <a:lnTo>
                    <a:pt x="18822" y="4015"/>
                  </a:lnTo>
                  <a:lnTo>
                    <a:pt x="18606" y="3624"/>
                  </a:lnTo>
                  <a:lnTo>
                    <a:pt x="18501" y="3575"/>
                  </a:lnTo>
                  <a:close/>
                  <a:moveTo>
                    <a:pt x="9516" y="10530"/>
                  </a:moveTo>
                  <a:lnTo>
                    <a:pt x="8982" y="10824"/>
                  </a:lnTo>
                  <a:lnTo>
                    <a:pt x="8341" y="11070"/>
                  </a:lnTo>
                  <a:lnTo>
                    <a:pt x="7807" y="11217"/>
                  </a:lnTo>
                  <a:lnTo>
                    <a:pt x="7163" y="11314"/>
                  </a:lnTo>
                  <a:lnTo>
                    <a:pt x="7592" y="11070"/>
                  </a:lnTo>
                  <a:lnTo>
                    <a:pt x="8020" y="10873"/>
                  </a:lnTo>
                  <a:lnTo>
                    <a:pt x="8662" y="10677"/>
                  </a:lnTo>
                  <a:lnTo>
                    <a:pt x="9303" y="10580"/>
                  </a:lnTo>
                  <a:lnTo>
                    <a:pt x="9516" y="10530"/>
                  </a:lnTo>
                  <a:close/>
                  <a:moveTo>
                    <a:pt x="14008" y="12685"/>
                  </a:moveTo>
                  <a:lnTo>
                    <a:pt x="13154" y="12735"/>
                  </a:lnTo>
                  <a:lnTo>
                    <a:pt x="12618" y="12783"/>
                  </a:lnTo>
                  <a:lnTo>
                    <a:pt x="11868" y="12783"/>
                  </a:lnTo>
                  <a:lnTo>
                    <a:pt x="11868" y="12930"/>
                  </a:lnTo>
                  <a:lnTo>
                    <a:pt x="11976" y="13029"/>
                  </a:lnTo>
                  <a:lnTo>
                    <a:pt x="12084" y="13126"/>
                  </a:lnTo>
                  <a:lnTo>
                    <a:pt x="12297" y="13176"/>
                  </a:lnTo>
                  <a:lnTo>
                    <a:pt x="12513" y="13225"/>
                  </a:lnTo>
                  <a:lnTo>
                    <a:pt x="13046" y="13273"/>
                  </a:lnTo>
                  <a:lnTo>
                    <a:pt x="13580" y="13225"/>
                  </a:lnTo>
                  <a:lnTo>
                    <a:pt x="14008" y="13273"/>
                  </a:lnTo>
                  <a:lnTo>
                    <a:pt x="14437" y="13322"/>
                  </a:lnTo>
                  <a:lnTo>
                    <a:pt x="14865" y="13372"/>
                  </a:lnTo>
                  <a:lnTo>
                    <a:pt x="15291" y="13519"/>
                  </a:lnTo>
                  <a:lnTo>
                    <a:pt x="15507" y="13666"/>
                  </a:lnTo>
                  <a:lnTo>
                    <a:pt x="15828" y="13861"/>
                  </a:lnTo>
                  <a:lnTo>
                    <a:pt x="15933" y="14057"/>
                  </a:lnTo>
                  <a:lnTo>
                    <a:pt x="16040" y="14253"/>
                  </a:lnTo>
                  <a:lnTo>
                    <a:pt x="16148" y="14351"/>
                  </a:lnTo>
                  <a:lnTo>
                    <a:pt x="16361" y="14449"/>
                  </a:lnTo>
                  <a:lnTo>
                    <a:pt x="17002" y="14449"/>
                  </a:lnTo>
                  <a:lnTo>
                    <a:pt x="17218" y="14351"/>
                  </a:lnTo>
                  <a:lnTo>
                    <a:pt x="17323" y="14301"/>
                  </a:lnTo>
                  <a:lnTo>
                    <a:pt x="17431" y="14154"/>
                  </a:lnTo>
                  <a:lnTo>
                    <a:pt x="17218" y="13763"/>
                  </a:lnTo>
                  <a:lnTo>
                    <a:pt x="16790" y="13420"/>
                  </a:lnTo>
                  <a:lnTo>
                    <a:pt x="16253" y="13126"/>
                  </a:lnTo>
                  <a:lnTo>
                    <a:pt x="15612" y="12882"/>
                  </a:lnTo>
                  <a:lnTo>
                    <a:pt x="14865" y="12735"/>
                  </a:lnTo>
                  <a:lnTo>
                    <a:pt x="14008" y="12685"/>
                  </a:lnTo>
                  <a:close/>
                  <a:moveTo>
                    <a:pt x="14221" y="11412"/>
                  </a:moveTo>
                  <a:lnTo>
                    <a:pt x="14970" y="11510"/>
                  </a:lnTo>
                  <a:lnTo>
                    <a:pt x="15720" y="11657"/>
                  </a:lnTo>
                  <a:lnTo>
                    <a:pt x="16469" y="11852"/>
                  </a:lnTo>
                  <a:lnTo>
                    <a:pt x="17218" y="12098"/>
                  </a:lnTo>
                  <a:lnTo>
                    <a:pt x="17752" y="12342"/>
                  </a:lnTo>
                  <a:lnTo>
                    <a:pt x="18393" y="12636"/>
                  </a:lnTo>
                  <a:lnTo>
                    <a:pt x="18822" y="12930"/>
                  </a:lnTo>
                  <a:lnTo>
                    <a:pt x="19247" y="13273"/>
                  </a:lnTo>
                  <a:lnTo>
                    <a:pt x="19571" y="13616"/>
                  </a:lnTo>
                  <a:lnTo>
                    <a:pt x="19784" y="14007"/>
                  </a:lnTo>
                  <a:lnTo>
                    <a:pt x="19997" y="14351"/>
                  </a:lnTo>
                  <a:lnTo>
                    <a:pt x="20212" y="14791"/>
                  </a:lnTo>
                  <a:lnTo>
                    <a:pt x="20212" y="16016"/>
                  </a:lnTo>
                  <a:lnTo>
                    <a:pt x="19892" y="16849"/>
                  </a:lnTo>
                  <a:lnTo>
                    <a:pt x="19463" y="17633"/>
                  </a:lnTo>
                  <a:lnTo>
                    <a:pt x="19034" y="18024"/>
                  </a:lnTo>
                  <a:lnTo>
                    <a:pt x="18606" y="18417"/>
                  </a:lnTo>
                  <a:lnTo>
                    <a:pt x="18393" y="18612"/>
                  </a:lnTo>
                  <a:lnTo>
                    <a:pt x="17965" y="18760"/>
                  </a:lnTo>
                  <a:lnTo>
                    <a:pt x="17218" y="19054"/>
                  </a:lnTo>
                  <a:lnTo>
                    <a:pt x="16148" y="19395"/>
                  </a:lnTo>
                  <a:lnTo>
                    <a:pt x="15078" y="19837"/>
                  </a:lnTo>
                  <a:lnTo>
                    <a:pt x="14650" y="19984"/>
                  </a:lnTo>
                  <a:lnTo>
                    <a:pt x="13580" y="20278"/>
                  </a:lnTo>
                  <a:lnTo>
                    <a:pt x="14008" y="19837"/>
                  </a:lnTo>
                  <a:lnTo>
                    <a:pt x="14329" y="19542"/>
                  </a:lnTo>
                  <a:lnTo>
                    <a:pt x="14437" y="19347"/>
                  </a:lnTo>
                  <a:lnTo>
                    <a:pt x="14542" y="19200"/>
                  </a:lnTo>
                  <a:lnTo>
                    <a:pt x="14437" y="19054"/>
                  </a:lnTo>
                  <a:lnTo>
                    <a:pt x="14329" y="18907"/>
                  </a:lnTo>
                  <a:lnTo>
                    <a:pt x="14116" y="18857"/>
                  </a:lnTo>
                  <a:lnTo>
                    <a:pt x="13580" y="18857"/>
                  </a:lnTo>
                  <a:lnTo>
                    <a:pt x="13367" y="18907"/>
                  </a:lnTo>
                  <a:lnTo>
                    <a:pt x="13259" y="19004"/>
                  </a:lnTo>
                  <a:lnTo>
                    <a:pt x="13154" y="19151"/>
                  </a:lnTo>
                  <a:lnTo>
                    <a:pt x="13259" y="19298"/>
                  </a:lnTo>
                  <a:lnTo>
                    <a:pt x="13154" y="19395"/>
                  </a:lnTo>
                  <a:lnTo>
                    <a:pt x="12938" y="19739"/>
                  </a:lnTo>
                  <a:lnTo>
                    <a:pt x="12726" y="20032"/>
                  </a:lnTo>
                  <a:lnTo>
                    <a:pt x="12618" y="20376"/>
                  </a:lnTo>
                  <a:lnTo>
                    <a:pt x="12726" y="20473"/>
                  </a:lnTo>
                  <a:lnTo>
                    <a:pt x="12513" y="20522"/>
                  </a:lnTo>
                  <a:lnTo>
                    <a:pt x="11656" y="20669"/>
                  </a:lnTo>
                  <a:lnTo>
                    <a:pt x="10586" y="20816"/>
                  </a:lnTo>
                  <a:lnTo>
                    <a:pt x="11122" y="20473"/>
                  </a:lnTo>
                  <a:lnTo>
                    <a:pt x="11976" y="19689"/>
                  </a:lnTo>
                  <a:lnTo>
                    <a:pt x="11976" y="19494"/>
                  </a:lnTo>
                  <a:lnTo>
                    <a:pt x="11868" y="19395"/>
                  </a:lnTo>
                  <a:lnTo>
                    <a:pt x="11764" y="19347"/>
                  </a:lnTo>
                  <a:lnTo>
                    <a:pt x="11548" y="19298"/>
                  </a:lnTo>
                  <a:lnTo>
                    <a:pt x="11335" y="19298"/>
                  </a:lnTo>
                  <a:lnTo>
                    <a:pt x="11122" y="19347"/>
                  </a:lnTo>
                  <a:lnTo>
                    <a:pt x="11014" y="19445"/>
                  </a:lnTo>
                  <a:lnTo>
                    <a:pt x="10160" y="20229"/>
                  </a:lnTo>
                  <a:lnTo>
                    <a:pt x="9732" y="20572"/>
                  </a:lnTo>
                  <a:lnTo>
                    <a:pt x="9411" y="20914"/>
                  </a:lnTo>
                  <a:lnTo>
                    <a:pt x="8449" y="20963"/>
                  </a:lnTo>
                  <a:lnTo>
                    <a:pt x="7379" y="20866"/>
                  </a:lnTo>
                  <a:lnTo>
                    <a:pt x="8020" y="20572"/>
                  </a:lnTo>
                  <a:lnTo>
                    <a:pt x="8554" y="20278"/>
                  </a:lnTo>
                  <a:lnTo>
                    <a:pt x="9090" y="19885"/>
                  </a:lnTo>
                  <a:lnTo>
                    <a:pt x="9516" y="19494"/>
                  </a:lnTo>
                  <a:lnTo>
                    <a:pt x="9732" y="19494"/>
                  </a:lnTo>
                  <a:lnTo>
                    <a:pt x="9836" y="19395"/>
                  </a:lnTo>
                  <a:lnTo>
                    <a:pt x="9944" y="19347"/>
                  </a:lnTo>
                  <a:lnTo>
                    <a:pt x="10052" y="19200"/>
                  </a:lnTo>
                  <a:lnTo>
                    <a:pt x="9944" y="19151"/>
                  </a:lnTo>
                  <a:lnTo>
                    <a:pt x="9944" y="19054"/>
                  </a:lnTo>
                  <a:lnTo>
                    <a:pt x="9732" y="19004"/>
                  </a:lnTo>
                  <a:lnTo>
                    <a:pt x="9411" y="18955"/>
                  </a:lnTo>
                  <a:lnTo>
                    <a:pt x="9195" y="18955"/>
                  </a:lnTo>
                  <a:lnTo>
                    <a:pt x="8874" y="19004"/>
                  </a:lnTo>
                  <a:lnTo>
                    <a:pt x="8554" y="19200"/>
                  </a:lnTo>
                  <a:lnTo>
                    <a:pt x="8020" y="19592"/>
                  </a:lnTo>
                  <a:lnTo>
                    <a:pt x="7271" y="20131"/>
                  </a:lnTo>
                  <a:lnTo>
                    <a:pt x="6522" y="20620"/>
                  </a:lnTo>
                  <a:lnTo>
                    <a:pt x="6417" y="20767"/>
                  </a:lnTo>
                  <a:lnTo>
                    <a:pt x="5560" y="20522"/>
                  </a:lnTo>
                  <a:lnTo>
                    <a:pt x="4705" y="20278"/>
                  </a:lnTo>
                  <a:lnTo>
                    <a:pt x="5131" y="20131"/>
                  </a:lnTo>
                  <a:lnTo>
                    <a:pt x="5455" y="19984"/>
                  </a:lnTo>
                  <a:lnTo>
                    <a:pt x="6522" y="19445"/>
                  </a:lnTo>
                  <a:lnTo>
                    <a:pt x="7484" y="18955"/>
                  </a:lnTo>
                  <a:lnTo>
                    <a:pt x="7912" y="18661"/>
                  </a:lnTo>
                  <a:lnTo>
                    <a:pt x="8128" y="18367"/>
                  </a:lnTo>
                  <a:lnTo>
                    <a:pt x="8128" y="18270"/>
                  </a:lnTo>
                  <a:lnTo>
                    <a:pt x="8020" y="18171"/>
                  </a:lnTo>
                  <a:lnTo>
                    <a:pt x="7700" y="18171"/>
                  </a:lnTo>
                  <a:lnTo>
                    <a:pt x="7058" y="18318"/>
                  </a:lnTo>
                  <a:lnTo>
                    <a:pt x="6522" y="18514"/>
                  </a:lnTo>
                  <a:lnTo>
                    <a:pt x="5667" y="19004"/>
                  </a:lnTo>
                  <a:lnTo>
                    <a:pt x="4598" y="19592"/>
                  </a:lnTo>
                  <a:lnTo>
                    <a:pt x="4385" y="19788"/>
                  </a:lnTo>
                  <a:lnTo>
                    <a:pt x="4169" y="20032"/>
                  </a:lnTo>
                  <a:lnTo>
                    <a:pt x="3315" y="19542"/>
                  </a:lnTo>
                  <a:lnTo>
                    <a:pt x="4277" y="19102"/>
                  </a:lnTo>
                  <a:lnTo>
                    <a:pt x="5131" y="18612"/>
                  </a:lnTo>
                  <a:lnTo>
                    <a:pt x="6737" y="17633"/>
                  </a:lnTo>
                  <a:lnTo>
                    <a:pt x="6737" y="17436"/>
                  </a:lnTo>
                  <a:lnTo>
                    <a:pt x="6522" y="17290"/>
                  </a:lnTo>
                  <a:lnTo>
                    <a:pt x="6417" y="17240"/>
                  </a:lnTo>
                  <a:lnTo>
                    <a:pt x="5988" y="17240"/>
                  </a:lnTo>
                  <a:lnTo>
                    <a:pt x="5775" y="17290"/>
                  </a:lnTo>
                  <a:lnTo>
                    <a:pt x="4169" y="18220"/>
                  </a:lnTo>
                  <a:lnTo>
                    <a:pt x="3528" y="18710"/>
                  </a:lnTo>
                  <a:lnTo>
                    <a:pt x="2886" y="19200"/>
                  </a:lnTo>
                  <a:lnTo>
                    <a:pt x="2458" y="18760"/>
                  </a:lnTo>
                  <a:lnTo>
                    <a:pt x="2032" y="18318"/>
                  </a:lnTo>
                  <a:lnTo>
                    <a:pt x="2994" y="17927"/>
                  </a:lnTo>
                  <a:lnTo>
                    <a:pt x="3956" y="17486"/>
                  </a:lnTo>
                  <a:lnTo>
                    <a:pt x="5455" y="16605"/>
                  </a:lnTo>
                  <a:lnTo>
                    <a:pt x="5560" y="16506"/>
                  </a:lnTo>
                  <a:lnTo>
                    <a:pt x="5560" y="16408"/>
                  </a:lnTo>
                  <a:lnTo>
                    <a:pt x="5455" y="16309"/>
                  </a:lnTo>
                  <a:lnTo>
                    <a:pt x="5347" y="16261"/>
                  </a:lnTo>
                  <a:lnTo>
                    <a:pt x="5131" y="16212"/>
                  </a:lnTo>
                  <a:lnTo>
                    <a:pt x="4918" y="16163"/>
                  </a:lnTo>
                  <a:lnTo>
                    <a:pt x="4705" y="16163"/>
                  </a:lnTo>
                  <a:lnTo>
                    <a:pt x="4490" y="16261"/>
                  </a:lnTo>
                  <a:lnTo>
                    <a:pt x="3102" y="16996"/>
                  </a:lnTo>
                  <a:lnTo>
                    <a:pt x="2353" y="17387"/>
                  </a:lnTo>
                  <a:lnTo>
                    <a:pt x="1816" y="17829"/>
                  </a:lnTo>
                  <a:lnTo>
                    <a:pt x="1711" y="17633"/>
                  </a:lnTo>
                  <a:lnTo>
                    <a:pt x="1603" y="17192"/>
                  </a:lnTo>
                  <a:lnTo>
                    <a:pt x="2245" y="16898"/>
                  </a:lnTo>
                  <a:lnTo>
                    <a:pt x="2994" y="16555"/>
                  </a:lnTo>
                  <a:lnTo>
                    <a:pt x="3848" y="16115"/>
                  </a:lnTo>
                  <a:lnTo>
                    <a:pt x="4277" y="15869"/>
                  </a:lnTo>
                  <a:lnTo>
                    <a:pt x="4385" y="15722"/>
                  </a:lnTo>
                  <a:lnTo>
                    <a:pt x="4385" y="15478"/>
                  </a:lnTo>
                  <a:lnTo>
                    <a:pt x="4277" y="15428"/>
                  </a:lnTo>
                  <a:lnTo>
                    <a:pt x="4064" y="15379"/>
                  </a:lnTo>
                  <a:lnTo>
                    <a:pt x="3956" y="15428"/>
                  </a:lnTo>
                  <a:lnTo>
                    <a:pt x="3423" y="15527"/>
                  </a:lnTo>
                  <a:lnTo>
                    <a:pt x="2994" y="15722"/>
                  </a:lnTo>
                  <a:lnTo>
                    <a:pt x="2245" y="16163"/>
                  </a:lnTo>
                  <a:lnTo>
                    <a:pt x="1496" y="16605"/>
                  </a:lnTo>
                  <a:lnTo>
                    <a:pt x="1496" y="15918"/>
                  </a:lnTo>
                  <a:lnTo>
                    <a:pt x="1816" y="15771"/>
                  </a:lnTo>
                  <a:lnTo>
                    <a:pt x="2137" y="15624"/>
                  </a:lnTo>
                  <a:lnTo>
                    <a:pt x="2353" y="15331"/>
                  </a:lnTo>
                  <a:lnTo>
                    <a:pt x="2886" y="15281"/>
                  </a:lnTo>
                  <a:lnTo>
                    <a:pt x="3315" y="15232"/>
                  </a:lnTo>
                  <a:lnTo>
                    <a:pt x="3635" y="15085"/>
                  </a:lnTo>
                  <a:lnTo>
                    <a:pt x="3956" y="14938"/>
                  </a:lnTo>
                  <a:lnTo>
                    <a:pt x="4277" y="14791"/>
                  </a:lnTo>
                  <a:lnTo>
                    <a:pt x="4385" y="14596"/>
                  </a:lnTo>
                  <a:lnTo>
                    <a:pt x="4385" y="14400"/>
                  </a:lnTo>
                  <a:lnTo>
                    <a:pt x="4277" y="14301"/>
                  </a:lnTo>
                  <a:lnTo>
                    <a:pt x="4064" y="14253"/>
                  </a:lnTo>
                  <a:lnTo>
                    <a:pt x="3423" y="14253"/>
                  </a:lnTo>
                  <a:lnTo>
                    <a:pt x="3207" y="14351"/>
                  </a:lnTo>
                  <a:lnTo>
                    <a:pt x="3102" y="14449"/>
                  </a:lnTo>
                  <a:lnTo>
                    <a:pt x="2994" y="14596"/>
                  </a:lnTo>
                  <a:lnTo>
                    <a:pt x="2778" y="14694"/>
                  </a:lnTo>
                  <a:lnTo>
                    <a:pt x="2458" y="14743"/>
                  </a:lnTo>
                  <a:lnTo>
                    <a:pt x="2032" y="14791"/>
                  </a:lnTo>
                  <a:lnTo>
                    <a:pt x="2566" y="14400"/>
                  </a:lnTo>
                  <a:lnTo>
                    <a:pt x="2778" y="14253"/>
                  </a:lnTo>
                  <a:lnTo>
                    <a:pt x="3207" y="14106"/>
                  </a:lnTo>
                  <a:lnTo>
                    <a:pt x="3528" y="13959"/>
                  </a:lnTo>
                  <a:lnTo>
                    <a:pt x="4064" y="13910"/>
                  </a:lnTo>
                  <a:lnTo>
                    <a:pt x="4490" y="13812"/>
                  </a:lnTo>
                  <a:lnTo>
                    <a:pt x="5026" y="13812"/>
                  </a:lnTo>
                  <a:lnTo>
                    <a:pt x="6096" y="13763"/>
                  </a:lnTo>
                  <a:lnTo>
                    <a:pt x="7058" y="13714"/>
                  </a:lnTo>
                  <a:lnTo>
                    <a:pt x="7912" y="13567"/>
                  </a:lnTo>
                  <a:lnTo>
                    <a:pt x="8769" y="13322"/>
                  </a:lnTo>
                  <a:lnTo>
                    <a:pt x="9411" y="12979"/>
                  </a:lnTo>
                  <a:lnTo>
                    <a:pt x="9944" y="12636"/>
                  </a:lnTo>
                  <a:lnTo>
                    <a:pt x="10373" y="12245"/>
                  </a:lnTo>
                  <a:lnTo>
                    <a:pt x="10801" y="11804"/>
                  </a:lnTo>
                  <a:lnTo>
                    <a:pt x="10801" y="11705"/>
                  </a:lnTo>
                  <a:lnTo>
                    <a:pt x="11443" y="11657"/>
                  </a:lnTo>
                  <a:lnTo>
                    <a:pt x="12084" y="11558"/>
                  </a:lnTo>
                  <a:lnTo>
                    <a:pt x="12726" y="11461"/>
                  </a:lnTo>
                  <a:lnTo>
                    <a:pt x="13367" y="11412"/>
                  </a:lnTo>
                  <a:close/>
                  <a:moveTo>
                    <a:pt x="9516" y="9992"/>
                  </a:moveTo>
                  <a:lnTo>
                    <a:pt x="8769" y="10090"/>
                  </a:lnTo>
                  <a:lnTo>
                    <a:pt x="8128" y="10286"/>
                  </a:lnTo>
                  <a:lnTo>
                    <a:pt x="7484" y="10481"/>
                  </a:lnTo>
                  <a:lnTo>
                    <a:pt x="7058" y="10677"/>
                  </a:lnTo>
                  <a:lnTo>
                    <a:pt x="6630" y="10922"/>
                  </a:lnTo>
                  <a:lnTo>
                    <a:pt x="6309" y="11167"/>
                  </a:lnTo>
                  <a:lnTo>
                    <a:pt x="6096" y="11461"/>
                  </a:lnTo>
                  <a:lnTo>
                    <a:pt x="5880" y="11020"/>
                  </a:lnTo>
                  <a:lnTo>
                    <a:pt x="5667" y="10580"/>
                  </a:lnTo>
                  <a:lnTo>
                    <a:pt x="5455" y="10481"/>
                  </a:lnTo>
                  <a:lnTo>
                    <a:pt x="5347" y="10481"/>
                  </a:lnTo>
                  <a:lnTo>
                    <a:pt x="5131" y="10530"/>
                  </a:lnTo>
                  <a:lnTo>
                    <a:pt x="4918" y="10677"/>
                  </a:lnTo>
                  <a:lnTo>
                    <a:pt x="4810" y="10824"/>
                  </a:lnTo>
                  <a:lnTo>
                    <a:pt x="4705" y="11167"/>
                  </a:lnTo>
                  <a:lnTo>
                    <a:pt x="4810" y="11558"/>
                  </a:lnTo>
                  <a:lnTo>
                    <a:pt x="5026" y="11902"/>
                  </a:lnTo>
                  <a:lnTo>
                    <a:pt x="5455" y="12294"/>
                  </a:lnTo>
                  <a:lnTo>
                    <a:pt x="5988" y="12588"/>
                  </a:lnTo>
                  <a:lnTo>
                    <a:pt x="6630" y="12832"/>
                  </a:lnTo>
                  <a:lnTo>
                    <a:pt x="7271" y="13029"/>
                  </a:lnTo>
                  <a:lnTo>
                    <a:pt x="6737" y="13126"/>
                  </a:lnTo>
                  <a:lnTo>
                    <a:pt x="6201" y="13176"/>
                  </a:lnTo>
                  <a:lnTo>
                    <a:pt x="4918" y="13176"/>
                  </a:lnTo>
                  <a:lnTo>
                    <a:pt x="4277" y="13225"/>
                  </a:lnTo>
                  <a:lnTo>
                    <a:pt x="3635" y="13273"/>
                  </a:lnTo>
                  <a:lnTo>
                    <a:pt x="3102" y="13372"/>
                  </a:lnTo>
                  <a:lnTo>
                    <a:pt x="2566" y="13519"/>
                  </a:lnTo>
                  <a:lnTo>
                    <a:pt x="1711" y="13861"/>
                  </a:lnTo>
                  <a:lnTo>
                    <a:pt x="1283" y="14057"/>
                  </a:lnTo>
                  <a:lnTo>
                    <a:pt x="962" y="14301"/>
                  </a:lnTo>
                  <a:lnTo>
                    <a:pt x="641" y="14596"/>
                  </a:lnTo>
                  <a:lnTo>
                    <a:pt x="426" y="14841"/>
                  </a:lnTo>
                  <a:lnTo>
                    <a:pt x="105" y="15478"/>
                  </a:lnTo>
                  <a:lnTo>
                    <a:pt x="0" y="16115"/>
                  </a:lnTo>
                  <a:lnTo>
                    <a:pt x="0" y="16751"/>
                  </a:lnTo>
                  <a:lnTo>
                    <a:pt x="213" y="17387"/>
                  </a:lnTo>
                  <a:lnTo>
                    <a:pt x="426" y="17976"/>
                  </a:lnTo>
                  <a:lnTo>
                    <a:pt x="749" y="18564"/>
                  </a:lnTo>
                  <a:lnTo>
                    <a:pt x="1175" y="19054"/>
                  </a:lnTo>
                  <a:lnTo>
                    <a:pt x="1711" y="19592"/>
                  </a:lnTo>
                  <a:lnTo>
                    <a:pt x="2458" y="20082"/>
                  </a:lnTo>
                  <a:lnTo>
                    <a:pt x="3207" y="20473"/>
                  </a:lnTo>
                  <a:lnTo>
                    <a:pt x="4169" y="20866"/>
                  </a:lnTo>
                  <a:lnTo>
                    <a:pt x="5131" y="21159"/>
                  </a:lnTo>
                  <a:lnTo>
                    <a:pt x="6309" y="21404"/>
                  </a:lnTo>
                  <a:lnTo>
                    <a:pt x="7484" y="21551"/>
                  </a:lnTo>
                  <a:lnTo>
                    <a:pt x="8128" y="21600"/>
                  </a:lnTo>
                  <a:lnTo>
                    <a:pt x="8769" y="21600"/>
                  </a:lnTo>
                  <a:lnTo>
                    <a:pt x="10160" y="21551"/>
                  </a:lnTo>
                  <a:lnTo>
                    <a:pt x="11443" y="21404"/>
                  </a:lnTo>
                  <a:lnTo>
                    <a:pt x="12618" y="21209"/>
                  </a:lnTo>
                  <a:lnTo>
                    <a:pt x="13688" y="20963"/>
                  </a:lnTo>
                  <a:lnTo>
                    <a:pt x="14865" y="20719"/>
                  </a:lnTo>
                  <a:lnTo>
                    <a:pt x="15828" y="20425"/>
                  </a:lnTo>
                  <a:lnTo>
                    <a:pt x="16361" y="20229"/>
                  </a:lnTo>
                  <a:lnTo>
                    <a:pt x="16682" y="20032"/>
                  </a:lnTo>
                  <a:lnTo>
                    <a:pt x="18393" y="19347"/>
                  </a:lnTo>
                  <a:lnTo>
                    <a:pt x="19142" y="19054"/>
                  </a:lnTo>
                  <a:lnTo>
                    <a:pt x="19571" y="18907"/>
                  </a:lnTo>
                  <a:lnTo>
                    <a:pt x="19784" y="18710"/>
                  </a:lnTo>
                  <a:lnTo>
                    <a:pt x="20317" y="18270"/>
                  </a:lnTo>
                  <a:lnTo>
                    <a:pt x="20746" y="17780"/>
                  </a:lnTo>
                  <a:lnTo>
                    <a:pt x="21066" y="17290"/>
                  </a:lnTo>
                  <a:lnTo>
                    <a:pt x="21279" y="16849"/>
                  </a:lnTo>
                  <a:lnTo>
                    <a:pt x="21495" y="16359"/>
                  </a:lnTo>
                  <a:lnTo>
                    <a:pt x="21600" y="15869"/>
                  </a:lnTo>
                  <a:lnTo>
                    <a:pt x="21600" y="15379"/>
                  </a:lnTo>
                  <a:lnTo>
                    <a:pt x="21495" y="14890"/>
                  </a:lnTo>
                  <a:lnTo>
                    <a:pt x="21387" y="14400"/>
                  </a:lnTo>
                  <a:lnTo>
                    <a:pt x="21174" y="13910"/>
                  </a:lnTo>
                  <a:lnTo>
                    <a:pt x="20854" y="13519"/>
                  </a:lnTo>
                  <a:lnTo>
                    <a:pt x="20425" y="13077"/>
                  </a:lnTo>
                  <a:lnTo>
                    <a:pt x="19997" y="12735"/>
                  </a:lnTo>
                  <a:lnTo>
                    <a:pt x="19463" y="12342"/>
                  </a:lnTo>
                  <a:lnTo>
                    <a:pt x="18822" y="11999"/>
                  </a:lnTo>
                  <a:lnTo>
                    <a:pt x="18180" y="11705"/>
                  </a:lnTo>
                  <a:lnTo>
                    <a:pt x="17431" y="11461"/>
                  </a:lnTo>
                  <a:lnTo>
                    <a:pt x="16574" y="11217"/>
                  </a:lnTo>
                  <a:lnTo>
                    <a:pt x="15720" y="11070"/>
                  </a:lnTo>
                  <a:lnTo>
                    <a:pt x="14865" y="10922"/>
                  </a:lnTo>
                  <a:lnTo>
                    <a:pt x="13900" y="10873"/>
                  </a:lnTo>
                  <a:lnTo>
                    <a:pt x="13046" y="10873"/>
                  </a:lnTo>
                  <a:lnTo>
                    <a:pt x="12297" y="10922"/>
                  </a:lnTo>
                  <a:lnTo>
                    <a:pt x="11443" y="11070"/>
                  </a:lnTo>
                  <a:lnTo>
                    <a:pt x="11122" y="11167"/>
                  </a:lnTo>
                  <a:lnTo>
                    <a:pt x="10801" y="11265"/>
                  </a:lnTo>
                  <a:lnTo>
                    <a:pt x="10586" y="11412"/>
                  </a:lnTo>
                  <a:lnTo>
                    <a:pt x="10373" y="11558"/>
                  </a:lnTo>
                  <a:lnTo>
                    <a:pt x="10373" y="11608"/>
                  </a:lnTo>
                  <a:lnTo>
                    <a:pt x="10265" y="11657"/>
                  </a:lnTo>
                  <a:lnTo>
                    <a:pt x="10160" y="11705"/>
                  </a:lnTo>
                  <a:lnTo>
                    <a:pt x="9303" y="12245"/>
                  </a:lnTo>
                  <a:lnTo>
                    <a:pt x="8769" y="12489"/>
                  </a:lnTo>
                  <a:lnTo>
                    <a:pt x="8233" y="12735"/>
                  </a:lnTo>
                  <a:lnTo>
                    <a:pt x="8128" y="12636"/>
                  </a:lnTo>
                  <a:lnTo>
                    <a:pt x="7163" y="12245"/>
                  </a:lnTo>
                  <a:lnTo>
                    <a:pt x="6842" y="12049"/>
                  </a:lnTo>
                  <a:lnTo>
                    <a:pt x="6417" y="11852"/>
                  </a:lnTo>
                  <a:lnTo>
                    <a:pt x="6630" y="11852"/>
                  </a:lnTo>
                  <a:lnTo>
                    <a:pt x="6737" y="11804"/>
                  </a:lnTo>
                  <a:lnTo>
                    <a:pt x="7379" y="11804"/>
                  </a:lnTo>
                  <a:lnTo>
                    <a:pt x="7912" y="11755"/>
                  </a:lnTo>
                  <a:lnTo>
                    <a:pt x="8449" y="11657"/>
                  </a:lnTo>
                  <a:lnTo>
                    <a:pt x="8874" y="11510"/>
                  </a:lnTo>
                  <a:lnTo>
                    <a:pt x="9516" y="11314"/>
                  </a:lnTo>
                  <a:lnTo>
                    <a:pt x="10160" y="11020"/>
                  </a:lnTo>
                  <a:lnTo>
                    <a:pt x="10694" y="10727"/>
                  </a:lnTo>
                  <a:lnTo>
                    <a:pt x="11122" y="10433"/>
                  </a:lnTo>
                  <a:lnTo>
                    <a:pt x="11227" y="10334"/>
                  </a:lnTo>
                  <a:lnTo>
                    <a:pt x="11227" y="10236"/>
                  </a:lnTo>
                  <a:lnTo>
                    <a:pt x="11014" y="10090"/>
                  </a:lnTo>
                  <a:lnTo>
                    <a:pt x="10694" y="9992"/>
                  </a:lnTo>
                  <a:lnTo>
                    <a:pt x="10481" y="9992"/>
                  </a:lnTo>
                  <a:lnTo>
                    <a:pt x="10265" y="10040"/>
                  </a:lnTo>
                  <a:lnTo>
                    <a:pt x="9944" y="9992"/>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348" name="Google Shape;404;p8"/>
            <p:cNvSpPr/>
            <p:nvPr/>
          </p:nvSpPr>
          <p:spPr>
            <a:xfrm>
              <a:off x="1057650" y="1502738"/>
              <a:ext cx="482716" cy="5918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522" y="5224"/>
                  </a:moveTo>
                  <a:lnTo>
                    <a:pt x="16065" y="5754"/>
                  </a:lnTo>
                  <a:lnTo>
                    <a:pt x="15847" y="5754"/>
                  </a:lnTo>
                  <a:lnTo>
                    <a:pt x="15847" y="5666"/>
                  </a:lnTo>
                  <a:lnTo>
                    <a:pt x="15793" y="5577"/>
                  </a:lnTo>
                  <a:lnTo>
                    <a:pt x="15739" y="5577"/>
                  </a:lnTo>
                  <a:lnTo>
                    <a:pt x="15685" y="5489"/>
                  </a:lnTo>
                  <a:lnTo>
                    <a:pt x="15630" y="5444"/>
                  </a:lnTo>
                  <a:lnTo>
                    <a:pt x="15467" y="5400"/>
                  </a:lnTo>
                  <a:lnTo>
                    <a:pt x="15304" y="5444"/>
                  </a:lnTo>
                  <a:lnTo>
                    <a:pt x="15250" y="5489"/>
                  </a:lnTo>
                  <a:lnTo>
                    <a:pt x="15196" y="5577"/>
                  </a:lnTo>
                  <a:lnTo>
                    <a:pt x="15196" y="5666"/>
                  </a:lnTo>
                  <a:lnTo>
                    <a:pt x="14871" y="5577"/>
                  </a:lnTo>
                  <a:lnTo>
                    <a:pt x="15522" y="5224"/>
                  </a:lnTo>
                  <a:close/>
                  <a:moveTo>
                    <a:pt x="10203" y="4160"/>
                  </a:moveTo>
                  <a:lnTo>
                    <a:pt x="10420" y="4205"/>
                  </a:lnTo>
                  <a:lnTo>
                    <a:pt x="10691" y="4250"/>
                  </a:lnTo>
                  <a:lnTo>
                    <a:pt x="10909" y="4338"/>
                  </a:lnTo>
                  <a:lnTo>
                    <a:pt x="11071" y="4471"/>
                  </a:lnTo>
                  <a:lnTo>
                    <a:pt x="11126" y="4603"/>
                  </a:lnTo>
                  <a:lnTo>
                    <a:pt x="11126" y="4693"/>
                  </a:lnTo>
                  <a:lnTo>
                    <a:pt x="11071" y="4825"/>
                  </a:lnTo>
                  <a:lnTo>
                    <a:pt x="11017" y="4958"/>
                  </a:lnTo>
                  <a:lnTo>
                    <a:pt x="10746" y="5179"/>
                  </a:lnTo>
                  <a:lnTo>
                    <a:pt x="10583" y="5356"/>
                  </a:lnTo>
                  <a:lnTo>
                    <a:pt x="10258" y="5710"/>
                  </a:lnTo>
                  <a:lnTo>
                    <a:pt x="9932" y="5975"/>
                  </a:lnTo>
                  <a:lnTo>
                    <a:pt x="9607" y="6153"/>
                  </a:lnTo>
                  <a:lnTo>
                    <a:pt x="9444" y="6197"/>
                  </a:lnTo>
                  <a:lnTo>
                    <a:pt x="9335" y="6197"/>
                  </a:lnTo>
                  <a:lnTo>
                    <a:pt x="9226" y="6108"/>
                  </a:lnTo>
                  <a:lnTo>
                    <a:pt x="9172" y="6020"/>
                  </a:lnTo>
                  <a:lnTo>
                    <a:pt x="9117" y="5799"/>
                  </a:lnTo>
                  <a:lnTo>
                    <a:pt x="9117" y="5002"/>
                  </a:lnTo>
                  <a:lnTo>
                    <a:pt x="9064" y="4338"/>
                  </a:lnTo>
                  <a:lnTo>
                    <a:pt x="9280" y="4250"/>
                  </a:lnTo>
                  <a:lnTo>
                    <a:pt x="9497" y="4205"/>
                  </a:lnTo>
                  <a:lnTo>
                    <a:pt x="9715" y="4160"/>
                  </a:lnTo>
                  <a:close/>
                  <a:moveTo>
                    <a:pt x="9552" y="3762"/>
                  </a:moveTo>
                  <a:lnTo>
                    <a:pt x="9226" y="3852"/>
                  </a:lnTo>
                  <a:lnTo>
                    <a:pt x="8901" y="3940"/>
                  </a:lnTo>
                  <a:lnTo>
                    <a:pt x="8629" y="4072"/>
                  </a:lnTo>
                  <a:lnTo>
                    <a:pt x="8466" y="4293"/>
                  </a:lnTo>
                  <a:lnTo>
                    <a:pt x="8466" y="4383"/>
                  </a:lnTo>
                  <a:lnTo>
                    <a:pt x="8521" y="4426"/>
                  </a:lnTo>
                  <a:lnTo>
                    <a:pt x="8575" y="4471"/>
                  </a:lnTo>
                  <a:lnTo>
                    <a:pt x="8683" y="4471"/>
                  </a:lnTo>
                  <a:lnTo>
                    <a:pt x="8846" y="4426"/>
                  </a:lnTo>
                  <a:lnTo>
                    <a:pt x="8792" y="5091"/>
                  </a:lnTo>
                  <a:lnTo>
                    <a:pt x="8792" y="5975"/>
                  </a:lnTo>
                  <a:lnTo>
                    <a:pt x="8846" y="6153"/>
                  </a:lnTo>
                  <a:lnTo>
                    <a:pt x="8954" y="6285"/>
                  </a:lnTo>
                  <a:lnTo>
                    <a:pt x="9117" y="6418"/>
                  </a:lnTo>
                  <a:lnTo>
                    <a:pt x="9226" y="6507"/>
                  </a:lnTo>
                  <a:lnTo>
                    <a:pt x="9660" y="6507"/>
                  </a:lnTo>
                  <a:lnTo>
                    <a:pt x="9932" y="6373"/>
                  </a:lnTo>
                  <a:lnTo>
                    <a:pt x="10203" y="6197"/>
                  </a:lnTo>
                  <a:lnTo>
                    <a:pt x="10691" y="5799"/>
                  </a:lnTo>
                  <a:lnTo>
                    <a:pt x="11017" y="5444"/>
                  </a:lnTo>
                  <a:lnTo>
                    <a:pt x="11234" y="5224"/>
                  </a:lnTo>
                  <a:lnTo>
                    <a:pt x="11452" y="5046"/>
                  </a:lnTo>
                  <a:lnTo>
                    <a:pt x="11560" y="4781"/>
                  </a:lnTo>
                  <a:lnTo>
                    <a:pt x="11614" y="4648"/>
                  </a:lnTo>
                  <a:lnTo>
                    <a:pt x="11614" y="4515"/>
                  </a:lnTo>
                  <a:lnTo>
                    <a:pt x="11505" y="4338"/>
                  </a:lnTo>
                  <a:lnTo>
                    <a:pt x="11342" y="4160"/>
                  </a:lnTo>
                  <a:lnTo>
                    <a:pt x="11126" y="3984"/>
                  </a:lnTo>
                  <a:lnTo>
                    <a:pt x="10909" y="3895"/>
                  </a:lnTo>
                  <a:lnTo>
                    <a:pt x="10637" y="3807"/>
                  </a:lnTo>
                  <a:lnTo>
                    <a:pt x="10311" y="3762"/>
                  </a:lnTo>
                  <a:close/>
                  <a:moveTo>
                    <a:pt x="4125" y="4250"/>
                  </a:moveTo>
                  <a:lnTo>
                    <a:pt x="4341" y="4426"/>
                  </a:lnTo>
                  <a:lnTo>
                    <a:pt x="4559" y="4560"/>
                  </a:lnTo>
                  <a:lnTo>
                    <a:pt x="5102" y="4736"/>
                  </a:lnTo>
                  <a:lnTo>
                    <a:pt x="5372" y="4825"/>
                  </a:lnTo>
                  <a:lnTo>
                    <a:pt x="5427" y="4913"/>
                  </a:lnTo>
                  <a:lnTo>
                    <a:pt x="5482" y="5002"/>
                  </a:lnTo>
                  <a:lnTo>
                    <a:pt x="5482" y="5091"/>
                  </a:lnTo>
                  <a:lnTo>
                    <a:pt x="5535" y="5134"/>
                  </a:lnTo>
                  <a:lnTo>
                    <a:pt x="5590" y="5179"/>
                  </a:lnTo>
                  <a:lnTo>
                    <a:pt x="5698" y="5224"/>
                  </a:lnTo>
                  <a:lnTo>
                    <a:pt x="5970" y="5312"/>
                  </a:lnTo>
                  <a:lnTo>
                    <a:pt x="6241" y="5400"/>
                  </a:lnTo>
                  <a:lnTo>
                    <a:pt x="6513" y="5534"/>
                  </a:lnTo>
                  <a:lnTo>
                    <a:pt x="6729" y="5666"/>
                  </a:lnTo>
                  <a:lnTo>
                    <a:pt x="7164" y="6065"/>
                  </a:lnTo>
                  <a:lnTo>
                    <a:pt x="7544" y="6418"/>
                  </a:lnTo>
                  <a:lnTo>
                    <a:pt x="7056" y="6463"/>
                  </a:lnTo>
                  <a:lnTo>
                    <a:pt x="6621" y="6463"/>
                  </a:lnTo>
                  <a:lnTo>
                    <a:pt x="5644" y="6418"/>
                  </a:lnTo>
                  <a:lnTo>
                    <a:pt x="5156" y="6418"/>
                  </a:lnTo>
                  <a:lnTo>
                    <a:pt x="4668" y="6507"/>
                  </a:lnTo>
                  <a:lnTo>
                    <a:pt x="4396" y="6595"/>
                  </a:lnTo>
                  <a:lnTo>
                    <a:pt x="4125" y="6728"/>
                  </a:lnTo>
                  <a:lnTo>
                    <a:pt x="3853" y="6816"/>
                  </a:lnTo>
                  <a:lnTo>
                    <a:pt x="3690" y="6861"/>
                  </a:lnTo>
                  <a:lnTo>
                    <a:pt x="3474" y="6861"/>
                  </a:lnTo>
                  <a:lnTo>
                    <a:pt x="3419" y="6906"/>
                  </a:lnTo>
                  <a:lnTo>
                    <a:pt x="3365" y="6994"/>
                  </a:lnTo>
                  <a:lnTo>
                    <a:pt x="3365" y="7038"/>
                  </a:lnTo>
                  <a:lnTo>
                    <a:pt x="3474" y="8056"/>
                  </a:lnTo>
                  <a:lnTo>
                    <a:pt x="3147" y="7835"/>
                  </a:lnTo>
                  <a:lnTo>
                    <a:pt x="2822" y="7702"/>
                  </a:lnTo>
                  <a:lnTo>
                    <a:pt x="2822" y="7392"/>
                  </a:lnTo>
                  <a:lnTo>
                    <a:pt x="2714" y="7126"/>
                  </a:lnTo>
                  <a:lnTo>
                    <a:pt x="2551" y="6994"/>
                  </a:lnTo>
                  <a:lnTo>
                    <a:pt x="2333" y="6906"/>
                  </a:lnTo>
                  <a:lnTo>
                    <a:pt x="1900" y="6816"/>
                  </a:lnTo>
                  <a:lnTo>
                    <a:pt x="1628" y="6816"/>
                  </a:lnTo>
                  <a:lnTo>
                    <a:pt x="1357" y="6861"/>
                  </a:lnTo>
                  <a:lnTo>
                    <a:pt x="1628" y="6463"/>
                  </a:lnTo>
                  <a:lnTo>
                    <a:pt x="1900" y="6065"/>
                  </a:lnTo>
                  <a:lnTo>
                    <a:pt x="2171" y="5710"/>
                  </a:lnTo>
                  <a:lnTo>
                    <a:pt x="2496" y="5356"/>
                  </a:lnTo>
                  <a:lnTo>
                    <a:pt x="2876" y="5046"/>
                  </a:lnTo>
                  <a:lnTo>
                    <a:pt x="3256" y="4781"/>
                  </a:lnTo>
                  <a:lnTo>
                    <a:pt x="3690" y="4515"/>
                  </a:lnTo>
                  <a:lnTo>
                    <a:pt x="4125" y="4250"/>
                  </a:lnTo>
                  <a:close/>
                  <a:moveTo>
                    <a:pt x="15739" y="9074"/>
                  </a:moveTo>
                  <a:lnTo>
                    <a:pt x="16336" y="9295"/>
                  </a:lnTo>
                  <a:lnTo>
                    <a:pt x="16771" y="9472"/>
                  </a:lnTo>
                  <a:lnTo>
                    <a:pt x="16987" y="9561"/>
                  </a:lnTo>
                  <a:lnTo>
                    <a:pt x="17204" y="9605"/>
                  </a:lnTo>
                  <a:lnTo>
                    <a:pt x="17096" y="9960"/>
                  </a:lnTo>
                  <a:lnTo>
                    <a:pt x="16607" y="9782"/>
                  </a:lnTo>
                  <a:lnTo>
                    <a:pt x="16118" y="9605"/>
                  </a:lnTo>
                  <a:lnTo>
                    <a:pt x="15956" y="9517"/>
                  </a:lnTo>
                  <a:lnTo>
                    <a:pt x="15739" y="9074"/>
                  </a:lnTo>
                  <a:close/>
                  <a:moveTo>
                    <a:pt x="15196" y="9738"/>
                  </a:moveTo>
                  <a:lnTo>
                    <a:pt x="15359" y="9827"/>
                  </a:lnTo>
                  <a:lnTo>
                    <a:pt x="15577" y="9915"/>
                  </a:lnTo>
                  <a:lnTo>
                    <a:pt x="15630" y="10048"/>
                  </a:lnTo>
                  <a:lnTo>
                    <a:pt x="15685" y="10136"/>
                  </a:lnTo>
                  <a:lnTo>
                    <a:pt x="15847" y="10180"/>
                  </a:lnTo>
                  <a:lnTo>
                    <a:pt x="16173" y="10268"/>
                  </a:lnTo>
                  <a:lnTo>
                    <a:pt x="16336" y="10313"/>
                  </a:lnTo>
                  <a:lnTo>
                    <a:pt x="16336" y="10446"/>
                  </a:lnTo>
                  <a:lnTo>
                    <a:pt x="16390" y="10535"/>
                  </a:lnTo>
                  <a:lnTo>
                    <a:pt x="16498" y="10623"/>
                  </a:lnTo>
                  <a:lnTo>
                    <a:pt x="16771" y="10668"/>
                  </a:lnTo>
                  <a:lnTo>
                    <a:pt x="16498" y="11154"/>
                  </a:lnTo>
                  <a:lnTo>
                    <a:pt x="16390" y="11066"/>
                  </a:lnTo>
                  <a:lnTo>
                    <a:pt x="15685" y="10579"/>
                  </a:lnTo>
                  <a:lnTo>
                    <a:pt x="15685" y="10313"/>
                  </a:lnTo>
                  <a:lnTo>
                    <a:pt x="15630" y="10092"/>
                  </a:lnTo>
                  <a:lnTo>
                    <a:pt x="15522" y="9960"/>
                  </a:lnTo>
                  <a:lnTo>
                    <a:pt x="15304" y="9870"/>
                  </a:lnTo>
                  <a:lnTo>
                    <a:pt x="15196" y="9738"/>
                  </a:lnTo>
                  <a:close/>
                  <a:moveTo>
                    <a:pt x="13514" y="5799"/>
                  </a:moveTo>
                  <a:lnTo>
                    <a:pt x="14056" y="5843"/>
                  </a:lnTo>
                  <a:lnTo>
                    <a:pt x="14165" y="5887"/>
                  </a:lnTo>
                  <a:lnTo>
                    <a:pt x="14219" y="5843"/>
                  </a:lnTo>
                  <a:lnTo>
                    <a:pt x="14653" y="5932"/>
                  </a:lnTo>
                  <a:lnTo>
                    <a:pt x="15087" y="6065"/>
                  </a:lnTo>
                  <a:lnTo>
                    <a:pt x="14816" y="6330"/>
                  </a:lnTo>
                  <a:lnTo>
                    <a:pt x="14816" y="6418"/>
                  </a:lnTo>
                  <a:lnTo>
                    <a:pt x="14871" y="6507"/>
                  </a:lnTo>
                  <a:lnTo>
                    <a:pt x="14979" y="6551"/>
                  </a:lnTo>
                  <a:lnTo>
                    <a:pt x="15087" y="6551"/>
                  </a:lnTo>
                  <a:lnTo>
                    <a:pt x="15413" y="6418"/>
                  </a:lnTo>
                  <a:lnTo>
                    <a:pt x="15739" y="6330"/>
                  </a:lnTo>
                  <a:lnTo>
                    <a:pt x="16065" y="6285"/>
                  </a:lnTo>
                  <a:lnTo>
                    <a:pt x="16444" y="6241"/>
                  </a:lnTo>
                  <a:lnTo>
                    <a:pt x="16771" y="6773"/>
                  </a:lnTo>
                  <a:lnTo>
                    <a:pt x="16065" y="6906"/>
                  </a:lnTo>
                  <a:lnTo>
                    <a:pt x="15685" y="6994"/>
                  </a:lnTo>
                  <a:lnTo>
                    <a:pt x="15359" y="7126"/>
                  </a:lnTo>
                  <a:lnTo>
                    <a:pt x="15304" y="7171"/>
                  </a:lnTo>
                  <a:lnTo>
                    <a:pt x="15304" y="7259"/>
                  </a:lnTo>
                  <a:lnTo>
                    <a:pt x="15359" y="7304"/>
                  </a:lnTo>
                  <a:lnTo>
                    <a:pt x="15739" y="7392"/>
                  </a:lnTo>
                  <a:lnTo>
                    <a:pt x="16173" y="7392"/>
                  </a:lnTo>
                  <a:lnTo>
                    <a:pt x="16607" y="7347"/>
                  </a:lnTo>
                  <a:lnTo>
                    <a:pt x="16987" y="7259"/>
                  </a:lnTo>
                  <a:lnTo>
                    <a:pt x="17204" y="7923"/>
                  </a:lnTo>
                  <a:lnTo>
                    <a:pt x="17259" y="8012"/>
                  </a:lnTo>
                  <a:lnTo>
                    <a:pt x="16661" y="7879"/>
                  </a:lnTo>
                  <a:lnTo>
                    <a:pt x="16173" y="7790"/>
                  </a:lnTo>
                  <a:lnTo>
                    <a:pt x="15902" y="7747"/>
                  </a:lnTo>
                  <a:lnTo>
                    <a:pt x="15630" y="7790"/>
                  </a:lnTo>
                  <a:lnTo>
                    <a:pt x="15577" y="7790"/>
                  </a:lnTo>
                  <a:lnTo>
                    <a:pt x="15630" y="7879"/>
                  </a:lnTo>
                  <a:lnTo>
                    <a:pt x="15847" y="8012"/>
                  </a:lnTo>
                  <a:lnTo>
                    <a:pt x="16118" y="8145"/>
                  </a:lnTo>
                  <a:lnTo>
                    <a:pt x="16771" y="8366"/>
                  </a:lnTo>
                  <a:lnTo>
                    <a:pt x="17312" y="8498"/>
                  </a:lnTo>
                  <a:lnTo>
                    <a:pt x="17259" y="9162"/>
                  </a:lnTo>
                  <a:lnTo>
                    <a:pt x="16987" y="9074"/>
                  </a:lnTo>
                  <a:lnTo>
                    <a:pt x="16716" y="8986"/>
                  </a:lnTo>
                  <a:lnTo>
                    <a:pt x="15956" y="8720"/>
                  </a:lnTo>
                  <a:lnTo>
                    <a:pt x="15577" y="8631"/>
                  </a:lnTo>
                  <a:lnTo>
                    <a:pt x="15142" y="8588"/>
                  </a:lnTo>
                  <a:lnTo>
                    <a:pt x="15087" y="8588"/>
                  </a:lnTo>
                  <a:lnTo>
                    <a:pt x="15087" y="8720"/>
                  </a:lnTo>
                  <a:lnTo>
                    <a:pt x="15522" y="8941"/>
                  </a:lnTo>
                  <a:lnTo>
                    <a:pt x="15413" y="8986"/>
                  </a:lnTo>
                  <a:lnTo>
                    <a:pt x="14816" y="9162"/>
                  </a:lnTo>
                  <a:lnTo>
                    <a:pt x="14653" y="9029"/>
                  </a:lnTo>
                  <a:lnTo>
                    <a:pt x="14545" y="8986"/>
                  </a:lnTo>
                  <a:lnTo>
                    <a:pt x="14491" y="9029"/>
                  </a:lnTo>
                  <a:lnTo>
                    <a:pt x="14436" y="9074"/>
                  </a:lnTo>
                  <a:lnTo>
                    <a:pt x="14383" y="9119"/>
                  </a:lnTo>
                  <a:lnTo>
                    <a:pt x="14383" y="9295"/>
                  </a:lnTo>
                  <a:lnTo>
                    <a:pt x="14328" y="9339"/>
                  </a:lnTo>
                  <a:lnTo>
                    <a:pt x="14328" y="9427"/>
                  </a:lnTo>
                  <a:lnTo>
                    <a:pt x="14383" y="9561"/>
                  </a:lnTo>
                  <a:lnTo>
                    <a:pt x="14708" y="9870"/>
                  </a:lnTo>
                  <a:lnTo>
                    <a:pt x="14219" y="9605"/>
                  </a:lnTo>
                  <a:lnTo>
                    <a:pt x="13730" y="9384"/>
                  </a:lnTo>
                  <a:lnTo>
                    <a:pt x="13677" y="9384"/>
                  </a:lnTo>
                  <a:lnTo>
                    <a:pt x="13622" y="9427"/>
                  </a:lnTo>
                  <a:lnTo>
                    <a:pt x="13568" y="9472"/>
                  </a:lnTo>
                  <a:lnTo>
                    <a:pt x="13568" y="9561"/>
                  </a:lnTo>
                  <a:lnTo>
                    <a:pt x="13893" y="9870"/>
                  </a:lnTo>
                  <a:lnTo>
                    <a:pt x="14273" y="10180"/>
                  </a:lnTo>
                  <a:lnTo>
                    <a:pt x="15034" y="10711"/>
                  </a:lnTo>
                  <a:lnTo>
                    <a:pt x="15142" y="10801"/>
                  </a:lnTo>
                  <a:lnTo>
                    <a:pt x="15034" y="11021"/>
                  </a:lnTo>
                  <a:lnTo>
                    <a:pt x="14871" y="11242"/>
                  </a:lnTo>
                  <a:lnTo>
                    <a:pt x="14653" y="11332"/>
                  </a:lnTo>
                  <a:lnTo>
                    <a:pt x="14545" y="11287"/>
                  </a:lnTo>
                  <a:lnTo>
                    <a:pt x="13948" y="10977"/>
                  </a:lnTo>
                  <a:lnTo>
                    <a:pt x="13785" y="10756"/>
                  </a:lnTo>
                  <a:lnTo>
                    <a:pt x="13568" y="10490"/>
                  </a:lnTo>
                  <a:lnTo>
                    <a:pt x="13242" y="10313"/>
                  </a:lnTo>
                  <a:lnTo>
                    <a:pt x="12971" y="10136"/>
                  </a:lnTo>
                  <a:lnTo>
                    <a:pt x="12808" y="10003"/>
                  </a:lnTo>
                  <a:lnTo>
                    <a:pt x="12646" y="9782"/>
                  </a:lnTo>
                  <a:lnTo>
                    <a:pt x="12591" y="9517"/>
                  </a:lnTo>
                  <a:lnTo>
                    <a:pt x="12536" y="9517"/>
                  </a:lnTo>
                  <a:lnTo>
                    <a:pt x="12536" y="9384"/>
                  </a:lnTo>
                  <a:lnTo>
                    <a:pt x="12483" y="9339"/>
                  </a:lnTo>
                  <a:lnTo>
                    <a:pt x="12374" y="9339"/>
                  </a:lnTo>
                  <a:lnTo>
                    <a:pt x="11668" y="9251"/>
                  </a:lnTo>
                  <a:lnTo>
                    <a:pt x="10909" y="9207"/>
                  </a:lnTo>
                  <a:lnTo>
                    <a:pt x="10529" y="9207"/>
                  </a:lnTo>
                  <a:lnTo>
                    <a:pt x="10148" y="9251"/>
                  </a:lnTo>
                  <a:lnTo>
                    <a:pt x="9823" y="9339"/>
                  </a:lnTo>
                  <a:lnTo>
                    <a:pt x="9552" y="9517"/>
                  </a:lnTo>
                  <a:lnTo>
                    <a:pt x="9444" y="9384"/>
                  </a:lnTo>
                  <a:lnTo>
                    <a:pt x="9389" y="9295"/>
                  </a:lnTo>
                  <a:lnTo>
                    <a:pt x="9444" y="9207"/>
                  </a:lnTo>
                  <a:lnTo>
                    <a:pt x="9497" y="9119"/>
                  </a:lnTo>
                  <a:lnTo>
                    <a:pt x="9769" y="8941"/>
                  </a:lnTo>
                  <a:lnTo>
                    <a:pt x="10040" y="8853"/>
                  </a:lnTo>
                  <a:lnTo>
                    <a:pt x="10474" y="8808"/>
                  </a:lnTo>
                  <a:lnTo>
                    <a:pt x="10909" y="8720"/>
                  </a:lnTo>
                  <a:lnTo>
                    <a:pt x="11126" y="8631"/>
                  </a:lnTo>
                  <a:lnTo>
                    <a:pt x="11397" y="8454"/>
                  </a:lnTo>
                  <a:lnTo>
                    <a:pt x="11452" y="8321"/>
                  </a:lnTo>
                  <a:lnTo>
                    <a:pt x="11505" y="8233"/>
                  </a:lnTo>
                  <a:lnTo>
                    <a:pt x="11452" y="8145"/>
                  </a:lnTo>
                  <a:lnTo>
                    <a:pt x="11342" y="8056"/>
                  </a:lnTo>
                  <a:lnTo>
                    <a:pt x="11234" y="7967"/>
                  </a:lnTo>
                  <a:lnTo>
                    <a:pt x="11071" y="7967"/>
                  </a:lnTo>
                  <a:lnTo>
                    <a:pt x="10691" y="8012"/>
                  </a:lnTo>
                  <a:lnTo>
                    <a:pt x="10366" y="8100"/>
                  </a:lnTo>
                  <a:lnTo>
                    <a:pt x="10040" y="8188"/>
                  </a:lnTo>
                  <a:lnTo>
                    <a:pt x="9932" y="8188"/>
                  </a:lnTo>
                  <a:lnTo>
                    <a:pt x="9823" y="8145"/>
                  </a:lnTo>
                  <a:lnTo>
                    <a:pt x="9823" y="8056"/>
                  </a:lnTo>
                  <a:lnTo>
                    <a:pt x="9877" y="7967"/>
                  </a:lnTo>
                  <a:lnTo>
                    <a:pt x="9986" y="7790"/>
                  </a:lnTo>
                  <a:lnTo>
                    <a:pt x="10095" y="7657"/>
                  </a:lnTo>
                  <a:lnTo>
                    <a:pt x="10474" y="7480"/>
                  </a:lnTo>
                  <a:lnTo>
                    <a:pt x="10854" y="7259"/>
                  </a:lnTo>
                  <a:lnTo>
                    <a:pt x="11397" y="6949"/>
                  </a:lnTo>
                  <a:lnTo>
                    <a:pt x="11995" y="6595"/>
                  </a:lnTo>
                  <a:lnTo>
                    <a:pt x="12103" y="6684"/>
                  </a:lnTo>
                  <a:lnTo>
                    <a:pt x="12157" y="6684"/>
                  </a:lnTo>
                  <a:lnTo>
                    <a:pt x="12211" y="6640"/>
                  </a:lnTo>
                  <a:lnTo>
                    <a:pt x="12591" y="6241"/>
                  </a:lnTo>
                  <a:lnTo>
                    <a:pt x="12917" y="5799"/>
                  </a:lnTo>
                  <a:close/>
                  <a:moveTo>
                    <a:pt x="15522" y="11066"/>
                  </a:moveTo>
                  <a:lnTo>
                    <a:pt x="15902" y="11332"/>
                  </a:lnTo>
                  <a:lnTo>
                    <a:pt x="16228" y="11597"/>
                  </a:lnTo>
                  <a:lnTo>
                    <a:pt x="15793" y="12216"/>
                  </a:lnTo>
                  <a:lnTo>
                    <a:pt x="15685" y="12305"/>
                  </a:lnTo>
                  <a:lnTo>
                    <a:pt x="15630" y="12261"/>
                  </a:lnTo>
                  <a:lnTo>
                    <a:pt x="15577" y="12173"/>
                  </a:lnTo>
                  <a:lnTo>
                    <a:pt x="15413" y="11995"/>
                  </a:lnTo>
                  <a:lnTo>
                    <a:pt x="15250" y="11774"/>
                  </a:lnTo>
                  <a:lnTo>
                    <a:pt x="15034" y="11597"/>
                  </a:lnTo>
                  <a:lnTo>
                    <a:pt x="15196" y="11464"/>
                  </a:lnTo>
                  <a:lnTo>
                    <a:pt x="15304" y="11375"/>
                  </a:lnTo>
                  <a:lnTo>
                    <a:pt x="15522" y="11066"/>
                  </a:lnTo>
                  <a:close/>
                  <a:moveTo>
                    <a:pt x="814" y="8808"/>
                  </a:moveTo>
                  <a:lnTo>
                    <a:pt x="1194" y="9029"/>
                  </a:lnTo>
                  <a:lnTo>
                    <a:pt x="1465" y="9295"/>
                  </a:lnTo>
                  <a:lnTo>
                    <a:pt x="1790" y="9561"/>
                  </a:lnTo>
                  <a:lnTo>
                    <a:pt x="2116" y="9827"/>
                  </a:lnTo>
                  <a:lnTo>
                    <a:pt x="2931" y="10358"/>
                  </a:lnTo>
                  <a:lnTo>
                    <a:pt x="3310" y="10668"/>
                  </a:lnTo>
                  <a:lnTo>
                    <a:pt x="3474" y="10844"/>
                  </a:lnTo>
                  <a:lnTo>
                    <a:pt x="3582" y="11021"/>
                  </a:lnTo>
                  <a:lnTo>
                    <a:pt x="3256" y="11199"/>
                  </a:lnTo>
                  <a:lnTo>
                    <a:pt x="2984" y="11420"/>
                  </a:lnTo>
                  <a:lnTo>
                    <a:pt x="2768" y="11685"/>
                  </a:lnTo>
                  <a:lnTo>
                    <a:pt x="2605" y="12040"/>
                  </a:lnTo>
                  <a:lnTo>
                    <a:pt x="2551" y="12481"/>
                  </a:lnTo>
                  <a:lnTo>
                    <a:pt x="2605" y="12881"/>
                  </a:lnTo>
                  <a:lnTo>
                    <a:pt x="2822" y="13765"/>
                  </a:lnTo>
                  <a:lnTo>
                    <a:pt x="2280" y="13234"/>
                  </a:lnTo>
                  <a:lnTo>
                    <a:pt x="1845" y="12703"/>
                  </a:lnTo>
                  <a:lnTo>
                    <a:pt x="1465" y="12083"/>
                  </a:lnTo>
                  <a:lnTo>
                    <a:pt x="1194" y="11464"/>
                  </a:lnTo>
                  <a:lnTo>
                    <a:pt x="977" y="10801"/>
                  </a:lnTo>
                  <a:lnTo>
                    <a:pt x="814" y="10136"/>
                  </a:lnTo>
                  <a:lnTo>
                    <a:pt x="759" y="9472"/>
                  </a:lnTo>
                  <a:lnTo>
                    <a:pt x="814" y="8808"/>
                  </a:lnTo>
                  <a:close/>
                  <a:moveTo>
                    <a:pt x="10203" y="10401"/>
                  </a:moveTo>
                  <a:lnTo>
                    <a:pt x="10258" y="10490"/>
                  </a:lnTo>
                  <a:lnTo>
                    <a:pt x="10366" y="10535"/>
                  </a:lnTo>
                  <a:lnTo>
                    <a:pt x="10746" y="10711"/>
                  </a:lnTo>
                  <a:lnTo>
                    <a:pt x="11071" y="10889"/>
                  </a:lnTo>
                  <a:lnTo>
                    <a:pt x="11397" y="11110"/>
                  </a:lnTo>
                  <a:lnTo>
                    <a:pt x="11668" y="11375"/>
                  </a:lnTo>
                  <a:lnTo>
                    <a:pt x="11885" y="11642"/>
                  </a:lnTo>
                  <a:lnTo>
                    <a:pt x="12103" y="11951"/>
                  </a:lnTo>
                  <a:lnTo>
                    <a:pt x="12211" y="12261"/>
                  </a:lnTo>
                  <a:lnTo>
                    <a:pt x="12211" y="12571"/>
                  </a:lnTo>
                  <a:lnTo>
                    <a:pt x="12157" y="12836"/>
                  </a:lnTo>
                  <a:lnTo>
                    <a:pt x="11397" y="12173"/>
                  </a:lnTo>
                  <a:lnTo>
                    <a:pt x="10583" y="11597"/>
                  </a:lnTo>
                  <a:lnTo>
                    <a:pt x="10474" y="11597"/>
                  </a:lnTo>
                  <a:lnTo>
                    <a:pt x="10420" y="11642"/>
                  </a:lnTo>
                  <a:lnTo>
                    <a:pt x="10474" y="11685"/>
                  </a:lnTo>
                  <a:lnTo>
                    <a:pt x="11180" y="12481"/>
                  </a:lnTo>
                  <a:lnTo>
                    <a:pt x="11940" y="13234"/>
                  </a:lnTo>
                  <a:lnTo>
                    <a:pt x="11668" y="13500"/>
                  </a:lnTo>
                  <a:lnTo>
                    <a:pt x="11452" y="13765"/>
                  </a:lnTo>
                  <a:lnTo>
                    <a:pt x="11126" y="14031"/>
                  </a:lnTo>
                  <a:lnTo>
                    <a:pt x="10691" y="13722"/>
                  </a:lnTo>
                  <a:lnTo>
                    <a:pt x="10148" y="13279"/>
                  </a:lnTo>
                  <a:lnTo>
                    <a:pt x="10040" y="12969"/>
                  </a:lnTo>
                  <a:lnTo>
                    <a:pt x="9986" y="12659"/>
                  </a:lnTo>
                  <a:lnTo>
                    <a:pt x="9823" y="12349"/>
                  </a:lnTo>
                  <a:lnTo>
                    <a:pt x="9660" y="12040"/>
                  </a:lnTo>
                  <a:lnTo>
                    <a:pt x="9552" y="11907"/>
                  </a:lnTo>
                  <a:lnTo>
                    <a:pt x="9335" y="11907"/>
                  </a:lnTo>
                  <a:lnTo>
                    <a:pt x="8683" y="12083"/>
                  </a:lnTo>
                  <a:lnTo>
                    <a:pt x="8358" y="12173"/>
                  </a:lnTo>
                  <a:lnTo>
                    <a:pt x="8250" y="12173"/>
                  </a:lnTo>
                  <a:lnTo>
                    <a:pt x="8086" y="12083"/>
                  </a:lnTo>
                  <a:lnTo>
                    <a:pt x="7707" y="11951"/>
                  </a:lnTo>
                  <a:lnTo>
                    <a:pt x="7435" y="11774"/>
                  </a:lnTo>
                  <a:lnTo>
                    <a:pt x="7327" y="11642"/>
                  </a:lnTo>
                  <a:lnTo>
                    <a:pt x="7219" y="11509"/>
                  </a:lnTo>
                  <a:lnTo>
                    <a:pt x="7164" y="11375"/>
                  </a:lnTo>
                  <a:lnTo>
                    <a:pt x="7164" y="11199"/>
                  </a:lnTo>
                  <a:lnTo>
                    <a:pt x="7219" y="11021"/>
                  </a:lnTo>
                  <a:lnTo>
                    <a:pt x="7327" y="10844"/>
                  </a:lnTo>
                  <a:lnTo>
                    <a:pt x="7489" y="10711"/>
                  </a:lnTo>
                  <a:lnTo>
                    <a:pt x="7707" y="10623"/>
                  </a:lnTo>
                  <a:lnTo>
                    <a:pt x="8250" y="10490"/>
                  </a:lnTo>
                  <a:lnTo>
                    <a:pt x="8683" y="10446"/>
                  </a:lnTo>
                  <a:lnTo>
                    <a:pt x="9444" y="10446"/>
                  </a:lnTo>
                  <a:lnTo>
                    <a:pt x="10203" y="10401"/>
                  </a:lnTo>
                  <a:close/>
                  <a:moveTo>
                    <a:pt x="12754" y="12173"/>
                  </a:moveTo>
                  <a:lnTo>
                    <a:pt x="13840" y="12748"/>
                  </a:lnTo>
                  <a:lnTo>
                    <a:pt x="14056" y="12924"/>
                  </a:lnTo>
                  <a:lnTo>
                    <a:pt x="14273" y="13102"/>
                  </a:lnTo>
                  <a:lnTo>
                    <a:pt x="14436" y="13279"/>
                  </a:lnTo>
                  <a:lnTo>
                    <a:pt x="14599" y="13455"/>
                  </a:lnTo>
                  <a:lnTo>
                    <a:pt x="13840" y="14031"/>
                  </a:lnTo>
                  <a:lnTo>
                    <a:pt x="13785" y="13987"/>
                  </a:lnTo>
                  <a:lnTo>
                    <a:pt x="13622" y="13855"/>
                  </a:lnTo>
                  <a:lnTo>
                    <a:pt x="13405" y="13765"/>
                  </a:lnTo>
                  <a:lnTo>
                    <a:pt x="13134" y="13633"/>
                  </a:lnTo>
                  <a:lnTo>
                    <a:pt x="12971" y="13500"/>
                  </a:lnTo>
                  <a:lnTo>
                    <a:pt x="12591" y="13190"/>
                  </a:lnTo>
                  <a:lnTo>
                    <a:pt x="12646" y="13057"/>
                  </a:lnTo>
                  <a:lnTo>
                    <a:pt x="12754" y="12836"/>
                  </a:lnTo>
                  <a:lnTo>
                    <a:pt x="12808" y="12615"/>
                  </a:lnTo>
                  <a:lnTo>
                    <a:pt x="12808" y="12393"/>
                  </a:lnTo>
                  <a:lnTo>
                    <a:pt x="12754" y="12173"/>
                  </a:lnTo>
                  <a:close/>
                  <a:moveTo>
                    <a:pt x="10148" y="13943"/>
                  </a:moveTo>
                  <a:lnTo>
                    <a:pt x="10637" y="14341"/>
                  </a:lnTo>
                  <a:lnTo>
                    <a:pt x="10366" y="14429"/>
                  </a:lnTo>
                  <a:lnTo>
                    <a:pt x="10203" y="14429"/>
                  </a:lnTo>
                  <a:lnTo>
                    <a:pt x="10040" y="14386"/>
                  </a:lnTo>
                  <a:lnTo>
                    <a:pt x="10148" y="13943"/>
                  </a:lnTo>
                  <a:close/>
                  <a:moveTo>
                    <a:pt x="12320" y="13589"/>
                  </a:moveTo>
                  <a:lnTo>
                    <a:pt x="12536" y="13810"/>
                  </a:lnTo>
                  <a:lnTo>
                    <a:pt x="12808" y="14031"/>
                  </a:lnTo>
                  <a:lnTo>
                    <a:pt x="13134" y="14208"/>
                  </a:lnTo>
                  <a:lnTo>
                    <a:pt x="13297" y="14253"/>
                  </a:lnTo>
                  <a:lnTo>
                    <a:pt x="13459" y="14296"/>
                  </a:lnTo>
                  <a:lnTo>
                    <a:pt x="12917" y="14606"/>
                  </a:lnTo>
                  <a:lnTo>
                    <a:pt x="12320" y="14872"/>
                  </a:lnTo>
                  <a:lnTo>
                    <a:pt x="12265" y="14828"/>
                  </a:lnTo>
                  <a:lnTo>
                    <a:pt x="11560" y="14341"/>
                  </a:lnTo>
                  <a:lnTo>
                    <a:pt x="11940" y="13987"/>
                  </a:lnTo>
                  <a:lnTo>
                    <a:pt x="12320" y="13589"/>
                  </a:lnTo>
                  <a:close/>
                  <a:moveTo>
                    <a:pt x="10311" y="3231"/>
                  </a:moveTo>
                  <a:lnTo>
                    <a:pt x="10909" y="3276"/>
                  </a:lnTo>
                  <a:lnTo>
                    <a:pt x="11505" y="3364"/>
                  </a:lnTo>
                  <a:lnTo>
                    <a:pt x="12103" y="3497"/>
                  </a:lnTo>
                  <a:lnTo>
                    <a:pt x="12646" y="3630"/>
                  </a:lnTo>
                  <a:lnTo>
                    <a:pt x="13189" y="3852"/>
                  </a:lnTo>
                  <a:lnTo>
                    <a:pt x="13730" y="4072"/>
                  </a:lnTo>
                  <a:lnTo>
                    <a:pt x="14219" y="4338"/>
                  </a:lnTo>
                  <a:lnTo>
                    <a:pt x="14056" y="4383"/>
                  </a:lnTo>
                  <a:lnTo>
                    <a:pt x="13730" y="4603"/>
                  </a:lnTo>
                  <a:lnTo>
                    <a:pt x="13568" y="4736"/>
                  </a:lnTo>
                  <a:lnTo>
                    <a:pt x="13405" y="4869"/>
                  </a:lnTo>
                  <a:lnTo>
                    <a:pt x="13405" y="4958"/>
                  </a:lnTo>
                  <a:lnTo>
                    <a:pt x="13514" y="4958"/>
                  </a:lnTo>
                  <a:lnTo>
                    <a:pt x="13677" y="4913"/>
                  </a:lnTo>
                  <a:lnTo>
                    <a:pt x="13840" y="4913"/>
                  </a:lnTo>
                  <a:lnTo>
                    <a:pt x="14328" y="4736"/>
                  </a:lnTo>
                  <a:lnTo>
                    <a:pt x="14653" y="4603"/>
                  </a:lnTo>
                  <a:lnTo>
                    <a:pt x="15087" y="4869"/>
                  </a:lnTo>
                  <a:lnTo>
                    <a:pt x="14653" y="5134"/>
                  </a:lnTo>
                  <a:lnTo>
                    <a:pt x="14219" y="5444"/>
                  </a:lnTo>
                  <a:lnTo>
                    <a:pt x="13730" y="5400"/>
                  </a:lnTo>
                  <a:lnTo>
                    <a:pt x="12917" y="5400"/>
                  </a:lnTo>
                  <a:lnTo>
                    <a:pt x="12699" y="5444"/>
                  </a:lnTo>
                  <a:lnTo>
                    <a:pt x="12646" y="5489"/>
                  </a:lnTo>
                  <a:lnTo>
                    <a:pt x="12591" y="5577"/>
                  </a:lnTo>
                  <a:lnTo>
                    <a:pt x="12320" y="6020"/>
                  </a:lnTo>
                  <a:lnTo>
                    <a:pt x="11995" y="6463"/>
                  </a:lnTo>
                  <a:lnTo>
                    <a:pt x="11614" y="6595"/>
                  </a:lnTo>
                  <a:lnTo>
                    <a:pt x="11234" y="6773"/>
                  </a:lnTo>
                  <a:lnTo>
                    <a:pt x="10529" y="7126"/>
                  </a:lnTo>
                  <a:lnTo>
                    <a:pt x="9932" y="7437"/>
                  </a:lnTo>
                  <a:lnTo>
                    <a:pt x="9660" y="7614"/>
                  </a:lnTo>
                  <a:lnTo>
                    <a:pt x="9552" y="7702"/>
                  </a:lnTo>
                  <a:lnTo>
                    <a:pt x="9497" y="7835"/>
                  </a:lnTo>
                  <a:lnTo>
                    <a:pt x="9444" y="8056"/>
                  </a:lnTo>
                  <a:lnTo>
                    <a:pt x="9497" y="8188"/>
                  </a:lnTo>
                  <a:lnTo>
                    <a:pt x="9552" y="8321"/>
                  </a:lnTo>
                  <a:lnTo>
                    <a:pt x="9715" y="8410"/>
                  </a:lnTo>
                  <a:lnTo>
                    <a:pt x="9877" y="8410"/>
                  </a:lnTo>
                  <a:lnTo>
                    <a:pt x="10095" y="8454"/>
                  </a:lnTo>
                  <a:lnTo>
                    <a:pt x="10529" y="8366"/>
                  </a:lnTo>
                  <a:lnTo>
                    <a:pt x="10801" y="8278"/>
                  </a:lnTo>
                  <a:lnTo>
                    <a:pt x="11017" y="8233"/>
                  </a:lnTo>
                  <a:lnTo>
                    <a:pt x="11071" y="8278"/>
                  </a:lnTo>
                  <a:lnTo>
                    <a:pt x="10963" y="8321"/>
                  </a:lnTo>
                  <a:lnTo>
                    <a:pt x="10691" y="8454"/>
                  </a:lnTo>
                  <a:lnTo>
                    <a:pt x="10148" y="8543"/>
                  </a:lnTo>
                  <a:lnTo>
                    <a:pt x="9660" y="8631"/>
                  </a:lnTo>
                  <a:lnTo>
                    <a:pt x="9389" y="8720"/>
                  </a:lnTo>
                  <a:lnTo>
                    <a:pt x="9226" y="8853"/>
                  </a:lnTo>
                  <a:lnTo>
                    <a:pt x="9117" y="9029"/>
                  </a:lnTo>
                  <a:lnTo>
                    <a:pt x="9064" y="9207"/>
                  </a:lnTo>
                  <a:lnTo>
                    <a:pt x="9064" y="9384"/>
                  </a:lnTo>
                  <a:lnTo>
                    <a:pt x="9117" y="9561"/>
                  </a:lnTo>
                  <a:lnTo>
                    <a:pt x="9226" y="9738"/>
                  </a:lnTo>
                  <a:lnTo>
                    <a:pt x="9444" y="9870"/>
                  </a:lnTo>
                  <a:lnTo>
                    <a:pt x="9607" y="9870"/>
                  </a:lnTo>
                  <a:lnTo>
                    <a:pt x="9715" y="9827"/>
                  </a:lnTo>
                  <a:lnTo>
                    <a:pt x="9823" y="9738"/>
                  </a:lnTo>
                  <a:lnTo>
                    <a:pt x="9932" y="9649"/>
                  </a:lnTo>
                  <a:lnTo>
                    <a:pt x="10203" y="9561"/>
                  </a:lnTo>
                  <a:lnTo>
                    <a:pt x="10854" y="9561"/>
                  </a:lnTo>
                  <a:lnTo>
                    <a:pt x="12320" y="9649"/>
                  </a:lnTo>
                  <a:lnTo>
                    <a:pt x="12320" y="9827"/>
                  </a:lnTo>
                  <a:lnTo>
                    <a:pt x="12374" y="10048"/>
                  </a:lnTo>
                  <a:lnTo>
                    <a:pt x="12483" y="10225"/>
                  </a:lnTo>
                  <a:lnTo>
                    <a:pt x="12646" y="10358"/>
                  </a:lnTo>
                  <a:lnTo>
                    <a:pt x="12971" y="10579"/>
                  </a:lnTo>
                  <a:lnTo>
                    <a:pt x="12646" y="10490"/>
                  </a:lnTo>
                  <a:lnTo>
                    <a:pt x="12320" y="10446"/>
                  </a:lnTo>
                  <a:lnTo>
                    <a:pt x="12265" y="10446"/>
                  </a:lnTo>
                  <a:lnTo>
                    <a:pt x="12265" y="10535"/>
                  </a:lnTo>
                  <a:lnTo>
                    <a:pt x="12591" y="10801"/>
                  </a:lnTo>
                  <a:lnTo>
                    <a:pt x="12971" y="11066"/>
                  </a:lnTo>
                  <a:lnTo>
                    <a:pt x="13840" y="11464"/>
                  </a:lnTo>
                  <a:lnTo>
                    <a:pt x="13948" y="11552"/>
                  </a:lnTo>
                  <a:lnTo>
                    <a:pt x="14110" y="11642"/>
                  </a:lnTo>
                  <a:lnTo>
                    <a:pt x="14273" y="11685"/>
                  </a:lnTo>
                  <a:lnTo>
                    <a:pt x="14491" y="11818"/>
                  </a:lnTo>
                  <a:lnTo>
                    <a:pt x="14708" y="11995"/>
                  </a:lnTo>
                  <a:lnTo>
                    <a:pt x="14979" y="12305"/>
                  </a:lnTo>
                  <a:lnTo>
                    <a:pt x="15196" y="12481"/>
                  </a:lnTo>
                  <a:lnTo>
                    <a:pt x="15413" y="12659"/>
                  </a:lnTo>
                  <a:lnTo>
                    <a:pt x="14979" y="13102"/>
                  </a:lnTo>
                  <a:lnTo>
                    <a:pt x="14762" y="12836"/>
                  </a:lnTo>
                  <a:lnTo>
                    <a:pt x="14491" y="12615"/>
                  </a:lnTo>
                  <a:lnTo>
                    <a:pt x="13948" y="12261"/>
                  </a:lnTo>
                  <a:lnTo>
                    <a:pt x="13297" y="11951"/>
                  </a:lnTo>
                  <a:lnTo>
                    <a:pt x="12428" y="11464"/>
                  </a:lnTo>
                  <a:lnTo>
                    <a:pt x="12048" y="11066"/>
                  </a:lnTo>
                  <a:lnTo>
                    <a:pt x="11614" y="10711"/>
                  </a:lnTo>
                  <a:lnTo>
                    <a:pt x="11180" y="10446"/>
                  </a:lnTo>
                  <a:lnTo>
                    <a:pt x="10691" y="10180"/>
                  </a:lnTo>
                  <a:lnTo>
                    <a:pt x="10637" y="10180"/>
                  </a:lnTo>
                  <a:lnTo>
                    <a:pt x="10637" y="10136"/>
                  </a:lnTo>
                  <a:lnTo>
                    <a:pt x="10583" y="10136"/>
                  </a:lnTo>
                  <a:lnTo>
                    <a:pt x="10420" y="10092"/>
                  </a:lnTo>
                  <a:lnTo>
                    <a:pt x="9877" y="10048"/>
                  </a:lnTo>
                  <a:lnTo>
                    <a:pt x="9280" y="10003"/>
                  </a:lnTo>
                  <a:lnTo>
                    <a:pt x="8683" y="10048"/>
                  </a:lnTo>
                  <a:lnTo>
                    <a:pt x="8086" y="10092"/>
                  </a:lnTo>
                  <a:lnTo>
                    <a:pt x="7652" y="10180"/>
                  </a:lnTo>
                  <a:lnTo>
                    <a:pt x="7381" y="10268"/>
                  </a:lnTo>
                  <a:lnTo>
                    <a:pt x="7164" y="10401"/>
                  </a:lnTo>
                  <a:lnTo>
                    <a:pt x="7001" y="10535"/>
                  </a:lnTo>
                  <a:lnTo>
                    <a:pt x="6838" y="10668"/>
                  </a:lnTo>
                  <a:lnTo>
                    <a:pt x="6729" y="10844"/>
                  </a:lnTo>
                  <a:lnTo>
                    <a:pt x="6621" y="11066"/>
                  </a:lnTo>
                  <a:lnTo>
                    <a:pt x="6621" y="11420"/>
                  </a:lnTo>
                  <a:lnTo>
                    <a:pt x="6676" y="11597"/>
                  </a:lnTo>
                  <a:lnTo>
                    <a:pt x="6729" y="11730"/>
                  </a:lnTo>
                  <a:lnTo>
                    <a:pt x="7001" y="12040"/>
                  </a:lnTo>
                  <a:lnTo>
                    <a:pt x="7327" y="12261"/>
                  </a:lnTo>
                  <a:lnTo>
                    <a:pt x="7760" y="12481"/>
                  </a:lnTo>
                  <a:lnTo>
                    <a:pt x="8250" y="12659"/>
                  </a:lnTo>
                  <a:lnTo>
                    <a:pt x="8413" y="12659"/>
                  </a:lnTo>
                  <a:lnTo>
                    <a:pt x="8575" y="12571"/>
                  </a:lnTo>
                  <a:lnTo>
                    <a:pt x="9009" y="12438"/>
                  </a:lnTo>
                  <a:lnTo>
                    <a:pt x="9009" y="12703"/>
                  </a:lnTo>
                  <a:lnTo>
                    <a:pt x="9117" y="13014"/>
                  </a:lnTo>
                  <a:lnTo>
                    <a:pt x="9335" y="13234"/>
                  </a:lnTo>
                  <a:lnTo>
                    <a:pt x="9607" y="13500"/>
                  </a:lnTo>
                  <a:lnTo>
                    <a:pt x="9607" y="13987"/>
                  </a:lnTo>
                  <a:lnTo>
                    <a:pt x="9497" y="14429"/>
                  </a:lnTo>
                  <a:lnTo>
                    <a:pt x="9444" y="14606"/>
                  </a:lnTo>
                  <a:lnTo>
                    <a:pt x="9497" y="14651"/>
                  </a:lnTo>
                  <a:lnTo>
                    <a:pt x="9552" y="14696"/>
                  </a:lnTo>
                  <a:lnTo>
                    <a:pt x="9932" y="14828"/>
                  </a:lnTo>
                  <a:lnTo>
                    <a:pt x="10311" y="14872"/>
                  </a:lnTo>
                  <a:lnTo>
                    <a:pt x="10691" y="14784"/>
                  </a:lnTo>
                  <a:lnTo>
                    <a:pt x="11017" y="14651"/>
                  </a:lnTo>
                  <a:lnTo>
                    <a:pt x="11723" y="15094"/>
                  </a:lnTo>
                  <a:lnTo>
                    <a:pt x="11071" y="15270"/>
                  </a:lnTo>
                  <a:lnTo>
                    <a:pt x="10420" y="15447"/>
                  </a:lnTo>
                  <a:lnTo>
                    <a:pt x="9932" y="15537"/>
                  </a:lnTo>
                  <a:lnTo>
                    <a:pt x="9769" y="15403"/>
                  </a:lnTo>
                  <a:lnTo>
                    <a:pt x="9607" y="15182"/>
                  </a:lnTo>
                  <a:lnTo>
                    <a:pt x="9335" y="14828"/>
                  </a:lnTo>
                  <a:lnTo>
                    <a:pt x="9009" y="14518"/>
                  </a:lnTo>
                  <a:lnTo>
                    <a:pt x="8683" y="14253"/>
                  </a:lnTo>
                  <a:lnTo>
                    <a:pt x="8086" y="13722"/>
                  </a:lnTo>
                  <a:lnTo>
                    <a:pt x="7544" y="13146"/>
                  </a:lnTo>
                  <a:lnTo>
                    <a:pt x="7489" y="13102"/>
                  </a:lnTo>
                  <a:lnTo>
                    <a:pt x="7381" y="13102"/>
                  </a:lnTo>
                  <a:lnTo>
                    <a:pt x="7327" y="13146"/>
                  </a:lnTo>
                  <a:lnTo>
                    <a:pt x="7327" y="13455"/>
                  </a:lnTo>
                  <a:lnTo>
                    <a:pt x="7435" y="13677"/>
                  </a:lnTo>
                  <a:lnTo>
                    <a:pt x="7544" y="13898"/>
                  </a:lnTo>
                  <a:lnTo>
                    <a:pt x="7760" y="14120"/>
                  </a:lnTo>
                  <a:lnTo>
                    <a:pt x="8195" y="14518"/>
                  </a:lnTo>
                  <a:lnTo>
                    <a:pt x="8629" y="14872"/>
                  </a:lnTo>
                  <a:lnTo>
                    <a:pt x="8901" y="15182"/>
                  </a:lnTo>
                  <a:lnTo>
                    <a:pt x="9172" y="15580"/>
                  </a:lnTo>
                  <a:lnTo>
                    <a:pt x="8358" y="15625"/>
                  </a:lnTo>
                  <a:lnTo>
                    <a:pt x="7435" y="14916"/>
                  </a:lnTo>
                  <a:lnTo>
                    <a:pt x="6892" y="14474"/>
                  </a:lnTo>
                  <a:lnTo>
                    <a:pt x="6676" y="14253"/>
                  </a:lnTo>
                  <a:lnTo>
                    <a:pt x="6566" y="13943"/>
                  </a:lnTo>
                  <a:lnTo>
                    <a:pt x="6513" y="13898"/>
                  </a:lnTo>
                  <a:lnTo>
                    <a:pt x="6404" y="13855"/>
                  </a:lnTo>
                  <a:lnTo>
                    <a:pt x="6295" y="13855"/>
                  </a:lnTo>
                  <a:lnTo>
                    <a:pt x="6241" y="13943"/>
                  </a:lnTo>
                  <a:lnTo>
                    <a:pt x="6241" y="14253"/>
                  </a:lnTo>
                  <a:lnTo>
                    <a:pt x="6350" y="14518"/>
                  </a:lnTo>
                  <a:lnTo>
                    <a:pt x="6513" y="14784"/>
                  </a:lnTo>
                  <a:lnTo>
                    <a:pt x="6784" y="15005"/>
                  </a:lnTo>
                  <a:lnTo>
                    <a:pt x="7327" y="15537"/>
                  </a:lnTo>
                  <a:lnTo>
                    <a:pt x="7219" y="15537"/>
                  </a:lnTo>
                  <a:lnTo>
                    <a:pt x="7219" y="15447"/>
                  </a:lnTo>
                  <a:lnTo>
                    <a:pt x="7164" y="15403"/>
                  </a:lnTo>
                  <a:lnTo>
                    <a:pt x="6729" y="15315"/>
                  </a:lnTo>
                  <a:lnTo>
                    <a:pt x="6566" y="15270"/>
                  </a:lnTo>
                  <a:lnTo>
                    <a:pt x="6458" y="15137"/>
                  </a:lnTo>
                  <a:lnTo>
                    <a:pt x="6350" y="14916"/>
                  </a:lnTo>
                  <a:lnTo>
                    <a:pt x="6025" y="14474"/>
                  </a:lnTo>
                  <a:lnTo>
                    <a:pt x="5807" y="14296"/>
                  </a:lnTo>
                  <a:lnTo>
                    <a:pt x="5644" y="14163"/>
                  </a:lnTo>
                  <a:lnTo>
                    <a:pt x="5644" y="13987"/>
                  </a:lnTo>
                  <a:lnTo>
                    <a:pt x="5590" y="13943"/>
                  </a:lnTo>
                  <a:lnTo>
                    <a:pt x="5535" y="13898"/>
                  </a:lnTo>
                  <a:lnTo>
                    <a:pt x="5427" y="13943"/>
                  </a:lnTo>
                  <a:lnTo>
                    <a:pt x="5264" y="14031"/>
                  </a:lnTo>
                  <a:lnTo>
                    <a:pt x="5210" y="14120"/>
                  </a:lnTo>
                  <a:lnTo>
                    <a:pt x="5210" y="14296"/>
                  </a:lnTo>
                  <a:lnTo>
                    <a:pt x="5264" y="14429"/>
                  </a:lnTo>
                  <a:lnTo>
                    <a:pt x="5427" y="14606"/>
                  </a:lnTo>
                  <a:lnTo>
                    <a:pt x="5590" y="14784"/>
                  </a:lnTo>
                  <a:lnTo>
                    <a:pt x="5753" y="15005"/>
                  </a:lnTo>
                  <a:lnTo>
                    <a:pt x="5862" y="15270"/>
                  </a:lnTo>
                  <a:lnTo>
                    <a:pt x="4993" y="15005"/>
                  </a:lnTo>
                  <a:lnTo>
                    <a:pt x="4178" y="14606"/>
                  </a:lnTo>
                  <a:lnTo>
                    <a:pt x="4125" y="14563"/>
                  </a:lnTo>
                  <a:lnTo>
                    <a:pt x="4016" y="14429"/>
                  </a:lnTo>
                  <a:lnTo>
                    <a:pt x="3853" y="14341"/>
                  </a:lnTo>
                  <a:lnTo>
                    <a:pt x="3474" y="14253"/>
                  </a:lnTo>
                  <a:lnTo>
                    <a:pt x="3419" y="14163"/>
                  </a:lnTo>
                  <a:lnTo>
                    <a:pt x="3202" y="13412"/>
                  </a:lnTo>
                  <a:lnTo>
                    <a:pt x="3094" y="12969"/>
                  </a:lnTo>
                  <a:lnTo>
                    <a:pt x="3039" y="12526"/>
                  </a:lnTo>
                  <a:lnTo>
                    <a:pt x="3039" y="12128"/>
                  </a:lnTo>
                  <a:lnTo>
                    <a:pt x="3094" y="11907"/>
                  </a:lnTo>
                  <a:lnTo>
                    <a:pt x="3202" y="11774"/>
                  </a:lnTo>
                  <a:lnTo>
                    <a:pt x="3310" y="11597"/>
                  </a:lnTo>
                  <a:lnTo>
                    <a:pt x="3474" y="11509"/>
                  </a:lnTo>
                  <a:lnTo>
                    <a:pt x="3690" y="11420"/>
                  </a:lnTo>
                  <a:lnTo>
                    <a:pt x="3962" y="11332"/>
                  </a:lnTo>
                  <a:lnTo>
                    <a:pt x="4016" y="11332"/>
                  </a:lnTo>
                  <a:lnTo>
                    <a:pt x="4070" y="11287"/>
                  </a:lnTo>
                  <a:lnTo>
                    <a:pt x="4125" y="11199"/>
                  </a:lnTo>
                  <a:lnTo>
                    <a:pt x="4125" y="11110"/>
                  </a:lnTo>
                  <a:lnTo>
                    <a:pt x="4016" y="10889"/>
                  </a:lnTo>
                  <a:lnTo>
                    <a:pt x="3853" y="10668"/>
                  </a:lnTo>
                  <a:lnTo>
                    <a:pt x="3690" y="10490"/>
                  </a:lnTo>
                  <a:lnTo>
                    <a:pt x="3474" y="10268"/>
                  </a:lnTo>
                  <a:lnTo>
                    <a:pt x="3039" y="9960"/>
                  </a:lnTo>
                  <a:lnTo>
                    <a:pt x="2551" y="9605"/>
                  </a:lnTo>
                  <a:lnTo>
                    <a:pt x="2225" y="9427"/>
                  </a:lnTo>
                  <a:lnTo>
                    <a:pt x="1900" y="9207"/>
                  </a:lnTo>
                  <a:lnTo>
                    <a:pt x="1737" y="8986"/>
                  </a:lnTo>
                  <a:lnTo>
                    <a:pt x="1465" y="8808"/>
                  </a:lnTo>
                  <a:lnTo>
                    <a:pt x="1139" y="8631"/>
                  </a:lnTo>
                  <a:lnTo>
                    <a:pt x="814" y="8588"/>
                  </a:lnTo>
                  <a:lnTo>
                    <a:pt x="977" y="7923"/>
                  </a:lnTo>
                  <a:lnTo>
                    <a:pt x="1139" y="7347"/>
                  </a:lnTo>
                  <a:lnTo>
                    <a:pt x="1194" y="7259"/>
                  </a:lnTo>
                  <a:lnTo>
                    <a:pt x="1411" y="7171"/>
                  </a:lnTo>
                  <a:lnTo>
                    <a:pt x="1628" y="7126"/>
                  </a:lnTo>
                  <a:lnTo>
                    <a:pt x="1845" y="7126"/>
                  </a:lnTo>
                  <a:lnTo>
                    <a:pt x="2062" y="7171"/>
                  </a:lnTo>
                  <a:lnTo>
                    <a:pt x="2225" y="7259"/>
                  </a:lnTo>
                  <a:lnTo>
                    <a:pt x="2388" y="7392"/>
                  </a:lnTo>
                  <a:lnTo>
                    <a:pt x="2443" y="7525"/>
                  </a:lnTo>
                  <a:lnTo>
                    <a:pt x="2443" y="7879"/>
                  </a:lnTo>
                  <a:lnTo>
                    <a:pt x="2496" y="7923"/>
                  </a:lnTo>
                  <a:lnTo>
                    <a:pt x="2551" y="7923"/>
                  </a:lnTo>
                  <a:lnTo>
                    <a:pt x="2876" y="8056"/>
                  </a:lnTo>
                  <a:lnTo>
                    <a:pt x="3147" y="8188"/>
                  </a:lnTo>
                  <a:lnTo>
                    <a:pt x="3365" y="8410"/>
                  </a:lnTo>
                  <a:lnTo>
                    <a:pt x="3527" y="8631"/>
                  </a:lnTo>
                  <a:lnTo>
                    <a:pt x="3637" y="8720"/>
                  </a:lnTo>
                  <a:lnTo>
                    <a:pt x="3745" y="8720"/>
                  </a:lnTo>
                  <a:lnTo>
                    <a:pt x="3853" y="8676"/>
                  </a:lnTo>
                  <a:lnTo>
                    <a:pt x="3908" y="8543"/>
                  </a:lnTo>
                  <a:lnTo>
                    <a:pt x="3745" y="7171"/>
                  </a:lnTo>
                  <a:lnTo>
                    <a:pt x="4070" y="7126"/>
                  </a:lnTo>
                  <a:lnTo>
                    <a:pt x="4450" y="6994"/>
                  </a:lnTo>
                  <a:lnTo>
                    <a:pt x="4776" y="6906"/>
                  </a:lnTo>
                  <a:lnTo>
                    <a:pt x="5102" y="6861"/>
                  </a:lnTo>
                  <a:lnTo>
                    <a:pt x="5427" y="6816"/>
                  </a:lnTo>
                  <a:lnTo>
                    <a:pt x="5753" y="6861"/>
                  </a:lnTo>
                  <a:lnTo>
                    <a:pt x="6350" y="6906"/>
                  </a:lnTo>
                  <a:lnTo>
                    <a:pt x="7544" y="6906"/>
                  </a:lnTo>
                  <a:lnTo>
                    <a:pt x="7815" y="6816"/>
                  </a:lnTo>
                  <a:lnTo>
                    <a:pt x="8141" y="6728"/>
                  </a:lnTo>
                  <a:lnTo>
                    <a:pt x="8250" y="6684"/>
                  </a:lnTo>
                  <a:lnTo>
                    <a:pt x="8303" y="6595"/>
                  </a:lnTo>
                  <a:lnTo>
                    <a:pt x="8303" y="6463"/>
                  </a:lnTo>
                  <a:lnTo>
                    <a:pt x="8250" y="6373"/>
                  </a:lnTo>
                  <a:lnTo>
                    <a:pt x="7760" y="5932"/>
                  </a:lnTo>
                  <a:lnTo>
                    <a:pt x="7219" y="5489"/>
                  </a:lnTo>
                  <a:lnTo>
                    <a:pt x="6947" y="5267"/>
                  </a:lnTo>
                  <a:lnTo>
                    <a:pt x="6676" y="5091"/>
                  </a:lnTo>
                  <a:lnTo>
                    <a:pt x="6350" y="4958"/>
                  </a:lnTo>
                  <a:lnTo>
                    <a:pt x="5970" y="4825"/>
                  </a:lnTo>
                  <a:lnTo>
                    <a:pt x="5915" y="4693"/>
                  </a:lnTo>
                  <a:lnTo>
                    <a:pt x="5862" y="4603"/>
                  </a:lnTo>
                  <a:lnTo>
                    <a:pt x="5698" y="4515"/>
                  </a:lnTo>
                  <a:lnTo>
                    <a:pt x="5535" y="4426"/>
                  </a:lnTo>
                  <a:lnTo>
                    <a:pt x="4993" y="4250"/>
                  </a:lnTo>
                  <a:lnTo>
                    <a:pt x="4721" y="4160"/>
                  </a:lnTo>
                  <a:lnTo>
                    <a:pt x="4396" y="4117"/>
                  </a:lnTo>
                  <a:lnTo>
                    <a:pt x="5047" y="3895"/>
                  </a:lnTo>
                  <a:lnTo>
                    <a:pt x="5644" y="3674"/>
                  </a:lnTo>
                  <a:lnTo>
                    <a:pt x="6295" y="3541"/>
                  </a:lnTo>
                  <a:lnTo>
                    <a:pt x="6947" y="3452"/>
                  </a:lnTo>
                  <a:lnTo>
                    <a:pt x="7598" y="3364"/>
                  </a:lnTo>
                  <a:lnTo>
                    <a:pt x="9607" y="3364"/>
                  </a:lnTo>
                  <a:lnTo>
                    <a:pt x="9715" y="3319"/>
                  </a:lnTo>
                  <a:lnTo>
                    <a:pt x="9715" y="3231"/>
                  </a:lnTo>
                  <a:close/>
                  <a:moveTo>
                    <a:pt x="7544" y="18811"/>
                  </a:moveTo>
                  <a:lnTo>
                    <a:pt x="7760" y="18856"/>
                  </a:lnTo>
                  <a:lnTo>
                    <a:pt x="8141" y="18944"/>
                  </a:lnTo>
                  <a:lnTo>
                    <a:pt x="7978" y="18989"/>
                  </a:lnTo>
                  <a:lnTo>
                    <a:pt x="7870" y="19077"/>
                  </a:lnTo>
                  <a:lnTo>
                    <a:pt x="7760" y="19210"/>
                  </a:lnTo>
                  <a:lnTo>
                    <a:pt x="7760" y="19342"/>
                  </a:lnTo>
                  <a:lnTo>
                    <a:pt x="7707" y="19520"/>
                  </a:lnTo>
                  <a:lnTo>
                    <a:pt x="7760" y="19741"/>
                  </a:lnTo>
                  <a:lnTo>
                    <a:pt x="7760" y="19830"/>
                  </a:lnTo>
                  <a:lnTo>
                    <a:pt x="7815" y="19918"/>
                  </a:lnTo>
                  <a:lnTo>
                    <a:pt x="7923" y="20006"/>
                  </a:lnTo>
                  <a:lnTo>
                    <a:pt x="8032" y="20051"/>
                  </a:lnTo>
                  <a:lnTo>
                    <a:pt x="8195" y="20051"/>
                  </a:lnTo>
                  <a:lnTo>
                    <a:pt x="8683" y="20449"/>
                  </a:lnTo>
                  <a:lnTo>
                    <a:pt x="9226" y="20714"/>
                  </a:lnTo>
                  <a:lnTo>
                    <a:pt x="9715" y="20936"/>
                  </a:lnTo>
                  <a:lnTo>
                    <a:pt x="9986" y="21024"/>
                  </a:lnTo>
                  <a:lnTo>
                    <a:pt x="5102" y="20980"/>
                  </a:lnTo>
                  <a:lnTo>
                    <a:pt x="5319" y="20892"/>
                  </a:lnTo>
                  <a:lnTo>
                    <a:pt x="5807" y="20714"/>
                  </a:lnTo>
                  <a:lnTo>
                    <a:pt x="6295" y="20494"/>
                  </a:lnTo>
                  <a:lnTo>
                    <a:pt x="6621" y="20316"/>
                  </a:lnTo>
                  <a:lnTo>
                    <a:pt x="6947" y="20095"/>
                  </a:lnTo>
                  <a:lnTo>
                    <a:pt x="7056" y="20139"/>
                  </a:lnTo>
                  <a:lnTo>
                    <a:pt x="7219" y="20139"/>
                  </a:lnTo>
                  <a:lnTo>
                    <a:pt x="7327" y="20095"/>
                  </a:lnTo>
                  <a:lnTo>
                    <a:pt x="7435" y="20006"/>
                  </a:lnTo>
                  <a:lnTo>
                    <a:pt x="7598" y="19785"/>
                  </a:lnTo>
                  <a:lnTo>
                    <a:pt x="7707" y="19564"/>
                  </a:lnTo>
                  <a:lnTo>
                    <a:pt x="7652" y="19430"/>
                  </a:lnTo>
                  <a:lnTo>
                    <a:pt x="7544" y="19342"/>
                  </a:lnTo>
                  <a:lnTo>
                    <a:pt x="7489" y="19298"/>
                  </a:lnTo>
                  <a:lnTo>
                    <a:pt x="7544" y="19032"/>
                  </a:lnTo>
                  <a:lnTo>
                    <a:pt x="7544" y="18811"/>
                  </a:lnTo>
                  <a:close/>
                  <a:moveTo>
                    <a:pt x="14491" y="0"/>
                  </a:moveTo>
                  <a:lnTo>
                    <a:pt x="14273" y="89"/>
                  </a:lnTo>
                  <a:lnTo>
                    <a:pt x="13893" y="133"/>
                  </a:lnTo>
                  <a:lnTo>
                    <a:pt x="13568" y="265"/>
                  </a:lnTo>
                  <a:lnTo>
                    <a:pt x="13405" y="355"/>
                  </a:lnTo>
                  <a:lnTo>
                    <a:pt x="13297" y="487"/>
                  </a:lnTo>
                  <a:lnTo>
                    <a:pt x="13242" y="620"/>
                  </a:lnTo>
                  <a:lnTo>
                    <a:pt x="13189" y="798"/>
                  </a:lnTo>
                  <a:lnTo>
                    <a:pt x="13189" y="1063"/>
                  </a:lnTo>
                  <a:lnTo>
                    <a:pt x="13297" y="1239"/>
                  </a:lnTo>
                  <a:lnTo>
                    <a:pt x="13351" y="1372"/>
                  </a:lnTo>
                  <a:lnTo>
                    <a:pt x="12211" y="2833"/>
                  </a:lnTo>
                  <a:lnTo>
                    <a:pt x="11289" y="2656"/>
                  </a:lnTo>
                  <a:lnTo>
                    <a:pt x="10366" y="2612"/>
                  </a:lnTo>
                  <a:lnTo>
                    <a:pt x="9444" y="2612"/>
                  </a:lnTo>
                  <a:lnTo>
                    <a:pt x="8575" y="2700"/>
                  </a:lnTo>
                  <a:lnTo>
                    <a:pt x="8358" y="2745"/>
                  </a:lnTo>
                  <a:lnTo>
                    <a:pt x="8250" y="2878"/>
                  </a:lnTo>
                  <a:lnTo>
                    <a:pt x="7544" y="2833"/>
                  </a:lnTo>
                  <a:lnTo>
                    <a:pt x="6838" y="2921"/>
                  </a:lnTo>
                  <a:lnTo>
                    <a:pt x="6078" y="3011"/>
                  </a:lnTo>
                  <a:lnTo>
                    <a:pt x="5372" y="3187"/>
                  </a:lnTo>
                  <a:lnTo>
                    <a:pt x="4721" y="3409"/>
                  </a:lnTo>
                  <a:lnTo>
                    <a:pt x="4016" y="3674"/>
                  </a:lnTo>
                  <a:lnTo>
                    <a:pt x="3419" y="3984"/>
                  </a:lnTo>
                  <a:lnTo>
                    <a:pt x="2876" y="4293"/>
                  </a:lnTo>
                  <a:lnTo>
                    <a:pt x="2225" y="4736"/>
                  </a:lnTo>
                  <a:lnTo>
                    <a:pt x="1682" y="5267"/>
                  </a:lnTo>
                  <a:lnTo>
                    <a:pt x="1194" y="5799"/>
                  </a:lnTo>
                  <a:lnTo>
                    <a:pt x="814" y="6373"/>
                  </a:lnTo>
                  <a:lnTo>
                    <a:pt x="488" y="6994"/>
                  </a:lnTo>
                  <a:lnTo>
                    <a:pt x="271" y="7657"/>
                  </a:lnTo>
                  <a:lnTo>
                    <a:pt x="108" y="8321"/>
                  </a:lnTo>
                  <a:lnTo>
                    <a:pt x="0" y="8986"/>
                  </a:lnTo>
                  <a:lnTo>
                    <a:pt x="0" y="9649"/>
                  </a:lnTo>
                  <a:lnTo>
                    <a:pt x="55" y="10313"/>
                  </a:lnTo>
                  <a:lnTo>
                    <a:pt x="217" y="10977"/>
                  </a:lnTo>
                  <a:lnTo>
                    <a:pt x="434" y="11642"/>
                  </a:lnTo>
                  <a:lnTo>
                    <a:pt x="706" y="12261"/>
                  </a:lnTo>
                  <a:lnTo>
                    <a:pt x="1031" y="12836"/>
                  </a:lnTo>
                  <a:lnTo>
                    <a:pt x="1465" y="13412"/>
                  </a:lnTo>
                  <a:lnTo>
                    <a:pt x="2008" y="13943"/>
                  </a:lnTo>
                  <a:lnTo>
                    <a:pt x="2551" y="14429"/>
                  </a:lnTo>
                  <a:lnTo>
                    <a:pt x="3202" y="14872"/>
                  </a:lnTo>
                  <a:lnTo>
                    <a:pt x="3962" y="15270"/>
                  </a:lnTo>
                  <a:lnTo>
                    <a:pt x="4668" y="15580"/>
                  </a:lnTo>
                  <a:lnTo>
                    <a:pt x="5482" y="15846"/>
                  </a:lnTo>
                  <a:lnTo>
                    <a:pt x="6295" y="16023"/>
                  </a:lnTo>
                  <a:lnTo>
                    <a:pt x="7109" y="16156"/>
                  </a:lnTo>
                  <a:lnTo>
                    <a:pt x="7978" y="16244"/>
                  </a:lnTo>
                  <a:lnTo>
                    <a:pt x="8792" y="16244"/>
                  </a:lnTo>
                  <a:lnTo>
                    <a:pt x="9607" y="16200"/>
                  </a:lnTo>
                  <a:lnTo>
                    <a:pt x="10420" y="16111"/>
                  </a:lnTo>
                  <a:lnTo>
                    <a:pt x="11234" y="15935"/>
                  </a:lnTo>
                  <a:lnTo>
                    <a:pt x="11995" y="15713"/>
                  </a:lnTo>
                  <a:lnTo>
                    <a:pt x="12754" y="15447"/>
                  </a:lnTo>
                  <a:lnTo>
                    <a:pt x="13459" y="15094"/>
                  </a:lnTo>
                  <a:lnTo>
                    <a:pt x="14110" y="14739"/>
                  </a:lnTo>
                  <a:lnTo>
                    <a:pt x="14871" y="14208"/>
                  </a:lnTo>
                  <a:lnTo>
                    <a:pt x="15522" y="13589"/>
                  </a:lnTo>
                  <a:lnTo>
                    <a:pt x="16173" y="12924"/>
                  </a:lnTo>
                  <a:lnTo>
                    <a:pt x="16716" y="12261"/>
                  </a:lnTo>
                  <a:lnTo>
                    <a:pt x="17204" y="11509"/>
                  </a:lnTo>
                  <a:lnTo>
                    <a:pt x="17584" y="10756"/>
                  </a:lnTo>
                  <a:lnTo>
                    <a:pt x="17910" y="10003"/>
                  </a:lnTo>
                  <a:lnTo>
                    <a:pt x="18018" y="9561"/>
                  </a:lnTo>
                  <a:lnTo>
                    <a:pt x="18073" y="9162"/>
                  </a:lnTo>
                  <a:lnTo>
                    <a:pt x="18127" y="8543"/>
                  </a:lnTo>
                  <a:lnTo>
                    <a:pt x="18073" y="7967"/>
                  </a:lnTo>
                  <a:lnTo>
                    <a:pt x="17910" y="7392"/>
                  </a:lnTo>
                  <a:lnTo>
                    <a:pt x="17638" y="6816"/>
                  </a:lnTo>
                  <a:lnTo>
                    <a:pt x="17367" y="6241"/>
                  </a:lnTo>
                  <a:lnTo>
                    <a:pt x="16987" y="5710"/>
                  </a:lnTo>
                  <a:lnTo>
                    <a:pt x="16553" y="5224"/>
                  </a:lnTo>
                  <a:lnTo>
                    <a:pt x="16065" y="4781"/>
                  </a:lnTo>
                  <a:lnTo>
                    <a:pt x="16010" y="4648"/>
                  </a:lnTo>
                  <a:lnTo>
                    <a:pt x="15847" y="4603"/>
                  </a:lnTo>
                  <a:lnTo>
                    <a:pt x="15196" y="4072"/>
                  </a:lnTo>
                  <a:lnTo>
                    <a:pt x="15034" y="3984"/>
                  </a:lnTo>
                  <a:lnTo>
                    <a:pt x="14545" y="3719"/>
                  </a:lnTo>
                  <a:lnTo>
                    <a:pt x="14056" y="3452"/>
                  </a:lnTo>
                  <a:lnTo>
                    <a:pt x="13514" y="3231"/>
                  </a:lnTo>
                  <a:lnTo>
                    <a:pt x="12971" y="3054"/>
                  </a:lnTo>
                  <a:lnTo>
                    <a:pt x="13025" y="2966"/>
                  </a:lnTo>
                  <a:lnTo>
                    <a:pt x="13079" y="2921"/>
                  </a:lnTo>
                  <a:lnTo>
                    <a:pt x="13025" y="2833"/>
                  </a:lnTo>
                  <a:lnTo>
                    <a:pt x="13568" y="2258"/>
                  </a:lnTo>
                  <a:lnTo>
                    <a:pt x="14056" y="1682"/>
                  </a:lnTo>
                  <a:lnTo>
                    <a:pt x="14436" y="1682"/>
                  </a:lnTo>
                  <a:lnTo>
                    <a:pt x="14599" y="1639"/>
                  </a:lnTo>
                  <a:lnTo>
                    <a:pt x="14762" y="1549"/>
                  </a:lnTo>
                  <a:lnTo>
                    <a:pt x="14871" y="1461"/>
                  </a:lnTo>
                  <a:lnTo>
                    <a:pt x="15685" y="1771"/>
                  </a:lnTo>
                  <a:lnTo>
                    <a:pt x="16390" y="2170"/>
                  </a:lnTo>
                  <a:lnTo>
                    <a:pt x="17096" y="2568"/>
                  </a:lnTo>
                  <a:lnTo>
                    <a:pt x="17747" y="3054"/>
                  </a:lnTo>
                  <a:lnTo>
                    <a:pt x="18344" y="3586"/>
                  </a:lnTo>
                  <a:lnTo>
                    <a:pt x="18886" y="4117"/>
                  </a:lnTo>
                  <a:lnTo>
                    <a:pt x="19321" y="4736"/>
                  </a:lnTo>
                  <a:lnTo>
                    <a:pt x="19755" y="5356"/>
                  </a:lnTo>
                  <a:lnTo>
                    <a:pt x="20080" y="6020"/>
                  </a:lnTo>
                  <a:lnTo>
                    <a:pt x="20353" y="6684"/>
                  </a:lnTo>
                  <a:lnTo>
                    <a:pt x="20569" y="7392"/>
                  </a:lnTo>
                  <a:lnTo>
                    <a:pt x="20732" y="8100"/>
                  </a:lnTo>
                  <a:lnTo>
                    <a:pt x="20841" y="8808"/>
                  </a:lnTo>
                  <a:lnTo>
                    <a:pt x="20841" y="10268"/>
                  </a:lnTo>
                  <a:lnTo>
                    <a:pt x="20732" y="10977"/>
                  </a:lnTo>
                  <a:lnTo>
                    <a:pt x="20515" y="11774"/>
                  </a:lnTo>
                  <a:lnTo>
                    <a:pt x="20298" y="12526"/>
                  </a:lnTo>
                  <a:lnTo>
                    <a:pt x="19918" y="13279"/>
                  </a:lnTo>
                  <a:lnTo>
                    <a:pt x="19538" y="13987"/>
                  </a:lnTo>
                  <a:lnTo>
                    <a:pt x="19049" y="14696"/>
                  </a:lnTo>
                  <a:lnTo>
                    <a:pt x="18453" y="15315"/>
                  </a:lnTo>
                  <a:lnTo>
                    <a:pt x="17855" y="15935"/>
                  </a:lnTo>
                  <a:lnTo>
                    <a:pt x="17150" y="16510"/>
                  </a:lnTo>
                  <a:lnTo>
                    <a:pt x="16390" y="16952"/>
                  </a:lnTo>
                  <a:lnTo>
                    <a:pt x="15630" y="17395"/>
                  </a:lnTo>
                  <a:lnTo>
                    <a:pt x="14762" y="17750"/>
                  </a:lnTo>
                  <a:lnTo>
                    <a:pt x="13893" y="18059"/>
                  </a:lnTo>
                  <a:lnTo>
                    <a:pt x="13025" y="18281"/>
                  </a:lnTo>
                  <a:lnTo>
                    <a:pt x="12103" y="18413"/>
                  </a:lnTo>
                  <a:lnTo>
                    <a:pt x="11180" y="18501"/>
                  </a:lnTo>
                  <a:lnTo>
                    <a:pt x="10203" y="18546"/>
                  </a:lnTo>
                  <a:lnTo>
                    <a:pt x="9497" y="18501"/>
                  </a:lnTo>
                  <a:lnTo>
                    <a:pt x="8792" y="18457"/>
                  </a:lnTo>
                  <a:lnTo>
                    <a:pt x="8086" y="18324"/>
                  </a:lnTo>
                  <a:lnTo>
                    <a:pt x="7435" y="18191"/>
                  </a:lnTo>
                  <a:lnTo>
                    <a:pt x="6729" y="17970"/>
                  </a:lnTo>
                  <a:lnTo>
                    <a:pt x="6078" y="17705"/>
                  </a:lnTo>
                  <a:lnTo>
                    <a:pt x="5372" y="17440"/>
                  </a:lnTo>
                  <a:lnTo>
                    <a:pt x="5427" y="17395"/>
                  </a:lnTo>
                  <a:lnTo>
                    <a:pt x="5482" y="17307"/>
                  </a:lnTo>
                  <a:lnTo>
                    <a:pt x="5482" y="17129"/>
                  </a:lnTo>
                  <a:lnTo>
                    <a:pt x="5427" y="17041"/>
                  </a:lnTo>
                  <a:lnTo>
                    <a:pt x="5210" y="16909"/>
                  </a:lnTo>
                  <a:lnTo>
                    <a:pt x="4993" y="16819"/>
                  </a:lnTo>
                  <a:lnTo>
                    <a:pt x="4776" y="16776"/>
                  </a:lnTo>
                  <a:lnTo>
                    <a:pt x="4450" y="16776"/>
                  </a:lnTo>
                  <a:lnTo>
                    <a:pt x="4288" y="16819"/>
                  </a:lnTo>
                  <a:lnTo>
                    <a:pt x="4070" y="16909"/>
                  </a:lnTo>
                  <a:lnTo>
                    <a:pt x="3908" y="17041"/>
                  </a:lnTo>
                  <a:lnTo>
                    <a:pt x="3853" y="17217"/>
                  </a:lnTo>
                  <a:lnTo>
                    <a:pt x="3853" y="17395"/>
                  </a:lnTo>
                  <a:lnTo>
                    <a:pt x="3908" y="17572"/>
                  </a:lnTo>
                  <a:lnTo>
                    <a:pt x="4016" y="17750"/>
                  </a:lnTo>
                  <a:lnTo>
                    <a:pt x="4178" y="17882"/>
                  </a:lnTo>
                  <a:lnTo>
                    <a:pt x="4396" y="17926"/>
                  </a:lnTo>
                  <a:lnTo>
                    <a:pt x="4613" y="17970"/>
                  </a:lnTo>
                  <a:lnTo>
                    <a:pt x="4831" y="17926"/>
                  </a:lnTo>
                  <a:lnTo>
                    <a:pt x="4993" y="17793"/>
                  </a:lnTo>
                  <a:lnTo>
                    <a:pt x="5210" y="17926"/>
                  </a:lnTo>
                  <a:lnTo>
                    <a:pt x="5970" y="18281"/>
                  </a:lnTo>
                  <a:lnTo>
                    <a:pt x="6566" y="18501"/>
                  </a:lnTo>
                  <a:lnTo>
                    <a:pt x="7109" y="18679"/>
                  </a:lnTo>
                  <a:lnTo>
                    <a:pt x="7056" y="18767"/>
                  </a:lnTo>
                  <a:lnTo>
                    <a:pt x="7001" y="18811"/>
                  </a:lnTo>
                  <a:lnTo>
                    <a:pt x="6892" y="19077"/>
                  </a:lnTo>
                  <a:lnTo>
                    <a:pt x="6838" y="19342"/>
                  </a:lnTo>
                  <a:lnTo>
                    <a:pt x="6784" y="19873"/>
                  </a:lnTo>
                  <a:lnTo>
                    <a:pt x="5862" y="20095"/>
                  </a:lnTo>
                  <a:lnTo>
                    <a:pt x="4993" y="20404"/>
                  </a:lnTo>
                  <a:lnTo>
                    <a:pt x="4070" y="20714"/>
                  </a:lnTo>
                  <a:lnTo>
                    <a:pt x="3147" y="20980"/>
                  </a:lnTo>
                  <a:lnTo>
                    <a:pt x="3039" y="21024"/>
                  </a:lnTo>
                  <a:lnTo>
                    <a:pt x="2984" y="21113"/>
                  </a:lnTo>
                  <a:lnTo>
                    <a:pt x="2931" y="21202"/>
                  </a:lnTo>
                  <a:lnTo>
                    <a:pt x="2931" y="21290"/>
                  </a:lnTo>
                  <a:lnTo>
                    <a:pt x="2984" y="21378"/>
                  </a:lnTo>
                  <a:lnTo>
                    <a:pt x="3039" y="21467"/>
                  </a:lnTo>
                  <a:lnTo>
                    <a:pt x="3147" y="21512"/>
                  </a:lnTo>
                  <a:lnTo>
                    <a:pt x="3256" y="21555"/>
                  </a:lnTo>
                  <a:lnTo>
                    <a:pt x="12428" y="21600"/>
                  </a:lnTo>
                  <a:lnTo>
                    <a:pt x="12536" y="21600"/>
                  </a:lnTo>
                  <a:lnTo>
                    <a:pt x="12646" y="21555"/>
                  </a:lnTo>
                  <a:lnTo>
                    <a:pt x="12754" y="21467"/>
                  </a:lnTo>
                  <a:lnTo>
                    <a:pt x="12754" y="21202"/>
                  </a:lnTo>
                  <a:lnTo>
                    <a:pt x="12699" y="21113"/>
                  </a:lnTo>
                  <a:lnTo>
                    <a:pt x="12536" y="21024"/>
                  </a:lnTo>
                  <a:lnTo>
                    <a:pt x="11995" y="20847"/>
                  </a:lnTo>
                  <a:lnTo>
                    <a:pt x="11342" y="20714"/>
                  </a:lnTo>
                  <a:lnTo>
                    <a:pt x="10746" y="20582"/>
                  </a:lnTo>
                  <a:lnTo>
                    <a:pt x="10148" y="20449"/>
                  </a:lnTo>
                  <a:lnTo>
                    <a:pt x="9607" y="20228"/>
                  </a:lnTo>
                  <a:lnTo>
                    <a:pt x="9117" y="19963"/>
                  </a:lnTo>
                  <a:lnTo>
                    <a:pt x="8738" y="19697"/>
                  </a:lnTo>
                  <a:lnTo>
                    <a:pt x="8575" y="19564"/>
                  </a:lnTo>
                  <a:lnTo>
                    <a:pt x="8358" y="19475"/>
                  </a:lnTo>
                  <a:lnTo>
                    <a:pt x="8358" y="19430"/>
                  </a:lnTo>
                  <a:lnTo>
                    <a:pt x="8413" y="19210"/>
                  </a:lnTo>
                  <a:lnTo>
                    <a:pt x="8358" y="18989"/>
                  </a:lnTo>
                  <a:lnTo>
                    <a:pt x="9064" y="19077"/>
                  </a:lnTo>
                  <a:lnTo>
                    <a:pt x="9823" y="19122"/>
                  </a:lnTo>
                  <a:lnTo>
                    <a:pt x="11289" y="19122"/>
                  </a:lnTo>
                  <a:lnTo>
                    <a:pt x="12157" y="19032"/>
                  </a:lnTo>
                  <a:lnTo>
                    <a:pt x="13079" y="18856"/>
                  </a:lnTo>
                  <a:lnTo>
                    <a:pt x="13948" y="18679"/>
                  </a:lnTo>
                  <a:lnTo>
                    <a:pt x="14816" y="18413"/>
                  </a:lnTo>
                  <a:lnTo>
                    <a:pt x="15630" y="18059"/>
                  </a:lnTo>
                  <a:lnTo>
                    <a:pt x="16390" y="17705"/>
                  </a:lnTo>
                  <a:lnTo>
                    <a:pt x="17150" y="17262"/>
                  </a:lnTo>
                  <a:lnTo>
                    <a:pt x="17855" y="16776"/>
                  </a:lnTo>
                  <a:lnTo>
                    <a:pt x="18506" y="16244"/>
                  </a:lnTo>
                  <a:lnTo>
                    <a:pt x="19104" y="15669"/>
                  </a:lnTo>
                  <a:lnTo>
                    <a:pt x="19647" y="15049"/>
                  </a:lnTo>
                  <a:lnTo>
                    <a:pt x="20080" y="14386"/>
                  </a:lnTo>
                  <a:lnTo>
                    <a:pt x="20515" y="13722"/>
                  </a:lnTo>
                  <a:lnTo>
                    <a:pt x="20841" y="13014"/>
                  </a:lnTo>
                  <a:lnTo>
                    <a:pt x="21166" y="12305"/>
                  </a:lnTo>
                  <a:lnTo>
                    <a:pt x="21329" y="11552"/>
                  </a:lnTo>
                  <a:lnTo>
                    <a:pt x="21492" y="10801"/>
                  </a:lnTo>
                  <a:lnTo>
                    <a:pt x="21600" y="10048"/>
                  </a:lnTo>
                  <a:lnTo>
                    <a:pt x="21600" y="9295"/>
                  </a:lnTo>
                  <a:lnTo>
                    <a:pt x="21547" y="8543"/>
                  </a:lnTo>
                  <a:lnTo>
                    <a:pt x="21437" y="7790"/>
                  </a:lnTo>
                  <a:lnTo>
                    <a:pt x="21274" y="7038"/>
                  </a:lnTo>
                  <a:lnTo>
                    <a:pt x="21004" y="6285"/>
                  </a:lnTo>
                  <a:lnTo>
                    <a:pt x="20678" y="5577"/>
                  </a:lnTo>
                  <a:lnTo>
                    <a:pt x="20298" y="4825"/>
                  </a:lnTo>
                  <a:lnTo>
                    <a:pt x="19755" y="4117"/>
                  </a:lnTo>
                  <a:lnTo>
                    <a:pt x="19212" y="3452"/>
                  </a:lnTo>
                  <a:lnTo>
                    <a:pt x="18506" y="2789"/>
                  </a:lnTo>
                  <a:lnTo>
                    <a:pt x="17801" y="2213"/>
                  </a:lnTo>
                  <a:lnTo>
                    <a:pt x="16987" y="1682"/>
                  </a:lnTo>
                  <a:lnTo>
                    <a:pt x="16118" y="1239"/>
                  </a:lnTo>
                  <a:lnTo>
                    <a:pt x="15685" y="1063"/>
                  </a:lnTo>
                  <a:lnTo>
                    <a:pt x="15196" y="886"/>
                  </a:lnTo>
                  <a:lnTo>
                    <a:pt x="15250" y="708"/>
                  </a:lnTo>
                  <a:lnTo>
                    <a:pt x="15250" y="532"/>
                  </a:lnTo>
                  <a:lnTo>
                    <a:pt x="15196" y="355"/>
                  </a:lnTo>
                  <a:lnTo>
                    <a:pt x="15087" y="177"/>
                  </a:lnTo>
                  <a:lnTo>
                    <a:pt x="14924" y="89"/>
                  </a:lnTo>
                  <a:lnTo>
                    <a:pt x="14708"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349" name="Google Shape;405;p8"/>
            <p:cNvSpPr/>
            <p:nvPr/>
          </p:nvSpPr>
          <p:spPr>
            <a:xfrm>
              <a:off x="63088" y="1255312"/>
              <a:ext cx="532446" cy="49607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664" y="845"/>
                  </a:moveTo>
                  <a:lnTo>
                    <a:pt x="17713" y="898"/>
                  </a:lnTo>
                  <a:lnTo>
                    <a:pt x="17812" y="952"/>
                  </a:lnTo>
                  <a:lnTo>
                    <a:pt x="17910" y="1003"/>
                  </a:lnTo>
                  <a:lnTo>
                    <a:pt x="18255" y="1110"/>
                  </a:lnTo>
                  <a:lnTo>
                    <a:pt x="18550" y="1215"/>
                  </a:lnTo>
                  <a:lnTo>
                    <a:pt x="18795" y="1373"/>
                  </a:lnTo>
                  <a:lnTo>
                    <a:pt x="18992" y="1690"/>
                  </a:lnTo>
                  <a:lnTo>
                    <a:pt x="19190" y="2007"/>
                  </a:lnTo>
                  <a:lnTo>
                    <a:pt x="19238" y="2377"/>
                  </a:lnTo>
                  <a:lnTo>
                    <a:pt x="19190" y="2747"/>
                  </a:lnTo>
                  <a:lnTo>
                    <a:pt x="19090" y="3064"/>
                  </a:lnTo>
                  <a:lnTo>
                    <a:pt x="18894" y="3380"/>
                  </a:lnTo>
                  <a:lnTo>
                    <a:pt x="18648" y="3644"/>
                  </a:lnTo>
                  <a:lnTo>
                    <a:pt x="18353" y="3856"/>
                  </a:lnTo>
                  <a:lnTo>
                    <a:pt x="18057" y="4014"/>
                  </a:lnTo>
                  <a:lnTo>
                    <a:pt x="17664" y="4067"/>
                  </a:lnTo>
                  <a:lnTo>
                    <a:pt x="17222" y="4014"/>
                  </a:lnTo>
                  <a:lnTo>
                    <a:pt x="16975" y="3961"/>
                  </a:lnTo>
                  <a:lnTo>
                    <a:pt x="16827" y="3909"/>
                  </a:lnTo>
                  <a:lnTo>
                    <a:pt x="16680" y="3802"/>
                  </a:lnTo>
                  <a:lnTo>
                    <a:pt x="16582" y="3592"/>
                  </a:lnTo>
                  <a:lnTo>
                    <a:pt x="16483" y="3592"/>
                  </a:lnTo>
                  <a:lnTo>
                    <a:pt x="16434" y="3275"/>
                  </a:lnTo>
                  <a:lnTo>
                    <a:pt x="16434" y="2694"/>
                  </a:lnTo>
                  <a:lnTo>
                    <a:pt x="16483" y="2482"/>
                  </a:lnTo>
                  <a:lnTo>
                    <a:pt x="16630" y="2007"/>
                  </a:lnTo>
                  <a:lnTo>
                    <a:pt x="16877" y="1532"/>
                  </a:lnTo>
                  <a:lnTo>
                    <a:pt x="17222" y="1162"/>
                  </a:lnTo>
                  <a:lnTo>
                    <a:pt x="17418" y="1003"/>
                  </a:lnTo>
                  <a:lnTo>
                    <a:pt x="17664" y="845"/>
                  </a:lnTo>
                  <a:close/>
                  <a:moveTo>
                    <a:pt x="12153" y="4806"/>
                  </a:moveTo>
                  <a:lnTo>
                    <a:pt x="12400" y="4912"/>
                  </a:lnTo>
                  <a:lnTo>
                    <a:pt x="12400" y="4964"/>
                  </a:lnTo>
                  <a:lnTo>
                    <a:pt x="12300" y="5229"/>
                  </a:lnTo>
                  <a:lnTo>
                    <a:pt x="12300" y="5281"/>
                  </a:lnTo>
                  <a:lnTo>
                    <a:pt x="12252" y="5229"/>
                  </a:lnTo>
                  <a:lnTo>
                    <a:pt x="12153" y="5071"/>
                  </a:lnTo>
                  <a:lnTo>
                    <a:pt x="12055" y="4964"/>
                  </a:lnTo>
                  <a:lnTo>
                    <a:pt x="12055" y="4859"/>
                  </a:lnTo>
                  <a:lnTo>
                    <a:pt x="12153" y="4806"/>
                  </a:lnTo>
                  <a:close/>
                  <a:moveTo>
                    <a:pt x="18943" y="633"/>
                  </a:moveTo>
                  <a:lnTo>
                    <a:pt x="19090" y="687"/>
                  </a:lnTo>
                  <a:lnTo>
                    <a:pt x="19190" y="845"/>
                  </a:lnTo>
                  <a:lnTo>
                    <a:pt x="19337" y="952"/>
                  </a:lnTo>
                  <a:lnTo>
                    <a:pt x="19387" y="1162"/>
                  </a:lnTo>
                  <a:lnTo>
                    <a:pt x="19485" y="1162"/>
                  </a:lnTo>
                  <a:lnTo>
                    <a:pt x="19435" y="898"/>
                  </a:lnTo>
                  <a:lnTo>
                    <a:pt x="19387" y="687"/>
                  </a:lnTo>
                  <a:lnTo>
                    <a:pt x="19583" y="793"/>
                  </a:lnTo>
                  <a:lnTo>
                    <a:pt x="19829" y="898"/>
                  </a:lnTo>
                  <a:lnTo>
                    <a:pt x="20075" y="1110"/>
                  </a:lnTo>
                  <a:lnTo>
                    <a:pt x="20272" y="1268"/>
                  </a:lnTo>
                  <a:lnTo>
                    <a:pt x="20420" y="1532"/>
                  </a:lnTo>
                  <a:lnTo>
                    <a:pt x="20567" y="1743"/>
                  </a:lnTo>
                  <a:lnTo>
                    <a:pt x="20715" y="2272"/>
                  </a:lnTo>
                  <a:lnTo>
                    <a:pt x="20862" y="2799"/>
                  </a:lnTo>
                  <a:lnTo>
                    <a:pt x="20960" y="3434"/>
                  </a:lnTo>
                  <a:lnTo>
                    <a:pt x="21010" y="3697"/>
                  </a:lnTo>
                  <a:lnTo>
                    <a:pt x="20960" y="4014"/>
                  </a:lnTo>
                  <a:lnTo>
                    <a:pt x="20912" y="4279"/>
                  </a:lnTo>
                  <a:lnTo>
                    <a:pt x="20764" y="4489"/>
                  </a:lnTo>
                  <a:lnTo>
                    <a:pt x="20370" y="4912"/>
                  </a:lnTo>
                  <a:lnTo>
                    <a:pt x="20025" y="5176"/>
                  </a:lnTo>
                  <a:lnTo>
                    <a:pt x="19583" y="5334"/>
                  </a:lnTo>
                  <a:lnTo>
                    <a:pt x="19140" y="5441"/>
                  </a:lnTo>
                  <a:lnTo>
                    <a:pt x="18697" y="5493"/>
                  </a:lnTo>
                  <a:lnTo>
                    <a:pt x="18402" y="5441"/>
                  </a:lnTo>
                  <a:lnTo>
                    <a:pt x="18107" y="5387"/>
                  </a:lnTo>
                  <a:lnTo>
                    <a:pt x="17860" y="5281"/>
                  </a:lnTo>
                  <a:lnTo>
                    <a:pt x="17615" y="5176"/>
                  </a:lnTo>
                  <a:lnTo>
                    <a:pt x="17369" y="5017"/>
                  </a:lnTo>
                  <a:lnTo>
                    <a:pt x="17172" y="4806"/>
                  </a:lnTo>
                  <a:lnTo>
                    <a:pt x="16975" y="4596"/>
                  </a:lnTo>
                  <a:lnTo>
                    <a:pt x="16827" y="4384"/>
                  </a:lnTo>
                  <a:lnTo>
                    <a:pt x="17222" y="4489"/>
                  </a:lnTo>
                  <a:lnTo>
                    <a:pt x="17615" y="4542"/>
                  </a:lnTo>
                  <a:lnTo>
                    <a:pt x="18008" y="4489"/>
                  </a:lnTo>
                  <a:lnTo>
                    <a:pt x="18402" y="4384"/>
                  </a:lnTo>
                  <a:lnTo>
                    <a:pt x="18747" y="4226"/>
                  </a:lnTo>
                  <a:lnTo>
                    <a:pt x="19090" y="3961"/>
                  </a:lnTo>
                  <a:lnTo>
                    <a:pt x="19337" y="3592"/>
                  </a:lnTo>
                  <a:lnTo>
                    <a:pt x="19583" y="3222"/>
                  </a:lnTo>
                  <a:lnTo>
                    <a:pt x="19682" y="2852"/>
                  </a:lnTo>
                  <a:lnTo>
                    <a:pt x="19730" y="2482"/>
                  </a:lnTo>
                  <a:lnTo>
                    <a:pt x="19682" y="2113"/>
                  </a:lnTo>
                  <a:lnTo>
                    <a:pt x="19583" y="1743"/>
                  </a:lnTo>
                  <a:lnTo>
                    <a:pt x="19435" y="1427"/>
                  </a:lnTo>
                  <a:lnTo>
                    <a:pt x="19238" y="1110"/>
                  </a:lnTo>
                  <a:lnTo>
                    <a:pt x="18992" y="845"/>
                  </a:lnTo>
                  <a:lnTo>
                    <a:pt x="18697" y="633"/>
                  </a:lnTo>
                  <a:close/>
                  <a:moveTo>
                    <a:pt x="18452" y="0"/>
                  </a:moveTo>
                  <a:lnTo>
                    <a:pt x="18255" y="107"/>
                  </a:lnTo>
                  <a:lnTo>
                    <a:pt x="17910" y="158"/>
                  </a:lnTo>
                  <a:lnTo>
                    <a:pt x="17615" y="212"/>
                  </a:lnTo>
                  <a:lnTo>
                    <a:pt x="17320" y="370"/>
                  </a:lnTo>
                  <a:lnTo>
                    <a:pt x="17073" y="582"/>
                  </a:lnTo>
                  <a:lnTo>
                    <a:pt x="16778" y="793"/>
                  </a:lnTo>
                  <a:lnTo>
                    <a:pt x="16582" y="1057"/>
                  </a:lnTo>
                  <a:lnTo>
                    <a:pt x="16385" y="1320"/>
                  </a:lnTo>
                  <a:lnTo>
                    <a:pt x="16188" y="1637"/>
                  </a:lnTo>
                  <a:lnTo>
                    <a:pt x="16090" y="1902"/>
                  </a:lnTo>
                  <a:lnTo>
                    <a:pt x="15990" y="2272"/>
                  </a:lnTo>
                  <a:lnTo>
                    <a:pt x="15892" y="2589"/>
                  </a:lnTo>
                  <a:lnTo>
                    <a:pt x="15892" y="3275"/>
                  </a:lnTo>
                  <a:lnTo>
                    <a:pt x="15942" y="3644"/>
                  </a:lnTo>
                  <a:lnTo>
                    <a:pt x="16040" y="3961"/>
                  </a:lnTo>
                  <a:lnTo>
                    <a:pt x="16139" y="4279"/>
                  </a:lnTo>
                  <a:lnTo>
                    <a:pt x="16287" y="4596"/>
                  </a:lnTo>
                  <a:lnTo>
                    <a:pt x="16434" y="4859"/>
                  </a:lnTo>
                  <a:lnTo>
                    <a:pt x="16630" y="5122"/>
                  </a:lnTo>
                  <a:lnTo>
                    <a:pt x="16877" y="5334"/>
                  </a:lnTo>
                  <a:lnTo>
                    <a:pt x="17123" y="5546"/>
                  </a:lnTo>
                  <a:lnTo>
                    <a:pt x="17418" y="5757"/>
                  </a:lnTo>
                  <a:lnTo>
                    <a:pt x="17713" y="5863"/>
                  </a:lnTo>
                  <a:lnTo>
                    <a:pt x="18008" y="5968"/>
                  </a:lnTo>
                  <a:lnTo>
                    <a:pt x="18353" y="6074"/>
                  </a:lnTo>
                  <a:lnTo>
                    <a:pt x="18943" y="6074"/>
                  </a:lnTo>
                  <a:lnTo>
                    <a:pt x="19534" y="5968"/>
                  </a:lnTo>
                  <a:lnTo>
                    <a:pt x="20124" y="5757"/>
                  </a:lnTo>
                  <a:lnTo>
                    <a:pt x="20617" y="5441"/>
                  </a:lnTo>
                  <a:lnTo>
                    <a:pt x="20912" y="5229"/>
                  </a:lnTo>
                  <a:lnTo>
                    <a:pt x="21108" y="4964"/>
                  </a:lnTo>
                  <a:lnTo>
                    <a:pt x="21305" y="4701"/>
                  </a:lnTo>
                  <a:lnTo>
                    <a:pt x="21452" y="4384"/>
                  </a:lnTo>
                  <a:lnTo>
                    <a:pt x="21550" y="4014"/>
                  </a:lnTo>
                  <a:lnTo>
                    <a:pt x="21600" y="3592"/>
                  </a:lnTo>
                  <a:lnTo>
                    <a:pt x="21550" y="3222"/>
                  </a:lnTo>
                  <a:lnTo>
                    <a:pt x="21452" y="2852"/>
                  </a:lnTo>
                  <a:lnTo>
                    <a:pt x="21305" y="2060"/>
                  </a:lnTo>
                  <a:lnTo>
                    <a:pt x="21157" y="1690"/>
                  </a:lnTo>
                  <a:lnTo>
                    <a:pt x="21010" y="1373"/>
                  </a:lnTo>
                  <a:lnTo>
                    <a:pt x="20813" y="1057"/>
                  </a:lnTo>
                  <a:lnTo>
                    <a:pt x="20617" y="793"/>
                  </a:lnTo>
                  <a:lnTo>
                    <a:pt x="20320" y="528"/>
                  </a:lnTo>
                  <a:lnTo>
                    <a:pt x="20025" y="317"/>
                  </a:lnTo>
                  <a:lnTo>
                    <a:pt x="19632" y="107"/>
                  </a:lnTo>
                  <a:lnTo>
                    <a:pt x="19140" y="0"/>
                  </a:lnTo>
                  <a:close/>
                  <a:moveTo>
                    <a:pt x="14908" y="6549"/>
                  </a:moveTo>
                  <a:lnTo>
                    <a:pt x="15352" y="6971"/>
                  </a:lnTo>
                  <a:lnTo>
                    <a:pt x="15155" y="7129"/>
                  </a:lnTo>
                  <a:lnTo>
                    <a:pt x="14908" y="7078"/>
                  </a:lnTo>
                  <a:lnTo>
                    <a:pt x="14662" y="7078"/>
                  </a:lnTo>
                  <a:lnTo>
                    <a:pt x="14269" y="7129"/>
                  </a:lnTo>
                  <a:lnTo>
                    <a:pt x="14565" y="6813"/>
                  </a:lnTo>
                  <a:lnTo>
                    <a:pt x="14908" y="6549"/>
                  </a:lnTo>
                  <a:close/>
                  <a:moveTo>
                    <a:pt x="9200" y="5229"/>
                  </a:moveTo>
                  <a:lnTo>
                    <a:pt x="9398" y="5281"/>
                  </a:lnTo>
                  <a:lnTo>
                    <a:pt x="9447" y="5334"/>
                  </a:lnTo>
                  <a:lnTo>
                    <a:pt x="9447" y="5441"/>
                  </a:lnTo>
                  <a:lnTo>
                    <a:pt x="9496" y="5546"/>
                  </a:lnTo>
                  <a:lnTo>
                    <a:pt x="9644" y="5599"/>
                  </a:lnTo>
                  <a:lnTo>
                    <a:pt x="9890" y="5599"/>
                  </a:lnTo>
                  <a:lnTo>
                    <a:pt x="9940" y="5651"/>
                  </a:lnTo>
                  <a:lnTo>
                    <a:pt x="9988" y="5809"/>
                  </a:lnTo>
                  <a:lnTo>
                    <a:pt x="10037" y="5968"/>
                  </a:lnTo>
                  <a:lnTo>
                    <a:pt x="10037" y="6126"/>
                  </a:lnTo>
                  <a:lnTo>
                    <a:pt x="9988" y="6496"/>
                  </a:lnTo>
                  <a:lnTo>
                    <a:pt x="9890" y="6866"/>
                  </a:lnTo>
                  <a:lnTo>
                    <a:pt x="9693" y="7236"/>
                  </a:lnTo>
                  <a:lnTo>
                    <a:pt x="9595" y="7394"/>
                  </a:lnTo>
                  <a:lnTo>
                    <a:pt x="9447" y="7499"/>
                  </a:lnTo>
                  <a:lnTo>
                    <a:pt x="9300" y="7553"/>
                  </a:lnTo>
                  <a:lnTo>
                    <a:pt x="9103" y="7553"/>
                  </a:lnTo>
                  <a:lnTo>
                    <a:pt x="9103" y="7183"/>
                  </a:lnTo>
                  <a:lnTo>
                    <a:pt x="9053" y="6866"/>
                  </a:lnTo>
                  <a:lnTo>
                    <a:pt x="8905" y="6549"/>
                  </a:lnTo>
                  <a:lnTo>
                    <a:pt x="8709" y="6233"/>
                  </a:lnTo>
                  <a:lnTo>
                    <a:pt x="8463" y="5968"/>
                  </a:lnTo>
                  <a:lnTo>
                    <a:pt x="8168" y="5809"/>
                  </a:lnTo>
                  <a:lnTo>
                    <a:pt x="8168" y="5651"/>
                  </a:lnTo>
                  <a:lnTo>
                    <a:pt x="8265" y="5546"/>
                  </a:lnTo>
                  <a:lnTo>
                    <a:pt x="8365" y="5441"/>
                  </a:lnTo>
                  <a:lnTo>
                    <a:pt x="8512" y="5387"/>
                  </a:lnTo>
                  <a:lnTo>
                    <a:pt x="8807" y="5334"/>
                  </a:lnTo>
                  <a:lnTo>
                    <a:pt x="9200" y="5229"/>
                  </a:lnTo>
                  <a:close/>
                  <a:moveTo>
                    <a:pt x="8758" y="4596"/>
                  </a:moveTo>
                  <a:lnTo>
                    <a:pt x="8709" y="4647"/>
                  </a:lnTo>
                  <a:lnTo>
                    <a:pt x="8660" y="4754"/>
                  </a:lnTo>
                  <a:lnTo>
                    <a:pt x="8660" y="4912"/>
                  </a:lnTo>
                  <a:lnTo>
                    <a:pt x="8315" y="5017"/>
                  </a:lnTo>
                  <a:lnTo>
                    <a:pt x="8020" y="5122"/>
                  </a:lnTo>
                  <a:lnTo>
                    <a:pt x="7775" y="5387"/>
                  </a:lnTo>
                  <a:lnTo>
                    <a:pt x="7725" y="5493"/>
                  </a:lnTo>
                  <a:lnTo>
                    <a:pt x="7627" y="5651"/>
                  </a:lnTo>
                  <a:lnTo>
                    <a:pt x="7627" y="5863"/>
                  </a:lnTo>
                  <a:lnTo>
                    <a:pt x="7775" y="6074"/>
                  </a:lnTo>
                  <a:lnTo>
                    <a:pt x="7922" y="6179"/>
                  </a:lnTo>
                  <a:lnTo>
                    <a:pt x="8118" y="6284"/>
                  </a:lnTo>
                  <a:lnTo>
                    <a:pt x="8265" y="6391"/>
                  </a:lnTo>
                  <a:lnTo>
                    <a:pt x="8414" y="6496"/>
                  </a:lnTo>
                  <a:lnTo>
                    <a:pt x="8512" y="6654"/>
                  </a:lnTo>
                  <a:lnTo>
                    <a:pt x="8610" y="6866"/>
                  </a:lnTo>
                  <a:lnTo>
                    <a:pt x="8709" y="7236"/>
                  </a:lnTo>
                  <a:lnTo>
                    <a:pt x="8660" y="7605"/>
                  </a:lnTo>
                  <a:lnTo>
                    <a:pt x="8709" y="7763"/>
                  </a:lnTo>
                  <a:lnTo>
                    <a:pt x="8758" y="7869"/>
                  </a:lnTo>
                  <a:lnTo>
                    <a:pt x="9053" y="7975"/>
                  </a:lnTo>
                  <a:lnTo>
                    <a:pt x="9300" y="7975"/>
                  </a:lnTo>
                  <a:lnTo>
                    <a:pt x="9545" y="7923"/>
                  </a:lnTo>
                  <a:lnTo>
                    <a:pt x="9742" y="7816"/>
                  </a:lnTo>
                  <a:lnTo>
                    <a:pt x="9940" y="7605"/>
                  </a:lnTo>
                  <a:lnTo>
                    <a:pt x="10087" y="7394"/>
                  </a:lnTo>
                  <a:lnTo>
                    <a:pt x="10235" y="7129"/>
                  </a:lnTo>
                  <a:lnTo>
                    <a:pt x="10333" y="6866"/>
                  </a:lnTo>
                  <a:lnTo>
                    <a:pt x="10382" y="6601"/>
                  </a:lnTo>
                  <a:lnTo>
                    <a:pt x="10430" y="6284"/>
                  </a:lnTo>
                  <a:lnTo>
                    <a:pt x="10430" y="5651"/>
                  </a:lnTo>
                  <a:lnTo>
                    <a:pt x="10333" y="5441"/>
                  </a:lnTo>
                  <a:lnTo>
                    <a:pt x="10235" y="5281"/>
                  </a:lnTo>
                  <a:lnTo>
                    <a:pt x="10037" y="5176"/>
                  </a:lnTo>
                  <a:lnTo>
                    <a:pt x="9840" y="5176"/>
                  </a:lnTo>
                  <a:lnTo>
                    <a:pt x="9792" y="5017"/>
                  </a:lnTo>
                  <a:lnTo>
                    <a:pt x="9693" y="4964"/>
                  </a:lnTo>
                  <a:lnTo>
                    <a:pt x="9447" y="4859"/>
                  </a:lnTo>
                  <a:lnTo>
                    <a:pt x="9152" y="4754"/>
                  </a:lnTo>
                  <a:lnTo>
                    <a:pt x="8955" y="4647"/>
                  </a:lnTo>
                  <a:lnTo>
                    <a:pt x="8807" y="4596"/>
                  </a:lnTo>
                  <a:close/>
                  <a:moveTo>
                    <a:pt x="15745" y="7394"/>
                  </a:moveTo>
                  <a:lnTo>
                    <a:pt x="16335" y="8186"/>
                  </a:lnTo>
                  <a:lnTo>
                    <a:pt x="15795" y="8345"/>
                  </a:lnTo>
                  <a:lnTo>
                    <a:pt x="15302" y="8661"/>
                  </a:lnTo>
                  <a:lnTo>
                    <a:pt x="14810" y="8978"/>
                  </a:lnTo>
                  <a:lnTo>
                    <a:pt x="14613" y="9190"/>
                  </a:lnTo>
                  <a:lnTo>
                    <a:pt x="14465" y="9453"/>
                  </a:lnTo>
                  <a:lnTo>
                    <a:pt x="14417" y="9560"/>
                  </a:lnTo>
                  <a:lnTo>
                    <a:pt x="14465" y="9612"/>
                  </a:lnTo>
                  <a:lnTo>
                    <a:pt x="14565" y="9665"/>
                  </a:lnTo>
                  <a:lnTo>
                    <a:pt x="14662" y="9665"/>
                  </a:lnTo>
                  <a:lnTo>
                    <a:pt x="15105" y="9348"/>
                  </a:lnTo>
                  <a:lnTo>
                    <a:pt x="15499" y="9085"/>
                  </a:lnTo>
                  <a:lnTo>
                    <a:pt x="15892" y="8925"/>
                  </a:lnTo>
                  <a:lnTo>
                    <a:pt x="16287" y="8766"/>
                  </a:lnTo>
                  <a:lnTo>
                    <a:pt x="16434" y="8715"/>
                  </a:lnTo>
                  <a:lnTo>
                    <a:pt x="16582" y="8661"/>
                  </a:lnTo>
                  <a:lnTo>
                    <a:pt x="16630" y="8608"/>
                  </a:lnTo>
                  <a:lnTo>
                    <a:pt x="16925" y="9295"/>
                  </a:lnTo>
                  <a:lnTo>
                    <a:pt x="17222" y="9928"/>
                  </a:lnTo>
                  <a:lnTo>
                    <a:pt x="17172" y="9982"/>
                  </a:lnTo>
                  <a:lnTo>
                    <a:pt x="16532" y="10140"/>
                  </a:lnTo>
                  <a:lnTo>
                    <a:pt x="15843" y="10246"/>
                  </a:lnTo>
                  <a:lnTo>
                    <a:pt x="15155" y="10246"/>
                  </a:lnTo>
                  <a:lnTo>
                    <a:pt x="14417" y="10193"/>
                  </a:lnTo>
                  <a:lnTo>
                    <a:pt x="14318" y="10246"/>
                  </a:lnTo>
                  <a:lnTo>
                    <a:pt x="14269" y="10298"/>
                  </a:lnTo>
                  <a:lnTo>
                    <a:pt x="14269" y="10405"/>
                  </a:lnTo>
                  <a:lnTo>
                    <a:pt x="14367" y="10510"/>
                  </a:lnTo>
                  <a:lnTo>
                    <a:pt x="14662" y="10615"/>
                  </a:lnTo>
                  <a:lnTo>
                    <a:pt x="15007" y="10722"/>
                  </a:lnTo>
                  <a:lnTo>
                    <a:pt x="15695" y="10773"/>
                  </a:lnTo>
                  <a:lnTo>
                    <a:pt x="16040" y="10773"/>
                  </a:lnTo>
                  <a:lnTo>
                    <a:pt x="16385" y="10722"/>
                  </a:lnTo>
                  <a:lnTo>
                    <a:pt x="16877" y="10615"/>
                  </a:lnTo>
                  <a:lnTo>
                    <a:pt x="17025" y="10615"/>
                  </a:lnTo>
                  <a:lnTo>
                    <a:pt x="17123" y="10563"/>
                  </a:lnTo>
                  <a:lnTo>
                    <a:pt x="17172" y="10668"/>
                  </a:lnTo>
                  <a:lnTo>
                    <a:pt x="17222" y="10722"/>
                  </a:lnTo>
                  <a:lnTo>
                    <a:pt x="17270" y="10773"/>
                  </a:lnTo>
                  <a:lnTo>
                    <a:pt x="17418" y="10827"/>
                  </a:lnTo>
                  <a:lnTo>
                    <a:pt x="17467" y="11197"/>
                  </a:lnTo>
                  <a:lnTo>
                    <a:pt x="17517" y="11618"/>
                  </a:lnTo>
                  <a:lnTo>
                    <a:pt x="17418" y="11672"/>
                  </a:lnTo>
                  <a:lnTo>
                    <a:pt x="17025" y="11513"/>
                  </a:lnTo>
                  <a:lnTo>
                    <a:pt x="16730" y="11355"/>
                  </a:lnTo>
                  <a:lnTo>
                    <a:pt x="16434" y="11197"/>
                  </a:lnTo>
                  <a:lnTo>
                    <a:pt x="15942" y="11197"/>
                  </a:lnTo>
                  <a:lnTo>
                    <a:pt x="15795" y="11248"/>
                  </a:lnTo>
                  <a:lnTo>
                    <a:pt x="15057" y="11197"/>
                  </a:lnTo>
                  <a:lnTo>
                    <a:pt x="14613" y="11143"/>
                  </a:lnTo>
                  <a:lnTo>
                    <a:pt x="14417" y="11143"/>
                  </a:lnTo>
                  <a:lnTo>
                    <a:pt x="14318" y="11090"/>
                  </a:lnTo>
                  <a:lnTo>
                    <a:pt x="14170" y="10773"/>
                  </a:lnTo>
                  <a:lnTo>
                    <a:pt x="14122" y="10773"/>
                  </a:lnTo>
                  <a:lnTo>
                    <a:pt x="14122" y="11460"/>
                  </a:lnTo>
                  <a:lnTo>
                    <a:pt x="14220" y="11513"/>
                  </a:lnTo>
                  <a:lnTo>
                    <a:pt x="14810" y="11672"/>
                  </a:lnTo>
                  <a:lnTo>
                    <a:pt x="15400" y="11725"/>
                  </a:lnTo>
                  <a:lnTo>
                    <a:pt x="15400" y="11988"/>
                  </a:lnTo>
                  <a:lnTo>
                    <a:pt x="15450" y="12200"/>
                  </a:lnTo>
                  <a:lnTo>
                    <a:pt x="15548" y="12305"/>
                  </a:lnTo>
                  <a:lnTo>
                    <a:pt x="15597" y="12358"/>
                  </a:lnTo>
                  <a:lnTo>
                    <a:pt x="15795" y="12464"/>
                  </a:lnTo>
                  <a:lnTo>
                    <a:pt x="16040" y="12622"/>
                  </a:lnTo>
                  <a:lnTo>
                    <a:pt x="15302" y="12464"/>
                  </a:lnTo>
                  <a:lnTo>
                    <a:pt x="14712" y="12200"/>
                  </a:lnTo>
                  <a:lnTo>
                    <a:pt x="14367" y="12147"/>
                  </a:lnTo>
                  <a:lnTo>
                    <a:pt x="14023" y="12094"/>
                  </a:lnTo>
                  <a:lnTo>
                    <a:pt x="13678" y="11830"/>
                  </a:lnTo>
                  <a:lnTo>
                    <a:pt x="13482" y="11777"/>
                  </a:lnTo>
                  <a:lnTo>
                    <a:pt x="13335" y="11725"/>
                  </a:lnTo>
                  <a:lnTo>
                    <a:pt x="13039" y="11777"/>
                  </a:lnTo>
                  <a:lnTo>
                    <a:pt x="12842" y="11883"/>
                  </a:lnTo>
                  <a:lnTo>
                    <a:pt x="12695" y="12042"/>
                  </a:lnTo>
                  <a:lnTo>
                    <a:pt x="12547" y="12252"/>
                  </a:lnTo>
                  <a:lnTo>
                    <a:pt x="12400" y="12358"/>
                  </a:lnTo>
                  <a:lnTo>
                    <a:pt x="12202" y="12410"/>
                  </a:lnTo>
                  <a:lnTo>
                    <a:pt x="11858" y="12358"/>
                  </a:lnTo>
                  <a:lnTo>
                    <a:pt x="11563" y="12410"/>
                  </a:lnTo>
                  <a:lnTo>
                    <a:pt x="11267" y="12517"/>
                  </a:lnTo>
                  <a:lnTo>
                    <a:pt x="10972" y="12675"/>
                  </a:lnTo>
                  <a:lnTo>
                    <a:pt x="10628" y="12675"/>
                  </a:lnTo>
                  <a:lnTo>
                    <a:pt x="10530" y="12622"/>
                  </a:lnTo>
                  <a:lnTo>
                    <a:pt x="10480" y="12569"/>
                  </a:lnTo>
                  <a:lnTo>
                    <a:pt x="10480" y="12517"/>
                  </a:lnTo>
                  <a:lnTo>
                    <a:pt x="10578" y="12410"/>
                  </a:lnTo>
                  <a:lnTo>
                    <a:pt x="10727" y="12252"/>
                  </a:lnTo>
                  <a:lnTo>
                    <a:pt x="10923" y="12147"/>
                  </a:lnTo>
                  <a:lnTo>
                    <a:pt x="11267" y="11988"/>
                  </a:lnTo>
                  <a:lnTo>
                    <a:pt x="11710" y="11777"/>
                  </a:lnTo>
                  <a:lnTo>
                    <a:pt x="11957" y="11618"/>
                  </a:lnTo>
                  <a:lnTo>
                    <a:pt x="12104" y="11408"/>
                  </a:lnTo>
                  <a:lnTo>
                    <a:pt x="12252" y="11197"/>
                  </a:lnTo>
                  <a:lnTo>
                    <a:pt x="12350" y="10985"/>
                  </a:lnTo>
                  <a:lnTo>
                    <a:pt x="12350" y="10722"/>
                  </a:lnTo>
                  <a:lnTo>
                    <a:pt x="12300" y="10405"/>
                  </a:lnTo>
                  <a:lnTo>
                    <a:pt x="12202" y="10246"/>
                  </a:lnTo>
                  <a:lnTo>
                    <a:pt x="12055" y="10087"/>
                  </a:lnTo>
                  <a:lnTo>
                    <a:pt x="11858" y="9928"/>
                  </a:lnTo>
                  <a:lnTo>
                    <a:pt x="11660" y="9876"/>
                  </a:lnTo>
                  <a:lnTo>
                    <a:pt x="11465" y="9823"/>
                  </a:lnTo>
                  <a:lnTo>
                    <a:pt x="11267" y="9823"/>
                  </a:lnTo>
                  <a:lnTo>
                    <a:pt x="11070" y="9876"/>
                  </a:lnTo>
                  <a:lnTo>
                    <a:pt x="10874" y="9982"/>
                  </a:lnTo>
                  <a:lnTo>
                    <a:pt x="10628" y="10246"/>
                  </a:lnTo>
                  <a:lnTo>
                    <a:pt x="10727" y="10035"/>
                  </a:lnTo>
                  <a:lnTo>
                    <a:pt x="10874" y="9876"/>
                  </a:lnTo>
                  <a:lnTo>
                    <a:pt x="11120" y="9506"/>
                  </a:lnTo>
                  <a:lnTo>
                    <a:pt x="11415" y="9190"/>
                  </a:lnTo>
                  <a:lnTo>
                    <a:pt x="11760" y="8820"/>
                  </a:lnTo>
                  <a:lnTo>
                    <a:pt x="12005" y="8556"/>
                  </a:lnTo>
                  <a:lnTo>
                    <a:pt x="12252" y="8345"/>
                  </a:lnTo>
                  <a:lnTo>
                    <a:pt x="12300" y="8345"/>
                  </a:lnTo>
                  <a:lnTo>
                    <a:pt x="12595" y="8291"/>
                  </a:lnTo>
                  <a:lnTo>
                    <a:pt x="12892" y="8186"/>
                  </a:lnTo>
                  <a:lnTo>
                    <a:pt x="13482" y="7975"/>
                  </a:lnTo>
                  <a:lnTo>
                    <a:pt x="14023" y="7711"/>
                  </a:lnTo>
                  <a:lnTo>
                    <a:pt x="14269" y="7605"/>
                  </a:lnTo>
                  <a:lnTo>
                    <a:pt x="14613" y="7553"/>
                  </a:lnTo>
                  <a:lnTo>
                    <a:pt x="14220" y="7923"/>
                  </a:lnTo>
                  <a:lnTo>
                    <a:pt x="14072" y="8133"/>
                  </a:lnTo>
                  <a:lnTo>
                    <a:pt x="13974" y="8398"/>
                  </a:lnTo>
                  <a:lnTo>
                    <a:pt x="14023" y="8450"/>
                  </a:lnTo>
                  <a:lnTo>
                    <a:pt x="14269" y="8345"/>
                  </a:lnTo>
                  <a:lnTo>
                    <a:pt x="14515" y="8239"/>
                  </a:lnTo>
                  <a:lnTo>
                    <a:pt x="14958" y="7923"/>
                  </a:lnTo>
                  <a:lnTo>
                    <a:pt x="15745" y="7394"/>
                  </a:lnTo>
                  <a:close/>
                  <a:moveTo>
                    <a:pt x="16090" y="11883"/>
                  </a:moveTo>
                  <a:lnTo>
                    <a:pt x="16827" y="12094"/>
                  </a:lnTo>
                  <a:lnTo>
                    <a:pt x="17073" y="12358"/>
                  </a:lnTo>
                  <a:lnTo>
                    <a:pt x="17172" y="12410"/>
                  </a:lnTo>
                  <a:lnTo>
                    <a:pt x="17270" y="12464"/>
                  </a:lnTo>
                  <a:lnTo>
                    <a:pt x="17369" y="12410"/>
                  </a:lnTo>
                  <a:lnTo>
                    <a:pt x="17467" y="12358"/>
                  </a:lnTo>
                  <a:lnTo>
                    <a:pt x="17369" y="12992"/>
                  </a:lnTo>
                  <a:lnTo>
                    <a:pt x="16778" y="12834"/>
                  </a:lnTo>
                  <a:lnTo>
                    <a:pt x="16630" y="12464"/>
                  </a:lnTo>
                  <a:lnTo>
                    <a:pt x="16385" y="12200"/>
                  </a:lnTo>
                  <a:lnTo>
                    <a:pt x="16139" y="11988"/>
                  </a:lnTo>
                  <a:lnTo>
                    <a:pt x="16040" y="11935"/>
                  </a:lnTo>
                  <a:lnTo>
                    <a:pt x="16090" y="11883"/>
                  </a:lnTo>
                  <a:close/>
                  <a:moveTo>
                    <a:pt x="14662" y="12728"/>
                  </a:moveTo>
                  <a:lnTo>
                    <a:pt x="15450" y="13097"/>
                  </a:lnTo>
                  <a:lnTo>
                    <a:pt x="16237" y="13309"/>
                  </a:lnTo>
                  <a:lnTo>
                    <a:pt x="16139" y="13520"/>
                  </a:lnTo>
                  <a:lnTo>
                    <a:pt x="15990" y="13731"/>
                  </a:lnTo>
                  <a:lnTo>
                    <a:pt x="15795" y="13837"/>
                  </a:lnTo>
                  <a:lnTo>
                    <a:pt x="15695" y="13837"/>
                  </a:lnTo>
                  <a:lnTo>
                    <a:pt x="15597" y="13784"/>
                  </a:lnTo>
                  <a:lnTo>
                    <a:pt x="15450" y="13731"/>
                  </a:lnTo>
                  <a:lnTo>
                    <a:pt x="15302" y="13572"/>
                  </a:lnTo>
                  <a:lnTo>
                    <a:pt x="15057" y="13309"/>
                  </a:lnTo>
                  <a:lnTo>
                    <a:pt x="14662" y="12728"/>
                  </a:lnTo>
                  <a:close/>
                  <a:moveTo>
                    <a:pt x="16778" y="13467"/>
                  </a:moveTo>
                  <a:lnTo>
                    <a:pt x="17270" y="13520"/>
                  </a:lnTo>
                  <a:lnTo>
                    <a:pt x="16975" y="14629"/>
                  </a:lnTo>
                  <a:lnTo>
                    <a:pt x="16877" y="14524"/>
                  </a:lnTo>
                  <a:lnTo>
                    <a:pt x="16582" y="14524"/>
                  </a:lnTo>
                  <a:lnTo>
                    <a:pt x="16385" y="14471"/>
                  </a:lnTo>
                  <a:lnTo>
                    <a:pt x="15942" y="14365"/>
                  </a:lnTo>
                  <a:lnTo>
                    <a:pt x="16237" y="14207"/>
                  </a:lnTo>
                  <a:lnTo>
                    <a:pt x="16483" y="14049"/>
                  </a:lnTo>
                  <a:lnTo>
                    <a:pt x="16630" y="13784"/>
                  </a:lnTo>
                  <a:lnTo>
                    <a:pt x="16778" y="13467"/>
                  </a:lnTo>
                  <a:close/>
                  <a:moveTo>
                    <a:pt x="13925" y="13995"/>
                  </a:moveTo>
                  <a:lnTo>
                    <a:pt x="15302" y="14629"/>
                  </a:lnTo>
                  <a:lnTo>
                    <a:pt x="15990" y="14946"/>
                  </a:lnTo>
                  <a:lnTo>
                    <a:pt x="16434" y="15104"/>
                  </a:lnTo>
                  <a:lnTo>
                    <a:pt x="16630" y="15104"/>
                  </a:lnTo>
                  <a:lnTo>
                    <a:pt x="16778" y="15052"/>
                  </a:lnTo>
                  <a:lnTo>
                    <a:pt x="16532" y="15791"/>
                  </a:lnTo>
                  <a:lnTo>
                    <a:pt x="16139" y="15632"/>
                  </a:lnTo>
                  <a:lnTo>
                    <a:pt x="15942" y="15527"/>
                  </a:lnTo>
                  <a:lnTo>
                    <a:pt x="15795" y="15421"/>
                  </a:lnTo>
                  <a:lnTo>
                    <a:pt x="15450" y="15157"/>
                  </a:lnTo>
                  <a:lnTo>
                    <a:pt x="15302" y="14999"/>
                  </a:lnTo>
                  <a:lnTo>
                    <a:pt x="15105" y="14892"/>
                  </a:lnTo>
                  <a:lnTo>
                    <a:pt x="14860" y="14841"/>
                  </a:lnTo>
                  <a:lnTo>
                    <a:pt x="14613" y="14787"/>
                  </a:lnTo>
                  <a:lnTo>
                    <a:pt x="14072" y="14734"/>
                  </a:lnTo>
                  <a:lnTo>
                    <a:pt x="14023" y="14365"/>
                  </a:lnTo>
                  <a:lnTo>
                    <a:pt x="13925" y="13995"/>
                  </a:lnTo>
                  <a:close/>
                  <a:moveTo>
                    <a:pt x="14023" y="15157"/>
                  </a:moveTo>
                  <a:lnTo>
                    <a:pt x="14465" y="15262"/>
                  </a:lnTo>
                  <a:lnTo>
                    <a:pt x="14712" y="15316"/>
                  </a:lnTo>
                  <a:lnTo>
                    <a:pt x="14908" y="15421"/>
                  </a:lnTo>
                  <a:lnTo>
                    <a:pt x="15204" y="15579"/>
                  </a:lnTo>
                  <a:lnTo>
                    <a:pt x="15450" y="15791"/>
                  </a:lnTo>
                  <a:lnTo>
                    <a:pt x="15695" y="16002"/>
                  </a:lnTo>
                  <a:lnTo>
                    <a:pt x="15942" y="16214"/>
                  </a:lnTo>
                  <a:lnTo>
                    <a:pt x="16237" y="16319"/>
                  </a:lnTo>
                  <a:lnTo>
                    <a:pt x="15745" y="17164"/>
                  </a:lnTo>
                  <a:lnTo>
                    <a:pt x="15597" y="17164"/>
                  </a:lnTo>
                  <a:lnTo>
                    <a:pt x="15400" y="17111"/>
                  </a:lnTo>
                  <a:lnTo>
                    <a:pt x="15057" y="16899"/>
                  </a:lnTo>
                  <a:lnTo>
                    <a:pt x="14170" y="16531"/>
                  </a:lnTo>
                  <a:lnTo>
                    <a:pt x="13777" y="16319"/>
                  </a:lnTo>
                  <a:lnTo>
                    <a:pt x="13925" y="15791"/>
                  </a:lnTo>
                  <a:lnTo>
                    <a:pt x="14023" y="15262"/>
                  </a:lnTo>
                  <a:lnTo>
                    <a:pt x="14023" y="15157"/>
                  </a:lnTo>
                  <a:close/>
                  <a:moveTo>
                    <a:pt x="13580" y="16794"/>
                  </a:moveTo>
                  <a:lnTo>
                    <a:pt x="14465" y="17216"/>
                  </a:lnTo>
                  <a:lnTo>
                    <a:pt x="14908" y="17481"/>
                  </a:lnTo>
                  <a:lnTo>
                    <a:pt x="15155" y="17586"/>
                  </a:lnTo>
                  <a:lnTo>
                    <a:pt x="15400" y="17693"/>
                  </a:lnTo>
                  <a:lnTo>
                    <a:pt x="15057" y="18220"/>
                  </a:lnTo>
                  <a:lnTo>
                    <a:pt x="14613" y="18061"/>
                  </a:lnTo>
                  <a:lnTo>
                    <a:pt x="14023" y="17851"/>
                  </a:lnTo>
                  <a:lnTo>
                    <a:pt x="13482" y="17639"/>
                  </a:lnTo>
                  <a:lnTo>
                    <a:pt x="13235" y="17481"/>
                  </a:lnTo>
                  <a:lnTo>
                    <a:pt x="13580" y="16794"/>
                  </a:lnTo>
                  <a:close/>
                  <a:moveTo>
                    <a:pt x="12547" y="13784"/>
                  </a:moveTo>
                  <a:lnTo>
                    <a:pt x="12842" y="13837"/>
                  </a:lnTo>
                  <a:lnTo>
                    <a:pt x="13137" y="13890"/>
                  </a:lnTo>
                  <a:lnTo>
                    <a:pt x="13383" y="14049"/>
                  </a:lnTo>
                  <a:lnTo>
                    <a:pt x="13482" y="14207"/>
                  </a:lnTo>
                  <a:lnTo>
                    <a:pt x="13530" y="14312"/>
                  </a:lnTo>
                  <a:lnTo>
                    <a:pt x="13580" y="14524"/>
                  </a:lnTo>
                  <a:lnTo>
                    <a:pt x="13580" y="14682"/>
                  </a:lnTo>
                  <a:lnTo>
                    <a:pt x="13187" y="14629"/>
                  </a:lnTo>
                  <a:lnTo>
                    <a:pt x="13137" y="14682"/>
                  </a:lnTo>
                  <a:lnTo>
                    <a:pt x="13137" y="14734"/>
                  </a:lnTo>
                  <a:lnTo>
                    <a:pt x="13335" y="14892"/>
                  </a:lnTo>
                  <a:lnTo>
                    <a:pt x="13530" y="15052"/>
                  </a:lnTo>
                  <a:lnTo>
                    <a:pt x="13432" y="15527"/>
                  </a:lnTo>
                  <a:lnTo>
                    <a:pt x="13335" y="15949"/>
                  </a:lnTo>
                  <a:lnTo>
                    <a:pt x="13285" y="16107"/>
                  </a:lnTo>
                  <a:lnTo>
                    <a:pt x="12940" y="16002"/>
                  </a:lnTo>
                  <a:lnTo>
                    <a:pt x="12595" y="15949"/>
                  </a:lnTo>
                  <a:lnTo>
                    <a:pt x="12547" y="15949"/>
                  </a:lnTo>
                  <a:lnTo>
                    <a:pt x="12497" y="16002"/>
                  </a:lnTo>
                  <a:lnTo>
                    <a:pt x="12497" y="16054"/>
                  </a:lnTo>
                  <a:lnTo>
                    <a:pt x="12547" y="16107"/>
                  </a:lnTo>
                  <a:lnTo>
                    <a:pt x="12793" y="16372"/>
                  </a:lnTo>
                  <a:lnTo>
                    <a:pt x="13137" y="16583"/>
                  </a:lnTo>
                  <a:lnTo>
                    <a:pt x="12743" y="17269"/>
                  </a:lnTo>
                  <a:lnTo>
                    <a:pt x="12153" y="17006"/>
                  </a:lnTo>
                  <a:lnTo>
                    <a:pt x="11513" y="16741"/>
                  </a:lnTo>
                  <a:lnTo>
                    <a:pt x="11465" y="16741"/>
                  </a:lnTo>
                  <a:lnTo>
                    <a:pt x="11465" y="16848"/>
                  </a:lnTo>
                  <a:lnTo>
                    <a:pt x="11710" y="17058"/>
                  </a:lnTo>
                  <a:lnTo>
                    <a:pt x="11957" y="17323"/>
                  </a:lnTo>
                  <a:lnTo>
                    <a:pt x="12497" y="17693"/>
                  </a:lnTo>
                  <a:lnTo>
                    <a:pt x="12153" y="18114"/>
                  </a:lnTo>
                  <a:lnTo>
                    <a:pt x="11809" y="18431"/>
                  </a:lnTo>
                  <a:lnTo>
                    <a:pt x="11465" y="18273"/>
                  </a:lnTo>
                  <a:lnTo>
                    <a:pt x="11267" y="17376"/>
                  </a:lnTo>
                  <a:lnTo>
                    <a:pt x="11120" y="16478"/>
                  </a:lnTo>
                  <a:lnTo>
                    <a:pt x="11022" y="16266"/>
                  </a:lnTo>
                  <a:lnTo>
                    <a:pt x="10923" y="16107"/>
                  </a:lnTo>
                  <a:lnTo>
                    <a:pt x="10775" y="16002"/>
                  </a:lnTo>
                  <a:lnTo>
                    <a:pt x="9890" y="16002"/>
                  </a:lnTo>
                  <a:lnTo>
                    <a:pt x="9742" y="15949"/>
                  </a:lnTo>
                  <a:lnTo>
                    <a:pt x="9595" y="15896"/>
                  </a:lnTo>
                  <a:lnTo>
                    <a:pt x="9398" y="15686"/>
                  </a:lnTo>
                  <a:lnTo>
                    <a:pt x="9250" y="15369"/>
                  </a:lnTo>
                  <a:lnTo>
                    <a:pt x="9200" y="15052"/>
                  </a:lnTo>
                  <a:lnTo>
                    <a:pt x="9200" y="14892"/>
                  </a:lnTo>
                  <a:lnTo>
                    <a:pt x="9250" y="14734"/>
                  </a:lnTo>
                  <a:lnTo>
                    <a:pt x="9300" y="14576"/>
                  </a:lnTo>
                  <a:lnTo>
                    <a:pt x="9398" y="14471"/>
                  </a:lnTo>
                  <a:lnTo>
                    <a:pt x="9693" y="14365"/>
                  </a:lnTo>
                  <a:lnTo>
                    <a:pt x="9988" y="14259"/>
                  </a:lnTo>
                  <a:lnTo>
                    <a:pt x="11170" y="13995"/>
                  </a:lnTo>
                  <a:lnTo>
                    <a:pt x="11267" y="14049"/>
                  </a:lnTo>
                  <a:lnTo>
                    <a:pt x="11465" y="14049"/>
                  </a:lnTo>
                  <a:lnTo>
                    <a:pt x="11858" y="13890"/>
                  </a:lnTo>
                  <a:lnTo>
                    <a:pt x="12252" y="13784"/>
                  </a:lnTo>
                  <a:close/>
                  <a:moveTo>
                    <a:pt x="1378" y="10615"/>
                  </a:moveTo>
                  <a:lnTo>
                    <a:pt x="1378" y="11355"/>
                  </a:lnTo>
                  <a:lnTo>
                    <a:pt x="1476" y="12147"/>
                  </a:lnTo>
                  <a:lnTo>
                    <a:pt x="1525" y="12200"/>
                  </a:lnTo>
                  <a:lnTo>
                    <a:pt x="1623" y="12252"/>
                  </a:lnTo>
                  <a:lnTo>
                    <a:pt x="1722" y="12252"/>
                  </a:lnTo>
                  <a:lnTo>
                    <a:pt x="1820" y="12200"/>
                  </a:lnTo>
                  <a:lnTo>
                    <a:pt x="2510" y="11618"/>
                  </a:lnTo>
                  <a:lnTo>
                    <a:pt x="2608" y="12887"/>
                  </a:lnTo>
                  <a:lnTo>
                    <a:pt x="2657" y="13837"/>
                  </a:lnTo>
                  <a:lnTo>
                    <a:pt x="2657" y="14259"/>
                  </a:lnTo>
                  <a:lnTo>
                    <a:pt x="2510" y="14417"/>
                  </a:lnTo>
                  <a:lnTo>
                    <a:pt x="2362" y="14524"/>
                  </a:lnTo>
                  <a:lnTo>
                    <a:pt x="2165" y="14787"/>
                  </a:lnTo>
                  <a:lnTo>
                    <a:pt x="2017" y="15052"/>
                  </a:lnTo>
                  <a:lnTo>
                    <a:pt x="1968" y="15316"/>
                  </a:lnTo>
                  <a:lnTo>
                    <a:pt x="1968" y="15632"/>
                  </a:lnTo>
                  <a:lnTo>
                    <a:pt x="2017" y="15949"/>
                  </a:lnTo>
                  <a:lnTo>
                    <a:pt x="2115" y="16266"/>
                  </a:lnTo>
                  <a:lnTo>
                    <a:pt x="2263" y="16848"/>
                  </a:lnTo>
                  <a:lnTo>
                    <a:pt x="2903" y="18538"/>
                  </a:lnTo>
                  <a:lnTo>
                    <a:pt x="2460" y="18009"/>
                  </a:lnTo>
                  <a:lnTo>
                    <a:pt x="2017" y="17481"/>
                  </a:lnTo>
                  <a:lnTo>
                    <a:pt x="1623" y="16794"/>
                  </a:lnTo>
                  <a:lnTo>
                    <a:pt x="1230" y="16107"/>
                  </a:lnTo>
                  <a:lnTo>
                    <a:pt x="985" y="15369"/>
                  </a:lnTo>
                  <a:lnTo>
                    <a:pt x="787" y="14629"/>
                  </a:lnTo>
                  <a:lnTo>
                    <a:pt x="738" y="14154"/>
                  </a:lnTo>
                  <a:lnTo>
                    <a:pt x="688" y="13679"/>
                  </a:lnTo>
                  <a:lnTo>
                    <a:pt x="738" y="13204"/>
                  </a:lnTo>
                  <a:lnTo>
                    <a:pt x="787" y="12728"/>
                  </a:lnTo>
                  <a:lnTo>
                    <a:pt x="1033" y="11777"/>
                  </a:lnTo>
                  <a:lnTo>
                    <a:pt x="1280" y="10880"/>
                  </a:lnTo>
                  <a:lnTo>
                    <a:pt x="1378" y="10615"/>
                  </a:lnTo>
                  <a:close/>
                  <a:moveTo>
                    <a:pt x="12892" y="17956"/>
                  </a:moveTo>
                  <a:lnTo>
                    <a:pt x="13335" y="18168"/>
                  </a:lnTo>
                  <a:lnTo>
                    <a:pt x="14318" y="18590"/>
                  </a:lnTo>
                  <a:lnTo>
                    <a:pt x="14613" y="18696"/>
                  </a:lnTo>
                  <a:lnTo>
                    <a:pt x="14122" y="19171"/>
                  </a:lnTo>
                  <a:lnTo>
                    <a:pt x="13630" y="19593"/>
                  </a:lnTo>
                  <a:lnTo>
                    <a:pt x="12990" y="19118"/>
                  </a:lnTo>
                  <a:lnTo>
                    <a:pt x="12300" y="18696"/>
                  </a:lnTo>
                  <a:lnTo>
                    <a:pt x="12595" y="18326"/>
                  </a:lnTo>
                  <a:lnTo>
                    <a:pt x="12892" y="17956"/>
                  </a:lnTo>
                  <a:close/>
                  <a:moveTo>
                    <a:pt x="3445" y="7499"/>
                  </a:moveTo>
                  <a:lnTo>
                    <a:pt x="3887" y="7658"/>
                  </a:lnTo>
                  <a:lnTo>
                    <a:pt x="4380" y="7711"/>
                  </a:lnTo>
                  <a:lnTo>
                    <a:pt x="5363" y="7711"/>
                  </a:lnTo>
                  <a:lnTo>
                    <a:pt x="6347" y="7816"/>
                  </a:lnTo>
                  <a:lnTo>
                    <a:pt x="7332" y="7975"/>
                  </a:lnTo>
                  <a:lnTo>
                    <a:pt x="7135" y="8133"/>
                  </a:lnTo>
                  <a:lnTo>
                    <a:pt x="6938" y="8239"/>
                  </a:lnTo>
                  <a:lnTo>
                    <a:pt x="6545" y="8398"/>
                  </a:lnTo>
                  <a:lnTo>
                    <a:pt x="6298" y="8556"/>
                  </a:lnTo>
                  <a:lnTo>
                    <a:pt x="6052" y="8715"/>
                  </a:lnTo>
                  <a:lnTo>
                    <a:pt x="5855" y="8978"/>
                  </a:lnTo>
                  <a:lnTo>
                    <a:pt x="5757" y="9243"/>
                  </a:lnTo>
                  <a:lnTo>
                    <a:pt x="5708" y="9348"/>
                  </a:lnTo>
                  <a:lnTo>
                    <a:pt x="5757" y="9506"/>
                  </a:lnTo>
                  <a:lnTo>
                    <a:pt x="5805" y="9612"/>
                  </a:lnTo>
                  <a:lnTo>
                    <a:pt x="5855" y="9718"/>
                  </a:lnTo>
                  <a:lnTo>
                    <a:pt x="5953" y="9823"/>
                  </a:lnTo>
                  <a:lnTo>
                    <a:pt x="6101" y="9823"/>
                  </a:lnTo>
                  <a:lnTo>
                    <a:pt x="6249" y="9876"/>
                  </a:lnTo>
                  <a:lnTo>
                    <a:pt x="6298" y="9982"/>
                  </a:lnTo>
                  <a:lnTo>
                    <a:pt x="6347" y="10246"/>
                  </a:lnTo>
                  <a:lnTo>
                    <a:pt x="6397" y="10510"/>
                  </a:lnTo>
                  <a:lnTo>
                    <a:pt x="6397" y="11038"/>
                  </a:lnTo>
                  <a:lnTo>
                    <a:pt x="6445" y="11248"/>
                  </a:lnTo>
                  <a:lnTo>
                    <a:pt x="6150" y="10827"/>
                  </a:lnTo>
                  <a:lnTo>
                    <a:pt x="5855" y="10457"/>
                  </a:lnTo>
                  <a:lnTo>
                    <a:pt x="5708" y="10352"/>
                  </a:lnTo>
                  <a:lnTo>
                    <a:pt x="5560" y="10298"/>
                  </a:lnTo>
                  <a:lnTo>
                    <a:pt x="5363" y="10246"/>
                  </a:lnTo>
                  <a:lnTo>
                    <a:pt x="5215" y="10298"/>
                  </a:lnTo>
                  <a:lnTo>
                    <a:pt x="4870" y="10405"/>
                  </a:lnTo>
                  <a:lnTo>
                    <a:pt x="4575" y="10615"/>
                  </a:lnTo>
                  <a:lnTo>
                    <a:pt x="4280" y="10932"/>
                  </a:lnTo>
                  <a:lnTo>
                    <a:pt x="3985" y="11248"/>
                  </a:lnTo>
                  <a:lnTo>
                    <a:pt x="3788" y="11618"/>
                  </a:lnTo>
                  <a:lnTo>
                    <a:pt x="3640" y="12042"/>
                  </a:lnTo>
                  <a:lnTo>
                    <a:pt x="3543" y="12464"/>
                  </a:lnTo>
                  <a:lnTo>
                    <a:pt x="3493" y="12887"/>
                  </a:lnTo>
                  <a:lnTo>
                    <a:pt x="3493" y="13309"/>
                  </a:lnTo>
                  <a:lnTo>
                    <a:pt x="3592" y="13731"/>
                  </a:lnTo>
                  <a:lnTo>
                    <a:pt x="3592" y="13837"/>
                  </a:lnTo>
                  <a:lnTo>
                    <a:pt x="3690" y="13890"/>
                  </a:lnTo>
                  <a:lnTo>
                    <a:pt x="3740" y="13942"/>
                  </a:lnTo>
                  <a:lnTo>
                    <a:pt x="4232" y="13942"/>
                  </a:lnTo>
                  <a:lnTo>
                    <a:pt x="4625" y="14049"/>
                  </a:lnTo>
                  <a:lnTo>
                    <a:pt x="4970" y="14207"/>
                  </a:lnTo>
                  <a:lnTo>
                    <a:pt x="5314" y="14417"/>
                  </a:lnTo>
                  <a:lnTo>
                    <a:pt x="5610" y="14682"/>
                  </a:lnTo>
                  <a:lnTo>
                    <a:pt x="5905" y="14999"/>
                  </a:lnTo>
                  <a:lnTo>
                    <a:pt x="6397" y="15632"/>
                  </a:lnTo>
                  <a:lnTo>
                    <a:pt x="5905" y="16054"/>
                  </a:lnTo>
                  <a:lnTo>
                    <a:pt x="5510" y="16478"/>
                  </a:lnTo>
                  <a:lnTo>
                    <a:pt x="5117" y="16953"/>
                  </a:lnTo>
                  <a:lnTo>
                    <a:pt x="4822" y="17481"/>
                  </a:lnTo>
                  <a:lnTo>
                    <a:pt x="4575" y="18061"/>
                  </a:lnTo>
                  <a:lnTo>
                    <a:pt x="4380" y="18696"/>
                  </a:lnTo>
                  <a:lnTo>
                    <a:pt x="4280" y="19330"/>
                  </a:lnTo>
                  <a:lnTo>
                    <a:pt x="4232" y="19963"/>
                  </a:lnTo>
                  <a:lnTo>
                    <a:pt x="4133" y="19910"/>
                  </a:lnTo>
                  <a:lnTo>
                    <a:pt x="3985" y="19751"/>
                  </a:lnTo>
                  <a:lnTo>
                    <a:pt x="3887" y="19540"/>
                  </a:lnTo>
                  <a:lnTo>
                    <a:pt x="3297" y="18114"/>
                  </a:lnTo>
                  <a:lnTo>
                    <a:pt x="2805" y="16848"/>
                  </a:lnTo>
                  <a:lnTo>
                    <a:pt x="2608" y="16214"/>
                  </a:lnTo>
                  <a:lnTo>
                    <a:pt x="2510" y="15579"/>
                  </a:lnTo>
                  <a:lnTo>
                    <a:pt x="2510" y="15316"/>
                  </a:lnTo>
                  <a:lnTo>
                    <a:pt x="2608" y="15104"/>
                  </a:lnTo>
                  <a:lnTo>
                    <a:pt x="2755" y="14946"/>
                  </a:lnTo>
                  <a:lnTo>
                    <a:pt x="2952" y="14787"/>
                  </a:lnTo>
                  <a:lnTo>
                    <a:pt x="3100" y="14629"/>
                  </a:lnTo>
                  <a:lnTo>
                    <a:pt x="3198" y="14471"/>
                  </a:lnTo>
                  <a:lnTo>
                    <a:pt x="3198" y="13995"/>
                  </a:lnTo>
                  <a:lnTo>
                    <a:pt x="3100" y="12569"/>
                  </a:lnTo>
                  <a:lnTo>
                    <a:pt x="2903" y="11143"/>
                  </a:lnTo>
                  <a:lnTo>
                    <a:pt x="2903" y="11038"/>
                  </a:lnTo>
                  <a:lnTo>
                    <a:pt x="2805" y="10932"/>
                  </a:lnTo>
                  <a:lnTo>
                    <a:pt x="2608" y="10932"/>
                  </a:lnTo>
                  <a:lnTo>
                    <a:pt x="1820" y="11618"/>
                  </a:lnTo>
                  <a:lnTo>
                    <a:pt x="1771" y="11038"/>
                  </a:lnTo>
                  <a:lnTo>
                    <a:pt x="1820" y="10457"/>
                  </a:lnTo>
                  <a:lnTo>
                    <a:pt x="1870" y="9876"/>
                  </a:lnTo>
                  <a:lnTo>
                    <a:pt x="2017" y="9295"/>
                  </a:lnTo>
                  <a:lnTo>
                    <a:pt x="2017" y="9190"/>
                  </a:lnTo>
                  <a:lnTo>
                    <a:pt x="1968" y="9085"/>
                  </a:lnTo>
                  <a:lnTo>
                    <a:pt x="2313" y="8345"/>
                  </a:lnTo>
                  <a:lnTo>
                    <a:pt x="2657" y="7658"/>
                  </a:lnTo>
                  <a:lnTo>
                    <a:pt x="3002" y="7711"/>
                  </a:lnTo>
                  <a:lnTo>
                    <a:pt x="3345" y="7763"/>
                  </a:lnTo>
                  <a:lnTo>
                    <a:pt x="3445" y="7711"/>
                  </a:lnTo>
                  <a:lnTo>
                    <a:pt x="3493" y="7658"/>
                  </a:lnTo>
                  <a:lnTo>
                    <a:pt x="3493" y="7605"/>
                  </a:lnTo>
                  <a:lnTo>
                    <a:pt x="3445" y="7499"/>
                  </a:lnTo>
                  <a:close/>
                  <a:moveTo>
                    <a:pt x="11809" y="20068"/>
                  </a:moveTo>
                  <a:lnTo>
                    <a:pt x="12202" y="20121"/>
                  </a:lnTo>
                  <a:lnTo>
                    <a:pt x="12595" y="20227"/>
                  </a:lnTo>
                  <a:lnTo>
                    <a:pt x="12350" y="20280"/>
                  </a:lnTo>
                  <a:lnTo>
                    <a:pt x="12300" y="20227"/>
                  </a:lnTo>
                  <a:lnTo>
                    <a:pt x="12153" y="20227"/>
                  </a:lnTo>
                  <a:lnTo>
                    <a:pt x="12055" y="20121"/>
                  </a:lnTo>
                  <a:lnTo>
                    <a:pt x="11809" y="20068"/>
                  </a:lnTo>
                  <a:close/>
                  <a:moveTo>
                    <a:pt x="7799" y="20412"/>
                  </a:moveTo>
                  <a:lnTo>
                    <a:pt x="7775" y="20438"/>
                  </a:lnTo>
                  <a:lnTo>
                    <a:pt x="7725" y="20438"/>
                  </a:lnTo>
                  <a:lnTo>
                    <a:pt x="7799" y="20412"/>
                  </a:lnTo>
                  <a:close/>
                  <a:moveTo>
                    <a:pt x="9595" y="4226"/>
                  </a:moveTo>
                  <a:lnTo>
                    <a:pt x="10185" y="4331"/>
                  </a:lnTo>
                  <a:lnTo>
                    <a:pt x="10775" y="4437"/>
                  </a:lnTo>
                  <a:lnTo>
                    <a:pt x="11317" y="4542"/>
                  </a:lnTo>
                  <a:lnTo>
                    <a:pt x="11267" y="4596"/>
                  </a:lnTo>
                  <a:lnTo>
                    <a:pt x="11267" y="4701"/>
                  </a:lnTo>
                  <a:lnTo>
                    <a:pt x="11317" y="4701"/>
                  </a:lnTo>
                  <a:lnTo>
                    <a:pt x="11563" y="4647"/>
                  </a:lnTo>
                  <a:lnTo>
                    <a:pt x="11760" y="4701"/>
                  </a:lnTo>
                  <a:lnTo>
                    <a:pt x="11809" y="4701"/>
                  </a:lnTo>
                  <a:lnTo>
                    <a:pt x="11760" y="4806"/>
                  </a:lnTo>
                  <a:lnTo>
                    <a:pt x="11760" y="4964"/>
                  </a:lnTo>
                  <a:lnTo>
                    <a:pt x="11809" y="5017"/>
                  </a:lnTo>
                  <a:lnTo>
                    <a:pt x="11858" y="5017"/>
                  </a:lnTo>
                  <a:lnTo>
                    <a:pt x="11957" y="5071"/>
                  </a:lnTo>
                  <a:lnTo>
                    <a:pt x="12055" y="5122"/>
                  </a:lnTo>
                  <a:lnTo>
                    <a:pt x="12202" y="5281"/>
                  </a:lnTo>
                  <a:lnTo>
                    <a:pt x="12350" y="5493"/>
                  </a:lnTo>
                  <a:lnTo>
                    <a:pt x="12400" y="5546"/>
                  </a:lnTo>
                  <a:lnTo>
                    <a:pt x="12448" y="5599"/>
                  </a:lnTo>
                  <a:lnTo>
                    <a:pt x="12497" y="5546"/>
                  </a:lnTo>
                  <a:lnTo>
                    <a:pt x="12595" y="5387"/>
                  </a:lnTo>
                  <a:lnTo>
                    <a:pt x="12695" y="5229"/>
                  </a:lnTo>
                  <a:lnTo>
                    <a:pt x="12793" y="5122"/>
                  </a:lnTo>
                  <a:lnTo>
                    <a:pt x="13088" y="5229"/>
                  </a:lnTo>
                  <a:lnTo>
                    <a:pt x="12892" y="5493"/>
                  </a:lnTo>
                  <a:lnTo>
                    <a:pt x="12743" y="5757"/>
                  </a:lnTo>
                  <a:lnTo>
                    <a:pt x="12695" y="5863"/>
                  </a:lnTo>
                  <a:lnTo>
                    <a:pt x="12695" y="6021"/>
                  </a:lnTo>
                  <a:lnTo>
                    <a:pt x="12842" y="6021"/>
                  </a:lnTo>
                  <a:lnTo>
                    <a:pt x="12940" y="5968"/>
                  </a:lnTo>
                  <a:lnTo>
                    <a:pt x="13137" y="5809"/>
                  </a:lnTo>
                  <a:lnTo>
                    <a:pt x="13482" y="5493"/>
                  </a:lnTo>
                  <a:lnTo>
                    <a:pt x="13825" y="5704"/>
                  </a:lnTo>
                  <a:lnTo>
                    <a:pt x="13728" y="5809"/>
                  </a:lnTo>
                  <a:lnTo>
                    <a:pt x="13383" y="6284"/>
                  </a:lnTo>
                  <a:lnTo>
                    <a:pt x="13235" y="6496"/>
                  </a:lnTo>
                  <a:lnTo>
                    <a:pt x="13137" y="6761"/>
                  </a:lnTo>
                  <a:lnTo>
                    <a:pt x="13137" y="6813"/>
                  </a:lnTo>
                  <a:lnTo>
                    <a:pt x="13187" y="6813"/>
                  </a:lnTo>
                  <a:lnTo>
                    <a:pt x="13432" y="6708"/>
                  </a:lnTo>
                  <a:lnTo>
                    <a:pt x="13678" y="6549"/>
                  </a:lnTo>
                  <a:lnTo>
                    <a:pt x="14072" y="6233"/>
                  </a:lnTo>
                  <a:lnTo>
                    <a:pt x="14269" y="6021"/>
                  </a:lnTo>
                  <a:lnTo>
                    <a:pt x="14515" y="6179"/>
                  </a:lnTo>
                  <a:lnTo>
                    <a:pt x="14170" y="6549"/>
                  </a:lnTo>
                  <a:lnTo>
                    <a:pt x="13777" y="7024"/>
                  </a:lnTo>
                  <a:lnTo>
                    <a:pt x="13482" y="7499"/>
                  </a:lnTo>
                  <a:lnTo>
                    <a:pt x="13335" y="7553"/>
                  </a:lnTo>
                  <a:lnTo>
                    <a:pt x="12940" y="7763"/>
                  </a:lnTo>
                  <a:lnTo>
                    <a:pt x="12595" y="7975"/>
                  </a:lnTo>
                  <a:lnTo>
                    <a:pt x="12448" y="7975"/>
                  </a:lnTo>
                  <a:lnTo>
                    <a:pt x="12252" y="8028"/>
                  </a:lnTo>
                  <a:lnTo>
                    <a:pt x="11809" y="8291"/>
                  </a:lnTo>
                  <a:lnTo>
                    <a:pt x="11465" y="8608"/>
                  </a:lnTo>
                  <a:lnTo>
                    <a:pt x="11218" y="8766"/>
                  </a:lnTo>
                  <a:lnTo>
                    <a:pt x="10825" y="9136"/>
                  </a:lnTo>
                  <a:lnTo>
                    <a:pt x="10628" y="9453"/>
                  </a:lnTo>
                  <a:lnTo>
                    <a:pt x="10382" y="9718"/>
                  </a:lnTo>
                  <a:lnTo>
                    <a:pt x="10235" y="10035"/>
                  </a:lnTo>
                  <a:lnTo>
                    <a:pt x="10185" y="10298"/>
                  </a:lnTo>
                  <a:lnTo>
                    <a:pt x="10235" y="10405"/>
                  </a:lnTo>
                  <a:lnTo>
                    <a:pt x="10283" y="10510"/>
                  </a:lnTo>
                  <a:lnTo>
                    <a:pt x="10382" y="10615"/>
                  </a:lnTo>
                  <a:lnTo>
                    <a:pt x="10530" y="10668"/>
                  </a:lnTo>
                  <a:lnTo>
                    <a:pt x="10727" y="10668"/>
                  </a:lnTo>
                  <a:lnTo>
                    <a:pt x="10923" y="10563"/>
                  </a:lnTo>
                  <a:lnTo>
                    <a:pt x="11267" y="10352"/>
                  </a:lnTo>
                  <a:lnTo>
                    <a:pt x="11465" y="10298"/>
                  </a:lnTo>
                  <a:lnTo>
                    <a:pt x="11710" y="10405"/>
                  </a:lnTo>
                  <a:lnTo>
                    <a:pt x="11809" y="10457"/>
                  </a:lnTo>
                  <a:lnTo>
                    <a:pt x="11907" y="10563"/>
                  </a:lnTo>
                  <a:lnTo>
                    <a:pt x="11957" y="10668"/>
                  </a:lnTo>
                  <a:lnTo>
                    <a:pt x="11957" y="10773"/>
                  </a:lnTo>
                  <a:lnTo>
                    <a:pt x="11858" y="10932"/>
                  </a:lnTo>
                  <a:lnTo>
                    <a:pt x="11710" y="11143"/>
                  </a:lnTo>
                  <a:lnTo>
                    <a:pt x="11513" y="11302"/>
                  </a:lnTo>
                  <a:lnTo>
                    <a:pt x="11267" y="11460"/>
                  </a:lnTo>
                  <a:lnTo>
                    <a:pt x="10923" y="11618"/>
                  </a:lnTo>
                  <a:lnTo>
                    <a:pt x="10677" y="11725"/>
                  </a:lnTo>
                  <a:lnTo>
                    <a:pt x="10382" y="11883"/>
                  </a:lnTo>
                  <a:lnTo>
                    <a:pt x="10135" y="12094"/>
                  </a:lnTo>
                  <a:lnTo>
                    <a:pt x="10087" y="12200"/>
                  </a:lnTo>
                  <a:lnTo>
                    <a:pt x="10037" y="12358"/>
                  </a:lnTo>
                  <a:lnTo>
                    <a:pt x="9988" y="12622"/>
                  </a:lnTo>
                  <a:lnTo>
                    <a:pt x="10087" y="12834"/>
                  </a:lnTo>
                  <a:lnTo>
                    <a:pt x="10235" y="13045"/>
                  </a:lnTo>
                  <a:lnTo>
                    <a:pt x="10430" y="13150"/>
                  </a:lnTo>
                  <a:lnTo>
                    <a:pt x="10578" y="13204"/>
                  </a:lnTo>
                  <a:lnTo>
                    <a:pt x="10775" y="13255"/>
                  </a:lnTo>
                  <a:lnTo>
                    <a:pt x="11070" y="13150"/>
                  </a:lnTo>
                  <a:lnTo>
                    <a:pt x="11660" y="12887"/>
                  </a:lnTo>
                  <a:lnTo>
                    <a:pt x="12350" y="12887"/>
                  </a:lnTo>
                  <a:lnTo>
                    <a:pt x="12595" y="12780"/>
                  </a:lnTo>
                  <a:lnTo>
                    <a:pt x="12842" y="12622"/>
                  </a:lnTo>
                  <a:lnTo>
                    <a:pt x="12990" y="12464"/>
                  </a:lnTo>
                  <a:lnTo>
                    <a:pt x="13137" y="12305"/>
                  </a:lnTo>
                  <a:lnTo>
                    <a:pt x="13285" y="12305"/>
                  </a:lnTo>
                  <a:lnTo>
                    <a:pt x="13482" y="12358"/>
                  </a:lnTo>
                  <a:lnTo>
                    <a:pt x="13530" y="12410"/>
                  </a:lnTo>
                  <a:lnTo>
                    <a:pt x="13580" y="12410"/>
                  </a:lnTo>
                  <a:lnTo>
                    <a:pt x="13678" y="12464"/>
                  </a:lnTo>
                  <a:lnTo>
                    <a:pt x="13925" y="12675"/>
                  </a:lnTo>
                  <a:lnTo>
                    <a:pt x="14170" y="12939"/>
                  </a:lnTo>
                  <a:lnTo>
                    <a:pt x="14908" y="13890"/>
                  </a:lnTo>
                  <a:lnTo>
                    <a:pt x="13925" y="13520"/>
                  </a:lnTo>
                  <a:lnTo>
                    <a:pt x="13432" y="13362"/>
                  </a:lnTo>
                  <a:lnTo>
                    <a:pt x="12940" y="13204"/>
                  </a:lnTo>
                  <a:lnTo>
                    <a:pt x="12892" y="13255"/>
                  </a:lnTo>
                  <a:lnTo>
                    <a:pt x="12448" y="13204"/>
                  </a:lnTo>
                  <a:lnTo>
                    <a:pt x="12005" y="13255"/>
                  </a:lnTo>
                  <a:lnTo>
                    <a:pt x="11563" y="13362"/>
                  </a:lnTo>
                  <a:lnTo>
                    <a:pt x="11170" y="13520"/>
                  </a:lnTo>
                  <a:lnTo>
                    <a:pt x="11120" y="13572"/>
                  </a:lnTo>
                  <a:lnTo>
                    <a:pt x="10923" y="13572"/>
                  </a:lnTo>
                  <a:lnTo>
                    <a:pt x="10235" y="13731"/>
                  </a:lnTo>
                  <a:lnTo>
                    <a:pt x="9545" y="13890"/>
                  </a:lnTo>
                  <a:lnTo>
                    <a:pt x="9300" y="13942"/>
                  </a:lnTo>
                  <a:lnTo>
                    <a:pt x="9103" y="14101"/>
                  </a:lnTo>
                  <a:lnTo>
                    <a:pt x="8955" y="14259"/>
                  </a:lnTo>
                  <a:lnTo>
                    <a:pt x="8807" y="14524"/>
                  </a:lnTo>
                  <a:lnTo>
                    <a:pt x="8709" y="14787"/>
                  </a:lnTo>
                  <a:lnTo>
                    <a:pt x="8709" y="15262"/>
                  </a:lnTo>
                  <a:lnTo>
                    <a:pt x="8758" y="15527"/>
                  </a:lnTo>
                  <a:lnTo>
                    <a:pt x="8857" y="15791"/>
                  </a:lnTo>
                  <a:lnTo>
                    <a:pt x="9005" y="16002"/>
                  </a:lnTo>
                  <a:lnTo>
                    <a:pt x="9152" y="16161"/>
                  </a:lnTo>
                  <a:lnTo>
                    <a:pt x="9348" y="16319"/>
                  </a:lnTo>
                  <a:lnTo>
                    <a:pt x="9545" y="16424"/>
                  </a:lnTo>
                  <a:lnTo>
                    <a:pt x="9792" y="16478"/>
                  </a:lnTo>
                  <a:lnTo>
                    <a:pt x="10037" y="16531"/>
                  </a:lnTo>
                  <a:lnTo>
                    <a:pt x="10430" y="16531"/>
                  </a:lnTo>
                  <a:lnTo>
                    <a:pt x="10530" y="16636"/>
                  </a:lnTo>
                  <a:lnTo>
                    <a:pt x="10628" y="16794"/>
                  </a:lnTo>
                  <a:lnTo>
                    <a:pt x="10677" y="17006"/>
                  </a:lnTo>
                  <a:lnTo>
                    <a:pt x="10775" y="17428"/>
                  </a:lnTo>
                  <a:lnTo>
                    <a:pt x="10825" y="17798"/>
                  </a:lnTo>
                  <a:lnTo>
                    <a:pt x="10874" y="18009"/>
                  </a:lnTo>
                  <a:lnTo>
                    <a:pt x="10530" y="17903"/>
                  </a:lnTo>
                  <a:lnTo>
                    <a:pt x="10235" y="17851"/>
                  </a:lnTo>
                  <a:lnTo>
                    <a:pt x="10135" y="17798"/>
                  </a:lnTo>
                  <a:lnTo>
                    <a:pt x="10087" y="17586"/>
                  </a:lnTo>
                  <a:lnTo>
                    <a:pt x="10087" y="17534"/>
                  </a:lnTo>
                  <a:lnTo>
                    <a:pt x="9988" y="17534"/>
                  </a:lnTo>
                  <a:lnTo>
                    <a:pt x="9988" y="17586"/>
                  </a:lnTo>
                  <a:lnTo>
                    <a:pt x="9940" y="17956"/>
                  </a:lnTo>
                  <a:lnTo>
                    <a:pt x="9940" y="18009"/>
                  </a:lnTo>
                  <a:lnTo>
                    <a:pt x="9988" y="18061"/>
                  </a:lnTo>
                  <a:lnTo>
                    <a:pt x="10530" y="18326"/>
                  </a:lnTo>
                  <a:lnTo>
                    <a:pt x="11070" y="18643"/>
                  </a:lnTo>
                  <a:lnTo>
                    <a:pt x="11317" y="19171"/>
                  </a:lnTo>
                  <a:lnTo>
                    <a:pt x="11365" y="19276"/>
                  </a:lnTo>
                  <a:lnTo>
                    <a:pt x="11465" y="19330"/>
                  </a:lnTo>
                  <a:lnTo>
                    <a:pt x="11563" y="19330"/>
                  </a:lnTo>
                  <a:lnTo>
                    <a:pt x="11660" y="19276"/>
                  </a:lnTo>
                  <a:lnTo>
                    <a:pt x="11858" y="19118"/>
                  </a:lnTo>
                  <a:lnTo>
                    <a:pt x="12645" y="19593"/>
                  </a:lnTo>
                  <a:lnTo>
                    <a:pt x="12448" y="19593"/>
                  </a:lnTo>
                  <a:lnTo>
                    <a:pt x="11465" y="19488"/>
                  </a:lnTo>
                  <a:lnTo>
                    <a:pt x="10530" y="19488"/>
                  </a:lnTo>
                  <a:lnTo>
                    <a:pt x="9890" y="19013"/>
                  </a:lnTo>
                  <a:lnTo>
                    <a:pt x="9200" y="18590"/>
                  </a:lnTo>
                  <a:lnTo>
                    <a:pt x="9152" y="18538"/>
                  </a:lnTo>
                  <a:lnTo>
                    <a:pt x="9053" y="18590"/>
                  </a:lnTo>
                  <a:lnTo>
                    <a:pt x="9053" y="18748"/>
                  </a:lnTo>
                  <a:lnTo>
                    <a:pt x="9348" y="19171"/>
                  </a:lnTo>
                  <a:lnTo>
                    <a:pt x="9693" y="19540"/>
                  </a:lnTo>
                  <a:lnTo>
                    <a:pt x="9250" y="19593"/>
                  </a:lnTo>
                  <a:lnTo>
                    <a:pt x="8807" y="19646"/>
                  </a:lnTo>
                  <a:lnTo>
                    <a:pt x="8463" y="19330"/>
                  </a:lnTo>
                  <a:lnTo>
                    <a:pt x="8168" y="18960"/>
                  </a:lnTo>
                  <a:lnTo>
                    <a:pt x="8070" y="18960"/>
                  </a:lnTo>
                  <a:lnTo>
                    <a:pt x="7970" y="19065"/>
                  </a:lnTo>
                  <a:lnTo>
                    <a:pt x="7922" y="19276"/>
                  </a:lnTo>
                  <a:lnTo>
                    <a:pt x="7970" y="19435"/>
                  </a:lnTo>
                  <a:lnTo>
                    <a:pt x="8020" y="19646"/>
                  </a:lnTo>
                  <a:lnTo>
                    <a:pt x="8168" y="19805"/>
                  </a:lnTo>
                  <a:lnTo>
                    <a:pt x="7725" y="19910"/>
                  </a:lnTo>
                  <a:lnTo>
                    <a:pt x="7282" y="20068"/>
                  </a:lnTo>
                  <a:lnTo>
                    <a:pt x="7233" y="20016"/>
                  </a:lnTo>
                  <a:lnTo>
                    <a:pt x="6938" y="19698"/>
                  </a:lnTo>
                  <a:lnTo>
                    <a:pt x="6740" y="19593"/>
                  </a:lnTo>
                  <a:lnTo>
                    <a:pt x="6593" y="19540"/>
                  </a:lnTo>
                  <a:lnTo>
                    <a:pt x="6545" y="19540"/>
                  </a:lnTo>
                  <a:lnTo>
                    <a:pt x="6545" y="19698"/>
                  </a:lnTo>
                  <a:lnTo>
                    <a:pt x="6593" y="19858"/>
                  </a:lnTo>
                  <a:lnTo>
                    <a:pt x="6692" y="20068"/>
                  </a:lnTo>
                  <a:lnTo>
                    <a:pt x="6840" y="20280"/>
                  </a:lnTo>
                  <a:lnTo>
                    <a:pt x="6888" y="20280"/>
                  </a:lnTo>
                  <a:lnTo>
                    <a:pt x="6495" y="20597"/>
                  </a:lnTo>
                  <a:lnTo>
                    <a:pt x="6200" y="20543"/>
                  </a:lnTo>
                  <a:lnTo>
                    <a:pt x="5510" y="20438"/>
                  </a:lnTo>
                  <a:lnTo>
                    <a:pt x="5167" y="20385"/>
                  </a:lnTo>
                  <a:lnTo>
                    <a:pt x="4822" y="20280"/>
                  </a:lnTo>
                  <a:lnTo>
                    <a:pt x="4920" y="20175"/>
                  </a:lnTo>
                  <a:lnTo>
                    <a:pt x="4970" y="20016"/>
                  </a:lnTo>
                  <a:lnTo>
                    <a:pt x="4970" y="19910"/>
                  </a:lnTo>
                  <a:lnTo>
                    <a:pt x="4920" y="19751"/>
                  </a:lnTo>
                  <a:lnTo>
                    <a:pt x="4870" y="19646"/>
                  </a:lnTo>
                  <a:lnTo>
                    <a:pt x="4773" y="19593"/>
                  </a:lnTo>
                  <a:lnTo>
                    <a:pt x="4870" y="19065"/>
                  </a:lnTo>
                  <a:lnTo>
                    <a:pt x="5018" y="18538"/>
                  </a:lnTo>
                  <a:lnTo>
                    <a:pt x="5215" y="18009"/>
                  </a:lnTo>
                  <a:lnTo>
                    <a:pt x="5462" y="17534"/>
                  </a:lnTo>
                  <a:lnTo>
                    <a:pt x="5757" y="17058"/>
                  </a:lnTo>
                  <a:lnTo>
                    <a:pt x="6101" y="16636"/>
                  </a:lnTo>
                  <a:lnTo>
                    <a:pt x="6495" y="16266"/>
                  </a:lnTo>
                  <a:lnTo>
                    <a:pt x="6938" y="16002"/>
                  </a:lnTo>
                  <a:lnTo>
                    <a:pt x="7035" y="15896"/>
                  </a:lnTo>
                  <a:lnTo>
                    <a:pt x="7085" y="15737"/>
                  </a:lnTo>
                  <a:lnTo>
                    <a:pt x="7085" y="15632"/>
                  </a:lnTo>
                  <a:lnTo>
                    <a:pt x="6987" y="15527"/>
                  </a:lnTo>
                  <a:lnTo>
                    <a:pt x="6397" y="14734"/>
                  </a:lnTo>
                  <a:lnTo>
                    <a:pt x="6101" y="14365"/>
                  </a:lnTo>
                  <a:lnTo>
                    <a:pt x="5757" y="14049"/>
                  </a:lnTo>
                  <a:lnTo>
                    <a:pt x="5363" y="13784"/>
                  </a:lnTo>
                  <a:lnTo>
                    <a:pt x="4970" y="13572"/>
                  </a:lnTo>
                  <a:lnTo>
                    <a:pt x="4527" y="13414"/>
                  </a:lnTo>
                  <a:lnTo>
                    <a:pt x="4084" y="13362"/>
                  </a:lnTo>
                  <a:lnTo>
                    <a:pt x="4084" y="12780"/>
                  </a:lnTo>
                  <a:lnTo>
                    <a:pt x="4182" y="12252"/>
                  </a:lnTo>
                  <a:lnTo>
                    <a:pt x="4380" y="11777"/>
                  </a:lnTo>
                  <a:lnTo>
                    <a:pt x="4675" y="11355"/>
                  </a:lnTo>
                  <a:lnTo>
                    <a:pt x="4870" y="11143"/>
                  </a:lnTo>
                  <a:lnTo>
                    <a:pt x="5117" y="10932"/>
                  </a:lnTo>
                  <a:lnTo>
                    <a:pt x="5215" y="10880"/>
                  </a:lnTo>
                  <a:lnTo>
                    <a:pt x="5314" y="10880"/>
                  </a:lnTo>
                  <a:lnTo>
                    <a:pt x="5412" y="10932"/>
                  </a:lnTo>
                  <a:lnTo>
                    <a:pt x="5510" y="10985"/>
                  </a:lnTo>
                  <a:lnTo>
                    <a:pt x="5658" y="11143"/>
                  </a:lnTo>
                  <a:lnTo>
                    <a:pt x="5805" y="11355"/>
                  </a:lnTo>
                  <a:lnTo>
                    <a:pt x="6593" y="12464"/>
                  </a:lnTo>
                  <a:lnTo>
                    <a:pt x="6740" y="12569"/>
                  </a:lnTo>
                  <a:lnTo>
                    <a:pt x="6888" y="12622"/>
                  </a:lnTo>
                  <a:lnTo>
                    <a:pt x="6987" y="12569"/>
                  </a:lnTo>
                  <a:lnTo>
                    <a:pt x="7035" y="12517"/>
                  </a:lnTo>
                  <a:lnTo>
                    <a:pt x="7085" y="12410"/>
                  </a:lnTo>
                  <a:lnTo>
                    <a:pt x="7085" y="12305"/>
                  </a:lnTo>
                  <a:lnTo>
                    <a:pt x="6888" y="10087"/>
                  </a:lnTo>
                  <a:lnTo>
                    <a:pt x="6840" y="9823"/>
                  </a:lnTo>
                  <a:lnTo>
                    <a:pt x="6692" y="9560"/>
                  </a:lnTo>
                  <a:lnTo>
                    <a:pt x="6545" y="9348"/>
                  </a:lnTo>
                  <a:lnTo>
                    <a:pt x="6249" y="9295"/>
                  </a:lnTo>
                  <a:lnTo>
                    <a:pt x="6347" y="9243"/>
                  </a:lnTo>
                  <a:lnTo>
                    <a:pt x="6495" y="9136"/>
                  </a:lnTo>
                  <a:lnTo>
                    <a:pt x="6740" y="8925"/>
                  </a:lnTo>
                  <a:lnTo>
                    <a:pt x="7282" y="8661"/>
                  </a:lnTo>
                  <a:lnTo>
                    <a:pt x="7528" y="8556"/>
                  </a:lnTo>
                  <a:lnTo>
                    <a:pt x="7725" y="8345"/>
                  </a:lnTo>
                  <a:lnTo>
                    <a:pt x="7872" y="8133"/>
                  </a:lnTo>
                  <a:lnTo>
                    <a:pt x="8020" y="7869"/>
                  </a:lnTo>
                  <a:lnTo>
                    <a:pt x="8020" y="7763"/>
                  </a:lnTo>
                  <a:lnTo>
                    <a:pt x="7970" y="7658"/>
                  </a:lnTo>
                  <a:lnTo>
                    <a:pt x="7922" y="7553"/>
                  </a:lnTo>
                  <a:lnTo>
                    <a:pt x="7823" y="7499"/>
                  </a:lnTo>
                  <a:lnTo>
                    <a:pt x="6692" y="7341"/>
                  </a:lnTo>
                  <a:lnTo>
                    <a:pt x="5510" y="7183"/>
                  </a:lnTo>
                  <a:lnTo>
                    <a:pt x="5018" y="7183"/>
                  </a:lnTo>
                  <a:lnTo>
                    <a:pt x="4428" y="7129"/>
                  </a:lnTo>
                  <a:lnTo>
                    <a:pt x="3887" y="7183"/>
                  </a:lnTo>
                  <a:lnTo>
                    <a:pt x="3640" y="7236"/>
                  </a:lnTo>
                  <a:lnTo>
                    <a:pt x="3395" y="7341"/>
                  </a:lnTo>
                  <a:lnTo>
                    <a:pt x="3345" y="7394"/>
                  </a:lnTo>
                  <a:lnTo>
                    <a:pt x="3395" y="7499"/>
                  </a:lnTo>
                  <a:lnTo>
                    <a:pt x="2903" y="7288"/>
                  </a:lnTo>
                  <a:lnTo>
                    <a:pt x="3297" y="6813"/>
                  </a:lnTo>
                  <a:lnTo>
                    <a:pt x="3690" y="6338"/>
                  </a:lnTo>
                  <a:lnTo>
                    <a:pt x="4133" y="5968"/>
                  </a:lnTo>
                  <a:lnTo>
                    <a:pt x="4625" y="5599"/>
                  </a:lnTo>
                  <a:lnTo>
                    <a:pt x="5117" y="5281"/>
                  </a:lnTo>
                  <a:lnTo>
                    <a:pt x="5658" y="4964"/>
                  </a:lnTo>
                  <a:lnTo>
                    <a:pt x="6200" y="4754"/>
                  </a:lnTo>
                  <a:lnTo>
                    <a:pt x="6740" y="4542"/>
                  </a:lnTo>
                  <a:lnTo>
                    <a:pt x="7332" y="4384"/>
                  </a:lnTo>
                  <a:lnTo>
                    <a:pt x="7922" y="4279"/>
                  </a:lnTo>
                  <a:lnTo>
                    <a:pt x="8463" y="4226"/>
                  </a:lnTo>
                  <a:close/>
                  <a:moveTo>
                    <a:pt x="7233" y="20650"/>
                  </a:moveTo>
                  <a:lnTo>
                    <a:pt x="7282" y="20702"/>
                  </a:lnTo>
                  <a:lnTo>
                    <a:pt x="7183" y="20702"/>
                  </a:lnTo>
                  <a:lnTo>
                    <a:pt x="7233" y="20650"/>
                  </a:lnTo>
                  <a:close/>
                  <a:moveTo>
                    <a:pt x="10333" y="20016"/>
                  </a:moveTo>
                  <a:lnTo>
                    <a:pt x="10677" y="20227"/>
                  </a:lnTo>
                  <a:lnTo>
                    <a:pt x="11120" y="20438"/>
                  </a:lnTo>
                  <a:lnTo>
                    <a:pt x="11513" y="20597"/>
                  </a:lnTo>
                  <a:lnTo>
                    <a:pt x="10972" y="20702"/>
                  </a:lnTo>
                  <a:lnTo>
                    <a:pt x="10382" y="20755"/>
                  </a:lnTo>
                  <a:lnTo>
                    <a:pt x="10333" y="20597"/>
                  </a:lnTo>
                  <a:lnTo>
                    <a:pt x="10235" y="20491"/>
                  </a:lnTo>
                  <a:lnTo>
                    <a:pt x="9742" y="20333"/>
                  </a:lnTo>
                  <a:lnTo>
                    <a:pt x="9348" y="20068"/>
                  </a:lnTo>
                  <a:lnTo>
                    <a:pt x="10087" y="20016"/>
                  </a:lnTo>
                  <a:close/>
                  <a:moveTo>
                    <a:pt x="8610" y="20175"/>
                  </a:moveTo>
                  <a:lnTo>
                    <a:pt x="8807" y="20333"/>
                  </a:lnTo>
                  <a:lnTo>
                    <a:pt x="9103" y="20597"/>
                  </a:lnTo>
                  <a:lnTo>
                    <a:pt x="9398" y="20808"/>
                  </a:lnTo>
                  <a:lnTo>
                    <a:pt x="8118" y="20755"/>
                  </a:lnTo>
                  <a:lnTo>
                    <a:pt x="8118" y="20543"/>
                  </a:lnTo>
                  <a:lnTo>
                    <a:pt x="8020" y="20438"/>
                  </a:lnTo>
                  <a:lnTo>
                    <a:pt x="7922" y="20385"/>
                  </a:lnTo>
                  <a:lnTo>
                    <a:pt x="7872" y="20385"/>
                  </a:lnTo>
                  <a:lnTo>
                    <a:pt x="8020" y="20333"/>
                  </a:lnTo>
                  <a:lnTo>
                    <a:pt x="8610" y="20175"/>
                  </a:lnTo>
                  <a:close/>
                  <a:moveTo>
                    <a:pt x="9152" y="3434"/>
                  </a:moveTo>
                  <a:lnTo>
                    <a:pt x="9053" y="3486"/>
                  </a:lnTo>
                  <a:lnTo>
                    <a:pt x="8955" y="3592"/>
                  </a:lnTo>
                  <a:lnTo>
                    <a:pt x="8217" y="3644"/>
                  </a:lnTo>
                  <a:lnTo>
                    <a:pt x="7430" y="3750"/>
                  </a:lnTo>
                  <a:lnTo>
                    <a:pt x="6740" y="3909"/>
                  </a:lnTo>
                  <a:lnTo>
                    <a:pt x="6003" y="4119"/>
                  </a:lnTo>
                  <a:lnTo>
                    <a:pt x="5265" y="4437"/>
                  </a:lnTo>
                  <a:lnTo>
                    <a:pt x="4527" y="4859"/>
                  </a:lnTo>
                  <a:lnTo>
                    <a:pt x="3887" y="5334"/>
                  </a:lnTo>
                  <a:lnTo>
                    <a:pt x="3297" y="5916"/>
                  </a:lnTo>
                  <a:lnTo>
                    <a:pt x="2706" y="6496"/>
                  </a:lnTo>
                  <a:lnTo>
                    <a:pt x="2215" y="7183"/>
                  </a:lnTo>
                  <a:lnTo>
                    <a:pt x="1771" y="7869"/>
                  </a:lnTo>
                  <a:lnTo>
                    <a:pt x="1427" y="8661"/>
                  </a:lnTo>
                  <a:lnTo>
                    <a:pt x="985" y="9665"/>
                  </a:lnTo>
                  <a:lnTo>
                    <a:pt x="640" y="10722"/>
                  </a:lnTo>
                  <a:lnTo>
                    <a:pt x="295" y="11777"/>
                  </a:lnTo>
                  <a:lnTo>
                    <a:pt x="98" y="12834"/>
                  </a:lnTo>
                  <a:lnTo>
                    <a:pt x="50" y="13309"/>
                  </a:lnTo>
                  <a:lnTo>
                    <a:pt x="0" y="13837"/>
                  </a:lnTo>
                  <a:lnTo>
                    <a:pt x="50" y="14312"/>
                  </a:lnTo>
                  <a:lnTo>
                    <a:pt x="98" y="14787"/>
                  </a:lnTo>
                  <a:lnTo>
                    <a:pt x="197" y="15262"/>
                  </a:lnTo>
                  <a:lnTo>
                    <a:pt x="345" y="15737"/>
                  </a:lnTo>
                  <a:lnTo>
                    <a:pt x="492" y="16214"/>
                  </a:lnTo>
                  <a:lnTo>
                    <a:pt x="688" y="16636"/>
                  </a:lnTo>
                  <a:lnTo>
                    <a:pt x="1180" y="17481"/>
                  </a:lnTo>
                  <a:lnTo>
                    <a:pt x="1722" y="18273"/>
                  </a:lnTo>
                  <a:lnTo>
                    <a:pt x="2313" y="19013"/>
                  </a:lnTo>
                  <a:lnTo>
                    <a:pt x="2952" y="19751"/>
                  </a:lnTo>
                  <a:lnTo>
                    <a:pt x="3297" y="20121"/>
                  </a:lnTo>
                  <a:lnTo>
                    <a:pt x="3690" y="20491"/>
                  </a:lnTo>
                  <a:lnTo>
                    <a:pt x="3788" y="20650"/>
                  </a:lnTo>
                  <a:lnTo>
                    <a:pt x="3887" y="20755"/>
                  </a:lnTo>
                  <a:lnTo>
                    <a:pt x="4035" y="20808"/>
                  </a:lnTo>
                  <a:lnTo>
                    <a:pt x="4182" y="20808"/>
                  </a:lnTo>
                  <a:lnTo>
                    <a:pt x="4280" y="20913"/>
                  </a:lnTo>
                  <a:lnTo>
                    <a:pt x="4773" y="21072"/>
                  </a:lnTo>
                  <a:lnTo>
                    <a:pt x="5215" y="21230"/>
                  </a:lnTo>
                  <a:lnTo>
                    <a:pt x="6200" y="21337"/>
                  </a:lnTo>
                  <a:lnTo>
                    <a:pt x="8070" y="21547"/>
                  </a:lnTo>
                  <a:lnTo>
                    <a:pt x="9005" y="21600"/>
                  </a:lnTo>
                  <a:lnTo>
                    <a:pt x="9940" y="21600"/>
                  </a:lnTo>
                  <a:lnTo>
                    <a:pt x="10874" y="21495"/>
                  </a:lnTo>
                  <a:lnTo>
                    <a:pt x="11760" y="21283"/>
                  </a:lnTo>
                  <a:lnTo>
                    <a:pt x="12695" y="21020"/>
                  </a:lnTo>
                  <a:lnTo>
                    <a:pt x="13088" y="20808"/>
                  </a:lnTo>
                  <a:lnTo>
                    <a:pt x="13530" y="20597"/>
                  </a:lnTo>
                  <a:lnTo>
                    <a:pt x="13925" y="20385"/>
                  </a:lnTo>
                  <a:lnTo>
                    <a:pt x="14318" y="20121"/>
                  </a:lnTo>
                  <a:lnTo>
                    <a:pt x="14958" y="19488"/>
                  </a:lnTo>
                  <a:lnTo>
                    <a:pt x="15597" y="18801"/>
                  </a:lnTo>
                  <a:lnTo>
                    <a:pt x="16139" y="18009"/>
                  </a:lnTo>
                  <a:lnTo>
                    <a:pt x="16630" y="17216"/>
                  </a:lnTo>
                  <a:lnTo>
                    <a:pt x="17073" y="16372"/>
                  </a:lnTo>
                  <a:lnTo>
                    <a:pt x="17418" y="15474"/>
                  </a:lnTo>
                  <a:lnTo>
                    <a:pt x="17762" y="14629"/>
                  </a:lnTo>
                  <a:lnTo>
                    <a:pt x="18008" y="13625"/>
                  </a:lnTo>
                  <a:lnTo>
                    <a:pt x="18107" y="13097"/>
                  </a:lnTo>
                  <a:lnTo>
                    <a:pt x="18205" y="12569"/>
                  </a:lnTo>
                  <a:lnTo>
                    <a:pt x="18205" y="11038"/>
                  </a:lnTo>
                  <a:lnTo>
                    <a:pt x="18107" y="10510"/>
                  </a:lnTo>
                  <a:lnTo>
                    <a:pt x="18008" y="10035"/>
                  </a:lnTo>
                  <a:lnTo>
                    <a:pt x="17910" y="9560"/>
                  </a:lnTo>
                  <a:lnTo>
                    <a:pt x="17713" y="9136"/>
                  </a:lnTo>
                  <a:lnTo>
                    <a:pt x="17517" y="8715"/>
                  </a:lnTo>
                  <a:lnTo>
                    <a:pt x="17025" y="7869"/>
                  </a:lnTo>
                  <a:lnTo>
                    <a:pt x="16483" y="7078"/>
                  </a:lnTo>
                  <a:lnTo>
                    <a:pt x="15892" y="6443"/>
                  </a:lnTo>
                  <a:lnTo>
                    <a:pt x="15253" y="5809"/>
                  </a:lnTo>
                  <a:lnTo>
                    <a:pt x="14613" y="5281"/>
                  </a:lnTo>
                  <a:lnTo>
                    <a:pt x="13875" y="4806"/>
                  </a:lnTo>
                  <a:lnTo>
                    <a:pt x="13137" y="4384"/>
                  </a:lnTo>
                  <a:lnTo>
                    <a:pt x="12350" y="4014"/>
                  </a:lnTo>
                  <a:lnTo>
                    <a:pt x="11513" y="3750"/>
                  </a:lnTo>
                  <a:lnTo>
                    <a:pt x="10727" y="3539"/>
                  </a:lnTo>
                  <a:lnTo>
                    <a:pt x="9988" y="3434"/>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350" name="Google Shape;406;p8"/>
            <p:cNvSpPr/>
            <p:nvPr/>
          </p:nvSpPr>
          <p:spPr>
            <a:xfrm>
              <a:off x="1161970" y="4111632"/>
              <a:ext cx="577315" cy="39661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071" y="4030"/>
                  </a:moveTo>
                  <a:lnTo>
                    <a:pt x="12025" y="4095"/>
                  </a:lnTo>
                  <a:lnTo>
                    <a:pt x="11934" y="4162"/>
                  </a:lnTo>
                  <a:lnTo>
                    <a:pt x="11889" y="4426"/>
                  </a:lnTo>
                  <a:lnTo>
                    <a:pt x="11934" y="4624"/>
                  </a:lnTo>
                  <a:lnTo>
                    <a:pt x="12025" y="4691"/>
                  </a:lnTo>
                  <a:lnTo>
                    <a:pt x="12071" y="4756"/>
                  </a:lnTo>
                  <a:lnTo>
                    <a:pt x="12297" y="4756"/>
                  </a:lnTo>
                  <a:lnTo>
                    <a:pt x="12343" y="4691"/>
                  </a:lnTo>
                  <a:lnTo>
                    <a:pt x="12433" y="4558"/>
                  </a:lnTo>
                  <a:lnTo>
                    <a:pt x="12433" y="4228"/>
                  </a:lnTo>
                  <a:lnTo>
                    <a:pt x="12343" y="4095"/>
                  </a:lnTo>
                  <a:lnTo>
                    <a:pt x="12297" y="4030"/>
                  </a:lnTo>
                  <a:close/>
                  <a:moveTo>
                    <a:pt x="12116" y="5746"/>
                  </a:moveTo>
                  <a:lnTo>
                    <a:pt x="12025" y="5879"/>
                  </a:lnTo>
                  <a:lnTo>
                    <a:pt x="11979" y="5944"/>
                  </a:lnTo>
                  <a:lnTo>
                    <a:pt x="11979" y="6276"/>
                  </a:lnTo>
                  <a:lnTo>
                    <a:pt x="12071" y="6342"/>
                  </a:lnTo>
                  <a:lnTo>
                    <a:pt x="12116" y="6407"/>
                  </a:lnTo>
                  <a:lnTo>
                    <a:pt x="12297" y="6407"/>
                  </a:lnTo>
                  <a:lnTo>
                    <a:pt x="12343" y="6342"/>
                  </a:lnTo>
                  <a:lnTo>
                    <a:pt x="12388" y="6276"/>
                  </a:lnTo>
                  <a:lnTo>
                    <a:pt x="12433" y="6078"/>
                  </a:lnTo>
                  <a:lnTo>
                    <a:pt x="12388" y="5944"/>
                  </a:lnTo>
                  <a:lnTo>
                    <a:pt x="12343" y="5813"/>
                  </a:lnTo>
                  <a:lnTo>
                    <a:pt x="12297" y="5746"/>
                  </a:lnTo>
                  <a:close/>
                  <a:moveTo>
                    <a:pt x="14249" y="5483"/>
                  </a:moveTo>
                  <a:lnTo>
                    <a:pt x="14113" y="5548"/>
                  </a:lnTo>
                  <a:lnTo>
                    <a:pt x="14021" y="5615"/>
                  </a:lnTo>
                  <a:lnTo>
                    <a:pt x="13976" y="5746"/>
                  </a:lnTo>
                  <a:lnTo>
                    <a:pt x="13931" y="5879"/>
                  </a:lnTo>
                  <a:lnTo>
                    <a:pt x="13931" y="6144"/>
                  </a:lnTo>
                  <a:lnTo>
                    <a:pt x="13976" y="6276"/>
                  </a:lnTo>
                  <a:lnTo>
                    <a:pt x="14067" y="6342"/>
                  </a:lnTo>
                  <a:lnTo>
                    <a:pt x="14158" y="6474"/>
                  </a:lnTo>
                  <a:lnTo>
                    <a:pt x="14339" y="6474"/>
                  </a:lnTo>
                  <a:lnTo>
                    <a:pt x="14430" y="6342"/>
                  </a:lnTo>
                  <a:lnTo>
                    <a:pt x="14475" y="6276"/>
                  </a:lnTo>
                  <a:lnTo>
                    <a:pt x="14521" y="6144"/>
                  </a:lnTo>
                  <a:lnTo>
                    <a:pt x="14475" y="5879"/>
                  </a:lnTo>
                  <a:lnTo>
                    <a:pt x="14475" y="5681"/>
                  </a:lnTo>
                  <a:lnTo>
                    <a:pt x="14385" y="5548"/>
                  </a:lnTo>
                  <a:lnTo>
                    <a:pt x="14249" y="5483"/>
                  </a:lnTo>
                  <a:close/>
                  <a:moveTo>
                    <a:pt x="19241" y="2775"/>
                  </a:moveTo>
                  <a:lnTo>
                    <a:pt x="19059" y="3369"/>
                  </a:lnTo>
                  <a:lnTo>
                    <a:pt x="18787" y="3897"/>
                  </a:lnTo>
                  <a:lnTo>
                    <a:pt x="18515" y="4426"/>
                  </a:lnTo>
                  <a:lnTo>
                    <a:pt x="18197" y="4889"/>
                  </a:lnTo>
                  <a:lnTo>
                    <a:pt x="17833" y="5285"/>
                  </a:lnTo>
                  <a:lnTo>
                    <a:pt x="17471" y="5681"/>
                  </a:lnTo>
                  <a:lnTo>
                    <a:pt x="16744" y="6474"/>
                  </a:lnTo>
                  <a:lnTo>
                    <a:pt x="16426" y="5879"/>
                  </a:lnTo>
                  <a:lnTo>
                    <a:pt x="16064" y="5350"/>
                  </a:lnTo>
                  <a:lnTo>
                    <a:pt x="16200" y="5285"/>
                  </a:lnTo>
                  <a:lnTo>
                    <a:pt x="16926" y="4558"/>
                  </a:lnTo>
                  <a:lnTo>
                    <a:pt x="17697" y="3897"/>
                  </a:lnTo>
                  <a:lnTo>
                    <a:pt x="18469" y="3303"/>
                  </a:lnTo>
                  <a:lnTo>
                    <a:pt x="19241" y="2775"/>
                  </a:lnTo>
                  <a:close/>
                  <a:moveTo>
                    <a:pt x="11026" y="5813"/>
                  </a:moveTo>
                  <a:lnTo>
                    <a:pt x="10936" y="5944"/>
                  </a:lnTo>
                  <a:lnTo>
                    <a:pt x="10890" y="6078"/>
                  </a:lnTo>
                  <a:lnTo>
                    <a:pt x="10890" y="6407"/>
                  </a:lnTo>
                  <a:lnTo>
                    <a:pt x="10981" y="6540"/>
                  </a:lnTo>
                  <a:lnTo>
                    <a:pt x="11072" y="6605"/>
                  </a:lnTo>
                  <a:lnTo>
                    <a:pt x="11254" y="6605"/>
                  </a:lnTo>
                  <a:lnTo>
                    <a:pt x="11299" y="6540"/>
                  </a:lnTo>
                  <a:lnTo>
                    <a:pt x="11390" y="6407"/>
                  </a:lnTo>
                  <a:lnTo>
                    <a:pt x="11390" y="6078"/>
                  </a:lnTo>
                  <a:lnTo>
                    <a:pt x="11344" y="6011"/>
                  </a:lnTo>
                  <a:lnTo>
                    <a:pt x="11299" y="5879"/>
                  </a:lnTo>
                  <a:lnTo>
                    <a:pt x="11208" y="5813"/>
                  </a:lnTo>
                  <a:close/>
                  <a:moveTo>
                    <a:pt x="20193" y="1983"/>
                  </a:moveTo>
                  <a:lnTo>
                    <a:pt x="19966" y="2775"/>
                  </a:lnTo>
                  <a:lnTo>
                    <a:pt x="19649" y="3501"/>
                  </a:lnTo>
                  <a:lnTo>
                    <a:pt x="19285" y="4228"/>
                  </a:lnTo>
                  <a:lnTo>
                    <a:pt x="18923" y="4954"/>
                  </a:lnTo>
                  <a:lnTo>
                    <a:pt x="18515" y="5548"/>
                  </a:lnTo>
                  <a:lnTo>
                    <a:pt x="18061" y="6144"/>
                  </a:lnTo>
                  <a:lnTo>
                    <a:pt x="17107" y="7333"/>
                  </a:lnTo>
                  <a:lnTo>
                    <a:pt x="17016" y="7068"/>
                  </a:lnTo>
                  <a:lnTo>
                    <a:pt x="17289" y="6803"/>
                  </a:lnTo>
                  <a:lnTo>
                    <a:pt x="17743" y="6407"/>
                  </a:lnTo>
                  <a:lnTo>
                    <a:pt x="18151" y="5944"/>
                  </a:lnTo>
                  <a:lnTo>
                    <a:pt x="18559" y="5417"/>
                  </a:lnTo>
                  <a:lnTo>
                    <a:pt x="18923" y="4889"/>
                  </a:lnTo>
                  <a:lnTo>
                    <a:pt x="19241" y="4293"/>
                  </a:lnTo>
                  <a:lnTo>
                    <a:pt x="19513" y="3634"/>
                  </a:lnTo>
                  <a:lnTo>
                    <a:pt x="19739" y="2973"/>
                  </a:lnTo>
                  <a:lnTo>
                    <a:pt x="19921" y="2181"/>
                  </a:lnTo>
                  <a:lnTo>
                    <a:pt x="19921" y="2047"/>
                  </a:lnTo>
                  <a:lnTo>
                    <a:pt x="20193" y="1983"/>
                  </a:lnTo>
                  <a:close/>
                  <a:moveTo>
                    <a:pt x="13023" y="7135"/>
                  </a:moveTo>
                  <a:lnTo>
                    <a:pt x="12933" y="7199"/>
                  </a:lnTo>
                  <a:lnTo>
                    <a:pt x="12841" y="7333"/>
                  </a:lnTo>
                  <a:lnTo>
                    <a:pt x="12841" y="7397"/>
                  </a:lnTo>
                  <a:lnTo>
                    <a:pt x="12797" y="7597"/>
                  </a:lnTo>
                  <a:lnTo>
                    <a:pt x="12841" y="7795"/>
                  </a:lnTo>
                  <a:lnTo>
                    <a:pt x="12933" y="7927"/>
                  </a:lnTo>
                  <a:lnTo>
                    <a:pt x="12977" y="7994"/>
                  </a:lnTo>
                  <a:lnTo>
                    <a:pt x="13159" y="7994"/>
                  </a:lnTo>
                  <a:lnTo>
                    <a:pt x="13295" y="7860"/>
                  </a:lnTo>
                  <a:lnTo>
                    <a:pt x="13341" y="7729"/>
                  </a:lnTo>
                  <a:lnTo>
                    <a:pt x="13387" y="7597"/>
                  </a:lnTo>
                  <a:lnTo>
                    <a:pt x="13341" y="7397"/>
                  </a:lnTo>
                  <a:lnTo>
                    <a:pt x="13295" y="7333"/>
                  </a:lnTo>
                  <a:lnTo>
                    <a:pt x="13251" y="7199"/>
                  </a:lnTo>
                  <a:lnTo>
                    <a:pt x="13205" y="7135"/>
                  </a:lnTo>
                  <a:close/>
                  <a:moveTo>
                    <a:pt x="20329" y="859"/>
                  </a:moveTo>
                  <a:lnTo>
                    <a:pt x="20556" y="926"/>
                  </a:lnTo>
                  <a:lnTo>
                    <a:pt x="20738" y="1057"/>
                  </a:lnTo>
                  <a:lnTo>
                    <a:pt x="20828" y="1322"/>
                  </a:lnTo>
                  <a:lnTo>
                    <a:pt x="20920" y="1585"/>
                  </a:lnTo>
                  <a:lnTo>
                    <a:pt x="20964" y="1916"/>
                  </a:lnTo>
                  <a:lnTo>
                    <a:pt x="20964" y="2246"/>
                  </a:lnTo>
                  <a:lnTo>
                    <a:pt x="20920" y="2775"/>
                  </a:lnTo>
                  <a:lnTo>
                    <a:pt x="20738" y="3369"/>
                  </a:lnTo>
                  <a:lnTo>
                    <a:pt x="20466" y="3832"/>
                  </a:lnTo>
                  <a:lnTo>
                    <a:pt x="19921" y="4756"/>
                  </a:lnTo>
                  <a:lnTo>
                    <a:pt x="18651" y="6605"/>
                  </a:lnTo>
                  <a:lnTo>
                    <a:pt x="17425" y="8192"/>
                  </a:lnTo>
                  <a:lnTo>
                    <a:pt x="17334" y="7927"/>
                  </a:lnTo>
                  <a:lnTo>
                    <a:pt x="17471" y="7795"/>
                  </a:lnTo>
                  <a:lnTo>
                    <a:pt x="18515" y="6540"/>
                  </a:lnTo>
                  <a:lnTo>
                    <a:pt x="19013" y="5813"/>
                  </a:lnTo>
                  <a:lnTo>
                    <a:pt x="19467" y="5087"/>
                  </a:lnTo>
                  <a:lnTo>
                    <a:pt x="19875" y="4293"/>
                  </a:lnTo>
                  <a:lnTo>
                    <a:pt x="20239" y="3436"/>
                  </a:lnTo>
                  <a:lnTo>
                    <a:pt x="20556" y="2577"/>
                  </a:lnTo>
                  <a:lnTo>
                    <a:pt x="20738" y="1585"/>
                  </a:lnTo>
                  <a:lnTo>
                    <a:pt x="20738" y="1387"/>
                  </a:lnTo>
                  <a:lnTo>
                    <a:pt x="20692" y="1255"/>
                  </a:lnTo>
                  <a:lnTo>
                    <a:pt x="20602" y="1188"/>
                  </a:lnTo>
                  <a:lnTo>
                    <a:pt x="20466" y="1188"/>
                  </a:lnTo>
                  <a:lnTo>
                    <a:pt x="19694" y="1387"/>
                  </a:lnTo>
                  <a:lnTo>
                    <a:pt x="18967" y="1718"/>
                  </a:lnTo>
                  <a:lnTo>
                    <a:pt x="19285" y="1453"/>
                  </a:lnTo>
                  <a:lnTo>
                    <a:pt x="19649" y="1188"/>
                  </a:lnTo>
                  <a:lnTo>
                    <a:pt x="20012" y="990"/>
                  </a:lnTo>
                  <a:lnTo>
                    <a:pt x="20329" y="859"/>
                  </a:lnTo>
                  <a:close/>
                  <a:moveTo>
                    <a:pt x="11571" y="7531"/>
                  </a:moveTo>
                  <a:lnTo>
                    <a:pt x="11390" y="7662"/>
                  </a:lnTo>
                  <a:lnTo>
                    <a:pt x="11299" y="7860"/>
                  </a:lnTo>
                  <a:lnTo>
                    <a:pt x="11299" y="7994"/>
                  </a:lnTo>
                  <a:lnTo>
                    <a:pt x="11344" y="8125"/>
                  </a:lnTo>
                  <a:lnTo>
                    <a:pt x="11390" y="8256"/>
                  </a:lnTo>
                  <a:lnTo>
                    <a:pt x="11480" y="8323"/>
                  </a:lnTo>
                  <a:lnTo>
                    <a:pt x="11662" y="8323"/>
                  </a:lnTo>
                  <a:lnTo>
                    <a:pt x="11798" y="8256"/>
                  </a:lnTo>
                  <a:lnTo>
                    <a:pt x="11889" y="8058"/>
                  </a:lnTo>
                  <a:lnTo>
                    <a:pt x="11934" y="7927"/>
                  </a:lnTo>
                  <a:lnTo>
                    <a:pt x="11934" y="7729"/>
                  </a:lnTo>
                  <a:lnTo>
                    <a:pt x="11889" y="7662"/>
                  </a:lnTo>
                  <a:lnTo>
                    <a:pt x="11798" y="7531"/>
                  </a:lnTo>
                  <a:close/>
                  <a:moveTo>
                    <a:pt x="16382" y="11824"/>
                  </a:moveTo>
                  <a:lnTo>
                    <a:pt x="16290" y="11955"/>
                  </a:lnTo>
                  <a:lnTo>
                    <a:pt x="16246" y="12088"/>
                  </a:lnTo>
                  <a:lnTo>
                    <a:pt x="16246" y="12485"/>
                  </a:lnTo>
                  <a:lnTo>
                    <a:pt x="16336" y="12551"/>
                  </a:lnTo>
                  <a:lnTo>
                    <a:pt x="16472" y="12616"/>
                  </a:lnTo>
                  <a:lnTo>
                    <a:pt x="16654" y="12551"/>
                  </a:lnTo>
                  <a:lnTo>
                    <a:pt x="16744" y="12485"/>
                  </a:lnTo>
                  <a:lnTo>
                    <a:pt x="16744" y="12353"/>
                  </a:lnTo>
                  <a:lnTo>
                    <a:pt x="16790" y="12155"/>
                  </a:lnTo>
                  <a:lnTo>
                    <a:pt x="16744" y="12022"/>
                  </a:lnTo>
                  <a:lnTo>
                    <a:pt x="16654" y="11890"/>
                  </a:lnTo>
                  <a:lnTo>
                    <a:pt x="16472" y="11824"/>
                  </a:lnTo>
                  <a:close/>
                  <a:moveTo>
                    <a:pt x="15111" y="13145"/>
                  </a:moveTo>
                  <a:lnTo>
                    <a:pt x="14974" y="13210"/>
                  </a:lnTo>
                  <a:lnTo>
                    <a:pt x="14884" y="13344"/>
                  </a:lnTo>
                  <a:lnTo>
                    <a:pt x="14838" y="13542"/>
                  </a:lnTo>
                  <a:lnTo>
                    <a:pt x="14838" y="13740"/>
                  </a:lnTo>
                  <a:lnTo>
                    <a:pt x="14884" y="13871"/>
                  </a:lnTo>
                  <a:lnTo>
                    <a:pt x="14974" y="14004"/>
                  </a:lnTo>
                  <a:lnTo>
                    <a:pt x="15111" y="14004"/>
                  </a:lnTo>
                  <a:lnTo>
                    <a:pt x="15202" y="13938"/>
                  </a:lnTo>
                  <a:lnTo>
                    <a:pt x="15292" y="13871"/>
                  </a:lnTo>
                  <a:lnTo>
                    <a:pt x="15384" y="13740"/>
                  </a:lnTo>
                  <a:lnTo>
                    <a:pt x="15384" y="13344"/>
                  </a:lnTo>
                  <a:lnTo>
                    <a:pt x="15247" y="13210"/>
                  </a:lnTo>
                  <a:lnTo>
                    <a:pt x="15111" y="13145"/>
                  </a:lnTo>
                  <a:close/>
                  <a:moveTo>
                    <a:pt x="15746" y="14465"/>
                  </a:moveTo>
                  <a:lnTo>
                    <a:pt x="15656" y="14599"/>
                  </a:lnTo>
                  <a:lnTo>
                    <a:pt x="15656" y="14664"/>
                  </a:lnTo>
                  <a:lnTo>
                    <a:pt x="15610" y="14862"/>
                  </a:lnTo>
                  <a:lnTo>
                    <a:pt x="15610" y="15126"/>
                  </a:lnTo>
                  <a:lnTo>
                    <a:pt x="15656" y="15193"/>
                  </a:lnTo>
                  <a:lnTo>
                    <a:pt x="15700" y="15260"/>
                  </a:lnTo>
                  <a:lnTo>
                    <a:pt x="15746" y="15260"/>
                  </a:lnTo>
                  <a:lnTo>
                    <a:pt x="15836" y="15324"/>
                  </a:lnTo>
                  <a:lnTo>
                    <a:pt x="15972" y="15260"/>
                  </a:lnTo>
                  <a:lnTo>
                    <a:pt x="16064" y="15193"/>
                  </a:lnTo>
                  <a:lnTo>
                    <a:pt x="16108" y="15126"/>
                  </a:lnTo>
                  <a:lnTo>
                    <a:pt x="16108" y="14730"/>
                  </a:lnTo>
                  <a:lnTo>
                    <a:pt x="16018" y="14599"/>
                  </a:lnTo>
                  <a:lnTo>
                    <a:pt x="15972" y="14465"/>
                  </a:lnTo>
                  <a:close/>
                  <a:moveTo>
                    <a:pt x="12433" y="3832"/>
                  </a:moveTo>
                  <a:lnTo>
                    <a:pt x="12933" y="3897"/>
                  </a:lnTo>
                  <a:lnTo>
                    <a:pt x="13431" y="4030"/>
                  </a:lnTo>
                  <a:lnTo>
                    <a:pt x="13931" y="4228"/>
                  </a:lnTo>
                  <a:lnTo>
                    <a:pt x="13885" y="4426"/>
                  </a:lnTo>
                  <a:lnTo>
                    <a:pt x="13931" y="4624"/>
                  </a:lnTo>
                  <a:lnTo>
                    <a:pt x="14021" y="4756"/>
                  </a:lnTo>
                  <a:lnTo>
                    <a:pt x="14158" y="4889"/>
                  </a:lnTo>
                  <a:lnTo>
                    <a:pt x="14385" y="4889"/>
                  </a:lnTo>
                  <a:lnTo>
                    <a:pt x="14566" y="5020"/>
                  </a:lnTo>
                  <a:lnTo>
                    <a:pt x="14974" y="5285"/>
                  </a:lnTo>
                  <a:lnTo>
                    <a:pt x="15066" y="5350"/>
                  </a:lnTo>
                  <a:lnTo>
                    <a:pt x="15156" y="5417"/>
                  </a:lnTo>
                  <a:lnTo>
                    <a:pt x="15428" y="5746"/>
                  </a:lnTo>
                  <a:lnTo>
                    <a:pt x="15700" y="6144"/>
                  </a:lnTo>
                  <a:lnTo>
                    <a:pt x="16200" y="6936"/>
                  </a:lnTo>
                  <a:lnTo>
                    <a:pt x="14203" y="8719"/>
                  </a:lnTo>
                  <a:lnTo>
                    <a:pt x="12207" y="10437"/>
                  </a:lnTo>
                  <a:lnTo>
                    <a:pt x="7533" y="14532"/>
                  </a:lnTo>
                  <a:lnTo>
                    <a:pt x="6443" y="15522"/>
                  </a:lnTo>
                  <a:lnTo>
                    <a:pt x="6625" y="14995"/>
                  </a:lnTo>
                  <a:lnTo>
                    <a:pt x="6987" y="14334"/>
                  </a:lnTo>
                  <a:lnTo>
                    <a:pt x="7351" y="13608"/>
                  </a:lnTo>
                  <a:lnTo>
                    <a:pt x="7305" y="13475"/>
                  </a:lnTo>
                  <a:lnTo>
                    <a:pt x="7261" y="13475"/>
                  </a:lnTo>
                  <a:lnTo>
                    <a:pt x="7033" y="13673"/>
                  </a:lnTo>
                  <a:lnTo>
                    <a:pt x="6851" y="13938"/>
                  </a:lnTo>
                  <a:lnTo>
                    <a:pt x="6443" y="14532"/>
                  </a:lnTo>
                  <a:lnTo>
                    <a:pt x="6171" y="15193"/>
                  </a:lnTo>
                  <a:lnTo>
                    <a:pt x="5899" y="15919"/>
                  </a:lnTo>
                  <a:lnTo>
                    <a:pt x="5853" y="15985"/>
                  </a:lnTo>
                  <a:lnTo>
                    <a:pt x="5717" y="15458"/>
                  </a:lnTo>
                  <a:lnTo>
                    <a:pt x="6080" y="14599"/>
                  </a:lnTo>
                  <a:lnTo>
                    <a:pt x="6534" y="13740"/>
                  </a:lnTo>
                  <a:lnTo>
                    <a:pt x="6987" y="12947"/>
                  </a:lnTo>
                  <a:lnTo>
                    <a:pt x="7441" y="12220"/>
                  </a:lnTo>
                  <a:lnTo>
                    <a:pt x="7441" y="12088"/>
                  </a:lnTo>
                  <a:lnTo>
                    <a:pt x="7351" y="12088"/>
                  </a:lnTo>
                  <a:lnTo>
                    <a:pt x="6851" y="12683"/>
                  </a:lnTo>
                  <a:lnTo>
                    <a:pt x="6398" y="13344"/>
                  </a:lnTo>
                  <a:lnTo>
                    <a:pt x="5989" y="14004"/>
                  </a:lnTo>
                  <a:lnTo>
                    <a:pt x="5581" y="14730"/>
                  </a:lnTo>
                  <a:lnTo>
                    <a:pt x="5536" y="14267"/>
                  </a:lnTo>
                  <a:lnTo>
                    <a:pt x="5490" y="13806"/>
                  </a:lnTo>
                  <a:lnTo>
                    <a:pt x="5762" y="13210"/>
                  </a:lnTo>
                  <a:lnTo>
                    <a:pt x="6035" y="12749"/>
                  </a:lnTo>
                  <a:lnTo>
                    <a:pt x="7033" y="10833"/>
                  </a:lnTo>
                  <a:lnTo>
                    <a:pt x="7079" y="10702"/>
                  </a:lnTo>
                  <a:lnTo>
                    <a:pt x="7033" y="10635"/>
                  </a:lnTo>
                  <a:lnTo>
                    <a:pt x="6897" y="10635"/>
                  </a:lnTo>
                  <a:lnTo>
                    <a:pt x="6534" y="11163"/>
                  </a:lnTo>
                  <a:lnTo>
                    <a:pt x="6126" y="11757"/>
                  </a:lnTo>
                  <a:lnTo>
                    <a:pt x="5445" y="12881"/>
                  </a:lnTo>
                  <a:lnTo>
                    <a:pt x="5445" y="11757"/>
                  </a:lnTo>
                  <a:lnTo>
                    <a:pt x="5717" y="11163"/>
                  </a:lnTo>
                  <a:lnTo>
                    <a:pt x="6126" y="10371"/>
                  </a:lnTo>
                  <a:lnTo>
                    <a:pt x="6353" y="9908"/>
                  </a:lnTo>
                  <a:lnTo>
                    <a:pt x="6489" y="9710"/>
                  </a:lnTo>
                  <a:lnTo>
                    <a:pt x="6671" y="9578"/>
                  </a:lnTo>
                  <a:lnTo>
                    <a:pt x="6715" y="9578"/>
                  </a:lnTo>
                  <a:lnTo>
                    <a:pt x="6715" y="9512"/>
                  </a:lnTo>
                  <a:lnTo>
                    <a:pt x="6671" y="9447"/>
                  </a:lnTo>
                  <a:lnTo>
                    <a:pt x="6671" y="9380"/>
                  </a:lnTo>
                  <a:lnTo>
                    <a:pt x="6398" y="9380"/>
                  </a:lnTo>
                  <a:lnTo>
                    <a:pt x="6262" y="9512"/>
                  </a:lnTo>
                  <a:lnTo>
                    <a:pt x="6126" y="9645"/>
                  </a:lnTo>
                  <a:lnTo>
                    <a:pt x="5899" y="9974"/>
                  </a:lnTo>
                  <a:lnTo>
                    <a:pt x="5717" y="10304"/>
                  </a:lnTo>
                  <a:lnTo>
                    <a:pt x="5536" y="10569"/>
                  </a:lnTo>
                  <a:lnTo>
                    <a:pt x="5672" y="9843"/>
                  </a:lnTo>
                  <a:lnTo>
                    <a:pt x="5853" y="9115"/>
                  </a:lnTo>
                  <a:lnTo>
                    <a:pt x="6035" y="8719"/>
                  </a:lnTo>
                  <a:lnTo>
                    <a:pt x="6216" y="8323"/>
                  </a:lnTo>
                  <a:lnTo>
                    <a:pt x="6443" y="7927"/>
                  </a:lnTo>
                  <a:lnTo>
                    <a:pt x="6671" y="7597"/>
                  </a:lnTo>
                  <a:lnTo>
                    <a:pt x="7169" y="6936"/>
                  </a:lnTo>
                  <a:lnTo>
                    <a:pt x="7713" y="6342"/>
                  </a:lnTo>
                  <a:lnTo>
                    <a:pt x="8259" y="5813"/>
                  </a:lnTo>
                  <a:lnTo>
                    <a:pt x="8803" y="5285"/>
                  </a:lnTo>
                  <a:lnTo>
                    <a:pt x="9393" y="4889"/>
                  </a:lnTo>
                  <a:lnTo>
                    <a:pt x="9982" y="4491"/>
                  </a:lnTo>
                  <a:lnTo>
                    <a:pt x="10482" y="4228"/>
                  </a:lnTo>
                  <a:lnTo>
                    <a:pt x="10936" y="4030"/>
                  </a:lnTo>
                  <a:lnTo>
                    <a:pt x="11435" y="3897"/>
                  </a:lnTo>
                  <a:lnTo>
                    <a:pt x="11934" y="3832"/>
                  </a:lnTo>
                  <a:close/>
                  <a:moveTo>
                    <a:pt x="16472" y="7597"/>
                  </a:moveTo>
                  <a:lnTo>
                    <a:pt x="16608" y="7860"/>
                  </a:lnTo>
                  <a:lnTo>
                    <a:pt x="15564" y="9051"/>
                  </a:lnTo>
                  <a:lnTo>
                    <a:pt x="14475" y="10172"/>
                  </a:lnTo>
                  <a:lnTo>
                    <a:pt x="13341" y="11296"/>
                  </a:lnTo>
                  <a:lnTo>
                    <a:pt x="12207" y="12353"/>
                  </a:lnTo>
                  <a:lnTo>
                    <a:pt x="10981" y="13408"/>
                  </a:lnTo>
                  <a:lnTo>
                    <a:pt x="9756" y="14465"/>
                  </a:lnTo>
                  <a:lnTo>
                    <a:pt x="8485" y="15458"/>
                  </a:lnTo>
                  <a:lnTo>
                    <a:pt x="7169" y="16381"/>
                  </a:lnTo>
                  <a:lnTo>
                    <a:pt x="6171" y="17042"/>
                  </a:lnTo>
                  <a:lnTo>
                    <a:pt x="6080" y="16778"/>
                  </a:lnTo>
                  <a:lnTo>
                    <a:pt x="6126" y="16580"/>
                  </a:lnTo>
                  <a:lnTo>
                    <a:pt x="7487" y="15458"/>
                  </a:lnTo>
                  <a:lnTo>
                    <a:pt x="12615" y="10965"/>
                  </a:lnTo>
                  <a:lnTo>
                    <a:pt x="14566" y="9249"/>
                  </a:lnTo>
                  <a:lnTo>
                    <a:pt x="16472" y="7597"/>
                  </a:lnTo>
                  <a:close/>
                  <a:moveTo>
                    <a:pt x="4900" y="14334"/>
                  </a:moveTo>
                  <a:lnTo>
                    <a:pt x="4946" y="14532"/>
                  </a:lnTo>
                  <a:lnTo>
                    <a:pt x="4946" y="14599"/>
                  </a:lnTo>
                  <a:lnTo>
                    <a:pt x="5128" y="15656"/>
                  </a:lnTo>
                  <a:lnTo>
                    <a:pt x="4900" y="16250"/>
                  </a:lnTo>
                  <a:lnTo>
                    <a:pt x="4854" y="16381"/>
                  </a:lnTo>
                  <a:lnTo>
                    <a:pt x="4854" y="16448"/>
                  </a:lnTo>
                  <a:lnTo>
                    <a:pt x="4946" y="16646"/>
                  </a:lnTo>
                  <a:lnTo>
                    <a:pt x="4129" y="17109"/>
                  </a:lnTo>
                  <a:lnTo>
                    <a:pt x="3720" y="17307"/>
                  </a:lnTo>
                  <a:lnTo>
                    <a:pt x="3267" y="17438"/>
                  </a:lnTo>
                  <a:lnTo>
                    <a:pt x="3584" y="16515"/>
                  </a:lnTo>
                  <a:lnTo>
                    <a:pt x="3993" y="15656"/>
                  </a:lnTo>
                  <a:lnTo>
                    <a:pt x="4402" y="14995"/>
                  </a:lnTo>
                  <a:lnTo>
                    <a:pt x="4900" y="14334"/>
                  </a:lnTo>
                  <a:close/>
                  <a:moveTo>
                    <a:pt x="16835" y="8521"/>
                  </a:moveTo>
                  <a:lnTo>
                    <a:pt x="16926" y="8851"/>
                  </a:lnTo>
                  <a:lnTo>
                    <a:pt x="16064" y="9908"/>
                  </a:lnTo>
                  <a:lnTo>
                    <a:pt x="14974" y="11163"/>
                  </a:lnTo>
                  <a:lnTo>
                    <a:pt x="13885" y="12287"/>
                  </a:lnTo>
                  <a:lnTo>
                    <a:pt x="12751" y="13408"/>
                  </a:lnTo>
                  <a:lnTo>
                    <a:pt x="11571" y="14465"/>
                  </a:lnTo>
                  <a:lnTo>
                    <a:pt x="10392" y="15458"/>
                  </a:lnTo>
                  <a:lnTo>
                    <a:pt x="9212" y="16381"/>
                  </a:lnTo>
                  <a:lnTo>
                    <a:pt x="7986" y="17240"/>
                  </a:lnTo>
                  <a:lnTo>
                    <a:pt x="6715" y="18033"/>
                  </a:lnTo>
                  <a:lnTo>
                    <a:pt x="6489" y="17637"/>
                  </a:lnTo>
                  <a:lnTo>
                    <a:pt x="6761" y="17438"/>
                  </a:lnTo>
                  <a:lnTo>
                    <a:pt x="8167" y="16448"/>
                  </a:lnTo>
                  <a:lnTo>
                    <a:pt x="9574" y="15391"/>
                  </a:lnTo>
                  <a:lnTo>
                    <a:pt x="10981" y="14267"/>
                  </a:lnTo>
                  <a:lnTo>
                    <a:pt x="12343" y="13079"/>
                  </a:lnTo>
                  <a:lnTo>
                    <a:pt x="13477" y="12022"/>
                  </a:lnTo>
                  <a:lnTo>
                    <a:pt x="14612" y="10900"/>
                  </a:lnTo>
                  <a:lnTo>
                    <a:pt x="15746" y="9710"/>
                  </a:lnTo>
                  <a:lnTo>
                    <a:pt x="16835" y="8521"/>
                  </a:lnTo>
                  <a:close/>
                  <a:moveTo>
                    <a:pt x="14838" y="17505"/>
                  </a:moveTo>
                  <a:lnTo>
                    <a:pt x="15428" y="17703"/>
                  </a:lnTo>
                  <a:lnTo>
                    <a:pt x="15384" y="17768"/>
                  </a:lnTo>
                  <a:lnTo>
                    <a:pt x="14884" y="18496"/>
                  </a:lnTo>
                  <a:lnTo>
                    <a:pt x="14884" y="18364"/>
                  </a:lnTo>
                  <a:lnTo>
                    <a:pt x="14838" y="17505"/>
                  </a:lnTo>
                  <a:close/>
                  <a:moveTo>
                    <a:pt x="3358" y="15854"/>
                  </a:moveTo>
                  <a:lnTo>
                    <a:pt x="2995" y="16778"/>
                  </a:lnTo>
                  <a:lnTo>
                    <a:pt x="2677" y="17768"/>
                  </a:lnTo>
                  <a:lnTo>
                    <a:pt x="2677" y="17901"/>
                  </a:lnTo>
                  <a:lnTo>
                    <a:pt x="2722" y="18099"/>
                  </a:lnTo>
                  <a:lnTo>
                    <a:pt x="2813" y="18166"/>
                  </a:lnTo>
                  <a:lnTo>
                    <a:pt x="2904" y="18231"/>
                  </a:lnTo>
                  <a:lnTo>
                    <a:pt x="3584" y="18033"/>
                  </a:lnTo>
                  <a:lnTo>
                    <a:pt x="4266" y="17768"/>
                  </a:lnTo>
                  <a:lnTo>
                    <a:pt x="4854" y="17438"/>
                  </a:lnTo>
                  <a:lnTo>
                    <a:pt x="5490" y="17042"/>
                  </a:lnTo>
                  <a:lnTo>
                    <a:pt x="5626" y="17438"/>
                  </a:lnTo>
                  <a:lnTo>
                    <a:pt x="4402" y="18231"/>
                  </a:lnTo>
                  <a:lnTo>
                    <a:pt x="3812" y="18562"/>
                  </a:lnTo>
                  <a:lnTo>
                    <a:pt x="3176" y="18958"/>
                  </a:lnTo>
                  <a:lnTo>
                    <a:pt x="2813" y="19156"/>
                  </a:lnTo>
                  <a:lnTo>
                    <a:pt x="2495" y="19221"/>
                  </a:lnTo>
                  <a:lnTo>
                    <a:pt x="2177" y="19288"/>
                  </a:lnTo>
                  <a:lnTo>
                    <a:pt x="1815" y="19288"/>
                  </a:lnTo>
                  <a:lnTo>
                    <a:pt x="2586" y="17637"/>
                  </a:lnTo>
                  <a:lnTo>
                    <a:pt x="2904" y="16778"/>
                  </a:lnTo>
                  <a:lnTo>
                    <a:pt x="3267" y="15985"/>
                  </a:lnTo>
                  <a:lnTo>
                    <a:pt x="3358" y="15854"/>
                  </a:lnTo>
                  <a:close/>
                  <a:moveTo>
                    <a:pt x="17107" y="9776"/>
                  </a:moveTo>
                  <a:lnTo>
                    <a:pt x="17244" y="10702"/>
                  </a:lnTo>
                  <a:lnTo>
                    <a:pt x="17244" y="12418"/>
                  </a:lnTo>
                  <a:lnTo>
                    <a:pt x="17153" y="13210"/>
                  </a:lnTo>
                  <a:lnTo>
                    <a:pt x="17016" y="13938"/>
                  </a:lnTo>
                  <a:lnTo>
                    <a:pt x="16835" y="14664"/>
                  </a:lnTo>
                  <a:lnTo>
                    <a:pt x="16608" y="15391"/>
                  </a:lnTo>
                  <a:lnTo>
                    <a:pt x="16336" y="16052"/>
                  </a:lnTo>
                  <a:lnTo>
                    <a:pt x="16018" y="16713"/>
                  </a:lnTo>
                  <a:lnTo>
                    <a:pt x="15656" y="17372"/>
                  </a:lnTo>
                  <a:lnTo>
                    <a:pt x="15202" y="17307"/>
                  </a:lnTo>
                  <a:lnTo>
                    <a:pt x="14748" y="17174"/>
                  </a:lnTo>
                  <a:lnTo>
                    <a:pt x="14657" y="17240"/>
                  </a:lnTo>
                  <a:lnTo>
                    <a:pt x="14612" y="17240"/>
                  </a:lnTo>
                  <a:lnTo>
                    <a:pt x="14566" y="17372"/>
                  </a:lnTo>
                  <a:lnTo>
                    <a:pt x="14475" y="18760"/>
                  </a:lnTo>
                  <a:lnTo>
                    <a:pt x="14475" y="18892"/>
                  </a:lnTo>
                  <a:lnTo>
                    <a:pt x="14113" y="19288"/>
                  </a:lnTo>
                  <a:lnTo>
                    <a:pt x="13840" y="19486"/>
                  </a:lnTo>
                  <a:lnTo>
                    <a:pt x="13795" y="19553"/>
                  </a:lnTo>
                  <a:lnTo>
                    <a:pt x="13659" y="19684"/>
                  </a:lnTo>
                  <a:lnTo>
                    <a:pt x="13659" y="19023"/>
                  </a:lnTo>
                  <a:lnTo>
                    <a:pt x="13749" y="18364"/>
                  </a:lnTo>
                  <a:lnTo>
                    <a:pt x="13840" y="17768"/>
                  </a:lnTo>
                  <a:lnTo>
                    <a:pt x="13976" y="17109"/>
                  </a:lnTo>
                  <a:lnTo>
                    <a:pt x="13976" y="17042"/>
                  </a:lnTo>
                  <a:lnTo>
                    <a:pt x="13931" y="16976"/>
                  </a:lnTo>
                  <a:lnTo>
                    <a:pt x="13885" y="16976"/>
                  </a:lnTo>
                  <a:lnTo>
                    <a:pt x="13840" y="17042"/>
                  </a:lnTo>
                  <a:lnTo>
                    <a:pt x="13704" y="17372"/>
                  </a:lnTo>
                  <a:lnTo>
                    <a:pt x="13567" y="17703"/>
                  </a:lnTo>
                  <a:lnTo>
                    <a:pt x="13341" y="18429"/>
                  </a:lnTo>
                  <a:lnTo>
                    <a:pt x="13251" y="19156"/>
                  </a:lnTo>
                  <a:lnTo>
                    <a:pt x="13251" y="19949"/>
                  </a:lnTo>
                  <a:lnTo>
                    <a:pt x="12705" y="20278"/>
                  </a:lnTo>
                  <a:lnTo>
                    <a:pt x="12161" y="20476"/>
                  </a:lnTo>
                  <a:lnTo>
                    <a:pt x="12207" y="19817"/>
                  </a:lnTo>
                  <a:lnTo>
                    <a:pt x="12343" y="19156"/>
                  </a:lnTo>
                  <a:lnTo>
                    <a:pt x="12433" y="18627"/>
                  </a:lnTo>
                  <a:lnTo>
                    <a:pt x="12569" y="18166"/>
                  </a:lnTo>
                  <a:lnTo>
                    <a:pt x="12887" y="17240"/>
                  </a:lnTo>
                  <a:lnTo>
                    <a:pt x="12887" y="17174"/>
                  </a:lnTo>
                  <a:lnTo>
                    <a:pt x="12841" y="17109"/>
                  </a:lnTo>
                  <a:lnTo>
                    <a:pt x="12797" y="17109"/>
                  </a:lnTo>
                  <a:lnTo>
                    <a:pt x="12797" y="17174"/>
                  </a:lnTo>
                  <a:lnTo>
                    <a:pt x="12388" y="17901"/>
                  </a:lnTo>
                  <a:lnTo>
                    <a:pt x="12071" y="18760"/>
                  </a:lnTo>
                  <a:lnTo>
                    <a:pt x="11798" y="19619"/>
                  </a:lnTo>
                  <a:lnTo>
                    <a:pt x="11753" y="20080"/>
                  </a:lnTo>
                  <a:lnTo>
                    <a:pt x="11662" y="20543"/>
                  </a:lnTo>
                  <a:lnTo>
                    <a:pt x="11072" y="20543"/>
                  </a:lnTo>
                  <a:lnTo>
                    <a:pt x="11072" y="20278"/>
                  </a:lnTo>
                  <a:lnTo>
                    <a:pt x="11026" y="20213"/>
                  </a:lnTo>
                  <a:lnTo>
                    <a:pt x="10981" y="20147"/>
                  </a:lnTo>
                  <a:lnTo>
                    <a:pt x="10936" y="20147"/>
                  </a:lnTo>
                  <a:lnTo>
                    <a:pt x="10890" y="20213"/>
                  </a:lnTo>
                  <a:lnTo>
                    <a:pt x="10800" y="20345"/>
                  </a:lnTo>
                  <a:lnTo>
                    <a:pt x="11344" y="18825"/>
                  </a:lnTo>
                  <a:lnTo>
                    <a:pt x="11616" y="18099"/>
                  </a:lnTo>
                  <a:lnTo>
                    <a:pt x="11979" y="17372"/>
                  </a:lnTo>
                  <a:lnTo>
                    <a:pt x="11979" y="17307"/>
                  </a:lnTo>
                  <a:lnTo>
                    <a:pt x="11934" y="17307"/>
                  </a:lnTo>
                  <a:lnTo>
                    <a:pt x="11934" y="17240"/>
                  </a:lnTo>
                  <a:lnTo>
                    <a:pt x="11889" y="17307"/>
                  </a:lnTo>
                  <a:lnTo>
                    <a:pt x="11435" y="18033"/>
                  </a:lnTo>
                  <a:lnTo>
                    <a:pt x="11026" y="18760"/>
                  </a:lnTo>
                  <a:lnTo>
                    <a:pt x="10664" y="19553"/>
                  </a:lnTo>
                  <a:lnTo>
                    <a:pt x="10300" y="20412"/>
                  </a:lnTo>
                  <a:lnTo>
                    <a:pt x="9846" y="20213"/>
                  </a:lnTo>
                  <a:lnTo>
                    <a:pt x="9892" y="20147"/>
                  </a:lnTo>
                  <a:lnTo>
                    <a:pt x="9892" y="20080"/>
                  </a:lnTo>
                  <a:lnTo>
                    <a:pt x="9846" y="20015"/>
                  </a:lnTo>
                  <a:lnTo>
                    <a:pt x="9846" y="19949"/>
                  </a:lnTo>
                  <a:lnTo>
                    <a:pt x="9802" y="19751"/>
                  </a:lnTo>
                  <a:lnTo>
                    <a:pt x="9846" y="19553"/>
                  </a:lnTo>
                  <a:lnTo>
                    <a:pt x="9938" y="19090"/>
                  </a:lnTo>
                  <a:lnTo>
                    <a:pt x="10120" y="18562"/>
                  </a:lnTo>
                  <a:lnTo>
                    <a:pt x="10482" y="17703"/>
                  </a:lnTo>
                  <a:lnTo>
                    <a:pt x="10845" y="16976"/>
                  </a:lnTo>
                  <a:lnTo>
                    <a:pt x="10890" y="16911"/>
                  </a:lnTo>
                  <a:lnTo>
                    <a:pt x="10845" y="16778"/>
                  </a:lnTo>
                  <a:lnTo>
                    <a:pt x="10754" y="16778"/>
                  </a:lnTo>
                  <a:lnTo>
                    <a:pt x="10346" y="17174"/>
                  </a:lnTo>
                  <a:lnTo>
                    <a:pt x="10028" y="17703"/>
                  </a:lnTo>
                  <a:lnTo>
                    <a:pt x="9756" y="18231"/>
                  </a:lnTo>
                  <a:lnTo>
                    <a:pt x="9529" y="18825"/>
                  </a:lnTo>
                  <a:lnTo>
                    <a:pt x="9393" y="19419"/>
                  </a:lnTo>
                  <a:lnTo>
                    <a:pt x="9348" y="19751"/>
                  </a:lnTo>
                  <a:lnTo>
                    <a:pt x="9393" y="20015"/>
                  </a:lnTo>
                  <a:lnTo>
                    <a:pt x="8848" y="19751"/>
                  </a:lnTo>
                  <a:lnTo>
                    <a:pt x="8304" y="19419"/>
                  </a:lnTo>
                  <a:lnTo>
                    <a:pt x="8576" y="19023"/>
                  </a:lnTo>
                  <a:lnTo>
                    <a:pt x="8758" y="18627"/>
                  </a:lnTo>
                  <a:lnTo>
                    <a:pt x="8848" y="18429"/>
                  </a:lnTo>
                  <a:lnTo>
                    <a:pt x="8894" y="18231"/>
                  </a:lnTo>
                  <a:lnTo>
                    <a:pt x="8894" y="18166"/>
                  </a:lnTo>
                  <a:lnTo>
                    <a:pt x="8848" y="18166"/>
                  </a:lnTo>
                  <a:lnTo>
                    <a:pt x="8758" y="18231"/>
                  </a:lnTo>
                  <a:lnTo>
                    <a:pt x="8667" y="18297"/>
                  </a:lnTo>
                  <a:lnTo>
                    <a:pt x="8440" y="18562"/>
                  </a:lnTo>
                  <a:lnTo>
                    <a:pt x="8031" y="19023"/>
                  </a:lnTo>
                  <a:lnTo>
                    <a:pt x="7941" y="19156"/>
                  </a:lnTo>
                  <a:lnTo>
                    <a:pt x="7305" y="18627"/>
                  </a:lnTo>
                  <a:lnTo>
                    <a:pt x="8531" y="17835"/>
                  </a:lnTo>
                  <a:lnTo>
                    <a:pt x="9756" y="16911"/>
                  </a:lnTo>
                  <a:lnTo>
                    <a:pt x="10981" y="15985"/>
                  </a:lnTo>
                  <a:lnTo>
                    <a:pt x="12116" y="14995"/>
                  </a:lnTo>
                  <a:lnTo>
                    <a:pt x="13295" y="13938"/>
                  </a:lnTo>
                  <a:lnTo>
                    <a:pt x="14430" y="12814"/>
                  </a:lnTo>
                  <a:lnTo>
                    <a:pt x="15520" y="11626"/>
                  </a:lnTo>
                  <a:lnTo>
                    <a:pt x="16608" y="10437"/>
                  </a:lnTo>
                  <a:lnTo>
                    <a:pt x="17107" y="9776"/>
                  </a:lnTo>
                  <a:close/>
                  <a:moveTo>
                    <a:pt x="2041" y="17570"/>
                  </a:moveTo>
                  <a:lnTo>
                    <a:pt x="1271" y="19288"/>
                  </a:lnTo>
                  <a:lnTo>
                    <a:pt x="1225" y="19419"/>
                  </a:lnTo>
                  <a:lnTo>
                    <a:pt x="1271" y="19553"/>
                  </a:lnTo>
                  <a:lnTo>
                    <a:pt x="1271" y="19684"/>
                  </a:lnTo>
                  <a:lnTo>
                    <a:pt x="1361" y="19751"/>
                  </a:lnTo>
                  <a:lnTo>
                    <a:pt x="1679" y="19882"/>
                  </a:lnTo>
                  <a:lnTo>
                    <a:pt x="2041" y="19949"/>
                  </a:lnTo>
                  <a:lnTo>
                    <a:pt x="2359" y="19949"/>
                  </a:lnTo>
                  <a:lnTo>
                    <a:pt x="2677" y="19882"/>
                  </a:lnTo>
                  <a:lnTo>
                    <a:pt x="3358" y="19553"/>
                  </a:lnTo>
                  <a:lnTo>
                    <a:pt x="3993" y="19156"/>
                  </a:lnTo>
                  <a:lnTo>
                    <a:pt x="5899" y="18033"/>
                  </a:lnTo>
                  <a:lnTo>
                    <a:pt x="6126" y="18364"/>
                  </a:lnTo>
                  <a:lnTo>
                    <a:pt x="5036" y="19023"/>
                  </a:lnTo>
                  <a:lnTo>
                    <a:pt x="3948" y="19619"/>
                  </a:lnTo>
                  <a:lnTo>
                    <a:pt x="2767" y="20147"/>
                  </a:lnTo>
                  <a:lnTo>
                    <a:pt x="1543" y="20610"/>
                  </a:lnTo>
                  <a:lnTo>
                    <a:pt x="1361" y="20741"/>
                  </a:lnTo>
                  <a:lnTo>
                    <a:pt x="1043" y="20808"/>
                  </a:lnTo>
                  <a:lnTo>
                    <a:pt x="771" y="20808"/>
                  </a:lnTo>
                  <a:lnTo>
                    <a:pt x="680" y="20741"/>
                  </a:lnTo>
                  <a:lnTo>
                    <a:pt x="589" y="20674"/>
                  </a:lnTo>
                  <a:lnTo>
                    <a:pt x="589" y="20543"/>
                  </a:lnTo>
                  <a:lnTo>
                    <a:pt x="635" y="20345"/>
                  </a:lnTo>
                  <a:lnTo>
                    <a:pt x="816" y="19817"/>
                  </a:lnTo>
                  <a:lnTo>
                    <a:pt x="1225" y="19090"/>
                  </a:lnTo>
                  <a:lnTo>
                    <a:pt x="1633" y="18297"/>
                  </a:lnTo>
                  <a:lnTo>
                    <a:pt x="2041" y="17570"/>
                  </a:lnTo>
                  <a:close/>
                  <a:moveTo>
                    <a:pt x="20193" y="0"/>
                  </a:moveTo>
                  <a:lnTo>
                    <a:pt x="19966" y="67"/>
                  </a:lnTo>
                  <a:lnTo>
                    <a:pt x="19513" y="265"/>
                  </a:lnTo>
                  <a:lnTo>
                    <a:pt x="19149" y="594"/>
                  </a:lnTo>
                  <a:lnTo>
                    <a:pt x="18105" y="1453"/>
                  </a:lnTo>
                  <a:lnTo>
                    <a:pt x="17153" y="2444"/>
                  </a:lnTo>
                  <a:lnTo>
                    <a:pt x="16154" y="3436"/>
                  </a:lnTo>
                  <a:lnTo>
                    <a:pt x="15202" y="4426"/>
                  </a:lnTo>
                  <a:lnTo>
                    <a:pt x="14884" y="4162"/>
                  </a:lnTo>
                  <a:lnTo>
                    <a:pt x="14612" y="4030"/>
                  </a:lnTo>
                  <a:lnTo>
                    <a:pt x="14385" y="4030"/>
                  </a:lnTo>
                  <a:lnTo>
                    <a:pt x="14067" y="3765"/>
                  </a:lnTo>
                  <a:lnTo>
                    <a:pt x="13749" y="3567"/>
                  </a:lnTo>
                  <a:lnTo>
                    <a:pt x="13431" y="3436"/>
                  </a:lnTo>
                  <a:lnTo>
                    <a:pt x="13069" y="3303"/>
                  </a:lnTo>
                  <a:lnTo>
                    <a:pt x="12388" y="3171"/>
                  </a:lnTo>
                  <a:lnTo>
                    <a:pt x="11707" y="3171"/>
                  </a:lnTo>
                  <a:lnTo>
                    <a:pt x="11026" y="3303"/>
                  </a:lnTo>
                  <a:lnTo>
                    <a:pt x="10346" y="3567"/>
                  </a:lnTo>
                  <a:lnTo>
                    <a:pt x="9666" y="3897"/>
                  </a:lnTo>
                  <a:lnTo>
                    <a:pt x="9030" y="4293"/>
                  </a:lnTo>
                  <a:lnTo>
                    <a:pt x="8259" y="4889"/>
                  </a:lnTo>
                  <a:lnTo>
                    <a:pt x="7533" y="5548"/>
                  </a:lnTo>
                  <a:lnTo>
                    <a:pt x="6807" y="6342"/>
                  </a:lnTo>
                  <a:lnTo>
                    <a:pt x="6171" y="7135"/>
                  </a:lnTo>
                  <a:lnTo>
                    <a:pt x="5899" y="7597"/>
                  </a:lnTo>
                  <a:lnTo>
                    <a:pt x="5626" y="8058"/>
                  </a:lnTo>
                  <a:lnTo>
                    <a:pt x="5445" y="8588"/>
                  </a:lnTo>
                  <a:lnTo>
                    <a:pt x="5264" y="9115"/>
                  </a:lnTo>
                  <a:lnTo>
                    <a:pt x="5128" y="9645"/>
                  </a:lnTo>
                  <a:lnTo>
                    <a:pt x="4991" y="10239"/>
                  </a:lnTo>
                  <a:lnTo>
                    <a:pt x="4946" y="10833"/>
                  </a:lnTo>
                  <a:lnTo>
                    <a:pt x="4854" y="11428"/>
                  </a:lnTo>
                  <a:lnTo>
                    <a:pt x="4810" y="12551"/>
                  </a:lnTo>
                  <a:lnTo>
                    <a:pt x="4854" y="13740"/>
                  </a:lnTo>
                  <a:lnTo>
                    <a:pt x="4129" y="14334"/>
                  </a:lnTo>
                  <a:lnTo>
                    <a:pt x="3403" y="14928"/>
                  </a:lnTo>
                  <a:lnTo>
                    <a:pt x="2767" y="15589"/>
                  </a:lnTo>
                  <a:lnTo>
                    <a:pt x="2133" y="16381"/>
                  </a:lnTo>
                  <a:lnTo>
                    <a:pt x="1543" y="17240"/>
                  </a:lnTo>
                  <a:lnTo>
                    <a:pt x="998" y="18099"/>
                  </a:lnTo>
                  <a:lnTo>
                    <a:pt x="499" y="19090"/>
                  </a:lnTo>
                  <a:lnTo>
                    <a:pt x="272" y="19553"/>
                  </a:lnTo>
                  <a:lnTo>
                    <a:pt x="90" y="20080"/>
                  </a:lnTo>
                  <a:lnTo>
                    <a:pt x="0" y="20476"/>
                  </a:lnTo>
                  <a:lnTo>
                    <a:pt x="45" y="20808"/>
                  </a:lnTo>
                  <a:lnTo>
                    <a:pt x="136" y="21137"/>
                  </a:lnTo>
                  <a:lnTo>
                    <a:pt x="226" y="21270"/>
                  </a:lnTo>
                  <a:lnTo>
                    <a:pt x="317" y="21402"/>
                  </a:lnTo>
                  <a:lnTo>
                    <a:pt x="589" y="21533"/>
                  </a:lnTo>
                  <a:lnTo>
                    <a:pt x="861" y="21600"/>
                  </a:lnTo>
                  <a:lnTo>
                    <a:pt x="1134" y="21600"/>
                  </a:lnTo>
                  <a:lnTo>
                    <a:pt x="1451" y="21533"/>
                  </a:lnTo>
                  <a:lnTo>
                    <a:pt x="2269" y="21270"/>
                  </a:lnTo>
                  <a:lnTo>
                    <a:pt x="3085" y="20872"/>
                  </a:lnTo>
                  <a:lnTo>
                    <a:pt x="4718" y="20080"/>
                  </a:lnTo>
                  <a:lnTo>
                    <a:pt x="5672" y="19553"/>
                  </a:lnTo>
                  <a:lnTo>
                    <a:pt x="6625" y="19023"/>
                  </a:lnTo>
                  <a:lnTo>
                    <a:pt x="7125" y="19553"/>
                  </a:lnTo>
                  <a:lnTo>
                    <a:pt x="7669" y="19949"/>
                  </a:lnTo>
                  <a:lnTo>
                    <a:pt x="7713" y="20278"/>
                  </a:lnTo>
                  <a:lnTo>
                    <a:pt x="7759" y="20412"/>
                  </a:lnTo>
                  <a:lnTo>
                    <a:pt x="7849" y="20476"/>
                  </a:lnTo>
                  <a:lnTo>
                    <a:pt x="8031" y="20476"/>
                  </a:lnTo>
                  <a:lnTo>
                    <a:pt x="8167" y="20278"/>
                  </a:lnTo>
                  <a:lnTo>
                    <a:pt x="9166" y="20872"/>
                  </a:lnTo>
                  <a:lnTo>
                    <a:pt x="9666" y="21072"/>
                  </a:lnTo>
                  <a:lnTo>
                    <a:pt x="10164" y="21270"/>
                  </a:lnTo>
                  <a:lnTo>
                    <a:pt x="10256" y="21335"/>
                  </a:lnTo>
                  <a:lnTo>
                    <a:pt x="10346" y="21402"/>
                  </a:lnTo>
                  <a:lnTo>
                    <a:pt x="10482" y="21335"/>
                  </a:lnTo>
                  <a:lnTo>
                    <a:pt x="10572" y="21402"/>
                  </a:lnTo>
                  <a:lnTo>
                    <a:pt x="10981" y="21469"/>
                  </a:lnTo>
                  <a:lnTo>
                    <a:pt x="11843" y="21469"/>
                  </a:lnTo>
                  <a:lnTo>
                    <a:pt x="12252" y="21402"/>
                  </a:lnTo>
                  <a:lnTo>
                    <a:pt x="12661" y="21270"/>
                  </a:lnTo>
                  <a:lnTo>
                    <a:pt x="13069" y="21072"/>
                  </a:lnTo>
                  <a:lnTo>
                    <a:pt x="13477" y="20808"/>
                  </a:lnTo>
                  <a:lnTo>
                    <a:pt x="13885" y="20543"/>
                  </a:lnTo>
                  <a:lnTo>
                    <a:pt x="14294" y="20213"/>
                  </a:lnTo>
                  <a:lnTo>
                    <a:pt x="14702" y="19882"/>
                  </a:lnTo>
                  <a:lnTo>
                    <a:pt x="15066" y="19419"/>
                  </a:lnTo>
                  <a:lnTo>
                    <a:pt x="15428" y="19023"/>
                  </a:lnTo>
                  <a:lnTo>
                    <a:pt x="15792" y="18562"/>
                  </a:lnTo>
                  <a:lnTo>
                    <a:pt x="16108" y="18033"/>
                  </a:lnTo>
                  <a:lnTo>
                    <a:pt x="16426" y="17505"/>
                  </a:lnTo>
                  <a:lnTo>
                    <a:pt x="16699" y="16911"/>
                  </a:lnTo>
                  <a:lnTo>
                    <a:pt x="16971" y="16381"/>
                  </a:lnTo>
                  <a:lnTo>
                    <a:pt x="17198" y="15721"/>
                  </a:lnTo>
                  <a:lnTo>
                    <a:pt x="17380" y="15126"/>
                  </a:lnTo>
                  <a:lnTo>
                    <a:pt x="17561" y="14465"/>
                  </a:lnTo>
                  <a:lnTo>
                    <a:pt x="17697" y="13806"/>
                  </a:lnTo>
                  <a:lnTo>
                    <a:pt x="17788" y="13145"/>
                  </a:lnTo>
                  <a:lnTo>
                    <a:pt x="17879" y="12485"/>
                  </a:lnTo>
                  <a:lnTo>
                    <a:pt x="17925" y="11757"/>
                  </a:lnTo>
                  <a:lnTo>
                    <a:pt x="17925" y="11098"/>
                  </a:lnTo>
                  <a:lnTo>
                    <a:pt x="17879" y="10437"/>
                  </a:lnTo>
                  <a:lnTo>
                    <a:pt x="17788" y="9776"/>
                  </a:lnTo>
                  <a:lnTo>
                    <a:pt x="17652" y="9115"/>
                  </a:lnTo>
                  <a:lnTo>
                    <a:pt x="18695" y="7795"/>
                  </a:lnTo>
                  <a:lnTo>
                    <a:pt x="19694" y="6407"/>
                  </a:lnTo>
                  <a:lnTo>
                    <a:pt x="20329" y="5483"/>
                  </a:lnTo>
                  <a:lnTo>
                    <a:pt x="20647" y="4954"/>
                  </a:lnTo>
                  <a:lnTo>
                    <a:pt x="20964" y="4426"/>
                  </a:lnTo>
                  <a:lnTo>
                    <a:pt x="21238" y="3832"/>
                  </a:lnTo>
                  <a:lnTo>
                    <a:pt x="21464" y="3238"/>
                  </a:lnTo>
                  <a:lnTo>
                    <a:pt x="21600" y="2577"/>
                  </a:lnTo>
                  <a:lnTo>
                    <a:pt x="21600" y="1916"/>
                  </a:lnTo>
                  <a:lnTo>
                    <a:pt x="21510" y="1387"/>
                  </a:lnTo>
                  <a:lnTo>
                    <a:pt x="21374" y="926"/>
                  </a:lnTo>
                  <a:lnTo>
                    <a:pt x="21146" y="463"/>
                  </a:lnTo>
                  <a:lnTo>
                    <a:pt x="20828" y="133"/>
                  </a:lnTo>
                  <a:lnTo>
                    <a:pt x="20647" y="67"/>
                  </a:lnTo>
                  <a:lnTo>
                    <a:pt x="20420"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351" name="Google Shape;407;p8"/>
            <p:cNvSpPr/>
            <p:nvPr/>
          </p:nvSpPr>
          <p:spPr>
            <a:xfrm>
              <a:off x="504571" y="1735614"/>
              <a:ext cx="434211" cy="4487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464" y="2862"/>
                  </a:moveTo>
                  <a:lnTo>
                    <a:pt x="4887" y="3037"/>
                  </a:lnTo>
                  <a:lnTo>
                    <a:pt x="5129" y="3212"/>
                  </a:lnTo>
                  <a:lnTo>
                    <a:pt x="5370" y="3387"/>
                  </a:lnTo>
                  <a:lnTo>
                    <a:pt x="5611" y="3678"/>
                  </a:lnTo>
                  <a:lnTo>
                    <a:pt x="5732" y="3912"/>
                  </a:lnTo>
                  <a:lnTo>
                    <a:pt x="5551" y="3912"/>
                  </a:lnTo>
                  <a:lnTo>
                    <a:pt x="5430" y="3971"/>
                  </a:lnTo>
                  <a:lnTo>
                    <a:pt x="5370" y="4087"/>
                  </a:lnTo>
                  <a:lnTo>
                    <a:pt x="5310" y="4146"/>
                  </a:lnTo>
                  <a:lnTo>
                    <a:pt x="5189" y="4087"/>
                  </a:lnTo>
                  <a:lnTo>
                    <a:pt x="4948" y="3737"/>
                  </a:lnTo>
                  <a:lnTo>
                    <a:pt x="4647" y="3153"/>
                  </a:lnTo>
                  <a:lnTo>
                    <a:pt x="4464" y="2862"/>
                  </a:lnTo>
                  <a:close/>
                  <a:moveTo>
                    <a:pt x="3138" y="4496"/>
                  </a:moveTo>
                  <a:lnTo>
                    <a:pt x="2956" y="4553"/>
                  </a:lnTo>
                  <a:lnTo>
                    <a:pt x="2897" y="4612"/>
                  </a:lnTo>
                  <a:lnTo>
                    <a:pt x="2775" y="4728"/>
                  </a:lnTo>
                  <a:lnTo>
                    <a:pt x="2775" y="4962"/>
                  </a:lnTo>
                  <a:lnTo>
                    <a:pt x="2836" y="5079"/>
                  </a:lnTo>
                  <a:lnTo>
                    <a:pt x="2956" y="5137"/>
                  </a:lnTo>
                  <a:lnTo>
                    <a:pt x="3198" y="5254"/>
                  </a:lnTo>
                  <a:lnTo>
                    <a:pt x="3378" y="5430"/>
                  </a:lnTo>
                  <a:lnTo>
                    <a:pt x="3559" y="5605"/>
                  </a:lnTo>
                  <a:lnTo>
                    <a:pt x="3620" y="5721"/>
                  </a:lnTo>
                  <a:lnTo>
                    <a:pt x="3740" y="5780"/>
                  </a:lnTo>
                  <a:lnTo>
                    <a:pt x="3921" y="5780"/>
                  </a:lnTo>
                  <a:lnTo>
                    <a:pt x="4043" y="5663"/>
                  </a:lnTo>
                  <a:lnTo>
                    <a:pt x="4102" y="5488"/>
                  </a:lnTo>
                  <a:lnTo>
                    <a:pt x="4102" y="5312"/>
                  </a:lnTo>
                  <a:lnTo>
                    <a:pt x="3982" y="5137"/>
                  </a:lnTo>
                  <a:lnTo>
                    <a:pt x="3862" y="5021"/>
                  </a:lnTo>
                  <a:lnTo>
                    <a:pt x="3559" y="4728"/>
                  </a:lnTo>
                  <a:lnTo>
                    <a:pt x="3258" y="4553"/>
                  </a:lnTo>
                  <a:lnTo>
                    <a:pt x="3138" y="4496"/>
                  </a:lnTo>
                  <a:close/>
                  <a:moveTo>
                    <a:pt x="1870" y="3678"/>
                  </a:moveTo>
                  <a:lnTo>
                    <a:pt x="2655" y="3912"/>
                  </a:lnTo>
                  <a:lnTo>
                    <a:pt x="3378" y="4262"/>
                  </a:lnTo>
                  <a:lnTo>
                    <a:pt x="3620" y="4378"/>
                  </a:lnTo>
                  <a:lnTo>
                    <a:pt x="3862" y="4612"/>
                  </a:lnTo>
                  <a:lnTo>
                    <a:pt x="4043" y="4787"/>
                  </a:lnTo>
                  <a:lnTo>
                    <a:pt x="4163" y="5079"/>
                  </a:lnTo>
                  <a:lnTo>
                    <a:pt x="4224" y="5196"/>
                  </a:lnTo>
                  <a:lnTo>
                    <a:pt x="4224" y="5312"/>
                  </a:lnTo>
                  <a:lnTo>
                    <a:pt x="4163" y="5546"/>
                  </a:lnTo>
                  <a:lnTo>
                    <a:pt x="3921" y="5955"/>
                  </a:lnTo>
                  <a:lnTo>
                    <a:pt x="3740" y="6131"/>
                  </a:lnTo>
                  <a:lnTo>
                    <a:pt x="3559" y="6306"/>
                  </a:lnTo>
                  <a:lnTo>
                    <a:pt x="3017" y="5780"/>
                  </a:lnTo>
                  <a:lnTo>
                    <a:pt x="2535" y="5137"/>
                  </a:lnTo>
                  <a:lnTo>
                    <a:pt x="2173" y="4437"/>
                  </a:lnTo>
                  <a:lnTo>
                    <a:pt x="1870" y="3678"/>
                  </a:lnTo>
                  <a:close/>
                  <a:moveTo>
                    <a:pt x="14481" y="818"/>
                  </a:moveTo>
                  <a:lnTo>
                    <a:pt x="14300" y="4028"/>
                  </a:lnTo>
                  <a:lnTo>
                    <a:pt x="14239" y="5780"/>
                  </a:lnTo>
                  <a:lnTo>
                    <a:pt x="14239" y="7240"/>
                  </a:lnTo>
                  <a:lnTo>
                    <a:pt x="12428" y="6013"/>
                  </a:lnTo>
                  <a:lnTo>
                    <a:pt x="11585" y="5371"/>
                  </a:lnTo>
                  <a:lnTo>
                    <a:pt x="10739" y="4728"/>
                  </a:lnTo>
                  <a:lnTo>
                    <a:pt x="10920" y="4437"/>
                  </a:lnTo>
                  <a:lnTo>
                    <a:pt x="11042" y="4262"/>
                  </a:lnTo>
                  <a:lnTo>
                    <a:pt x="12428" y="2862"/>
                  </a:lnTo>
                  <a:lnTo>
                    <a:pt x="13636" y="1577"/>
                  </a:lnTo>
                  <a:lnTo>
                    <a:pt x="13998" y="1168"/>
                  </a:lnTo>
                  <a:lnTo>
                    <a:pt x="14239" y="993"/>
                  </a:lnTo>
                  <a:lnTo>
                    <a:pt x="14481" y="818"/>
                  </a:lnTo>
                  <a:close/>
                  <a:moveTo>
                    <a:pt x="1086" y="6597"/>
                  </a:moveTo>
                  <a:lnTo>
                    <a:pt x="1447" y="6715"/>
                  </a:lnTo>
                  <a:lnTo>
                    <a:pt x="1750" y="6772"/>
                  </a:lnTo>
                  <a:lnTo>
                    <a:pt x="2051" y="6890"/>
                  </a:lnTo>
                  <a:lnTo>
                    <a:pt x="2232" y="7065"/>
                  </a:lnTo>
                  <a:lnTo>
                    <a:pt x="2354" y="7297"/>
                  </a:lnTo>
                  <a:lnTo>
                    <a:pt x="2413" y="7415"/>
                  </a:lnTo>
                  <a:lnTo>
                    <a:pt x="2413" y="7647"/>
                  </a:lnTo>
                  <a:lnTo>
                    <a:pt x="2293" y="7706"/>
                  </a:lnTo>
                  <a:lnTo>
                    <a:pt x="2112" y="7647"/>
                  </a:lnTo>
                  <a:lnTo>
                    <a:pt x="1992" y="7590"/>
                  </a:lnTo>
                  <a:lnTo>
                    <a:pt x="1628" y="7297"/>
                  </a:lnTo>
                  <a:lnTo>
                    <a:pt x="1388" y="7006"/>
                  </a:lnTo>
                  <a:lnTo>
                    <a:pt x="1086" y="6597"/>
                  </a:lnTo>
                  <a:close/>
                  <a:moveTo>
                    <a:pt x="6517" y="4671"/>
                  </a:moveTo>
                  <a:lnTo>
                    <a:pt x="6938" y="5021"/>
                  </a:lnTo>
                  <a:lnTo>
                    <a:pt x="6637" y="5312"/>
                  </a:lnTo>
                  <a:lnTo>
                    <a:pt x="4344" y="7415"/>
                  </a:lnTo>
                  <a:lnTo>
                    <a:pt x="3801" y="7999"/>
                  </a:lnTo>
                  <a:lnTo>
                    <a:pt x="3378" y="8581"/>
                  </a:lnTo>
                  <a:lnTo>
                    <a:pt x="2956" y="8231"/>
                  </a:lnTo>
                  <a:lnTo>
                    <a:pt x="4887" y="6481"/>
                  </a:lnTo>
                  <a:lnTo>
                    <a:pt x="5732" y="5605"/>
                  </a:lnTo>
                  <a:lnTo>
                    <a:pt x="6155" y="5196"/>
                  </a:lnTo>
                  <a:lnTo>
                    <a:pt x="6517" y="4671"/>
                  </a:lnTo>
                  <a:close/>
                  <a:moveTo>
                    <a:pt x="8206" y="8290"/>
                  </a:moveTo>
                  <a:lnTo>
                    <a:pt x="8810" y="9049"/>
                  </a:lnTo>
                  <a:lnTo>
                    <a:pt x="9353" y="9866"/>
                  </a:lnTo>
                  <a:lnTo>
                    <a:pt x="10196" y="11268"/>
                  </a:lnTo>
                  <a:lnTo>
                    <a:pt x="8688" y="10568"/>
                  </a:lnTo>
                  <a:lnTo>
                    <a:pt x="7180" y="9866"/>
                  </a:lnTo>
                  <a:lnTo>
                    <a:pt x="7422" y="9458"/>
                  </a:lnTo>
                  <a:lnTo>
                    <a:pt x="8206" y="8290"/>
                  </a:lnTo>
                  <a:close/>
                  <a:moveTo>
                    <a:pt x="8025" y="7472"/>
                  </a:moveTo>
                  <a:lnTo>
                    <a:pt x="7903" y="7647"/>
                  </a:lnTo>
                  <a:lnTo>
                    <a:pt x="6938" y="8990"/>
                  </a:lnTo>
                  <a:lnTo>
                    <a:pt x="6517" y="9633"/>
                  </a:lnTo>
                  <a:lnTo>
                    <a:pt x="6336" y="9633"/>
                  </a:lnTo>
                  <a:lnTo>
                    <a:pt x="6214" y="9750"/>
                  </a:lnTo>
                  <a:lnTo>
                    <a:pt x="6155" y="9866"/>
                  </a:lnTo>
                  <a:lnTo>
                    <a:pt x="6094" y="9984"/>
                  </a:lnTo>
                  <a:lnTo>
                    <a:pt x="6155" y="10100"/>
                  </a:lnTo>
                  <a:lnTo>
                    <a:pt x="6214" y="10334"/>
                  </a:lnTo>
                  <a:lnTo>
                    <a:pt x="6336" y="10391"/>
                  </a:lnTo>
                  <a:lnTo>
                    <a:pt x="6456" y="10450"/>
                  </a:lnTo>
                  <a:lnTo>
                    <a:pt x="6576" y="10450"/>
                  </a:lnTo>
                  <a:lnTo>
                    <a:pt x="8507" y="11268"/>
                  </a:lnTo>
                  <a:lnTo>
                    <a:pt x="9412" y="11675"/>
                  </a:lnTo>
                  <a:lnTo>
                    <a:pt x="9956" y="11852"/>
                  </a:lnTo>
                  <a:lnTo>
                    <a:pt x="10438" y="11909"/>
                  </a:lnTo>
                  <a:lnTo>
                    <a:pt x="10558" y="11909"/>
                  </a:lnTo>
                  <a:lnTo>
                    <a:pt x="10680" y="11852"/>
                  </a:lnTo>
                  <a:lnTo>
                    <a:pt x="10739" y="11909"/>
                  </a:lnTo>
                  <a:lnTo>
                    <a:pt x="10861" y="11909"/>
                  </a:lnTo>
                  <a:lnTo>
                    <a:pt x="10920" y="11852"/>
                  </a:lnTo>
                  <a:lnTo>
                    <a:pt x="10920" y="11793"/>
                  </a:lnTo>
                  <a:lnTo>
                    <a:pt x="10800" y="11268"/>
                  </a:lnTo>
                  <a:lnTo>
                    <a:pt x="10619" y="10743"/>
                  </a:lnTo>
                  <a:lnTo>
                    <a:pt x="10318" y="10216"/>
                  </a:lnTo>
                  <a:lnTo>
                    <a:pt x="10015" y="9691"/>
                  </a:lnTo>
                  <a:lnTo>
                    <a:pt x="9292" y="8640"/>
                  </a:lnTo>
                  <a:lnTo>
                    <a:pt x="8446" y="7590"/>
                  </a:lnTo>
                  <a:lnTo>
                    <a:pt x="8326" y="7472"/>
                  </a:lnTo>
                  <a:close/>
                  <a:moveTo>
                    <a:pt x="16049" y="15178"/>
                  </a:moveTo>
                  <a:lnTo>
                    <a:pt x="16110" y="15353"/>
                  </a:lnTo>
                  <a:lnTo>
                    <a:pt x="16170" y="15528"/>
                  </a:lnTo>
                  <a:lnTo>
                    <a:pt x="16230" y="15703"/>
                  </a:lnTo>
                  <a:lnTo>
                    <a:pt x="16230" y="15880"/>
                  </a:lnTo>
                  <a:lnTo>
                    <a:pt x="16170" y="16055"/>
                  </a:lnTo>
                  <a:lnTo>
                    <a:pt x="16110" y="15528"/>
                  </a:lnTo>
                  <a:lnTo>
                    <a:pt x="16049" y="15178"/>
                  </a:lnTo>
                  <a:close/>
                  <a:moveTo>
                    <a:pt x="14721" y="14128"/>
                  </a:moveTo>
                  <a:lnTo>
                    <a:pt x="15144" y="14362"/>
                  </a:lnTo>
                  <a:lnTo>
                    <a:pt x="15144" y="14653"/>
                  </a:lnTo>
                  <a:lnTo>
                    <a:pt x="15266" y="14946"/>
                  </a:lnTo>
                  <a:lnTo>
                    <a:pt x="15447" y="15528"/>
                  </a:lnTo>
                  <a:lnTo>
                    <a:pt x="15748" y="16580"/>
                  </a:lnTo>
                  <a:lnTo>
                    <a:pt x="15567" y="16697"/>
                  </a:lnTo>
                  <a:lnTo>
                    <a:pt x="15447" y="16346"/>
                  </a:lnTo>
                  <a:lnTo>
                    <a:pt x="15266" y="16055"/>
                  </a:lnTo>
                  <a:lnTo>
                    <a:pt x="14662" y="14771"/>
                  </a:lnTo>
                  <a:lnTo>
                    <a:pt x="14540" y="14537"/>
                  </a:lnTo>
                  <a:lnTo>
                    <a:pt x="14420" y="14362"/>
                  </a:lnTo>
                  <a:lnTo>
                    <a:pt x="14721" y="14128"/>
                  </a:lnTo>
                  <a:close/>
                  <a:moveTo>
                    <a:pt x="14058" y="14712"/>
                  </a:moveTo>
                  <a:lnTo>
                    <a:pt x="14058" y="14771"/>
                  </a:lnTo>
                  <a:lnTo>
                    <a:pt x="14239" y="14771"/>
                  </a:lnTo>
                  <a:lnTo>
                    <a:pt x="14300" y="14712"/>
                  </a:lnTo>
                  <a:lnTo>
                    <a:pt x="14239" y="14887"/>
                  </a:lnTo>
                  <a:lnTo>
                    <a:pt x="14239" y="15062"/>
                  </a:lnTo>
                  <a:lnTo>
                    <a:pt x="14420" y="15471"/>
                  </a:lnTo>
                  <a:lnTo>
                    <a:pt x="14843" y="16230"/>
                  </a:lnTo>
                  <a:lnTo>
                    <a:pt x="15083" y="16755"/>
                  </a:lnTo>
                  <a:lnTo>
                    <a:pt x="14481" y="16288"/>
                  </a:lnTo>
                  <a:lnTo>
                    <a:pt x="14481" y="16230"/>
                  </a:lnTo>
                  <a:lnTo>
                    <a:pt x="14420" y="15762"/>
                  </a:lnTo>
                  <a:lnTo>
                    <a:pt x="14239" y="15296"/>
                  </a:lnTo>
                  <a:lnTo>
                    <a:pt x="14119" y="15062"/>
                  </a:lnTo>
                  <a:lnTo>
                    <a:pt x="13938" y="14828"/>
                  </a:lnTo>
                  <a:lnTo>
                    <a:pt x="14058" y="14712"/>
                  </a:lnTo>
                  <a:close/>
                  <a:moveTo>
                    <a:pt x="15567" y="16872"/>
                  </a:moveTo>
                  <a:lnTo>
                    <a:pt x="15748" y="16931"/>
                  </a:lnTo>
                  <a:lnTo>
                    <a:pt x="15567" y="16931"/>
                  </a:lnTo>
                  <a:lnTo>
                    <a:pt x="15567" y="16872"/>
                  </a:lnTo>
                  <a:close/>
                  <a:moveTo>
                    <a:pt x="14601" y="13544"/>
                  </a:moveTo>
                  <a:lnTo>
                    <a:pt x="14119" y="13894"/>
                  </a:lnTo>
                  <a:lnTo>
                    <a:pt x="13697" y="14187"/>
                  </a:lnTo>
                  <a:lnTo>
                    <a:pt x="13394" y="14596"/>
                  </a:lnTo>
                  <a:lnTo>
                    <a:pt x="13274" y="14887"/>
                  </a:lnTo>
                  <a:lnTo>
                    <a:pt x="13154" y="15121"/>
                  </a:lnTo>
                  <a:lnTo>
                    <a:pt x="13154" y="15353"/>
                  </a:lnTo>
                  <a:lnTo>
                    <a:pt x="13213" y="15646"/>
                  </a:lnTo>
                  <a:lnTo>
                    <a:pt x="13274" y="15880"/>
                  </a:lnTo>
                  <a:lnTo>
                    <a:pt x="13394" y="16055"/>
                  </a:lnTo>
                  <a:lnTo>
                    <a:pt x="13756" y="16463"/>
                  </a:lnTo>
                  <a:lnTo>
                    <a:pt x="14119" y="16813"/>
                  </a:lnTo>
                  <a:lnTo>
                    <a:pt x="14662" y="17164"/>
                  </a:lnTo>
                  <a:lnTo>
                    <a:pt x="15205" y="17456"/>
                  </a:lnTo>
                  <a:lnTo>
                    <a:pt x="15447" y="17572"/>
                  </a:lnTo>
                  <a:lnTo>
                    <a:pt x="15687" y="17631"/>
                  </a:lnTo>
                  <a:lnTo>
                    <a:pt x="15929" y="17572"/>
                  </a:lnTo>
                  <a:lnTo>
                    <a:pt x="16230" y="17456"/>
                  </a:lnTo>
                  <a:lnTo>
                    <a:pt x="16532" y="17222"/>
                  </a:lnTo>
                  <a:lnTo>
                    <a:pt x="16833" y="16872"/>
                  </a:lnTo>
                  <a:lnTo>
                    <a:pt x="16894" y="16697"/>
                  </a:lnTo>
                  <a:lnTo>
                    <a:pt x="16894" y="16346"/>
                  </a:lnTo>
                  <a:lnTo>
                    <a:pt x="16774" y="16171"/>
                  </a:lnTo>
                  <a:lnTo>
                    <a:pt x="16774" y="15762"/>
                  </a:lnTo>
                  <a:lnTo>
                    <a:pt x="16713" y="15412"/>
                  </a:lnTo>
                  <a:lnTo>
                    <a:pt x="16593" y="15062"/>
                  </a:lnTo>
                  <a:lnTo>
                    <a:pt x="16411" y="14712"/>
                  </a:lnTo>
                  <a:lnTo>
                    <a:pt x="16170" y="14419"/>
                  </a:lnTo>
                  <a:lnTo>
                    <a:pt x="15868" y="14187"/>
                  </a:lnTo>
                  <a:lnTo>
                    <a:pt x="15567" y="13953"/>
                  </a:lnTo>
                  <a:lnTo>
                    <a:pt x="14902" y="13544"/>
                  </a:lnTo>
                  <a:close/>
                  <a:moveTo>
                    <a:pt x="4283" y="13544"/>
                  </a:moveTo>
                  <a:lnTo>
                    <a:pt x="6275" y="15528"/>
                  </a:lnTo>
                  <a:lnTo>
                    <a:pt x="7060" y="16346"/>
                  </a:lnTo>
                  <a:lnTo>
                    <a:pt x="6336" y="16463"/>
                  </a:lnTo>
                  <a:lnTo>
                    <a:pt x="4405" y="16988"/>
                  </a:lnTo>
                  <a:lnTo>
                    <a:pt x="2594" y="17456"/>
                  </a:lnTo>
                  <a:lnTo>
                    <a:pt x="1750" y="17690"/>
                  </a:lnTo>
                  <a:lnTo>
                    <a:pt x="1146" y="17806"/>
                  </a:lnTo>
                  <a:lnTo>
                    <a:pt x="966" y="17806"/>
                  </a:lnTo>
                  <a:lnTo>
                    <a:pt x="785" y="17747"/>
                  </a:lnTo>
                  <a:lnTo>
                    <a:pt x="2594" y="15471"/>
                  </a:lnTo>
                  <a:lnTo>
                    <a:pt x="3138" y="14828"/>
                  </a:lnTo>
                  <a:lnTo>
                    <a:pt x="3620" y="14187"/>
                  </a:lnTo>
                  <a:lnTo>
                    <a:pt x="3982" y="13894"/>
                  </a:lnTo>
                  <a:lnTo>
                    <a:pt x="4283" y="13544"/>
                  </a:lnTo>
                  <a:close/>
                  <a:moveTo>
                    <a:pt x="14662" y="13019"/>
                  </a:moveTo>
                  <a:lnTo>
                    <a:pt x="14963" y="13077"/>
                  </a:lnTo>
                  <a:lnTo>
                    <a:pt x="15205" y="13135"/>
                  </a:lnTo>
                  <a:lnTo>
                    <a:pt x="15748" y="13369"/>
                  </a:lnTo>
                  <a:lnTo>
                    <a:pt x="16230" y="13662"/>
                  </a:lnTo>
                  <a:lnTo>
                    <a:pt x="16652" y="14069"/>
                  </a:lnTo>
                  <a:lnTo>
                    <a:pt x="16955" y="14596"/>
                  </a:lnTo>
                  <a:lnTo>
                    <a:pt x="17195" y="15062"/>
                  </a:lnTo>
                  <a:lnTo>
                    <a:pt x="17376" y="15587"/>
                  </a:lnTo>
                  <a:lnTo>
                    <a:pt x="17437" y="16171"/>
                  </a:lnTo>
                  <a:lnTo>
                    <a:pt x="17437" y="16755"/>
                  </a:lnTo>
                  <a:lnTo>
                    <a:pt x="17256" y="17281"/>
                  </a:lnTo>
                  <a:lnTo>
                    <a:pt x="17256" y="17340"/>
                  </a:lnTo>
                  <a:lnTo>
                    <a:pt x="17195" y="17281"/>
                  </a:lnTo>
                  <a:lnTo>
                    <a:pt x="17014" y="17164"/>
                  </a:lnTo>
                  <a:lnTo>
                    <a:pt x="16894" y="17164"/>
                  </a:lnTo>
                  <a:lnTo>
                    <a:pt x="16713" y="17222"/>
                  </a:lnTo>
                  <a:lnTo>
                    <a:pt x="16652" y="17397"/>
                  </a:lnTo>
                  <a:lnTo>
                    <a:pt x="16593" y="17631"/>
                  </a:lnTo>
                  <a:lnTo>
                    <a:pt x="16532" y="17806"/>
                  </a:lnTo>
                  <a:lnTo>
                    <a:pt x="16230" y="17981"/>
                  </a:lnTo>
                  <a:lnTo>
                    <a:pt x="16110" y="18097"/>
                  </a:lnTo>
                  <a:lnTo>
                    <a:pt x="16049" y="18215"/>
                  </a:lnTo>
                  <a:lnTo>
                    <a:pt x="15809" y="18272"/>
                  </a:lnTo>
                  <a:lnTo>
                    <a:pt x="15567" y="18272"/>
                  </a:lnTo>
                  <a:lnTo>
                    <a:pt x="15386" y="18215"/>
                  </a:lnTo>
                  <a:lnTo>
                    <a:pt x="15144" y="18156"/>
                  </a:lnTo>
                  <a:lnTo>
                    <a:pt x="14178" y="17631"/>
                  </a:lnTo>
                  <a:lnTo>
                    <a:pt x="13697" y="17340"/>
                  </a:lnTo>
                  <a:lnTo>
                    <a:pt x="13274" y="16988"/>
                  </a:lnTo>
                  <a:lnTo>
                    <a:pt x="12912" y="16580"/>
                  </a:lnTo>
                  <a:lnTo>
                    <a:pt x="12670" y="16112"/>
                  </a:lnTo>
                  <a:lnTo>
                    <a:pt x="12489" y="15587"/>
                  </a:lnTo>
                  <a:lnTo>
                    <a:pt x="12489" y="15121"/>
                  </a:lnTo>
                  <a:lnTo>
                    <a:pt x="12550" y="14596"/>
                  </a:lnTo>
                  <a:lnTo>
                    <a:pt x="12792" y="14128"/>
                  </a:lnTo>
                  <a:lnTo>
                    <a:pt x="13093" y="13719"/>
                  </a:lnTo>
                  <a:lnTo>
                    <a:pt x="13516" y="13369"/>
                  </a:lnTo>
                  <a:lnTo>
                    <a:pt x="13817" y="13194"/>
                  </a:lnTo>
                  <a:lnTo>
                    <a:pt x="14119" y="13077"/>
                  </a:lnTo>
                  <a:lnTo>
                    <a:pt x="14359" y="13019"/>
                  </a:lnTo>
                  <a:close/>
                  <a:moveTo>
                    <a:pt x="14420" y="12377"/>
                  </a:moveTo>
                  <a:lnTo>
                    <a:pt x="14058" y="12434"/>
                  </a:lnTo>
                  <a:lnTo>
                    <a:pt x="13756" y="12493"/>
                  </a:lnTo>
                  <a:lnTo>
                    <a:pt x="13394" y="12668"/>
                  </a:lnTo>
                  <a:lnTo>
                    <a:pt x="13093" y="12785"/>
                  </a:lnTo>
                  <a:lnTo>
                    <a:pt x="12792" y="13019"/>
                  </a:lnTo>
                  <a:lnTo>
                    <a:pt x="12489" y="13311"/>
                  </a:lnTo>
                  <a:lnTo>
                    <a:pt x="12247" y="13544"/>
                  </a:lnTo>
                  <a:lnTo>
                    <a:pt x="12067" y="13778"/>
                  </a:lnTo>
                  <a:lnTo>
                    <a:pt x="11826" y="14362"/>
                  </a:lnTo>
                  <a:lnTo>
                    <a:pt x="11705" y="15003"/>
                  </a:lnTo>
                  <a:lnTo>
                    <a:pt x="11705" y="15646"/>
                  </a:lnTo>
                  <a:lnTo>
                    <a:pt x="11766" y="15996"/>
                  </a:lnTo>
                  <a:lnTo>
                    <a:pt x="11886" y="16346"/>
                  </a:lnTo>
                  <a:lnTo>
                    <a:pt x="12067" y="16638"/>
                  </a:lnTo>
                  <a:lnTo>
                    <a:pt x="12247" y="16931"/>
                  </a:lnTo>
                  <a:lnTo>
                    <a:pt x="12731" y="17515"/>
                  </a:lnTo>
                  <a:lnTo>
                    <a:pt x="13335" y="17981"/>
                  </a:lnTo>
                  <a:lnTo>
                    <a:pt x="13998" y="18390"/>
                  </a:lnTo>
                  <a:lnTo>
                    <a:pt x="14662" y="18740"/>
                  </a:lnTo>
                  <a:lnTo>
                    <a:pt x="15024" y="18915"/>
                  </a:lnTo>
                  <a:lnTo>
                    <a:pt x="15386" y="19031"/>
                  </a:lnTo>
                  <a:lnTo>
                    <a:pt x="15748" y="19031"/>
                  </a:lnTo>
                  <a:lnTo>
                    <a:pt x="16049" y="18974"/>
                  </a:lnTo>
                  <a:lnTo>
                    <a:pt x="16411" y="18856"/>
                  </a:lnTo>
                  <a:lnTo>
                    <a:pt x="16774" y="18624"/>
                  </a:lnTo>
                  <a:lnTo>
                    <a:pt x="17075" y="18390"/>
                  </a:lnTo>
                  <a:lnTo>
                    <a:pt x="17256" y="18097"/>
                  </a:lnTo>
                  <a:lnTo>
                    <a:pt x="17557" y="17981"/>
                  </a:lnTo>
                  <a:lnTo>
                    <a:pt x="17738" y="17747"/>
                  </a:lnTo>
                  <a:lnTo>
                    <a:pt x="17921" y="17456"/>
                  </a:lnTo>
                  <a:lnTo>
                    <a:pt x="18041" y="17164"/>
                  </a:lnTo>
                  <a:lnTo>
                    <a:pt x="18101" y="16872"/>
                  </a:lnTo>
                  <a:lnTo>
                    <a:pt x="18101" y="16112"/>
                  </a:lnTo>
                  <a:lnTo>
                    <a:pt x="18041" y="15412"/>
                  </a:lnTo>
                  <a:lnTo>
                    <a:pt x="17799" y="14653"/>
                  </a:lnTo>
                  <a:lnTo>
                    <a:pt x="17498" y="14012"/>
                  </a:lnTo>
                  <a:lnTo>
                    <a:pt x="17256" y="13719"/>
                  </a:lnTo>
                  <a:lnTo>
                    <a:pt x="17014" y="13428"/>
                  </a:lnTo>
                  <a:lnTo>
                    <a:pt x="16774" y="13194"/>
                  </a:lnTo>
                  <a:lnTo>
                    <a:pt x="16471" y="12960"/>
                  </a:lnTo>
                  <a:lnTo>
                    <a:pt x="16170" y="12785"/>
                  </a:lnTo>
                  <a:lnTo>
                    <a:pt x="15809" y="12610"/>
                  </a:lnTo>
                  <a:lnTo>
                    <a:pt x="15506" y="12493"/>
                  </a:lnTo>
                  <a:lnTo>
                    <a:pt x="15144" y="12434"/>
                  </a:lnTo>
                  <a:lnTo>
                    <a:pt x="14782" y="12377"/>
                  </a:lnTo>
                  <a:close/>
                  <a:moveTo>
                    <a:pt x="14843" y="0"/>
                  </a:moveTo>
                  <a:lnTo>
                    <a:pt x="14420" y="59"/>
                  </a:lnTo>
                  <a:lnTo>
                    <a:pt x="14058" y="175"/>
                  </a:lnTo>
                  <a:lnTo>
                    <a:pt x="13756" y="409"/>
                  </a:lnTo>
                  <a:lnTo>
                    <a:pt x="13455" y="700"/>
                  </a:lnTo>
                  <a:lnTo>
                    <a:pt x="12489" y="1634"/>
                  </a:lnTo>
                  <a:lnTo>
                    <a:pt x="11524" y="2628"/>
                  </a:lnTo>
                  <a:lnTo>
                    <a:pt x="10920" y="3269"/>
                  </a:lnTo>
                  <a:lnTo>
                    <a:pt x="10499" y="3678"/>
                  </a:lnTo>
                  <a:lnTo>
                    <a:pt x="10196" y="4146"/>
                  </a:lnTo>
                  <a:lnTo>
                    <a:pt x="9533" y="3503"/>
                  </a:lnTo>
                  <a:lnTo>
                    <a:pt x="9412" y="3387"/>
                  </a:lnTo>
                  <a:lnTo>
                    <a:pt x="9050" y="3387"/>
                  </a:lnTo>
                  <a:lnTo>
                    <a:pt x="8869" y="3503"/>
                  </a:lnTo>
                  <a:lnTo>
                    <a:pt x="8810" y="3562"/>
                  </a:lnTo>
                  <a:lnTo>
                    <a:pt x="8084" y="4028"/>
                  </a:lnTo>
                  <a:lnTo>
                    <a:pt x="7422" y="4612"/>
                  </a:lnTo>
                  <a:lnTo>
                    <a:pt x="7060" y="4321"/>
                  </a:lnTo>
                  <a:lnTo>
                    <a:pt x="6698" y="3971"/>
                  </a:lnTo>
                  <a:lnTo>
                    <a:pt x="6576" y="3912"/>
                  </a:lnTo>
                  <a:lnTo>
                    <a:pt x="6395" y="3912"/>
                  </a:lnTo>
                  <a:lnTo>
                    <a:pt x="6275" y="3971"/>
                  </a:lnTo>
                  <a:lnTo>
                    <a:pt x="6214" y="4087"/>
                  </a:lnTo>
                  <a:lnTo>
                    <a:pt x="6214" y="3678"/>
                  </a:lnTo>
                  <a:lnTo>
                    <a:pt x="6033" y="3387"/>
                  </a:lnTo>
                  <a:lnTo>
                    <a:pt x="5791" y="3037"/>
                  </a:lnTo>
                  <a:lnTo>
                    <a:pt x="5490" y="2803"/>
                  </a:lnTo>
                  <a:lnTo>
                    <a:pt x="5129" y="2569"/>
                  </a:lnTo>
                  <a:lnTo>
                    <a:pt x="4706" y="2394"/>
                  </a:lnTo>
                  <a:lnTo>
                    <a:pt x="4043" y="2102"/>
                  </a:lnTo>
                  <a:lnTo>
                    <a:pt x="3862" y="2102"/>
                  </a:lnTo>
                  <a:lnTo>
                    <a:pt x="3681" y="2160"/>
                  </a:lnTo>
                  <a:lnTo>
                    <a:pt x="3620" y="2277"/>
                  </a:lnTo>
                  <a:lnTo>
                    <a:pt x="3620" y="2394"/>
                  </a:lnTo>
                  <a:lnTo>
                    <a:pt x="4163" y="3562"/>
                  </a:lnTo>
                  <a:lnTo>
                    <a:pt x="4405" y="4028"/>
                  </a:lnTo>
                  <a:lnTo>
                    <a:pt x="4525" y="4262"/>
                  </a:lnTo>
                  <a:lnTo>
                    <a:pt x="4706" y="4496"/>
                  </a:lnTo>
                  <a:lnTo>
                    <a:pt x="4948" y="4612"/>
                  </a:lnTo>
                  <a:lnTo>
                    <a:pt x="5249" y="4671"/>
                  </a:lnTo>
                  <a:lnTo>
                    <a:pt x="5490" y="4671"/>
                  </a:lnTo>
                  <a:lnTo>
                    <a:pt x="5732" y="4553"/>
                  </a:lnTo>
                  <a:lnTo>
                    <a:pt x="5974" y="4437"/>
                  </a:lnTo>
                  <a:lnTo>
                    <a:pt x="5430" y="5021"/>
                  </a:lnTo>
                  <a:lnTo>
                    <a:pt x="4887" y="5546"/>
                  </a:lnTo>
                  <a:lnTo>
                    <a:pt x="4828" y="5430"/>
                  </a:lnTo>
                  <a:lnTo>
                    <a:pt x="4828" y="5196"/>
                  </a:lnTo>
                  <a:lnTo>
                    <a:pt x="4767" y="4903"/>
                  </a:lnTo>
                  <a:lnTo>
                    <a:pt x="4647" y="4496"/>
                  </a:lnTo>
                  <a:lnTo>
                    <a:pt x="4405" y="4146"/>
                  </a:lnTo>
                  <a:lnTo>
                    <a:pt x="4043" y="3794"/>
                  </a:lnTo>
                  <a:lnTo>
                    <a:pt x="3681" y="3562"/>
                  </a:lnTo>
                  <a:lnTo>
                    <a:pt x="3258" y="3328"/>
                  </a:lnTo>
                  <a:lnTo>
                    <a:pt x="2775" y="3153"/>
                  </a:lnTo>
                  <a:lnTo>
                    <a:pt x="2354" y="3037"/>
                  </a:lnTo>
                  <a:lnTo>
                    <a:pt x="1447" y="2919"/>
                  </a:lnTo>
                  <a:lnTo>
                    <a:pt x="1267" y="2919"/>
                  </a:lnTo>
                  <a:lnTo>
                    <a:pt x="1146" y="2978"/>
                  </a:lnTo>
                  <a:lnTo>
                    <a:pt x="1026" y="3094"/>
                  </a:lnTo>
                  <a:lnTo>
                    <a:pt x="1026" y="3269"/>
                  </a:lnTo>
                  <a:lnTo>
                    <a:pt x="1146" y="3794"/>
                  </a:lnTo>
                  <a:lnTo>
                    <a:pt x="1327" y="4378"/>
                  </a:lnTo>
                  <a:lnTo>
                    <a:pt x="1508" y="4846"/>
                  </a:lnTo>
                  <a:lnTo>
                    <a:pt x="1811" y="5371"/>
                  </a:lnTo>
                  <a:lnTo>
                    <a:pt x="2112" y="5838"/>
                  </a:lnTo>
                  <a:lnTo>
                    <a:pt x="2474" y="6247"/>
                  </a:lnTo>
                  <a:lnTo>
                    <a:pt x="2836" y="6656"/>
                  </a:lnTo>
                  <a:lnTo>
                    <a:pt x="3258" y="7065"/>
                  </a:lnTo>
                  <a:lnTo>
                    <a:pt x="3319" y="7065"/>
                  </a:lnTo>
                  <a:lnTo>
                    <a:pt x="2897" y="7472"/>
                  </a:lnTo>
                  <a:lnTo>
                    <a:pt x="2897" y="7240"/>
                  </a:lnTo>
                  <a:lnTo>
                    <a:pt x="2836" y="7006"/>
                  </a:lnTo>
                  <a:lnTo>
                    <a:pt x="2655" y="6772"/>
                  </a:lnTo>
                  <a:lnTo>
                    <a:pt x="2413" y="6538"/>
                  </a:lnTo>
                  <a:lnTo>
                    <a:pt x="2173" y="6363"/>
                  </a:lnTo>
                  <a:lnTo>
                    <a:pt x="1811" y="6247"/>
                  </a:lnTo>
                  <a:lnTo>
                    <a:pt x="1146" y="6072"/>
                  </a:lnTo>
                  <a:lnTo>
                    <a:pt x="543" y="5955"/>
                  </a:lnTo>
                  <a:lnTo>
                    <a:pt x="362" y="5955"/>
                  </a:lnTo>
                  <a:lnTo>
                    <a:pt x="242" y="6072"/>
                  </a:lnTo>
                  <a:lnTo>
                    <a:pt x="181" y="6247"/>
                  </a:lnTo>
                  <a:lnTo>
                    <a:pt x="242" y="6363"/>
                  </a:lnTo>
                  <a:lnTo>
                    <a:pt x="604" y="6890"/>
                  </a:lnTo>
                  <a:lnTo>
                    <a:pt x="1026" y="7531"/>
                  </a:lnTo>
                  <a:lnTo>
                    <a:pt x="1327" y="7822"/>
                  </a:lnTo>
                  <a:lnTo>
                    <a:pt x="1569" y="8056"/>
                  </a:lnTo>
                  <a:lnTo>
                    <a:pt x="1870" y="8231"/>
                  </a:lnTo>
                  <a:lnTo>
                    <a:pt x="2173" y="8349"/>
                  </a:lnTo>
                  <a:lnTo>
                    <a:pt x="2173" y="8406"/>
                  </a:lnTo>
                  <a:lnTo>
                    <a:pt x="2293" y="8524"/>
                  </a:lnTo>
                  <a:lnTo>
                    <a:pt x="3017" y="9166"/>
                  </a:lnTo>
                  <a:lnTo>
                    <a:pt x="2716" y="9750"/>
                  </a:lnTo>
                  <a:lnTo>
                    <a:pt x="2474" y="10334"/>
                  </a:lnTo>
                  <a:lnTo>
                    <a:pt x="2293" y="10975"/>
                  </a:lnTo>
                  <a:lnTo>
                    <a:pt x="2173" y="11034"/>
                  </a:lnTo>
                  <a:lnTo>
                    <a:pt x="2173" y="11384"/>
                  </a:lnTo>
                  <a:lnTo>
                    <a:pt x="2232" y="11559"/>
                  </a:lnTo>
                  <a:lnTo>
                    <a:pt x="2354" y="11734"/>
                  </a:lnTo>
                  <a:lnTo>
                    <a:pt x="2413" y="11793"/>
                  </a:lnTo>
                  <a:lnTo>
                    <a:pt x="2535" y="11852"/>
                  </a:lnTo>
                  <a:lnTo>
                    <a:pt x="2716" y="12084"/>
                  </a:lnTo>
                  <a:lnTo>
                    <a:pt x="3801" y="13077"/>
                  </a:lnTo>
                  <a:lnTo>
                    <a:pt x="3559" y="13253"/>
                  </a:lnTo>
                  <a:lnTo>
                    <a:pt x="3319" y="13428"/>
                  </a:lnTo>
                  <a:lnTo>
                    <a:pt x="2897" y="13837"/>
                  </a:lnTo>
                  <a:lnTo>
                    <a:pt x="2293" y="14653"/>
                  </a:lnTo>
                  <a:lnTo>
                    <a:pt x="1628" y="15471"/>
                  </a:lnTo>
                  <a:lnTo>
                    <a:pt x="362" y="17106"/>
                  </a:lnTo>
                  <a:lnTo>
                    <a:pt x="120" y="17456"/>
                  </a:lnTo>
                  <a:lnTo>
                    <a:pt x="0" y="17747"/>
                  </a:lnTo>
                  <a:lnTo>
                    <a:pt x="0" y="17865"/>
                  </a:lnTo>
                  <a:lnTo>
                    <a:pt x="61" y="18040"/>
                  </a:lnTo>
                  <a:lnTo>
                    <a:pt x="301" y="18331"/>
                  </a:lnTo>
                  <a:lnTo>
                    <a:pt x="423" y="18449"/>
                  </a:lnTo>
                  <a:lnTo>
                    <a:pt x="604" y="18506"/>
                  </a:lnTo>
                  <a:lnTo>
                    <a:pt x="905" y="18565"/>
                  </a:lnTo>
                  <a:lnTo>
                    <a:pt x="1267" y="18506"/>
                  </a:lnTo>
                  <a:lnTo>
                    <a:pt x="1628" y="18449"/>
                  </a:lnTo>
                  <a:lnTo>
                    <a:pt x="3862" y="17806"/>
                  </a:lnTo>
                  <a:lnTo>
                    <a:pt x="5913" y="17222"/>
                  </a:lnTo>
                  <a:lnTo>
                    <a:pt x="6698" y="17047"/>
                  </a:lnTo>
                  <a:lnTo>
                    <a:pt x="7060" y="16931"/>
                  </a:lnTo>
                  <a:lnTo>
                    <a:pt x="7422" y="16697"/>
                  </a:lnTo>
                  <a:lnTo>
                    <a:pt x="8265" y="17515"/>
                  </a:lnTo>
                  <a:lnTo>
                    <a:pt x="9111" y="18331"/>
                  </a:lnTo>
                  <a:lnTo>
                    <a:pt x="10015" y="19090"/>
                  </a:lnTo>
                  <a:lnTo>
                    <a:pt x="10981" y="19732"/>
                  </a:lnTo>
                  <a:lnTo>
                    <a:pt x="11524" y="20083"/>
                  </a:lnTo>
                  <a:lnTo>
                    <a:pt x="12127" y="20375"/>
                  </a:lnTo>
                  <a:lnTo>
                    <a:pt x="12731" y="20666"/>
                  </a:lnTo>
                  <a:lnTo>
                    <a:pt x="13274" y="20900"/>
                  </a:lnTo>
                  <a:lnTo>
                    <a:pt x="13938" y="21075"/>
                  </a:lnTo>
                  <a:lnTo>
                    <a:pt x="14540" y="21250"/>
                  </a:lnTo>
                  <a:lnTo>
                    <a:pt x="15144" y="21368"/>
                  </a:lnTo>
                  <a:lnTo>
                    <a:pt x="15809" y="21484"/>
                  </a:lnTo>
                  <a:lnTo>
                    <a:pt x="16411" y="21543"/>
                  </a:lnTo>
                  <a:lnTo>
                    <a:pt x="17075" y="21600"/>
                  </a:lnTo>
                  <a:lnTo>
                    <a:pt x="18282" y="21543"/>
                  </a:lnTo>
                  <a:lnTo>
                    <a:pt x="19429" y="21368"/>
                  </a:lnTo>
                  <a:lnTo>
                    <a:pt x="20092" y="21193"/>
                  </a:lnTo>
                  <a:lnTo>
                    <a:pt x="20333" y="21134"/>
                  </a:lnTo>
                  <a:lnTo>
                    <a:pt x="20454" y="21134"/>
                  </a:lnTo>
                  <a:lnTo>
                    <a:pt x="20454" y="21193"/>
                  </a:lnTo>
                  <a:lnTo>
                    <a:pt x="20575" y="21250"/>
                  </a:lnTo>
                  <a:lnTo>
                    <a:pt x="20634" y="21250"/>
                  </a:lnTo>
                  <a:lnTo>
                    <a:pt x="20695" y="21193"/>
                  </a:lnTo>
                  <a:lnTo>
                    <a:pt x="20756" y="21134"/>
                  </a:lnTo>
                  <a:lnTo>
                    <a:pt x="20815" y="20959"/>
                  </a:lnTo>
                  <a:lnTo>
                    <a:pt x="20815" y="20725"/>
                  </a:lnTo>
                  <a:lnTo>
                    <a:pt x="20634" y="20608"/>
                  </a:lnTo>
                  <a:lnTo>
                    <a:pt x="20454" y="20550"/>
                  </a:lnTo>
                  <a:lnTo>
                    <a:pt x="20031" y="20550"/>
                  </a:lnTo>
                  <a:lnTo>
                    <a:pt x="19248" y="20725"/>
                  </a:lnTo>
                  <a:lnTo>
                    <a:pt x="18402" y="20841"/>
                  </a:lnTo>
                  <a:lnTo>
                    <a:pt x="17679" y="20900"/>
                  </a:lnTo>
                  <a:lnTo>
                    <a:pt x="16955" y="20841"/>
                  </a:lnTo>
                  <a:lnTo>
                    <a:pt x="16230" y="20841"/>
                  </a:lnTo>
                  <a:lnTo>
                    <a:pt x="15567" y="20725"/>
                  </a:lnTo>
                  <a:lnTo>
                    <a:pt x="14843" y="20608"/>
                  </a:lnTo>
                  <a:lnTo>
                    <a:pt x="14119" y="20375"/>
                  </a:lnTo>
                  <a:lnTo>
                    <a:pt x="13455" y="20141"/>
                  </a:lnTo>
                  <a:lnTo>
                    <a:pt x="12792" y="19908"/>
                  </a:lnTo>
                  <a:lnTo>
                    <a:pt x="12007" y="19499"/>
                  </a:lnTo>
                  <a:lnTo>
                    <a:pt x="11284" y="19031"/>
                  </a:lnTo>
                  <a:lnTo>
                    <a:pt x="10558" y="18506"/>
                  </a:lnTo>
                  <a:lnTo>
                    <a:pt x="9895" y="17981"/>
                  </a:lnTo>
                  <a:lnTo>
                    <a:pt x="8629" y="16813"/>
                  </a:lnTo>
                  <a:lnTo>
                    <a:pt x="7422" y="15587"/>
                  </a:lnTo>
                  <a:lnTo>
                    <a:pt x="4948" y="13194"/>
                  </a:lnTo>
                  <a:lnTo>
                    <a:pt x="3740" y="11968"/>
                  </a:lnTo>
                  <a:lnTo>
                    <a:pt x="3439" y="11618"/>
                  </a:lnTo>
                  <a:lnTo>
                    <a:pt x="3077" y="11268"/>
                  </a:lnTo>
                  <a:lnTo>
                    <a:pt x="3198" y="10684"/>
                  </a:lnTo>
                  <a:lnTo>
                    <a:pt x="3378" y="10159"/>
                  </a:lnTo>
                  <a:lnTo>
                    <a:pt x="3681" y="9633"/>
                  </a:lnTo>
                  <a:lnTo>
                    <a:pt x="3982" y="9107"/>
                  </a:lnTo>
                  <a:lnTo>
                    <a:pt x="4344" y="8640"/>
                  </a:lnTo>
                  <a:lnTo>
                    <a:pt x="4767" y="8231"/>
                  </a:lnTo>
                  <a:lnTo>
                    <a:pt x="5611" y="7356"/>
                  </a:lnTo>
                  <a:lnTo>
                    <a:pt x="7361" y="5663"/>
                  </a:lnTo>
                  <a:lnTo>
                    <a:pt x="8265" y="4846"/>
                  </a:lnTo>
                  <a:lnTo>
                    <a:pt x="8629" y="4496"/>
                  </a:lnTo>
                  <a:lnTo>
                    <a:pt x="8869" y="4262"/>
                  </a:lnTo>
                  <a:lnTo>
                    <a:pt x="9050" y="4146"/>
                  </a:lnTo>
                  <a:lnTo>
                    <a:pt x="9231" y="4321"/>
                  </a:lnTo>
                  <a:lnTo>
                    <a:pt x="8869" y="4496"/>
                  </a:lnTo>
                  <a:lnTo>
                    <a:pt x="8629" y="4728"/>
                  </a:lnTo>
                  <a:lnTo>
                    <a:pt x="8145" y="5254"/>
                  </a:lnTo>
                  <a:lnTo>
                    <a:pt x="7903" y="5546"/>
                  </a:lnTo>
                  <a:lnTo>
                    <a:pt x="7723" y="5838"/>
                  </a:lnTo>
                  <a:lnTo>
                    <a:pt x="7542" y="6188"/>
                  </a:lnTo>
                  <a:lnTo>
                    <a:pt x="7542" y="6306"/>
                  </a:lnTo>
                  <a:lnTo>
                    <a:pt x="7602" y="6481"/>
                  </a:lnTo>
                  <a:lnTo>
                    <a:pt x="7663" y="6597"/>
                  </a:lnTo>
                  <a:lnTo>
                    <a:pt x="7783" y="6597"/>
                  </a:lnTo>
                  <a:lnTo>
                    <a:pt x="8084" y="6422"/>
                  </a:lnTo>
                  <a:lnTo>
                    <a:pt x="8265" y="6188"/>
                  </a:lnTo>
                  <a:lnTo>
                    <a:pt x="8568" y="5663"/>
                  </a:lnTo>
                  <a:lnTo>
                    <a:pt x="9050" y="5137"/>
                  </a:lnTo>
                  <a:lnTo>
                    <a:pt x="9473" y="4612"/>
                  </a:lnTo>
                  <a:lnTo>
                    <a:pt x="9895" y="4962"/>
                  </a:lnTo>
                  <a:lnTo>
                    <a:pt x="9593" y="5254"/>
                  </a:lnTo>
                  <a:lnTo>
                    <a:pt x="9231" y="5605"/>
                  </a:lnTo>
                  <a:lnTo>
                    <a:pt x="8991" y="5955"/>
                  </a:lnTo>
                  <a:lnTo>
                    <a:pt x="8810" y="6306"/>
                  </a:lnTo>
                  <a:lnTo>
                    <a:pt x="8749" y="6481"/>
                  </a:lnTo>
                  <a:lnTo>
                    <a:pt x="8869" y="6656"/>
                  </a:lnTo>
                  <a:lnTo>
                    <a:pt x="9050" y="6715"/>
                  </a:lnTo>
                  <a:lnTo>
                    <a:pt x="9111" y="6715"/>
                  </a:lnTo>
                  <a:lnTo>
                    <a:pt x="9231" y="6656"/>
                  </a:lnTo>
                  <a:lnTo>
                    <a:pt x="9533" y="6363"/>
                  </a:lnTo>
                  <a:lnTo>
                    <a:pt x="9774" y="6013"/>
                  </a:lnTo>
                  <a:lnTo>
                    <a:pt x="10015" y="5663"/>
                  </a:lnTo>
                  <a:lnTo>
                    <a:pt x="10196" y="5254"/>
                  </a:lnTo>
                  <a:lnTo>
                    <a:pt x="10377" y="5371"/>
                  </a:lnTo>
                  <a:lnTo>
                    <a:pt x="10619" y="5546"/>
                  </a:lnTo>
                  <a:lnTo>
                    <a:pt x="10438" y="5721"/>
                  </a:lnTo>
                  <a:lnTo>
                    <a:pt x="10257" y="5897"/>
                  </a:lnTo>
                  <a:lnTo>
                    <a:pt x="10015" y="6306"/>
                  </a:lnTo>
                  <a:lnTo>
                    <a:pt x="9654" y="6772"/>
                  </a:lnTo>
                  <a:lnTo>
                    <a:pt x="9533" y="7006"/>
                  </a:lnTo>
                  <a:lnTo>
                    <a:pt x="9412" y="7297"/>
                  </a:lnTo>
                  <a:lnTo>
                    <a:pt x="9412" y="7472"/>
                  </a:lnTo>
                  <a:lnTo>
                    <a:pt x="9533" y="7531"/>
                  </a:lnTo>
                  <a:lnTo>
                    <a:pt x="9714" y="7590"/>
                  </a:lnTo>
                  <a:lnTo>
                    <a:pt x="9895" y="7472"/>
                  </a:lnTo>
                  <a:lnTo>
                    <a:pt x="10076" y="7297"/>
                  </a:lnTo>
                  <a:lnTo>
                    <a:pt x="10196" y="7065"/>
                  </a:lnTo>
                  <a:lnTo>
                    <a:pt x="10499" y="6597"/>
                  </a:lnTo>
                  <a:lnTo>
                    <a:pt x="10619" y="6306"/>
                  </a:lnTo>
                  <a:lnTo>
                    <a:pt x="10861" y="5780"/>
                  </a:lnTo>
                  <a:lnTo>
                    <a:pt x="12007" y="6597"/>
                  </a:lnTo>
                  <a:lnTo>
                    <a:pt x="11705" y="6831"/>
                  </a:lnTo>
                  <a:lnTo>
                    <a:pt x="11404" y="7065"/>
                  </a:lnTo>
                  <a:lnTo>
                    <a:pt x="11042" y="7472"/>
                  </a:lnTo>
                  <a:lnTo>
                    <a:pt x="10739" y="7999"/>
                  </a:lnTo>
                  <a:lnTo>
                    <a:pt x="10739" y="8231"/>
                  </a:lnTo>
                  <a:lnTo>
                    <a:pt x="10800" y="8290"/>
                  </a:lnTo>
                  <a:lnTo>
                    <a:pt x="10920" y="8349"/>
                  </a:lnTo>
                  <a:lnTo>
                    <a:pt x="10981" y="8406"/>
                  </a:lnTo>
                  <a:lnTo>
                    <a:pt x="11101" y="8406"/>
                  </a:lnTo>
                  <a:lnTo>
                    <a:pt x="11223" y="8349"/>
                  </a:lnTo>
                  <a:lnTo>
                    <a:pt x="11284" y="8231"/>
                  </a:lnTo>
                  <a:lnTo>
                    <a:pt x="11766" y="7472"/>
                  </a:lnTo>
                  <a:lnTo>
                    <a:pt x="12188" y="6772"/>
                  </a:lnTo>
                  <a:lnTo>
                    <a:pt x="12731" y="7122"/>
                  </a:lnTo>
                  <a:lnTo>
                    <a:pt x="12308" y="7531"/>
                  </a:lnTo>
                  <a:lnTo>
                    <a:pt x="11705" y="8174"/>
                  </a:lnTo>
                  <a:lnTo>
                    <a:pt x="11645" y="8290"/>
                  </a:lnTo>
                  <a:lnTo>
                    <a:pt x="11585" y="8349"/>
                  </a:lnTo>
                  <a:lnTo>
                    <a:pt x="11645" y="8465"/>
                  </a:lnTo>
                  <a:lnTo>
                    <a:pt x="11705" y="8524"/>
                  </a:lnTo>
                  <a:lnTo>
                    <a:pt x="11826" y="8581"/>
                  </a:lnTo>
                  <a:lnTo>
                    <a:pt x="11946" y="8640"/>
                  </a:lnTo>
                  <a:lnTo>
                    <a:pt x="12067" y="8640"/>
                  </a:lnTo>
                  <a:lnTo>
                    <a:pt x="12127" y="8524"/>
                  </a:lnTo>
                  <a:lnTo>
                    <a:pt x="12428" y="8231"/>
                  </a:lnTo>
                  <a:lnTo>
                    <a:pt x="12731" y="7940"/>
                  </a:lnTo>
                  <a:lnTo>
                    <a:pt x="12851" y="7647"/>
                  </a:lnTo>
                  <a:lnTo>
                    <a:pt x="12912" y="7472"/>
                  </a:lnTo>
                  <a:lnTo>
                    <a:pt x="12973" y="7297"/>
                  </a:lnTo>
                  <a:lnTo>
                    <a:pt x="13938" y="7940"/>
                  </a:lnTo>
                  <a:lnTo>
                    <a:pt x="13335" y="8465"/>
                  </a:lnTo>
                  <a:lnTo>
                    <a:pt x="12851" y="9107"/>
                  </a:lnTo>
                  <a:lnTo>
                    <a:pt x="12792" y="9224"/>
                  </a:lnTo>
                  <a:lnTo>
                    <a:pt x="12792" y="9283"/>
                  </a:lnTo>
                  <a:lnTo>
                    <a:pt x="12851" y="9458"/>
                  </a:lnTo>
                  <a:lnTo>
                    <a:pt x="12973" y="9516"/>
                  </a:lnTo>
                  <a:lnTo>
                    <a:pt x="13154" y="9516"/>
                  </a:lnTo>
                  <a:lnTo>
                    <a:pt x="13213" y="9458"/>
                  </a:lnTo>
                  <a:lnTo>
                    <a:pt x="13697" y="8756"/>
                  </a:lnTo>
                  <a:lnTo>
                    <a:pt x="14119" y="8056"/>
                  </a:lnTo>
                  <a:lnTo>
                    <a:pt x="14843" y="8524"/>
                  </a:lnTo>
                  <a:lnTo>
                    <a:pt x="14420" y="8932"/>
                  </a:lnTo>
                  <a:lnTo>
                    <a:pt x="14119" y="9224"/>
                  </a:lnTo>
                  <a:lnTo>
                    <a:pt x="13998" y="9399"/>
                  </a:lnTo>
                  <a:lnTo>
                    <a:pt x="13938" y="9633"/>
                  </a:lnTo>
                  <a:lnTo>
                    <a:pt x="13575" y="10159"/>
                  </a:lnTo>
                  <a:lnTo>
                    <a:pt x="13516" y="10275"/>
                  </a:lnTo>
                  <a:lnTo>
                    <a:pt x="13575" y="10450"/>
                  </a:lnTo>
                  <a:lnTo>
                    <a:pt x="13636" y="10509"/>
                  </a:lnTo>
                  <a:lnTo>
                    <a:pt x="13756" y="10568"/>
                  </a:lnTo>
                  <a:lnTo>
                    <a:pt x="13938" y="10568"/>
                  </a:lnTo>
                  <a:lnTo>
                    <a:pt x="14058" y="10450"/>
                  </a:lnTo>
                  <a:lnTo>
                    <a:pt x="14481" y="9866"/>
                  </a:lnTo>
                  <a:lnTo>
                    <a:pt x="14601" y="9750"/>
                  </a:lnTo>
                  <a:lnTo>
                    <a:pt x="14721" y="9575"/>
                  </a:lnTo>
                  <a:lnTo>
                    <a:pt x="14963" y="9224"/>
                  </a:lnTo>
                  <a:lnTo>
                    <a:pt x="15205" y="8815"/>
                  </a:lnTo>
                  <a:lnTo>
                    <a:pt x="15687" y="9107"/>
                  </a:lnTo>
                  <a:lnTo>
                    <a:pt x="15386" y="9399"/>
                  </a:lnTo>
                  <a:lnTo>
                    <a:pt x="15144" y="9750"/>
                  </a:lnTo>
                  <a:lnTo>
                    <a:pt x="14721" y="10216"/>
                  </a:lnTo>
                  <a:lnTo>
                    <a:pt x="14601" y="10450"/>
                  </a:lnTo>
                  <a:lnTo>
                    <a:pt x="14540" y="10743"/>
                  </a:lnTo>
                  <a:lnTo>
                    <a:pt x="14662" y="10859"/>
                  </a:lnTo>
                  <a:lnTo>
                    <a:pt x="14721" y="10918"/>
                  </a:lnTo>
                  <a:lnTo>
                    <a:pt x="14782" y="10918"/>
                  </a:lnTo>
                  <a:lnTo>
                    <a:pt x="15024" y="10800"/>
                  </a:lnTo>
                  <a:lnTo>
                    <a:pt x="15205" y="10568"/>
                  </a:lnTo>
                  <a:lnTo>
                    <a:pt x="15447" y="10159"/>
                  </a:lnTo>
                  <a:lnTo>
                    <a:pt x="15687" y="9750"/>
                  </a:lnTo>
                  <a:lnTo>
                    <a:pt x="15989" y="9341"/>
                  </a:lnTo>
                  <a:lnTo>
                    <a:pt x="16774" y="9925"/>
                  </a:lnTo>
                  <a:lnTo>
                    <a:pt x="16532" y="10216"/>
                  </a:lnTo>
                  <a:lnTo>
                    <a:pt x="16230" y="10568"/>
                  </a:lnTo>
                  <a:lnTo>
                    <a:pt x="15929" y="10918"/>
                  </a:lnTo>
                  <a:lnTo>
                    <a:pt x="15809" y="11150"/>
                  </a:lnTo>
                  <a:lnTo>
                    <a:pt x="15748" y="11325"/>
                  </a:lnTo>
                  <a:lnTo>
                    <a:pt x="15748" y="11443"/>
                  </a:lnTo>
                  <a:lnTo>
                    <a:pt x="15809" y="11559"/>
                  </a:lnTo>
                  <a:lnTo>
                    <a:pt x="16049" y="11559"/>
                  </a:lnTo>
                  <a:lnTo>
                    <a:pt x="16230" y="11443"/>
                  </a:lnTo>
                  <a:lnTo>
                    <a:pt x="16351" y="11268"/>
                  </a:lnTo>
                  <a:lnTo>
                    <a:pt x="16652" y="10859"/>
                  </a:lnTo>
                  <a:lnTo>
                    <a:pt x="16894" y="10509"/>
                  </a:lnTo>
                  <a:lnTo>
                    <a:pt x="17075" y="10159"/>
                  </a:lnTo>
                  <a:lnTo>
                    <a:pt x="17921" y="10859"/>
                  </a:lnTo>
                  <a:lnTo>
                    <a:pt x="17980" y="10918"/>
                  </a:lnTo>
                  <a:lnTo>
                    <a:pt x="17498" y="11500"/>
                  </a:lnTo>
                  <a:lnTo>
                    <a:pt x="17075" y="12084"/>
                  </a:lnTo>
                  <a:lnTo>
                    <a:pt x="16894" y="12259"/>
                  </a:lnTo>
                  <a:lnTo>
                    <a:pt x="16894" y="12434"/>
                  </a:lnTo>
                  <a:lnTo>
                    <a:pt x="17014" y="12610"/>
                  </a:lnTo>
                  <a:lnTo>
                    <a:pt x="17136" y="12668"/>
                  </a:lnTo>
                  <a:lnTo>
                    <a:pt x="17256" y="12610"/>
                  </a:lnTo>
                  <a:lnTo>
                    <a:pt x="17317" y="12552"/>
                  </a:lnTo>
                  <a:lnTo>
                    <a:pt x="17799" y="11909"/>
                  </a:lnTo>
                  <a:lnTo>
                    <a:pt x="18282" y="11209"/>
                  </a:lnTo>
                  <a:lnTo>
                    <a:pt x="18825" y="11852"/>
                  </a:lnTo>
                  <a:lnTo>
                    <a:pt x="18583" y="12259"/>
                  </a:lnTo>
                  <a:lnTo>
                    <a:pt x="18342" y="12668"/>
                  </a:lnTo>
                  <a:lnTo>
                    <a:pt x="18041" y="13135"/>
                  </a:lnTo>
                  <a:lnTo>
                    <a:pt x="17980" y="13428"/>
                  </a:lnTo>
                  <a:lnTo>
                    <a:pt x="17980" y="13662"/>
                  </a:lnTo>
                  <a:lnTo>
                    <a:pt x="18041" y="13778"/>
                  </a:lnTo>
                  <a:lnTo>
                    <a:pt x="18161" y="13778"/>
                  </a:lnTo>
                  <a:lnTo>
                    <a:pt x="18402" y="13662"/>
                  </a:lnTo>
                  <a:lnTo>
                    <a:pt x="18523" y="13486"/>
                  </a:lnTo>
                  <a:lnTo>
                    <a:pt x="18764" y="13019"/>
                  </a:lnTo>
                  <a:lnTo>
                    <a:pt x="19126" y="12259"/>
                  </a:lnTo>
                  <a:lnTo>
                    <a:pt x="19429" y="12727"/>
                  </a:lnTo>
                  <a:lnTo>
                    <a:pt x="19730" y="13194"/>
                  </a:lnTo>
                  <a:lnTo>
                    <a:pt x="19429" y="13837"/>
                  </a:lnTo>
                  <a:lnTo>
                    <a:pt x="19126" y="14478"/>
                  </a:lnTo>
                  <a:lnTo>
                    <a:pt x="18945" y="14478"/>
                  </a:lnTo>
                  <a:lnTo>
                    <a:pt x="18764" y="14828"/>
                  </a:lnTo>
                  <a:lnTo>
                    <a:pt x="18644" y="15121"/>
                  </a:lnTo>
                  <a:lnTo>
                    <a:pt x="18644" y="15353"/>
                  </a:lnTo>
                  <a:lnTo>
                    <a:pt x="18764" y="15471"/>
                  </a:lnTo>
                  <a:lnTo>
                    <a:pt x="19065" y="15471"/>
                  </a:lnTo>
                  <a:lnTo>
                    <a:pt x="19126" y="15412"/>
                  </a:lnTo>
                  <a:lnTo>
                    <a:pt x="19429" y="15003"/>
                  </a:lnTo>
                  <a:lnTo>
                    <a:pt x="19669" y="14596"/>
                  </a:lnTo>
                  <a:lnTo>
                    <a:pt x="19911" y="14187"/>
                  </a:lnTo>
                  <a:lnTo>
                    <a:pt x="20031" y="13778"/>
                  </a:lnTo>
                  <a:lnTo>
                    <a:pt x="20273" y="14362"/>
                  </a:lnTo>
                  <a:lnTo>
                    <a:pt x="20514" y="15003"/>
                  </a:lnTo>
                  <a:lnTo>
                    <a:pt x="19850" y="16055"/>
                  </a:lnTo>
                  <a:lnTo>
                    <a:pt x="19730" y="16055"/>
                  </a:lnTo>
                  <a:lnTo>
                    <a:pt x="19610" y="16346"/>
                  </a:lnTo>
                  <a:lnTo>
                    <a:pt x="19488" y="16580"/>
                  </a:lnTo>
                  <a:lnTo>
                    <a:pt x="19488" y="16755"/>
                  </a:lnTo>
                  <a:lnTo>
                    <a:pt x="19610" y="16872"/>
                  </a:lnTo>
                  <a:lnTo>
                    <a:pt x="19850" y="16872"/>
                  </a:lnTo>
                  <a:lnTo>
                    <a:pt x="19972" y="16813"/>
                  </a:lnTo>
                  <a:lnTo>
                    <a:pt x="20333" y="16230"/>
                  </a:lnTo>
                  <a:lnTo>
                    <a:pt x="20695" y="15646"/>
                  </a:lnTo>
                  <a:lnTo>
                    <a:pt x="20876" y="16638"/>
                  </a:lnTo>
                  <a:lnTo>
                    <a:pt x="20575" y="16931"/>
                  </a:lnTo>
                  <a:lnTo>
                    <a:pt x="20333" y="17281"/>
                  </a:lnTo>
                  <a:lnTo>
                    <a:pt x="20092" y="17631"/>
                  </a:lnTo>
                  <a:lnTo>
                    <a:pt x="20031" y="17865"/>
                  </a:lnTo>
                  <a:lnTo>
                    <a:pt x="20031" y="18097"/>
                  </a:lnTo>
                  <a:lnTo>
                    <a:pt x="20092" y="18156"/>
                  </a:lnTo>
                  <a:lnTo>
                    <a:pt x="20153" y="18156"/>
                  </a:lnTo>
                  <a:lnTo>
                    <a:pt x="20333" y="18097"/>
                  </a:lnTo>
                  <a:lnTo>
                    <a:pt x="20514" y="17981"/>
                  </a:lnTo>
                  <a:lnTo>
                    <a:pt x="20695" y="17631"/>
                  </a:lnTo>
                  <a:lnTo>
                    <a:pt x="20876" y="17281"/>
                  </a:lnTo>
                  <a:lnTo>
                    <a:pt x="20937" y="17806"/>
                  </a:lnTo>
                  <a:lnTo>
                    <a:pt x="20815" y="18740"/>
                  </a:lnTo>
                  <a:lnTo>
                    <a:pt x="20575" y="18974"/>
                  </a:lnTo>
                  <a:lnTo>
                    <a:pt x="20333" y="19206"/>
                  </a:lnTo>
                  <a:lnTo>
                    <a:pt x="20273" y="19440"/>
                  </a:lnTo>
                  <a:lnTo>
                    <a:pt x="20273" y="19556"/>
                  </a:lnTo>
                  <a:lnTo>
                    <a:pt x="20333" y="19674"/>
                  </a:lnTo>
                  <a:lnTo>
                    <a:pt x="20454" y="19732"/>
                  </a:lnTo>
                  <a:lnTo>
                    <a:pt x="20514" y="19732"/>
                  </a:lnTo>
                  <a:lnTo>
                    <a:pt x="20756" y="19556"/>
                  </a:lnTo>
                  <a:lnTo>
                    <a:pt x="20815" y="20141"/>
                  </a:lnTo>
                  <a:lnTo>
                    <a:pt x="20876" y="20199"/>
                  </a:lnTo>
                  <a:lnTo>
                    <a:pt x="20937" y="20141"/>
                  </a:lnTo>
                  <a:lnTo>
                    <a:pt x="21057" y="19966"/>
                  </a:lnTo>
                  <a:lnTo>
                    <a:pt x="21238" y="19732"/>
                  </a:lnTo>
                  <a:lnTo>
                    <a:pt x="21419" y="19206"/>
                  </a:lnTo>
                  <a:lnTo>
                    <a:pt x="21539" y="18681"/>
                  </a:lnTo>
                  <a:lnTo>
                    <a:pt x="21600" y="18156"/>
                  </a:lnTo>
                  <a:lnTo>
                    <a:pt x="21600" y="16931"/>
                  </a:lnTo>
                  <a:lnTo>
                    <a:pt x="21539" y="16288"/>
                  </a:lnTo>
                  <a:lnTo>
                    <a:pt x="21419" y="15703"/>
                  </a:lnTo>
                  <a:lnTo>
                    <a:pt x="21299" y="15062"/>
                  </a:lnTo>
                  <a:lnTo>
                    <a:pt x="21118" y="14419"/>
                  </a:lnTo>
                  <a:lnTo>
                    <a:pt x="20876" y="13837"/>
                  </a:lnTo>
                  <a:lnTo>
                    <a:pt x="20634" y="13253"/>
                  </a:lnTo>
                  <a:lnTo>
                    <a:pt x="20273" y="12668"/>
                  </a:lnTo>
                  <a:lnTo>
                    <a:pt x="19972" y="12143"/>
                  </a:lnTo>
                  <a:lnTo>
                    <a:pt x="19549" y="11618"/>
                  </a:lnTo>
                  <a:lnTo>
                    <a:pt x="19126" y="11093"/>
                  </a:lnTo>
                  <a:lnTo>
                    <a:pt x="18644" y="10568"/>
                  </a:lnTo>
                  <a:lnTo>
                    <a:pt x="18161" y="10100"/>
                  </a:lnTo>
                  <a:lnTo>
                    <a:pt x="17014" y="9166"/>
                  </a:lnTo>
                  <a:lnTo>
                    <a:pt x="15868" y="8349"/>
                  </a:lnTo>
                  <a:lnTo>
                    <a:pt x="14662" y="7531"/>
                  </a:lnTo>
                  <a:lnTo>
                    <a:pt x="14782" y="7065"/>
                  </a:lnTo>
                  <a:lnTo>
                    <a:pt x="14843" y="6656"/>
                  </a:lnTo>
                  <a:lnTo>
                    <a:pt x="14902" y="5663"/>
                  </a:lnTo>
                  <a:lnTo>
                    <a:pt x="14963" y="4612"/>
                  </a:lnTo>
                  <a:lnTo>
                    <a:pt x="15266" y="350"/>
                  </a:lnTo>
                  <a:lnTo>
                    <a:pt x="15205" y="175"/>
                  </a:lnTo>
                  <a:lnTo>
                    <a:pt x="15144" y="59"/>
                  </a:lnTo>
                  <a:lnTo>
                    <a:pt x="14963"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352" name="Google Shape;408;p8"/>
            <p:cNvSpPr/>
            <p:nvPr/>
          </p:nvSpPr>
          <p:spPr>
            <a:xfrm>
              <a:off x="679221" y="2523983"/>
              <a:ext cx="607669" cy="62826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211" y="6172"/>
                  </a:moveTo>
                  <a:lnTo>
                    <a:pt x="16081" y="6214"/>
                  </a:lnTo>
                  <a:lnTo>
                    <a:pt x="15951" y="6255"/>
                  </a:lnTo>
                  <a:lnTo>
                    <a:pt x="15866" y="6339"/>
                  </a:lnTo>
                  <a:lnTo>
                    <a:pt x="15693" y="6547"/>
                  </a:lnTo>
                  <a:lnTo>
                    <a:pt x="15693" y="6797"/>
                  </a:lnTo>
                  <a:lnTo>
                    <a:pt x="15736" y="6839"/>
                  </a:lnTo>
                  <a:lnTo>
                    <a:pt x="15780" y="6881"/>
                  </a:lnTo>
                  <a:lnTo>
                    <a:pt x="15866" y="6881"/>
                  </a:lnTo>
                  <a:lnTo>
                    <a:pt x="15951" y="6797"/>
                  </a:lnTo>
                  <a:lnTo>
                    <a:pt x="16038" y="6756"/>
                  </a:lnTo>
                  <a:lnTo>
                    <a:pt x="16124" y="6589"/>
                  </a:lnTo>
                  <a:lnTo>
                    <a:pt x="16253" y="6422"/>
                  </a:lnTo>
                  <a:lnTo>
                    <a:pt x="16340" y="6255"/>
                  </a:lnTo>
                  <a:lnTo>
                    <a:pt x="16340" y="6172"/>
                  </a:lnTo>
                  <a:close/>
                  <a:moveTo>
                    <a:pt x="15564" y="6922"/>
                  </a:moveTo>
                  <a:lnTo>
                    <a:pt x="15478" y="6964"/>
                  </a:lnTo>
                  <a:lnTo>
                    <a:pt x="15305" y="7172"/>
                  </a:lnTo>
                  <a:lnTo>
                    <a:pt x="15176" y="7381"/>
                  </a:lnTo>
                  <a:lnTo>
                    <a:pt x="15132" y="7422"/>
                  </a:lnTo>
                  <a:lnTo>
                    <a:pt x="15132" y="7506"/>
                  </a:lnTo>
                  <a:lnTo>
                    <a:pt x="15219" y="7589"/>
                  </a:lnTo>
                  <a:lnTo>
                    <a:pt x="15305" y="7631"/>
                  </a:lnTo>
                  <a:lnTo>
                    <a:pt x="15392" y="7589"/>
                  </a:lnTo>
                  <a:lnTo>
                    <a:pt x="15434" y="7547"/>
                  </a:lnTo>
                  <a:lnTo>
                    <a:pt x="15564" y="7339"/>
                  </a:lnTo>
                  <a:lnTo>
                    <a:pt x="15693" y="7131"/>
                  </a:lnTo>
                  <a:lnTo>
                    <a:pt x="15736" y="7047"/>
                  </a:lnTo>
                  <a:lnTo>
                    <a:pt x="15651" y="6964"/>
                  </a:lnTo>
                  <a:lnTo>
                    <a:pt x="15564" y="6922"/>
                  </a:lnTo>
                  <a:close/>
                  <a:moveTo>
                    <a:pt x="20264" y="7297"/>
                  </a:moveTo>
                  <a:lnTo>
                    <a:pt x="20608" y="7631"/>
                  </a:lnTo>
                  <a:lnTo>
                    <a:pt x="20565" y="7631"/>
                  </a:lnTo>
                  <a:lnTo>
                    <a:pt x="20435" y="7756"/>
                  </a:lnTo>
                  <a:lnTo>
                    <a:pt x="20393" y="7589"/>
                  </a:lnTo>
                  <a:lnTo>
                    <a:pt x="20264" y="7297"/>
                  </a:lnTo>
                  <a:close/>
                  <a:moveTo>
                    <a:pt x="14917" y="7714"/>
                  </a:moveTo>
                  <a:lnTo>
                    <a:pt x="14788" y="7798"/>
                  </a:lnTo>
                  <a:lnTo>
                    <a:pt x="14615" y="7923"/>
                  </a:lnTo>
                  <a:lnTo>
                    <a:pt x="14573" y="8089"/>
                  </a:lnTo>
                  <a:lnTo>
                    <a:pt x="14529" y="8173"/>
                  </a:lnTo>
                  <a:lnTo>
                    <a:pt x="14573" y="8214"/>
                  </a:lnTo>
                  <a:lnTo>
                    <a:pt x="14659" y="8299"/>
                  </a:lnTo>
                  <a:lnTo>
                    <a:pt x="14788" y="8299"/>
                  </a:lnTo>
                  <a:lnTo>
                    <a:pt x="14831" y="8256"/>
                  </a:lnTo>
                  <a:lnTo>
                    <a:pt x="14874" y="8173"/>
                  </a:lnTo>
                  <a:lnTo>
                    <a:pt x="14961" y="8006"/>
                  </a:lnTo>
                  <a:lnTo>
                    <a:pt x="15046" y="7964"/>
                  </a:lnTo>
                  <a:lnTo>
                    <a:pt x="15090" y="7881"/>
                  </a:lnTo>
                  <a:lnTo>
                    <a:pt x="15132" y="7798"/>
                  </a:lnTo>
                  <a:lnTo>
                    <a:pt x="15132" y="7756"/>
                  </a:lnTo>
                  <a:lnTo>
                    <a:pt x="15090" y="7756"/>
                  </a:lnTo>
                  <a:lnTo>
                    <a:pt x="15003" y="7714"/>
                  </a:lnTo>
                  <a:close/>
                  <a:moveTo>
                    <a:pt x="20652" y="7673"/>
                  </a:moveTo>
                  <a:lnTo>
                    <a:pt x="20954" y="8006"/>
                  </a:lnTo>
                  <a:lnTo>
                    <a:pt x="21212" y="8381"/>
                  </a:lnTo>
                  <a:lnTo>
                    <a:pt x="20954" y="8632"/>
                  </a:lnTo>
                  <a:lnTo>
                    <a:pt x="20954" y="8549"/>
                  </a:lnTo>
                  <a:lnTo>
                    <a:pt x="20996" y="8339"/>
                  </a:lnTo>
                  <a:lnTo>
                    <a:pt x="20954" y="8089"/>
                  </a:lnTo>
                  <a:lnTo>
                    <a:pt x="20954" y="8048"/>
                  </a:lnTo>
                  <a:lnTo>
                    <a:pt x="20867" y="7964"/>
                  </a:lnTo>
                  <a:lnTo>
                    <a:pt x="20781" y="7964"/>
                  </a:lnTo>
                  <a:lnTo>
                    <a:pt x="20737" y="8006"/>
                  </a:lnTo>
                  <a:lnTo>
                    <a:pt x="20781" y="8048"/>
                  </a:lnTo>
                  <a:lnTo>
                    <a:pt x="20737" y="8214"/>
                  </a:lnTo>
                  <a:lnTo>
                    <a:pt x="20694" y="8464"/>
                  </a:lnTo>
                  <a:lnTo>
                    <a:pt x="20608" y="8716"/>
                  </a:lnTo>
                  <a:lnTo>
                    <a:pt x="20608" y="9049"/>
                  </a:lnTo>
                  <a:lnTo>
                    <a:pt x="20134" y="9758"/>
                  </a:lnTo>
                  <a:lnTo>
                    <a:pt x="20177" y="9341"/>
                  </a:lnTo>
                  <a:lnTo>
                    <a:pt x="20264" y="8924"/>
                  </a:lnTo>
                  <a:lnTo>
                    <a:pt x="20435" y="8674"/>
                  </a:lnTo>
                  <a:lnTo>
                    <a:pt x="20435" y="8549"/>
                  </a:lnTo>
                  <a:lnTo>
                    <a:pt x="20522" y="8507"/>
                  </a:lnTo>
                  <a:lnTo>
                    <a:pt x="20565" y="8464"/>
                  </a:lnTo>
                  <a:lnTo>
                    <a:pt x="20608" y="8381"/>
                  </a:lnTo>
                  <a:lnTo>
                    <a:pt x="20608" y="8256"/>
                  </a:lnTo>
                  <a:lnTo>
                    <a:pt x="20565" y="8048"/>
                  </a:lnTo>
                  <a:lnTo>
                    <a:pt x="20652" y="7673"/>
                  </a:lnTo>
                  <a:close/>
                  <a:moveTo>
                    <a:pt x="19832" y="10049"/>
                  </a:moveTo>
                  <a:lnTo>
                    <a:pt x="19918" y="10091"/>
                  </a:lnTo>
                  <a:lnTo>
                    <a:pt x="19832" y="10174"/>
                  </a:lnTo>
                  <a:lnTo>
                    <a:pt x="19832" y="10049"/>
                  </a:lnTo>
                  <a:close/>
                  <a:moveTo>
                    <a:pt x="13452" y="9758"/>
                  </a:moveTo>
                  <a:lnTo>
                    <a:pt x="13408" y="9799"/>
                  </a:lnTo>
                  <a:lnTo>
                    <a:pt x="13279" y="9841"/>
                  </a:lnTo>
                  <a:lnTo>
                    <a:pt x="13149" y="10008"/>
                  </a:lnTo>
                  <a:lnTo>
                    <a:pt x="13149" y="10216"/>
                  </a:lnTo>
                  <a:lnTo>
                    <a:pt x="13193" y="10258"/>
                  </a:lnTo>
                  <a:lnTo>
                    <a:pt x="13408" y="10258"/>
                  </a:lnTo>
                  <a:lnTo>
                    <a:pt x="13452" y="10216"/>
                  </a:lnTo>
                  <a:lnTo>
                    <a:pt x="13581" y="10008"/>
                  </a:lnTo>
                  <a:lnTo>
                    <a:pt x="13581" y="9841"/>
                  </a:lnTo>
                  <a:lnTo>
                    <a:pt x="13537" y="9799"/>
                  </a:lnTo>
                  <a:lnTo>
                    <a:pt x="13452" y="9758"/>
                  </a:lnTo>
                  <a:close/>
                  <a:moveTo>
                    <a:pt x="19487" y="10008"/>
                  </a:moveTo>
                  <a:lnTo>
                    <a:pt x="19487" y="10299"/>
                  </a:lnTo>
                  <a:lnTo>
                    <a:pt x="19530" y="10424"/>
                  </a:lnTo>
                  <a:lnTo>
                    <a:pt x="19574" y="10508"/>
                  </a:lnTo>
                  <a:lnTo>
                    <a:pt x="19272" y="10926"/>
                  </a:lnTo>
                  <a:lnTo>
                    <a:pt x="19228" y="10676"/>
                  </a:lnTo>
                  <a:lnTo>
                    <a:pt x="19186" y="10424"/>
                  </a:lnTo>
                  <a:lnTo>
                    <a:pt x="19186" y="10341"/>
                  </a:lnTo>
                  <a:lnTo>
                    <a:pt x="19487" y="10008"/>
                  </a:lnTo>
                  <a:close/>
                  <a:moveTo>
                    <a:pt x="18884" y="10676"/>
                  </a:moveTo>
                  <a:lnTo>
                    <a:pt x="18884" y="11009"/>
                  </a:lnTo>
                  <a:lnTo>
                    <a:pt x="18926" y="11134"/>
                  </a:lnTo>
                  <a:lnTo>
                    <a:pt x="19013" y="11301"/>
                  </a:lnTo>
                  <a:lnTo>
                    <a:pt x="18797" y="11551"/>
                  </a:lnTo>
                  <a:lnTo>
                    <a:pt x="18711" y="11718"/>
                  </a:lnTo>
                  <a:lnTo>
                    <a:pt x="18755" y="11217"/>
                  </a:lnTo>
                  <a:lnTo>
                    <a:pt x="18711" y="11134"/>
                  </a:lnTo>
                  <a:lnTo>
                    <a:pt x="18625" y="11092"/>
                  </a:lnTo>
                  <a:lnTo>
                    <a:pt x="18582" y="11051"/>
                  </a:lnTo>
                  <a:lnTo>
                    <a:pt x="18884" y="10676"/>
                  </a:lnTo>
                  <a:close/>
                  <a:moveTo>
                    <a:pt x="11296" y="2669"/>
                  </a:moveTo>
                  <a:lnTo>
                    <a:pt x="11252" y="2752"/>
                  </a:lnTo>
                  <a:lnTo>
                    <a:pt x="10735" y="3252"/>
                  </a:lnTo>
                  <a:lnTo>
                    <a:pt x="10304" y="3837"/>
                  </a:lnTo>
                  <a:lnTo>
                    <a:pt x="9399" y="4962"/>
                  </a:lnTo>
                  <a:lnTo>
                    <a:pt x="8968" y="5546"/>
                  </a:lnTo>
                  <a:lnTo>
                    <a:pt x="8494" y="6089"/>
                  </a:lnTo>
                  <a:lnTo>
                    <a:pt x="8019" y="6630"/>
                  </a:lnTo>
                  <a:lnTo>
                    <a:pt x="7459" y="7131"/>
                  </a:lnTo>
                  <a:lnTo>
                    <a:pt x="7373" y="7214"/>
                  </a:lnTo>
                  <a:lnTo>
                    <a:pt x="7373" y="7339"/>
                  </a:lnTo>
                  <a:lnTo>
                    <a:pt x="7329" y="7339"/>
                  </a:lnTo>
                  <a:lnTo>
                    <a:pt x="7243" y="7381"/>
                  </a:lnTo>
                  <a:lnTo>
                    <a:pt x="7243" y="7464"/>
                  </a:lnTo>
                  <a:lnTo>
                    <a:pt x="7286" y="7506"/>
                  </a:lnTo>
                  <a:lnTo>
                    <a:pt x="7415" y="7714"/>
                  </a:lnTo>
                  <a:lnTo>
                    <a:pt x="7631" y="7923"/>
                  </a:lnTo>
                  <a:lnTo>
                    <a:pt x="8019" y="8256"/>
                  </a:lnTo>
                  <a:lnTo>
                    <a:pt x="8924" y="8882"/>
                  </a:lnTo>
                  <a:lnTo>
                    <a:pt x="9916" y="9507"/>
                  </a:lnTo>
                  <a:lnTo>
                    <a:pt x="10131" y="9674"/>
                  </a:lnTo>
                  <a:lnTo>
                    <a:pt x="10304" y="9883"/>
                  </a:lnTo>
                  <a:lnTo>
                    <a:pt x="10650" y="10299"/>
                  </a:lnTo>
                  <a:lnTo>
                    <a:pt x="10821" y="10466"/>
                  </a:lnTo>
                  <a:lnTo>
                    <a:pt x="11037" y="10633"/>
                  </a:lnTo>
                  <a:lnTo>
                    <a:pt x="11469" y="10884"/>
                  </a:lnTo>
                  <a:lnTo>
                    <a:pt x="12503" y="11551"/>
                  </a:lnTo>
                  <a:lnTo>
                    <a:pt x="13495" y="12259"/>
                  </a:lnTo>
                  <a:lnTo>
                    <a:pt x="14443" y="12968"/>
                  </a:lnTo>
                  <a:lnTo>
                    <a:pt x="14529" y="13010"/>
                  </a:lnTo>
                  <a:lnTo>
                    <a:pt x="14659" y="13010"/>
                  </a:lnTo>
                  <a:lnTo>
                    <a:pt x="14744" y="12968"/>
                  </a:lnTo>
                  <a:lnTo>
                    <a:pt x="14788" y="12926"/>
                  </a:lnTo>
                  <a:lnTo>
                    <a:pt x="14831" y="12843"/>
                  </a:lnTo>
                  <a:lnTo>
                    <a:pt x="14874" y="12718"/>
                  </a:lnTo>
                  <a:lnTo>
                    <a:pt x="14831" y="12635"/>
                  </a:lnTo>
                  <a:lnTo>
                    <a:pt x="14744" y="12551"/>
                  </a:lnTo>
                  <a:lnTo>
                    <a:pt x="13839" y="11843"/>
                  </a:lnTo>
                  <a:lnTo>
                    <a:pt x="13883" y="11801"/>
                  </a:lnTo>
                  <a:lnTo>
                    <a:pt x="14012" y="11593"/>
                  </a:lnTo>
                  <a:lnTo>
                    <a:pt x="14098" y="11384"/>
                  </a:lnTo>
                  <a:lnTo>
                    <a:pt x="14098" y="11301"/>
                  </a:lnTo>
                  <a:lnTo>
                    <a:pt x="14054" y="11259"/>
                  </a:lnTo>
                  <a:lnTo>
                    <a:pt x="13969" y="11259"/>
                  </a:lnTo>
                  <a:lnTo>
                    <a:pt x="13796" y="11426"/>
                  </a:lnTo>
                  <a:lnTo>
                    <a:pt x="13624" y="11634"/>
                  </a:lnTo>
                  <a:lnTo>
                    <a:pt x="13581" y="11676"/>
                  </a:lnTo>
                  <a:lnTo>
                    <a:pt x="12934" y="11217"/>
                  </a:lnTo>
                  <a:lnTo>
                    <a:pt x="12718" y="11092"/>
                  </a:lnTo>
                  <a:lnTo>
                    <a:pt x="12762" y="11009"/>
                  </a:lnTo>
                  <a:lnTo>
                    <a:pt x="12805" y="10926"/>
                  </a:lnTo>
                  <a:lnTo>
                    <a:pt x="12977" y="10759"/>
                  </a:lnTo>
                  <a:lnTo>
                    <a:pt x="13020" y="10716"/>
                  </a:lnTo>
                  <a:lnTo>
                    <a:pt x="13020" y="10591"/>
                  </a:lnTo>
                  <a:lnTo>
                    <a:pt x="12934" y="10550"/>
                  </a:lnTo>
                  <a:lnTo>
                    <a:pt x="12891" y="10591"/>
                  </a:lnTo>
                  <a:lnTo>
                    <a:pt x="12805" y="10550"/>
                  </a:lnTo>
                  <a:lnTo>
                    <a:pt x="12718" y="10591"/>
                  </a:lnTo>
                  <a:lnTo>
                    <a:pt x="12589" y="10716"/>
                  </a:lnTo>
                  <a:lnTo>
                    <a:pt x="12460" y="10884"/>
                  </a:lnTo>
                  <a:lnTo>
                    <a:pt x="11899" y="10550"/>
                  </a:lnTo>
                  <a:lnTo>
                    <a:pt x="11813" y="10466"/>
                  </a:lnTo>
                  <a:lnTo>
                    <a:pt x="12028" y="10133"/>
                  </a:lnTo>
                  <a:lnTo>
                    <a:pt x="12028" y="10008"/>
                  </a:lnTo>
                  <a:lnTo>
                    <a:pt x="11986" y="9924"/>
                  </a:lnTo>
                  <a:lnTo>
                    <a:pt x="11857" y="9883"/>
                  </a:lnTo>
                  <a:lnTo>
                    <a:pt x="11813" y="9924"/>
                  </a:lnTo>
                  <a:lnTo>
                    <a:pt x="11770" y="9966"/>
                  </a:lnTo>
                  <a:lnTo>
                    <a:pt x="11469" y="10299"/>
                  </a:lnTo>
                  <a:lnTo>
                    <a:pt x="11209" y="10091"/>
                  </a:lnTo>
                  <a:lnTo>
                    <a:pt x="10994" y="9883"/>
                  </a:lnTo>
                  <a:lnTo>
                    <a:pt x="10735" y="9591"/>
                  </a:lnTo>
                  <a:lnTo>
                    <a:pt x="10821" y="9466"/>
                  </a:lnTo>
                  <a:lnTo>
                    <a:pt x="10908" y="9341"/>
                  </a:lnTo>
                  <a:lnTo>
                    <a:pt x="10994" y="9049"/>
                  </a:lnTo>
                  <a:lnTo>
                    <a:pt x="10994" y="8966"/>
                  </a:lnTo>
                  <a:lnTo>
                    <a:pt x="10950" y="8924"/>
                  </a:lnTo>
                  <a:lnTo>
                    <a:pt x="10865" y="8924"/>
                  </a:lnTo>
                  <a:lnTo>
                    <a:pt x="10779" y="8966"/>
                  </a:lnTo>
                  <a:lnTo>
                    <a:pt x="10563" y="9216"/>
                  </a:lnTo>
                  <a:lnTo>
                    <a:pt x="10520" y="9299"/>
                  </a:lnTo>
                  <a:lnTo>
                    <a:pt x="10304" y="9132"/>
                  </a:lnTo>
                  <a:lnTo>
                    <a:pt x="9787" y="8799"/>
                  </a:lnTo>
                  <a:lnTo>
                    <a:pt x="9830" y="8464"/>
                  </a:lnTo>
                  <a:lnTo>
                    <a:pt x="9830" y="8424"/>
                  </a:lnTo>
                  <a:lnTo>
                    <a:pt x="9787" y="8339"/>
                  </a:lnTo>
                  <a:lnTo>
                    <a:pt x="9743" y="8299"/>
                  </a:lnTo>
                  <a:lnTo>
                    <a:pt x="9614" y="8299"/>
                  </a:lnTo>
                  <a:lnTo>
                    <a:pt x="9528" y="8339"/>
                  </a:lnTo>
                  <a:lnTo>
                    <a:pt x="9485" y="8464"/>
                  </a:lnTo>
                  <a:lnTo>
                    <a:pt x="9443" y="8590"/>
                  </a:lnTo>
                  <a:lnTo>
                    <a:pt x="9356" y="8549"/>
                  </a:lnTo>
                  <a:lnTo>
                    <a:pt x="8709" y="8089"/>
                  </a:lnTo>
                  <a:lnTo>
                    <a:pt x="8753" y="8048"/>
                  </a:lnTo>
                  <a:lnTo>
                    <a:pt x="8838" y="7923"/>
                  </a:lnTo>
                  <a:lnTo>
                    <a:pt x="8838" y="7798"/>
                  </a:lnTo>
                  <a:lnTo>
                    <a:pt x="8882" y="7673"/>
                  </a:lnTo>
                  <a:lnTo>
                    <a:pt x="8838" y="7631"/>
                  </a:lnTo>
                  <a:lnTo>
                    <a:pt x="8795" y="7631"/>
                  </a:lnTo>
                  <a:lnTo>
                    <a:pt x="8709" y="7673"/>
                  </a:lnTo>
                  <a:lnTo>
                    <a:pt x="8623" y="7673"/>
                  </a:lnTo>
                  <a:lnTo>
                    <a:pt x="8494" y="7756"/>
                  </a:lnTo>
                  <a:lnTo>
                    <a:pt x="8364" y="7839"/>
                  </a:lnTo>
                  <a:lnTo>
                    <a:pt x="7804" y="7547"/>
                  </a:lnTo>
                  <a:lnTo>
                    <a:pt x="7804" y="7506"/>
                  </a:lnTo>
                  <a:lnTo>
                    <a:pt x="8364" y="7006"/>
                  </a:lnTo>
                  <a:lnTo>
                    <a:pt x="8882" y="6422"/>
                  </a:lnTo>
                  <a:lnTo>
                    <a:pt x="8924" y="6505"/>
                  </a:lnTo>
                  <a:lnTo>
                    <a:pt x="8968" y="6547"/>
                  </a:lnTo>
                  <a:lnTo>
                    <a:pt x="9097" y="6547"/>
                  </a:lnTo>
                  <a:lnTo>
                    <a:pt x="9443" y="6339"/>
                  </a:lnTo>
                  <a:lnTo>
                    <a:pt x="9787" y="6130"/>
                  </a:lnTo>
                  <a:lnTo>
                    <a:pt x="10131" y="5921"/>
                  </a:lnTo>
                  <a:lnTo>
                    <a:pt x="10477" y="5712"/>
                  </a:lnTo>
                  <a:lnTo>
                    <a:pt x="10865" y="5546"/>
                  </a:lnTo>
                  <a:lnTo>
                    <a:pt x="11252" y="5379"/>
                  </a:lnTo>
                  <a:lnTo>
                    <a:pt x="11684" y="5296"/>
                  </a:lnTo>
                  <a:lnTo>
                    <a:pt x="12115" y="5254"/>
                  </a:lnTo>
                  <a:lnTo>
                    <a:pt x="12330" y="5254"/>
                  </a:lnTo>
                  <a:lnTo>
                    <a:pt x="12547" y="5296"/>
                  </a:lnTo>
                  <a:lnTo>
                    <a:pt x="12718" y="5379"/>
                  </a:lnTo>
                  <a:lnTo>
                    <a:pt x="12847" y="5504"/>
                  </a:lnTo>
                  <a:lnTo>
                    <a:pt x="12977" y="5671"/>
                  </a:lnTo>
                  <a:lnTo>
                    <a:pt x="13020" y="5839"/>
                  </a:lnTo>
                  <a:lnTo>
                    <a:pt x="13106" y="6255"/>
                  </a:lnTo>
                  <a:lnTo>
                    <a:pt x="13106" y="7589"/>
                  </a:lnTo>
                  <a:lnTo>
                    <a:pt x="13149" y="7964"/>
                  </a:lnTo>
                  <a:lnTo>
                    <a:pt x="13235" y="8381"/>
                  </a:lnTo>
                  <a:lnTo>
                    <a:pt x="13452" y="8757"/>
                  </a:lnTo>
                  <a:lnTo>
                    <a:pt x="13408" y="8882"/>
                  </a:lnTo>
                  <a:lnTo>
                    <a:pt x="13366" y="9007"/>
                  </a:lnTo>
                  <a:lnTo>
                    <a:pt x="13366" y="9257"/>
                  </a:lnTo>
                  <a:lnTo>
                    <a:pt x="13452" y="9382"/>
                  </a:lnTo>
                  <a:lnTo>
                    <a:pt x="13495" y="9466"/>
                  </a:lnTo>
                  <a:lnTo>
                    <a:pt x="13624" y="9549"/>
                  </a:lnTo>
                  <a:lnTo>
                    <a:pt x="13710" y="9633"/>
                  </a:lnTo>
                  <a:lnTo>
                    <a:pt x="13839" y="9674"/>
                  </a:lnTo>
                  <a:lnTo>
                    <a:pt x="14227" y="9674"/>
                  </a:lnTo>
                  <a:lnTo>
                    <a:pt x="14615" y="9883"/>
                  </a:lnTo>
                  <a:lnTo>
                    <a:pt x="15003" y="10049"/>
                  </a:lnTo>
                  <a:lnTo>
                    <a:pt x="15305" y="10091"/>
                  </a:lnTo>
                  <a:lnTo>
                    <a:pt x="15651" y="10091"/>
                  </a:lnTo>
                  <a:lnTo>
                    <a:pt x="16038" y="10008"/>
                  </a:lnTo>
                  <a:lnTo>
                    <a:pt x="16383" y="9883"/>
                  </a:lnTo>
                  <a:lnTo>
                    <a:pt x="16728" y="9758"/>
                  </a:lnTo>
                  <a:lnTo>
                    <a:pt x="17029" y="9549"/>
                  </a:lnTo>
                  <a:lnTo>
                    <a:pt x="17331" y="9341"/>
                  </a:lnTo>
                  <a:lnTo>
                    <a:pt x="17548" y="9132"/>
                  </a:lnTo>
                  <a:lnTo>
                    <a:pt x="17590" y="9091"/>
                  </a:lnTo>
                  <a:lnTo>
                    <a:pt x="17590" y="9007"/>
                  </a:lnTo>
                  <a:lnTo>
                    <a:pt x="17548" y="8882"/>
                  </a:lnTo>
                  <a:lnTo>
                    <a:pt x="17418" y="8841"/>
                  </a:lnTo>
                  <a:lnTo>
                    <a:pt x="17289" y="8841"/>
                  </a:lnTo>
                  <a:lnTo>
                    <a:pt x="16599" y="9257"/>
                  </a:lnTo>
                  <a:lnTo>
                    <a:pt x="16253" y="9424"/>
                  </a:lnTo>
                  <a:lnTo>
                    <a:pt x="15822" y="9549"/>
                  </a:lnTo>
                  <a:lnTo>
                    <a:pt x="15521" y="9633"/>
                  </a:lnTo>
                  <a:lnTo>
                    <a:pt x="15176" y="9591"/>
                  </a:lnTo>
                  <a:lnTo>
                    <a:pt x="14917" y="9507"/>
                  </a:lnTo>
                  <a:lnTo>
                    <a:pt x="14659" y="9341"/>
                  </a:lnTo>
                  <a:lnTo>
                    <a:pt x="14744" y="9216"/>
                  </a:lnTo>
                  <a:lnTo>
                    <a:pt x="14788" y="9049"/>
                  </a:lnTo>
                  <a:lnTo>
                    <a:pt x="14788" y="8924"/>
                  </a:lnTo>
                  <a:lnTo>
                    <a:pt x="14744" y="8841"/>
                  </a:lnTo>
                  <a:lnTo>
                    <a:pt x="14702" y="8799"/>
                  </a:lnTo>
                  <a:lnTo>
                    <a:pt x="14486" y="8674"/>
                  </a:lnTo>
                  <a:lnTo>
                    <a:pt x="14271" y="8549"/>
                  </a:lnTo>
                  <a:lnTo>
                    <a:pt x="13883" y="8549"/>
                  </a:lnTo>
                  <a:lnTo>
                    <a:pt x="13667" y="8089"/>
                  </a:lnTo>
                  <a:lnTo>
                    <a:pt x="13537" y="7631"/>
                  </a:lnTo>
                  <a:lnTo>
                    <a:pt x="13537" y="6839"/>
                  </a:lnTo>
                  <a:lnTo>
                    <a:pt x="13581" y="6422"/>
                  </a:lnTo>
                  <a:lnTo>
                    <a:pt x="13537" y="6004"/>
                  </a:lnTo>
                  <a:lnTo>
                    <a:pt x="13452" y="5671"/>
                  </a:lnTo>
                  <a:lnTo>
                    <a:pt x="13322" y="5379"/>
                  </a:lnTo>
                  <a:lnTo>
                    <a:pt x="13149" y="5171"/>
                  </a:lnTo>
                  <a:lnTo>
                    <a:pt x="12934" y="5004"/>
                  </a:lnTo>
                  <a:lnTo>
                    <a:pt x="12676" y="4921"/>
                  </a:lnTo>
                  <a:lnTo>
                    <a:pt x="12417" y="4837"/>
                  </a:lnTo>
                  <a:lnTo>
                    <a:pt x="11813" y="4837"/>
                  </a:lnTo>
                  <a:lnTo>
                    <a:pt x="11469" y="4879"/>
                  </a:lnTo>
                  <a:lnTo>
                    <a:pt x="11123" y="4962"/>
                  </a:lnTo>
                  <a:lnTo>
                    <a:pt x="10477" y="5212"/>
                  </a:lnTo>
                  <a:lnTo>
                    <a:pt x="9873" y="5546"/>
                  </a:lnTo>
                  <a:lnTo>
                    <a:pt x="9356" y="5921"/>
                  </a:lnTo>
                  <a:lnTo>
                    <a:pt x="9743" y="5421"/>
                  </a:lnTo>
                  <a:lnTo>
                    <a:pt x="10650" y="4254"/>
                  </a:lnTo>
                  <a:lnTo>
                    <a:pt x="11123" y="3627"/>
                  </a:lnTo>
                  <a:lnTo>
                    <a:pt x="11555" y="3002"/>
                  </a:lnTo>
                  <a:lnTo>
                    <a:pt x="11598" y="2919"/>
                  </a:lnTo>
                  <a:lnTo>
                    <a:pt x="11598" y="2877"/>
                  </a:lnTo>
                  <a:lnTo>
                    <a:pt x="11511" y="2752"/>
                  </a:lnTo>
                  <a:lnTo>
                    <a:pt x="11425" y="2710"/>
                  </a:lnTo>
                  <a:lnTo>
                    <a:pt x="11382" y="2669"/>
                  </a:lnTo>
                  <a:close/>
                  <a:moveTo>
                    <a:pt x="18409" y="11217"/>
                  </a:moveTo>
                  <a:lnTo>
                    <a:pt x="18452" y="11259"/>
                  </a:lnTo>
                  <a:lnTo>
                    <a:pt x="18367" y="11801"/>
                  </a:lnTo>
                  <a:lnTo>
                    <a:pt x="18409" y="11843"/>
                  </a:lnTo>
                  <a:lnTo>
                    <a:pt x="18409" y="11884"/>
                  </a:lnTo>
                  <a:lnTo>
                    <a:pt x="18538" y="11926"/>
                  </a:lnTo>
                  <a:lnTo>
                    <a:pt x="18150" y="12385"/>
                  </a:lnTo>
                  <a:lnTo>
                    <a:pt x="18150" y="12301"/>
                  </a:lnTo>
                  <a:lnTo>
                    <a:pt x="18021" y="11926"/>
                  </a:lnTo>
                  <a:lnTo>
                    <a:pt x="17978" y="11884"/>
                  </a:lnTo>
                  <a:lnTo>
                    <a:pt x="17935" y="11884"/>
                  </a:lnTo>
                  <a:lnTo>
                    <a:pt x="17892" y="11926"/>
                  </a:lnTo>
                  <a:lnTo>
                    <a:pt x="17892" y="11968"/>
                  </a:lnTo>
                  <a:lnTo>
                    <a:pt x="17848" y="12301"/>
                  </a:lnTo>
                  <a:lnTo>
                    <a:pt x="17848" y="12718"/>
                  </a:lnTo>
                  <a:lnTo>
                    <a:pt x="17892" y="12760"/>
                  </a:lnTo>
                  <a:lnTo>
                    <a:pt x="17331" y="13469"/>
                  </a:lnTo>
                  <a:lnTo>
                    <a:pt x="17331" y="12635"/>
                  </a:lnTo>
                  <a:lnTo>
                    <a:pt x="17289" y="12593"/>
                  </a:lnTo>
                  <a:lnTo>
                    <a:pt x="18021" y="11718"/>
                  </a:lnTo>
                  <a:lnTo>
                    <a:pt x="18409" y="11217"/>
                  </a:lnTo>
                  <a:close/>
                  <a:moveTo>
                    <a:pt x="17073" y="12843"/>
                  </a:moveTo>
                  <a:lnTo>
                    <a:pt x="16987" y="13136"/>
                  </a:lnTo>
                  <a:lnTo>
                    <a:pt x="16943" y="13386"/>
                  </a:lnTo>
                  <a:lnTo>
                    <a:pt x="16987" y="13511"/>
                  </a:lnTo>
                  <a:lnTo>
                    <a:pt x="17029" y="13594"/>
                  </a:lnTo>
                  <a:lnTo>
                    <a:pt x="17116" y="13636"/>
                  </a:lnTo>
                  <a:lnTo>
                    <a:pt x="17160" y="13636"/>
                  </a:lnTo>
                  <a:lnTo>
                    <a:pt x="16599" y="14345"/>
                  </a:lnTo>
                  <a:lnTo>
                    <a:pt x="16512" y="14386"/>
                  </a:lnTo>
                  <a:lnTo>
                    <a:pt x="16512" y="13678"/>
                  </a:lnTo>
                  <a:lnTo>
                    <a:pt x="16470" y="13553"/>
                  </a:lnTo>
                  <a:lnTo>
                    <a:pt x="17073" y="12843"/>
                  </a:lnTo>
                  <a:close/>
                  <a:moveTo>
                    <a:pt x="5649" y="9091"/>
                  </a:moveTo>
                  <a:lnTo>
                    <a:pt x="5605" y="9132"/>
                  </a:lnTo>
                  <a:lnTo>
                    <a:pt x="5605" y="9174"/>
                  </a:lnTo>
                  <a:lnTo>
                    <a:pt x="5820" y="9341"/>
                  </a:lnTo>
                  <a:lnTo>
                    <a:pt x="5993" y="9466"/>
                  </a:lnTo>
                  <a:lnTo>
                    <a:pt x="6554" y="9758"/>
                  </a:lnTo>
                  <a:lnTo>
                    <a:pt x="7200" y="10049"/>
                  </a:lnTo>
                  <a:lnTo>
                    <a:pt x="7804" y="10383"/>
                  </a:lnTo>
                  <a:lnTo>
                    <a:pt x="8364" y="10801"/>
                  </a:lnTo>
                  <a:lnTo>
                    <a:pt x="8882" y="11176"/>
                  </a:lnTo>
                  <a:lnTo>
                    <a:pt x="9916" y="12093"/>
                  </a:lnTo>
                  <a:lnTo>
                    <a:pt x="10865" y="12926"/>
                  </a:lnTo>
                  <a:lnTo>
                    <a:pt x="11857" y="13761"/>
                  </a:lnTo>
                  <a:lnTo>
                    <a:pt x="12157" y="14011"/>
                  </a:lnTo>
                  <a:lnTo>
                    <a:pt x="12632" y="14386"/>
                  </a:lnTo>
                  <a:lnTo>
                    <a:pt x="12847" y="14511"/>
                  </a:lnTo>
                  <a:lnTo>
                    <a:pt x="13064" y="14595"/>
                  </a:lnTo>
                  <a:lnTo>
                    <a:pt x="13193" y="14595"/>
                  </a:lnTo>
                  <a:lnTo>
                    <a:pt x="13279" y="14553"/>
                  </a:lnTo>
                  <a:lnTo>
                    <a:pt x="13322" y="14511"/>
                  </a:lnTo>
                  <a:lnTo>
                    <a:pt x="13366" y="14428"/>
                  </a:lnTo>
                  <a:lnTo>
                    <a:pt x="13366" y="14303"/>
                  </a:lnTo>
                  <a:lnTo>
                    <a:pt x="13322" y="14178"/>
                  </a:lnTo>
                  <a:lnTo>
                    <a:pt x="13106" y="14011"/>
                  </a:lnTo>
                  <a:lnTo>
                    <a:pt x="12589" y="13636"/>
                  </a:lnTo>
                  <a:lnTo>
                    <a:pt x="12072" y="13219"/>
                  </a:lnTo>
                  <a:lnTo>
                    <a:pt x="11037" y="12343"/>
                  </a:lnTo>
                  <a:lnTo>
                    <a:pt x="10045" y="11426"/>
                  </a:lnTo>
                  <a:lnTo>
                    <a:pt x="9528" y="11009"/>
                  </a:lnTo>
                  <a:lnTo>
                    <a:pt x="9053" y="10633"/>
                  </a:lnTo>
                  <a:lnTo>
                    <a:pt x="8494" y="10258"/>
                  </a:lnTo>
                  <a:lnTo>
                    <a:pt x="7976" y="9883"/>
                  </a:lnTo>
                  <a:lnTo>
                    <a:pt x="7415" y="9591"/>
                  </a:lnTo>
                  <a:lnTo>
                    <a:pt x="6856" y="9341"/>
                  </a:lnTo>
                  <a:lnTo>
                    <a:pt x="6295" y="9132"/>
                  </a:lnTo>
                  <a:lnTo>
                    <a:pt x="6122" y="9091"/>
                  </a:lnTo>
                  <a:close/>
                  <a:moveTo>
                    <a:pt x="1121" y="14303"/>
                  </a:moveTo>
                  <a:lnTo>
                    <a:pt x="1294" y="14428"/>
                  </a:lnTo>
                  <a:lnTo>
                    <a:pt x="1251" y="14511"/>
                  </a:lnTo>
                  <a:lnTo>
                    <a:pt x="1251" y="14636"/>
                  </a:lnTo>
                  <a:lnTo>
                    <a:pt x="1294" y="14595"/>
                  </a:lnTo>
                  <a:lnTo>
                    <a:pt x="1423" y="14678"/>
                  </a:lnTo>
                  <a:lnTo>
                    <a:pt x="1466" y="14761"/>
                  </a:lnTo>
                  <a:lnTo>
                    <a:pt x="1466" y="14845"/>
                  </a:lnTo>
                  <a:lnTo>
                    <a:pt x="1509" y="15053"/>
                  </a:lnTo>
                  <a:lnTo>
                    <a:pt x="1165" y="14886"/>
                  </a:lnTo>
                  <a:lnTo>
                    <a:pt x="992" y="14845"/>
                  </a:lnTo>
                  <a:lnTo>
                    <a:pt x="819" y="14803"/>
                  </a:lnTo>
                  <a:lnTo>
                    <a:pt x="992" y="14511"/>
                  </a:lnTo>
                  <a:lnTo>
                    <a:pt x="1121" y="14303"/>
                  </a:lnTo>
                  <a:close/>
                  <a:moveTo>
                    <a:pt x="3191" y="12343"/>
                  </a:moveTo>
                  <a:lnTo>
                    <a:pt x="3104" y="12426"/>
                  </a:lnTo>
                  <a:lnTo>
                    <a:pt x="3104" y="12468"/>
                  </a:lnTo>
                  <a:lnTo>
                    <a:pt x="3277" y="12676"/>
                  </a:lnTo>
                  <a:lnTo>
                    <a:pt x="3450" y="12801"/>
                  </a:lnTo>
                  <a:lnTo>
                    <a:pt x="3881" y="13010"/>
                  </a:lnTo>
                  <a:lnTo>
                    <a:pt x="4440" y="13386"/>
                  </a:lnTo>
                  <a:lnTo>
                    <a:pt x="5001" y="13761"/>
                  </a:lnTo>
                  <a:lnTo>
                    <a:pt x="5993" y="14511"/>
                  </a:lnTo>
                  <a:lnTo>
                    <a:pt x="6510" y="14886"/>
                  </a:lnTo>
                  <a:lnTo>
                    <a:pt x="6769" y="15053"/>
                  </a:lnTo>
                  <a:lnTo>
                    <a:pt x="6898" y="15095"/>
                  </a:lnTo>
                  <a:lnTo>
                    <a:pt x="7114" y="15095"/>
                  </a:lnTo>
                  <a:lnTo>
                    <a:pt x="7200" y="15053"/>
                  </a:lnTo>
                  <a:lnTo>
                    <a:pt x="7243" y="14970"/>
                  </a:lnTo>
                  <a:lnTo>
                    <a:pt x="7200" y="14845"/>
                  </a:lnTo>
                  <a:lnTo>
                    <a:pt x="7157" y="14761"/>
                  </a:lnTo>
                  <a:lnTo>
                    <a:pt x="7071" y="14636"/>
                  </a:lnTo>
                  <a:lnTo>
                    <a:pt x="6898" y="14470"/>
                  </a:lnTo>
                  <a:lnTo>
                    <a:pt x="6467" y="14178"/>
                  </a:lnTo>
                  <a:lnTo>
                    <a:pt x="5303" y="13344"/>
                  </a:lnTo>
                  <a:lnTo>
                    <a:pt x="4742" y="12968"/>
                  </a:lnTo>
                  <a:lnTo>
                    <a:pt x="4139" y="12593"/>
                  </a:lnTo>
                  <a:lnTo>
                    <a:pt x="3923" y="12510"/>
                  </a:lnTo>
                  <a:lnTo>
                    <a:pt x="3665" y="12385"/>
                  </a:lnTo>
                  <a:lnTo>
                    <a:pt x="3450" y="12343"/>
                  </a:lnTo>
                  <a:close/>
                  <a:moveTo>
                    <a:pt x="16168" y="13928"/>
                  </a:moveTo>
                  <a:lnTo>
                    <a:pt x="16124" y="14053"/>
                  </a:lnTo>
                  <a:lnTo>
                    <a:pt x="16124" y="14678"/>
                  </a:lnTo>
                  <a:lnTo>
                    <a:pt x="16168" y="14761"/>
                  </a:lnTo>
                  <a:lnTo>
                    <a:pt x="16211" y="14803"/>
                  </a:lnTo>
                  <a:lnTo>
                    <a:pt x="16124" y="14886"/>
                  </a:lnTo>
                  <a:lnTo>
                    <a:pt x="15736" y="15387"/>
                  </a:lnTo>
                  <a:lnTo>
                    <a:pt x="15780" y="14928"/>
                  </a:lnTo>
                  <a:lnTo>
                    <a:pt x="15822" y="14678"/>
                  </a:lnTo>
                  <a:lnTo>
                    <a:pt x="15822" y="14511"/>
                  </a:lnTo>
                  <a:lnTo>
                    <a:pt x="15780" y="14386"/>
                  </a:lnTo>
                  <a:lnTo>
                    <a:pt x="16168" y="13928"/>
                  </a:lnTo>
                  <a:close/>
                  <a:moveTo>
                    <a:pt x="5174" y="9883"/>
                  </a:moveTo>
                  <a:lnTo>
                    <a:pt x="5088" y="9924"/>
                  </a:lnTo>
                  <a:lnTo>
                    <a:pt x="5001" y="10008"/>
                  </a:lnTo>
                  <a:lnTo>
                    <a:pt x="5001" y="10216"/>
                  </a:lnTo>
                  <a:lnTo>
                    <a:pt x="5044" y="10299"/>
                  </a:lnTo>
                  <a:lnTo>
                    <a:pt x="5130" y="10383"/>
                  </a:lnTo>
                  <a:lnTo>
                    <a:pt x="5303" y="10466"/>
                  </a:lnTo>
                  <a:lnTo>
                    <a:pt x="5691" y="10633"/>
                  </a:lnTo>
                  <a:lnTo>
                    <a:pt x="6036" y="10801"/>
                  </a:lnTo>
                  <a:lnTo>
                    <a:pt x="6337" y="10967"/>
                  </a:lnTo>
                  <a:lnTo>
                    <a:pt x="6898" y="11384"/>
                  </a:lnTo>
                  <a:lnTo>
                    <a:pt x="7459" y="11843"/>
                  </a:lnTo>
                  <a:lnTo>
                    <a:pt x="7976" y="12343"/>
                  </a:lnTo>
                  <a:lnTo>
                    <a:pt x="10089" y="14094"/>
                  </a:lnTo>
                  <a:lnTo>
                    <a:pt x="11167" y="14970"/>
                  </a:lnTo>
                  <a:lnTo>
                    <a:pt x="11425" y="15136"/>
                  </a:lnTo>
                  <a:lnTo>
                    <a:pt x="11684" y="15303"/>
                  </a:lnTo>
                  <a:lnTo>
                    <a:pt x="11942" y="15428"/>
                  </a:lnTo>
                  <a:lnTo>
                    <a:pt x="12072" y="15470"/>
                  </a:lnTo>
                  <a:lnTo>
                    <a:pt x="12201" y="15470"/>
                  </a:lnTo>
                  <a:lnTo>
                    <a:pt x="12287" y="15428"/>
                  </a:lnTo>
                  <a:lnTo>
                    <a:pt x="12330" y="15387"/>
                  </a:lnTo>
                  <a:lnTo>
                    <a:pt x="12374" y="15303"/>
                  </a:lnTo>
                  <a:lnTo>
                    <a:pt x="12330" y="15220"/>
                  </a:lnTo>
                  <a:lnTo>
                    <a:pt x="12244" y="15053"/>
                  </a:lnTo>
                  <a:lnTo>
                    <a:pt x="12072" y="14928"/>
                  </a:lnTo>
                  <a:lnTo>
                    <a:pt x="11727" y="14720"/>
                  </a:lnTo>
                  <a:lnTo>
                    <a:pt x="11209" y="14345"/>
                  </a:lnTo>
                  <a:lnTo>
                    <a:pt x="10735" y="13969"/>
                  </a:lnTo>
                  <a:lnTo>
                    <a:pt x="8882" y="12426"/>
                  </a:lnTo>
                  <a:lnTo>
                    <a:pt x="8019" y="11676"/>
                  </a:lnTo>
                  <a:lnTo>
                    <a:pt x="7157" y="10967"/>
                  </a:lnTo>
                  <a:lnTo>
                    <a:pt x="6683" y="10633"/>
                  </a:lnTo>
                  <a:lnTo>
                    <a:pt x="6166" y="10341"/>
                  </a:lnTo>
                  <a:lnTo>
                    <a:pt x="5605" y="10174"/>
                  </a:lnTo>
                  <a:lnTo>
                    <a:pt x="5347" y="10049"/>
                  </a:lnTo>
                  <a:lnTo>
                    <a:pt x="5260" y="9966"/>
                  </a:lnTo>
                  <a:lnTo>
                    <a:pt x="5217" y="9883"/>
                  </a:lnTo>
                  <a:close/>
                  <a:moveTo>
                    <a:pt x="1811" y="14803"/>
                  </a:moveTo>
                  <a:lnTo>
                    <a:pt x="2458" y="15220"/>
                  </a:lnTo>
                  <a:lnTo>
                    <a:pt x="2458" y="15428"/>
                  </a:lnTo>
                  <a:lnTo>
                    <a:pt x="2499" y="15630"/>
                  </a:lnTo>
                  <a:lnTo>
                    <a:pt x="1768" y="15220"/>
                  </a:lnTo>
                  <a:lnTo>
                    <a:pt x="1855" y="15178"/>
                  </a:lnTo>
                  <a:lnTo>
                    <a:pt x="1897" y="15136"/>
                  </a:lnTo>
                  <a:lnTo>
                    <a:pt x="1897" y="15011"/>
                  </a:lnTo>
                  <a:lnTo>
                    <a:pt x="1811" y="14886"/>
                  </a:lnTo>
                  <a:lnTo>
                    <a:pt x="1811" y="14803"/>
                  </a:lnTo>
                  <a:close/>
                  <a:moveTo>
                    <a:pt x="15521" y="14720"/>
                  </a:moveTo>
                  <a:lnTo>
                    <a:pt x="15478" y="14803"/>
                  </a:lnTo>
                  <a:lnTo>
                    <a:pt x="15348" y="15638"/>
                  </a:lnTo>
                  <a:lnTo>
                    <a:pt x="15348" y="15721"/>
                  </a:lnTo>
                  <a:lnTo>
                    <a:pt x="15392" y="15763"/>
                  </a:lnTo>
                  <a:lnTo>
                    <a:pt x="15176" y="16013"/>
                  </a:lnTo>
                  <a:lnTo>
                    <a:pt x="15176" y="15596"/>
                  </a:lnTo>
                  <a:lnTo>
                    <a:pt x="15132" y="15178"/>
                  </a:lnTo>
                  <a:lnTo>
                    <a:pt x="15521" y="14720"/>
                  </a:lnTo>
                  <a:close/>
                  <a:moveTo>
                    <a:pt x="2889" y="15513"/>
                  </a:moveTo>
                  <a:lnTo>
                    <a:pt x="3104" y="15679"/>
                  </a:lnTo>
                  <a:lnTo>
                    <a:pt x="3277" y="15804"/>
                  </a:lnTo>
                  <a:lnTo>
                    <a:pt x="3277" y="16013"/>
                  </a:lnTo>
                  <a:lnTo>
                    <a:pt x="3320" y="16180"/>
                  </a:lnTo>
                  <a:lnTo>
                    <a:pt x="3062" y="16013"/>
                  </a:lnTo>
                  <a:lnTo>
                    <a:pt x="2803" y="15846"/>
                  </a:lnTo>
                  <a:lnTo>
                    <a:pt x="2932" y="15846"/>
                  </a:lnTo>
                  <a:lnTo>
                    <a:pt x="3018" y="15763"/>
                  </a:lnTo>
                  <a:lnTo>
                    <a:pt x="3018" y="15638"/>
                  </a:lnTo>
                  <a:lnTo>
                    <a:pt x="2889" y="15513"/>
                  </a:lnTo>
                  <a:close/>
                  <a:moveTo>
                    <a:pt x="4225" y="11134"/>
                  </a:moveTo>
                  <a:lnTo>
                    <a:pt x="4182" y="11176"/>
                  </a:lnTo>
                  <a:lnTo>
                    <a:pt x="4139" y="11217"/>
                  </a:lnTo>
                  <a:lnTo>
                    <a:pt x="4182" y="11342"/>
                  </a:lnTo>
                  <a:lnTo>
                    <a:pt x="4225" y="11468"/>
                  </a:lnTo>
                  <a:lnTo>
                    <a:pt x="4484" y="11634"/>
                  </a:lnTo>
                  <a:lnTo>
                    <a:pt x="5476" y="12301"/>
                  </a:lnTo>
                  <a:lnTo>
                    <a:pt x="6424" y="13093"/>
                  </a:lnTo>
                  <a:lnTo>
                    <a:pt x="7329" y="13844"/>
                  </a:lnTo>
                  <a:lnTo>
                    <a:pt x="8321" y="14595"/>
                  </a:lnTo>
                  <a:lnTo>
                    <a:pt x="9312" y="15303"/>
                  </a:lnTo>
                  <a:lnTo>
                    <a:pt x="10261" y="15971"/>
                  </a:lnTo>
                  <a:lnTo>
                    <a:pt x="10735" y="16305"/>
                  </a:lnTo>
                  <a:lnTo>
                    <a:pt x="11252" y="16555"/>
                  </a:lnTo>
                  <a:lnTo>
                    <a:pt x="11382" y="16555"/>
                  </a:lnTo>
                  <a:lnTo>
                    <a:pt x="11511" y="16513"/>
                  </a:lnTo>
                  <a:lnTo>
                    <a:pt x="11598" y="16430"/>
                  </a:lnTo>
                  <a:lnTo>
                    <a:pt x="11640" y="16388"/>
                  </a:lnTo>
                  <a:lnTo>
                    <a:pt x="11640" y="16263"/>
                  </a:lnTo>
                  <a:lnTo>
                    <a:pt x="11598" y="16221"/>
                  </a:lnTo>
                  <a:lnTo>
                    <a:pt x="11511" y="16138"/>
                  </a:lnTo>
                  <a:lnTo>
                    <a:pt x="11425" y="16096"/>
                  </a:lnTo>
                  <a:lnTo>
                    <a:pt x="11167" y="15929"/>
                  </a:lnTo>
                  <a:lnTo>
                    <a:pt x="10908" y="15763"/>
                  </a:lnTo>
                  <a:lnTo>
                    <a:pt x="9743" y="15011"/>
                  </a:lnTo>
                  <a:lnTo>
                    <a:pt x="8666" y="14219"/>
                  </a:lnTo>
                  <a:lnTo>
                    <a:pt x="7631" y="13428"/>
                  </a:lnTo>
                  <a:lnTo>
                    <a:pt x="6639" y="12635"/>
                  </a:lnTo>
                  <a:lnTo>
                    <a:pt x="5605" y="11843"/>
                  </a:lnTo>
                  <a:lnTo>
                    <a:pt x="5347" y="11634"/>
                  </a:lnTo>
                  <a:lnTo>
                    <a:pt x="4872" y="11342"/>
                  </a:lnTo>
                  <a:lnTo>
                    <a:pt x="4613" y="11217"/>
                  </a:lnTo>
                  <a:lnTo>
                    <a:pt x="4398" y="11134"/>
                  </a:lnTo>
                  <a:close/>
                  <a:moveTo>
                    <a:pt x="3708" y="16054"/>
                  </a:moveTo>
                  <a:lnTo>
                    <a:pt x="4440" y="16555"/>
                  </a:lnTo>
                  <a:lnTo>
                    <a:pt x="4398" y="16763"/>
                  </a:lnTo>
                  <a:lnTo>
                    <a:pt x="4398" y="16888"/>
                  </a:lnTo>
                  <a:lnTo>
                    <a:pt x="3923" y="16555"/>
                  </a:lnTo>
                  <a:lnTo>
                    <a:pt x="3923" y="16471"/>
                  </a:lnTo>
                  <a:lnTo>
                    <a:pt x="3881" y="16388"/>
                  </a:lnTo>
                  <a:lnTo>
                    <a:pt x="3752" y="16221"/>
                  </a:lnTo>
                  <a:lnTo>
                    <a:pt x="3708" y="16054"/>
                  </a:lnTo>
                  <a:close/>
                  <a:moveTo>
                    <a:pt x="14917" y="15387"/>
                  </a:moveTo>
                  <a:lnTo>
                    <a:pt x="14831" y="15888"/>
                  </a:lnTo>
                  <a:lnTo>
                    <a:pt x="14788" y="16388"/>
                  </a:lnTo>
                  <a:lnTo>
                    <a:pt x="14788" y="16471"/>
                  </a:lnTo>
                  <a:lnTo>
                    <a:pt x="14271" y="17097"/>
                  </a:lnTo>
                  <a:lnTo>
                    <a:pt x="14271" y="16555"/>
                  </a:lnTo>
                  <a:lnTo>
                    <a:pt x="14227" y="16221"/>
                  </a:lnTo>
                  <a:lnTo>
                    <a:pt x="14917" y="15387"/>
                  </a:lnTo>
                  <a:close/>
                  <a:moveTo>
                    <a:pt x="4742" y="16763"/>
                  </a:moveTo>
                  <a:lnTo>
                    <a:pt x="5174" y="17055"/>
                  </a:lnTo>
                  <a:lnTo>
                    <a:pt x="5174" y="17222"/>
                  </a:lnTo>
                  <a:lnTo>
                    <a:pt x="5217" y="17305"/>
                  </a:lnTo>
                  <a:lnTo>
                    <a:pt x="5347" y="17472"/>
                  </a:lnTo>
                  <a:lnTo>
                    <a:pt x="5476" y="17680"/>
                  </a:lnTo>
                  <a:lnTo>
                    <a:pt x="5001" y="17305"/>
                  </a:lnTo>
                  <a:lnTo>
                    <a:pt x="5001" y="17222"/>
                  </a:lnTo>
                  <a:lnTo>
                    <a:pt x="4959" y="17138"/>
                  </a:lnTo>
                  <a:lnTo>
                    <a:pt x="4829" y="17013"/>
                  </a:lnTo>
                  <a:lnTo>
                    <a:pt x="4742" y="16888"/>
                  </a:lnTo>
                  <a:lnTo>
                    <a:pt x="4742" y="16763"/>
                  </a:lnTo>
                  <a:close/>
                  <a:moveTo>
                    <a:pt x="14012" y="16471"/>
                  </a:moveTo>
                  <a:lnTo>
                    <a:pt x="13969" y="16888"/>
                  </a:lnTo>
                  <a:lnTo>
                    <a:pt x="13925" y="17180"/>
                  </a:lnTo>
                  <a:lnTo>
                    <a:pt x="13925" y="17472"/>
                  </a:lnTo>
                  <a:lnTo>
                    <a:pt x="13581" y="17847"/>
                  </a:lnTo>
                  <a:lnTo>
                    <a:pt x="13624" y="17597"/>
                  </a:lnTo>
                  <a:lnTo>
                    <a:pt x="13581" y="17305"/>
                  </a:lnTo>
                  <a:lnTo>
                    <a:pt x="13581" y="17222"/>
                  </a:lnTo>
                  <a:lnTo>
                    <a:pt x="13495" y="17180"/>
                  </a:lnTo>
                  <a:lnTo>
                    <a:pt x="13452" y="17180"/>
                  </a:lnTo>
                  <a:lnTo>
                    <a:pt x="14012" y="16471"/>
                  </a:lnTo>
                  <a:close/>
                  <a:moveTo>
                    <a:pt x="5605" y="17305"/>
                  </a:moveTo>
                  <a:lnTo>
                    <a:pt x="5907" y="17513"/>
                  </a:lnTo>
                  <a:lnTo>
                    <a:pt x="6554" y="17973"/>
                  </a:lnTo>
                  <a:lnTo>
                    <a:pt x="6554" y="18515"/>
                  </a:lnTo>
                  <a:lnTo>
                    <a:pt x="5778" y="17930"/>
                  </a:lnTo>
                  <a:lnTo>
                    <a:pt x="5820" y="17805"/>
                  </a:lnTo>
                  <a:lnTo>
                    <a:pt x="5820" y="17680"/>
                  </a:lnTo>
                  <a:lnTo>
                    <a:pt x="5778" y="17597"/>
                  </a:lnTo>
                  <a:lnTo>
                    <a:pt x="5734" y="17472"/>
                  </a:lnTo>
                  <a:lnTo>
                    <a:pt x="5605" y="17305"/>
                  </a:lnTo>
                  <a:close/>
                  <a:moveTo>
                    <a:pt x="6856" y="18181"/>
                  </a:moveTo>
                  <a:lnTo>
                    <a:pt x="7588" y="18765"/>
                  </a:lnTo>
                  <a:lnTo>
                    <a:pt x="7546" y="18848"/>
                  </a:lnTo>
                  <a:lnTo>
                    <a:pt x="7502" y="18973"/>
                  </a:lnTo>
                  <a:lnTo>
                    <a:pt x="7459" y="19182"/>
                  </a:lnTo>
                  <a:lnTo>
                    <a:pt x="6898" y="18765"/>
                  </a:lnTo>
                  <a:lnTo>
                    <a:pt x="6898" y="18348"/>
                  </a:lnTo>
                  <a:lnTo>
                    <a:pt x="6856" y="18181"/>
                  </a:lnTo>
                  <a:close/>
                  <a:moveTo>
                    <a:pt x="13279" y="17347"/>
                  </a:moveTo>
                  <a:lnTo>
                    <a:pt x="13279" y="17555"/>
                  </a:lnTo>
                  <a:lnTo>
                    <a:pt x="13193" y="18140"/>
                  </a:lnTo>
                  <a:lnTo>
                    <a:pt x="13193" y="18223"/>
                  </a:lnTo>
                  <a:lnTo>
                    <a:pt x="13235" y="18265"/>
                  </a:lnTo>
                  <a:lnTo>
                    <a:pt x="11857" y="19765"/>
                  </a:lnTo>
                  <a:lnTo>
                    <a:pt x="11857" y="19307"/>
                  </a:lnTo>
                  <a:lnTo>
                    <a:pt x="12115" y="18931"/>
                  </a:lnTo>
                  <a:lnTo>
                    <a:pt x="12718" y="18098"/>
                  </a:lnTo>
                  <a:lnTo>
                    <a:pt x="12676" y="18265"/>
                  </a:lnTo>
                  <a:lnTo>
                    <a:pt x="12589" y="18515"/>
                  </a:lnTo>
                  <a:lnTo>
                    <a:pt x="12589" y="18765"/>
                  </a:lnTo>
                  <a:lnTo>
                    <a:pt x="12632" y="18806"/>
                  </a:lnTo>
                  <a:lnTo>
                    <a:pt x="12676" y="18806"/>
                  </a:lnTo>
                  <a:lnTo>
                    <a:pt x="12805" y="18723"/>
                  </a:lnTo>
                  <a:lnTo>
                    <a:pt x="12891" y="18598"/>
                  </a:lnTo>
                  <a:lnTo>
                    <a:pt x="12934" y="18306"/>
                  </a:lnTo>
                  <a:lnTo>
                    <a:pt x="12934" y="17805"/>
                  </a:lnTo>
                  <a:lnTo>
                    <a:pt x="13193" y="17472"/>
                  </a:lnTo>
                  <a:lnTo>
                    <a:pt x="13279" y="17347"/>
                  </a:lnTo>
                  <a:close/>
                  <a:moveTo>
                    <a:pt x="7717" y="18848"/>
                  </a:moveTo>
                  <a:lnTo>
                    <a:pt x="8234" y="19348"/>
                  </a:lnTo>
                  <a:lnTo>
                    <a:pt x="8234" y="19848"/>
                  </a:lnTo>
                  <a:lnTo>
                    <a:pt x="8105" y="19723"/>
                  </a:lnTo>
                  <a:lnTo>
                    <a:pt x="7804" y="19473"/>
                  </a:lnTo>
                  <a:lnTo>
                    <a:pt x="7804" y="19348"/>
                  </a:lnTo>
                  <a:lnTo>
                    <a:pt x="7761" y="19098"/>
                  </a:lnTo>
                  <a:lnTo>
                    <a:pt x="7717" y="18848"/>
                  </a:lnTo>
                  <a:close/>
                  <a:moveTo>
                    <a:pt x="11123" y="459"/>
                  </a:moveTo>
                  <a:lnTo>
                    <a:pt x="11382" y="500"/>
                  </a:lnTo>
                  <a:lnTo>
                    <a:pt x="11598" y="542"/>
                  </a:lnTo>
                  <a:lnTo>
                    <a:pt x="11813" y="667"/>
                  </a:lnTo>
                  <a:lnTo>
                    <a:pt x="12244" y="959"/>
                  </a:lnTo>
                  <a:lnTo>
                    <a:pt x="12589" y="1210"/>
                  </a:lnTo>
                  <a:lnTo>
                    <a:pt x="14788" y="2752"/>
                  </a:lnTo>
                  <a:lnTo>
                    <a:pt x="17029" y="4337"/>
                  </a:lnTo>
                  <a:lnTo>
                    <a:pt x="18150" y="5129"/>
                  </a:lnTo>
                  <a:lnTo>
                    <a:pt x="18452" y="5379"/>
                  </a:lnTo>
                  <a:lnTo>
                    <a:pt x="18625" y="5462"/>
                  </a:lnTo>
                  <a:lnTo>
                    <a:pt x="18797" y="5546"/>
                  </a:lnTo>
                  <a:lnTo>
                    <a:pt x="18323" y="6089"/>
                  </a:lnTo>
                  <a:lnTo>
                    <a:pt x="17892" y="6672"/>
                  </a:lnTo>
                  <a:lnTo>
                    <a:pt x="17677" y="6922"/>
                  </a:lnTo>
                  <a:lnTo>
                    <a:pt x="17461" y="7256"/>
                  </a:lnTo>
                  <a:lnTo>
                    <a:pt x="17375" y="7422"/>
                  </a:lnTo>
                  <a:lnTo>
                    <a:pt x="17331" y="7547"/>
                  </a:lnTo>
                  <a:lnTo>
                    <a:pt x="17331" y="7714"/>
                  </a:lnTo>
                  <a:lnTo>
                    <a:pt x="17461" y="7839"/>
                  </a:lnTo>
                  <a:lnTo>
                    <a:pt x="17590" y="7964"/>
                  </a:lnTo>
                  <a:lnTo>
                    <a:pt x="17719" y="8048"/>
                  </a:lnTo>
                  <a:lnTo>
                    <a:pt x="18065" y="8173"/>
                  </a:lnTo>
                  <a:lnTo>
                    <a:pt x="18755" y="8299"/>
                  </a:lnTo>
                  <a:lnTo>
                    <a:pt x="19660" y="8464"/>
                  </a:lnTo>
                  <a:lnTo>
                    <a:pt x="20005" y="8549"/>
                  </a:lnTo>
                  <a:lnTo>
                    <a:pt x="19962" y="8632"/>
                  </a:lnTo>
                  <a:lnTo>
                    <a:pt x="19357" y="9257"/>
                  </a:lnTo>
                  <a:lnTo>
                    <a:pt x="18797" y="9924"/>
                  </a:lnTo>
                  <a:lnTo>
                    <a:pt x="17677" y="11259"/>
                  </a:lnTo>
                  <a:lnTo>
                    <a:pt x="15176" y="14219"/>
                  </a:lnTo>
                  <a:lnTo>
                    <a:pt x="13925" y="15679"/>
                  </a:lnTo>
                  <a:lnTo>
                    <a:pt x="12718" y="17180"/>
                  </a:lnTo>
                  <a:lnTo>
                    <a:pt x="12157" y="17888"/>
                  </a:lnTo>
                  <a:lnTo>
                    <a:pt x="11640" y="18640"/>
                  </a:lnTo>
                  <a:lnTo>
                    <a:pt x="11123" y="19390"/>
                  </a:lnTo>
                  <a:lnTo>
                    <a:pt x="10950" y="19640"/>
                  </a:lnTo>
                  <a:lnTo>
                    <a:pt x="10821" y="19890"/>
                  </a:lnTo>
                  <a:lnTo>
                    <a:pt x="10563" y="19765"/>
                  </a:lnTo>
                  <a:lnTo>
                    <a:pt x="10304" y="19723"/>
                  </a:lnTo>
                  <a:lnTo>
                    <a:pt x="9743" y="19557"/>
                  </a:lnTo>
                  <a:lnTo>
                    <a:pt x="9399" y="19432"/>
                  </a:lnTo>
                  <a:lnTo>
                    <a:pt x="9097" y="19223"/>
                  </a:lnTo>
                  <a:lnTo>
                    <a:pt x="8795" y="19015"/>
                  </a:lnTo>
                  <a:lnTo>
                    <a:pt x="8494" y="18765"/>
                  </a:lnTo>
                  <a:lnTo>
                    <a:pt x="7933" y="18265"/>
                  </a:lnTo>
                  <a:lnTo>
                    <a:pt x="7373" y="17805"/>
                  </a:lnTo>
                  <a:lnTo>
                    <a:pt x="6726" y="17388"/>
                  </a:lnTo>
                  <a:lnTo>
                    <a:pt x="6122" y="16971"/>
                  </a:lnTo>
                  <a:lnTo>
                    <a:pt x="3579" y="15303"/>
                  </a:lnTo>
                  <a:lnTo>
                    <a:pt x="2243" y="14345"/>
                  </a:lnTo>
                  <a:lnTo>
                    <a:pt x="1553" y="13886"/>
                  </a:lnTo>
                  <a:lnTo>
                    <a:pt x="819" y="13469"/>
                  </a:lnTo>
                  <a:lnTo>
                    <a:pt x="733" y="13428"/>
                  </a:lnTo>
                  <a:lnTo>
                    <a:pt x="1897" y="11801"/>
                  </a:lnTo>
                  <a:lnTo>
                    <a:pt x="3104" y="10174"/>
                  </a:lnTo>
                  <a:lnTo>
                    <a:pt x="4311" y="8590"/>
                  </a:lnTo>
                  <a:lnTo>
                    <a:pt x="5562" y="7006"/>
                  </a:lnTo>
                  <a:lnTo>
                    <a:pt x="8192" y="3795"/>
                  </a:lnTo>
                  <a:lnTo>
                    <a:pt x="9572" y="2210"/>
                  </a:lnTo>
                  <a:lnTo>
                    <a:pt x="10261" y="1460"/>
                  </a:lnTo>
                  <a:lnTo>
                    <a:pt x="10865" y="625"/>
                  </a:lnTo>
                  <a:lnTo>
                    <a:pt x="10908" y="542"/>
                  </a:lnTo>
                  <a:lnTo>
                    <a:pt x="10908" y="459"/>
                  </a:lnTo>
                  <a:close/>
                  <a:moveTo>
                    <a:pt x="8494" y="19557"/>
                  </a:moveTo>
                  <a:lnTo>
                    <a:pt x="9011" y="19848"/>
                  </a:lnTo>
                  <a:lnTo>
                    <a:pt x="9528" y="20099"/>
                  </a:lnTo>
                  <a:lnTo>
                    <a:pt x="9485" y="20390"/>
                  </a:lnTo>
                  <a:lnTo>
                    <a:pt x="9528" y="20683"/>
                  </a:lnTo>
                  <a:lnTo>
                    <a:pt x="9226" y="20558"/>
                  </a:lnTo>
                  <a:lnTo>
                    <a:pt x="8753" y="20224"/>
                  </a:lnTo>
                  <a:lnTo>
                    <a:pt x="8709" y="20057"/>
                  </a:lnTo>
                  <a:lnTo>
                    <a:pt x="8623" y="19890"/>
                  </a:lnTo>
                  <a:lnTo>
                    <a:pt x="8494" y="19557"/>
                  </a:lnTo>
                  <a:close/>
                  <a:moveTo>
                    <a:pt x="11555" y="19848"/>
                  </a:moveTo>
                  <a:lnTo>
                    <a:pt x="11598" y="19932"/>
                  </a:lnTo>
                  <a:lnTo>
                    <a:pt x="11640" y="19974"/>
                  </a:lnTo>
                  <a:lnTo>
                    <a:pt x="11123" y="20558"/>
                  </a:lnTo>
                  <a:lnTo>
                    <a:pt x="10821" y="20850"/>
                  </a:lnTo>
                  <a:lnTo>
                    <a:pt x="10779" y="20725"/>
                  </a:lnTo>
                  <a:lnTo>
                    <a:pt x="10735" y="20600"/>
                  </a:lnTo>
                  <a:lnTo>
                    <a:pt x="10735" y="20433"/>
                  </a:lnTo>
                  <a:lnTo>
                    <a:pt x="10950" y="20433"/>
                  </a:lnTo>
                  <a:lnTo>
                    <a:pt x="10950" y="20390"/>
                  </a:lnTo>
                  <a:lnTo>
                    <a:pt x="11037" y="20390"/>
                  </a:lnTo>
                  <a:lnTo>
                    <a:pt x="11123" y="20350"/>
                  </a:lnTo>
                  <a:lnTo>
                    <a:pt x="11252" y="20265"/>
                  </a:lnTo>
                  <a:lnTo>
                    <a:pt x="11338" y="20099"/>
                  </a:lnTo>
                  <a:lnTo>
                    <a:pt x="11511" y="19848"/>
                  </a:lnTo>
                  <a:close/>
                  <a:moveTo>
                    <a:pt x="11123" y="0"/>
                  </a:moveTo>
                  <a:lnTo>
                    <a:pt x="10908" y="42"/>
                  </a:lnTo>
                  <a:lnTo>
                    <a:pt x="10735" y="125"/>
                  </a:lnTo>
                  <a:lnTo>
                    <a:pt x="10606" y="167"/>
                  </a:lnTo>
                  <a:lnTo>
                    <a:pt x="10520" y="292"/>
                  </a:lnTo>
                  <a:lnTo>
                    <a:pt x="10477" y="334"/>
                  </a:lnTo>
                  <a:lnTo>
                    <a:pt x="10477" y="375"/>
                  </a:lnTo>
                  <a:lnTo>
                    <a:pt x="9787" y="1084"/>
                  </a:lnTo>
                  <a:lnTo>
                    <a:pt x="9097" y="1835"/>
                  </a:lnTo>
                  <a:lnTo>
                    <a:pt x="7804" y="3377"/>
                  </a:lnTo>
                  <a:lnTo>
                    <a:pt x="6467" y="4962"/>
                  </a:lnTo>
                  <a:lnTo>
                    <a:pt x="5174" y="6547"/>
                  </a:lnTo>
                  <a:lnTo>
                    <a:pt x="2845" y="9549"/>
                  </a:lnTo>
                  <a:lnTo>
                    <a:pt x="561" y="12551"/>
                  </a:lnTo>
                  <a:lnTo>
                    <a:pt x="388" y="12801"/>
                  </a:lnTo>
                  <a:lnTo>
                    <a:pt x="43" y="13301"/>
                  </a:lnTo>
                  <a:lnTo>
                    <a:pt x="0" y="13386"/>
                  </a:lnTo>
                  <a:lnTo>
                    <a:pt x="0" y="13511"/>
                  </a:lnTo>
                  <a:lnTo>
                    <a:pt x="43" y="13594"/>
                  </a:lnTo>
                  <a:lnTo>
                    <a:pt x="87" y="13678"/>
                  </a:lnTo>
                  <a:lnTo>
                    <a:pt x="173" y="13719"/>
                  </a:lnTo>
                  <a:lnTo>
                    <a:pt x="259" y="13761"/>
                  </a:lnTo>
                  <a:lnTo>
                    <a:pt x="346" y="13761"/>
                  </a:lnTo>
                  <a:lnTo>
                    <a:pt x="475" y="13719"/>
                  </a:lnTo>
                  <a:lnTo>
                    <a:pt x="517" y="13803"/>
                  </a:lnTo>
                  <a:lnTo>
                    <a:pt x="819" y="14094"/>
                  </a:lnTo>
                  <a:lnTo>
                    <a:pt x="690" y="14219"/>
                  </a:lnTo>
                  <a:lnTo>
                    <a:pt x="604" y="14386"/>
                  </a:lnTo>
                  <a:lnTo>
                    <a:pt x="517" y="14553"/>
                  </a:lnTo>
                  <a:lnTo>
                    <a:pt x="475" y="14720"/>
                  </a:lnTo>
                  <a:lnTo>
                    <a:pt x="475" y="14803"/>
                  </a:lnTo>
                  <a:lnTo>
                    <a:pt x="517" y="14845"/>
                  </a:lnTo>
                  <a:lnTo>
                    <a:pt x="604" y="14886"/>
                  </a:lnTo>
                  <a:lnTo>
                    <a:pt x="646" y="14886"/>
                  </a:lnTo>
                  <a:lnTo>
                    <a:pt x="733" y="15011"/>
                  </a:lnTo>
                  <a:lnTo>
                    <a:pt x="819" y="15136"/>
                  </a:lnTo>
                  <a:lnTo>
                    <a:pt x="1035" y="15303"/>
                  </a:lnTo>
                  <a:lnTo>
                    <a:pt x="1509" y="15596"/>
                  </a:lnTo>
                  <a:lnTo>
                    <a:pt x="2803" y="16388"/>
                  </a:lnTo>
                  <a:lnTo>
                    <a:pt x="4182" y="17305"/>
                  </a:lnTo>
                  <a:lnTo>
                    <a:pt x="5476" y="18306"/>
                  </a:lnTo>
                  <a:lnTo>
                    <a:pt x="7546" y="19932"/>
                  </a:lnTo>
                  <a:lnTo>
                    <a:pt x="7546" y="19974"/>
                  </a:lnTo>
                  <a:lnTo>
                    <a:pt x="7631" y="20057"/>
                  </a:lnTo>
                  <a:lnTo>
                    <a:pt x="7717" y="20057"/>
                  </a:lnTo>
                  <a:lnTo>
                    <a:pt x="8019" y="20307"/>
                  </a:lnTo>
                  <a:lnTo>
                    <a:pt x="8580" y="20725"/>
                  </a:lnTo>
                  <a:lnTo>
                    <a:pt x="9140" y="21100"/>
                  </a:lnTo>
                  <a:lnTo>
                    <a:pt x="9443" y="21225"/>
                  </a:lnTo>
                  <a:lnTo>
                    <a:pt x="9701" y="21350"/>
                  </a:lnTo>
                  <a:lnTo>
                    <a:pt x="10002" y="21433"/>
                  </a:lnTo>
                  <a:lnTo>
                    <a:pt x="10131" y="21433"/>
                  </a:lnTo>
                  <a:lnTo>
                    <a:pt x="10304" y="21392"/>
                  </a:lnTo>
                  <a:lnTo>
                    <a:pt x="10348" y="21308"/>
                  </a:lnTo>
                  <a:lnTo>
                    <a:pt x="10390" y="21267"/>
                  </a:lnTo>
                  <a:lnTo>
                    <a:pt x="10390" y="21183"/>
                  </a:lnTo>
                  <a:lnTo>
                    <a:pt x="10348" y="21100"/>
                  </a:lnTo>
                  <a:lnTo>
                    <a:pt x="10261" y="21017"/>
                  </a:lnTo>
                  <a:lnTo>
                    <a:pt x="10131" y="20933"/>
                  </a:lnTo>
                  <a:lnTo>
                    <a:pt x="9916" y="20850"/>
                  </a:lnTo>
                  <a:lnTo>
                    <a:pt x="9873" y="20850"/>
                  </a:lnTo>
                  <a:lnTo>
                    <a:pt x="9873" y="20433"/>
                  </a:lnTo>
                  <a:lnTo>
                    <a:pt x="9830" y="20224"/>
                  </a:lnTo>
                  <a:lnTo>
                    <a:pt x="10131" y="20307"/>
                  </a:lnTo>
                  <a:lnTo>
                    <a:pt x="10520" y="20390"/>
                  </a:lnTo>
                  <a:lnTo>
                    <a:pt x="10433" y="20600"/>
                  </a:lnTo>
                  <a:lnTo>
                    <a:pt x="10433" y="20766"/>
                  </a:lnTo>
                  <a:lnTo>
                    <a:pt x="10477" y="20975"/>
                  </a:lnTo>
                  <a:lnTo>
                    <a:pt x="10563" y="21142"/>
                  </a:lnTo>
                  <a:lnTo>
                    <a:pt x="10433" y="21350"/>
                  </a:lnTo>
                  <a:lnTo>
                    <a:pt x="10433" y="21433"/>
                  </a:lnTo>
                  <a:lnTo>
                    <a:pt x="10477" y="21558"/>
                  </a:lnTo>
                  <a:lnTo>
                    <a:pt x="10606" y="21600"/>
                  </a:lnTo>
                  <a:lnTo>
                    <a:pt x="10692" y="21558"/>
                  </a:lnTo>
                  <a:lnTo>
                    <a:pt x="10908" y="21433"/>
                  </a:lnTo>
                  <a:lnTo>
                    <a:pt x="11080" y="21267"/>
                  </a:lnTo>
                  <a:lnTo>
                    <a:pt x="11425" y="20933"/>
                  </a:lnTo>
                  <a:lnTo>
                    <a:pt x="12157" y="20140"/>
                  </a:lnTo>
                  <a:lnTo>
                    <a:pt x="13581" y="18640"/>
                  </a:lnTo>
                  <a:lnTo>
                    <a:pt x="15046" y="16971"/>
                  </a:lnTo>
                  <a:lnTo>
                    <a:pt x="16470" y="15303"/>
                  </a:lnTo>
                  <a:lnTo>
                    <a:pt x="17806" y="13594"/>
                  </a:lnTo>
                  <a:lnTo>
                    <a:pt x="19057" y="11884"/>
                  </a:lnTo>
                  <a:lnTo>
                    <a:pt x="20349" y="10174"/>
                  </a:lnTo>
                  <a:lnTo>
                    <a:pt x="20910" y="9382"/>
                  </a:lnTo>
                  <a:lnTo>
                    <a:pt x="21169" y="8966"/>
                  </a:lnTo>
                  <a:lnTo>
                    <a:pt x="21427" y="8507"/>
                  </a:lnTo>
                  <a:lnTo>
                    <a:pt x="21513" y="8507"/>
                  </a:lnTo>
                  <a:lnTo>
                    <a:pt x="21557" y="8464"/>
                  </a:lnTo>
                  <a:lnTo>
                    <a:pt x="21600" y="8381"/>
                  </a:lnTo>
                  <a:lnTo>
                    <a:pt x="21600" y="8299"/>
                  </a:lnTo>
                  <a:lnTo>
                    <a:pt x="21471" y="8048"/>
                  </a:lnTo>
                  <a:lnTo>
                    <a:pt x="21341" y="7798"/>
                  </a:lnTo>
                  <a:lnTo>
                    <a:pt x="20954" y="7381"/>
                  </a:lnTo>
                  <a:lnTo>
                    <a:pt x="20737" y="7214"/>
                  </a:lnTo>
                  <a:lnTo>
                    <a:pt x="20479" y="7047"/>
                  </a:lnTo>
                  <a:lnTo>
                    <a:pt x="20306" y="6964"/>
                  </a:lnTo>
                  <a:lnTo>
                    <a:pt x="20134" y="6922"/>
                  </a:lnTo>
                  <a:lnTo>
                    <a:pt x="19875" y="6339"/>
                  </a:lnTo>
                  <a:lnTo>
                    <a:pt x="19789" y="6047"/>
                  </a:lnTo>
                  <a:lnTo>
                    <a:pt x="19745" y="5754"/>
                  </a:lnTo>
                  <a:lnTo>
                    <a:pt x="19745" y="5587"/>
                  </a:lnTo>
                  <a:lnTo>
                    <a:pt x="19660" y="5421"/>
                  </a:lnTo>
                  <a:lnTo>
                    <a:pt x="19574" y="5337"/>
                  </a:lnTo>
                  <a:lnTo>
                    <a:pt x="19357" y="5337"/>
                  </a:lnTo>
                  <a:lnTo>
                    <a:pt x="19272" y="5379"/>
                  </a:lnTo>
                  <a:lnTo>
                    <a:pt x="19228" y="5421"/>
                  </a:lnTo>
                  <a:lnTo>
                    <a:pt x="19272" y="5504"/>
                  </a:lnTo>
                  <a:lnTo>
                    <a:pt x="19315" y="5546"/>
                  </a:lnTo>
                  <a:lnTo>
                    <a:pt x="19315" y="6089"/>
                  </a:lnTo>
                  <a:lnTo>
                    <a:pt x="19357" y="6297"/>
                  </a:lnTo>
                  <a:lnTo>
                    <a:pt x="19444" y="6547"/>
                  </a:lnTo>
                  <a:lnTo>
                    <a:pt x="19616" y="6964"/>
                  </a:lnTo>
                  <a:lnTo>
                    <a:pt x="19962" y="7964"/>
                  </a:lnTo>
                  <a:lnTo>
                    <a:pt x="20005" y="8048"/>
                  </a:lnTo>
                  <a:lnTo>
                    <a:pt x="19444" y="7923"/>
                  </a:lnTo>
                  <a:lnTo>
                    <a:pt x="18711" y="7798"/>
                  </a:lnTo>
                  <a:lnTo>
                    <a:pt x="17978" y="7631"/>
                  </a:lnTo>
                  <a:lnTo>
                    <a:pt x="17848" y="7547"/>
                  </a:lnTo>
                  <a:lnTo>
                    <a:pt x="17892" y="7506"/>
                  </a:lnTo>
                  <a:lnTo>
                    <a:pt x="18021" y="7297"/>
                  </a:lnTo>
                  <a:lnTo>
                    <a:pt x="18452" y="6714"/>
                  </a:lnTo>
                  <a:lnTo>
                    <a:pt x="18840" y="6130"/>
                  </a:lnTo>
                  <a:lnTo>
                    <a:pt x="19142" y="5587"/>
                  </a:lnTo>
                  <a:lnTo>
                    <a:pt x="19228" y="5504"/>
                  </a:lnTo>
                  <a:lnTo>
                    <a:pt x="19228" y="5379"/>
                  </a:lnTo>
                  <a:lnTo>
                    <a:pt x="19186" y="5254"/>
                  </a:lnTo>
                  <a:lnTo>
                    <a:pt x="19099" y="5129"/>
                  </a:lnTo>
                  <a:lnTo>
                    <a:pt x="18884" y="4921"/>
                  </a:lnTo>
                  <a:lnTo>
                    <a:pt x="18323" y="4587"/>
                  </a:lnTo>
                  <a:lnTo>
                    <a:pt x="17073" y="3712"/>
                  </a:lnTo>
                  <a:lnTo>
                    <a:pt x="14615" y="1960"/>
                  </a:lnTo>
                  <a:lnTo>
                    <a:pt x="13452" y="1167"/>
                  </a:lnTo>
                  <a:lnTo>
                    <a:pt x="12287" y="375"/>
                  </a:lnTo>
                  <a:lnTo>
                    <a:pt x="11899" y="167"/>
                  </a:lnTo>
                  <a:lnTo>
                    <a:pt x="11511" y="42"/>
                  </a:lnTo>
                  <a:lnTo>
                    <a:pt x="11296"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353" name="Google Shape;409;p8"/>
            <p:cNvSpPr/>
            <p:nvPr/>
          </p:nvSpPr>
          <p:spPr>
            <a:xfrm>
              <a:off x="1100105" y="929060"/>
              <a:ext cx="588227" cy="46694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826" y="3478"/>
                  </a:moveTo>
                  <a:lnTo>
                    <a:pt x="13094" y="3535"/>
                  </a:lnTo>
                  <a:lnTo>
                    <a:pt x="13584" y="3703"/>
                  </a:lnTo>
                  <a:lnTo>
                    <a:pt x="14028" y="3983"/>
                  </a:lnTo>
                  <a:lnTo>
                    <a:pt x="13895" y="3983"/>
                  </a:lnTo>
                  <a:lnTo>
                    <a:pt x="12915" y="4433"/>
                  </a:lnTo>
                  <a:lnTo>
                    <a:pt x="11980" y="4881"/>
                  </a:lnTo>
                  <a:lnTo>
                    <a:pt x="11224" y="5274"/>
                  </a:lnTo>
                  <a:lnTo>
                    <a:pt x="10421" y="5667"/>
                  </a:lnTo>
                  <a:lnTo>
                    <a:pt x="9665" y="6172"/>
                  </a:lnTo>
                  <a:lnTo>
                    <a:pt x="9308" y="6452"/>
                  </a:lnTo>
                  <a:lnTo>
                    <a:pt x="8996" y="6788"/>
                  </a:lnTo>
                  <a:lnTo>
                    <a:pt x="9264" y="6228"/>
                  </a:lnTo>
                  <a:lnTo>
                    <a:pt x="9575" y="5723"/>
                  </a:lnTo>
                  <a:lnTo>
                    <a:pt x="9887" y="5217"/>
                  </a:lnTo>
                  <a:lnTo>
                    <a:pt x="10244" y="4826"/>
                  </a:lnTo>
                  <a:lnTo>
                    <a:pt x="10645" y="4433"/>
                  </a:lnTo>
                  <a:lnTo>
                    <a:pt x="11045" y="4096"/>
                  </a:lnTo>
                  <a:lnTo>
                    <a:pt x="11535" y="3815"/>
                  </a:lnTo>
                  <a:lnTo>
                    <a:pt x="12025" y="3591"/>
                  </a:lnTo>
                  <a:lnTo>
                    <a:pt x="12292" y="3535"/>
                  </a:lnTo>
                  <a:lnTo>
                    <a:pt x="12559" y="3478"/>
                  </a:lnTo>
                  <a:close/>
                  <a:moveTo>
                    <a:pt x="1559" y="3255"/>
                  </a:moveTo>
                  <a:lnTo>
                    <a:pt x="1514" y="3310"/>
                  </a:lnTo>
                  <a:lnTo>
                    <a:pt x="1336" y="3478"/>
                  </a:lnTo>
                  <a:lnTo>
                    <a:pt x="1202" y="3703"/>
                  </a:lnTo>
                  <a:lnTo>
                    <a:pt x="980" y="4151"/>
                  </a:lnTo>
                  <a:lnTo>
                    <a:pt x="713" y="3983"/>
                  </a:lnTo>
                  <a:lnTo>
                    <a:pt x="534" y="3703"/>
                  </a:lnTo>
                  <a:lnTo>
                    <a:pt x="312" y="3423"/>
                  </a:lnTo>
                  <a:lnTo>
                    <a:pt x="222" y="3366"/>
                  </a:lnTo>
                  <a:lnTo>
                    <a:pt x="134" y="3366"/>
                  </a:lnTo>
                  <a:lnTo>
                    <a:pt x="44" y="3423"/>
                  </a:lnTo>
                  <a:lnTo>
                    <a:pt x="0" y="3535"/>
                  </a:lnTo>
                  <a:lnTo>
                    <a:pt x="0" y="3815"/>
                  </a:lnTo>
                  <a:lnTo>
                    <a:pt x="89" y="4039"/>
                  </a:lnTo>
                  <a:lnTo>
                    <a:pt x="177" y="4264"/>
                  </a:lnTo>
                  <a:lnTo>
                    <a:pt x="312" y="4489"/>
                  </a:lnTo>
                  <a:lnTo>
                    <a:pt x="489" y="4657"/>
                  </a:lnTo>
                  <a:lnTo>
                    <a:pt x="713" y="4769"/>
                  </a:lnTo>
                  <a:lnTo>
                    <a:pt x="356" y="5667"/>
                  </a:lnTo>
                  <a:lnTo>
                    <a:pt x="89" y="6565"/>
                  </a:lnTo>
                  <a:lnTo>
                    <a:pt x="89" y="6845"/>
                  </a:lnTo>
                  <a:lnTo>
                    <a:pt x="177" y="6956"/>
                  </a:lnTo>
                  <a:lnTo>
                    <a:pt x="267" y="7013"/>
                  </a:lnTo>
                  <a:lnTo>
                    <a:pt x="356" y="7069"/>
                  </a:lnTo>
                  <a:lnTo>
                    <a:pt x="446" y="7013"/>
                  </a:lnTo>
                  <a:lnTo>
                    <a:pt x="534" y="6956"/>
                  </a:lnTo>
                  <a:lnTo>
                    <a:pt x="623" y="6845"/>
                  </a:lnTo>
                  <a:lnTo>
                    <a:pt x="1202" y="5106"/>
                  </a:lnTo>
                  <a:lnTo>
                    <a:pt x="1514" y="4264"/>
                  </a:lnTo>
                  <a:lnTo>
                    <a:pt x="1603" y="3815"/>
                  </a:lnTo>
                  <a:lnTo>
                    <a:pt x="1693" y="3366"/>
                  </a:lnTo>
                  <a:lnTo>
                    <a:pt x="1648" y="3310"/>
                  </a:lnTo>
                  <a:lnTo>
                    <a:pt x="1603" y="3255"/>
                  </a:lnTo>
                  <a:close/>
                  <a:moveTo>
                    <a:pt x="14207" y="4151"/>
                  </a:moveTo>
                  <a:lnTo>
                    <a:pt x="14519" y="4489"/>
                  </a:lnTo>
                  <a:lnTo>
                    <a:pt x="14741" y="4826"/>
                  </a:lnTo>
                  <a:lnTo>
                    <a:pt x="14831" y="4994"/>
                  </a:lnTo>
                  <a:lnTo>
                    <a:pt x="14341" y="5217"/>
                  </a:lnTo>
                  <a:lnTo>
                    <a:pt x="13895" y="5442"/>
                  </a:lnTo>
                  <a:lnTo>
                    <a:pt x="11847" y="6396"/>
                  </a:lnTo>
                  <a:lnTo>
                    <a:pt x="10021" y="7294"/>
                  </a:lnTo>
                  <a:lnTo>
                    <a:pt x="9086" y="7799"/>
                  </a:lnTo>
                  <a:lnTo>
                    <a:pt x="8640" y="8079"/>
                  </a:lnTo>
                  <a:lnTo>
                    <a:pt x="8239" y="8415"/>
                  </a:lnTo>
                  <a:lnTo>
                    <a:pt x="8907" y="6956"/>
                  </a:lnTo>
                  <a:lnTo>
                    <a:pt x="8952" y="6956"/>
                  </a:lnTo>
                  <a:lnTo>
                    <a:pt x="10154" y="6228"/>
                  </a:lnTo>
                  <a:lnTo>
                    <a:pt x="11357" y="5554"/>
                  </a:lnTo>
                  <a:lnTo>
                    <a:pt x="13851" y="4376"/>
                  </a:lnTo>
                  <a:lnTo>
                    <a:pt x="13895" y="4489"/>
                  </a:lnTo>
                  <a:lnTo>
                    <a:pt x="13985" y="4544"/>
                  </a:lnTo>
                  <a:lnTo>
                    <a:pt x="14073" y="4601"/>
                  </a:lnTo>
                  <a:lnTo>
                    <a:pt x="14163" y="4544"/>
                  </a:lnTo>
                  <a:lnTo>
                    <a:pt x="14252" y="4433"/>
                  </a:lnTo>
                  <a:lnTo>
                    <a:pt x="14252" y="4264"/>
                  </a:lnTo>
                  <a:lnTo>
                    <a:pt x="14207" y="4151"/>
                  </a:lnTo>
                  <a:close/>
                  <a:moveTo>
                    <a:pt x="14965" y="5385"/>
                  </a:moveTo>
                  <a:lnTo>
                    <a:pt x="15053" y="5499"/>
                  </a:lnTo>
                  <a:lnTo>
                    <a:pt x="15098" y="5499"/>
                  </a:lnTo>
                  <a:lnTo>
                    <a:pt x="15277" y="6003"/>
                  </a:lnTo>
                  <a:lnTo>
                    <a:pt x="15232" y="6003"/>
                  </a:lnTo>
                  <a:lnTo>
                    <a:pt x="15143" y="6060"/>
                  </a:lnTo>
                  <a:lnTo>
                    <a:pt x="14920" y="6283"/>
                  </a:lnTo>
                  <a:lnTo>
                    <a:pt x="14697" y="6452"/>
                  </a:lnTo>
                  <a:lnTo>
                    <a:pt x="14207" y="6733"/>
                  </a:lnTo>
                  <a:lnTo>
                    <a:pt x="13673" y="7013"/>
                  </a:lnTo>
                  <a:lnTo>
                    <a:pt x="13138" y="7238"/>
                  </a:lnTo>
                  <a:lnTo>
                    <a:pt x="12069" y="7686"/>
                  </a:lnTo>
                  <a:lnTo>
                    <a:pt x="11000" y="8247"/>
                  </a:lnTo>
                  <a:lnTo>
                    <a:pt x="9976" y="8752"/>
                  </a:lnTo>
                  <a:lnTo>
                    <a:pt x="8952" y="9370"/>
                  </a:lnTo>
                  <a:lnTo>
                    <a:pt x="8194" y="9763"/>
                  </a:lnTo>
                  <a:lnTo>
                    <a:pt x="7794" y="10043"/>
                  </a:lnTo>
                  <a:lnTo>
                    <a:pt x="7393" y="10323"/>
                  </a:lnTo>
                  <a:lnTo>
                    <a:pt x="7660" y="9763"/>
                  </a:lnTo>
                  <a:lnTo>
                    <a:pt x="8106" y="8640"/>
                  </a:lnTo>
                  <a:lnTo>
                    <a:pt x="8996" y="8360"/>
                  </a:lnTo>
                  <a:lnTo>
                    <a:pt x="9842" y="7911"/>
                  </a:lnTo>
                  <a:lnTo>
                    <a:pt x="11491" y="7069"/>
                  </a:lnTo>
                  <a:lnTo>
                    <a:pt x="13272" y="6228"/>
                  </a:lnTo>
                  <a:lnTo>
                    <a:pt x="14118" y="5835"/>
                  </a:lnTo>
                  <a:lnTo>
                    <a:pt x="14965" y="5385"/>
                  </a:lnTo>
                  <a:close/>
                  <a:moveTo>
                    <a:pt x="6191" y="12848"/>
                  </a:moveTo>
                  <a:lnTo>
                    <a:pt x="6056" y="12905"/>
                  </a:lnTo>
                  <a:lnTo>
                    <a:pt x="6013" y="12960"/>
                  </a:lnTo>
                  <a:lnTo>
                    <a:pt x="6013" y="13016"/>
                  </a:lnTo>
                  <a:lnTo>
                    <a:pt x="5968" y="13409"/>
                  </a:lnTo>
                  <a:lnTo>
                    <a:pt x="5923" y="13746"/>
                  </a:lnTo>
                  <a:lnTo>
                    <a:pt x="5923" y="14139"/>
                  </a:lnTo>
                  <a:lnTo>
                    <a:pt x="5968" y="14307"/>
                  </a:lnTo>
                  <a:lnTo>
                    <a:pt x="6056" y="14475"/>
                  </a:lnTo>
                  <a:lnTo>
                    <a:pt x="6101" y="14531"/>
                  </a:lnTo>
                  <a:lnTo>
                    <a:pt x="6280" y="14531"/>
                  </a:lnTo>
                  <a:lnTo>
                    <a:pt x="6325" y="14475"/>
                  </a:lnTo>
                  <a:lnTo>
                    <a:pt x="6413" y="14362"/>
                  </a:lnTo>
                  <a:lnTo>
                    <a:pt x="6458" y="14194"/>
                  </a:lnTo>
                  <a:lnTo>
                    <a:pt x="6458" y="13409"/>
                  </a:lnTo>
                  <a:lnTo>
                    <a:pt x="6413" y="13016"/>
                  </a:lnTo>
                  <a:lnTo>
                    <a:pt x="6368" y="12960"/>
                  </a:lnTo>
                  <a:lnTo>
                    <a:pt x="6325" y="12905"/>
                  </a:lnTo>
                  <a:lnTo>
                    <a:pt x="6191" y="12848"/>
                  </a:lnTo>
                  <a:close/>
                  <a:moveTo>
                    <a:pt x="6325" y="14812"/>
                  </a:moveTo>
                  <a:lnTo>
                    <a:pt x="6235" y="14869"/>
                  </a:lnTo>
                  <a:lnTo>
                    <a:pt x="6146" y="14924"/>
                  </a:lnTo>
                  <a:lnTo>
                    <a:pt x="6101" y="14980"/>
                  </a:lnTo>
                  <a:lnTo>
                    <a:pt x="6056" y="15148"/>
                  </a:lnTo>
                  <a:lnTo>
                    <a:pt x="6056" y="15260"/>
                  </a:lnTo>
                  <a:lnTo>
                    <a:pt x="5968" y="15765"/>
                  </a:lnTo>
                  <a:lnTo>
                    <a:pt x="5968" y="16271"/>
                  </a:lnTo>
                  <a:lnTo>
                    <a:pt x="6013" y="16439"/>
                  </a:lnTo>
                  <a:lnTo>
                    <a:pt x="6056" y="16494"/>
                  </a:lnTo>
                  <a:lnTo>
                    <a:pt x="6146" y="16551"/>
                  </a:lnTo>
                  <a:lnTo>
                    <a:pt x="6280" y="16551"/>
                  </a:lnTo>
                  <a:lnTo>
                    <a:pt x="6368" y="16494"/>
                  </a:lnTo>
                  <a:lnTo>
                    <a:pt x="6413" y="16439"/>
                  </a:lnTo>
                  <a:lnTo>
                    <a:pt x="6413" y="15710"/>
                  </a:lnTo>
                  <a:lnTo>
                    <a:pt x="6502" y="15148"/>
                  </a:lnTo>
                  <a:lnTo>
                    <a:pt x="6502" y="15037"/>
                  </a:lnTo>
                  <a:lnTo>
                    <a:pt x="6458" y="14924"/>
                  </a:lnTo>
                  <a:lnTo>
                    <a:pt x="6413" y="14869"/>
                  </a:lnTo>
                  <a:lnTo>
                    <a:pt x="6325" y="14812"/>
                  </a:lnTo>
                  <a:close/>
                  <a:moveTo>
                    <a:pt x="17726" y="14531"/>
                  </a:moveTo>
                  <a:lnTo>
                    <a:pt x="17681" y="14644"/>
                  </a:lnTo>
                  <a:lnTo>
                    <a:pt x="17592" y="15092"/>
                  </a:lnTo>
                  <a:lnTo>
                    <a:pt x="17503" y="15485"/>
                  </a:lnTo>
                  <a:lnTo>
                    <a:pt x="17458" y="16383"/>
                  </a:lnTo>
                  <a:lnTo>
                    <a:pt x="17503" y="16494"/>
                  </a:lnTo>
                  <a:lnTo>
                    <a:pt x="17547" y="16608"/>
                  </a:lnTo>
                  <a:lnTo>
                    <a:pt x="17637" y="16663"/>
                  </a:lnTo>
                  <a:lnTo>
                    <a:pt x="17726" y="16719"/>
                  </a:lnTo>
                  <a:lnTo>
                    <a:pt x="17814" y="16719"/>
                  </a:lnTo>
                  <a:lnTo>
                    <a:pt x="17904" y="16663"/>
                  </a:lnTo>
                  <a:lnTo>
                    <a:pt x="17948" y="16608"/>
                  </a:lnTo>
                  <a:lnTo>
                    <a:pt x="17993" y="16494"/>
                  </a:lnTo>
                  <a:lnTo>
                    <a:pt x="17993" y="15037"/>
                  </a:lnTo>
                  <a:lnTo>
                    <a:pt x="17904" y="14644"/>
                  </a:lnTo>
                  <a:lnTo>
                    <a:pt x="17859" y="14531"/>
                  </a:lnTo>
                  <a:close/>
                  <a:moveTo>
                    <a:pt x="15454" y="6396"/>
                  </a:moveTo>
                  <a:lnTo>
                    <a:pt x="15766" y="7463"/>
                  </a:lnTo>
                  <a:lnTo>
                    <a:pt x="15499" y="7631"/>
                  </a:lnTo>
                  <a:lnTo>
                    <a:pt x="15187" y="7799"/>
                  </a:lnTo>
                  <a:lnTo>
                    <a:pt x="14608" y="8136"/>
                  </a:lnTo>
                  <a:lnTo>
                    <a:pt x="13317" y="8920"/>
                  </a:lnTo>
                  <a:lnTo>
                    <a:pt x="12114" y="9650"/>
                  </a:lnTo>
                  <a:lnTo>
                    <a:pt x="10912" y="10268"/>
                  </a:lnTo>
                  <a:lnTo>
                    <a:pt x="9798" y="10716"/>
                  </a:lnTo>
                  <a:lnTo>
                    <a:pt x="8640" y="11166"/>
                  </a:lnTo>
                  <a:lnTo>
                    <a:pt x="8106" y="11445"/>
                  </a:lnTo>
                  <a:lnTo>
                    <a:pt x="7572" y="11782"/>
                  </a:lnTo>
                  <a:lnTo>
                    <a:pt x="7036" y="12118"/>
                  </a:lnTo>
                  <a:lnTo>
                    <a:pt x="6592" y="12568"/>
                  </a:lnTo>
                  <a:lnTo>
                    <a:pt x="6547" y="12623"/>
                  </a:lnTo>
                  <a:lnTo>
                    <a:pt x="6547" y="12680"/>
                  </a:lnTo>
                  <a:lnTo>
                    <a:pt x="6592" y="12736"/>
                  </a:lnTo>
                  <a:lnTo>
                    <a:pt x="6635" y="12736"/>
                  </a:lnTo>
                  <a:lnTo>
                    <a:pt x="7794" y="12175"/>
                  </a:lnTo>
                  <a:lnTo>
                    <a:pt x="8907" y="11614"/>
                  </a:lnTo>
                  <a:lnTo>
                    <a:pt x="10154" y="11109"/>
                  </a:lnTo>
                  <a:lnTo>
                    <a:pt x="11401" y="10548"/>
                  </a:lnTo>
                  <a:lnTo>
                    <a:pt x="12559" y="9986"/>
                  </a:lnTo>
                  <a:lnTo>
                    <a:pt x="13673" y="9313"/>
                  </a:lnTo>
                  <a:lnTo>
                    <a:pt x="14965" y="8529"/>
                  </a:lnTo>
                  <a:lnTo>
                    <a:pt x="15454" y="8247"/>
                  </a:lnTo>
                  <a:lnTo>
                    <a:pt x="15677" y="8079"/>
                  </a:lnTo>
                  <a:lnTo>
                    <a:pt x="15944" y="7967"/>
                  </a:lnTo>
                  <a:lnTo>
                    <a:pt x="15988" y="8191"/>
                  </a:lnTo>
                  <a:lnTo>
                    <a:pt x="16300" y="8977"/>
                  </a:lnTo>
                  <a:lnTo>
                    <a:pt x="16256" y="8977"/>
                  </a:lnTo>
                  <a:lnTo>
                    <a:pt x="16212" y="8865"/>
                  </a:lnTo>
                  <a:lnTo>
                    <a:pt x="16123" y="8809"/>
                  </a:lnTo>
                  <a:lnTo>
                    <a:pt x="16033" y="8752"/>
                  </a:lnTo>
                  <a:lnTo>
                    <a:pt x="15944" y="8809"/>
                  </a:lnTo>
                  <a:lnTo>
                    <a:pt x="14831" y="9538"/>
                  </a:lnTo>
                  <a:lnTo>
                    <a:pt x="13718" y="10211"/>
                  </a:lnTo>
                  <a:lnTo>
                    <a:pt x="12559" y="10829"/>
                  </a:lnTo>
                  <a:lnTo>
                    <a:pt x="11446" y="11445"/>
                  </a:lnTo>
                  <a:lnTo>
                    <a:pt x="10288" y="12007"/>
                  </a:lnTo>
                  <a:lnTo>
                    <a:pt x="9129" y="12512"/>
                  </a:lnTo>
                  <a:lnTo>
                    <a:pt x="8061" y="12960"/>
                  </a:lnTo>
                  <a:lnTo>
                    <a:pt x="7482" y="13241"/>
                  </a:lnTo>
                  <a:lnTo>
                    <a:pt x="7259" y="13409"/>
                  </a:lnTo>
                  <a:lnTo>
                    <a:pt x="6992" y="13578"/>
                  </a:lnTo>
                  <a:lnTo>
                    <a:pt x="6992" y="13689"/>
                  </a:lnTo>
                  <a:lnTo>
                    <a:pt x="7615" y="13689"/>
                  </a:lnTo>
                  <a:lnTo>
                    <a:pt x="8149" y="13466"/>
                  </a:lnTo>
                  <a:lnTo>
                    <a:pt x="9264" y="13016"/>
                  </a:lnTo>
                  <a:lnTo>
                    <a:pt x="10466" y="12455"/>
                  </a:lnTo>
                  <a:lnTo>
                    <a:pt x="11668" y="11894"/>
                  </a:lnTo>
                  <a:lnTo>
                    <a:pt x="12782" y="11334"/>
                  </a:lnTo>
                  <a:lnTo>
                    <a:pt x="13851" y="10716"/>
                  </a:lnTo>
                  <a:lnTo>
                    <a:pt x="14920" y="10099"/>
                  </a:lnTo>
                  <a:lnTo>
                    <a:pt x="15944" y="9425"/>
                  </a:lnTo>
                  <a:lnTo>
                    <a:pt x="16033" y="9482"/>
                  </a:lnTo>
                  <a:lnTo>
                    <a:pt x="16167" y="9482"/>
                  </a:lnTo>
                  <a:lnTo>
                    <a:pt x="16256" y="9425"/>
                  </a:lnTo>
                  <a:lnTo>
                    <a:pt x="16345" y="9313"/>
                  </a:lnTo>
                  <a:lnTo>
                    <a:pt x="16390" y="9257"/>
                  </a:lnTo>
                  <a:lnTo>
                    <a:pt x="16834" y="10268"/>
                  </a:lnTo>
                  <a:lnTo>
                    <a:pt x="16567" y="10379"/>
                  </a:lnTo>
                  <a:lnTo>
                    <a:pt x="16345" y="10491"/>
                  </a:lnTo>
                  <a:lnTo>
                    <a:pt x="15677" y="10829"/>
                  </a:lnTo>
                  <a:lnTo>
                    <a:pt x="15053" y="11221"/>
                  </a:lnTo>
                  <a:lnTo>
                    <a:pt x="13628" y="12175"/>
                  </a:lnTo>
                  <a:lnTo>
                    <a:pt x="12960" y="12623"/>
                  </a:lnTo>
                  <a:lnTo>
                    <a:pt x="12204" y="13073"/>
                  </a:lnTo>
                  <a:lnTo>
                    <a:pt x="11446" y="13409"/>
                  </a:lnTo>
                  <a:lnTo>
                    <a:pt x="10688" y="13689"/>
                  </a:lnTo>
                  <a:lnTo>
                    <a:pt x="9129" y="14251"/>
                  </a:lnTo>
                  <a:lnTo>
                    <a:pt x="7527" y="14869"/>
                  </a:lnTo>
                  <a:lnTo>
                    <a:pt x="7036" y="15092"/>
                  </a:lnTo>
                  <a:lnTo>
                    <a:pt x="6859" y="15317"/>
                  </a:lnTo>
                  <a:lnTo>
                    <a:pt x="6769" y="15373"/>
                  </a:lnTo>
                  <a:lnTo>
                    <a:pt x="6769" y="15317"/>
                  </a:lnTo>
                  <a:lnTo>
                    <a:pt x="6725" y="15260"/>
                  </a:lnTo>
                  <a:lnTo>
                    <a:pt x="6725" y="15317"/>
                  </a:lnTo>
                  <a:lnTo>
                    <a:pt x="6680" y="15428"/>
                  </a:lnTo>
                  <a:lnTo>
                    <a:pt x="6680" y="15597"/>
                  </a:lnTo>
                  <a:lnTo>
                    <a:pt x="6725" y="15653"/>
                  </a:lnTo>
                  <a:lnTo>
                    <a:pt x="6769" y="15653"/>
                  </a:lnTo>
                  <a:lnTo>
                    <a:pt x="7036" y="15485"/>
                  </a:lnTo>
                  <a:lnTo>
                    <a:pt x="7304" y="15373"/>
                  </a:lnTo>
                  <a:lnTo>
                    <a:pt x="7927" y="15205"/>
                  </a:lnTo>
                  <a:lnTo>
                    <a:pt x="9353" y="14644"/>
                  </a:lnTo>
                  <a:lnTo>
                    <a:pt x="10778" y="14194"/>
                  </a:lnTo>
                  <a:lnTo>
                    <a:pt x="11491" y="13914"/>
                  </a:lnTo>
                  <a:lnTo>
                    <a:pt x="12159" y="13578"/>
                  </a:lnTo>
                  <a:lnTo>
                    <a:pt x="12782" y="13298"/>
                  </a:lnTo>
                  <a:lnTo>
                    <a:pt x="13361" y="12905"/>
                  </a:lnTo>
                  <a:lnTo>
                    <a:pt x="14519" y="12118"/>
                  </a:lnTo>
                  <a:lnTo>
                    <a:pt x="15143" y="11725"/>
                  </a:lnTo>
                  <a:lnTo>
                    <a:pt x="15766" y="11334"/>
                  </a:lnTo>
                  <a:lnTo>
                    <a:pt x="16479" y="10997"/>
                  </a:lnTo>
                  <a:lnTo>
                    <a:pt x="16701" y="10884"/>
                  </a:lnTo>
                  <a:lnTo>
                    <a:pt x="17013" y="10772"/>
                  </a:lnTo>
                  <a:lnTo>
                    <a:pt x="17058" y="10829"/>
                  </a:lnTo>
                  <a:lnTo>
                    <a:pt x="17191" y="10829"/>
                  </a:lnTo>
                  <a:lnTo>
                    <a:pt x="17236" y="10997"/>
                  </a:lnTo>
                  <a:lnTo>
                    <a:pt x="16791" y="11277"/>
                  </a:lnTo>
                  <a:lnTo>
                    <a:pt x="16390" y="11614"/>
                  </a:lnTo>
                  <a:lnTo>
                    <a:pt x="15098" y="12568"/>
                  </a:lnTo>
                  <a:lnTo>
                    <a:pt x="13761" y="13409"/>
                  </a:lnTo>
                  <a:lnTo>
                    <a:pt x="12381" y="14139"/>
                  </a:lnTo>
                  <a:lnTo>
                    <a:pt x="11000" y="14812"/>
                  </a:lnTo>
                  <a:lnTo>
                    <a:pt x="9575" y="15428"/>
                  </a:lnTo>
                  <a:lnTo>
                    <a:pt x="8194" y="15990"/>
                  </a:lnTo>
                  <a:lnTo>
                    <a:pt x="7527" y="16271"/>
                  </a:lnTo>
                  <a:lnTo>
                    <a:pt x="7170" y="16439"/>
                  </a:lnTo>
                  <a:lnTo>
                    <a:pt x="6859" y="16663"/>
                  </a:lnTo>
                  <a:lnTo>
                    <a:pt x="6814" y="16719"/>
                  </a:lnTo>
                  <a:lnTo>
                    <a:pt x="6814" y="16831"/>
                  </a:lnTo>
                  <a:lnTo>
                    <a:pt x="6903" y="16888"/>
                  </a:lnTo>
                  <a:lnTo>
                    <a:pt x="7215" y="16831"/>
                  </a:lnTo>
                  <a:lnTo>
                    <a:pt x="7527" y="16776"/>
                  </a:lnTo>
                  <a:lnTo>
                    <a:pt x="8149" y="16551"/>
                  </a:lnTo>
                  <a:lnTo>
                    <a:pt x="8907" y="16215"/>
                  </a:lnTo>
                  <a:lnTo>
                    <a:pt x="9665" y="15935"/>
                  </a:lnTo>
                  <a:lnTo>
                    <a:pt x="11179" y="15317"/>
                  </a:lnTo>
                  <a:lnTo>
                    <a:pt x="12648" y="14587"/>
                  </a:lnTo>
                  <a:lnTo>
                    <a:pt x="13895" y="13858"/>
                  </a:lnTo>
                  <a:lnTo>
                    <a:pt x="15143" y="13128"/>
                  </a:lnTo>
                  <a:lnTo>
                    <a:pt x="16479" y="12175"/>
                  </a:lnTo>
                  <a:lnTo>
                    <a:pt x="17013" y="11839"/>
                  </a:lnTo>
                  <a:lnTo>
                    <a:pt x="17280" y="11614"/>
                  </a:lnTo>
                  <a:lnTo>
                    <a:pt x="17503" y="11389"/>
                  </a:lnTo>
                  <a:lnTo>
                    <a:pt x="17637" y="11614"/>
                  </a:lnTo>
                  <a:lnTo>
                    <a:pt x="17637" y="11670"/>
                  </a:lnTo>
                  <a:lnTo>
                    <a:pt x="17503" y="12175"/>
                  </a:lnTo>
                  <a:lnTo>
                    <a:pt x="17503" y="12736"/>
                  </a:lnTo>
                  <a:lnTo>
                    <a:pt x="17414" y="12623"/>
                  </a:lnTo>
                  <a:lnTo>
                    <a:pt x="17280" y="12623"/>
                  </a:lnTo>
                  <a:lnTo>
                    <a:pt x="16791" y="12905"/>
                  </a:lnTo>
                  <a:lnTo>
                    <a:pt x="16300" y="13241"/>
                  </a:lnTo>
                  <a:lnTo>
                    <a:pt x="15410" y="13971"/>
                  </a:lnTo>
                  <a:lnTo>
                    <a:pt x="14875" y="14419"/>
                  </a:lnTo>
                  <a:lnTo>
                    <a:pt x="14297" y="14812"/>
                  </a:lnTo>
                  <a:lnTo>
                    <a:pt x="13718" y="15205"/>
                  </a:lnTo>
                  <a:lnTo>
                    <a:pt x="13138" y="15485"/>
                  </a:lnTo>
                  <a:lnTo>
                    <a:pt x="10511" y="16551"/>
                  </a:lnTo>
                  <a:lnTo>
                    <a:pt x="9398" y="16999"/>
                  </a:lnTo>
                  <a:lnTo>
                    <a:pt x="8862" y="17224"/>
                  </a:lnTo>
                  <a:lnTo>
                    <a:pt x="8328" y="17505"/>
                  </a:lnTo>
                  <a:lnTo>
                    <a:pt x="6413" y="17449"/>
                  </a:lnTo>
                  <a:lnTo>
                    <a:pt x="6368" y="17112"/>
                  </a:lnTo>
                  <a:lnTo>
                    <a:pt x="6280" y="16999"/>
                  </a:lnTo>
                  <a:lnTo>
                    <a:pt x="6101" y="16999"/>
                  </a:lnTo>
                  <a:lnTo>
                    <a:pt x="6056" y="17112"/>
                  </a:lnTo>
                  <a:lnTo>
                    <a:pt x="6013" y="17449"/>
                  </a:lnTo>
                  <a:lnTo>
                    <a:pt x="5076" y="17337"/>
                  </a:lnTo>
                  <a:lnTo>
                    <a:pt x="4632" y="17337"/>
                  </a:lnTo>
                  <a:lnTo>
                    <a:pt x="4142" y="17392"/>
                  </a:lnTo>
                  <a:lnTo>
                    <a:pt x="3786" y="17449"/>
                  </a:lnTo>
                  <a:lnTo>
                    <a:pt x="3474" y="17674"/>
                  </a:lnTo>
                  <a:lnTo>
                    <a:pt x="3429" y="16831"/>
                  </a:lnTo>
                  <a:lnTo>
                    <a:pt x="3295" y="14419"/>
                  </a:lnTo>
                  <a:lnTo>
                    <a:pt x="3295" y="14026"/>
                  </a:lnTo>
                  <a:lnTo>
                    <a:pt x="3607" y="14026"/>
                  </a:lnTo>
                  <a:lnTo>
                    <a:pt x="3963" y="13971"/>
                  </a:lnTo>
                  <a:lnTo>
                    <a:pt x="4275" y="13858"/>
                  </a:lnTo>
                  <a:lnTo>
                    <a:pt x="4587" y="13746"/>
                  </a:lnTo>
                  <a:lnTo>
                    <a:pt x="4899" y="13521"/>
                  </a:lnTo>
                  <a:lnTo>
                    <a:pt x="5211" y="13298"/>
                  </a:lnTo>
                  <a:lnTo>
                    <a:pt x="5745" y="12848"/>
                  </a:lnTo>
                  <a:lnTo>
                    <a:pt x="6146" y="12400"/>
                  </a:lnTo>
                  <a:lnTo>
                    <a:pt x="6502" y="11894"/>
                  </a:lnTo>
                  <a:lnTo>
                    <a:pt x="6814" y="11389"/>
                  </a:lnTo>
                  <a:lnTo>
                    <a:pt x="7126" y="10884"/>
                  </a:lnTo>
                  <a:lnTo>
                    <a:pt x="7615" y="10716"/>
                  </a:lnTo>
                  <a:lnTo>
                    <a:pt x="8061" y="10436"/>
                  </a:lnTo>
                  <a:lnTo>
                    <a:pt x="8996" y="9818"/>
                  </a:lnTo>
                  <a:lnTo>
                    <a:pt x="10199" y="9145"/>
                  </a:lnTo>
                  <a:lnTo>
                    <a:pt x="11357" y="8529"/>
                  </a:lnTo>
                  <a:lnTo>
                    <a:pt x="12514" y="8022"/>
                  </a:lnTo>
                  <a:lnTo>
                    <a:pt x="13673" y="7463"/>
                  </a:lnTo>
                  <a:lnTo>
                    <a:pt x="14608" y="7069"/>
                  </a:lnTo>
                  <a:lnTo>
                    <a:pt x="15098" y="6733"/>
                  </a:lnTo>
                  <a:lnTo>
                    <a:pt x="15320" y="6452"/>
                  </a:lnTo>
                  <a:lnTo>
                    <a:pt x="15454" y="6396"/>
                  </a:lnTo>
                  <a:close/>
                  <a:moveTo>
                    <a:pt x="2895" y="0"/>
                  </a:moveTo>
                  <a:lnTo>
                    <a:pt x="2716" y="57"/>
                  </a:lnTo>
                  <a:lnTo>
                    <a:pt x="2672" y="112"/>
                  </a:lnTo>
                  <a:lnTo>
                    <a:pt x="2627" y="168"/>
                  </a:lnTo>
                  <a:lnTo>
                    <a:pt x="2494" y="561"/>
                  </a:lnTo>
                  <a:lnTo>
                    <a:pt x="2405" y="786"/>
                  </a:lnTo>
                  <a:lnTo>
                    <a:pt x="1915" y="2189"/>
                  </a:lnTo>
                  <a:lnTo>
                    <a:pt x="1870" y="2357"/>
                  </a:lnTo>
                  <a:lnTo>
                    <a:pt x="1915" y="2469"/>
                  </a:lnTo>
                  <a:lnTo>
                    <a:pt x="1960" y="2580"/>
                  </a:lnTo>
                  <a:lnTo>
                    <a:pt x="2048" y="2693"/>
                  </a:lnTo>
                  <a:lnTo>
                    <a:pt x="2137" y="2749"/>
                  </a:lnTo>
                  <a:lnTo>
                    <a:pt x="2227" y="2749"/>
                  </a:lnTo>
                  <a:lnTo>
                    <a:pt x="2315" y="2693"/>
                  </a:lnTo>
                  <a:lnTo>
                    <a:pt x="2405" y="2525"/>
                  </a:lnTo>
                  <a:lnTo>
                    <a:pt x="2583" y="2076"/>
                  </a:lnTo>
                  <a:lnTo>
                    <a:pt x="2539" y="3310"/>
                  </a:lnTo>
                  <a:lnTo>
                    <a:pt x="2539" y="4544"/>
                  </a:lnTo>
                  <a:lnTo>
                    <a:pt x="2494" y="6228"/>
                  </a:lnTo>
                  <a:lnTo>
                    <a:pt x="2405" y="6283"/>
                  </a:lnTo>
                  <a:lnTo>
                    <a:pt x="2227" y="6228"/>
                  </a:lnTo>
                  <a:lnTo>
                    <a:pt x="2093" y="6115"/>
                  </a:lnTo>
                  <a:lnTo>
                    <a:pt x="1960" y="6115"/>
                  </a:lnTo>
                  <a:lnTo>
                    <a:pt x="1870" y="6172"/>
                  </a:lnTo>
                  <a:lnTo>
                    <a:pt x="1826" y="6283"/>
                  </a:lnTo>
                  <a:lnTo>
                    <a:pt x="1870" y="6452"/>
                  </a:lnTo>
                  <a:lnTo>
                    <a:pt x="2003" y="6565"/>
                  </a:lnTo>
                  <a:lnTo>
                    <a:pt x="2137" y="6676"/>
                  </a:lnTo>
                  <a:lnTo>
                    <a:pt x="2315" y="6733"/>
                  </a:lnTo>
                  <a:lnTo>
                    <a:pt x="2494" y="6788"/>
                  </a:lnTo>
                  <a:lnTo>
                    <a:pt x="2494" y="8472"/>
                  </a:lnTo>
                  <a:lnTo>
                    <a:pt x="2315" y="8529"/>
                  </a:lnTo>
                  <a:lnTo>
                    <a:pt x="2003" y="8584"/>
                  </a:lnTo>
                  <a:lnTo>
                    <a:pt x="1960" y="8697"/>
                  </a:lnTo>
                  <a:lnTo>
                    <a:pt x="1870" y="8752"/>
                  </a:lnTo>
                  <a:lnTo>
                    <a:pt x="1870" y="8809"/>
                  </a:lnTo>
                  <a:lnTo>
                    <a:pt x="1826" y="8865"/>
                  </a:lnTo>
                  <a:lnTo>
                    <a:pt x="1870" y="8920"/>
                  </a:lnTo>
                  <a:lnTo>
                    <a:pt x="1915" y="8920"/>
                  </a:lnTo>
                  <a:lnTo>
                    <a:pt x="2003" y="9033"/>
                  </a:lnTo>
                  <a:lnTo>
                    <a:pt x="2494" y="9033"/>
                  </a:lnTo>
                  <a:lnTo>
                    <a:pt x="2539" y="9482"/>
                  </a:lnTo>
                  <a:lnTo>
                    <a:pt x="2539" y="10941"/>
                  </a:lnTo>
                  <a:lnTo>
                    <a:pt x="2227" y="11052"/>
                  </a:lnTo>
                  <a:lnTo>
                    <a:pt x="1870" y="11277"/>
                  </a:lnTo>
                  <a:lnTo>
                    <a:pt x="1826" y="11334"/>
                  </a:lnTo>
                  <a:lnTo>
                    <a:pt x="1826" y="11389"/>
                  </a:lnTo>
                  <a:lnTo>
                    <a:pt x="1870" y="11445"/>
                  </a:lnTo>
                  <a:lnTo>
                    <a:pt x="1915" y="11502"/>
                  </a:lnTo>
                  <a:lnTo>
                    <a:pt x="2539" y="11502"/>
                  </a:lnTo>
                  <a:lnTo>
                    <a:pt x="2627" y="13689"/>
                  </a:lnTo>
                  <a:lnTo>
                    <a:pt x="2627" y="13746"/>
                  </a:lnTo>
                  <a:lnTo>
                    <a:pt x="2405" y="13689"/>
                  </a:lnTo>
                  <a:lnTo>
                    <a:pt x="1915" y="13689"/>
                  </a:lnTo>
                  <a:lnTo>
                    <a:pt x="1826" y="13746"/>
                  </a:lnTo>
                  <a:lnTo>
                    <a:pt x="1781" y="13858"/>
                  </a:lnTo>
                  <a:lnTo>
                    <a:pt x="1781" y="13971"/>
                  </a:lnTo>
                  <a:lnTo>
                    <a:pt x="1870" y="14082"/>
                  </a:lnTo>
                  <a:lnTo>
                    <a:pt x="2048" y="14139"/>
                  </a:lnTo>
                  <a:lnTo>
                    <a:pt x="2227" y="14251"/>
                  </a:lnTo>
                  <a:lnTo>
                    <a:pt x="2672" y="14362"/>
                  </a:lnTo>
                  <a:lnTo>
                    <a:pt x="2716" y="15935"/>
                  </a:lnTo>
                  <a:lnTo>
                    <a:pt x="2449" y="15935"/>
                  </a:lnTo>
                  <a:lnTo>
                    <a:pt x="2182" y="15990"/>
                  </a:lnTo>
                  <a:lnTo>
                    <a:pt x="2093" y="16103"/>
                  </a:lnTo>
                  <a:lnTo>
                    <a:pt x="2003" y="16215"/>
                  </a:lnTo>
                  <a:lnTo>
                    <a:pt x="1915" y="16326"/>
                  </a:lnTo>
                  <a:lnTo>
                    <a:pt x="1960" y="16439"/>
                  </a:lnTo>
                  <a:lnTo>
                    <a:pt x="2048" y="16551"/>
                  </a:lnTo>
                  <a:lnTo>
                    <a:pt x="2583" y="16551"/>
                  </a:lnTo>
                  <a:lnTo>
                    <a:pt x="2761" y="16608"/>
                  </a:lnTo>
                  <a:lnTo>
                    <a:pt x="2761" y="16663"/>
                  </a:lnTo>
                  <a:lnTo>
                    <a:pt x="2806" y="17897"/>
                  </a:lnTo>
                  <a:lnTo>
                    <a:pt x="2850" y="18290"/>
                  </a:lnTo>
                  <a:lnTo>
                    <a:pt x="2895" y="18515"/>
                  </a:lnTo>
                  <a:lnTo>
                    <a:pt x="3028" y="18683"/>
                  </a:lnTo>
                  <a:lnTo>
                    <a:pt x="3117" y="18740"/>
                  </a:lnTo>
                  <a:lnTo>
                    <a:pt x="3252" y="18740"/>
                  </a:lnTo>
                  <a:lnTo>
                    <a:pt x="3340" y="18683"/>
                  </a:lnTo>
                  <a:lnTo>
                    <a:pt x="3385" y="18572"/>
                  </a:lnTo>
                  <a:lnTo>
                    <a:pt x="3429" y="18515"/>
                  </a:lnTo>
                  <a:lnTo>
                    <a:pt x="3652" y="18290"/>
                  </a:lnTo>
                  <a:lnTo>
                    <a:pt x="3963" y="18178"/>
                  </a:lnTo>
                  <a:lnTo>
                    <a:pt x="4231" y="18122"/>
                  </a:lnTo>
                  <a:lnTo>
                    <a:pt x="4542" y="18122"/>
                  </a:lnTo>
                  <a:lnTo>
                    <a:pt x="4542" y="18683"/>
                  </a:lnTo>
                  <a:lnTo>
                    <a:pt x="4632" y="18908"/>
                  </a:lnTo>
                  <a:lnTo>
                    <a:pt x="4721" y="19131"/>
                  </a:lnTo>
                  <a:lnTo>
                    <a:pt x="4809" y="19245"/>
                  </a:lnTo>
                  <a:lnTo>
                    <a:pt x="4899" y="19188"/>
                  </a:lnTo>
                  <a:lnTo>
                    <a:pt x="4988" y="19131"/>
                  </a:lnTo>
                  <a:lnTo>
                    <a:pt x="5033" y="19020"/>
                  </a:lnTo>
                  <a:lnTo>
                    <a:pt x="4943" y="18683"/>
                  </a:lnTo>
                  <a:lnTo>
                    <a:pt x="4899" y="18458"/>
                  </a:lnTo>
                  <a:lnTo>
                    <a:pt x="4899" y="18178"/>
                  </a:lnTo>
                  <a:lnTo>
                    <a:pt x="6146" y="18234"/>
                  </a:lnTo>
                  <a:lnTo>
                    <a:pt x="6146" y="18572"/>
                  </a:lnTo>
                  <a:lnTo>
                    <a:pt x="6191" y="19300"/>
                  </a:lnTo>
                  <a:lnTo>
                    <a:pt x="6235" y="19413"/>
                  </a:lnTo>
                  <a:lnTo>
                    <a:pt x="6280" y="19524"/>
                  </a:lnTo>
                  <a:lnTo>
                    <a:pt x="6458" y="19524"/>
                  </a:lnTo>
                  <a:lnTo>
                    <a:pt x="6635" y="19468"/>
                  </a:lnTo>
                  <a:lnTo>
                    <a:pt x="6680" y="19300"/>
                  </a:lnTo>
                  <a:lnTo>
                    <a:pt x="6725" y="19076"/>
                  </a:lnTo>
                  <a:lnTo>
                    <a:pt x="6635" y="18908"/>
                  </a:lnTo>
                  <a:lnTo>
                    <a:pt x="6547" y="18851"/>
                  </a:lnTo>
                  <a:lnTo>
                    <a:pt x="6502" y="18515"/>
                  </a:lnTo>
                  <a:lnTo>
                    <a:pt x="6413" y="18234"/>
                  </a:lnTo>
                  <a:lnTo>
                    <a:pt x="7170" y="18290"/>
                  </a:lnTo>
                  <a:lnTo>
                    <a:pt x="7882" y="18290"/>
                  </a:lnTo>
                  <a:lnTo>
                    <a:pt x="7882" y="18347"/>
                  </a:lnTo>
                  <a:lnTo>
                    <a:pt x="7839" y="18627"/>
                  </a:lnTo>
                  <a:lnTo>
                    <a:pt x="7794" y="18963"/>
                  </a:lnTo>
                  <a:lnTo>
                    <a:pt x="7839" y="19245"/>
                  </a:lnTo>
                  <a:lnTo>
                    <a:pt x="7972" y="19524"/>
                  </a:lnTo>
                  <a:lnTo>
                    <a:pt x="8016" y="19638"/>
                  </a:lnTo>
                  <a:lnTo>
                    <a:pt x="8106" y="19693"/>
                  </a:lnTo>
                  <a:lnTo>
                    <a:pt x="8194" y="19693"/>
                  </a:lnTo>
                  <a:lnTo>
                    <a:pt x="8284" y="19638"/>
                  </a:lnTo>
                  <a:lnTo>
                    <a:pt x="8373" y="19524"/>
                  </a:lnTo>
                  <a:lnTo>
                    <a:pt x="8373" y="19356"/>
                  </a:lnTo>
                  <a:lnTo>
                    <a:pt x="8284" y="19300"/>
                  </a:lnTo>
                  <a:lnTo>
                    <a:pt x="8239" y="19245"/>
                  </a:lnTo>
                  <a:lnTo>
                    <a:pt x="8149" y="18963"/>
                  </a:lnTo>
                  <a:lnTo>
                    <a:pt x="8106" y="18683"/>
                  </a:lnTo>
                  <a:lnTo>
                    <a:pt x="8061" y="18347"/>
                  </a:lnTo>
                  <a:lnTo>
                    <a:pt x="8061" y="18290"/>
                  </a:lnTo>
                  <a:lnTo>
                    <a:pt x="9620" y="18347"/>
                  </a:lnTo>
                  <a:lnTo>
                    <a:pt x="9531" y="18403"/>
                  </a:lnTo>
                  <a:lnTo>
                    <a:pt x="9486" y="18515"/>
                  </a:lnTo>
                  <a:lnTo>
                    <a:pt x="9441" y="18740"/>
                  </a:lnTo>
                  <a:lnTo>
                    <a:pt x="9441" y="19131"/>
                  </a:lnTo>
                  <a:lnTo>
                    <a:pt x="9486" y="19300"/>
                  </a:lnTo>
                  <a:lnTo>
                    <a:pt x="9575" y="19468"/>
                  </a:lnTo>
                  <a:lnTo>
                    <a:pt x="9665" y="19524"/>
                  </a:lnTo>
                  <a:lnTo>
                    <a:pt x="9753" y="19468"/>
                  </a:lnTo>
                  <a:lnTo>
                    <a:pt x="9842" y="19413"/>
                  </a:lnTo>
                  <a:lnTo>
                    <a:pt x="9887" y="19300"/>
                  </a:lnTo>
                  <a:lnTo>
                    <a:pt x="9842" y="19076"/>
                  </a:lnTo>
                  <a:lnTo>
                    <a:pt x="9798" y="18795"/>
                  </a:lnTo>
                  <a:lnTo>
                    <a:pt x="9798" y="18627"/>
                  </a:lnTo>
                  <a:lnTo>
                    <a:pt x="9753" y="18515"/>
                  </a:lnTo>
                  <a:lnTo>
                    <a:pt x="9753" y="18347"/>
                  </a:lnTo>
                  <a:lnTo>
                    <a:pt x="11401" y="18347"/>
                  </a:lnTo>
                  <a:lnTo>
                    <a:pt x="11312" y="18683"/>
                  </a:lnTo>
                  <a:lnTo>
                    <a:pt x="11312" y="19076"/>
                  </a:lnTo>
                  <a:lnTo>
                    <a:pt x="11357" y="19188"/>
                  </a:lnTo>
                  <a:lnTo>
                    <a:pt x="11446" y="19245"/>
                  </a:lnTo>
                  <a:lnTo>
                    <a:pt x="11668" y="19245"/>
                  </a:lnTo>
                  <a:lnTo>
                    <a:pt x="11758" y="19188"/>
                  </a:lnTo>
                  <a:lnTo>
                    <a:pt x="11802" y="19076"/>
                  </a:lnTo>
                  <a:lnTo>
                    <a:pt x="11802" y="18908"/>
                  </a:lnTo>
                  <a:lnTo>
                    <a:pt x="11668" y="18851"/>
                  </a:lnTo>
                  <a:lnTo>
                    <a:pt x="11668" y="18347"/>
                  </a:lnTo>
                  <a:lnTo>
                    <a:pt x="12915" y="18347"/>
                  </a:lnTo>
                  <a:lnTo>
                    <a:pt x="12960" y="18740"/>
                  </a:lnTo>
                  <a:lnTo>
                    <a:pt x="13049" y="19131"/>
                  </a:lnTo>
                  <a:lnTo>
                    <a:pt x="13138" y="19245"/>
                  </a:lnTo>
                  <a:lnTo>
                    <a:pt x="13317" y="19245"/>
                  </a:lnTo>
                  <a:lnTo>
                    <a:pt x="13361" y="19131"/>
                  </a:lnTo>
                  <a:lnTo>
                    <a:pt x="13406" y="18963"/>
                  </a:lnTo>
                  <a:lnTo>
                    <a:pt x="13317" y="18627"/>
                  </a:lnTo>
                  <a:lnTo>
                    <a:pt x="13227" y="18347"/>
                  </a:lnTo>
                  <a:lnTo>
                    <a:pt x="14697" y="18347"/>
                  </a:lnTo>
                  <a:lnTo>
                    <a:pt x="14653" y="18458"/>
                  </a:lnTo>
                  <a:lnTo>
                    <a:pt x="14608" y="18572"/>
                  </a:lnTo>
                  <a:lnTo>
                    <a:pt x="14564" y="18908"/>
                  </a:lnTo>
                  <a:lnTo>
                    <a:pt x="14608" y="19076"/>
                  </a:lnTo>
                  <a:lnTo>
                    <a:pt x="14653" y="19300"/>
                  </a:lnTo>
                  <a:lnTo>
                    <a:pt x="14741" y="19468"/>
                  </a:lnTo>
                  <a:lnTo>
                    <a:pt x="14831" y="19581"/>
                  </a:lnTo>
                  <a:lnTo>
                    <a:pt x="14920" y="19638"/>
                  </a:lnTo>
                  <a:lnTo>
                    <a:pt x="15008" y="19581"/>
                  </a:lnTo>
                  <a:lnTo>
                    <a:pt x="15053" y="19524"/>
                  </a:lnTo>
                  <a:lnTo>
                    <a:pt x="15053" y="19413"/>
                  </a:lnTo>
                  <a:lnTo>
                    <a:pt x="15008" y="19188"/>
                  </a:lnTo>
                  <a:lnTo>
                    <a:pt x="14920" y="18908"/>
                  </a:lnTo>
                  <a:lnTo>
                    <a:pt x="14875" y="18627"/>
                  </a:lnTo>
                  <a:lnTo>
                    <a:pt x="14875" y="18290"/>
                  </a:lnTo>
                  <a:lnTo>
                    <a:pt x="16212" y="18290"/>
                  </a:lnTo>
                  <a:lnTo>
                    <a:pt x="16123" y="18515"/>
                  </a:lnTo>
                  <a:lnTo>
                    <a:pt x="16078" y="18740"/>
                  </a:lnTo>
                  <a:lnTo>
                    <a:pt x="16078" y="19020"/>
                  </a:lnTo>
                  <a:lnTo>
                    <a:pt x="16167" y="19245"/>
                  </a:lnTo>
                  <a:lnTo>
                    <a:pt x="16212" y="19300"/>
                  </a:lnTo>
                  <a:lnTo>
                    <a:pt x="16300" y="19356"/>
                  </a:lnTo>
                  <a:lnTo>
                    <a:pt x="16390" y="19356"/>
                  </a:lnTo>
                  <a:lnTo>
                    <a:pt x="16479" y="19245"/>
                  </a:lnTo>
                  <a:lnTo>
                    <a:pt x="16524" y="19020"/>
                  </a:lnTo>
                  <a:lnTo>
                    <a:pt x="16434" y="18683"/>
                  </a:lnTo>
                  <a:lnTo>
                    <a:pt x="16434" y="18458"/>
                  </a:lnTo>
                  <a:lnTo>
                    <a:pt x="16479" y="18234"/>
                  </a:lnTo>
                  <a:lnTo>
                    <a:pt x="17681" y="18178"/>
                  </a:lnTo>
                  <a:lnTo>
                    <a:pt x="17637" y="18908"/>
                  </a:lnTo>
                  <a:lnTo>
                    <a:pt x="17681" y="19020"/>
                  </a:lnTo>
                  <a:lnTo>
                    <a:pt x="17771" y="19131"/>
                  </a:lnTo>
                  <a:lnTo>
                    <a:pt x="17904" y="19131"/>
                  </a:lnTo>
                  <a:lnTo>
                    <a:pt x="17993" y="19076"/>
                  </a:lnTo>
                  <a:lnTo>
                    <a:pt x="18081" y="18963"/>
                  </a:lnTo>
                  <a:lnTo>
                    <a:pt x="18171" y="18795"/>
                  </a:lnTo>
                  <a:lnTo>
                    <a:pt x="18171" y="18458"/>
                  </a:lnTo>
                  <a:lnTo>
                    <a:pt x="18126" y="18347"/>
                  </a:lnTo>
                  <a:lnTo>
                    <a:pt x="18038" y="18290"/>
                  </a:lnTo>
                  <a:lnTo>
                    <a:pt x="18038" y="18178"/>
                  </a:lnTo>
                  <a:lnTo>
                    <a:pt x="20176" y="18010"/>
                  </a:lnTo>
                  <a:lnTo>
                    <a:pt x="20219" y="18065"/>
                  </a:lnTo>
                  <a:lnTo>
                    <a:pt x="20086" y="18347"/>
                  </a:lnTo>
                  <a:lnTo>
                    <a:pt x="19864" y="18627"/>
                  </a:lnTo>
                  <a:lnTo>
                    <a:pt x="19774" y="18795"/>
                  </a:lnTo>
                  <a:lnTo>
                    <a:pt x="19730" y="18908"/>
                  </a:lnTo>
                  <a:lnTo>
                    <a:pt x="19774" y="19020"/>
                  </a:lnTo>
                  <a:lnTo>
                    <a:pt x="19819" y="19131"/>
                  </a:lnTo>
                  <a:lnTo>
                    <a:pt x="19907" y="19188"/>
                  </a:lnTo>
                  <a:lnTo>
                    <a:pt x="19997" y="19245"/>
                  </a:lnTo>
                  <a:lnTo>
                    <a:pt x="20086" y="19245"/>
                  </a:lnTo>
                  <a:lnTo>
                    <a:pt x="20131" y="19188"/>
                  </a:lnTo>
                  <a:lnTo>
                    <a:pt x="20309" y="19076"/>
                  </a:lnTo>
                  <a:lnTo>
                    <a:pt x="20398" y="18908"/>
                  </a:lnTo>
                  <a:lnTo>
                    <a:pt x="20620" y="18515"/>
                  </a:lnTo>
                  <a:lnTo>
                    <a:pt x="21199" y="17561"/>
                  </a:lnTo>
                  <a:lnTo>
                    <a:pt x="21199" y="17224"/>
                  </a:lnTo>
                  <a:lnTo>
                    <a:pt x="21156" y="17112"/>
                  </a:lnTo>
                  <a:lnTo>
                    <a:pt x="20710" y="16663"/>
                  </a:lnTo>
                  <a:lnTo>
                    <a:pt x="20309" y="16271"/>
                  </a:lnTo>
                  <a:lnTo>
                    <a:pt x="20219" y="16215"/>
                  </a:lnTo>
                  <a:lnTo>
                    <a:pt x="20131" y="16215"/>
                  </a:lnTo>
                  <a:lnTo>
                    <a:pt x="20086" y="16271"/>
                  </a:lnTo>
                  <a:lnTo>
                    <a:pt x="19997" y="16326"/>
                  </a:lnTo>
                  <a:lnTo>
                    <a:pt x="19952" y="16494"/>
                  </a:lnTo>
                  <a:lnTo>
                    <a:pt x="19952" y="16608"/>
                  </a:lnTo>
                  <a:lnTo>
                    <a:pt x="19997" y="16719"/>
                  </a:lnTo>
                  <a:lnTo>
                    <a:pt x="20398" y="17169"/>
                  </a:lnTo>
                  <a:lnTo>
                    <a:pt x="16924" y="17392"/>
                  </a:lnTo>
                  <a:lnTo>
                    <a:pt x="17058" y="17337"/>
                  </a:lnTo>
                  <a:lnTo>
                    <a:pt x="17325" y="17112"/>
                  </a:lnTo>
                  <a:lnTo>
                    <a:pt x="17414" y="16999"/>
                  </a:lnTo>
                  <a:lnTo>
                    <a:pt x="17503" y="16831"/>
                  </a:lnTo>
                  <a:lnTo>
                    <a:pt x="17503" y="16719"/>
                  </a:lnTo>
                  <a:lnTo>
                    <a:pt x="17458" y="16663"/>
                  </a:lnTo>
                  <a:lnTo>
                    <a:pt x="17280" y="16663"/>
                  </a:lnTo>
                  <a:lnTo>
                    <a:pt x="17146" y="16719"/>
                  </a:lnTo>
                  <a:lnTo>
                    <a:pt x="16879" y="16944"/>
                  </a:lnTo>
                  <a:lnTo>
                    <a:pt x="16657" y="17169"/>
                  </a:lnTo>
                  <a:lnTo>
                    <a:pt x="16479" y="17449"/>
                  </a:lnTo>
                  <a:lnTo>
                    <a:pt x="14920" y="17505"/>
                  </a:lnTo>
                  <a:lnTo>
                    <a:pt x="15232" y="17337"/>
                  </a:lnTo>
                  <a:lnTo>
                    <a:pt x="15587" y="17169"/>
                  </a:lnTo>
                  <a:lnTo>
                    <a:pt x="15988" y="16944"/>
                  </a:lnTo>
                  <a:lnTo>
                    <a:pt x="16390" y="16663"/>
                  </a:lnTo>
                  <a:lnTo>
                    <a:pt x="16746" y="16326"/>
                  </a:lnTo>
                  <a:lnTo>
                    <a:pt x="17058" y="15935"/>
                  </a:lnTo>
                  <a:lnTo>
                    <a:pt x="17103" y="15765"/>
                  </a:lnTo>
                  <a:lnTo>
                    <a:pt x="17058" y="15653"/>
                  </a:lnTo>
                  <a:lnTo>
                    <a:pt x="16968" y="15597"/>
                  </a:lnTo>
                  <a:lnTo>
                    <a:pt x="16879" y="15653"/>
                  </a:lnTo>
                  <a:lnTo>
                    <a:pt x="16567" y="15878"/>
                  </a:lnTo>
                  <a:lnTo>
                    <a:pt x="16256" y="16158"/>
                  </a:lnTo>
                  <a:lnTo>
                    <a:pt x="15944" y="16439"/>
                  </a:lnTo>
                  <a:lnTo>
                    <a:pt x="15632" y="16663"/>
                  </a:lnTo>
                  <a:lnTo>
                    <a:pt x="15277" y="16888"/>
                  </a:lnTo>
                  <a:lnTo>
                    <a:pt x="14920" y="17056"/>
                  </a:lnTo>
                  <a:lnTo>
                    <a:pt x="14564" y="17281"/>
                  </a:lnTo>
                  <a:lnTo>
                    <a:pt x="14207" y="17505"/>
                  </a:lnTo>
                  <a:lnTo>
                    <a:pt x="12337" y="17561"/>
                  </a:lnTo>
                  <a:lnTo>
                    <a:pt x="12871" y="17281"/>
                  </a:lnTo>
                  <a:lnTo>
                    <a:pt x="14831" y="16271"/>
                  </a:lnTo>
                  <a:lnTo>
                    <a:pt x="15499" y="15990"/>
                  </a:lnTo>
                  <a:lnTo>
                    <a:pt x="16167" y="15542"/>
                  </a:lnTo>
                  <a:lnTo>
                    <a:pt x="16479" y="15317"/>
                  </a:lnTo>
                  <a:lnTo>
                    <a:pt x="16746" y="15037"/>
                  </a:lnTo>
                  <a:lnTo>
                    <a:pt x="16968" y="14700"/>
                  </a:lnTo>
                  <a:lnTo>
                    <a:pt x="17103" y="14307"/>
                  </a:lnTo>
                  <a:lnTo>
                    <a:pt x="17103" y="14139"/>
                  </a:lnTo>
                  <a:lnTo>
                    <a:pt x="17058" y="14082"/>
                  </a:lnTo>
                  <a:lnTo>
                    <a:pt x="16924" y="14026"/>
                  </a:lnTo>
                  <a:lnTo>
                    <a:pt x="16834" y="14082"/>
                  </a:lnTo>
                  <a:lnTo>
                    <a:pt x="16345" y="14700"/>
                  </a:lnTo>
                  <a:lnTo>
                    <a:pt x="16078" y="14980"/>
                  </a:lnTo>
                  <a:lnTo>
                    <a:pt x="15766" y="15260"/>
                  </a:lnTo>
                  <a:lnTo>
                    <a:pt x="15410" y="15485"/>
                  </a:lnTo>
                  <a:lnTo>
                    <a:pt x="15053" y="15653"/>
                  </a:lnTo>
                  <a:lnTo>
                    <a:pt x="14297" y="16046"/>
                  </a:lnTo>
                  <a:lnTo>
                    <a:pt x="12648" y="16888"/>
                  </a:lnTo>
                  <a:lnTo>
                    <a:pt x="12025" y="17224"/>
                  </a:lnTo>
                  <a:lnTo>
                    <a:pt x="11446" y="17561"/>
                  </a:lnTo>
                  <a:lnTo>
                    <a:pt x="9308" y="17561"/>
                  </a:lnTo>
                  <a:lnTo>
                    <a:pt x="10466" y="17056"/>
                  </a:lnTo>
                  <a:lnTo>
                    <a:pt x="13227" y="15935"/>
                  </a:lnTo>
                  <a:lnTo>
                    <a:pt x="13761" y="15653"/>
                  </a:lnTo>
                  <a:lnTo>
                    <a:pt x="14297" y="15373"/>
                  </a:lnTo>
                  <a:lnTo>
                    <a:pt x="14786" y="15037"/>
                  </a:lnTo>
                  <a:lnTo>
                    <a:pt x="15277" y="14644"/>
                  </a:lnTo>
                  <a:lnTo>
                    <a:pt x="16300" y="13802"/>
                  </a:lnTo>
                  <a:lnTo>
                    <a:pt x="16834" y="13409"/>
                  </a:lnTo>
                  <a:lnTo>
                    <a:pt x="17370" y="13073"/>
                  </a:lnTo>
                  <a:lnTo>
                    <a:pt x="17458" y="13016"/>
                  </a:lnTo>
                  <a:lnTo>
                    <a:pt x="17503" y="12960"/>
                  </a:lnTo>
                  <a:lnTo>
                    <a:pt x="17503" y="13521"/>
                  </a:lnTo>
                  <a:lnTo>
                    <a:pt x="17547" y="13634"/>
                  </a:lnTo>
                  <a:lnTo>
                    <a:pt x="17592" y="13689"/>
                  </a:lnTo>
                  <a:lnTo>
                    <a:pt x="17637" y="13746"/>
                  </a:lnTo>
                  <a:lnTo>
                    <a:pt x="17726" y="13802"/>
                  </a:lnTo>
                  <a:lnTo>
                    <a:pt x="17814" y="13746"/>
                  </a:lnTo>
                  <a:lnTo>
                    <a:pt x="17904" y="13689"/>
                  </a:lnTo>
                  <a:lnTo>
                    <a:pt x="17948" y="13634"/>
                  </a:lnTo>
                  <a:lnTo>
                    <a:pt x="17948" y="12680"/>
                  </a:lnTo>
                  <a:lnTo>
                    <a:pt x="17904" y="12287"/>
                  </a:lnTo>
                  <a:lnTo>
                    <a:pt x="17814" y="11894"/>
                  </a:lnTo>
                  <a:lnTo>
                    <a:pt x="18305" y="12512"/>
                  </a:lnTo>
                  <a:lnTo>
                    <a:pt x="18839" y="13128"/>
                  </a:lnTo>
                  <a:lnTo>
                    <a:pt x="19106" y="13409"/>
                  </a:lnTo>
                  <a:lnTo>
                    <a:pt x="19240" y="13521"/>
                  </a:lnTo>
                  <a:lnTo>
                    <a:pt x="19418" y="13578"/>
                  </a:lnTo>
                  <a:lnTo>
                    <a:pt x="19864" y="13634"/>
                  </a:lnTo>
                  <a:lnTo>
                    <a:pt x="20353" y="13634"/>
                  </a:lnTo>
                  <a:lnTo>
                    <a:pt x="20887" y="13578"/>
                  </a:lnTo>
                  <a:lnTo>
                    <a:pt x="21378" y="13353"/>
                  </a:lnTo>
                  <a:lnTo>
                    <a:pt x="21466" y="13298"/>
                  </a:lnTo>
                  <a:lnTo>
                    <a:pt x="21556" y="13128"/>
                  </a:lnTo>
                  <a:lnTo>
                    <a:pt x="21600" y="13016"/>
                  </a:lnTo>
                  <a:lnTo>
                    <a:pt x="21556" y="12905"/>
                  </a:lnTo>
                  <a:lnTo>
                    <a:pt x="21511" y="12736"/>
                  </a:lnTo>
                  <a:lnTo>
                    <a:pt x="21466" y="12680"/>
                  </a:lnTo>
                  <a:lnTo>
                    <a:pt x="21333" y="12623"/>
                  </a:lnTo>
                  <a:lnTo>
                    <a:pt x="21199" y="12623"/>
                  </a:lnTo>
                  <a:lnTo>
                    <a:pt x="20799" y="12791"/>
                  </a:lnTo>
                  <a:lnTo>
                    <a:pt x="20353" y="12848"/>
                  </a:lnTo>
                  <a:lnTo>
                    <a:pt x="19907" y="12905"/>
                  </a:lnTo>
                  <a:lnTo>
                    <a:pt x="19640" y="12848"/>
                  </a:lnTo>
                  <a:lnTo>
                    <a:pt x="19463" y="12791"/>
                  </a:lnTo>
                  <a:lnTo>
                    <a:pt x="18794" y="12063"/>
                  </a:lnTo>
                  <a:lnTo>
                    <a:pt x="18216" y="11277"/>
                  </a:lnTo>
                  <a:lnTo>
                    <a:pt x="17681" y="10436"/>
                  </a:lnTo>
                  <a:lnTo>
                    <a:pt x="17191" y="9538"/>
                  </a:lnTo>
                  <a:lnTo>
                    <a:pt x="16791" y="8584"/>
                  </a:lnTo>
                  <a:lnTo>
                    <a:pt x="16434" y="7631"/>
                  </a:lnTo>
                  <a:lnTo>
                    <a:pt x="15899" y="6003"/>
                  </a:lnTo>
                  <a:lnTo>
                    <a:pt x="15544" y="5217"/>
                  </a:lnTo>
                  <a:lnTo>
                    <a:pt x="15187" y="4489"/>
                  </a:lnTo>
                  <a:lnTo>
                    <a:pt x="14965" y="4208"/>
                  </a:lnTo>
                  <a:lnTo>
                    <a:pt x="14741" y="3871"/>
                  </a:lnTo>
                  <a:lnTo>
                    <a:pt x="14519" y="3591"/>
                  </a:lnTo>
                  <a:lnTo>
                    <a:pt x="14252" y="3366"/>
                  </a:lnTo>
                  <a:lnTo>
                    <a:pt x="13940" y="3198"/>
                  </a:lnTo>
                  <a:lnTo>
                    <a:pt x="13628" y="3030"/>
                  </a:lnTo>
                  <a:lnTo>
                    <a:pt x="13272" y="2917"/>
                  </a:lnTo>
                  <a:lnTo>
                    <a:pt x="12871" y="2862"/>
                  </a:lnTo>
                  <a:lnTo>
                    <a:pt x="12514" y="2862"/>
                  </a:lnTo>
                  <a:lnTo>
                    <a:pt x="12114" y="2917"/>
                  </a:lnTo>
                  <a:lnTo>
                    <a:pt x="11758" y="3030"/>
                  </a:lnTo>
                  <a:lnTo>
                    <a:pt x="11401" y="3142"/>
                  </a:lnTo>
                  <a:lnTo>
                    <a:pt x="11045" y="3366"/>
                  </a:lnTo>
                  <a:lnTo>
                    <a:pt x="10733" y="3591"/>
                  </a:lnTo>
                  <a:lnTo>
                    <a:pt x="10421" y="3815"/>
                  </a:lnTo>
                  <a:lnTo>
                    <a:pt x="10109" y="4151"/>
                  </a:lnTo>
                  <a:lnTo>
                    <a:pt x="9575" y="4769"/>
                  </a:lnTo>
                  <a:lnTo>
                    <a:pt x="9086" y="5554"/>
                  </a:lnTo>
                  <a:lnTo>
                    <a:pt x="8640" y="6340"/>
                  </a:lnTo>
                  <a:lnTo>
                    <a:pt x="8239" y="7126"/>
                  </a:lnTo>
                  <a:lnTo>
                    <a:pt x="7438" y="8920"/>
                  </a:lnTo>
                  <a:lnTo>
                    <a:pt x="7036" y="9875"/>
                  </a:lnTo>
                  <a:lnTo>
                    <a:pt x="6592" y="10772"/>
                  </a:lnTo>
                  <a:lnTo>
                    <a:pt x="6056" y="11614"/>
                  </a:lnTo>
                  <a:lnTo>
                    <a:pt x="5789" y="12007"/>
                  </a:lnTo>
                  <a:lnTo>
                    <a:pt x="5478" y="12343"/>
                  </a:lnTo>
                  <a:lnTo>
                    <a:pt x="5166" y="12680"/>
                  </a:lnTo>
                  <a:lnTo>
                    <a:pt x="4809" y="12960"/>
                  </a:lnTo>
                  <a:lnTo>
                    <a:pt x="4454" y="13185"/>
                  </a:lnTo>
                  <a:lnTo>
                    <a:pt x="4053" y="13353"/>
                  </a:lnTo>
                  <a:lnTo>
                    <a:pt x="3652" y="13521"/>
                  </a:lnTo>
                  <a:lnTo>
                    <a:pt x="3295" y="13634"/>
                  </a:lnTo>
                  <a:lnTo>
                    <a:pt x="3162" y="9482"/>
                  </a:lnTo>
                  <a:lnTo>
                    <a:pt x="3117" y="4769"/>
                  </a:lnTo>
                  <a:lnTo>
                    <a:pt x="3162" y="2300"/>
                  </a:lnTo>
                  <a:lnTo>
                    <a:pt x="3117" y="1739"/>
                  </a:lnTo>
                  <a:lnTo>
                    <a:pt x="3295" y="2132"/>
                  </a:lnTo>
                  <a:lnTo>
                    <a:pt x="3474" y="2525"/>
                  </a:lnTo>
                  <a:lnTo>
                    <a:pt x="3519" y="2637"/>
                  </a:lnTo>
                  <a:lnTo>
                    <a:pt x="3607" y="2693"/>
                  </a:lnTo>
                  <a:lnTo>
                    <a:pt x="3786" y="2693"/>
                  </a:lnTo>
                  <a:lnTo>
                    <a:pt x="3874" y="2580"/>
                  </a:lnTo>
                  <a:lnTo>
                    <a:pt x="3919" y="2525"/>
                  </a:lnTo>
                  <a:lnTo>
                    <a:pt x="3963" y="2412"/>
                  </a:lnTo>
                  <a:lnTo>
                    <a:pt x="3963" y="2300"/>
                  </a:lnTo>
                  <a:lnTo>
                    <a:pt x="3829" y="1739"/>
                  </a:lnTo>
                  <a:lnTo>
                    <a:pt x="3607" y="1178"/>
                  </a:lnTo>
                  <a:lnTo>
                    <a:pt x="3117" y="168"/>
                  </a:lnTo>
                  <a:lnTo>
                    <a:pt x="3028" y="57"/>
                  </a:lnTo>
                  <a:lnTo>
                    <a:pt x="2895" y="0"/>
                  </a:lnTo>
                  <a:close/>
                  <a:moveTo>
                    <a:pt x="18884" y="19188"/>
                  </a:moveTo>
                  <a:lnTo>
                    <a:pt x="18794" y="19245"/>
                  </a:lnTo>
                  <a:lnTo>
                    <a:pt x="18661" y="19300"/>
                  </a:lnTo>
                  <a:lnTo>
                    <a:pt x="18483" y="19524"/>
                  </a:lnTo>
                  <a:lnTo>
                    <a:pt x="18305" y="19749"/>
                  </a:lnTo>
                  <a:lnTo>
                    <a:pt x="18305" y="19806"/>
                  </a:lnTo>
                  <a:lnTo>
                    <a:pt x="17993" y="19581"/>
                  </a:lnTo>
                  <a:lnTo>
                    <a:pt x="17637" y="19413"/>
                  </a:lnTo>
                  <a:lnTo>
                    <a:pt x="17547" y="19413"/>
                  </a:lnTo>
                  <a:lnTo>
                    <a:pt x="17503" y="19468"/>
                  </a:lnTo>
                  <a:lnTo>
                    <a:pt x="17458" y="19581"/>
                  </a:lnTo>
                  <a:lnTo>
                    <a:pt x="17458" y="19693"/>
                  </a:lnTo>
                  <a:lnTo>
                    <a:pt x="17681" y="20029"/>
                  </a:lnTo>
                  <a:lnTo>
                    <a:pt x="17948" y="20366"/>
                  </a:lnTo>
                  <a:lnTo>
                    <a:pt x="17814" y="20591"/>
                  </a:lnTo>
                  <a:lnTo>
                    <a:pt x="17592" y="20984"/>
                  </a:lnTo>
                  <a:lnTo>
                    <a:pt x="17503" y="21208"/>
                  </a:lnTo>
                  <a:lnTo>
                    <a:pt x="17503" y="21432"/>
                  </a:lnTo>
                  <a:lnTo>
                    <a:pt x="17547" y="21545"/>
                  </a:lnTo>
                  <a:lnTo>
                    <a:pt x="17592" y="21600"/>
                  </a:lnTo>
                  <a:lnTo>
                    <a:pt x="17726" y="21600"/>
                  </a:lnTo>
                  <a:lnTo>
                    <a:pt x="17814" y="21545"/>
                  </a:lnTo>
                  <a:lnTo>
                    <a:pt x="17948" y="21488"/>
                  </a:lnTo>
                  <a:lnTo>
                    <a:pt x="18081" y="21264"/>
                  </a:lnTo>
                  <a:lnTo>
                    <a:pt x="18393" y="20759"/>
                  </a:lnTo>
                  <a:lnTo>
                    <a:pt x="18928" y="21264"/>
                  </a:lnTo>
                  <a:lnTo>
                    <a:pt x="19061" y="21320"/>
                  </a:lnTo>
                  <a:lnTo>
                    <a:pt x="19151" y="21320"/>
                  </a:lnTo>
                  <a:lnTo>
                    <a:pt x="19240" y="21264"/>
                  </a:lnTo>
                  <a:lnTo>
                    <a:pt x="19285" y="21152"/>
                  </a:lnTo>
                  <a:lnTo>
                    <a:pt x="19330" y="21040"/>
                  </a:lnTo>
                  <a:lnTo>
                    <a:pt x="19330" y="20759"/>
                  </a:lnTo>
                  <a:lnTo>
                    <a:pt x="19240" y="20647"/>
                  </a:lnTo>
                  <a:lnTo>
                    <a:pt x="18705" y="20142"/>
                  </a:lnTo>
                  <a:lnTo>
                    <a:pt x="18794" y="20029"/>
                  </a:lnTo>
                  <a:lnTo>
                    <a:pt x="18928" y="19693"/>
                  </a:lnTo>
                  <a:lnTo>
                    <a:pt x="19017" y="19581"/>
                  </a:lnTo>
                  <a:lnTo>
                    <a:pt x="19106" y="19524"/>
                  </a:lnTo>
                  <a:lnTo>
                    <a:pt x="19151" y="19468"/>
                  </a:lnTo>
                  <a:lnTo>
                    <a:pt x="19196" y="19413"/>
                  </a:lnTo>
                  <a:lnTo>
                    <a:pt x="19196" y="19356"/>
                  </a:lnTo>
                  <a:lnTo>
                    <a:pt x="19151" y="19356"/>
                  </a:lnTo>
                  <a:lnTo>
                    <a:pt x="19017" y="19245"/>
                  </a:lnTo>
                  <a:lnTo>
                    <a:pt x="18884" y="19188"/>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354" name="Google Shape;410;p8"/>
            <p:cNvSpPr/>
            <p:nvPr/>
          </p:nvSpPr>
          <p:spPr>
            <a:xfrm>
              <a:off x="1085556" y="258336"/>
              <a:ext cx="548219" cy="51548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968" y="3558"/>
                  </a:moveTo>
                  <a:lnTo>
                    <a:pt x="18398" y="3659"/>
                  </a:lnTo>
                  <a:lnTo>
                    <a:pt x="18398" y="3710"/>
                  </a:lnTo>
                  <a:lnTo>
                    <a:pt x="18350" y="3914"/>
                  </a:lnTo>
                  <a:lnTo>
                    <a:pt x="18254" y="4066"/>
                  </a:lnTo>
                  <a:lnTo>
                    <a:pt x="18063" y="4219"/>
                  </a:lnTo>
                  <a:lnTo>
                    <a:pt x="17920" y="4269"/>
                  </a:lnTo>
                  <a:lnTo>
                    <a:pt x="17681" y="4116"/>
                  </a:lnTo>
                  <a:lnTo>
                    <a:pt x="17728" y="3863"/>
                  </a:lnTo>
                  <a:lnTo>
                    <a:pt x="17825" y="3710"/>
                  </a:lnTo>
                  <a:lnTo>
                    <a:pt x="17873" y="3609"/>
                  </a:lnTo>
                  <a:lnTo>
                    <a:pt x="17968" y="3558"/>
                  </a:lnTo>
                  <a:close/>
                  <a:moveTo>
                    <a:pt x="12281" y="5133"/>
                  </a:moveTo>
                  <a:lnTo>
                    <a:pt x="12806" y="6200"/>
                  </a:lnTo>
                  <a:lnTo>
                    <a:pt x="13236" y="7268"/>
                  </a:lnTo>
                  <a:lnTo>
                    <a:pt x="10847" y="6099"/>
                  </a:lnTo>
                  <a:lnTo>
                    <a:pt x="11565" y="5591"/>
                  </a:lnTo>
                  <a:lnTo>
                    <a:pt x="12281" y="5133"/>
                  </a:lnTo>
                  <a:close/>
                  <a:moveTo>
                    <a:pt x="6881" y="5082"/>
                  </a:moveTo>
                  <a:lnTo>
                    <a:pt x="8314" y="5642"/>
                  </a:lnTo>
                  <a:lnTo>
                    <a:pt x="9652" y="6251"/>
                  </a:lnTo>
                  <a:lnTo>
                    <a:pt x="8314" y="7369"/>
                  </a:lnTo>
                  <a:lnTo>
                    <a:pt x="7025" y="8539"/>
                  </a:lnTo>
                  <a:lnTo>
                    <a:pt x="6928" y="7318"/>
                  </a:lnTo>
                  <a:lnTo>
                    <a:pt x="6881" y="6048"/>
                  </a:lnTo>
                  <a:lnTo>
                    <a:pt x="6881" y="5082"/>
                  </a:lnTo>
                  <a:close/>
                  <a:moveTo>
                    <a:pt x="17060" y="3455"/>
                  </a:moveTo>
                  <a:lnTo>
                    <a:pt x="16965" y="3659"/>
                  </a:lnTo>
                  <a:lnTo>
                    <a:pt x="16917" y="3914"/>
                  </a:lnTo>
                  <a:lnTo>
                    <a:pt x="16868" y="4168"/>
                  </a:lnTo>
                  <a:lnTo>
                    <a:pt x="16917" y="4421"/>
                  </a:lnTo>
                  <a:lnTo>
                    <a:pt x="17060" y="4727"/>
                  </a:lnTo>
                  <a:lnTo>
                    <a:pt x="17251" y="4981"/>
                  </a:lnTo>
                  <a:lnTo>
                    <a:pt x="17490" y="5133"/>
                  </a:lnTo>
                  <a:lnTo>
                    <a:pt x="17776" y="5234"/>
                  </a:lnTo>
                  <a:lnTo>
                    <a:pt x="17968" y="5286"/>
                  </a:lnTo>
                  <a:lnTo>
                    <a:pt x="17633" y="6251"/>
                  </a:lnTo>
                  <a:lnTo>
                    <a:pt x="17251" y="7217"/>
                  </a:lnTo>
                  <a:lnTo>
                    <a:pt x="16821" y="8132"/>
                  </a:lnTo>
                  <a:lnTo>
                    <a:pt x="16343" y="9046"/>
                  </a:lnTo>
                  <a:lnTo>
                    <a:pt x="15196" y="8335"/>
                  </a:lnTo>
                  <a:lnTo>
                    <a:pt x="14049" y="7726"/>
                  </a:lnTo>
                  <a:lnTo>
                    <a:pt x="13811" y="6964"/>
                  </a:lnTo>
                  <a:lnTo>
                    <a:pt x="13476" y="6200"/>
                  </a:lnTo>
                  <a:lnTo>
                    <a:pt x="13189" y="5489"/>
                  </a:lnTo>
                  <a:lnTo>
                    <a:pt x="12806" y="4777"/>
                  </a:lnTo>
                  <a:lnTo>
                    <a:pt x="13811" y="4219"/>
                  </a:lnTo>
                  <a:lnTo>
                    <a:pt x="14336" y="4015"/>
                  </a:lnTo>
                  <a:lnTo>
                    <a:pt x="14862" y="3812"/>
                  </a:lnTo>
                  <a:lnTo>
                    <a:pt x="15435" y="3659"/>
                  </a:lnTo>
                  <a:lnTo>
                    <a:pt x="15960" y="3558"/>
                  </a:lnTo>
                  <a:lnTo>
                    <a:pt x="16534" y="3455"/>
                  </a:lnTo>
                  <a:close/>
                  <a:moveTo>
                    <a:pt x="3392" y="9301"/>
                  </a:moveTo>
                  <a:lnTo>
                    <a:pt x="3488" y="9352"/>
                  </a:lnTo>
                  <a:lnTo>
                    <a:pt x="3584" y="9453"/>
                  </a:lnTo>
                  <a:lnTo>
                    <a:pt x="3631" y="9657"/>
                  </a:lnTo>
                  <a:lnTo>
                    <a:pt x="3584" y="9859"/>
                  </a:lnTo>
                  <a:lnTo>
                    <a:pt x="3536" y="9911"/>
                  </a:lnTo>
                  <a:lnTo>
                    <a:pt x="3392" y="10012"/>
                  </a:lnTo>
                  <a:lnTo>
                    <a:pt x="3201" y="10164"/>
                  </a:lnTo>
                  <a:lnTo>
                    <a:pt x="2819" y="9859"/>
                  </a:lnTo>
                  <a:lnTo>
                    <a:pt x="2963" y="9657"/>
                  </a:lnTo>
                  <a:lnTo>
                    <a:pt x="2963" y="9554"/>
                  </a:lnTo>
                  <a:lnTo>
                    <a:pt x="3201" y="9505"/>
                  </a:lnTo>
                  <a:lnTo>
                    <a:pt x="3536" y="9505"/>
                  </a:lnTo>
                  <a:lnTo>
                    <a:pt x="3536" y="9453"/>
                  </a:lnTo>
                  <a:lnTo>
                    <a:pt x="3488" y="9402"/>
                  </a:lnTo>
                  <a:lnTo>
                    <a:pt x="3392" y="9301"/>
                  </a:lnTo>
                  <a:close/>
                  <a:moveTo>
                    <a:pt x="10895" y="9046"/>
                  </a:moveTo>
                  <a:lnTo>
                    <a:pt x="11134" y="9097"/>
                  </a:lnTo>
                  <a:lnTo>
                    <a:pt x="11277" y="9148"/>
                  </a:lnTo>
                  <a:lnTo>
                    <a:pt x="11277" y="9301"/>
                  </a:lnTo>
                  <a:lnTo>
                    <a:pt x="11325" y="9505"/>
                  </a:lnTo>
                  <a:lnTo>
                    <a:pt x="11325" y="9859"/>
                  </a:lnTo>
                  <a:lnTo>
                    <a:pt x="11277" y="10012"/>
                  </a:lnTo>
                  <a:lnTo>
                    <a:pt x="11230" y="10164"/>
                  </a:lnTo>
                  <a:lnTo>
                    <a:pt x="11134" y="10316"/>
                  </a:lnTo>
                  <a:lnTo>
                    <a:pt x="10895" y="10316"/>
                  </a:lnTo>
                  <a:lnTo>
                    <a:pt x="10560" y="10419"/>
                  </a:lnTo>
                  <a:lnTo>
                    <a:pt x="10225" y="10520"/>
                  </a:lnTo>
                  <a:lnTo>
                    <a:pt x="10035" y="10368"/>
                  </a:lnTo>
                  <a:lnTo>
                    <a:pt x="9939" y="10164"/>
                  </a:lnTo>
                  <a:lnTo>
                    <a:pt x="9844" y="9962"/>
                  </a:lnTo>
                  <a:lnTo>
                    <a:pt x="9892" y="9707"/>
                  </a:lnTo>
                  <a:lnTo>
                    <a:pt x="9987" y="9352"/>
                  </a:lnTo>
                  <a:lnTo>
                    <a:pt x="10130" y="9352"/>
                  </a:lnTo>
                  <a:lnTo>
                    <a:pt x="10225" y="9402"/>
                  </a:lnTo>
                  <a:lnTo>
                    <a:pt x="10322" y="9352"/>
                  </a:lnTo>
                  <a:lnTo>
                    <a:pt x="10369" y="9301"/>
                  </a:lnTo>
                  <a:lnTo>
                    <a:pt x="10513" y="9097"/>
                  </a:lnTo>
                  <a:lnTo>
                    <a:pt x="10895" y="9046"/>
                  </a:lnTo>
                  <a:close/>
                  <a:moveTo>
                    <a:pt x="4109" y="4421"/>
                  </a:moveTo>
                  <a:lnTo>
                    <a:pt x="4682" y="4472"/>
                  </a:lnTo>
                  <a:lnTo>
                    <a:pt x="5257" y="4574"/>
                  </a:lnTo>
                  <a:lnTo>
                    <a:pt x="5782" y="4727"/>
                  </a:lnTo>
                  <a:lnTo>
                    <a:pt x="6355" y="4880"/>
                  </a:lnTo>
                  <a:lnTo>
                    <a:pt x="6308" y="5642"/>
                  </a:lnTo>
                  <a:lnTo>
                    <a:pt x="6308" y="6455"/>
                  </a:lnTo>
                  <a:lnTo>
                    <a:pt x="6355" y="7318"/>
                  </a:lnTo>
                  <a:lnTo>
                    <a:pt x="6498" y="9046"/>
                  </a:lnTo>
                  <a:lnTo>
                    <a:pt x="5447" y="10063"/>
                  </a:lnTo>
                  <a:lnTo>
                    <a:pt x="4922" y="10571"/>
                  </a:lnTo>
                  <a:lnTo>
                    <a:pt x="4396" y="11130"/>
                  </a:lnTo>
                  <a:lnTo>
                    <a:pt x="4252" y="11029"/>
                  </a:lnTo>
                  <a:lnTo>
                    <a:pt x="3774" y="10623"/>
                  </a:lnTo>
                  <a:lnTo>
                    <a:pt x="3917" y="10419"/>
                  </a:lnTo>
                  <a:lnTo>
                    <a:pt x="4062" y="10267"/>
                  </a:lnTo>
                  <a:lnTo>
                    <a:pt x="4109" y="10164"/>
                  </a:lnTo>
                  <a:lnTo>
                    <a:pt x="4157" y="10114"/>
                  </a:lnTo>
                  <a:lnTo>
                    <a:pt x="4157" y="9911"/>
                  </a:lnTo>
                  <a:lnTo>
                    <a:pt x="4205" y="9606"/>
                  </a:lnTo>
                  <a:lnTo>
                    <a:pt x="4157" y="9453"/>
                  </a:lnTo>
                  <a:lnTo>
                    <a:pt x="4109" y="9250"/>
                  </a:lnTo>
                  <a:lnTo>
                    <a:pt x="4062" y="9097"/>
                  </a:lnTo>
                  <a:lnTo>
                    <a:pt x="3966" y="8945"/>
                  </a:lnTo>
                  <a:lnTo>
                    <a:pt x="3871" y="8844"/>
                  </a:lnTo>
                  <a:lnTo>
                    <a:pt x="3727" y="8741"/>
                  </a:lnTo>
                  <a:lnTo>
                    <a:pt x="3584" y="8691"/>
                  </a:lnTo>
                  <a:lnTo>
                    <a:pt x="3392" y="8640"/>
                  </a:lnTo>
                  <a:lnTo>
                    <a:pt x="3249" y="8640"/>
                  </a:lnTo>
                  <a:lnTo>
                    <a:pt x="3058" y="8691"/>
                  </a:lnTo>
                  <a:lnTo>
                    <a:pt x="2771" y="8844"/>
                  </a:lnTo>
                  <a:lnTo>
                    <a:pt x="2484" y="9046"/>
                  </a:lnTo>
                  <a:lnTo>
                    <a:pt x="2293" y="9301"/>
                  </a:lnTo>
                  <a:lnTo>
                    <a:pt x="1720" y="8741"/>
                  </a:lnTo>
                  <a:lnTo>
                    <a:pt x="1242" y="8082"/>
                  </a:lnTo>
                  <a:lnTo>
                    <a:pt x="955" y="7623"/>
                  </a:lnTo>
                  <a:lnTo>
                    <a:pt x="812" y="7166"/>
                  </a:lnTo>
                  <a:lnTo>
                    <a:pt x="717" y="6657"/>
                  </a:lnTo>
                  <a:lnTo>
                    <a:pt x="668" y="6150"/>
                  </a:lnTo>
                  <a:lnTo>
                    <a:pt x="717" y="5895"/>
                  </a:lnTo>
                  <a:lnTo>
                    <a:pt x="812" y="5642"/>
                  </a:lnTo>
                  <a:lnTo>
                    <a:pt x="955" y="5438"/>
                  </a:lnTo>
                  <a:lnTo>
                    <a:pt x="1098" y="5234"/>
                  </a:lnTo>
                  <a:lnTo>
                    <a:pt x="1290" y="5082"/>
                  </a:lnTo>
                  <a:lnTo>
                    <a:pt x="1528" y="4930"/>
                  </a:lnTo>
                  <a:lnTo>
                    <a:pt x="2006" y="4727"/>
                  </a:lnTo>
                  <a:lnTo>
                    <a:pt x="2484" y="4524"/>
                  </a:lnTo>
                  <a:lnTo>
                    <a:pt x="3011" y="4421"/>
                  </a:lnTo>
                  <a:close/>
                  <a:moveTo>
                    <a:pt x="14336" y="8589"/>
                  </a:moveTo>
                  <a:lnTo>
                    <a:pt x="16008" y="9554"/>
                  </a:lnTo>
                  <a:lnTo>
                    <a:pt x="15482" y="10368"/>
                  </a:lnTo>
                  <a:lnTo>
                    <a:pt x="14957" y="11130"/>
                  </a:lnTo>
                  <a:lnTo>
                    <a:pt x="14766" y="10267"/>
                  </a:lnTo>
                  <a:lnTo>
                    <a:pt x="14574" y="9352"/>
                  </a:lnTo>
                  <a:lnTo>
                    <a:pt x="14336" y="8589"/>
                  </a:lnTo>
                  <a:close/>
                  <a:moveTo>
                    <a:pt x="9462" y="11333"/>
                  </a:moveTo>
                  <a:lnTo>
                    <a:pt x="9652" y="11435"/>
                  </a:lnTo>
                  <a:lnTo>
                    <a:pt x="9892" y="11486"/>
                  </a:lnTo>
                  <a:lnTo>
                    <a:pt x="10369" y="11486"/>
                  </a:lnTo>
                  <a:lnTo>
                    <a:pt x="10035" y="11537"/>
                  </a:lnTo>
                  <a:lnTo>
                    <a:pt x="9844" y="11537"/>
                  </a:lnTo>
                  <a:lnTo>
                    <a:pt x="9700" y="11486"/>
                  </a:lnTo>
                  <a:lnTo>
                    <a:pt x="9557" y="11435"/>
                  </a:lnTo>
                  <a:lnTo>
                    <a:pt x="9462" y="11333"/>
                  </a:lnTo>
                  <a:close/>
                  <a:moveTo>
                    <a:pt x="10657" y="8284"/>
                  </a:moveTo>
                  <a:lnTo>
                    <a:pt x="10417" y="8335"/>
                  </a:lnTo>
                  <a:lnTo>
                    <a:pt x="10179" y="8436"/>
                  </a:lnTo>
                  <a:lnTo>
                    <a:pt x="9987" y="8640"/>
                  </a:lnTo>
                  <a:lnTo>
                    <a:pt x="9652" y="8792"/>
                  </a:lnTo>
                  <a:lnTo>
                    <a:pt x="9366" y="9046"/>
                  </a:lnTo>
                  <a:lnTo>
                    <a:pt x="9079" y="9301"/>
                  </a:lnTo>
                  <a:lnTo>
                    <a:pt x="8841" y="9606"/>
                  </a:lnTo>
                  <a:lnTo>
                    <a:pt x="8697" y="9809"/>
                  </a:lnTo>
                  <a:lnTo>
                    <a:pt x="8649" y="10063"/>
                  </a:lnTo>
                  <a:lnTo>
                    <a:pt x="8554" y="10267"/>
                  </a:lnTo>
                  <a:lnTo>
                    <a:pt x="8554" y="10977"/>
                  </a:lnTo>
                  <a:lnTo>
                    <a:pt x="8697" y="11435"/>
                  </a:lnTo>
                  <a:lnTo>
                    <a:pt x="8841" y="11689"/>
                  </a:lnTo>
                  <a:lnTo>
                    <a:pt x="8984" y="11893"/>
                  </a:lnTo>
                  <a:lnTo>
                    <a:pt x="9174" y="12046"/>
                  </a:lnTo>
                  <a:lnTo>
                    <a:pt x="9366" y="12147"/>
                  </a:lnTo>
                  <a:lnTo>
                    <a:pt x="9605" y="12198"/>
                  </a:lnTo>
                  <a:lnTo>
                    <a:pt x="9844" y="12248"/>
                  </a:lnTo>
                  <a:lnTo>
                    <a:pt x="10322" y="12248"/>
                  </a:lnTo>
                  <a:lnTo>
                    <a:pt x="10752" y="12147"/>
                  </a:lnTo>
                  <a:lnTo>
                    <a:pt x="11182" y="11943"/>
                  </a:lnTo>
                  <a:lnTo>
                    <a:pt x="11612" y="11588"/>
                  </a:lnTo>
                  <a:lnTo>
                    <a:pt x="11995" y="11181"/>
                  </a:lnTo>
                  <a:lnTo>
                    <a:pt x="12328" y="10724"/>
                  </a:lnTo>
                  <a:lnTo>
                    <a:pt x="12425" y="10520"/>
                  </a:lnTo>
                  <a:lnTo>
                    <a:pt x="12520" y="10267"/>
                  </a:lnTo>
                  <a:lnTo>
                    <a:pt x="12568" y="10012"/>
                  </a:lnTo>
                  <a:lnTo>
                    <a:pt x="12568" y="9505"/>
                  </a:lnTo>
                  <a:lnTo>
                    <a:pt x="12471" y="9301"/>
                  </a:lnTo>
                  <a:lnTo>
                    <a:pt x="12328" y="9046"/>
                  </a:lnTo>
                  <a:lnTo>
                    <a:pt x="11995" y="8691"/>
                  </a:lnTo>
                  <a:lnTo>
                    <a:pt x="11803" y="8589"/>
                  </a:lnTo>
                  <a:lnTo>
                    <a:pt x="11373" y="8386"/>
                  </a:lnTo>
                  <a:lnTo>
                    <a:pt x="10895" y="8284"/>
                  </a:lnTo>
                  <a:close/>
                  <a:moveTo>
                    <a:pt x="6595" y="9809"/>
                  </a:moveTo>
                  <a:lnTo>
                    <a:pt x="6833" y="11333"/>
                  </a:lnTo>
                  <a:lnTo>
                    <a:pt x="7120" y="12859"/>
                  </a:lnTo>
                  <a:lnTo>
                    <a:pt x="6020" y="12198"/>
                  </a:lnTo>
                  <a:lnTo>
                    <a:pt x="4922" y="11486"/>
                  </a:lnTo>
                  <a:lnTo>
                    <a:pt x="5782" y="10623"/>
                  </a:lnTo>
                  <a:lnTo>
                    <a:pt x="6595" y="9809"/>
                  </a:lnTo>
                  <a:close/>
                  <a:moveTo>
                    <a:pt x="10274" y="6556"/>
                  </a:moveTo>
                  <a:lnTo>
                    <a:pt x="11946" y="7318"/>
                  </a:lnTo>
                  <a:lnTo>
                    <a:pt x="13523" y="8132"/>
                  </a:lnTo>
                  <a:lnTo>
                    <a:pt x="13811" y="9046"/>
                  </a:lnTo>
                  <a:lnTo>
                    <a:pt x="14049" y="9962"/>
                  </a:lnTo>
                  <a:lnTo>
                    <a:pt x="14241" y="10876"/>
                  </a:lnTo>
                  <a:lnTo>
                    <a:pt x="14431" y="11842"/>
                  </a:lnTo>
                  <a:lnTo>
                    <a:pt x="13763" y="12604"/>
                  </a:lnTo>
                  <a:lnTo>
                    <a:pt x="13046" y="13366"/>
                  </a:lnTo>
                  <a:lnTo>
                    <a:pt x="12281" y="14078"/>
                  </a:lnTo>
                  <a:lnTo>
                    <a:pt x="11517" y="14789"/>
                  </a:lnTo>
                  <a:lnTo>
                    <a:pt x="10560" y="14434"/>
                  </a:lnTo>
                  <a:lnTo>
                    <a:pt x="9605" y="14078"/>
                  </a:lnTo>
                  <a:lnTo>
                    <a:pt x="8697" y="13671"/>
                  </a:lnTo>
                  <a:lnTo>
                    <a:pt x="7789" y="13214"/>
                  </a:lnTo>
                  <a:lnTo>
                    <a:pt x="7454" y="11282"/>
                  </a:lnTo>
                  <a:lnTo>
                    <a:pt x="7120" y="9301"/>
                  </a:lnTo>
                  <a:lnTo>
                    <a:pt x="8697" y="7928"/>
                  </a:lnTo>
                  <a:lnTo>
                    <a:pt x="10274" y="6556"/>
                  </a:lnTo>
                  <a:close/>
                  <a:moveTo>
                    <a:pt x="14527" y="12706"/>
                  </a:moveTo>
                  <a:lnTo>
                    <a:pt x="14622" y="14078"/>
                  </a:lnTo>
                  <a:lnTo>
                    <a:pt x="14622" y="15552"/>
                  </a:lnTo>
                  <a:lnTo>
                    <a:pt x="13428" y="15297"/>
                  </a:lnTo>
                  <a:lnTo>
                    <a:pt x="12233" y="14993"/>
                  </a:lnTo>
                  <a:lnTo>
                    <a:pt x="13046" y="14282"/>
                  </a:lnTo>
                  <a:lnTo>
                    <a:pt x="13763" y="13570"/>
                  </a:lnTo>
                  <a:lnTo>
                    <a:pt x="14527" y="12706"/>
                  </a:lnTo>
                  <a:close/>
                  <a:moveTo>
                    <a:pt x="16582" y="9911"/>
                  </a:moveTo>
                  <a:lnTo>
                    <a:pt x="17251" y="10368"/>
                  </a:lnTo>
                  <a:lnTo>
                    <a:pt x="17920" y="10825"/>
                  </a:lnTo>
                  <a:lnTo>
                    <a:pt x="18541" y="11333"/>
                  </a:lnTo>
                  <a:lnTo>
                    <a:pt x="19114" y="11893"/>
                  </a:lnTo>
                  <a:lnTo>
                    <a:pt x="19688" y="12503"/>
                  </a:lnTo>
                  <a:lnTo>
                    <a:pt x="20166" y="13112"/>
                  </a:lnTo>
                  <a:lnTo>
                    <a:pt x="20596" y="13773"/>
                  </a:lnTo>
                  <a:lnTo>
                    <a:pt x="20930" y="14484"/>
                  </a:lnTo>
                  <a:lnTo>
                    <a:pt x="21170" y="15247"/>
                  </a:lnTo>
                  <a:lnTo>
                    <a:pt x="21074" y="15297"/>
                  </a:lnTo>
                  <a:lnTo>
                    <a:pt x="20787" y="15501"/>
                  </a:lnTo>
                  <a:lnTo>
                    <a:pt x="20452" y="15653"/>
                  </a:lnTo>
                  <a:lnTo>
                    <a:pt x="20119" y="15755"/>
                  </a:lnTo>
                  <a:lnTo>
                    <a:pt x="19784" y="15857"/>
                  </a:lnTo>
                  <a:lnTo>
                    <a:pt x="19688" y="15755"/>
                  </a:lnTo>
                  <a:lnTo>
                    <a:pt x="19641" y="15806"/>
                  </a:lnTo>
                  <a:lnTo>
                    <a:pt x="18541" y="15857"/>
                  </a:lnTo>
                  <a:lnTo>
                    <a:pt x="17442" y="15806"/>
                  </a:lnTo>
                  <a:lnTo>
                    <a:pt x="16390" y="15755"/>
                  </a:lnTo>
                  <a:lnTo>
                    <a:pt x="15292" y="15653"/>
                  </a:lnTo>
                  <a:lnTo>
                    <a:pt x="15244" y="14129"/>
                  </a:lnTo>
                  <a:lnTo>
                    <a:pt x="15196" y="13112"/>
                  </a:lnTo>
                  <a:lnTo>
                    <a:pt x="15100" y="12046"/>
                  </a:lnTo>
                  <a:lnTo>
                    <a:pt x="15865" y="10977"/>
                  </a:lnTo>
                  <a:lnTo>
                    <a:pt x="16582" y="9911"/>
                  </a:lnTo>
                  <a:close/>
                  <a:moveTo>
                    <a:pt x="7979" y="14078"/>
                  </a:moveTo>
                  <a:lnTo>
                    <a:pt x="8841" y="14484"/>
                  </a:lnTo>
                  <a:lnTo>
                    <a:pt x="9700" y="14840"/>
                  </a:lnTo>
                  <a:lnTo>
                    <a:pt x="10847" y="15247"/>
                  </a:lnTo>
                  <a:lnTo>
                    <a:pt x="9844" y="16009"/>
                  </a:lnTo>
                  <a:lnTo>
                    <a:pt x="8744" y="16619"/>
                  </a:lnTo>
                  <a:lnTo>
                    <a:pt x="8601" y="16720"/>
                  </a:lnTo>
                  <a:lnTo>
                    <a:pt x="8266" y="15349"/>
                  </a:lnTo>
                  <a:lnTo>
                    <a:pt x="7979" y="14078"/>
                  </a:lnTo>
                  <a:close/>
                  <a:moveTo>
                    <a:pt x="4492" y="11994"/>
                  </a:moveTo>
                  <a:lnTo>
                    <a:pt x="5065" y="12400"/>
                  </a:lnTo>
                  <a:lnTo>
                    <a:pt x="6165" y="13061"/>
                  </a:lnTo>
                  <a:lnTo>
                    <a:pt x="7311" y="13722"/>
                  </a:lnTo>
                  <a:lnTo>
                    <a:pt x="7646" y="15349"/>
                  </a:lnTo>
                  <a:lnTo>
                    <a:pt x="7836" y="16162"/>
                  </a:lnTo>
                  <a:lnTo>
                    <a:pt x="8076" y="17025"/>
                  </a:lnTo>
                  <a:lnTo>
                    <a:pt x="7406" y="17331"/>
                  </a:lnTo>
                  <a:lnTo>
                    <a:pt x="6690" y="17636"/>
                  </a:lnTo>
                  <a:lnTo>
                    <a:pt x="6020" y="17838"/>
                  </a:lnTo>
                  <a:lnTo>
                    <a:pt x="5304" y="17991"/>
                  </a:lnTo>
                  <a:lnTo>
                    <a:pt x="4825" y="17991"/>
                  </a:lnTo>
                  <a:lnTo>
                    <a:pt x="4396" y="17941"/>
                  </a:lnTo>
                  <a:lnTo>
                    <a:pt x="3966" y="17838"/>
                  </a:lnTo>
                  <a:lnTo>
                    <a:pt x="3536" y="17585"/>
                  </a:lnTo>
                  <a:lnTo>
                    <a:pt x="3344" y="17432"/>
                  </a:lnTo>
                  <a:lnTo>
                    <a:pt x="3201" y="17229"/>
                  </a:lnTo>
                  <a:lnTo>
                    <a:pt x="3058" y="17025"/>
                  </a:lnTo>
                  <a:lnTo>
                    <a:pt x="2963" y="16772"/>
                  </a:lnTo>
                  <a:lnTo>
                    <a:pt x="2819" y="16314"/>
                  </a:lnTo>
                  <a:lnTo>
                    <a:pt x="2819" y="15755"/>
                  </a:lnTo>
                  <a:lnTo>
                    <a:pt x="2866" y="15247"/>
                  </a:lnTo>
                  <a:lnTo>
                    <a:pt x="2963" y="14739"/>
                  </a:lnTo>
                  <a:lnTo>
                    <a:pt x="3106" y="14231"/>
                  </a:lnTo>
                  <a:lnTo>
                    <a:pt x="3297" y="13773"/>
                  </a:lnTo>
                  <a:lnTo>
                    <a:pt x="3536" y="13265"/>
                  </a:lnTo>
                  <a:lnTo>
                    <a:pt x="3822" y="12859"/>
                  </a:lnTo>
                  <a:lnTo>
                    <a:pt x="4157" y="12400"/>
                  </a:lnTo>
                  <a:lnTo>
                    <a:pt x="4492" y="11994"/>
                  </a:lnTo>
                  <a:close/>
                  <a:moveTo>
                    <a:pt x="10800" y="19465"/>
                  </a:moveTo>
                  <a:lnTo>
                    <a:pt x="10943" y="19516"/>
                  </a:lnTo>
                  <a:lnTo>
                    <a:pt x="10943" y="19872"/>
                  </a:lnTo>
                  <a:lnTo>
                    <a:pt x="10895" y="20075"/>
                  </a:lnTo>
                  <a:lnTo>
                    <a:pt x="10800" y="20227"/>
                  </a:lnTo>
                  <a:lnTo>
                    <a:pt x="10657" y="20329"/>
                  </a:lnTo>
                  <a:lnTo>
                    <a:pt x="10369" y="20075"/>
                  </a:lnTo>
                  <a:lnTo>
                    <a:pt x="10130" y="19821"/>
                  </a:lnTo>
                  <a:lnTo>
                    <a:pt x="10225" y="19617"/>
                  </a:lnTo>
                  <a:lnTo>
                    <a:pt x="10417" y="19516"/>
                  </a:lnTo>
                  <a:lnTo>
                    <a:pt x="10608" y="19465"/>
                  </a:lnTo>
                  <a:close/>
                  <a:moveTo>
                    <a:pt x="11612" y="15501"/>
                  </a:moveTo>
                  <a:lnTo>
                    <a:pt x="13093" y="15907"/>
                  </a:lnTo>
                  <a:lnTo>
                    <a:pt x="14622" y="16213"/>
                  </a:lnTo>
                  <a:lnTo>
                    <a:pt x="14574" y="17025"/>
                  </a:lnTo>
                  <a:lnTo>
                    <a:pt x="14479" y="17788"/>
                  </a:lnTo>
                  <a:lnTo>
                    <a:pt x="14288" y="18602"/>
                  </a:lnTo>
                  <a:lnTo>
                    <a:pt x="14097" y="19364"/>
                  </a:lnTo>
                  <a:lnTo>
                    <a:pt x="13858" y="19770"/>
                  </a:lnTo>
                  <a:lnTo>
                    <a:pt x="13619" y="20177"/>
                  </a:lnTo>
                  <a:lnTo>
                    <a:pt x="13284" y="20532"/>
                  </a:lnTo>
                  <a:lnTo>
                    <a:pt x="12903" y="20787"/>
                  </a:lnTo>
                  <a:lnTo>
                    <a:pt x="12568" y="20939"/>
                  </a:lnTo>
                  <a:lnTo>
                    <a:pt x="12233" y="20990"/>
                  </a:lnTo>
                  <a:lnTo>
                    <a:pt x="11851" y="20939"/>
                  </a:lnTo>
                  <a:lnTo>
                    <a:pt x="11517" y="20838"/>
                  </a:lnTo>
                  <a:lnTo>
                    <a:pt x="11660" y="20583"/>
                  </a:lnTo>
                  <a:lnTo>
                    <a:pt x="11708" y="20329"/>
                  </a:lnTo>
                  <a:lnTo>
                    <a:pt x="11803" y="20025"/>
                  </a:lnTo>
                  <a:lnTo>
                    <a:pt x="11803" y="19770"/>
                  </a:lnTo>
                  <a:lnTo>
                    <a:pt x="11755" y="19516"/>
                  </a:lnTo>
                  <a:lnTo>
                    <a:pt x="11660" y="19364"/>
                  </a:lnTo>
                  <a:lnTo>
                    <a:pt x="11517" y="19160"/>
                  </a:lnTo>
                  <a:lnTo>
                    <a:pt x="11373" y="19059"/>
                  </a:lnTo>
                  <a:lnTo>
                    <a:pt x="11134" y="18907"/>
                  </a:lnTo>
                  <a:lnTo>
                    <a:pt x="10943" y="18855"/>
                  </a:lnTo>
                  <a:lnTo>
                    <a:pt x="10752" y="18804"/>
                  </a:lnTo>
                  <a:lnTo>
                    <a:pt x="10513" y="18804"/>
                  </a:lnTo>
                  <a:lnTo>
                    <a:pt x="10274" y="18855"/>
                  </a:lnTo>
                  <a:lnTo>
                    <a:pt x="10082" y="18956"/>
                  </a:lnTo>
                  <a:lnTo>
                    <a:pt x="9892" y="19109"/>
                  </a:lnTo>
                  <a:lnTo>
                    <a:pt x="9700" y="19261"/>
                  </a:lnTo>
                  <a:lnTo>
                    <a:pt x="9462" y="18855"/>
                  </a:lnTo>
                  <a:lnTo>
                    <a:pt x="9222" y="18347"/>
                  </a:lnTo>
                  <a:lnTo>
                    <a:pt x="8984" y="17890"/>
                  </a:lnTo>
                  <a:lnTo>
                    <a:pt x="8792" y="17381"/>
                  </a:lnTo>
                  <a:lnTo>
                    <a:pt x="10179" y="16568"/>
                  </a:lnTo>
                  <a:lnTo>
                    <a:pt x="10895" y="16059"/>
                  </a:lnTo>
                  <a:lnTo>
                    <a:pt x="11612" y="15501"/>
                  </a:lnTo>
                  <a:close/>
                  <a:moveTo>
                    <a:pt x="8458" y="0"/>
                  </a:moveTo>
                  <a:lnTo>
                    <a:pt x="8028" y="407"/>
                  </a:lnTo>
                  <a:lnTo>
                    <a:pt x="7646" y="865"/>
                  </a:lnTo>
                  <a:lnTo>
                    <a:pt x="7311" y="1373"/>
                  </a:lnTo>
                  <a:lnTo>
                    <a:pt x="7071" y="1931"/>
                  </a:lnTo>
                  <a:lnTo>
                    <a:pt x="6833" y="2491"/>
                  </a:lnTo>
                  <a:lnTo>
                    <a:pt x="6642" y="3049"/>
                  </a:lnTo>
                  <a:lnTo>
                    <a:pt x="6546" y="3659"/>
                  </a:lnTo>
                  <a:lnTo>
                    <a:pt x="6451" y="4269"/>
                  </a:lnTo>
                  <a:lnTo>
                    <a:pt x="5495" y="4015"/>
                  </a:lnTo>
                  <a:lnTo>
                    <a:pt x="4539" y="3863"/>
                  </a:lnTo>
                  <a:lnTo>
                    <a:pt x="3584" y="3762"/>
                  </a:lnTo>
                  <a:lnTo>
                    <a:pt x="3106" y="3812"/>
                  </a:lnTo>
                  <a:lnTo>
                    <a:pt x="2676" y="3863"/>
                  </a:lnTo>
                  <a:lnTo>
                    <a:pt x="2246" y="3914"/>
                  </a:lnTo>
                  <a:lnTo>
                    <a:pt x="1815" y="4015"/>
                  </a:lnTo>
                  <a:lnTo>
                    <a:pt x="1433" y="4219"/>
                  </a:lnTo>
                  <a:lnTo>
                    <a:pt x="1051" y="4421"/>
                  </a:lnTo>
                  <a:lnTo>
                    <a:pt x="717" y="4625"/>
                  </a:lnTo>
                  <a:lnTo>
                    <a:pt x="477" y="4930"/>
                  </a:lnTo>
                  <a:lnTo>
                    <a:pt x="238" y="5286"/>
                  </a:lnTo>
                  <a:lnTo>
                    <a:pt x="95" y="5692"/>
                  </a:lnTo>
                  <a:lnTo>
                    <a:pt x="0" y="6099"/>
                  </a:lnTo>
                  <a:lnTo>
                    <a:pt x="0" y="6556"/>
                  </a:lnTo>
                  <a:lnTo>
                    <a:pt x="47" y="6964"/>
                  </a:lnTo>
                  <a:lnTo>
                    <a:pt x="190" y="7421"/>
                  </a:lnTo>
                  <a:lnTo>
                    <a:pt x="334" y="7827"/>
                  </a:lnTo>
                  <a:lnTo>
                    <a:pt x="573" y="8234"/>
                  </a:lnTo>
                  <a:lnTo>
                    <a:pt x="812" y="8640"/>
                  </a:lnTo>
                  <a:lnTo>
                    <a:pt x="1098" y="8996"/>
                  </a:lnTo>
                  <a:lnTo>
                    <a:pt x="1576" y="9505"/>
                  </a:lnTo>
                  <a:lnTo>
                    <a:pt x="2103" y="10063"/>
                  </a:lnTo>
                  <a:lnTo>
                    <a:pt x="2103" y="10419"/>
                  </a:lnTo>
                  <a:lnTo>
                    <a:pt x="2198" y="10775"/>
                  </a:lnTo>
                  <a:lnTo>
                    <a:pt x="2246" y="10927"/>
                  </a:lnTo>
                  <a:lnTo>
                    <a:pt x="2389" y="11029"/>
                  </a:lnTo>
                  <a:lnTo>
                    <a:pt x="2484" y="11130"/>
                  </a:lnTo>
                  <a:lnTo>
                    <a:pt x="2676" y="11181"/>
                  </a:lnTo>
                  <a:lnTo>
                    <a:pt x="2819" y="11232"/>
                  </a:lnTo>
                  <a:lnTo>
                    <a:pt x="2963" y="11181"/>
                  </a:lnTo>
                  <a:lnTo>
                    <a:pt x="3297" y="11080"/>
                  </a:lnTo>
                  <a:lnTo>
                    <a:pt x="3966" y="11638"/>
                  </a:lnTo>
                  <a:lnTo>
                    <a:pt x="3441" y="12350"/>
                  </a:lnTo>
                  <a:lnTo>
                    <a:pt x="3011" y="13112"/>
                  </a:lnTo>
                  <a:lnTo>
                    <a:pt x="2628" y="13926"/>
                  </a:lnTo>
                  <a:lnTo>
                    <a:pt x="2436" y="14332"/>
                  </a:lnTo>
                  <a:lnTo>
                    <a:pt x="2341" y="14789"/>
                  </a:lnTo>
                  <a:lnTo>
                    <a:pt x="2246" y="15196"/>
                  </a:lnTo>
                  <a:lnTo>
                    <a:pt x="2198" y="15602"/>
                  </a:lnTo>
                  <a:lnTo>
                    <a:pt x="2198" y="16009"/>
                  </a:lnTo>
                  <a:lnTo>
                    <a:pt x="2246" y="16467"/>
                  </a:lnTo>
                  <a:lnTo>
                    <a:pt x="2341" y="16823"/>
                  </a:lnTo>
                  <a:lnTo>
                    <a:pt x="2484" y="17229"/>
                  </a:lnTo>
                  <a:lnTo>
                    <a:pt x="2676" y="17585"/>
                  </a:lnTo>
                  <a:lnTo>
                    <a:pt x="2914" y="17890"/>
                  </a:lnTo>
                  <a:lnTo>
                    <a:pt x="3249" y="18194"/>
                  </a:lnTo>
                  <a:lnTo>
                    <a:pt x="3631" y="18398"/>
                  </a:lnTo>
                  <a:lnTo>
                    <a:pt x="3966" y="18551"/>
                  </a:lnTo>
                  <a:lnTo>
                    <a:pt x="4396" y="18602"/>
                  </a:lnTo>
                  <a:lnTo>
                    <a:pt x="4779" y="18652"/>
                  </a:lnTo>
                  <a:lnTo>
                    <a:pt x="5208" y="18652"/>
                  </a:lnTo>
                  <a:lnTo>
                    <a:pt x="5590" y="18602"/>
                  </a:lnTo>
                  <a:lnTo>
                    <a:pt x="5973" y="18551"/>
                  </a:lnTo>
                  <a:lnTo>
                    <a:pt x="6546" y="18347"/>
                  </a:lnTo>
                  <a:lnTo>
                    <a:pt x="7168" y="18143"/>
                  </a:lnTo>
                  <a:lnTo>
                    <a:pt x="7693" y="17941"/>
                  </a:lnTo>
                  <a:lnTo>
                    <a:pt x="8266" y="17636"/>
                  </a:lnTo>
                  <a:lnTo>
                    <a:pt x="8506" y="18246"/>
                  </a:lnTo>
                  <a:lnTo>
                    <a:pt x="8744" y="18804"/>
                  </a:lnTo>
                  <a:lnTo>
                    <a:pt x="9079" y="19364"/>
                  </a:lnTo>
                  <a:lnTo>
                    <a:pt x="9414" y="19872"/>
                  </a:lnTo>
                  <a:lnTo>
                    <a:pt x="9317" y="20126"/>
                  </a:lnTo>
                  <a:lnTo>
                    <a:pt x="9271" y="20379"/>
                  </a:lnTo>
                  <a:lnTo>
                    <a:pt x="9317" y="20634"/>
                  </a:lnTo>
                  <a:lnTo>
                    <a:pt x="9414" y="20888"/>
                  </a:lnTo>
                  <a:lnTo>
                    <a:pt x="9557" y="21092"/>
                  </a:lnTo>
                  <a:lnTo>
                    <a:pt x="9749" y="21244"/>
                  </a:lnTo>
                  <a:lnTo>
                    <a:pt x="9939" y="21345"/>
                  </a:lnTo>
                  <a:lnTo>
                    <a:pt x="10130" y="21448"/>
                  </a:lnTo>
                  <a:lnTo>
                    <a:pt x="10322" y="21497"/>
                  </a:lnTo>
                  <a:lnTo>
                    <a:pt x="10560" y="21497"/>
                  </a:lnTo>
                  <a:lnTo>
                    <a:pt x="10752" y="21448"/>
                  </a:lnTo>
                  <a:lnTo>
                    <a:pt x="10990" y="21345"/>
                  </a:lnTo>
                  <a:lnTo>
                    <a:pt x="11038" y="21345"/>
                  </a:lnTo>
                  <a:lnTo>
                    <a:pt x="11468" y="21497"/>
                  </a:lnTo>
                  <a:lnTo>
                    <a:pt x="11946" y="21600"/>
                  </a:lnTo>
                  <a:lnTo>
                    <a:pt x="12376" y="21600"/>
                  </a:lnTo>
                  <a:lnTo>
                    <a:pt x="12854" y="21497"/>
                  </a:lnTo>
                  <a:lnTo>
                    <a:pt x="13236" y="21345"/>
                  </a:lnTo>
                  <a:lnTo>
                    <a:pt x="13571" y="21143"/>
                  </a:lnTo>
                  <a:lnTo>
                    <a:pt x="13906" y="20838"/>
                  </a:lnTo>
                  <a:lnTo>
                    <a:pt x="14144" y="20532"/>
                  </a:lnTo>
                  <a:lnTo>
                    <a:pt x="14384" y="20177"/>
                  </a:lnTo>
                  <a:lnTo>
                    <a:pt x="14574" y="19770"/>
                  </a:lnTo>
                  <a:lnTo>
                    <a:pt x="14719" y="19364"/>
                  </a:lnTo>
                  <a:lnTo>
                    <a:pt x="14862" y="18956"/>
                  </a:lnTo>
                  <a:lnTo>
                    <a:pt x="15005" y="18347"/>
                  </a:lnTo>
                  <a:lnTo>
                    <a:pt x="15149" y="17686"/>
                  </a:lnTo>
                  <a:lnTo>
                    <a:pt x="15196" y="16975"/>
                  </a:lnTo>
                  <a:lnTo>
                    <a:pt x="15244" y="16314"/>
                  </a:lnTo>
                  <a:lnTo>
                    <a:pt x="16438" y="16415"/>
                  </a:lnTo>
                  <a:lnTo>
                    <a:pt x="17585" y="16518"/>
                  </a:lnTo>
                  <a:lnTo>
                    <a:pt x="18779" y="16518"/>
                  </a:lnTo>
                  <a:lnTo>
                    <a:pt x="19927" y="16467"/>
                  </a:lnTo>
                  <a:lnTo>
                    <a:pt x="19974" y="16415"/>
                  </a:lnTo>
                  <a:lnTo>
                    <a:pt x="19974" y="16314"/>
                  </a:lnTo>
                  <a:lnTo>
                    <a:pt x="20309" y="16213"/>
                  </a:lnTo>
                  <a:lnTo>
                    <a:pt x="20692" y="16111"/>
                  </a:lnTo>
                  <a:lnTo>
                    <a:pt x="21025" y="15907"/>
                  </a:lnTo>
                  <a:lnTo>
                    <a:pt x="21360" y="15705"/>
                  </a:lnTo>
                  <a:lnTo>
                    <a:pt x="21504" y="15705"/>
                  </a:lnTo>
                  <a:lnTo>
                    <a:pt x="21552" y="15653"/>
                  </a:lnTo>
                  <a:lnTo>
                    <a:pt x="21600" y="15552"/>
                  </a:lnTo>
                  <a:lnTo>
                    <a:pt x="21552" y="15145"/>
                  </a:lnTo>
                  <a:lnTo>
                    <a:pt x="21457" y="14739"/>
                  </a:lnTo>
                  <a:lnTo>
                    <a:pt x="21360" y="14332"/>
                  </a:lnTo>
                  <a:lnTo>
                    <a:pt x="21217" y="13977"/>
                  </a:lnTo>
                  <a:lnTo>
                    <a:pt x="20835" y="13214"/>
                  </a:lnTo>
                  <a:lnTo>
                    <a:pt x="20357" y="12553"/>
                  </a:lnTo>
                  <a:lnTo>
                    <a:pt x="19831" y="11893"/>
                  </a:lnTo>
                  <a:lnTo>
                    <a:pt x="19258" y="11282"/>
                  </a:lnTo>
                  <a:lnTo>
                    <a:pt x="18636" y="10724"/>
                  </a:lnTo>
                  <a:lnTo>
                    <a:pt x="17968" y="10164"/>
                  </a:lnTo>
                  <a:lnTo>
                    <a:pt x="16868" y="9402"/>
                  </a:lnTo>
                  <a:lnTo>
                    <a:pt x="17395" y="8386"/>
                  </a:lnTo>
                  <a:lnTo>
                    <a:pt x="17873" y="7369"/>
                  </a:lnTo>
                  <a:lnTo>
                    <a:pt x="18303" y="6303"/>
                  </a:lnTo>
                  <a:lnTo>
                    <a:pt x="18636" y="5234"/>
                  </a:lnTo>
                  <a:lnTo>
                    <a:pt x="18636" y="5032"/>
                  </a:lnTo>
                  <a:lnTo>
                    <a:pt x="18828" y="4880"/>
                  </a:lnTo>
                  <a:lnTo>
                    <a:pt x="19019" y="4676"/>
                  </a:lnTo>
                  <a:lnTo>
                    <a:pt x="19211" y="4371"/>
                  </a:lnTo>
                  <a:lnTo>
                    <a:pt x="19306" y="4066"/>
                  </a:lnTo>
                  <a:lnTo>
                    <a:pt x="19306" y="3710"/>
                  </a:lnTo>
                  <a:lnTo>
                    <a:pt x="19211" y="3354"/>
                  </a:lnTo>
                  <a:lnTo>
                    <a:pt x="19067" y="3101"/>
                  </a:lnTo>
                  <a:lnTo>
                    <a:pt x="18876" y="2846"/>
                  </a:lnTo>
                  <a:lnTo>
                    <a:pt x="18589" y="2693"/>
                  </a:lnTo>
                  <a:lnTo>
                    <a:pt x="18446" y="2644"/>
                  </a:lnTo>
                  <a:lnTo>
                    <a:pt x="18254" y="2644"/>
                  </a:lnTo>
                  <a:lnTo>
                    <a:pt x="18016" y="2693"/>
                  </a:lnTo>
                  <a:lnTo>
                    <a:pt x="17825" y="2796"/>
                  </a:lnTo>
                  <a:lnTo>
                    <a:pt x="17633" y="2897"/>
                  </a:lnTo>
                  <a:lnTo>
                    <a:pt x="17442" y="3049"/>
                  </a:lnTo>
                  <a:lnTo>
                    <a:pt x="16868" y="2948"/>
                  </a:lnTo>
                  <a:lnTo>
                    <a:pt x="16247" y="2998"/>
                  </a:lnTo>
                  <a:lnTo>
                    <a:pt x="15674" y="3049"/>
                  </a:lnTo>
                  <a:lnTo>
                    <a:pt x="15100" y="3151"/>
                  </a:lnTo>
                  <a:lnTo>
                    <a:pt x="14479" y="3354"/>
                  </a:lnTo>
                  <a:lnTo>
                    <a:pt x="13906" y="3558"/>
                  </a:lnTo>
                  <a:lnTo>
                    <a:pt x="13379" y="3812"/>
                  </a:lnTo>
                  <a:lnTo>
                    <a:pt x="12806" y="4116"/>
                  </a:lnTo>
                  <a:lnTo>
                    <a:pt x="12520" y="4269"/>
                  </a:lnTo>
                  <a:lnTo>
                    <a:pt x="11995" y="3354"/>
                  </a:lnTo>
                  <a:lnTo>
                    <a:pt x="11420" y="2440"/>
                  </a:lnTo>
                  <a:lnTo>
                    <a:pt x="10752" y="1575"/>
                  </a:lnTo>
                  <a:lnTo>
                    <a:pt x="10082" y="762"/>
                  </a:lnTo>
                  <a:lnTo>
                    <a:pt x="9939" y="661"/>
                  </a:lnTo>
                  <a:lnTo>
                    <a:pt x="9796" y="661"/>
                  </a:lnTo>
                  <a:lnTo>
                    <a:pt x="9271" y="865"/>
                  </a:lnTo>
                  <a:lnTo>
                    <a:pt x="8744" y="1118"/>
                  </a:lnTo>
                  <a:lnTo>
                    <a:pt x="8649" y="1169"/>
                  </a:lnTo>
                  <a:lnTo>
                    <a:pt x="8601" y="1221"/>
                  </a:lnTo>
                  <a:lnTo>
                    <a:pt x="8649" y="1373"/>
                  </a:lnTo>
                  <a:lnTo>
                    <a:pt x="8697" y="1474"/>
                  </a:lnTo>
                  <a:lnTo>
                    <a:pt x="8841" y="1474"/>
                  </a:lnTo>
                  <a:lnTo>
                    <a:pt x="9317" y="1423"/>
                  </a:lnTo>
                  <a:lnTo>
                    <a:pt x="9749" y="1373"/>
                  </a:lnTo>
                  <a:lnTo>
                    <a:pt x="10369" y="2135"/>
                  </a:lnTo>
                  <a:lnTo>
                    <a:pt x="10943" y="2897"/>
                  </a:lnTo>
                  <a:lnTo>
                    <a:pt x="11517" y="3762"/>
                  </a:lnTo>
                  <a:lnTo>
                    <a:pt x="11995" y="4574"/>
                  </a:lnTo>
                  <a:lnTo>
                    <a:pt x="11087" y="5185"/>
                  </a:lnTo>
                  <a:lnTo>
                    <a:pt x="10225" y="5845"/>
                  </a:lnTo>
                  <a:lnTo>
                    <a:pt x="8601" y="5082"/>
                  </a:lnTo>
                  <a:lnTo>
                    <a:pt x="7789" y="4727"/>
                  </a:lnTo>
                  <a:lnTo>
                    <a:pt x="6928" y="4421"/>
                  </a:lnTo>
                  <a:lnTo>
                    <a:pt x="7025" y="3863"/>
                  </a:lnTo>
                  <a:lnTo>
                    <a:pt x="7120" y="3303"/>
                  </a:lnTo>
                  <a:lnTo>
                    <a:pt x="7263" y="2745"/>
                  </a:lnTo>
                  <a:lnTo>
                    <a:pt x="7454" y="2185"/>
                  </a:lnTo>
                  <a:lnTo>
                    <a:pt x="7693" y="1678"/>
                  </a:lnTo>
                  <a:lnTo>
                    <a:pt x="7979" y="1169"/>
                  </a:lnTo>
                  <a:lnTo>
                    <a:pt x="8314" y="712"/>
                  </a:lnTo>
                  <a:lnTo>
                    <a:pt x="8649" y="255"/>
                  </a:lnTo>
                  <a:lnTo>
                    <a:pt x="8697" y="152"/>
                  </a:lnTo>
                  <a:lnTo>
                    <a:pt x="8697" y="51"/>
                  </a:lnTo>
                  <a:lnTo>
                    <a:pt x="8601"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355" name="Google Shape;411;p8"/>
            <p:cNvSpPr/>
            <p:nvPr/>
          </p:nvSpPr>
          <p:spPr>
            <a:xfrm>
              <a:off x="701044" y="1319591"/>
              <a:ext cx="310514" cy="3662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307" y="860"/>
                  </a:moveTo>
                  <a:lnTo>
                    <a:pt x="11560" y="930"/>
                  </a:lnTo>
                  <a:lnTo>
                    <a:pt x="11728" y="1074"/>
                  </a:lnTo>
                  <a:lnTo>
                    <a:pt x="11728" y="1503"/>
                  </a:lnTo>
                  <a:lnTo>
                    <a:pt x="11560" y="1860"/>
                  </a:lnTo>
                  <a:lnTo>
                    <a:pt x="11392" y="2075"/>
                  </a:lnTo>
                  <a:lnTo>
                    <a:pt x="11137" y="2219"/>
                  </a:lnTo>
                  <a:lnTo>
                    <a:pt x="10884" y="2289"/>
                  </a:lnTo>
                  <a:lnTo>
                    <a:pt x="10631" y="2219"/>
                  </a:lnTo>
                  <a:lnTo>
                    <a:pt x="10042" y="2004"/>
                  </a:lnTo>
                  <a:lnTo>
                    <a:pt x="10210" y="1788"/>
                  </a:lnTo>
                  <a:lnTo>
                    <a:pt x="10210" y="1503"/>
                  </a:lnTo>
                  <a:lnTo>
                    <a:pt x="10125" y="1359"/>
                  </a:lnTo>
                  <a:lnTo>
                    <a:pt x="10042" y="1289"/>
                  </a:lnTo>
                  <a:lnTo>
                    <a:pt x="10295" y="1074"/>
                  </a:lnTo>
                  <a:lnTo>
                    <a:pt x="10631" y="930"/>
                  </a:lnTo>
                  <a:lnTo>
                    <a:pt x="10969" y="860"/>
                  </a:lnTo>
                  <a:close/>
                  <a:moveTo>
                    <a:pt x="7763" y="12660"/>
                  </a:moveTo>
                  <a:lnTo>
                    <a:pt x="7763" y="12732"/>
                  </a:lnTo>
                  <a:lnTo>
                    <a:pt x="7680" y="12732"/>
                  </a:lnTo>
                  <a:lnTo>
                    <a:pt x="7763" y="12660"/>
                  </a:lnTo>
                  <a:close/>
                  <a:moveTo>
                    <a:pt x="9872" y="13518"/>
                  </a:moveTo>
                  <a:lnTo>
                    <a:pt x="9789" y="13662"/>
                  </a:lnTo>
                  <a:lnTo>
                    <a:pt x="9704" y="13590"/>
                  </a:lnTo>
                  <a:lnTo>
                    <a:pt x="9872" y="13518"/>
                  </a:lnTo>
                  <a:close/>
                  <a:moveTo>
                    <a:pt x="11981" y="8226"/>
                  </a:moveTo>
                  <a:lnTo>
                    <a:pt x="12487" y="8441"/>
                  </a:lnTo>
                  <a:lnTo>
                    <a:pt x="12993" y="8655"/>
                  </a:lnTo>
                  <a:lnTo>
                    <a:pt x="13078" y="8870"/>
                  </a:lnTo>
                  <a:lnTo>
                    <a:pt x="13163" y="8942"/>
                  </a:lnTo>
                  <a:lnTo>
                    <a:pt x="13331" y="8942"/>
                  </a:lnTo>
                  <a:lnTo>
                    <a:pt x="13837" y="9513"/>
                  </a:lnTo>
                  <a:lnTo>
                    <a:pt x="14175" y="10086"/>
                  </a:lnTo>
                  <a:lnTo>
                    <a:pt x="14260" y="10730"/>
                  </a:lnTo>
                  <a:lnTo>
                    <a:pt x="14260" y="11373"/>
                  </a:lnTo>
                  <a:lnTo>
                    <a:pt x="14007" y="11945"/>
                  </a:lnTo>
                  <a:lnTo>
                    <a:pt x="13669" y="12518"/>
                  </a:lnTo>
                  <a:lnTo>
                    <a:pt x="13331" y="12875"/>
                  </a:lnTo>
                  <a:lnTo>
                    <a:pt x="12993" y="13161"/>
                  </a:lnTo>
                  <a:lnTo>
                    <a:pt x="12993" y="12446"/>
                  </a:lnTo>
                  <a:lnTo>
                    <a:pt x="12910" y="12373"/>
                  </a:lnTo>
                  <a:lnTo>
                    <a:pt x="12825" y="12303"/>
                  </a:lnTo>
                  <a:lnTo>
                    <a:pt x="12740" y="12303"/>
                  </a:lnTo>
                  <a:lnTo>
                    <a:pt x="12657" y="12373"/>
                  </a:lnTo>
                  <a:lnTo>
                    <a:pt x="12404" y="12660"/>
                  </a:lnTo>
                  <a:lnTo>
                    <a:pt x="12319" y="13017"/>
                  </a:lnTo>
                  <a:lnTo>
                    <a:pt x="12234" y="13518"/>
                  </a:lnTo>
                  <a:lnTo>
                    <a:pt x="11728" y="13662"/>
                  </a:lnTo>
                  <a:lnTo>
                    <a:pt x="11728" y="13089"/>
                  </a:lnTo>
                  <a:lnTo>
                    <a:pt x="11813" y="12802"/>
                  </a:lnTo>
                  <a:lnTo>
                    <a:pt x="11981" y="12588"/>
                  </a:lnTo>
                  <a:lnTo>
                    <a:pt x="12066" y="12518"/>
                  </a:lnTo>
                  <a:lnTo>
                    <a:pt x="11981" y="12446"/>
                  </a:lnTo>
                  <a:lnTo>
                    <a:pt x="11898" y="12373"/>
                  </a:lnTo>
                  <a:lnTo>
                    <a:pt x="11813" y="12373"/>
                  </a:lnTo>
                  <a:lnTo>
                    <a:pt x="11392" y="12588"/>
                  </a:lnTo>
                  <a:lnTo>
                    <a:pt x="11137" y="12947"/>
                  </a:lnTo>
                  <a:lnTo>
                    <a:pt x="10969" y="13304"/>
                  </a:lnTo>
                  <a:lnTo>
                    <a:pt x="10969" y="13733"/>
                  </a:lnTo>
                  <a:lnTo>
                    <a:pt x="10801" y="13733"/>
                  </a:lnTo>
                  <a:lnTo>
                    <a:pt x="10716" y="13662"/>
                  </a:lnTo>
                  <a:lnTo>
                    <a:pt x="10631" y="13590"/>
                  </a:lnTo>
                  <a:lnTo>
                    <a:pt x="10548" y="13590"/>
                  </a:lnTo>
                  <a:lnTo>
                    <a:pt x="11560" y="11730"/>
                  </a:lnTo>
                  <a:lnTo>
                    <a:pt x="11560" y="11588"/>
                  </a:lnTo>
                  <a:lnTo>
                    <a:pt x="11475" y="11516"/>
                  </a:lnTo>
                  <a:lnTo>
                    <a:pt x="11392" y="11516"/>
                  </a:lnTo>
                  <a:lnTo>
                    <a:pt x="11307" y="11588"/>
                  </a:lnTo>
                  <a:lnTo>
                    <a:pt x="10125" y="13161"/>
                  </a:lnTo>
                  <a:lnTo>
                    <a:pt x="10042" y="13017"/>
                  </a:lnTo>
                  <a:lnTo>
                    <a:pt x="9957" y="12947"/>
                  </a:lnTo>
                  <a:lnTo>
                    <a:pt x="9789" y="12947"/>
                  </a:lnTo>
                  <a:lnTo>
                    <a:pt x="10210" y="12159"/>
                  </a:lnTo>
                  <a:lnTo>
                    <a:pt x="10716" y="11301"/>
                  </a:lnTo>
                  <a:lnTo>
                    <a:pt x="10801" y="11229"/>
                  </a:lnTo>
                  <a:lnTo>
                    <a:pt x="10716" y="11159"/>
                  </a:lnTo>
                  <a:lnTo>
                    <a:pt x="10548" y="11159"/>
                  </a:lnTo>
                  <a:lnTo>
                    <a:pt x="9619" y="12231"/>
                  </a:lnTo>
                  <a:lnTo>
                    <a:pt x="9198" y="12802"/>
                  </a:lnTo>
                  <a:lnTo>
                    <a:pt x="8860" y="13376"/>
                  </a:lnTo>
                  <a:lnTo>
                    <a:pt x="8439" y="13231"/>
                  </a:lnTo>
                  <a:lnTo>
                    <a:pt x="8692" y="13161"/>
                  </a:lnTo>
                  <a:lnTo>
                    <a:pt x="8860" y="12947"/>
                  </a:lnTo>
                  <a:lnTo>
                    <a:pt x="8945" y="12802"/>
                  </a:lnTo>
                  <a:lnTo>
                    <a:pt x="8945" y="12446"/>
                  </a:lnTo>
                  <a:lnTo>
                    <a:pt x="8775" y="12446"/>
                  </a:lnTo>
                  <a:lnTo>
                    <a:pt x="9198" y="12017"/>
                  </a:lnTo>
                  <a:lnTo>
                    <a:pt x="10378" y="10800"/>
                  </a:lnTo>
                  <a:lnTo>
                    <a:pt x="10378" y="10658"/>
                  </a:lnTo>
                  <a:lnTo>
                    <a:pt x="10295" y="10586"/>
                  </a:lnTo>
                  <a:lnTo>
                    <a:pt x="10125" y="10586"/>
                  </a:lnTo>
                  <a:lnTo>
                    <a:pt x="8692" y="11730"/>
                  </a:lnTo>
                  <a:lnTo>
                    <a:pt x="8354" y="11945"/>
                  </a:lnTo>
                  <a:lnTo>
                    <a:pt x="8269" y="11874"/>
                  </a:lnTo>
                  <a:lnTo>
                    <a:pt x="8186" y="11874"/>
                  </a:lnTo>
                  <a:lnTo>
                    <a:pt x="8016" y="11945"/>
                  </a:lnTo>
                  <a:lnTo>
                    <a:pt x="8439" y="11443"/>
                  </a:lnTo>
                  <a:lnTo>
                    <a:pt x="8945" y="11014"/>
                  </a:lnTo>
                  <a:lnTo>
                    <a:pt x="9536" y="10658"/>
                  </a:lnTo>
                  <a:lnTo>
                    <a:pt x="10125" y="10301"/>
                  </a:lnTo>
                  <a:lnTo>
                    <a:pt x="10210" y="10229"/>
                  </a:lnTo>
                  <a:lnTo>
                    <a:pt x="10125" y="10157"/>
                  </a:lnTo>
                  <a:lnTo>
                    <a:pt x="10125" y="10086"/>
                  </a:lnTo>
                  <a:lnTo>
                    <a:pt x="9957" y="10014"/>
                  </a:lnTo>
                  <a:lnTo>
                    <a:pt x="9113" y="10371"/>
                  </a:lnTo>
                  <a:lnTo>
                    <a:pt x="8354" y="10800"/>
                  </a:lnTo>
                  <a:lnTo>
                    <a:pt x="7680" y="11301"/>
                  </a:lnTo>
                  <a:lnTo>
                    <a:pt x="7089" y="11945"/>
                  </a:lnTo>
                  <a:lnTo>
                    <a:pt x="7004" y="11730"/>
                  </a:lnTo>
                  <a:lnTo>
                    <a:pt x="7089" y="11660"/>
                  </a:lnTo>
                  <a:lnTo>
                    <a:pt x="7680" y="10944"/>
                  </a:lnTo>
                  <a:lnTo>
                    <a:pt x="8354" y="10301"/>
                  </a:lnTo>
                  <a:lnTo>
                    <a:pt x="9113" y="9655"/>
                  </a:lnTo>
                  <a:lnTo>
                    <a:pt x="9872" y="9084"/>
                  </a:lnTo>
                  <a:lnTo>
                    <a:pt x="9872" y="9012"/>
                  </a:lnTo>
                  <a:lnTo>
                    <a:pt x="9789" y="8942"/>
                  </a:lnTo>
                  <a:lnTo>
                    <a:pt x="9704" y="8942"/>
                  </a:lnTo>
                  <a:lnTo>
                    <a:pt x="9028" y="9227"/>
                  </a:lnTo>
                  <a:lnTo>
                    <a:pt x="8354" y="9513"/>
                  </a:lnTo>
                  <a:lnTo>
                    <a:pt x="7763" y="9942"/>
                  </a:lnTo>
                  <a:lnTo>
                    <a:pt x="7257" y="10443"/>
                  </a:lnTo>
                  <a:lnTo>
                    <a:pt x="7425" y="10157"/>
                  </a:lnTo>
                  <a:lnTo>
                    <a:pt x="7680" y="9870"/>
                  </a:lnTo>
                  <a:lnTo>
                    <a:pt x="8186" y="9441"/>
                  </a:lnTo>
                  <a:lnTo>
                    <a:pt x="8860" y="9012"/>
                  </a:lnTo>
                  <a:lnTo>
                    <a:pt x="9536" y="8727"/>
                  </a:lnTo>
                  <a:lnTo>
                    <a:pt x="10125" y="8513"/>
                  </a:lnTo>
                  <a:lnTo>
                    <a:pt x="10716" y="8369"/>
                  </a:lnTo>
                  <a:lnTo>
                    <a:pt x="11392" y="8226"/>
                  </a:lnTo>
                  <a:close/>
                  <a:moveTo>
                    <a:pt x="1856" y="17094"/>
                  </a:moveTo>
                  <a:lnTo>
                    <a:pt x="1856" y="17238"/>
                  </a:lnTo>
                  <a:lnTo>
                    <a:pt x="1941" y="17381"/>
                  </a:lnTo>
                  <a:lnTo>
                    <a:pt x="2111" y="17453"/>
                  </a:lnTo>
                  <a:lnTo>
                    <a:pt x="2617" y="17453"/>
                  </a:lnTo>
                  <a:lnTo>
                    <a:pt x="2785" y="17523"/>
                  </a:lnTo>
                  <a:lnTo>
                    <a:pt x="3038" y="17523"/>
                  </a:lnTo>
                  <a:lnTo>
                    <a:pt x="3038" y="17737"/>
                  </a:lnTo>
                  <a:lnTo>
                    <a:pt x="2870" y="17882"/>
                  </a:lnTo>
                  <a:lnTo>
                    <a:pt x="2700" y="17952"/>
                  </a:lnTo>
                  <a:lnTo>
                    <a:pt x="2194" y="18024"/>
                  </a:lnTo>
                  <a:lnTo>
                    <a:pt x="1941" y="17952"/>
                  </a:lnTo>
                  <a:lnTo>
                    <a:pt x="1603" y="17810"/>
                  </a:lnTo>
                  <a:lnTo>
                    <a:pt x="1350" y="17667"/>
                  </a:lnTo>
                  <a:lnTo>
                    <a:pt x="1267" y="17453"/>
                  </a:lnTo>
                  <a:lnTo>
                    <a:pt x="1520" y="17238"/>
                  </a:lnTo>
                  <a:lnTo>
                    <a:pt x="1856" y="17094"/>
                  </a:lnTo>
                  <a:close/>
                  <a:moveTo>
                    <a:pt x="19576" y="16880"/>
                  </a:moveTo>
                  <a:lnTo>
                    <a:pt x="19829" y="16952"/>
                  </a:lnTo>
                  <a:lnTo>
                    <a:pt x="20082" y="17024"/>
                  </a:lnTo>
                  <a:lnTo>
                    <a:pt x="20335" y="17166"/>
                  </a:lnTo>
                  <a:lnTo>
                    <a:pt x="20588" y="17308"/>
                  </a:lnTo>
                  <a:lnTo>
                    <a:pt x="20671" y="17523"/>
                  </a:lnTo>
                  <a:lnTo>
                    <a:pt x="20756" y="17737"/>
                  </a:lnTo>
                  <a:lnTo>
                    <a:pt x="20756" y="17810"/>
                  </a:lnTo>
                  <a:lnTo>
                    <a:pt x="20671" y="17810"/>
                  </a:lnTo>
                  <a:lnTo>
                    <a:pt x="20418" y="17737"/>
                  </a:lnTo>
                  <a:lnTo>
                    <a:pt x="20250" y="17810"/>
                  </a:lnTo>
                  <a:lnTo>
                    <a:pt x="20082" y="17882"/>
                  </a:lnTo>
                  <a:lnTo>
                    <a:pt x="19829" y="18096"/>
                  </a:lnTo>
                  <a:lnTo>
                    <a:pt x="19491" y="18239"/>
                  </a:lnTo>
                  <a:lnTo>
                    <a:pt x="19153" y="18168"/>
                  </a:lnTo>
                  <a:lnTo>
                    <a:pt x="18985" y="18024"/>
                  </a:lnTo>
                  <a:lnTo>
                    <a:pt x="18900" y="17882"/>
                  </a:lnTo>
                  <a:lnTo>
                    <a:pt x="18900" y="17595"/>
                  </a:lnTo>
                  <a:lnTo>
                    <a:pt x="18985" y="17238"/>
                  </a:lnTo>
                  <a:lnTo>
                    <a:pt x="18985" y="16952"/>
                  </a:lnTo>
                  <a:lnTo>
                    <a:pt x="19576" y="16880"/>
                  </a:lnTo>
                  <a:close/>
                  <a:moveTo>
                    <a:pt x="11560" y="18525"/>
                  </a:moveTo>
                  <a:lnTo>
                    <a:pt x="11645" y="18667"/>
                  </a:lnTo>
                  <a:lnTo>
                    <a:pt x="11475" y="18597"/>
                  </a:lnTo>
                  <a:lnTo>
                    <a:pt x="11560" y="18525"/>
                  </a:lnTo>
                  <a:close/>
                  <a:moveTo>
                    <a:pt x="10801" y="19241"/>
                  </a:moveTo>
                  <a:lnTo>
                    <a:pt x="11392" y="19383"/>
                  </a:lnTo>
                  <a:lnTo>
                    <a:pt x="11307" y="19525"/>
                  </a:lnTo>
                  <a:lnTo>
                    <a:pt x="11222" y="20027"/>
                  </a:lnTo>
                  <a:lnTo>
                    <a:pt x="11137" y="20099"/>
                  </a:lnTo>
                  <a:lnTo>
                    <a:pt x="10463" y="20099"/>
                  </a:lnTo>
                  <a:lnTo>
                    <a:pt x="10210" y="19956"/>
                  </a:lnTo>
                  <a:lnTo>
                    <a:pt x="9957" y="19742"/>
                  </a:lnTo>
                  <a:lnTo>
                    <a:pt x="9872" y="19598"/>
                  </a:lnTo>
                  <a:lnTo>
                    <a:pt x="9789" y="19383"/>
                  </a:lnTo>
                  <a:lnTo>
                    <a:pt x="9957" y="19311"/>
                  </a:lnTo>
                  <a:lnTo>
                    <a:pt x="10210" y="19241"/>
                  </a:lnTo>
                  <a:close/>
                  <a:moveTo>
                    <a:pt x="11054" y="0"/>
                  </a:moveTo>
                  <a:lnTo>
                    <a:pt x="10631" y="72"/>
                  </a:lnTo>
                  <a:lnTo>
                    <a:pt x="10295" y="214"/>
                  </a:lnTo>
                  <a:lnTo>
                    <a:pt x="9872" y="287"/>
                  </a:lnTo>
                  <a:lnTo>
                    <a:pt x="9536" y="501"/>
                  </a:lnTo>
                  <a:lnTo>
                    <a:pt x="9198" y="716"/>
                  </a:lnTo>
                  <a:lnTo>
                    <a:pt x="8945" y="930"/>
                  </a:lnTo>
                  <a:lnTo>
                    <a:pt x="8692" y="1217"/>
                  </a:lnTo>
                  <a:lnTo>
                    <a:pt x="8522" y="1573"/>
                  </a:lnTo>
                  <a:lnTo>
                    <a:pt x="8439" y="1860"/>
                  </a:lnTo>
                  <a:lnTo>
                    <a:pt x="8439" y="2219"/>
                  </a:lnTo>
                  <a:lnTo>
                    <a:pt x="8522" y="2576"/>
                  </a:lnTo>
                  <a:lnTo>
                    <a:pt x="8775" y="3077"/>
                  </a:lnTo>
                  <a:lnTo>
                    <a:pt x="9198" y="3434"/>
                  </a:lnTo>
                  <a:lnTo>
                    <a:pt x="9619" y="3648"/>
                  </a:lnTo>
                  <a:lnTo>
                    <a:pt x="10125" y="3792"/>
                  </a:lnTo>
                  <a:lnTo>
                    <a:pt x="10042" y="4007"/>
                  </a:lnTo>
                  <a:lnTo>
                    <a:pt x="9957" y="4221"/>
                  </a:lnTo>
                  <a:lnTo>
                    <a:pt x="9957" y="7154"/>
                  </a:lnTo>
                  <a:lnTo>
                    <a:pt x="10042" y="7368"/>
                  </a:lnTo>
                  <a:lnTo>
                    <a:pt x="9366" y="7653"/>
                  </a:lnTo>
                  <a:lnTo>
                    <a:pt x="8775" y="8012"/>
                  </a:lnTo>
                  <a:lnTo>
                    <a:pt x="8607" y="8154"/>
                  </a:lnTo>
                  <a:lnTo>
                    <a:pt x="8607" y="8296"/>
                  </a:lnTo>
                  <a:lnTo>
                    <a:pt x="8101" y="8583"/>
                  </a:lnTo>
                  <a:lnTo>
                    <a:pt x="7680" y="8870"/>
                  </a:lnTo>
                  <a:lnTo>
                    <a:pt x="7257" y="9156"/>
                  </a:lnTo>
                  <a:lnTo>
                    <a:pt x="6919" y="9513"/>
                  </a:lnTo>
                  <a:lnTo>
                    <a:pt x="6583" y="9870"/>
                  </a:lnTo>
                  <a:lnTo>
                    <a:pt x="6330" y="10301"/>
                  </a:lnTo>
                  <a:lnTo>
                    <a:pt x="6160" y="10730"/>
                  </a:lnTo>
                  <a:lnTo>
                    <a:pt x="6077" y="11087"/>
                  </a:lnTo>
                  <a:lnTo>
                    <a:pt x="6077" y="11516"/>
                  </a:lnTo>
                  <a:lnTo>
                    <a:pt x="6160" y="11945"/>
                  </a:lnTo>
                  <a:lnTo>
                    <a:pt x="6330" y="12373"/>
                  </a:lnTo>
                  <a:lnTo>
                    <a:pt x="6498" y="12802"/>
                  </a:lnTo>
                  <a:lnTo>
                    <a:pt x="6666" y="13017"/>
                  </a:lnTo>
                  <a:lnTo>
                    <a:pt x="5568" y="13805"/>
                  </a:lnTo>
                  <a:lnTo>
                    <a:pt x="4389" y="14520"/>
                  </a:lnTo>
                  <a:lnTo>
                    <a:pt x="3291" y="15306"/>
                  </a:lnTo>
                  <a:lnTo>
                    <a:pt x="2785" y="15735"/>
                  </a:lnTo>
                  <a:lnTo>
                    <a:pt x="2279" y="16236"/>
                  </a:lnTo>
                  <a:lnTo>
                    <a:pt x="1773" y="16308"/>
                  </a:lnTo>
                  <a:lnTo>
                    <a:pt x="1435" y="16236"/>
                  </a:lnTo>
                  <a:lnTo>
                    <a:pt x="1097" y="16236"/>
                  </a:lnTo>
                  <a:lnTo>
                    <a:pt x="844" y="16308"/>
                  </a:lnTo>
                  <a:lnTo>
                    <a:pt x="591" y="16451"/>
                  </a:lnTo>
                  <a:lnTo>
                    <a:pt x="423" y="16595"/>
                  </a:lnTo>
                  <a:lnTo>
                    <a:pt x="255" y="16737"/>
                  </a:lnTo>
                  <a:lnTo>
                    <a:pt x="85" y="17166"/>
                  </a:lnTo>
                  <a:lnTo>
                    <a:pt x="0" y="17667"/>
                  </a:lnTo>
                  <a:lnTo>
                    <a:pt x="0" y="18168"/>
                  </a:lnTo>
                  <a:lnTo>
                    <a:pt x="170" y="18597"/>
                  </a:lnTo>
                  <a:lnTo>
                    <a:pt x="591" y="18882"/>
                  </a:lnTo>
                  <a:lnTo>
                    <a:pt x="1097" y="19169"/>
                  </a:lnTo>
                  <a:lnTo>
                    <a:pt x="1603" y="19311"/>
                  </a:lnTo>
                  <a:lnTo>
                    <a:pt x="2194" y="19383"/>
                  </a:lnTo>
                  <a:lnTo>
                    <a:pt x="2700" y="19311"/>
                  </a:lnTo>
                  <a:lnTo>
                    <a:pt x="3291" y="19241"/>
                  </a:lnTo>
                  <a:lnTo>
                    <a:pt x="3797" y="19096"/>
                  </a:lnTo>
                  <a:lnTo>
                    <a:pt x="4136" y="18812"/>
                  </a:lnTo>
                  <a:lnTo>
                    <a:pt x="4389" y="18667"/>
                  </a:lnTo>
                  <a:lnTo>
                    <a:pt x="4474" y="18453"/>
                  </a:lnTo>
                  <a:lnTo>
                    <a:pt x="4556" y="18239"/>
                  </a:lnTo>
                  <a:lnTo>
                    <a:pt x="4556" y="17952"/>
                  </a:lnTo>
                  <a:lnTo>
                    <a:pt x="4389" y="17523"/>
                  </a:lnTo>
                  <a:lnTo>
                    <a:pt x="4136" y="17094"/>
                  </a:lnTo>
                  <a:lnTo>
                    <a:pt x="3797" y="16737"/>
                  </a:lnTo>
                  <a:lnTo>
                    <a:pt x="3291" y="16451"/>
                  </a:lnTo>
                  <a:lnTo>
                    <a:pt x="3206" y="16451"/>
                  </a:lnTo>
                  <a:lnTo>
                    <a:pt x="3630" y="16094"/>
                  </a:lnTo>
                  <a:lnTo>
                    <a:pt x="4050" y="15735"/>
                  </a:lnTo>
                  <a:lnTo>
                    <a:pt x="4980" y="15164"/>
                  </a:lnTo>
                  <a:lnTo>
                    <a:pt x="5568" y="14735"/>
                  </a:lnTo>
                  <a:lnTo>
                    <a:pt x="6077" y="14306"/>
                  </a:lnTo>
                  <a:lnTo>
                    <a:pt x="6583" y="13805"/>
                  </a:lnTo>
                  <a:lnTo>
                    <a:pt x="6919" y="13231"/>
                  </a:lnTo>
                  <a:lnTo>
                    <a:pt x="7172" y="13448"/>
                  </a:lnTo>
                  <a:lnTo>
                    <a:pt x="7595" y="13733"/>
                  </a:lnTo>
                  <a:lnTo>
                    <a:pt x="8354" y="14091"/>
                  </a:lnTo>
                  <a:lnTo>
                    <a:pt x="9198" y="14306"/>
                  </a:lnTo>
                  <a:lnTo>
                    <a:pt x="10042" y="14448"/>
                  </a:lnTo>
                  <a:lnTo>
                    <a:pt x="10210" y="14448"/>
                  </a:lnTo>
                  <a:lnTo>
                    <a:pt x="10125" y="15378"/>
                  </a:lnTo>
                  <a:lnTo>
                    <a:pt x="10125" y="16308"/>
                  </a:lnTo>
                  <a:lnTo>
                    <a:pt x="10210" y="18168"/>
                  </a:lnTo>
                  <a:lnTo>
                    <a:pt x="9789" y="18311"/>
                  </a:lnTo>
                  <a:lnTo>
                    <a:pt x="9451" y="18453"/>
                  </a:lnTo>
                  <a:lnTo>
                    <a:pt x="9198" y="18667"/>
                  </a:lnTo>
                  <a:lnTo>
                    <a:pt x="9028" y="18882"/>
                  </a:lnTo>
                  <a:lnTo>
                    <a:pt x="8945" y="19096"/>
                  </a:lnTo>
                  <a:lnTo>
                    <a:pt x="8860" y="19383"/>
                  </a:lnTo>
                  <a:lnTo>
                    <a:pt x="8775" y="19742"/>
                  </a:lnTo>
                  <a:lnTo>
                    <a:pt x="8860" y="20027"/>
                  </a:lnTo>
                  <a:lnTo>
                    <a:pt x="9028" y="20600"/>
                  </a:lnTo>
                  <a:lnTo>
                    <a:pt x="9366" y="21099"/>
                  </a:lnTo>
                  <a:lnTo>
                    <a:pt x="9619" y="21243"/>
                  </a:lnTo>
                  <a:lnTo>
                    <a:pt x="9957" y="21386"/>
                  </a:lnTo>
                  <a:lnTo>
                    <a:pt x="10210" y="21530"/>
                  </a:lnTo>
                  <a:lnTo>
                    <a:pt x="10548" y="21600"/>
                  </a:lnTo>
                  <a:lnTo>
                    <a:pt x="11222" y="21600"/>
                  </a:lnTo>
                  <a:lnTo>
                    <a:pt x="11898" y="21458"/>
                  </a:lnTo>
                  <a:lnTo>
                    <a:pt x="12151" y="21315"/>
                  </a:lnTo>
                  <a:lnTo>
                    <a:pt x="12404" y="21099"/>
                  </a:lnTo>
                  <a:lnTo>
                    <a:pt x="12572" y="20884"/>
                  </a:lnTo>
                  <a:lnTo>
                    <a:pt x="12657" y="20670"/>
                  </a:lnTo>
                  <a:lnTo>
                    <a:pt x="12825" y="20099"/>
                  </a:lnTo>
                  <a:lnTo>
                    <a:pt x="12740" y="19598"/>
                  </a:lnTo>
                  <a:lnTo>
                    <a:pt x="12657" y="19311"/>
                  </a:lnTo>
                  <a:lnTo>
                    <a:pt x="12404" y="19096"/>
                  </a:lnTo>
                  <a:lnTo>
                    <a:pt x="12234" y="18882"/>
                  </a:lnTo>
                  <a:lnTo>
                    <a:pt x="11898" y="18740"/>
                  </a:lnTo>
                  <a:lnTo>
                    <a:pt x="11813" y="18383"/>
                  </a:lnTo>
                  <a:lnTo>
                    <a:pt x="11728" y="18239"/>
                  </a:lnTo>
                  <a:lnTo>
                    <a:pt x="11137" y="18239"/>
                  </a:lnTo>
                  <a:lnTo>
                    <a:pt x="11054" y="16523"/>
                  </a:lnTo>
                  <a:lnTo>
                    <a:pt x="11054" y="15520"/>
                  </a:lnTo>
                  <a:lnTo>
                    <a:pt x="10969" y="14520"/>
                  </a:lnTo>
                  <a:lnTo>
                    <a:pt x="11813" y="14448"/>
                  </a:lnTo>
                  <a:lnTo>
                    <a:pt x="12657" y="14234"/>
                  </a:lnTo>
                  <a:lnTo>
                    <a:pt x="13416" y="13877"/>
                  </a:lnTo>
                  <a:lnTo>
                    <a:pt x="14090" y="13376"/>
                  </a:lnTo>
                  <a:lnTo>
                    <a:pt x="14260" y="13231"/>
                  </a:lnTo>
                  <a:lnTo>
                    <a:pt x="14513" y="13518"/>
                  </a:lnTo>
                  <a:lnTo>
                    <a:pt x="14934" y="13805"/>
                  </a:lnTo>
                  <a:lnTo>
                    <a:pt x="15358" y="14019"/>
                  </a:lnTo>
                  <a:lnTo>
                    <a:pt x="15779" y="14234"/>
                  </a:lnTo>
                  <a:lnTo>
                    <a:pt x="16199" y="14877"/>
                  </a:lnTo>
                  <a:lnTo>
                    <a:pt x="16705" y="15593"/>
                  </a:lnTo>
                  <a:lnTo>
                    <a:pt x="17382" y="16451"/>
                  </a:lnTo>
                  <a:lnTo>
                    <a:pt x="17635" y="16737"/>
                  </a:lnTo>
                  <a:lnTo>
                    <a:pt x="17382" y="17094"/>
                  </a:lnTo>
                  <a:lnTo>
                    <a:pt x="17214" y="17453"/>
                  </a:lnTo>
                  <a:lnTo>
                    <a:pt x="17129" y="17737"/>
                  </a:lnTo>
                  <a:lnTo>
                    <a:pt x="17129" y="18096"/>
                  </a:lnTo>
                  <a:lnTo>
                    <a:pt x="17214" y="18383"/>
                  </a:lnTo>
                  <a:lnTo>
                    <a:pt x="17297" y="18740"/>
                  </a:lnTo>
                  <a:lnTo>
                    <a:pt x="17467" y="19026"/>
                  </a:lnTo>
                  <a:lnTo>
                    <a:pt x="17720" y="19311"/>
                  </a:lnTo>
                  <a:lnTo>
                    <a:pt x="18056" y="19525"/>
                  </a:lnTo>
                  <a:lnTo>
                    <a:pt x="18309" y="19742"/>
                  </a:lnTo>
                  <a:lnTo>
                    <a:pt x="18647" y="19812"/>
                  </a:lnTo>
                  <a:lnTo>
                    <a:pt x="18985" y="19884"/>
                  </a:lnTo>
                  <a:lnTo>
                    <a:pt x="19659" y="19884"/>
                  </a:lnTo>
                  <a:lnTo>
                    <a:pt x="19997" y="19742"/>
                  </a:lnTo>
                  <a:lnTo>
                    <a:pt x="20418" y="19598"/>
                  </a:lnTo>
                  <a:lnTo>
                    <a:pt x="20926" y="19169"/>
                  </a:lnTo>
                  <a:lnTo>
                    <a:pt x="21347" y="18597"/>
                  </a:lnTo>
                  <a:lnTo>
                    <a:pt x="21515" y="18311"/>
                  </a:lnTo>
                  <a:lnTo>
                    <a:pt x="21600" y="18024"/>
                  </a:lnTo>
                  <a:lnTo>
                    <a:pt x="21600" y="17381"/>
                  </a:lnTo>
                  <a:lnTo>
                    <a:pt x="21432" y="17094"/>
                  </a:lnTo>
                  <a:lnTo>
                    <a:pt x="21262" y="16809"/>
                  </a:lnTo>
                  <a:lnTo>
                    <a:pt x="21009" y="16595"/>
                  </a:lnTo>
                  <a:lnTo>
                    <a:pt x="20671" y="16451"/>
                  </a:lnTo>
                  <a:lnTo>
                    <a:pt x="20335" y="16308"/>
                  </a:lnTo>
                  <a:lnTo>
                    <a:pt x="19997" y="16236"/>
                  </a:lnTo>
                  <a:lnTo>
                    <a:pt x="19238" y="16164"/>
                  </a:lnTo>
                  <a:lnTo>
                    <a:pt x="18815" y="16164"/>
                  </a:lnTo>
                  <a:lnTo>
                    <a:pt x="18394" y="16308"/>
                  </a:lnTo>
                  <a:lnTo>
                    <a:pt x="18226" y="16022"/>
                  </a:lnTo>
                  <a:lnTo>
                    <a:pt x="17973" y="15735"/>
                  </a:lnTo>
                  <a:lnTo>
                    <a:pt x="17382" y="14949"/>
                  </a:lnTo>
                  <a:lnTo>
                    <a:pt x="16791" y="14234"/>
                  </a:lnTo>
                  <a:lnTo>
                    <a:pt x="16623" y="13947"/>
                  </a:lnTo>
                  <a:lnTo>
                    <a:pt x="16452" y="13662"/>
                  </a:lnTo>
                  <a:lnTo>
                    <a:pt x="16199" y="13518"/>
                  </a:lnTo>
                  <a:lnTo>
                    <a:pt x="15864" y="13448"/>
                  </a:lnTo>
                  <a:lnTo>
                    <a:pt x="15272" y="13161"/>
                  </a:lnTo>
                  <a:lnTo>
                    <a:pt x="14596" y="12732"/>
                  </a:lnTo>
                  <a:lnTo>
                    <a:pt x="15019" y="12159"/>
                  </a:lnTo>
                  <a:lnTo>
                    <a:pt x="15187" y="11443"/>
                  </a:lnTo>
                  <a:lnTo>
                    <a:pt x="15187" y="10730"/>
                  </a:lnTo>
                  <a:lnTo>
                    <a:pt x="15105" y="10086"/>
                  </a:lnTo>
                  <a:lnTo>
                    <a:pt x="14849" y="9441"/>
                  </a:lnTo>
                  <a:lnTo>
                    <a:pt x="14513" y="8942"/>
                  </a:lnTo>
                  <a:lnTo>
                    <a:pt x="14090" y="8441"/>
                  </a:lnTo>
                  <a:lnTo>
                    <a:pt x="13501" y="8012"/>
                  </a:lnTo>
                  <a:lnTo>
                    <a:pt x="12910" y="7725"/>
                  </a:lnTo>
                  <a:lnTo>
                    <a:pt x="12319" y="7439"/>
                  </a:lnTo>
                  <a:lnTo>
                    <a:pt x="11560" y="7296"/>
                  </a:lnTo>
                  <a:lnTo>
                    <a:pt x="10884" y="7296"/>
                  </a:lnTo>
                  <a:lnTo>
                    <a:pt x="10884" y="6867"/>
                  </a:lnTo>
                  <a:lnTo>
                    <a:pt x="10801" y="5222"/>
                  </a:lnTo>
                  <a:lnTo>
                    <a:pt x="10884" y="4650"/>
                  </a:lnTo>
                  <a:lnTo>
                    <a:pt x="10801" y="4221"/>
                  </a:lnTo>
                  <a:lnTo>
                    <a:pt x="10716" y="3863"/>
                  </a:lnTo>
                  <a:lnTo>
                    <a:pt x="11137" y="3792"/>
                  </a:lnTo>
                  <a:lnTo>
                    <a:pt x="11645" y="3648"/>
                  </a:lnTo>
                  <a:lnTo>
                    <a:pt x="12066" y="3434"/>
                  </a:lnTo>
                  <a:lnTo>
                    <a:pt x="12404" y="3219"/>
                  </a:lnTo>
                  <a:lnTo>
                    <a:pt x="12740" y="2862"/>
                  </a:lnTo>
                  <a:lnTo>
                    <a:pt x="12910" y="2504"/>
                  </a:lnTo>
                  <a:lnTo>
                    <a:pt x="13078" y="2147"/>
                  </a:lnTo>
                  <a:lnTo>
                    <a:pt x="13078" y="1646"/>
                  </a:lnTo>
                  <a:lnTo>
                    <a:pt x="12910" y="1217"/>
                  </a:lnTo>
                  <a:lnTo>
                    <a:pt x="12657" y="788"/>
                  </a:lnTo>
                  <a:lnTo>
                    <a:pt x="12572" y="501"/>
                  </a:lnTo>
                  <a:lnTo>
                    <a:pt x="12487" y="359"/>
                  </a:lnTo>
                  <a:lnTo>
                    <a:pt x="12319" y="287"/>
                  </a:lnTo>
                  <a:lnTo>
                    <a:pt x="11981" y="287"/>
                  </a:lnTo>
                  <a:lnTo>
                    <a:pt x="11645" y="214"/>
                  </a:lnTo>
                  <a:lnTo>
                    <a:pt x="11475" y="72"/>
                  </a:lnTo>
                  <a:lnTo>
                    <a:pt x="11054"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356" name="Google Shape;412;p8"/>
            <p:cNvSpPr/>
            <p:nvPr/>
          </p:nvSpPr>
          <p:spPr>
            <a:xfrm>
              <a:off x="787178" y="2259595"/>
              <a:ext cx="539721" cy="20738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464" y="0"/>
                  </a:moveTo>
                  <a:lnTo>
                    <a:pt x="19222" y="251"/>
                  </a:lnTo>
                  <a:lnTo>
                    <a:pt x="19028" y="503"/>
                  </a:lnTo>
                  <a:lnTo>
                    <a:pt x="18882" y="758"/>
                  </a:lnTo>
                  <a:lnTo>
                    <a:pt x="18882" y="882"/>
                  </a:lnTo>
                  <a:lnTo>
                    <a:pt x="18785" y="758"/>
                  </a:lnTo>
                  <a:lnTo>
                    <a:pt x="18640" y="758"/>
                  </a:lnTo>
                  <a:lnTo>
                    <a:pt x="18542" y="1009"/>
                  </a:lnTo>
                  <a:lnTo>
                    <a:pt x="18494" y="1136"/>
                  </a:lnTo>
                  <a:lnTo>
                    <a:pt x="18494" y="1515"/>
                  </a:lnTo>
                  <a:lnTo>
                    <a:pt x="18542" y="1894"/>
                  </a:lnTo>
                  <a:lnTo>
                    <a:pt x="18591" y="2018"/>
                  </a:lnTo>
                  <a:lnTo>
                    <a:pt x="18687" y="2146"/>
                  </a:lnTo>
                  <a:lnTo>
                    <a:pt x="18979" y="2146"/>
                  </a:lnTo>
                  <a:lnTo>
                    <a:pt x="19222" y="1894"/>
                  </a:lnTo>
                  <a:lnTo>
                    <a:pt x="19464" y="1639"/>
                  </a:lnTo>
                  <a:lnTo>
                    <a:pt x="19708" y="1515"/>
                  </a:lnTo>
                  <a:lnTo>
                    <a:pt x="19804" y="1639"/>
                  </a:lnTo>
                  <a:lnTo>
                    <a:pt x="19853" y="1767"/>
                  </a:lnTo>
                  <a:lnTo>
                    <a:pt x="19804" y="2018"/>
                  </a:lnTo>
                  <a:lnTo>
                    <a:pt x="19755" y="2273"/>
                  </a:lnTo>
                  <a:lnTo>
                    <a:pt x="19513" y="3031"/>
                  </a:lnTo>
                  <a:lnTo>
                    <a:pt x="18687" y="5937"/>
                  </a:lnTo>
                  <a:lnTo>
                    <a:pt x="18687" y="6189"/>
                  </a:lnTo>
                  <a:lnTo>
                    <a:pt x="18640" y="6440"/>
                  </a:lnTo>
                  <a:lnTo>
                    <a:pt x="18687" y="6819"/>
                  </a:lnTo>
                  <a:lnTo>
                    <a:pt x="18833" y="7074"/>
                  </a:lnTo>
                  <a:lnTo>
                    <a:pt x="18979" y="7198"/>
                  </a:lnTo>
                  <a:lnTo>
                    <a:pt x="19610" y="7198"/>
                  </a:lnTo>
                  <a:lnTo>
                    <a:pt x="20192" y="7074"/>
                  </a:lnTo>
                  <a:lnTo>
                    <a:pt x="20872" y="6695"/>
                  </a:lnTo>
                  <a:lnTo>
                    <a:pt x="21212" y="6440"/>
                  </a:lnTo>
                  <a:lnTo>
                    <a:pt x="21503" y="6061"/>
                  </a:lnTo>
                  <a:lnTo>
                    <a:pt x="21600" y="5682"/>
                  </a:lnTo>
                  <a:lnTo>
                    <a:pt x="21600" y="5304"/>
                  </a:lnTo>
                  <a:lnTo>
                    <a:pt x="21552" y="5052"/>
                  </a:lnTo>
                  <a:lnTo>
                    <a:pt x="21454" y="4925"/>
                  </a:lnTo>
                  <a:lnTo>
                    <a:pt x="21358" y="4797"/>
                  </a:lnTo>
                  <a:lnTo>
                    <a:pt x="21114" y="4925"/>
                  </a:lnTo>
                  <a:lnTo>
                    <a:pt x="20872" y="5052"/>
                  </a:lnTo>
                  <a:lnTo>
                    <a:pt x="20338" y="5304"/>
                  </a:lnTo>
                  <a:lnTo>
                    <a:pt x="19610" y="5558"/>
                  </a:lnTo>
                  <a:lnTo>
                    <a:pt x="20192" y="3537"/>
                  </a:lnTo>
                  <a:lnTo>
                    <a:pt x="20338" y="2903"/>
                  </a:lnTo>
                  <a:lnTo>
                    <a:pt x="20484" y="2400"/>
                  </a:lnTo>
                  <a:lnTo>
                    <a:pt x="20532" y="1639"/>
                  </a:lnTo>
                  <a:lnTo>
                    <a:pt x="20532" y="1388"/>
                  </a:lnTo>
                  <a:lnTo>
                    <a:pt x="20484" y="1009"/>
                  </a:lnTo>
                  <a:lnTo>
                    <a:pt x="20338" y="630"/>
                  </a:lnTo>
                  <a:lnTo>
                    <a:pt x="20144" y="251"/>
                  </a:lnTo>
                  <a:lnTo>
                    <a:pt x="19950" y="124"/>
                  </a:lnTo>
                  <a:lnTo>
                    <a:pt x="19708" y="0"/>
                  </a:lnTo>
                  <a:close/>
                  <a:moveTo>
                    <a:pt x="8738" y="9598"/>
                  </a:moveTo>
                  <a:lnTo>
                    <a:pt x="8154" y="9977"/>
                  </a:lnTo>
                  <a:lnTo>
                    <a:pt x="7377" y="10232"/>
                  </a:lnTo>
                  <a:lnTo>
                    <a:pt x="6990" y="10483"/>
                  </a:lnTo>
                  <a:lnTo>
                    <a:pt x="6602" y="10735"/>
                  </a:lnTo>
                  <a:lnTo>
                    <a:pt x="6553" y="10862"/>
                  </a:lnTo>
                  <a:lnTo>
                    <a:pt x="6456" y="11117"/>
                  </a:lnTo>
                  <a:lnTo>
                    <a:pt x="6456" y="11747"/>
                  </a:lnTo>
                  <a:lnTo>
                    <a:pt x="6504" y="11998"/>
                  </a:lnTo>
                  <a:lnTo>
                    <a:pt x="6602" y="12126"/>
                  </a:lnTo>
                  <a:lnTo>
                    <a:pt x="6698" y="12126"/>
                  </a:lnTo>
                  <a:lnTo>
                    <a:pt x="7426" y="11998"/>
                  </a:lnTo>
                  <a:lnTo>
                    <a:pt x="8154" y="11747"/>
                  </a:lnTo>
                  <a:lnTo>
                    <a:pt x="8785" y="11496"/>
                  </a:lnTo>
                  <a:lnTo>
                    <a:pt x="9076" y="11241"/>
                  </a:lnTo>
                  <a:lnTo>
                    <a:pt x="9222" y="10989"/>
                  </a:lnTo>
                  <a:lnTo>
                    <a:pt x="9320" y="10735"/>
                  </a:lnTo>
                  <a:lnTo>
                    <a:pt x="9320" y="10232"/>
                  </a:lnTo>
                  <a:lnTo>
                    <a:pt x="9271" y="9977"/>
                  </a:lnTo>
                  <a:lnTo>
                    <a:pt x="9125" y="9853"/>
                  </a:lnTo>
                  <a:lnTo>
                    <a:pt x="9029" y="9726"/>
                  </a:lnTo>
                  <a:lnTo>
                    <a:pt x="8738" y="9598"/>
                  </a:lnTo>
                  <a:close/>
                  <a:moveTo>
                    <a:pt x="17863" y="6695"/>
                  </a:moveTo>
                  <a:lnTo>
                    <a:pt x="17572" y="6819"/>
                  </a:lnTo>
                  <a:lnTo>
                    <a:pt x="17281" y="6946"/>
                  </a:lnTo>
                  <a:lnTo>
                    <a:pt x="17037" y="7074"/>
                  </a:lnTo>
                  <a:lnTo>
                    <a:pt x="16795" y="7577"/>
                  </a:lnTo>
                  <a:lnTo>
                    <a:pt x="16601" y="7831"/>
                  </a:lnTo>
                  <a:lnTo>
                    <a:pt x="16455" y="8338"/>
                  </a:lnTo>
                  <a:lnTo>
                    <a:pt x="16261" y="9219"/>
                  </a:lnTo>
                  <a:lnTo>
                    <a:pt x="16115" y="10356"/>
                  </a:lnTo>
                  <a:lnTo>
                    <a:pt x="16115" y="12126"/>
                  </a:lnTo>
                  <a:lnTo>
                    <a:pt x="16164" y="12632"/>
                  </a:lnTo>
                  <a:lnTo>
                    <a:pt x="16261" y="13135"/>
                  </a:lnTo>
                  <a:lnTo>
                    <a:pt x="16358" y="13641"/>
                  </a:lnTo>
                  <a:lnTo>
                    <a:pt x="16504" y="14147"/>
                  </a:lnTo>
                  <a:lnTo>
                    <a:pt x="16650" y="14526"/>
                  </a:lnTo>
                  <a:lnTo>
                    <a:pt x="16843" y="14778"/>
                  </a:lnTo>
                  <a:lnTo>
                    <a:pt x="17037" y="15033"/>
                  </a:lnTo>
                  <a:lnTo>
                    <a:pt x="17183" y="15157"/>
                  </a:lnTo>
                  <a:lnTo>
                    <a:pt x="17328" y="15157"/>
                  </a:lnTo>
                  <a:lnTo>
                    <a:pt x="17669" y="14905"/>
                  </a:lnTo>
                  <a:lnTo>
                    <a:pt x="18203" y="14275"/>
                  </a:lnTo>
                  <a:lnTo>
                    <a:pt x="18785" y="13769"/>
                  </a:lnTo>
                  <a:lnTo>
                    <a:pt x="19076" y="13262"/>
                  </a:lnTo>
                  <a:lnTo>
                    <a:pt x="19271" y="12756"/>
                  </a:lnTo>
                  <a:lnTo>
                    <a:pt x="19319" y="12505"/>
                  </a:lnTo>
                  <a:lnTo>
                    <a:pt x="19271" y="12253"/>
                  </a:lnTo>
                  <a:lnTo>
                    <a:pt x="19222" y="11998"/>
                  </a:lnTo>
                  <a:lnTo>
                    <a:pt x="19124" y="11874"/>
                  </a:lnTo>
                  <a:lnTo>
                    <a:pt x="18979" y="11747"/>
                  </a:lnTo>
                  <a:lnTo>
                    <a:pt x="18785" y="11874"/>
                  </a:lnTo>
                  <a:lnTo>
                    <a:pt x="18445" y="12126"/>
                  </a:lnTo>
                  <a:lnTo>
                    <a:pt x="17765" y="12884"/>
                  </a:lnTo>
                  <a:lnTo>
                    <a:pt x="17572" y="13135"/>
                  </a:lnTo>
                  <a:lnTo>
                    <a:pt x="17377" y="13262"/>
                  </a:lnTo>
                  <a:lnTo>
                    <a:pt x="17183" y="13262"/>
                  </a:lnTo>
                  <a:lnTo>
                    <a:pt x="16988" y="13011"/>
                  </a:lnTo>
                  <a:lnTo>
                    <a:pt x="16892" y="12632"/>
                  </a:lnTo>
                  <a:lnTo>
                    <a:pt x="16843" y="12253"/>
                  </a:lnTo>
                  <a:lnTo>
                    <a:pt x="16746" y="11496"/>
                  </a:lnTo>
                  <a:lnTo>
                    <a:pt x="16746" y="10735"/>
                  </a:lnTo>
                  <a:lnTo>
                    <a:pt x="16843" y="9977"/>
                  </a:lnTo>
                  <a:lnTo>
                    <a:pt x="16988" y="9347"/>
                  </a:lnTo>
                  <a:lnTo>
                    <a:pt x="17183" y="8716"/>
                  </a:lnTo>
                  <a:lnTo>
                    <a:pt x="17377" y="8462"/>
                  </a:lnTo>
                  <a:lnTo>
                    <a:pt x="17572" y="8338"/>
                  </a:lnTo>
                  <a:lnTo>
                    <a:pt x="18009" y="8210"/>
                  </a:lnTo>
                  <a:lnTo>
                    <a:pt x="18445" y="8083"/>
                  </a:lnTo>
                  <a:lnTo>
                    <a:pt x="18931" y="8083"/>
                  </a:lnTo>
                  <a:lnTo>
                    <a:pt x="18931" y="7704"/>
                  </a:lnTo>
                  <a:lnTo>
                    <a:pt x="18687" y="7325"/>
                  </a:lnTo>
                  <a:lnTo>
                    <a:pt x="18396" y="7074"/>
                  </a:lnTo>
                  <a:lnTo>
                    <a:pt x="18154" y="6819"/>
                  </a:lnTo>
                  <a:lnTo>
                    <a:pt x="17863" y="6695"/>
                  </a:lnTo>
                  <a:close/>
                  <a:moveTo>
                    <a:pt x="8980" y="14399"/>
                  </a:moveTo>
                  <a:lnTo>
                    <a:pt x="8398" y="14778"/>
                  </a:lnTo>
                  <a:lnTo>
                    <a:pt x="7815" y="15033"/>
                  </a:lnTo>
                  <a:lnTo>
                    <a:pt x="7232" y="15284"/>
                  </a:lnTo>
                  <a:lnTo>
                    <a:pt x="6698" y="15663"/>
                  </a:lnTo>
                  <a:lnTo>
                    <a:pt x="6602" y="15914"/>
                  </a:lnTo>
                  <a:lnTo>
                    <a:pt x="6553" y="16169"/>
                  </a:lnTo>
                  <a:lnTo>
                    <a:pt x="6553" y="16548"/>
                  </a:lnTo>
                  <a:lnTo>
                    <a:pt x="6698" y="16675"/>
                  </a:lnTo>
                  <a:lnTo>
                    <a:pt x="6990" y="16799"/>
                  </a:lnTo>
                  <a:lnTo>
                    <a:pt x="7912" y="16799"/>
                  </a:lnTo>
                  <a:lnTo>
                    <a:pt x="8543" y="16420"/>
                  </a:lnTo>
                  <a:lnTo>
                    <a:pt x="9125" y="16042"/>
                  </a:lnTo>
                  <a:lnTo>
                    <a:pt x="9222" y="15914"/>
                  </a:lnTo>
                  <a:lnTo>
                    <a:pt x="9320" y="15790"/>
                  </a:lnTo>
                  <a:lnTo>
                    <a:pt x="9368" y="15535"/>
                  </a:lnTo>
                  <a:lnTo>
                    <a:pt x="9417" y="15284"/>
                  </a:lnTo>
                  <a:lnTo>
                    <a:pt x="9368" y="14778"/>
                  </a:lnTo>
                  <a:lnTo>
                    <a:pt x="9271" y="14526"/>
                  </a:lnTo>
                  <a:lnTo>
                    <a:pt x="9174" y="14399"/>
                  </a:lnTo>
                  <a:close/>
                  <a:moveTo>
                    <a:pt x="14659" y="7074"/>
                  </a:moveTo>
                  <a:lnTo>
                    <a:pt x="14270" y="7198"/>
                  </a:lnTo>
                  <a:lnTo>
                    <a:pt x="13979" y="7453"/>
                  </a:lnTo>
                  <a:lnTo>
                    <a:pt x="13737" y="7955"/>
                  </a:lnTo>
                  <a:lnTo>
                    <a:pt x="13543" y="8589"/>
                  </a:lnTo>
                  <a:lnTo>
                    <a:pt x="13494" y="8210"/>
                  </a:lnTo>
                  <a:lnTo>
                    <a:pt x="13348" y="8083"/>
                  </a:lnTo>
                  <a:lnTo>
                    <a:pt x="13155" y="7955"/>
                  </a:lnTo>
                  <a:lnTo>
                    <a:pt x="12717" y="7955"/>
                  </a:lnTo>
                  <a:lnTo>
                    <a:pt x="12571" y="8083"/>
                  </a:lnTo>
                  <a:lnTo>
                    <a:pt x="12183" y="8589"/>
                  </a:lnTo>
                  <a:lnTo>
                    <a:pt x="11892" y="9219"/>
                  </a:lnTo>
                  <a:lnTo>
                    <a:pt x="11843" y="8840"/>
                  </a:lnTo>
                  <a:lnTo>
                    <a:pt x="11796" y="8716"/>
                  </a:lnTo>
                  <a:lnTo>
                    <a:pt x="11747" y="8716"/>
                  </a:lnTo>
                  <a:lnTo>
                    <a:pt x="11649" y="8840"/>
                  </a:lnTo>
                  <a:lnTo>
                    <a:pt x="11552" y="9474"/>
                  </a:lnTo>
                  <a:lnTo>
                    <a:pt x="11456" y="10104"/>
                  </a:lnTo>
                  <a:lnTo>
                    <a:pt x="11407" y="11496"/>
                  </a:lnTo>
                  <a:lnTo>
                    <a:pt x="11358" y="12756"/>
                  </a:lnTo>
                  <a:lnTo>
                    <a:pt x="11407" y="14020"/>
                  </a:lnTo>
                  <a:lnTo>
                    <a:pt x="11503" y="15284"/>
                  </a:lnTo>
                  <a:lnTo>
                    <a:pt x="11601" y="16548"/>
                  </a:lnTo>
                  <a:lnTo>
                    <a:pt x="11649" y="16799"/>
                  </a:lnTo>
                  <a:lnTo>
                    <a:pt x="11747" y="17054"/>
                  </a:lnTo>
                  <a:lnTo>
                    <a:pt x="11843" y="17178"/>
                  </a:lnTo>
                  <a:lnTo>
                    <a:pt x="11989" y="17054"/>
                  </a:lnTo>
                  <a:lnTo>
                    <a:pt x="12087" y="16927"/>
                  </a:lnTo>
                  <a:lnTo>
                    <a:pt x="12183" y="16799"/>
                  </a:lnTo>
                  <a:lnTo>
                    <a:pt x="12232" y="16420"/>
                  </a:lnTo>
                  <a:lnTo>
                    <a:pt x="12183" y="16042"/>
                  </a:lnTo>
                  <a:lnTo>
                    <a:pt x="12087" y="14399"/>
                  </a:lnTo>
                  <a:lnTo>
                    <a:pt x="12038" y="12632"/>
                  </a:lnTo>
                  <a:lnTo>
                    <a:pt x="12087" y="11496"/>
                  </a:lnTo>
                  <a:lnTo>
                    <a:pt x="12183" y="10735"/>
                  </a:lnTo>
                  <a:lnTo>
                    <a:pt x="12426" y="10232"/>
                  </a:lnTo>
                  <a:lnTo>
                    <a:pt x="12669" y="9726"/>
                  </a:lnTo>
                  <a:lnTo>
                    <a:pt x="12960" y="9598"/>
                  </a:lnTo>
                  <a:lnTo>
                    <a:pt x="13057" y="14020"/>
                  </a:lnTo>
                  <a:lnTo>
                    <a:pt x="13106" y="14275"/>
                  </a:lnTo>
                  <a:lnTo>
                    <a:pt x="13155" y="14526"/>
                  </a:lnTo>
                  <a:lnTo>
                    <a:pt x="13251" y="14778"/>
                  </a:lnTo>
                  <a:lnTo>
                    <a:pt x="13397" y="14778"/>
                  </a:lnTo>
                  <a:lnTo>
                    <a:pt x="13494" y="14905"/>
                  </a:lnTo>
                  <a:lnTo>
                    <a:pt x="13591" y="14778"/>
                  </a:lnTo>
                  <a:lnTo>
                    <a:pt x="13639" y="14526"/>
                  </a:lnTo>
                  <a:lnTo>
                    <a:pt x="13688" y="14275"/>
                  </a:lnTo>
                  <a:lnTo>
                    <a:pt x="13834" y="12253"/>
                  </a:lnTo>
                  <a:lnTo>
                    <a:pt x="13979" y="10356"/>
                  </a:lnTo>
                  <a:lnTo>
                    <a:pt x="14028" y="9853"/>
                  </a:lnTo>
                  <a:lnTo>
                    <a:pt x="14125" y="9474"/>
                  </a:lnTo>
                  <a:lnTo>
                    <a:pt x="14270" y="9095"/>
                  </a:lnTo>
                  <a:lnTo>
                    <a:pt x="14416" y="8840"/>
                  </a:lnTo>
                  <a:lnTo>
                    <a:pt x="14659" y="8840"/>
                  </a:lnTo>
                  <a:lnTo>
                    <a:pt x="14707" y="9095"/>
                  </a:lnTo>
                  <a:lnTo>
                    <a:pt x="14707" y="9853"/>
                  </a:lnTo>
                  <a:lnTo>
                    <a:pt x="14805" y="11874"/>
                  </a:lnTo>
                  <a:lnTo>
                    <a:pt x="14950" y="13896"/>
                  </a:lnTo>
                  <a:lnTo>
                    <a:pt x="15047" y="14654"/>
                  </a:lnTo>
                  <a:lnTo>
                    <a:pt x="15145" y="15535"/>
                  </a:lnTo>
                  <a:lnTo>
                    <a:pt x="15291" y="16293"/>
                  </a:lnTo>
                  <a:lnTo>
                    <a:pt x="15387" y="16548"/>
                  </a:lnTo>
                  <a:lnTo>
                    <a:pt x="15533" y="16675"/>
                  </a:lnTo>
                  <a:lnTo>
                    <a:pt x="15678" y="16675"/>
                  </a:lnTo>
                  <a:lnTo>
                    <a:pt x="15775" y="16548"/>
                  </a:lnTo>
                  <a:lnTo>
                    <a:pt x="15873" y="16420"/>
                  </a:lnTo>
                  <a:lnTo>
                    <a:pt x="15920" y="16169"/>
                  </a:lnTo>
                  <a:lnTo>
                    <a:pt x="15969" y="15790"/>
                  </a:lnTo>
                  <a:lnTo>
                    <a:pt x="15873" y="15411"/>
                  </a:lnTo>
                  <a:lnTo>
                    <a:pt x="15775" y="15157"/>
                  </a:lnTo>
                  <a:lnTo>
                    <a:pt x="15727" y="14654"/>
                  </a:lnTo>
                  <a:lnTo>
                    <a:pt x="15629" y="14020"/>
                  </a:lnTo>
                  <a:lnTo>
                    <a:pt x="15582" y="13011"/>
                  </a:lnTo>
                  <a:lnTo>
                    <a:pt x="15436" y="11496"/>
                  </a:lnTo>
                  <a:lnTo>
                    <a:pt x="15387" y="9853"/>
                  </a:lnTo>
                  <a:lnTo>
                    <a:pt x="15387" y="8716"/>
                  </a:lnTo>
                  <a:lnTo>
                    <a:pt x="15338" y="8210"/>
                  </a:lnTo>
                  <a:lnTo>
                    <a:pt x="15193" y="7831"/>
                  </a:lnTo>
                  <a:lnTo>
                    <a:pt x="14950" y="7325"/>
                  </a:lnTo>
                  <a:lnTo>
                    <a:pt x="14805" y="7198"/>
                  </a:lnTo>
                  <a:lnTo>
                    <a:pt x="14659" y="7074"/>
                  </a:lnTo>
                  <a:close/>
                  <a:moveTo>
                    <a:pt x="3591" y="3916"/>
                  </a:moveTo>
                  <a:lnTo>
                    <a:pt x="3398" y="4040"/>
                  </a:lnTo>
                  <a:lnTo>
                    <a:pt x="3204" y="4418"/>
                  </a:lnTo>
                  <a:lnTo>
                    <a:pt x="3155" y="4673"/>
                  </a:lnTo>
                  <a:lnTo>
                    <a:pt x="2864" y="4418"/>
                  </a:lnTo>
                  <a:lnTo>
                    <a:pt x="2330" y="4418"/>
                  </a:lnTo>
                  <a:lnTo>
                    <a:pt x="2039" y="4673"/>
                  </a:lnTo>
                  <a:lnTo>
                    <a:pt x="1019" y="5176"/>
                  </a:lnTo>
                  <a:lnTo>
                    <a:pt x="486" y="5682"/>
                  </a:lnTo>
                  <a:lnTo>
                    <a:pt x="242" y="5937"/>
                  </a:lnTo>
                  <a:lnTo>
                    <a:pt x="49" y="6316"/>
                  </a:lnTo>
                  <a:lnTo>
                    <a:pt x="0" y="6567"/>
                  </a:lnTo>
                  <a:lnTo>
                    <a:pt x="0" y="6819"/>
                  </a:lnTo>
                  <a:lnTo>
                    <a:pt x="49" y="6946"/>
                  </a:lnTo>
                  <a:lnTo>
                    <a:pt x="146" y="7074"/>
                  </a:lnTo>
                  <a:lnTo>
                    <a:pt x="97" y="8083"/>
                  </a:lnTo>
                  <a:lnTo>
                    <a:pt x="97" y="12756"/>
                  </a:lnTo>
                  <a:lnTo>
                    <a:pt x="146" y="16675"/>
                  </a:lnTo>
                  <a:lnTo>
                    <a:pt x="195" y="20591"/>
                  </a:lnTo>
                  <a:lnTo>
                    <a:pt x="242" y="20970"/>
                  </a:lnTo>
                  <a:lnTo>
                    <a:pt x="388" y="21349"/>
                  </a:lnTo>
                  <a:lnTo>
                    <a:pt x="533" y="21473"/>
                  </a:lnTo>
                  <a:lnTo>
                    <a:pt x="679" y="21349"/>
                  </a:lnTo>
                  <a:lnTo>
                    <a:pt x="824" y="21473"/>
                  </a:lnTo>
                  <a:lnTo>
                    <a:pt x="1117" y="21600"/>
                  </a:lnTo>
                  <a:lnTo>
                    <a:pt x="1359" y="21473"/>
                  </a:lnTo>
                  <a:lnTo>
                    <a:pt x="1845" y="21221"/>
                  </a:lnTo>
                  <a:lnTo>
                    <a:pt x="3155" y="20591"/>
                  </a:lnTo>
                  <a:lnTo>
                    <a:pt x="3446" y="20464"/>
                  </a:lnTo>
                  <a:lnTo>
                    <a:pt x="3640" y="20336"/>
                  </a:lnTo>
                  <a:lnTo>
                    <a:pt x="3835" y="20085"/>
                  </a:lnTo>
                  <a:lnTo>
                    <a:pt x="3931" y="19578"/>
                  </a:lnTo>
                  <a:lnTo>
                    <a:pt x="3931" y="19200"/>
                  </a:lnTo>
                  <a:lnTo>
                    <a:pt x="3883" y="18948"/>
                  </a:lnTo>
                  <a:lnTo>
                    <a:pt x="3737" y="18693"/>
                  </a:lnTo>
                  <a:lnTo>
                    <a:pt x="3544" y="18569"/>
                  </a:lnTo>
                  <a:lnTo>
                    <a:pt x="3349" y="18569"/>
                  </a:lnTo>
                  <a:lnTo>
                    <a:pt x="3155" y="18693"/>
                  </a:lnTo>
                  <a:lnTo>
                    <a:pt x="2718" y="18948"/>
                  </a:lnTo>
                  <a:lnTo>
                    <a:pt x="2330" y="19200"/>
                  </a:lnTo>
                  <a:lnTo>
                    <a:pt x="1359" y="19706"/>
                  </a:lnTo>
                  <a:lnTo>
                    <a:pt x="922" y="19957"/>
                  </a:lnTo>
                  <a:lnTo>
                    <a:pt x="873" y="17054"/>
                  </a:lnTo>
                  <a:lnTo>
                    <a:pt x="824" y="14147"/>
                  </a:lnTo>
                  <a:lnTo>
                    <a:pt x="1117" y="14147"/>
                  </a:lnTo>
                  <a:lnTo>
                    <a:pt x="1359" y="14020"/>
                  </a:lnTo>
                  <a:lnTo>
                    <a:pt x="1892" y="13641"/>
                  </a:lnTo>
                  <a:lnTo>
                    <a:pt x="3253" y="12884"/>
                  </a:lnTo>
                  <a:lnTo>
                    <a:pt x="3300" y="13011"/>
                  </a:lnTo>
                  <a:lnTo>
                    <a:pt x="3446" y="13011"/>
                  </a:lnTo>
                  <a:lnTo>
                    <a:pt x="3544" y="12884"/>
                  </a:lnTo>
                  <a:lnTo>
                    <a:pt x="3640" y="12756"/>
                  </a:lnTo>
                  <a:lnTo>
                    <a:pt x="3689" y="12632"/>
                  </a:lnTo>
                  <a:lnTo>
                    <a:pt x="3786" y="12253"/>
                  </a:lnTo>
                  <a:lnTo>
                    <a:pt x="3835" y="11998"/>
                  </a:lnTo>
                  <a:lnTo>
                    <a:pt x="3835" y="11747"/>
                  </a:lnTo>
                  <a:lnTo>
                    <a:pt x="3786" y="11496"/>
                  </a:lnTo>
                  <a:lnTo>
                    <a:pt x="3737" y="11241"/>
                  </a:lnTo>
                  <a:lnTo>
                    <a:pt x="3591" y="10862"/>
                  </a:lnTo>
                  <a:lnTo>
                    <a:pt x="3349" y="10862"/>
                  </a:lnTo>
                  <a:lnTo>
                    <a:pt x="1892" y="11874"/>
                  </a:lnTo>
                  <a:lnTo>
                    <a:pt x="1359" y="12126"/>
                  </a:lnTo>
                  <a:lnTo>
                    <a:pt x="1068" y="12377"/>
                  </a:lnTo>
                  <a:lnTo>
                    <a:pt x="824" y="12505"/>
                  </a:lnTo>
                  <a:lnTo>
                    <a:pt x="777" y="9598"/>
                  </a:lnTo>
                  <a:lnTo>
                    <a:pt x="777" y="8462"/>
                  </a:lnTo>
                  <a:lnTo>
                    <a:pt x="728" y="7198"/>
                  </a:lnTo>
                  <a:lnTo>
                    <a:pt x="1408" y="6819"/>
                  </a:lnTo>
                  <a:lnTo>
                    <a:pt x="2136" y="6316"/>
                  </a:lnTo>
                  <a:lnTo>
                    <a:pt x="2378" y="6189"/>
                  </a:lnTo>
                  <a:lnTo>
                    <a:pt x="2718" y="6189"/>
                  </a:lnTo>
                  <a:lnTo>
                    <a:pt x="2864" y="6440"/>
                  </a:lnTo>
                  <a:lnTo>
                    <a:pt x="2960" y="6567"/>
                  </a:lnTo>
                  <a:lnTo>
                    <a:pt x="3058" y="6695"/>
                  </a:lnTo>
                  <a:lnTo>
                    <a:pt x="3204" y="6695"/>
                  </a:lnTo>
                  <a:lnTo>
                    <a:pt x="3300" y="6567"/>
                  </a:lnTo>
                  <a:lnTo>
                    <a:pt x="3980" y="5682"/>
                  </a:lnTo>
                  <a:lnTo>
                    <a:pt x="4077" y="5558"/>
                  </a:lnTo>
                  <a:lnTo>
                    <a:pt x="4126" y="5431"/>
                  </a:lnTo>
                  <a:lnTo>
                    <a:pt x="4175" y="4925"/>
                  </a:lnTo>
                  <a:lnTo>
                    <a:pt x="4126" y="4418"/>
                  </a:lnTo>
                  <a:lnTo>
                    <a:pt x="4077" y="4295"/>
                  </a:lnTo>
                  <a:lnTo>
                    <a:pt x="3980" y="4040"/>
                  </a:lnTo>
                  <a:lnTo>
                    <a:pt x="3786" y="3916"/>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357" name="Google Shape;413;p8"/>
            <p:cNvSpPr/>
            <p:nvPr/>
          </p:nvSpPr>
          <p:spPr>
            <a:xfrm>
              <a:off x="413610" y="4847857"/>
              <a:ext cx="687686" cy="4827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676" y="651"/>
                  </a:moveTo>
                  <a:lnTo>
                    <a:pt x="5867" y="706"/>
                  </a:lnTo>
                  <a:lnTo>
                    <a:pt x="5791" y="706"/>
                  </a:lnTo>
                  <a:lnTo>
                    <a:pt x="5676" y="651"/>
                  </a:lnTo>
                  <a:close/>
                  <a:moveTo>
                    <a:pt x="5029" y="706"/>
                  </a:moveTo>
                  <a:lnTo>
                    <a:pt x="4990" y="759"/>
                  </a:lnTo>
                  <a:lnTo>
                    <a:pt x="4762" y="814"/>
                  </a:lnTo>
                  <a:lnTo>
                    <a:pt x="5029" y="706"/>
                  </a:lnTo>
                  <a:close/>
                  <a:moveTo>
                    <a:pt x="5371" y="1194"/>
                  </a:moveTo>
                  <a:lnTo>
                    <a:pt x="5410" y="1247"/>
                  </a:lnTo>
                  <a:lnTo>
                    <a:pt x="5447" y="1357"/>
                  </a:lnTo>
                  <a:lnTo>
                    <a:pt x="5561" y="1465"/>
                  </a:lnTo>
                  <a:lnTo>
                    <a:pt x="5714" y="1520"/>
                  </a:lnTo>
                  <a:lnTo>
                    <a:pt x="5981" y="1520"/>
                  </a:lnTo>
                  <a:lnTo>
                    <a:pt x="6095" y="1465"/>
                  </a:lnTo>
                  <a:lnTo>
                    <a:pt x="6210" y="1465"/>
                  </a:lnTo>
                  <a:lnTo>
                    <a:pt x="6248" y="1520"/>
                  </a:lnTo>
                  <a:lnTo>
                    <a:pt x="6285" y="1628"/>
                  </a:lnTo>
                  <a:lnTo>
                    <a:pt x="6400" y="2116"/>
                  </a:lnTo>
                  <a:lnTo>
                    <a:pt x="6400" y="2551"/>
                  </a:lnTo>
                  <a:lnTo>
                    <a:pt x="6362" y="3039"/>
                  </a:lnTo>
                  <a:lnTo>
                    <a:pt x="6285" y="3473"/>
                  </a:lnTo>
                  <a:lnTo>
                    <a:pt x="6210" y="3745"/>
                  </a:lnTo>
                  <a:lnTo>
                    <a:pt x="6134" y="4016"/>
                  </a:lnTo>
                  <a:lnTo>
                    <a:pt x="5867" y="4450"/>
                  </a:lnTo>
                  <a:lnTo>
                    <a:pt x="5600" y="4776"/>
                  </a:lnTo>
                  <a:lnTo>
                    <a:pt x="5257" y="5047"/>
                  </a:lnTo>
                  <a:lnTo>
                    <a:pt x="5257" y="4884"/>
                  </a:lnTo>
                  <a:lnTo>
                    <a:pt x="5219" y="4829"/>
                  </a:lnTo>
                  <a:lnTo>
                    <a:pt x="5143" y="4776"/>
                  </a:lnTo>
                  <a:lnTo>
                    <a:pt x="5067" y="4776"/>
                  </a:lnTo>
                  <a:lnTo>
                    <a:pt x="5257" y="4125"/>
                  </a:lnTo>
                  <a:lnTo>
                    <a:pt x="5257" y="4016"/>
                  </a:lnTo>
                  <a:lnTo>
                    <a:pt x="5181" y="3962"/>
                  </a:lnTo>
                  <a:lnTo>
                    <a:pt x="5143" y="3962"/>
                  </a:lnTo>
                  <a:lnTo>
                    <a:pt x="5067" y="4016"/>
                  </a:lnTo>
                  <a:lnTo>
                    <a:pt x="4723" y="4776"/>
                  </a:lnTo>
                  <a:lnTo>
                    <a:pt x="4495" y="5264"/>
                  </a:lnTo>
                  <a:lnTo>
                    <a:pt x="4266" y="5210"/>
                  </a:lnTo>
                  <a:lnTo>
                    <a:pt x="4001" y="5156"/>
                  </a:lnTo>
                  <a:lnTo>
                    <a:pt x="3848" y="5102"/>
                  </a:lnTo>
                  <a:lnTo>
                    <a:pt x="4152" y="4721"/>
                  </a:lnTo>
                  <a:lnTo>
                    <a:pt x="4762" y="3908"/>
                  </a:lnTo>
                  <a:lnTo>
                    <a:pt x="4762" y="3690"/>
                  </a:lnTo>
                  <a:lnTo>
                    <a:pt x="4686" y="3635"/>
                  </a:lnTo>
                  <a:lnTo>
                    <a:pt x="4609" y="3635"/>
                  </a:lnTo>
                  <a:lnTo>
                    <a:pt x="3619" y="4613"/>
                  </a:lnTo>
                  <a:lnTo>
                    <a:pt x="3428" y="4829"/>
                  </a:lnTo>
                  <a:lnTo>
                    <a:pt x="3352" y="4721"/>
                  </a:lnTo>
                  <a:lnTo>
                    <a:pt x="3391" y="4559"/>
                  </a:lnTo>
                  <a:lnTo>
                    <a:pt x="3428" y="4450"/>
                  </a:lnTo>
                  <a:lnTo>
                    <a:pt x="3391" y="4341"/>
                  </a:lnTo>
                  <a:lnTo>
                    <a:pt x="3352" y="4288"/>
                  </a:lnTo>
                  <a:lnTo>
                    <a:pt x="3467" y="4341"/>
                  </a:lnTo>
                  <a:lnTo>
                    <a:pt x="3809" y="4070"/>
                  </a:lnTo>
                  <a:lnTo>
                    <a:pt x="4914" y="3039"/>
                  </a:lnTo>
                  <a:lnTo>
                    <a:pt x="4953" y="2931"/>
                  </a:lnTo>
                  <a:lnTo>
                    <a:pt x="4953" y="2876"/>
                  </a:lnTo>
                  <a:lnTo>
                    <a:pt x="4914" y="2768"/>
                  </a:lnTo>
                  <a:lnTo>
                    <a:pt x="4839" y="2768"/>
                  </a:lnTo>
                  <a:lnTo>
                    <a:pt x="4495" y="2931"/>
                  </a:lnTo>
                  <a:lnTo>
                    <a:pt x="3962" y="3256"/>
                  </a:lnTo>
                  <a:lnTo>
                    <a:pt x="3428" y="3635"/>
                  </a:lnTo>
                  <a:lnTo>
                    <a:pt x="3200" y="3908"/>
                  </a:lnTo>
                  <a:lnTo>
                    <a:pt x="3047" y="4125"/>
                  </a:lnTo>
                  <a:lnTo>
                    <a:pt x="3010" y="3853"/>
                  </a:lnTo>
                  <a:lnTo>
                    <a:pt x="3010" y="3635"/>
                  </a:lnTo>
                  <a:lnTo>
                    <a:pt x="3200" y="3527"/>
                  </a:lnTo>
                  <a:lnTo>
                    <a:pt x="3391" y="3310"/>
                  </a:lnTo>
                  <a:lnTo>
                    <a:pt x="3771" y="2984"/>
                  </a:lnTo>
                  <a:lnTo>
                    <a:pt x="4266" y="2551"/>
                  </a:lnTo>
                  <a:lnTo>
                    <a:pt x="4762" y="2225"/>
                  </a:lnTo>
                  <a:lnTo>
                    <a:pt x="4839" y="2116"/>
                  </a:lnTo>
                  <a:lnTo>
                    <a:pt x="4839" y="2008"/>
                  </a:lnTo>
                  <a:lnTo>
                    <a:pt x="4762" y="1953"/>
                  </a:lnTo>
                  <a:lnTo>
                    <a:pt x="4686" y="1900"/>
                  </a:lnTo>
                  <a:lnTo>
                    <a:pt x="4419" y="2008"/>
                  </a:lnTo>
                  <a:lnTo>
                    <a:pt x="4115" y="2116"/>
                  </a:lnTo>
                  <a:lnTo>
                    <a:pt x="3848" y="2225"/>
                  </a:lnTo>
                  <a:lnTo>
                    <a:pt x="3581" y="2441"/>
                  </a:lnTo>
                  <a:lnTo>
                    <a:pt x="3277" y="2659"/>
                  </a:lnTo>
                  <a:lnTo>
                    <a:pt x="3428" y="2333"/>
                  </a:lnTo>
                  <a:lnTo>
                    <a:pt x="3619" y="2008"/>
                  </a:lnTo>
                  <a:lnTo>
                    <a:pt x="3924" y="1790"/>
                  </a:lnTo>
                  <a:lnTo>
                    <a:pt x="4266" y="1574"/>
                  </a:lnTo>
                  <a:lnTo>
                    <a:pt x="4914" y="1247"/>
                  </a:lnTo>
                  <a:lnTo>
                    <a:pt x="4953" y="1357"/>
                  </a:lnTo>
                  <a:lnTo>
                    <a:pt x="5029" y="1465"/>
                  </a:lnTo>
                  <a:lnTo>
                    <a:pt x="5105" y="1465"/>
                  </a:lnTo>
                  <a:lnTo>
                    <a:pt x="5181" y="1520"/>
                  </a:lnTo>
                  <a:lnTo>
                    <a:pt x="5257" y="1465"/>
                  </a:lnTo>
                  <a:lnTo>
                    <a:pt x="5296" y="1411"/>
                  </a:lnTo>
                  <a:lnTo>
                    <a:pt x="5371" y="1302"/>
                  </a:lnTo>
                  <a:lnTo>
                    <a:pt x="5371" y="1194"/>
                  </a:lnTo>
                  <a:close/>
                  <a:moveTo>
                    <a:pt x="10019" y="4884"/>
                  </a:moveTo>
                  <a:lnTo>
                    <a:pt x="10286" y="4992"/>
                  </a:lnTo>
                  <a:lnTo>
                    <a:pt x="10286" y="5047"/>
                  </a:lnTo>
                  <a:lnTo>
                    <a:pt x="10514" y="5372"/>
                  </a:lnTo>
                  <a:lnTo>
                    <a:pt x="10704" y="5753"/>
                  </a:lnTo>
                  <a:lnTo>
                    <a:pt x="10553" y="5970"/>
                  </a:lnTo>
                  <a:lnTo>
                    <a:pt x="10362" y="6186"/>
                  </a:lnTo>
                  <a:lnTo>
                    <a:pt x="10172" y="6350"/>
                  </a:lnTo>
                  <a:lnTo>
                    <a:pt x="9982" y="6404"/>
                  </a:lnTo>
                  <a:lnTo>
                    <a:pt x="9866" y="6350"/>
                  </a:lnTo>
                  <a:lnTo>
                    <a:pt x="9791" y="6295"/>
                  </a:lnTo>
                  <a:lnTo>
                    <a:pt x="9866" y="6133"/>
                  </a:lnTo>
                  <a:lnTo>
                    <a:pt x="9866" y="6023"/>
                  </a:lnTo>
                  <a:lnTo>
                    <a:pt x="9829" y="5915"/>
                  </a:lnTo>
                  <a:lnTo>
                    <a:pt x="9752" y="5807"/>
                  </a:lnTo>
                  <a:lnTo>
                    <a:pt x="9600" y="5807"/>
                  </a:lnTo>
                  <a:lnTo>
                    <a:pt x="9829" y="5644"/>
                  </a:lnTo>
                  <a:lnTo>
                    <a:pt x="9866" y="5590"/>
                  </a:lnTo>
                  <a:lnTo>
                    <a:pt x="9905" y="5535"/>
                  </a:lnTo>
                  <a:lnTo>
                    <a:pt x="9905" y="5372"/>
                  </a:lnTo>
                  <a:lnTo>
                    <a:pt x="9829" y="5264"/>
                  </a:lnTo>
                  <a:lnTo>
                    <a:pt x="9752" y="5210"/>
                  </a:lnTo>
                  <a:lnTo>
                    <a:pt x="9715" y="5210"/>
                  </a:lnTo>
                  <a:lnTo>
                    <a:pt x="9409" y="5372"/>
                  </a:lnTo>
                  <a:lnTo>
                    <a:pt x="9562" y="4992"/>
                  </a:lnTo>
                  <a:lnTo>
                    <a:pt x="9638" y="5047"/>
                  </a:lnTo>
                  <a:lnTo>
                    <a:pt x="9715" y="5047"/>
                  </a:lnTo>
                  <a:lnTo>
                    <a:pt x="9866" y="4992"/>
                  </a:lnTo>
                  <a:lnTo>
                    <a:pt x="10019" y="4884"/>
                  </a:lnTo>
                  <a:close/>
                  <a:moveTo>
                    <a:pt x="1562" y="6404"/>
                  </a:moveTo>
                  <a:lnTo>
                    <a:pt x="1676" y="6458"/>
                  </a:lnTo>
                  <a:lnTo>
                    <a:pt x="1790" y="6566"/>
                  </a:lnTo>
                  <a:lnTo>
                    <a:pt x="1943" y="6784"/>
                  </a:lnTo>
                  <a:lnTo>
                    <a:pt x="1981" y="7055"/>
                  </a:lnTo>
                  <a:lnTo>
                    <a:pt x="2019" y="7272"/>
                  </a:lnTo>
                  <a:lnTo>
                    <a:pt x="1981" y="7544"/>
                  </a:lnTo>
                  <a:lnTo>
                    <a:pt x="1943" y="7760"/>
                  </a:lnTo>
                  <a:lnTo>
                    <a:pt x="1829" y="7978"/>
                  </a:lnTo>
                  <a:lnTo>
                    <a:pt x="1676" y="8141"/>
                  </a:lnTo>
                  <a:lnTo>
                    <a:pt x="1524" y="8249"/>
                  </a:lnTo>
                  <a:lnTo>
                    <a:pt x="1486" y="8032"/>
                  </a:lnTo>
                  <a:lnTo>
                    <a:pt x="1486" y="7707"/>
                  </a:lnTo>
                  <a:lnTo>
                    <a:pt x="1448" y="7598"/>
                  </a:lnTo>
                  <a:lnTo>
                    <a:pt x="1448" y="7489"/>
                  </a:lnTo>
                  <a:lnTo>
                    <a:pt x="1371" y="7380"/>
                  </a:lnTo>
                  <a:lnTo>
                    <a:pt x="1334" y="7327"/>
                  </a:lnTo>
                  <a:lnTo>
                    <a:pt x="1219" y="7380"/>
                  </a:lnTo>
                  <a:lnTo>
                    <a:pt x="1067" y="7489"/>
                  </a:lnTo>
                  <a:lnTo>
                    <a:pt x="1181" y="7380"/>
                  </a:lnTo>
                  <a:lnTo>
                    <a:pt x="1371" y="7217"/>
                  </a:lnTo>
                  <a:lnTo>
                    <a:pt x="1524" y="7055"/>
                  </a:lnTo>
                  <a:lnTo>
                    <a:pt x="1600" y="6947"/>
                  </a:lnTo>
                  <a:lnTo>
                    <a:pt x="1562" y="6838"/>
                  </a:lnTo>
                  <a:lnTo>
                    <a:pt x="1524" y="6729"/>
                  </a:lnTo>
                  <a:lnTo>
                    <a:pt x="1448" y="6676"/>
                  </a:lnTo>
                  <a:lnTo>
                    <a:pt x="1486" y="6621"/>
                  </a:lnTo>
                  <a:lnTo>
                    <a:pt x="1524" y="6566"/>
                  </a:lnTo>
                  <a:lnTo>
                    <a:pt x="1524" y="6513"/>
                  </a:lnTo>
                  <a:lnTo>
                    <a:pt x="1486" y="6404"/>
                  </a:lnTo>
                  <a:close/>
                  <a:moveTo>
                    <a:pt x="1181" y="8249"/>
                  </a:moveTo>
                  <a:lnTo>
                    <a:pt x="1181" y="8358"/>
                  </a:lnTo>
                  <a:lnTo>
                    <a:pt x="1067" y="8303"/>
                  </a:lnTo>
                  <a:lnTo>
                    <a:pt x="1181" y="8249"/>
                  </a:lnTo>
                  <a:close/>
                  <a:moveTo>
                    <a:pt x="8190" y="8738"/>
                  </a:moveTo>
                  <a:lnTo>
                    <a:pt x="8534" y="8846"/>
                  </a:lnTo>
                  <a:lnTo>
                    <a:pt x="8610" y="9009"/>
                  </a:lnTo>
                  <a:lnTo>
                    <a:pt x="8724" y="9117"/>
                  </a:lnTo>
                  <a:lnTo>
                    <a:pt x="8838" y="9280"/>
                  </a:lnTo>
                  <a:lnTo>
                    <a:pt x="8952" y="9443"/>
                  </a:lnTo>
                  <a:lnTo>
                    <a:pt x="9028" y="9660"/>
                  </a:lnTo>
                  <a:lnTo>
                    <a:pt x="9105" y="9877"/>
                  </a:lnTo>
                  <a:lnTo>
                    <a:pt x="9143" y="10258"/>
                  </a:lnTo>
                  <a:lnTo>
                    <a:pt x="9105" y="10583"/>
                  </a:lnTo>
                  <a:lnTo>
                    <a:pt x="8991" y="10909"/>
                  </a:lnTo>
                  <a:lnTo>
                    <a:pt x="8877" y="11180"/>
                  </a:lnTo>
                  <a:lnTo>
                    <a:pt x="8762" y="11397"/>
                  </a:lnTo>
                  <a:lnTo>
                    <a:pt x="8610" y="11560"/>
                  </a:lnTo>
                  <a:lnTo>
                    <a:pt x="8457" y="11668"/>
                  </a:lnTo>
                  <a:lnTo>
                    <a:pt x="8305" y="11777"/>
                  </a:lnTo>
                  <a:lnTo>
                    <a:pt x="8381" y="11234"/>
                  </a:lnTo>
                  <a:lnTo>
                    <a:pt x="8381" y="11125"/>
                  </a:lnTo>
                  <a:lnTo>
                    <a:pt x="8343" y="11071"/>
                  </a:lnTo>
                  <a:lnTo>
                    <a:pt x="8267" y="11071"/>
                  </a:lnTo>
                  <a:lnTo>
                    <a:pt x="8229" y="11125"/>
                  </a:lnTo>
                  <a:lnTo>
                    <a:pt x="8038" y="11452"/>
                  </a:lnTo>
                  <a:lnTo>
                    <a:pt x="7847" y="11831"/>
                  </a:lnTo>
                  <a:lnTo>
                    <a:pt x="7543" y="11723"/>
                  </a:lnTo>
                  <a:lnTo>
                    <a:pt x="7772" y="11234"/>
                  </a:lnTo>
                  <a:lnTo>
                    <a:pt x="8038" y="10854"/>
                  </a:lnTo>
                  <a:lnTo>
                    <a:pt x="8038" y="10691"/>
                  </a:lnTo>
                  <a:lnTo>
                    <a:pt x="7924" y="10691"/>
                  </a:lnTo>
                  <a:lnTo>
                    <a:pt x="7733" y="10854"/>
                  </a:lnTo>
                  <a:lnTo>
                    <a:pt x="7543" y="11017"/>
                  </a:lnTo>
                  <a:lnTo>
                    <a:pt x="7352" y="11234"/>
                  </a:lnTo>
                  <a:lnTo>
                    <a:pt x="7200" y="11505"/>
                  </a:lnTo>
                  <a:lnTo>
                    <a:pt x="7123" y="11397"/>
                  </a:lnTo>
                  <a:lnTo>
                    <a:pt x="6972" y="11180"/>
                  </a:lnTo>
                  <a:lnTo>
                    <a:pt x="7505" y="10746"/>
                  </a:lnTo>
                  <a:lnTo>
                    <a:pt x="8038" y="10258"/>
                  </a:lnTo>
                  <a:lnTo>
                    <a:pt x="8038" y="10203"/>
                  </a:lnTo>
                  <a:lnTo>
                    <a:pt x="8000" y="10148"/>
                  </a:lnTo>
                  <a:lnTo>
                    <a:pt x="7696" y="10148"/>
                  </a:lnTo>
                  <a:lnTo>
                    <a:pt x="7352" y="10258"/>
                  </a:lnTo>
                  <a:lnTo>
                    <a:pt x="7048" y="10420"/>
                  </a:lnTo>
                  <a:lnTo>
                    <a:pt x="6781" y="10691"/>
                  </a:lnTo>
                  <a:lnTo>
                    <a:pt x="6743" y="10366"/>
                  </a:lnTo>
                  <a:lnTo>
                    <a:pt x="6743" y="9986"/>
                  </a:lnTo>
                  <a:lnTo>
                    <a:pt x="6858" y="9931"/>
                  </a:lnTo>
                  <a:lnTo>
                    <a:pt x="7238" y="9768"/>
                  </a:lnTo>
                  <a:lnTo>
                    <a:pt x="7390" y="9660"/>
                  </a:lnTo>
                  <a:lnTo>
                    <a:pt x="7581" y="9497"/>
                  </a:lnTo>
                  <a:lnTo>
                    <a:pt x="7619" y="9389"/>
                  </a:lnTo>
                  <a:lnTo>
                    <a:pt x="7619" y="9335"/>
                  </a:lnTo>
                  <a:lnTo>
                    <a:pt x="7581" y="9335"/>
                  </a:lnTo>
                  <a:lnTo>
                    <a:pt x="7276" y="9280"/>
                  </a:lnTo>
                  <a:lnTo>
                    <a:pt x="7009" y="9335"/>
                  </a:lnTo>
                  <a:lnTo>
                    <a:pt x="7123" y="9172"/>
                  </a:lnTo>
                  <a:lnTo>
                    <a:pt x="7238" y="9009"/>
                  </a:lnTo>
                  <a:lnTo>
                    <a:pt x="7390" y="8901"/>
                  </a:lnTo>
                  <a:lnTo>
                    <a:pt x="7543" y="8792"/>
                  </a:lnTo>
                  <a:lnTo>
                    <a:pt x="7847" y="8738"/>
                  </a:lnTo>
                  <a:close/>
                  <a:moveTo>
                    <a:pt x="5143" y="0"/>
                  </a:moveTo>
                  <a:lnTo>
                    <a:pt x="4914" y="53"/>
                  </a:lnTo>
                  <a:lnTo>
                    <a:pt x="4648" y="163"/>
                  </a:lnTo>
                  <a:lnTo>
                    <a:pt x="4419" y="271"/>
                  </a:lnTo>
                  <a:lnTo>
                    <a:pt x="4191" y="434"/>
                  </a:lnTo>
                  <a:lnTo>
                    <a:pt x="3771" y="814"/>
                  </a:lnTo>
                  <a:lnTo>
                    <a:pt x="3428" y="1302"/>
                  </a:lnTo>
                  <a:lnTo>
                    <a:pt x="3086" y="1845"/>
                  </a:lnTo>
                  <a:lnTo>
                    <a:pt x="2781" y="2441"/>
                  </a:lnTo>
                  <a:lnTo>
                    <a:pt x="2667" y="2768"/>
                  </a:lnTo>
                  <a:lnTo>
                    <a:pt x="2590" y="3094"/>
                  </a:lnTo>
                  <a:lnTo>
                    <a:pt x="2514" y="3473"/>
                  </a:lnTo>
                  <a:lnTo>
                    <a:pt x="2476" y="3798"/>
                  </a:lnTo>
                  <a:lnTo>
                    <a:pt x="2514" y="4125"/>
                  </a:lnTo>
                  <a:lnTo>
                    <a:pt x="2553" y="4341"/>
                  </a:lnTo>
                  <a:lnTo>
                    <a:pt x="2629" y="4613"/>
                  </a:lnTo>
                  <a:lnTo>
                    <a:pt x="2704" y="4829"/>
                  </a:lnTo>
                  <a:lnTo>
                    <a:pt x="2590" y="4939"/>
                  </a:lnTo>
                  <a:lnTo>
                    <a:pt x="2095" y="5264"/>
                  </a:lnTo>
                  <a:lnTo>
                    <a:pt x="1866" y="5482"/>
                  </a:lnTo>
                  <a:lnTo>
                    <a:pt x="1752" y="5590"/>
                  </a:lnTo>
                  <a:lnTo>
                    <a:pt x="1638" y="5698"/>
                  </a:lnTo>
                  <a:lnTo>
                    <a:pt x="1105" y="5698"/>
                  </a:lnTo>
                  <a:lnTo>
                    <a:pt x="914" y="5807"/>
                  </a:lnTo>
                  <a:lnTo>
                    <a:pt x="762" y="5915"/>
                  </a:lnTo>
                  <a:lnTo>
                    <a:pt x="610" y="6078"/>
                  </a:lnTo>
                  <a:lnTo>
                    <a:pt x="495" y="6295"/>
                  </a:lnTo>
                  <a:lnTo>
                    <a:pt x="381" y="6513"/>
                  </a:lnTo>
                  <a:lnTo>
                    <a:pt x="190" y="6838"/>
                  </a:lnTo>
                  <a:lnTo>
                    <a:pt x="76" y="7217"/>
                  </a:lnTo>
                  <a:lnTo>
                    <a:pt x="38" y="7380"/>
                  </a:lnTo>
                  <a:lnTo>
                    <a:pt x="0" y="7598"/>
                  </a:lnTo>
                  <a:lnTo>
                    <a:pt x="38" y="7815"/>
                  </a:lnTo>
                  <a:lnTo>
                    <a:pt x="76" y="8032"/>
                  </a:lnTo>
                  <a:lnTo>
                    <a:pt x="190" y="8249"/>
                  </a:lnTo>
                  <a:lnTo>
                    <a:pt x="267" y="8466"/>
                  </a:lnTo>
                  <a:lnTo>
                    <a:pt x="419" y="8629"/>
                  </a:lnTo>
                  <a:lnTo>
                    <a:pt x="533" y="8792"/>
                  </a:lnTo>
                  <a:lnTo>
                    <a:pt x="685" y="8901"/>
                  </a:lnTo>
                  <a:lnTo>
                    <a:pt x="877" y="8954"/>
                  </a:lnTo>
                  <a:lnTo>
                    <a:pt x="1219" y="9064"/>
                  </a:lnTo>
                  <a:lnTo>
                    <a:pt x="1409" y="9064"/>
                  </a:lnTo>
                  <a:lnTo>
                    <a:pt x="1562" y="9009"/>
                  </a:lnTo>
                  <a:lnTo>
                    <a:pt x="1752" y="8954"/>
                  </a:lnTo>
                  <a:lnTo>
                    <a:pt x="1905" y="8846"/>
                  </a:lnTo>
                  <a:lnTo>
                    <a:pt x="2133" y="8521"/>
                  </a:lnTo>
                  <a:lnTo>
                    <a:pt x="2362" y="8141"/>
                  </a:lnTo>
                  <a:lnTo>
                    <a:pt x="2476" y="7707"/>
                  </a:lnTo>
                  <a:lnTo>
                    <a:pt x="2514" y="7489"/>
                  </a:lnTo>
                  <a:lnTo>
                    <a:pt x="2514" y="7217"/>
                  </a:lnTo>
                  <a:lnTo>
                    <a:pt x="2476" y="7001"/>
                  </a:lnTo>
                  <a:lnTo>
                    <a:pt x="2439" y="6784"/>
                  </a:lnTo>
                  <a:lnTo>
                    <a:pt x="2362" y="6513"/>
                  </a:lnTo>
                  <a:lnTo>
                    <a:pt x="2286" y="6295"/>
                  </a:lnTo>
                  <a:lnTo>
                    <a:pt x="2172" y="6133"/>
                  </a:lnTo>
                  <a:lnTo>
                    <a:pt x="2133" y="6078"/>
                  </a:lnTo>
                  <a:lnTo>
                    <a:pt x="2247" y="5970"/>
                  </a:lnTo>
                  <a:lnTo>
                    <a:pt x="2590" y="5644"/>
                  </a:lnTo>
                  <a:lnTo>
                    <a:pt x="2781" y="5427"/>
                  </a:lnTo>
                  <a:lnTo>
                    <a:pt x="2971" y="5210"/>
                  </a:lnTo>
                  <a:lnTo>
                    <a:pt x="3238" y="5482"/>
                  </a:lnTo>
                  <a:lnTo>
                    <a:pt x="3277" y="5590"/>
                  </a:lnTo>
                  <a:lnTo>
                    <a:pt x="3352" y="5644"/>
                  </a:lnTo>
                  <a:lnTo>
                    <a:pt x="3467" y="5644"/>
                  </a:lnTo>
                  <a:lnTo>
                    <a:pt x="3848" y="5861"/>
                  </a:lnTo>
                  <a:lnTo>
                    <a:pt x="4266" y="5970"/>
                  </a:lnTo>
                  <a:lnTo>
                    <a:pt x="4686" y="6023"/>
                  </a:lnTo>
                  <a:lnTo>
                    <a:pt x="5067" y="5915"/>
                  </a:lnTo>
                  <a:lnTo>
                    <a:pt x="5447" y="5753"/>
                  </a:lnTo>
                  <a:lnTo>
                    <a:pt x="5486" y="5861"/>
                  </a:lnTo>
                  <a:lnTo>
                    <a:pt x="5524" y="5970"/>
                  </a:lnTo>
                  <a:lnTo>
                    <a:pt x="5753" y="6241"/>
                  </a:lnTo>
                  <a:lnTo>
                    <a:pt x="5943" y="6566"/>
                  </a:lnTo>
                  <a:lnTo>
                    <a:pt x="6210" y="7272"/>
                  </a:lnTo>
                  <a:lnTo>
                    <a:pt x="6438" y="8032"/>
                  </a:lnTo>
                  <a:lnTo>
                    <a:pt x="6591" y="8358"/>
                  </a:lnTo>
                  <a:lnTo>
                    <a:pt x="6781" y="8683"/>
                  </a:lnTo>
                  <a:lnTo>
                    <a:pt x="6591" y="8901"/>
                  </a:lnTo>
                  <a:lnTo>
                    <a:pt x="6476" y="9172"/>
                  </a:lnTo>
                  <a:lnTo>
                    <a:pt x="6362" y="9443"/>
                  </a:lnTo>
                  <a:lnTo>
                    <a:pt x="6285" y="9715"/>
                  </a:lnTo>
                  <a:lnTo>
                    <a:pt x="6020" y="9931"/>
                  </a:lnTo>
                  <a:lnTo>
                    <a:pt x="5943" y="10095"/>
                  </a:lnTo>
                  <a:lnTo>
                    <a:pt x="5943" y="10258"/>
                  </a:lnTo>
                  <a:lnTo>
                    <a:pt x="5981" y="10420"/>
                  </a:lnTo>
                  <a:lnTo>
                    <a:pt x="6057" y="10474"/>
                  </a:lnTo>
                  <a:lnTo>
                    <a:pt x="6248" y="10474"/>
                  </a:lnTo>
                  <a:lnTo>
                    <a:pt x="6285" y="10799"/>
                  </a:lnTo>
                  <a:lnTo>
                    <a:pt x="6362" y="11125"/>
                  </a:lnTo>
                  <a:lnTo>
                    <a:pt x="6362" y="11452"/>
                  </a:lnTo>
                  <a:lnTo>
                    <a:pt x="6438" y="11560"/>
                  </a:lnTo>
                  <a:lnTo>
                    <a:pt x="6552" y="11614"/>
                  </a:lnTo>
                  <a:lnTo>
                    <a:pt x="6591" y="11614"/>
                  </a:lnTo>
                  <a:lnTo>
                    <a:pt x="6743" y="11885"/>
                  </a:lnTo>
                  <a:lnTo>
                    <a:pt x="6895" y="12048"/>
                  </a:lnTo>
                  <a:lnTo>
                    <a:pt x="7048" y="12211"/>
                  </a:lnTo>
                  <a:lnTo>
                    <a:pt x="7123" y="12265"/>
                  </a:lnTo>
                  <a:lnTo>
                    <a:pt x="7200" y="12319"/>
                  </a:lnTo>
                  <a:lnTo>
                    <a:pt x="7467" y="12483"/>
                  </a:lnTo>
                  <a:lnTo>
                    <a:pt x="7733" y="12536"/>
                  </a:lnTo>
                  <a:lnTo>
                    <a:pt x="8038" y="12536"/>
                  </a:lnTo>
                  <a:lnTo>
                    <a:pt x="8305" y="12483"/>
                  </a:lnTo>
                  <a:lnTo>
                    <a:pt x="8571" y="12374"/>
                  </a:lnTo>
                  <a:lnTo>
                    <a:pt x="8838" y="12211"/>
                  </a:lnTo>
                  <a:lnTo>
                    <a:pt x="9067" y="11940"/>
                  </a:lnTo>
                  <a:lnTo>
                    <a:pt x="9258" y="11668"/>
                  </a:lnTo>
                  <a:lnTo>
                    <a:pt x="9448" y="11289"/>
                  </a:lnTo>
                  <a:lnTo>
                    <a:pt x="9600" y="10799"/>
                  </a:lnTo>
                  <a:lnTo>
                    <a:pt x="9638" y="10366"/>
                  </a:lnTo>
                  <a:lnTo>
                    <a:pt x="9676" y="10095"/>
                  </a:lnTo>
                  <a:lnTo>
                    <a:pt x="9638" y="9877"/>
                  </a:lnTo>
                  <a:lnTo>
                    <a:pt x="9562" y="9552"/>
                  </a:lnTo>
                  <a:lnTo>
                    <a:pt x="9486" y="9172"/>
                  </a:lnTo>
                  <a:lnTo>
                    <a:pt x="9295" y="8846"/>
                  </a:lnTo>
                  <a:lnTo>
                    <a:pt x="9219" y="8738"/>
                  </a:lnTo>
                  <a:lnTo>
                    <a:pt x="9105" y="8629"/>
                  </a:lnTo>
                  <a:lnTo>
                    <a:pt x="9143" y="8411"/>
                  </a:lnTo>
                  <a:lnTo>
                    <a:pt x="9372" y="7760"/>
                  </a:lnTo>
                  <a:lnTo>
                    <a:pt x="9562" y="7055"/>
                  </a:lnTo>
                  <a:lnTo>
                    <a:pt x="9791" y="7109"/>
                  </a:lnTo>
                  <a:lnTo>
                    <a:pt x="10019" y="7109"/>
                  </a:lnTo>
                  <a:lnTo>
                    <a:pt x="10210" y="7001"/>
                  </a:lnTo>
                  <a:lnTo>
                    <a:pt x="10439" y="6892"/>
                  </a:lnTo>
                  <a:lnTo>
                    <a:pt x="10629" y="6729"/>
                  </a:lnTo>
                  <a:lnTo>
                    <a:pt x="10820" y="6513"/>
                  </a:lnTo>
                  <a:lnTo>
                    <a:pt x="11124" y="6078"/>
                  </a:lnTo>
                  <a:lnTo>
                    <a:pt x="11200" y="5861"/>
                  </a:lnTo>
                  <a:lnTo>
                    <a:pt x="11200" y="5644"/>
                  </a:lnTo>
                  <a:lnTo>
                    <a:pt x="11048" y="5264"/>
                  </a:lnTo>
                  <a:lnTo>
                    <a:pt x="10896" y="4939"/>
                  </a:lnTo>
                  <a:lnTo>
                    <a:pt x="10743" y="4667"/>
                  </a:lnTo>
                  <a:lnTo>
                    <a:pt x="10514" y="4396"/>
                  </a:lnTo>
                  <a:lnTo>
                    <a:pt x="10286" y="4178"/>
                  </a:lnTo>
                  <a:lnTo>
                    <a:pt x="10172" y="4125"/>
                  </a:lnTo>
                  <a:lnTo>
                    <a:pt x="10057" y="4070"/>
                  </a:lnTo>
                  <a:lnTo>
                    <a:pt x="9866" y="4233"/>
                  </a:lnTo>
                  <a:lnTo>
                    <a:pt x="9752" y="4178"/>
                  </a:lnTo>
                  <a:lnTo>
                    <a:pt x="9676" y="4233"/>
                  </a:lnTo>
                  <a:lnTo>
                    <a:pt x="9372" y="4450"/>
                  </a:lnTo>
                  <a:lnTo>
                    <a:pt x="9105" y="4721"/>
                  </a:lnTo>
                  <a:lnTo>
                    <a:pt x="8991" y="4884"/>
                  </a:lnTo>
                  <a:lnTo>
                    <a:pt x="8877" y="5102"/>
                  </a:lnTo>
                  <a:lnTo>
                    <a:pt x="8800" y="5264"/>
                  </a:lnTo>
                  <a:lnTo>
                    <a:pt x="8762" y="5535"/>
                  </a:lnTo>
                  <a:lnTo>
                    <a:pt x="8762" y="5861"/>
                  </a:lnTo>
                  <a:lnTo>
                    <a:pt x="8800" y="6186"/>
                  </a:lnTo>
                  <a:lnTo>
                    <a:pt x="8952" y="6513"/>
                  </a:lnTo>
                  <a:lnTo>
                    <a:pt x="9105" y="6729"/>
                  </a:lnTo>
                  <a:lnTo>
                    <a:pt x="9219" y="6838"/>
                  </a:lnTo>
                  <a:lnTo>
                    <a:pt x="9028" y="7217"/>
                  </a:lnTo>
                  <a:lnTo>
                    <a:pt x="8877" y="7598"/>
                  </a:lnTo>
                  <a:lnTo>
                    <a:pt x="8610" y="8303"/>
                  </a:lnTo>
                  <a:lnTo>
                    <a:pt x="8457" y="8195"/>
                  </a:lnTo>
                  <a:lnTo>
                    <a:pt x="8267" y="8141"/>
                  </a:lnTo>
                  <a:lnTo>
                    <a:pt x="8076" y="8086"/>
                  </a:lnTo>
                  <a:lnTo>
                    <a:pt x="7696" y="8086"/>
                  </a:lnTo>
                  <a:lnTo>
                    <a:pt x="7505" y="8141"/>
                  </a:lnTo>
                  <a:lnTo>
                    <a:pt x="7315" y="8195"/>
                  </a:lnTo>
                  <a:lnTo>
                    <a:pt x="7123" y="8358"/>
                  </a:lnTo>
                  <a:lnTo>
                    <a:pt x="7009" y="7870"/>
                  </a:lnTo>
                  <a:lnTo>
                    <a:pt x="6858" y="7435"/>
                  </a:lnTo>
                  <a:lnTo>
                    <a:pt x="6514" y="6621"/>
                  </a:lnTo>
                  <a:lnTo>
                    <a:pt x="6400" y="6295"/>
                  </a:lnTo>
                  <a:lnTo>
                    <a:pt x="6285" y="6023"/>
                  </a:lnTo>
                  <a:lnTo>
                    <a:pt x="6095" y="5753"/>
                  </a:lnTo>
                  <a:lnTo>
                    <a:pt x="5905" y="5590"/>
                  </a:lnTo>
                  <a:lnTo>
                    <a:pt x="5943" y="5482"/>
                  </a:lnTo>
                  <a:lnTo>
                    <a:pt x="5943" y="5372"/>
                  </a:lnTo>
                  <a:lnTo>
                    <a:pt x="6134" y="5156"/>
                  </a:lnTo>
                  <a:lnTo>
                    <a:pt x="6285" y="4939"/>
                  </a:lnTo>
                  <a:lnTo>
                    <a:pt x="6438" y="4667"/>
                  </a:lnTo>
                  <a:lnTo>
                    <a:pt x="6591" y="4396"/>
                  </a:lnTo>
                  <a:lnTo>
                    <a:pt x="6705" y="4070"/>
                  </a:lnTo>
                  <a:lnTo>
                    <a:pt x="6781" y="3745"/>
                  </a:lnTo>
                  <a:lnTo>
                    <a:pt x="6858" y="3419"/>
                  </a:lnTo>
                  <a:lnTo>
                    <a:pt x="6933" y="3039"/>
                  </a:lnTo>
                  <a:lnTo>
                    <a:pt x="6933" y="2008"/>
                  </a:lnTo>
                  <a:lnTo>
                    <a:pt x="6895" y="1682"/>
                  </a:lnTo>
                  <a:lnTo>
                    <a:pt x="6819" y="1302"/>
                  </a:lnTo>
                  <a:lnTo>
                    <a:pt x="6705" y="1031"/>
                  </a:lnTo>
                  <a:lnTo>
                    <a:pt x="6514" y="814"/>
                  </a:lnTo>
                  <a:lnTo>
                    <a:pt x="6438" y="706"/>
                  </a:lnTo>
                  <a:lnTo>
                    <a:pt x="6324" y="706"/>
                  </a:lnTo>
                  <a:lnTo>
                    <a:pt x="6248" y="488"/>
                  </a:lnTo>
                  <a:lnTo>
                    <a:pt x="6134" y="326"/>
                  </a:lnTo>
                  <a:lnTo>
                    <a:pt x="5981" y="217"/>
                  </a:lnTo>
                  <a:lnTo>
                    <a:pt x="5828" y="108"/>
                  </a:lnTo>
                  <a:lnTo>
                    <a:pt x="5486" y="0"/>
                  </a:lnTo>
                  <a:close/>
                  <a:moveTo>
                    <a:pt x="15696" y="9986"/>
                  </a:moveTo>
                  <a:lnTo>
                    <a:pt x="15772" y="10040"/>
                  </a:lnTo>
                  <a:lnTo>
                    <a:pt x="16077" y="10203"/>
                  </a:lnTo>
                  <a:lnTo>
                    <a:pt x="16191" y="10311"/>
                  </a:lnTo>
                  <a:lnTo>
                    <a:pt x="16343" y="10420"/>
                  </a:lnTo>
                  <a:lnTo>
                    <a:pt x="16457" y="10637"/>
                  </a:lnTo>
                  <a:lnTo>
                    <a:pt x="16534" y="10854"/>
                  </a:lnTo>
                  <a:lnTo>
                    <a:pt x="16687" y="11342"/>
                  </a:lnTo>
                  <a:lnTo>
                    <a:pt x="16762" y="11885"/>
                  </a:lnTo>
                  <a:lnTo>
                    <a:pt x="16801" y="12483"/>
                  </a:lnTo>
                  <a:lnTo>
                    <a:pt x="16801" y="12754"/>
                  </a:lnTo>
                  <a:lnTo>
                    <a:pt x="16762" y="13025"/>
                  </a:lnTo>
                  <a:lnTo>
                    <a:pt x="16687" y="13297"/>
                  </a:lnTo>
                  <a:lnTo>
                    <a:pt x="16571" y="13513"/>
                  </a:lnTo>
                  <a:lnTo>
                    <a:pt x="16305" y="13840"/>
                  </a:lnTo>
                  <a:lnTo>
                    <a:pt x="16000" y="14165"/>
                  </a:lnTo>
                  <a:lnTo>
                    <a:pt x="15657" y="14436"/>
                  </a:lnTo>
                  <a:lnTo>
                    <a:pt x="15276" y="14653"/>
                  </a:lnTo>
                  <a:lnTo>
                    <a:pt x="15772" y="13622"/>
                  </a:lnTo>
                  <a:lnTo>
                    <a:pt x="15772" y="13513"/>
                  </a:lnTo>
                  <a:lnTo>
                    <a:pt x="15733" y="13459"/>
                  </a:lnTo>
                  <a:lnTo>
                    <a:pt x="15696" y="13405"/>
                  </a:lnTo>
                  <a:lnTo>
                    <a:pt x="15619" y="13459"/>
                  </a:lnTo>
                  <a:lnTo>
                    <a:pt x="15125" y="14111"/>
                  </a:lnTo>
                  <a:lnTo>
                    <a:pt x="14667" y="14762"/>
                  </a:lnTo>
                  <a:lnTo>
                    <a:pt x="14477" y="14762"/>
                  </a:lnTo>
                  <a:lnTo>
                    <a:pt x="14286" y="14653"/>
                  </a:lnTo>
                  <a:lnTo>
                    <a:pt x="14477" y="14273"/>
                  </a:lnTo>
                  <a:lnTo>
                    <a:pt x="14705" y="13893"/>
                  </a:lnTo>
                  <a:lnTo>
                    <a:pt x="14933" y="13513"/>
                  </a:lnTo>
                  <a:lnTo>
                    <a:pt x="15200" y="13187"/>
                  </a:lnTo>
                  <a:lnTo>
                    <a:pt x="15239" y="13079"/>
                  </a:lnTo>
                  <a:lnTo>
                    <a:pt x="15239" y="13025"/>
                  </a:lnTo>
                  <a:lnTo>
                    <a:pt x="15200" y="12917"/>
                  </a:lnTo>
                  <a:lnTo>
                    <a:pt x="15125" y="12917"/>
                  </a:lnTo>
                  <a:lnTo>
                    <a:pt x="15353" y="12699"/>
                  </a:lnTo>
                  <a:lnTo>
                    <a:pt x="15390" y="12591"/>
                  </a:lnTo>
                  <a:lnTo>
                    <a:pt x="15353" y="12483"/>
                  </a:lnTo>
                  <a:lnTo>
                    <a:pt x="15276" y="12428"/>
                  </a:lnTo>
                  <a:lnTo>
                    <a:pt x="15200" y="12428"/>
                  </a:lnTo>
                  <a:lnTo>
                    <a:pt x="14781" y="12754"/>
                  </a:lnTo>
                  <a:lnTo>
                    <a:pt x="14401" y="13079"/>
                  </a:lnTo>
                  <a:lnTo>
                    <a:pt x="14020" y="13405"/>
                  </a:lnTo>
                  <a:lnTo>
                    <a:pt x="13677" y="13785"/>
                  </a:lnTo>
                  <a:lnTo>
                    <a:pt x="13563" y="13459"/>
                  </a:lnTo>
                  <a:lnTo>
                    <a:pt x="14248" y="12808"/>
                  </a:lnTo>
                  <a:lnTo>
                    <a:pt x="14972" y="12265"/>
                  </a:lnTo>
                  <a:lnTo>
                    <a:pt x="15010" y="12156"/>
                  </a:lnTo>
                  <a:lnTo>
                    <a:pt x="15010" y="12048"/>
                  </a:lnTo>
                  <a:lnTo>
                    <a:pt x="14972" y="11993"/>
                  </a:lnTo>
                  <a:lnTo>
                    <a:pt x="14895" y="11993"/>
                  </a:lnTo>
                  <a:lnTo>
                    <a:pt x="14172" y="12374"/>
                  </a:lnTo>
                  <a:lnTo>
                    <a:pt x="13486" y="12808"/>
                  </a:lnTo>
                  <a:lnTo>
                    <a:pt x="13486" y="12536"/>
                  </a:lnTo>
                  <a:lnTo>
                    <a:pt x="13638" y="12428"/>
                  </a:lnTo>
                  <a:lnTo>
                    <a:pt x="13753" y="12319"/>
                  </a:lnTo>
                  <a:lnTo>
                    <a:pt x="14020" y="12048"/>
                  </a:lnTo>
                  <a:lnTo>
                    <a:pt x="14552" y="11723"/>
                  </a:lnTo>
                  <a:lnTo>
                    <a:pt x="14858" y="11560"/>
                  </a:lnTo>
                  <a:lnTo>
                    <a:pt x="15125" y="11505"/>
                  </a:lnTo>
                  <a:lnTo>
                    <a:pt x="15162" y="11452"/>
                  </a:lnTo>
                  <a:lnTo>
                    <a:pt x="15162" y="11397"/>
                  </a:lnTo>
                  <a:lnTo>
                    <a:pt x="15125" y="11342"/>
                  </a:lnTo>
                  <a:lnTo>
                    <a:pt x="14781" y="11342"/>
                  </a:lnTo>
                  <a:lnTo>
                    <a:pt x="14438" y="11397"/>
                  </a:lnTo>
                  <a:lnTo>
                    <a:pt x="14095" y="11505"/>
                  </a:lnTo>
                  <a:lnTo>
                    <a:pt x="13791" y="11614"/>
                  </a:lnTo>
                  <a:lnTo>
                    <a:pt x="14020" y="11234"/>
                  </a:lnTo>
                  <a:lnTo>
                    <a:pt x="14629" y="11071"/>
                  </a:lnTo>
                  <a:lnTo>
                    <a:pt x="14933" y="10962"/>
                  </a:lnTo>
                  <a:lnTo>
                    <a:pt x="15239" y="10746"/>
                  </a:lnTo>
                  <a:lnTo>
                    <a:pt x="15276" y="10691"/>
                  </a:lnTo>
                  <a:lnTo>
                    <a:pt x="15276" y="10583"/>
                  </a:lnTo>
                  <a:lnTo>
                    <a:pt x="15200" y="10529"/>
                  </a:lnTo>
                  <a:lnTo>
                    <a:pt x="14895" y="10474"/>
                  </a:lnTo>
                  <a:lnTo>
                    <a:pt x="14552" y="10474"/>
                  </a:lnTo>
                  <a:lnTo>
                    <a:pt x="14819" y="10258"/>
                  </a:lnTo>
                  <a:lnTo>
                    <a:pt x="15086" y="10095"/>
                  </a:lnTo>
                  <a:lnTo>
                    <a:pt x="15390" y="9986"/>
                  </a:lnTo>
                  <a:close/>
                  <a:moveTo>
                    <a:pt x="5447" y="13459"/>
                  </a:moveTo>
                  <a:lnTo>
                    <a:pt x="5524" y="13622"/>
                  </a:lnTo>
                  <a:lnTo>
                    <a:pt x="5600" y="13677"/>
                  </a:lnTo>
                  <a:lnTo>
                    <a:pt x="5791" y="13677"/>
                  </a:lnTo>
                  <a:lnTo>
                    <a:pt x="5867" y="13730"/>
                  </a:lnTo>
                  <a:lnTo>
                    <a:pt x="5981" y="13785"/>
                  </a:lnTo>
                  <a:lnTo>
                    <a:pt x="6057" y="13893"/>
                  </a:lnTo>
                  <a:lnTo>
                    <a:pt x="6095" y="14002"/>
                  </a:lnTo>
                  <a:lnTo>
                    <a:pt x="6134" y="14111"/>
                  </a:lnTo>
                  <a:lnTo>
                    <a:pt x="6134" y="14273"/>
                  </a:lnTo>
                  <a:lnTo>
                    <a:pt x="6095" y="14436"/>
                  </a:lnTo>
                  <a:lnTo>
                    <a:pt x="6020" y="14544"/>
                  </a:lnTo>
                  <a:lnTo>
                    <a:pt x="5943" y="14653"/>
                  </a:lnTo>
                  <a:lnTo>
                    <a:pt x="5867" y="14762"/>
                  </a:lnTo>
                  <a:lnTo>
                    <a:pt x="5753" y="14816"/>
                  </a:lnTo>
                  <a:lnTo>
                    <a:pt x="5676" y="14599"/>
                  </a:lnTo>
                  <a:lnTo>
                    <a:pt x="5561" y="14436"/>
                  </a:lnTo>
                  <a:lnTo>
                    <a:pt x="5410" y="14328"/>
                  </a:lnTo>
                  <a:lnTo>
                    <a:pt x="5219" y="14273"/>
                  </a:lnTo>
                  <a:lnTo>
                    <a:pt x="5257" y="14273"/>
                  </a:lnTo>
                  <a:lnTo>
                    <a:pt x="5410" y="14165"/>
                  </a:lnTo>
                  <a:lnTo>
                    <a:pt x="5486" y="14111"/>
                  </a:lnTo>
                  <a:lnTo>
                    <a:pt x="5486" y="13840"/>
                  </a:lnTo>
                  <a:lnTo>
                    <a:pt x="5410" y="13677"/>
                  </a:lnTo>
                  <a:lnTo>
                    <a:pt x="5296" y="13677"/>
                  </a:lnTo>
                  <a:lnTo>
                    <a:pt x="5143" y="13730"/>
                  </a:lnTo>
                  <a:lnTo>
                    <a:pt x="4990" y="13840"/>
                  </a:lnTo>
                  <a:lnTo>
                    <a:pt x="5029" y="13730"/>
                  </a:lnTo>
                  <a:lnTo>
                    <a:pt x="5067" y="13622"/>
                  </a:lnTo>
                  <a:lnTo>
                    <a:pt x="5029" y="13568"/>
                  </a:lnTo>
                  <a:lnTo>
                    <a:pt x="5219" y="13513"/>
                  </a:lnTo>
                  <a:lnTo>
                    <a:pt x="5447" y="13459"/>
                  </a:lnTo>
                  <a:close/>
                  <a:moveTo>
                    <a:pt x="6591" y="11885"/>
                  </a:moveTo>
                  <a:lnTo>
                    <a:pt x="6591" y="11940"/>
                  </a:lnTo>
                  <a:lnTo>
                    <a:pt x="6552" y="12103"/>
                  </a:lnTo>
                  <a:lnTo>
                    <a:pt x="6362" y="12211"/>
                  </a:lnTo>
                  <a:lnTo>
                    <a:pt x="6210" y="12374"/>
                  </a:lnTo>
                  <a:lnTo>
                    <a:pt x="5905" y="12754"/>
                  </a:lnTo>
                  <a:lnTo>
                    <a:pt x="5791" y="12754"/>
                  </a:lnTo>
                  <a:lnTo>
                    <a:pt x="5676" y="12862"/>
                  </a:lnTo>
                  <a:lnTo>
                    <a:pt x="5600" y="12971"/>
                  </a:lnTo>
                  <a:lnTo>
                    <a:pt x="5447" y="12917"/>
                  </a:lnTo>
                  <a:lnTo>
                    <a:pt x="4990" y="12917"/>
                  </a:lnTo>
                  <a:lnTo>
                    <a:pt x="4723" y="13079"/>
                  </a:lnTo>
                  <a:lnTo>
                    <a:pt x="4458" y="13350"/>
                  </a:lnTo>
                  <a:lnTo>
                    <a:pt x="4343" y="13568"/>
                  </a:lnTo>
                  <a:lnTo>
                    <a:pt x="4229" y="13840"/>
                  </a:lnTo>
                  <a:lnTo>
                    <a:pt x="4229" y="14381"/>
                  </a:lnTo>
                  <a:lnTo>
                    <a:pt x="4305" y="14544"/>
                  </a:lnTo>
                  <a:lnTo>
                    <a:pt x="4419" y="14762"/>
                  </a:lnTo>
                  <a:lnTo>
                    <a:pt x="4609" y="15034"/>
                  </a:lnTo>
                  <a:lnTo>
                    <a:pt x="4800" y="15250"/>
                  </a:lnTo>
                  <a:lnTo>
                    <a:pt x="5029" y="15359"/>
                  </a:lnTo>
                  <a:lnTo>
                    <a:pt x="5219" y="15467"/>
                  </a:lnTo>
                  <a:lnTo>
                    <a:pt x="5447" y="15522"/>
                  </a:lnTo>
                  <a:lnTo>
                    <a:pt x="5676" y="15522"/>
                  </a:lnTo>
                  <a:lnTo>
                    <a:pt x="5943" y="15467"/>
                  </a:lnTo>
                  <a:lnTo>
                    <a:pt x="6134" y="15305"/>
                  </a:lnTo>
                  <a:lnTo>
                    <a:pt x="6324" y="15142"/>
                  </a:lnTo>
                  <a:lnTo>
                    <a:pt x="6476" y="14871"/>
                  </a:lnTo>
                  <a:lnTo>
                    <a:pt x="6591" y="14599"/>
                  </a:lnTo>
                  <a:lnTo>
                    <a:pt x="6629" y="14165"/>
                  </a:lnTo>
                  <a:lnTo>
                    <a:pt x="6552" y="13840"/>
                  </a:lnTo>
                  <a:lnTo>
                    <a:pt x="6438" y="13513"/>
                  </a:lnTo>
                  <a:lnTo>
                    <a:pt x="6248" y="13242"/>
                  </a:lnTo>
                  <a:lnTo>
                    <a:pt x="6552" y="12808"/>
                  </a:lnTo>
                  <a:lnTo>
                    <a:pt x="6667" y="12646"/>
                  </a:lnTo>
                  <a:lnTo>
                    <a:pt x="6819" y="12428"/>
                  </a:lnTo>
                  <a:lnTo>
                    <a:pt x="6819" y="12211"/>
                  </a:lnTo>
                  <a:lnTo>
                    <a:pt x="6781" y="12156"/>
                  </a:lnTo>
                  <a:lnTo>
                    <a:pt x="6743" y="12103"/>
                  </a:lnTo>
                  <a:lnTo>
                    <a:pt x="6629" y="11940"/>
                  </a:lnTo>
                  <a:lnTo>
                    <a:pt x="6591" y="11885"/>
                  </a:lnTo>
                  <a:close/>
                  <a:moveTo>
                    <a:pt x="20762" y="15413"/>
                  </a:moveTo>
                  <a:lnTo>
                    <a:pt x="20915" y="15522"/>
                  </a:lnTo>
                  <a:lnTo>
                    <a:pt x="20915" y="15685"/>
                  </a:lnTo>
                  <a:lnTo>
                    <a:pt x="20953" y="15738"/>
                  </a:lnTo>
                  <a:lnTo>
                    <a:pt x="20991" y="15738"/>
                  </a:lnTo>
                  <a:lnTo>
                    <a:pt x="21029" y="15685"/>
                  </a:lnTo>
                  <a:lnTo>
                    <a:pt x="21067" y="15956"/>
                  </a:lnTo>
                  <a:lnTo>
                    <a:pt x="21067" y="16553"/>
                  </a:lnTo>
                  <a:lnTo>
                    <a:pt x="20991" y="16824"/>
                  </a:lnTo>
                  <a:lnTo>
                    <a:pt x="20915" y="17041"/>
                  </a:lnTo>
                  <a:lnTo>
                    <a:pt x="20839" y="17258"/>
                  </a:lnTo>
                  <a:lnTo>
                    <a:pt x="20724" y="17475"/>
                  </a:lnTo>
                  <a:lnTo>
                    <a:pt x="20572" y="17584"/>
                  </a:lnTo>
                  <a:lnTo>
                    <a:pt x="20419" y="17692"/>
                  </a:lnTo>
                  <a:lnTo>
                    <a:pt x="20229" y="17692"/>
                  </a:lnTo>
                  <a:lnTo>
                    <a:pt x="20191" y="17584"/>
                  </a:lnTo>
                  <a:lnTo>
                    <a:pt x="19962" y="17422"/>
                  </a:lnTo>
                  <a:lnTo>
                    <a:pt x="20382" y="17312"/>
                  </a:lnTo>
                  <a:lnTo>
                    <a:pt x="20419" y="17258"/>
                  </a:lnTo>
                  <a:lnTo>
                    <a:pt x="20496" y="17204"/>
                  </a:lnTo>
                  <a:lnTo>
                    <a:pt x="20496" y="16987"/>
                  </a:lnTo>
                  <a:lnTo>
                    <a:pt x="20458" y="16824"/>
                  </a:lnTo>
                  <a:lnTo>
                    <a:pt x="20382" y="16769"/>
                  </a:lnTo>
                  <a:lnTo>
                    <a:pt x="20153" y="16769"/>
                  </a:lnTo>
                  <a:lnTo>
                    <a:pt x="20419" y="16498"/>
                  </a:lnTo>
                  <a:lnTo>
                    <a:pt x="20496" y="16444"/>
                  </a:lnTo>
                  <a:lnTo>
                    <a:pt x="20496" y="16173"/>
                  </a:lnTo>
                  <a:lnTo>
                    <a:pt x="20458" y="16064"/>
                  </a:lnTo>
                  <a:lnTo>
                    <a:pt x="20382" y="16010"/>
                  </a:lnTo>
                  <a:lnTo>
                    <a:pt x="20305" y="16010"/>
                  </a:lnTo>
                  <a:lnTo>
                    <a:pt x="20229" y="16064"/>
                  </a:lnTo>
                  <a:lnTo>
                    <a:pt x="20076" y="16118"/>
                  </a:lnTo>
                  <a:lnTo>
                    <a:pt x="19924" y="16173"/>
                  </a:lnTo>
                  <a:lnTo>
                    <a:pt x="20382" y="15901"/>
                  </a:lnTo>
                  <a:lnTo>
                    <a:pt x="20419" y="15847"/>
                  </a:lnTo>
                  <a:lnTo>
                    <a:pt x="20419" y="15793"/>
                  </a:lnTo>
                  <a:lnTo>
                    <a:pt x="20382" y="15738"/>
                  </a:lnTo>
                  <a:lnTo>
                    <a:pt x="20229" y="15685"/>
                  </a:lnTo>
                  <a:lnTo>
                    <a:pt x="20038" y="15685"/>
                  </a:lnTo>
                  <a:lnTo>
                    <a:pt x="20115" y="15630"/>
                  </a:lnTo>
                  <a:lnTo>
                    <a:pt x="20343" y="15467"/>
                  </a:lnTo>
                  <a:lnTo>
                    <a:pt x="20533" y="15413"/>
                  </a:lnTo>
                  <a:close/>
                  <a:moveTo>
                    <a:pt x="17334" y="19810"/>
                  </a:moveTo>
                  <a:lnTo>
                    <a:pt x="17448" y="19918"/>
                  </a:lnTo>
                  <a:lnTo>
                    <a:pt x="17524" y="20026"/>
                  </a:lnTo>
                  <a:lnTo>
                    <a:pt x="17372" y="20189"/>
                  </a:lnTo>
                  <a:lnTo>
                    <a:pt x="17219" y="20351"/>
                  </a:lnTo>
                  <a:lnTo>
                    <a:pt x="17067" y="20569"/>
                  </a:lnTo>
                  <a:lnTo>
                    <a:pt x="16991" y="20786"/>
                  </a:lnTo>
                  <a:lnTo>
                    <a:pt x="16724" y="20732"/>
                  </a:lnTo>
                  <a:lnTo>
                    <a:pt x="16687" y="20677"/>
                  </a:lnTo>
                  <a:lnTo>
                    <a:pt x="17334" y="19810"/>
                  </a:lnTo>
                  <a:close/>
                  <a:moveTo>
                    <a:pt x="17295" y="17692"/>
                  </a:moveTo>
                  <a:lnTo>
                    <a:pt x="17715" y="18235"/>
                  </a:lnTo>
                  <a:lnTo>
                    <a:pt x="17943" y="18561"/>
                  </a:lnTo>
                  <a:lnTo>
                    <a:pt x="18172" y="18941"/>
                  </a:lnTo>
                  <a:lnTo>
                    <a:pt x="18362" y="19320"/>
                  </a:lnTo>
                  <a:lnTo>
                    <a:pt x="18439" y="19483"/>
                  </a:lnTo>
                  <a:lnTo>
                    <a:pt x="18477" y="19646"/>
                  </a:lnTo>
                  <a:lnTo>
                    <a:pt x="18477" y="19863"/>
                  </a:lnTo>
                  <a:lnTo>
                    <a:pt x="18439" y="20026"/>
                  </a:lnTo>
                  <a:lnTo>
                    <a:pt x="18400" y="20189"/>
                  </a:lnTo>
                  <a:lnTo>
                    <a:pt x="18286" y="20351"/>
                  </a:lnTo>
                  <a:lnTo>
                    <a:pt x="18172" y="20514"/>
                  </a:lnTo>
                  <a:lnTo>
                    <a:pt x="18019" y="20623"/>
                  </a:lnTo>
                  <a:lnTo>
                    <a:pt x="17943" y="20514"/>
                  </a:lnTo>
                  <a:lnTo>
                    <a:pt x="17829" y="20514"/>
                  </a:lnTo>
                  <a:lnTo>
                    <a:pt x="17753" y="20569"/>
                  </a:lnTo>
                  <a:lnTo>
                    <a:pt x="17715" y="20623"/>
                  </a:lnTo>
                  <a:lnTo>
                    <a:pt x="17676" y="20623"/>
                  </a:lnTo>
                  <a:lnTo>
                    <a:pt x="17601" y="20677"/>
                  </a:lnTo>
                  <a:lnTo>
                    <a:pt x="17562" y="20786"/>
                  </a:lnTo>
                  <a:lnTo>
                    <a:pt x="17524" y="20786"/>
                  </a:lnTo>
                  <a:lnTo>
                    <a:pt x="17601" y="20623"/>
                  </a:lnTo>
                  <a:lnTo>
                    <a:pt x="17753" y="20406"/>
                  </a:lnTo>
                  <a:lnTo>
                    <a:pt x="17829" y="20243"/>
                  </a:lnTo>
                  <a:lnTo>
                    <a:pt x="17867" y="20080"/>
                  </a:lnTo>
                  <a:lnTo>
                    <a:pt x="17829" y="19972"/>
                  </a:lnTo>
                  <a:lnTo>
                    <a:pt x="17791" y="19863"/>
                  </a:lnTo>
                  <a:lnTo>
                    <a:pt x="17676" y="19700"/>
                  </a:lnTo>
                  <a:lnTo>
                    <a:pt x="17524" y="19538"/>
                  </a:lnTo>
                  <a:lnTo>
                    <a:pt x="17334" y="19483"/>
                  </a:lnTo>
                  <a:lnTo>
                    <a:pt x="17258" y="19483"/>
                  </a:lnTo>
                  <a:lnTo>
                    <a:pt x="17219" y="19538"/>
                  </a:lnTo>
                  <a:lnTo>
                    <a:pt x="16229" y="20406"/>
                  </a:lnTo>
                  <a:lnTo>
                    <a:pt x="16114" y="20351"/>
                  </a:lnTo>
                  <a:lnTo>
                    <a:pt x="16000" y="20189"/>
                  </a:lnTo>
                  <a:lnTo>
                    <a:pt x="16495" y="19755"/>
                  </a:lnTo>
                  <a:lnTo>
                    <a:pt x="16991" y="19375"/>
                  </a:lnTo>
                  <a:lnTo>
                    <a:pt x="17029" y="19267"/>
                  </a:lnTo>
                  <a:lnTo>
                    <a:pt x="17029" y="19212"/>
                  </a:lnTo>
                  <a:lnTo>
                    <a:pt x="16991" y="19104"/>
                  </a:lnTo>
                  <a:lnTo>
                    <a:pt x="16915" y="19104"/>
                  </a:lnTo>
                  <a:lnTo>
                    <a:pt x="16610" y="19157"/>
                  </a:lnTo>
                  <a:lnTo>
                    <a:pt x="16305" y="19320"/>
                  </a:lnTo>
                  <a:lnTo>
                    <a:pt x="16000" y="19483"/>
                  </a:lnTo>
                  <a:lnTo>
                    <a:pt x="15733" y="19646"/>
                  </a:lnTo>
                  <a:lnTo>
                    <a:pt x="15619" y="19267"/>
                  </a:lnTo>
                  <a:lnTo>
                    <a:pt x="15657" y="19212"/>
                  </a:lnTo>
                  <a:lnTo>
                    <a:pt x="16687" y="18344"/>
                  </a:lnTo>
                  <a:lnTo>
                    <a:pt x="16724" y="18289"/>
                  </a:lnTo>
                  <a:lnTo>
                    <a:pt x="16724" y="18235"/>
                  </a:lnTo>
                  <a:lnTo>
                    <a:pt x="16687" y="18181"/>
                  </a:lnTo>
                  <a:lnTo>
                    <a:pt x="16610" y="18126"/>
                  </a:lnTo>
                  <a:lnTo>
                    <a:pt x="16153" y="18289"/>
                  </a:lnTo>
                  <a:lnTo>
                    <a:pt x="15733" y="18452"/>
                  </a:lnTo>
                  <a:lnTo>
                    <a:pt x="15886" y="18235"/>
                  </a:lnTo>
                  <a:lnTo>
                    <a:pt x="16114" y="18018"/>
                  </a:lnTo>
                  <a:lnTo>
                    <a:pt x="16343" y="17855"/>
                  </a:lnTo>
                  <a:lnTo>
                    <a:pt x="16610" y="17747"/>
                  </a:lnTo>
                  <a:lnTo>
                    <a:pt x="16952" y="17692"/>
                  </a:lnTo>
                  <a:close/>
                  <a:moveTo>
                    <a:pt x="15429" y="9335"/>
                  </a:moveTo>
                  <a:lnTo>
                    <a:pt x="15162" y="9389"/>
                  </a:lnTo>
                  <a:lnTo>
                    <a:pt x="14933" y="9443"/>
                  </a:lnTo>
                  <a:lnTo>
                    <a:pt x="14743" y="9552"/>
                  </a:lnTo>
                  <a:lnTo>
                    <a:pt x="14324" y="9877"/>
                  </a:lnTo>
                  <a:lnTo>
                    <a:pt x="13943" y="10311"/>
                  </a:lnTo>
                  <a:lnTo>
                    <a:pt x="13753" y="10583"/>
                  </a:lnTo>
                  <a:lnTo>
                    <a:pt x="13448" y="10637"/>
                  </a:lnTo>
                  <a:lnTo>
                    <a:pt x="13334" y="10691"/>
                  </a:lnTo>
                  <a:lnTo>
                    <a:pt x="13296" y="10799"/>
                  </a:lnTo>
                  <a:lnTo>
                    <a:pt x="13257" y="10909"/>
                  </a:lnTo>
                  <a:lnTo>
                    <a:pt x="13257" y="11017"/>
                  </a:lnTo>
                  <a:lnTo>
                    <a:pt x="11467" y="11289"/>
                  </a:lnTo>
                  <a:lnTo>
                    <a:pt x="10439" y="11342"/>
                  </a:lnTo>
                  <a:lnTo>
                    <a:pt x="9943" y="11397"/>
                  </a:lnTo>
                  <a:lnTo>
                    <a:pt x="9448" y="11452"/>
                  </a:lnTo>
                  <a:lnTo>
                    <a:pt x="9372" y="11505"/>
                  </a:lnTo>
                  <a:lnTo>
                    <a:pt x="9334" y="11560"/>
                  </a:lnTo>
                  <a:lnTo>
                    <a:pt x="9295" y="11723"/>
                  </a:lnTo>
                  <a:lnTo>
                    <a:pt x="9372" y="11885"/>
                  </a:lnTo>
                  <a:lnTo>
                    <a:pt x="9409" y="11940"/>
                  </a:lnTo>
                  <a:lnTo>
                    <a:pt x="9486" y="11993"/>
                  </a:lnTo>
                  <a:lnTo>
                    <a:pt x="9982" y="12048"/>
                  </a:lnTo>
                  <a:lnTo>
                    <a:pt x="10514" y="12048"/>
                  </a:lnTo>
                  <a:lnTo>
                    <a:pt x="11581" y="11940"/>
                  </a:lnTo>
                  <a:lnTo>
                    <a:pt x="12381" y="11885"/>
                  </a:lnTo>
                  <a:lnTo>
                    <a:pt x="13181" y="11777"/>
                  </a:lnTo>
                  <a:lnTo>
                    <a:pt x="13029" y="12211"/>
                  </a:lnTo>
                  <a:lnTo>
                    <a:pt x="12953" y="12483"/>
                  </a:lnTo>
                  <a:lnTo>
                    <a:pt x="12953" y="12699"/>
                  </a:lnTo>
                  <a:lnTo>
                    <a:pt x="12990" y="13187"/>
                  </a:lnTo>
                  <a:lnTo>
                    <a:pt x="12839" y="13350"/>
                  </a:lnTo>
                  <a:lnTo>
                    <a:pt x="12724" y="13513"/>
                  </a:lnTo>
                  <a:lnTo>
                    <a:pt x="12724" y="13677"/>
                  </a:lnTo>
                  <a:lnTo>
                    <a:pt x="12762" y="13840"/>
                  </a:lnTo>
                  <a:lnTo>
                    <a:pt x="12876" y="13948"/>
                  </a:lnTo>
                  <a:lnTo>
                    <a:pt x="13029" y="14002"/>
                  </a:lnTo>
                  <a:lnTo>
                    <a:pt x="13181" y="14002"/>
                  </a:lnTo>
                  <a:lnTo>
                    <a:pt x="13296" y="14328"/>
                  </a:lnTo>
                  <a:lnTo>
                    <a:pt x="13448" y="14599"/>
                  </a:lnTo>
                  <a:lnTo>
                    <a:pt x="13600" y="14871"/>
                  </a:lnTo>
                  <a:lnTo>
                    <a:pt x="13753" y="15087"/>
                  </a:lnTo>
                  <a:lnTo>
                    <a:pt x="13943" y="15250"/>
                  </a:lnTo>
                  <a:lnTo>
                    <a:pt x="14172" y="15413"/>
                  </a:lnTo>
                  <a:lnTo>
                    <a:pt x="14401" y="15467"/>
                  </a:lnTo>
                  <a:lnTo>
                    <a:pt x="14629" y="15522"/>
                  </a:lnTo>
                  <a:lnTo>
                    <a:pt x="14781" y="15522"/>
                  </a:lnTo>
                  <a:lnTo>
                    <a:pt x="15162" y="15413"/>
                  </a:lnTo>
                  <a:lnTo>
                    <a:pt x="15543" y="15305"/>
                  </a:lnTo>
                  <a:lnTo>
                    <a:pt x="15505" y="15467"/>
                  </a:lnTo>
                  <a:lnTo>
                    <a:pt x="15505" y="15685"/>
                  </a:lnTo>
                  <a:lnTo>
                    <a:pt x="15582" y="16118"/>
                  </a:lnTo>
                  <a:lnTo>
                    <a:pt x="15657" y="16390"/>
                  </a:lnTo>
                  <a:lnTo>
                    <a:pt x="15733" y="16716"/>
                  </a:lnTo>
                  <a:lnTo>
                    <a:pt x="15886" y="16987"/>
                  </a:lnTo>
                  <a:lnTo>
                    <a:pt x="16077" y="17204"/>
                  </a:lnTo>
                  <a:lnTo>
                    <a:pt x="16077" y="17258"/>
                  </a:lnTo>
                  <a:lnTo>
                    <a:pt x="15848" y="17367"/>
                  </a:lnTo>
                  <a:lnTo>
                    <a:pt x="15657" y="17584"/>
                  </a:lnTo>
                  <a:lnTo>
                    <a:pt x="15467" y="17747"/>
                  </a:lnTo>
                  <a:lnTo>
                    <a:pt x="15353" y="17963"/>
                  </a:lnTo>
                  <a:lnTo>
                    <a:pt x="15239" y="18235"/>
                  </a:lnTo>
                  <a:lnTo>
                    <a:pt x="15162" y="18506"/>
                  </a:lnTo>
                  <a:lnTo>
                    <a:pt x="15125" y="18778"/>
                  </a:lnTo>
                  <a:lnTo>
                    <a:pt x="15086" y="19049"/>
                  </a:lnTo>
                  <a:lnTo>
                    <a:pt x="15086" y="19320"/>
                  </a:lnTo>
                  <a:lnTo>
                    <a:pt x="15162" y="19755"/>
                  </a:lnTo>
                  <a:lnTo>
                    <a:pt x="15315" y="20135"/>
                  </a:lnTo>
                  <a:lnTo>
                    <a:pt x="15315" y="20298"/>
                  </a:lnTo>
                  <a:lnTo>
                    <a:pt x="15353" y="20461"/>
                  </a:lnTo>
                  <a:lnTo>
                    <a:pt x="15505" y="20569"/>
                  </a:lnTo>
                  <a:lnTo>
                    <a:pt x="15582" y="20677"/>
                  </a:lnTo>
                  <a:lnTo>
                    <a:pt x="15886" y="21004"/>
                  </a:lnTo>
                  <a:lnTo>
                    <a:pt x="16229" y="21274"/>
                  </a:lnTo>
                  <a:lnTo>
                    <a:pt x="16610" y="21492"/>
                  </a:lnTo>
                  <a:lnTo>
                    <a:pt x="17029" y="21600"/>
                  </a:lnTo>
                  <a:lnTo>
                    <a:pt x="17448" y="21600"/>
                  </a:lnTo>
                  <a:lnTo>
                    <a:pt x="17867" y="21492"/>
                  </a:lnTo>
                  <a:lnTo>
                    <a:pt x="18248" y="21329"/>
                  </a:lnTo>
                  <a:lnTo>
                    <a:pt x="18591" y="21057"/>
                  </a:lnTo>
                  <a:lnTo>
                    <a:pt x="18820" y="20732"/>
                  </a:lnTo>
                  <a:lnTo>
                    <a:pt x="18971" y="20406"/>
                  </a:lnTo>
                  <a:lnTo>
                    <a:pt x="19010" y="20026"/>
                  </a:lnTo>
                  <a:lnTo>
                    <a:pt x="19010" y="19700"/>
                  </a:lnTo>
                  <a:lnTo>
                    <a:pt x="18934" y="19320"/>
                  </a:lnTo>
                  <a:lnTo>
                    <a:pt x="18820" y="18941"/>
                  </a:lnTo>
                  <a:lnTo>
                    <a:pt x="18667" y="18561"/>
                  </a:lnTo>
                  <a:lnTo>
                    <a:pt x="18477" y="18235"/>
                  </a:lnTo>
                  <a:lnTo>
                    <a:pt x="18591" y="18181"/>
                  </a:lnTo>
                  <a:lnTo>
                    <a:pt x="18934" y="17910"/>
                  </a:lnTo>
                  <a:lnTo>
                    <a:pt x="19315" y="17530"/>
                  </a:lnTo>
                  <a:lnTo>
                    <a:pt x="19429" y="17801"/>
                  </a:lnTo>
                  <a:lnTo>
                    <a:pt x="19581" y="18018"/>
                  </a:lnTo>
                  <a:lnTo>
                    <a:pt x="19734" y="18181"/>
                  </a:lnTo>
                  <a:lnTo>
                    <a:pt x="19886" y="18289"/>
                  </a:lnTo>
                  <a:lnTo>
                    <a:pt x="20153" y="18398"/>
                  </a:lnTo>
                  <a:lnTo>
                    <a:pt x="20419" y="18344"/>
                  </a:lnTo>
                  <a:lnTo>
                    <a:pt x="20686" y="18235"/>
                  </a:lnTo>
                  <a:lnTo>
                    <a:pt x="20915" y="18018"/>
                  </a:lnTo>
                  <a:lnTo>
                    <a:pt x="21143" y="17747"/>
                  </a:lnTo>
                  <a:lnTo>
                    <a:pt x="21334" y="17422"/>
                  </a:lnTo>
                  <a:lnTo>
                    <a:pt x="21448" y="17041"/>
                  </a:lnTo>
                  <a:lnTo>
                    <a:pt x="21524" y="16607"/>
                  </a:lnTo>
                  <a:lnTo>
                    <a:pt x="21600" y="16064"/>
                  </a:lnTo>
                  <a:lnTo>
                    <a:pt x="21563" y="15793"/>
                  </a:lnTo>
                  <a:lnTo>
                    <a:pt x="21524" y="15575"/>
                  </a:lnTo>
                  <a:lnTo>
                    <a:pt x="21486" y="15359"/>
                  </a:lnTo>
                  <a:lnTo>
                    <a:pt x="21372" y="15196"/>
                  </a:lnTo>
                  <a:lnTo>
                    <a:pt x="21143" y="14924"/>
                  </a:lnTo>
                  <a:lnTo>
                    <a:pt x="20839" y="14762"/>
                  </a:lnTo>
                  <a:lnTo>
                    <a:pt x="20686" y="14707"/>
                  </a:lnTo>
                  <a:lnTo>
                    <a:pt x="20382" y="14707"/>
                  </a:lnTo>
                  <a:lnTo>
                    <a:pt x="20268" y="14816"/>
                  </a:lnTo>
                  <a:lnTo>
                    <a:pt x="20229" y="14924"/>
                  </a:lnTo>
                  <a:lnTo>
                    <a:pt x="19924" y="15087"/>
                  </a:lnTo>
                  <a:lnTo>
                    <a:pt x="19658" y="15250"/>
                  </a:lnTo>
                  <a:lnTo>
                    <a:pt x="19544" y="15413"/>
                  </a:lnTo>
                  <a:lnTo>
                    <a:pt x="19391" y="15575"/>
                  </a:lnTo>
                  <a:lnTo>
                    <a:pt x="19315" y="15793"/>
                  </a:lnTo>
                  <a:lnTo>
                    <a:pt x="19238" y="16010"/>
                  </a:lnTo>
                  <a:lnTo>
                    <a:pt x="19162" y="16444"/>
                  </a:lnTo>
                  <a:lnTo>
                    <a:pt x="19162" y="16879"/>
                  </a:lnTo>
                  <a:lnTo>
                    <a:pt x="18743" y="17312"/>
                  </a:lnTo>
                  <a:lnTo>
                    <a:pt x="18324" y="17747"/>
                  </a:lnTo>
                  <a:lnTo>
                    <a:pt x="18286" y="17801"/>
                  </a:lnTo>
                  <a:lnTo>
                    <a:pt x="18286" y="17910"/>
                  </a:lnTo>
                  <a:lnTo>
                    <a:pt x="17905" y="17422"/>
                  </a:lnTo>
                  <a:lnTo>
                    <a:pt x="17562" y="17041"/>
                  </a:lnTo>
                  <a:lnTo>
                    <a:pt x="17486" y="16987"/>
                  </a:lnTo>
                  <a:lnTo>
                    <a:pt x="17334" y="16987"/>
                  </a:lnTo>
                  <a:lnTo>
                    <a:pt x="17295" y="17095"/>
                  </a:lnTo>
                  <a:lnTo>
                    <a:pt x="17067" y="17041"/>
                  </a:lnTo>
                  <a:lnTo>
                    <a:pt x="16838" y="17041"/>
                  </a:lnTo>
                  <a:lnTo>
                    <a:pt x="16381" y="17095"/>
                  </a:lnTo>
                  <a:lnTo>
                    <a:pt x="16420" y="16932"/>
                  </a:lnTo>
                  <a:lnTo>
                    <a:pt x="16381" y="16769"/>
                  </a:lnTo>
                  <a:lnTo>
                    <a:pt x="16267" y="16498"/>
                  </a:lnTo>
                  <a:lnTo>
                    <a:pt x="16153" y="16281"/>
                  </a:lnTo>
                  <a:lnTo>
                    <a:pt x="16039" y="16010"/>
                  </a:lnTo>
                  <a:lnTo>
                    <a:pt x="15963" y="15685"/>
                  </a:lnTo>
                  <a:lnTo>
                    <a:pt x="15924" y="15413"/>
                  </a:lnTo>
                  <a:lnTo>
                    <a:pt x="15886" y="15250"/>
                  </a:lnTo>
                  <a:lnTo>
                    <a:pt x="15810" y="15142"/>
                  </a:lnTo>
                  <a:lnTo>
                    <a:pt x="16229" y="14816"/>
                  </a:lnTo>
                  <a:lnTo>
                    <a:pt x="16648" y="14436"/>
                  </a:lnTo>
                  <a:lnTo>
                    <a:pt x="16991" y="13948"/>
                  </a:lnTo>
                  <a:lnTo>
                    <a:pt x="17105" y="13730"/>
                  </a:lnTo>
                  <a:lnTo>
                    <a:pt x="17219" y="13459"/>
                  </a:lnTo>
                  <a:lnTo>
                    <a:pt x="17295" y="13134"/>
                  </a:lnTo>
                  <a:lnTo>
                    <a:pt x="17334" y="12754"/>
                  </a:lnTo>
                  <a:lnTo>
                    <a:pt x="17334" y="11993"/>
                  </a:lnTo>
                  <a:lnTo>
                    <a:pt x="17219" y="11289"/>
                  </a:lnTo>
                  <a:lnTo>
                    <a:pt x="17029" y="10637"/>
                  </a:lnTo>
                  <a:lnTo>
                    <a:pt x="16877" y="10203"/>
                  </a:lnTo>
                  <a:lnTo>
                    <a:pt x="16648" y="9823"/>
                  </a:lnTo>
                  <a:lnTo>
                    <a:pt x="16495" y="9660"/>
                  </a:lnTo>
                  <a:lnTo>
                    <a:pt x="16343" y="9552"/>
                  </a:lnTo>
                  <a:lnTo>
                    <a:pt x="16191" y="9497"/>
                  </a:lnTo>
                  <a:lnTo>
                    <a:pt x="16000" y="9443"/>
                  </a:lnTo>
                  <a:lnTo>
                    <a:pt x="15657" y="9335"/>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358" name="Google Shape;414;p8"/>
            <p:cNvSpPr/>
            <p:nvPr/>
          </p:nvSpPr>
          <p:spPr>
            <a:xfrm>
              <a:off x="531255" y="3816924"/>
              <a:ext cx="452396" cy="4766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52" y="3461"/>
                  </a:moveTo>
                  <a:lnTo>
                    <a:pt x="14477" y="3572"/>
                  </a:lnTo>
                  <a:lnTo>
                    <a:pt x="14420" y="3737"/>
                  </a:lnTo>
                  <a:lnTo>
                    <a:pt x="14362" y="3846"/>
                  </a:lnTo>
                  <a:lnTo>
                    <a:pt x="14362" y="4011"/>
                  </a:lnTo>
                  <a:lnTo>
                    <a:pt x="14420" y="4287"/>
                  </a:lnTo>
                  <a:lnTo>
                    <a:pt x="14535" y="4617"/>
                  </a:lnTo>
                  <a:lnTo>
                    <a:pt x="14941" y="5606"/>
                  </a:lnTo>
                  <a:lnTo>
                    <a:pt x="15347" y="6595"/>
                  </a:lnTo>
                  <a:lnTo>
                    <a:pt x="15230" y="6650"/>
                  </a:lnTo>
                  <a:lnTo>
                    <a:pt x="14303" y="7915"/>
                  </a:lnTo>
                  <a:lnTo>
                    <a:pt x="13899" y="8463"/>
                  </a:lnTo>
                  <a:lnTo>
                    <a:pt x="13725" y="8739"/>
                  </a:lnTo>
                  <a:lnTo>
                    <a:pt x="13667" y="8904"/>
                  </a:lnTo>
                  <a:lnTo>
                    <a:pt x="13725" y="9069"/>
                  </a:lnTo>
                  <a:lnTo>
                    <a:pt x="13899" y="9013"/>
                  </a:lnTo>
                  <a:lnTo>
                    <a:pt x="14014" y="8959"/>
                  </a:lnTo>
                  <a:lnTo>
                    <a:pt x="14246" y="8739"/>
                  </a:lnTo>
                  <a:lnTo>
                    <a:pt x="14652" y="8244"/>
                  </a:lnTo>
                  <a:lnTo>
                    <a:pt x="15694" y="6980"/>
                  </a:lnTo>
                  <a:lnTo>
                    <a:pt x="15809" y="6980"/>
                  </a:lnTo>
                  <a:lnTo>
                    <a:pt x="15983" y="6924"/>
                  </a:lnTo>
                  <a:lnTo>
                    <a:pt x="16041" y="6815"/>
                  </a:lnTo>
                  <a:lnTo>
                    <a:pt x="16041" y="6650"/>
                  </a:lnTo>
                  <a:lnTo>
                    <a:pt x="15288" y="4837"/>
                  </a:lnTo>
                  <a:lnTo>
                    <a:pt x="14883" y="4067"/>
                  </a:lnTo>
                  <a:lnTo>
                    <a:pt x="14767" y="3793"/>
                  </a:lnTo>
                  <a:lnTo>
                    <a:pt x="14709" y="3628"/>
                  </a:lnTo>
                  <a:lnTo>
                    <a:pt x="14709" y="3461"/>
                  </a:lnTo>
                  <a:close/>
                  <a:moveTo>
                    <a:pt x="13725" y="2418"/>
                  </a:moveTo>
                  <a:lnTo>
                    <a:pt x="13841" y="2693"/>
                  </a:lnTo>
                  <a:lnTo>
                    <a:pt x="13899" y="2858"/>
                  </a:lnTo>
                  <a:lnTo>
                    <a:pt x="14073" y="2967"/>
                  </a:lnTo>
                  <a:lnTo>
                    <a:pt x="14246" y="3078"/>
                  </a:lnTo>
                  <a:lnTo>
                    <a:pt x="14477" y="3022"/>
                  </a:lnTo>
                  <a:lnTo>
                    <a:pt x="14826" y="2858"/>
                  </a:lnTo>
                  <a:lnTo>
                    <a:pt x="15173" y="2583"/>
                  </a:lnTo>
                  <a:lnTo>
                    <a:pt x="15577" y="3407"/>
                  </a:lnTo>
                  <a:lnTo>
                    <a:pt x="16041" y="4122"/>
                  </a:lnTo>
                  <a:lnTo>
                    <a:pt x="16504" y="4891"/>
                  </a:lnTo>
                  <a:lnTo>
                    <a:pt x="16851" y="5661"/>
                  </a:lnTo>
                  <a:lnTo>
                    <a:pt x="16621" y="5880"/>
                  </a:lnTo>
                  <a:lnTo>
                    <a:pt x="16389" y="6100"/>
                  </a:lnTo>
                  <a:lnTo>
                    <a:pt x="16215" y="6376"/>
                  </a:lnTo>
                  <a:lnTo>
                    <a:pt x="16157" y="6706"/>
                  </a:lnTo>
                  <a:lnTo>
                    <a:pt x="16215" y="6870"/>
                  </a:lnTo>
                  <a:lnTo>
                    <a:pt x="16330" y="6980"/>
                  </a:lnTo>
                  <a:lnTo>
                    <a:pt x="16330" y="7200"/>
                  </a:lnTo>
                  <a:lnTo>
                    <a:pt x="16389" y="7309"/>
                  </a:lnTo>
                  <a:lnTo>
                    <a:pt x="16562" y="7365"/>
                  </a:lnTo>
                  <a:lnTo>
                    <a:pt x="16562" y="7420"/>
                  </a:lnTo>
                  <a:lnTo>
                    <a:pt x="16330" y="7750"/>
                  </a:lnTo>
                  <a:lnTo>
                    <a:pt x="15751" y="8463"/>
                  </a:lnTo>
                  <a:lnTo>
                    <a:pt x="15230" y="9233"/>
                  </a:lnTo>
                  <a:lnTo>
                    <a:pt x="14999" y="9124"/>
                  </a:lnTo>
                  <a:lnTo>
                    <a:pt x="14709" y="9069"/>
                  </a:lnTo>
                  <a:lnTo>
                    <a:pt x="14420" y="9178"/>
                  </a:lnTo>
                  <a:lnTo>
                    <a:pt x="14130" y="9289"/>
                  </a:lnTo>
                  <a:lnTo>
                    <a:pt x="13956" y="9508"/>
                  </a:lnTo>
                  <a:lnTo>
                    <a:pt x="13782" y="9728"/>
                  </a:lnTo>
                  <a:lnTo>
                    <a:pt x="13146" y="9728"/>
                  </a:lnTo>
                  <a:lnTo>
                    <a:pt x="11929" y="9783"/>
                  </a:lnTo>
                  <a:lnTo>
                    <a:pt x="11872" y="9672"/>
                  </a:lnTo>
                  <a:lnTo>
                    <a:pt x="11698" y="9563"/>
                  </a:lnTo>
                  <a:lnTo>
                    <a:pt x="11177" y="9398"/>
                  </a:lnTo>
                  <a:lnTo>
                    <a:pt x="11119" y="9398"/>
                  </a:lnTo>
                  <a:lnTo>
                    <a:pt x="11004" y="9343"/>
                  </a:lnTo>
                  <a:lnTo>
                    <a:pt x="10713" y="9343"/>
                  </a:lnTo>
                  <a:lnTo>
                    <a:pt x="10481" y="9289"/>
                  </a:lnTo>
                  <a:lnTo>
                    <a:pt x="9207" y="8134"/>
                  </a:lnTo>
                  <a:lnTo>
                    <a:pt x="8282" y="7309"/>
                  </a:lnTo>
                  <a:lnTo>
                    <a:pt x="8397" y="7035"/>
                  </a:lnTo>
                  <a:lnTo>
                    <a:pt x="8397" y="6759"/>
                  </a:lnTo>
                  <a:lnTo>
                    <a:pt x="8339" y="6650"/>
                  </a:lnTo>
                  <a:lnTo>
                    <a:pt x="8282" y="6541"/>
                  </a:lnTo>
                  <a:lnTo>
                    <a:pt x="8050" y="6376"/>
                  </a:lnTo>
                  <a:lnTo>
                    <a:pt x="8339" y="5715"/>
                  </a:lnTo>
                  <a:lnTo>
                    <a:pt x="9150" y="4067"/>
                  </a:lnTo>
                  <a:lnTo>
                    <a:pt x="9671" y="3022"/>
                  </a:lnTo>
                  <a:lnTo>
                    <a:pt x="9903" y="3022"/>
                  </a:lnTo>
                  <a:lnTo>
                    <a:pt x="10134" y="2967"/>
                  </a:lnTo>
                  <a:lnTo>
                    <a:pt x="10366" y="2858"/>
                  </a:lnTo>
                  <a:lnTo>
                    <a:pt x="10598" y="2693"/>
                  </a:lnTo>
                  <a:lnTo>
                    <a:pt x="10772" y="2528"/>
                  </a:lnTo>
                  <a:lnTo>
                    <a:pt x="11814" y="2472"/>
                  </a:lnTo>
                  <a:lnTo>
                    <a:pt x="13725" y="2418"/>
                  </a:lnTo>
                  <a:close/>
                  <a:moveTo>
                    <a:pt x="10772" y="10222"/>
                  </a:moveTo>
                  <a:lnTo>
                    <a:pt x="10945" y="10333"/>
                  </a:lnTo>
                  <a:lnTo>
                    <a:pt x="10655" y="10333"/>
                  </a:lnTo>
                  <a:lnTo>
                    <a:pt x="10598" y="10278"/>
                  </a:lnTo>
                  <a:lnTo>
                    <a:pt x="10772" y="10222"/>
                  </a:lnTo>
                  <a:close/>
                  <a:moveTo>
                    <a:pt x="4285" y="8080"/>
                  </a:moveTo>
                  <a:lnTo>
                    <a:pt x="4169" y="8134"/>
                  </a:lnTo>
                  <a:lnTo>
                    <a:pt x="3996" y="8244"/>
                  </a:lnTo>
                  <a:lnTo>
                    <a:pt x="3880" y="8354"/>
                  </a:lnTo>
                  <a:lnTo>
                    <a:pt x="3590" y="8683"/>
                  </a:lnTo>
                  <a:lnTo>
                    <a:pt x="3127" y="9454"/>
                  </a:lnTo>
                  <a:lnTo>
                    <a:pt x="2606" y="10278"/>
                  </a:lnTo>
                  <a:lnTo>
                    <a:pt x="2374" y="10607"/>
                  </a:lnTo>
                  <a:lnTo>
                    <a:pt x="2259" y="10772"/>
                  </a:lnTo>
                  <a:lnTo>
                    <a:pt x="2201" y="10882"/>
                  </a:lnTo>
                  <a:lnTo>
                    <a:pt x="2201" y="10993"/>
                  </a:lnTo>
                  <a:lnTo>
                    <a:pt x="2085" y="11048"/>
                  </a:lnTo>
                  <a:lnTo>
                    <a:pt x="2085" y="11267"/>
                  </a:lnTo>
                  <a:lnTo>
                    <a:pt x="2201" y="11322"/>
                  </a:lnTo>
                  <a:lnTo>
                    <a:pt x="2374" y="11378"/>
                  </a:lnTo>
                  <a:lnTo>
                    <a:pt x="2548" y="11267"/>
                  </a:lnTo>
                  <a:lnTo>
                    <a:pt x="2722" y="11157"/>
                  </a:lnTo>
                  <a:lnTo>
                    <a:pt x="2895" y="10993"/>
                  </a:lnTo>
                  <a:lnTo>
                    <a:pt x="3186" y="10552"/>
                  </a:lnTo>
                  <a:lnTo>
                    <a:pt x="3360" y="10222"/>
                  </a:lnTo>
                  <a:lnTo>
                    <a:pt x="4054" y="9289"/>
                  </a:lnTo>
                  <a:lnTo>
                    <a:pt x="4343" y="8794"/>
                  </a:lnTo>
                  <a:lnTo>
                    <a:pt x="4517" y="8574"/>
                  </a:lnTo>
                  <a:lnTo>
                    <a:pt x="4517" y="8189"/>
                  </a:lnTo>
                  <a:lnTo>
                    <a:pt x="4401" y="8134"/>
                  </a:lnTo>
                  <a:lnTo>
                    <a:pt x="4285" y="8080"/>
                  </a:lnTo>
                  <a:close/>
                  <a:moveTo>
                    <a:pt x="6429" y="7255"/>
                  </a:moveTo>
                  <a:lnTo>
                    <a:pt x="6602" y="7530"/>
                  </a:lnTo>
                  <a:lnTo>
                    <a:pt x="6833" y="7750"/>
                  </a:lnTo>
                  <a:lnTo>
                    <a:pt x="7065" y="7804"/>
                  </a:lnTo>
                  <a:lnTo>
                    <a:pt x="7297" y="7859"/>
                  </a:lnTo>
                  <a:lnTo>
                    <a:pt x="7529" y="7859"/>
                  </a:lnTo>
                  <a:lnTo>
                    <a:pt x="7759" y="7804"/>
                  </a:lnTo>
                  <a:lnTo>
                    <a:pt x="8397" y="8354"/>
                  </a:lnTo>
                  <a:lnTo>
                    <a:pt x="9730" y="9672"/>
                  </a:lnTo>
                  <a:lnTo>
                    <a:pt x="9671" y="9783"/>
                  </a:lnTo>
                  <a:lnTo>
                    <a:pt x="9613" y="9948"/>
                  </a:lnTo>
                  <a:lnTo>
                    <a:pt x="9671" y="10168"/>
                  </a:lnTo>
                  <a:lnTo>
                    <a:pt x="9730" y="10333"/>
                  </a:lnTo>
                  <a:lnTo>
                    <a:pt x="9845" y="10498"/>
                  </a:lnTo>
                  <a:lnTo>
                    <a:pt x="9845" y="10607"/>
                  </a:lnTo>
                  <a:lnTo>
                    <a:pt x="9381" y="11102"/>
                  </a:lnTo>
                  <a:lnTo>
                    <a:pt x="8977" y="11652"/>
                  </a:lnTo>
                  <a:lnTo>
                    <a:pt x="8165" y="12752"/>
                  </a:lnTo>
                  <a:lnTo>
                    <a:pt x="7412" y="13685"/>
                  </a:lnTo>
                  <a:lnTo>
                    <a:pt x="7238" y="13576"/>
                  </a:lnTo>
                  <a:lnTo>
                    <a:pt x="7008" y="13576"/>
                  </a:lnTo>
                  <a:lnTo>
                    <a:pt x="6717" y="13631"/>
                  </a:lnTo>
                  <a:lnTo>
                    <a:pt x="6485" y="13796"/>
                  </a:lnTo>
                  <a:lnTo>
                    <a:pt x="6312" y="14015"/>
                  </a:lnTo>
                  <a:lnTo>
                    <a:pt x="6196" y="14291"/>
                  </a:lnTo>
                  <a:lnTo>
                    <a:pt x="5675" y="14235"/>
                  </a:lnTo>
                  <a:lnTo>
                    <a:pt x="4460" y="14291"/>
                  </a:lnTo>
                  <a:lnTo>
                    <a:pt x="4401" y="14015"/>
                  </a:lnTo>
                  <a:lnTo>
                    <a:pt x="4228" y="13796"/>
                  </a:lnTo>
                  <a:lnTo>
                    <a:pt x="3996" y="13631"/>
                  </a:lnTo>
                  <a:lnTo>
                    <a:pt x="3764" y="13576"/>
                  </a:lnTo>
                  <a:lnTo>
                    <a:pt x="3533" y="13576"/>
                  </a:lnTo>
                  <a:lnTo>
                    <a:pt x="3243" y="13631"/>
                  </a:lnTo>
                  <a:lnTo>
                    <a:pt x="2490" y="12641"/>
                  </a:lnTo>
                  <a:lnTo>
                    <a:pt x="2201" y="12146"/>
                  </a:lnTo>
                  <a:lnTo>
                    <a:pt x="1795" y="11652"/>
                  </a:lnTo>
                  <a:lnTo>
                    <a:pt x="1912" y="11378"/>
                  </a:lnTo>
                  <a:lnTo>
                    <a:pt x="1969" y="11157"/>
                  </a:lnTo>
                  <a:lnTo>
                    <a:pt x="1912" y="10882"/>
                  </a:lnTo>
                  <a:lnTo>
                    <a:pt x="1853" y="10663"/>
                  </a:lnTo>
                  <a:lnTo>
                    <a:pt x="1680" y="10498"/>
                  </a:lnTo>
                  <a:lnTo>
                    <a:pt x="1738" y="10387"/>
                  </a:lnTo>
                  <a:lnTo>
                    <a:pt x="1853" y="10222"/>
                  </a:lnTo>
                  <a:lnTo>
                    <a:pt x="1969" y="9948"/>
                  </a:lnTo>
                  <a:lnTo>
                    <a:pt x="2548" y="8959"/>
                  </a:lnTo>
                  <a:lnTo>
                    <a:pt x="3069" y="8024"/>
                  </a:lnTo>
                  <a:lnTo>
                    <a:pt x="3416" y="8024"/>
                  </a:lnTo>
                  <a:lnTo>
                    <a:pt x="3764" y="7915"/>
                  </a:lnTo>
                  <a:lnTo>
                    <a:pt x="3996" y="7694"/>
                  </a:lnTo>
                  <a:lnTo>
                    <a:pt x="4111" y="7585"/>
                  </a:lnTo>
                  <a:lnTo>
                    <a:pt x="4169" y="7420"/>
                  </a:lnTo>
                  <a:lnTo>
                    <a:pt x="4228" y="7365"/>
                  </a:lnTo>
                  <a:lnTo>
                    <a:pt x="4922" y="7420"/>
                  </a:lnTo>
                  <a:lnTo>
                    <a:pt x="5849" y="7365"/>
                  </a:lnTo>
                  <a:lnTo>
                    <a:pt x="6429" y="7255"/>
                  </a:lnTo>
                  <a:close/>
                  <a:moveTo>
                    <a:pt x="14014" y="11596"/>
                  </a:moveTo>
                  <a:lnTo>
                    <a:pt x="14014" y="11707"/>
                  </a:lnTo>
                  <a:lnTo>
                    <a:pt x="14073" y="11982"/>
                  </a:lnTo>
                  <a:lnTo>
                    <a:pt x="14073" y="12091"/>
                  </a:lnTo>
                  <a:lnTo>
                    <a:pt x="14130" y="12257"/>
                  </a:lnTo>
                  <a:lnTo>
                    <a:pt x="14826" y="13081"/>
                  </a:lnTo>
                  <a:lnTo>
                    <a:pt x="15462" y="13906"/>
                  </a:lnTo>
                  <a:lnTo>
                    <a:pt x="15694" y="14180"/>
                  </a:lnTo>
                  <a:lnTo>
                    <a:pt x="15809" y="14291"/>
                  </a:lnTo>
                  <a:lnTo>
                    <a:pt x="15983" y="14345"/>
                  </a:lnTo>
                  <a:lnTo>
                    <a:pt x="16157" y="14345"/>
                  </a:lnTo>
                  <a:lnTo>
                    <a:pt x="16273" y="14291"/>
                  </a:lnTo>
                  <a:lnTo>
                    <a:pt x="16389" y="14235"/>
                  </a:lnTo>
                  <a:lnTo>
                    <a:pt x="16447" y="14070"/>
                  </a:lnTo>
                  <a:lnTo>
                    <a:pt x="16447" y="13850"/>
                  </a:lnTo>
                  <a:lnTo>
                    <a:pt x="16389" y="13741"/>
                  </a:lnTo>
                  <a:lnTo>
                    <a:pt x="16273" y="13685"/>
                  </a:lnTo>
                  <a:lnTo>
                    <a:pt x="16100" y="13631"/>
                  </a:lnTo>
                  <a:lnTo>
                    <a:pt x="15926" y="13411"/>
                  </a:lnTo>
                  <a:lnTo>
                    <a:pt x="15809" y="13246"/>
                  </a:lnTo>
                  <a:lnTo>
                    <a:pt x="15230" y="12587"/>
                  </a:lnTo>
                  <a:lnTo>
                    <a:pt x="14652" y="11872"/>
                  </a:lnTo>
                  <a:lnTo>
                    <a:pt x="14535" y="11761"/>
                  </a:lnTo>
                  <a:lnTo>
                    <a:pt x="14420" y="11707"/>
                  </a:lnTo>
                  <a:lnTo>
                    <a:pt x="14130" y="11596"/>
                  </a:lnTo>
                  <a:close/>
                  <a:moveTo>
                    <a:pt x="3360" y="14565"/>
                  </a:moveTo>
                  <a:lnTo>
                    <a:pt x="3243" y="14620"/>
                  </a:lnTo>
                  <a:lnTo>
                    <a:pt x="3243" y="14565"/>
                  </a:lnTo>
                  <a:close/>
                  <a:moveTo>
                    <a:pt x="8860" y="13906"/>
                  </a:moveTo>
                  <a:lnTo>
                    <a:pt x="8803" y="13961"/>
                  </a:lnTo>
                  <a:lnTo>
                    <a:pt x="8803" y="14291"/>
                  </a:lnTo>
                  <a:lnTo>
                    <a:pt x="8918" y="14509"/>
                  </a:lnTo>
                  <a:lnTo>
                    <a:pt x="9150" y="14894"/>
                  </a:lnTo>
                  <a:lnTo>
                    <a:pt x="9730" y="15665"/>
                  </a:lnTo>
                  <a:lnTo>
                    <a:pt x="10192" y="16324"/>
                  </a:lnTo>
                  <a:lnTo>
                    <a:pt x="10424" y="16654"/>
                  </a:lnTo>
                  <a:lnTo>
                    <a:pt x="10772" y="16928"/>
                  </a:lnTo>
                  <a:lnTo>
                    <a:pt x="10830" y="17039"/>
                  </a:lnTo>
                  <a:lnTo>
                    <a:pt x="11004" y="17204"/>
                  </a:lnTo>
                  <a:lnTo>
                    <a:pt x="11119" y="17259"/>
                  </a:lnTo>
                  <a:lnTo>
                    <a:pt x="11234" y="17259"/>
                  </a:lnTo>
                  <a:lnTo>
                    <a:pt x="11351" y="17204"/>
                  </a:lnTo>
                  <a:lnTo>
                    <a:pt x="11408" y="17093"/>
                  </a:lnTo>
                  <a:lnTo>
                    <a:pt x="11466" y="16763"/>
                  </a:lnTo>
                  <a:lnTo>
                    <a:pt x="11408" y="16598"/>
                  </a:lnTo>
                  <a:lnTo>
                    <a:pt x="11293" y="16433"/>
                  </a:lnTo>
                  <a:lnTo>
                    <a:pt x="11177" y="16379"/>
                  </a:lnTo>
                  <a:lnTo>
                    <a:pt x="11060" y="16324"/>
                  </a:lnTo>
                  <a:lnTo>
                    <a:pt x="10945" y="16159"/>
                  </a:lnTo>
                  <a:lnTo>
                    <a:pt x="10830" y="15994"/>
                  </a:lnTo>
                  <a:lnTo>
                    <a:pt x="10598" y="15665"/>
                  </a:lnTo>
                  <a:lnTo>
                    <a:pt x="9903" y="14730"/>
                  </a:lnTo>
                  <a:lnTo>
                    <a:pt x="9498" y="14235"/>
                  </a:lnTo>
                  <a:lnTo>
                    <a:pt x="9265" y="14070"/>
                  </a:lnTo>
                  <a:lnTo>
                    <a:pt x="9033" y="13906"/>
                  </a:lnTo>
                  <a:close/>
                  <a:moveTo>
                    <a:pt x="13782" y="10443"/>
                  </a:moveTo>
                  <a:lnTo>
                    <a:pt x="13899" y="10607"/>
                  </a:lnTo>
                  <a:lnTo>
                    <a:pt x="14073" y="10717"/>
                  </a:lnTo>
                  <a:lnTo>
                    <a:pt x="14188" y="10828"/>
                  </a:lnTo>
                  <a:lnTo>
                    <a:pt x="14362" y="10882"/>
                  </a:lnTo>
                  <a:lnTo>
                    <a:pt x="14826" y="10828"/>
                  </a:lnTo>
                  <a:lnTo>
                    <a:pt x="14999" y="10882"/>
                  </a:lnTo>
                  <a:lnTo>
                    <a:pt x="15115" y="10937"/>
                  </a:lnTo>
                  <a:lnTo>
                    <a:pt x="15347" y="11322"/>
                  </a:lnTo>
                  <a:lnTo>
                    <a:pt x="15577" y="11707"/>
                  </a:lnTo>
                  <a:lnTo>
                    <a:pt x="16157" y="12531"/>
                  </a:lnTo>
                  <a:lnTo>
                    <a:pt x="16910" y="13631"/>
                  </a:lnTo>
                  <a:lnTo>
                    <a:pt x="16794" y="13906"/>
                  </a:lnTo>
                  <a:lnTo>
                    <a:pt x="16736" y="14126"/>
                  </a:lnTo>
                  <a:lnTo>
                    <a:pt x="16678" y="14620"/>
                  </a:lnTo>
                  <a:lnTo>
                    <a:pt x="16621" y="14894"/>
                  </a:lnTo>
                  <a:lnTo>
                    <a:pt x="16621" y="15335"/>
                  </a:lnTo>
                  <a:lnTo>
                    <a:pt x="16678" y="15389"/>
                  </a:lnTo>
                  <a:lnTo>
                    <a:pt x="16330" y="15939"/>
                  </a:lnTo>
                  <a:lnTo>
                    <a:pt x="15462" y="17313"/>
                  </a:lnTo>
                  <a:lnTo>
                    <a:pt x="15288" y="17259"/>
                  </a:lnTo>
                  <a:lnTo>
                    <a:pt x="15056" y="17259"/>
                  </a:lnTo>
                  <a:lnTo>
                    <a:pt x="14826" y="17313"/>
                  </a:lnTo>
                  <a:lnTo>
                    <a:pt x="14652" y="17424"/>
                  </a:lnTo>
                  <a:lnTo>
                    <a:pt x="14477" y="17533"/>
                  </a:lnTo>
                  <a:lnTo>
                    <a:pt x="14362" y="17698"/>
                  </a:lnTo>
                  <a:lnTo>
                    <a:pt x="14246" y="17863"/>
                  </a:lnTo>
                  <a:lnTo>
                    <a:pt x="14188" y="18028"/>
                  </a:lnTo>
                  <a:lnTo>
                    <a:pt x="13261" y="18083"/>
                  </a:lnTo>
                  <a:lnTo>
                    <a:pt x="11814" y="18193"/>
                  </a:lnTo>
                  <a:lnTo>
                    <a:pt x="11060" y="18193"/>
                  </a:lnTo>
                  <a:lnTo>
                    <a:pt x="11004" y="17918"/>
                  </a:lnTo>
                  <a:lnTo>
                    <a:pt x="10772" y="17643"/>
                  </a:lnTo>
                  <a:lnTo>
                    <a:pt x="10655" y="17589"/>
                  </a:lnTo>
                  <a:lnTo>
                    <a:pt x="10540" y="17533"/>
                  </a:lnTo>
                  <a:lnTo>
                    <a:pt x="10251" y="17478"/>
                  </a:lnTo>
                  <a:lnTo>
                    <a:pt x="10134" y="17424"/>
                  </a:lnTo>
                  <a:lnTo>
                    <a:pt x="10019" y="17478"/>
                  </a:lnTo>
                  <a:lnTo>
                    <a:pt x="9903" y="17589"/>
                  </a:lnTo>
                  <a:lnTo>
                    <a:pt x="9786" y="17589"/>
                  </a:lnTo>
                  <a:lnTo>
                    <a:pt x="9439" y="16818"/>
                  </a:lnTo>
                  <a:lnTo>
                    <a:pt x="9033" y="16050"/>
                  </a:lnTo>
                  <a:lnTo>
                    <a:pt x="8629" y="15444"/>
                  </a:lnTo>
                  <a:lnTo>
                    <a:pt x="8165" y="14785"/>
                  </a:lnTo>
                  <a:lnTo>
                    <a:pt x="8224" y="14620"/>
                  </a:lnTo>
                  <a:lnTo>
                    <a:pt x="8282" y="14455"/>
                  </a:lnTo>
                  <a:lnTo>
                    <a:pt x="8282" y="14235"/>
                  </a:lnTo>
                  <a:lnTo>
                    <a:pt x="8224" y="14070"/>
                  </a:lnTo>
                  <a:lnTo>
                    <a:pt x="8107" y="13961"/>
                  </a:lnTo>
                  <a:lnTo>
                    <a:pt x="8050" y="13961"/>
                  </a:lnTo>
                  <a:lnTo>
                    <a:pt x="8224" y="13741"/>
                  </a:lnTo>
                  <a:lnTo>
                    <a:pt x="9092" y="12587"/>
                  </a:lnTo>
                  <a:lnTo>
                    <a:pt x="9730" y="11761"/>
                  </a:lnTo>
                  <a:lnTo>
                    <a:pt x="10077" y="11378"/>
                  </a:lnTo>
                  <a:lnTo>
                    <a:pt x="10307" y="10937"/>
                  </a:lnTo>
                  <a:lnTo>
                    <a:pt x="10540" y="10993"/>
                  </a:lnTo>
                  <a:lnTo>
                    <a:pt x="10945" y="10993"/>
                  </a:lnTo>
                  <a:lnTo>
                    <a:pt x="11177" y="10937"/>
                  </a:lnTo>
                  <a:lnTo>
                    <a:pt x="11351" y="10882"/>
                  </a:lnTo>
                  <a:lnTo>
                    <a:pt x="11525" y="10717"/>
                  </a:lnTo>
                  <a:lnTo>
                    <a:pt x="11698" y="10607"/>
                  </a:lnTo>
                  <a:lnTo>
                    <a:pt x="11814" y="10443"/>
                  </a:lnTo>
                  <a:close/>
                  <a:moveTo>
                    <a:pt x="7529" y="0"/>
                  </a:moveTo>
                  <a:lnTo>
                    <a:pt x="7529" y="54"/>
                  </a:lnTo>
                  <a:lnTo>
                    <a:pt x="7586" y="274"/>
                  </a:lnTo>
                  <a:lnTo>
                    <a:pt x="7703" y="439"/>
                  </a:lnTo>
                  <a:lnTo>
                    <a:pt x="7876" y="548"/>
                  </a:lnTo>
                  <a:lnTo>
                    <a:pt x="8050" y="604"/>
                  </a:lnTo>
                  <a:lnTo>
                    <a:pt x="8165" y="824"/>
                  </a:lnTo>
                  <a:lnTo>
                    <a:pt x="8339" y="1043"/>
                  </a:lnTo>
                  <a:lnTo>
                    <a:pt x="8629" y="1483"/>
                  </a:lnTo>
                  <a:lnTo>
                    <a:pt x="8745" y="1648"/>
                  </a:lnTo>
                  <a:lnTo>
                    <a:pt x="8629" y="1922"/>
                  </a:lnTo>
                  <a:lnTo>
                    <a:pt x="8629" y="2198"/>
                  </a:lnTo>
                  <a:lnTo>
                    <a:pt x="8745" y="2528"/>
                  </a:lnTo>
                  <a:lnTo>
                    <a:pt x="8918" y="2748"/>
                  </a:lnTo>
                  <a:lnTo>
                    <a:pt x="9033" y="2858"/>
                  </a:lnTo>
                  <a:lnTo>
                    <a:pt x="8456" y="3902"/>
                  </a:lnTo>
                  <a:lnTo>
                    <a:pt x="7703" y="5385"/>
                  </a:lnTo>
                  <a:lnTo>
                    <a:pt x="7529" y="5770"/>
                  </a:lnTo>
                  <a:lnTo>
                    <a:pt x="7297" y="6100"/>
                  </a:lnTo>
                  <a:lnTo>
                    <a:pt x="6950" y="6100"/>
                  </a:lnTo>
                  <a:lnTo>
                    <a:pt x="6776" y="6156"/>
                  </a:lnTo>
                  <a:lnTo>
                    <a:pt x="6602" y="6265"/>
                  </a:lnTo>
                  <a:lnTo>
                    <a:pt x="6485" y="6430"/>
                  </a:lnTo>
                  <a:lnTo>
                    <a:pt x="6429" y="6595"/>
                  </a:lnTo>
                  <a:lnTo>
                    <a:pt x="5502" y="6706"/>
                  </a:lnTo>
                  <a:lnTo>
                    <a:pt x="4807" y="6759"/>
                  </a:lnTo>
                  <a:lnTo>
                    <a:pt x="4228" y="6815"/>
                  </a:lnTo>
                  <a:lnTo>
                    <a:pt x="4054" y="6541"/>
                  </a:lnTo>
                  <a:lnTo>
                    <a:pt x="3880" y="6320"/>
                  </a:lnTo>
                  <a:lnTo>
                    <a:pt x="3590" y="6211"/>
                  </a:lnTo>
                  <a:lnTo>
                    <a:pt x="3301" y="6156"/>
                  </a:lnTo>
                  <a:lnTo>
                    <a:pt x="3011" y="6156"/>
                  </a:lnTo>
                  <a:lnTo>
                    <a:pt x="2837" y="6265"/>
                  </a:lnTo>
                  <a:lnTo>
                    <a:pt x="2606" y="6430"/>
                  </a:lnTo>
                  <a:lnTo>
                    <a:pt x="2490" y="6595"/>
                  </a:lnTo>
                  <a:lnTo>
                    <a:pt x="2374" y="6759"/>
                  </a:lnTo>
                  <a:lnTo>
                    <a:pt x="2374" y="6924"/>
                  </a:lnTo>
                  <a:lnTo>
                    <a:pt x="2259" y="7145"/>
                  </a:lnTo>
                  <a:lnTo>
                    <a:pt x="2259" y="7420"/>
                  </a:lnTo>
                  <a:lnTo>
                    <a:pt x="2316" y="7639"/>
                  </a:lnTo>
                  <a:lnTo>
                    <a:pt x="2374" y="7750"/>
                  </a:lnTo>
                  <a:lnTo>
                    <a:pt x="2374" y="7804"/>
                  </a:lnTo>
                  <a:lnTo>
                    <a:pt x="1969" y="8630"/>
                  </a:lnTo>
                  <a:lnTo>
                    <a:pt x="1389" y="9618"/>
                  </a:lnTo>
                  <a:lnTo>
                    <a:pt x="1216" y="9948"/>
                  </a:lnTo>
                  <a:lnTo>
                    <a:pt x="1216" y="10058"/>
                  </a:lnTo>
                  <a:lnTo>
                    <a:pt x="1159" y="10222"/>
                  </a:lnTo>
                  <a:lnTo>
                    <a:pt x="1159" y="10168"/>
                  </a:lnTo>
                  <a:lnTo>
                    <a:pt x="985" y="10168"/>
                  </a:lnTo>
                  <a:lnTo>
                    <a:pt x="868" y="10222"/>
                  </a:lnTo>
                  <a:lnTo>
                    <a:pt x="638" y="10387"/>
                  </a:lnTo>
                  <a:lnTo>
                    <a:pt x="521" y="10443"/>
                  </a:lnTo>
                  <a:lnTo>
                    <a:pt x="406" y="10498"/>
                  </a:lnTo>
                  <a:lnTo>
                    <a:pt x="289" y="10663"/>
                  </a:lnTo>
                  <a:lnTo>
                    <a:pt x="174" y="10828"/>
                  </a:lnTo>
                  <a:lnTo>
                    <a:pt x="174" y="11157"/>
                  </a:lnTo>
                  <a:lnTo>
                    <a:pt x="0" y="11652"/>
                  </a:lnTo>
                  <a:lnTo>
                    <a:pt x="58" y="11761"/>
                  </a:lnTo>
                  <a:lnTo>
                    <a:pt x="115" y="11817"/>
                  </a:lnTo>
                  <a:lnTo>
                    <a:pt x="174" y="11926"/>
                  </a:lnTo>
                  <a:lnTo>
                    <a:pt x="289" y="11926"/>
                  </a:lnTo>
                  <a:lnTo>
                    <a:pt x="579" y="12037"/>
                  </a:lnTo>
                  <a:lnTo>
                    <a:pt x="1042" y="12037"/>
                  </a:lnTo>
                  <a:lnTo>
                    <a:pt x="1042" y="11982"/>
                  </a:lnTo>
                  <a:lnTo>
                    <a:pt x="1216" y="11982"/>
                  </a:lnTo>
                  <a:lnTo>
                    <a:pt x="1389" y="12257"/>
                  </a:lnTo>
                  <a:lnTo>
                    <a:pt x="1563" y="12531"/>
                  </a:lnTo>
                  <a:lnTo>
                    <a:pt x="1912" y="12970"/>
                  </a:lnTo>
                  <a:lnTo>
                    <a:pt x="2606" y="13906"/>
                  </a:lnTo>
                  <a:lnTo>
                    <a:pt x="2663" y="14015"/>
                  </a:lnTo>
                  <a:lnTo>
                    <a:pt x="2606" y="14235"/>
                  </a:lnTo>
                  <a:lnTo>
                    <a:pt x="2548" y="14455"/>
                  </a:lnTo>
                  <a:lnTo>
                    <a:pt x="2490" y="14730"/>
                  </a:lnTo>
                  <a:lnTo>
                    <a:pt x="2490" y="14894"/>
                  </a:lnTo>
                  <a:lnTo>
                    <a:pt x="2548" y="15059"/>
                  </a:lnTo>
                  <a:lnTo>
                    <a:pt x="2433" y="15335"/>
                  </a:lnTo>
                  <a:lnTo>
                    <a:pt x="2259" y="15609"/>
                  </a:lnTo>
                  <a:lnTo>
                    <a:pt x="2142" y="15883"/>
                  </a:lnTo>
                  <a:lnTo>
                    <a:pt x="1912" y="16159"/>
                  </a:lnTo>
                  <a:lnTo>
                    <a:pt x="1795" y="16269"/>
                  </a:lnTo>
                  <a:lnTo>
                    <a:pt x="1795" y="16433"/>
                  </a:lnTo>
                  <a:lnTo>
                    <a:pt x="1853" y="16598"/>
                  </a:lnTo>
                  <a:lnTo>
                    <a:pt x="1969" y="16709"/>
                  </a:lnTo>
                  <a:lnTo>
                    <a:pt x="2142" y="16763"/>
                  </a:lnTo>
                  <a:lnTo>
                    <a:pt x="2316" y="16709"/>
                  </a:lnTo>
                  <a:lnTo>
                    <a:pt x="2433" y="16598"/>
                  </a:lnTo>
                  <a:lnTo>
                    <a:pt x="2490" y="16433"/>
                  </a:lnTo>
                  <a:lnTo>
                    <a:pt x="2548" y="16379"/>
                  </a:lnTo>
                  <a:lnTo>
                    <a:pt x="2663" y="16215"/>
                  </a:lnTo>
                  <a:lnTo>
                    <a:pt x="2780" y="15939"/>
                  </a:lnTo>
                  <a:lnTo>
                    <a:pt x="2895" y="15719"/>
                  </a:lnTo>
                  <a:lnTo>
                    <a:pt x="3011" y="15280"/>
                  </a:lnTo>
                  <a:lnTo>
                    <a:pt x="3416" y="15280"/>
                  </a:lnTo>
                  <a:lnTo>
                    <a:pt x="3707" y="15224"/>
                  </a:lnTo>
                  <a:lnTo>
                    <a:pt x="3937" y="15115"/>
                  </a:lnTo>
                  <a:lnTo>
                    <a:pt x="4169" y="15005"/>
                  </a:lnTo>
                  <a:lnTo>
                    <a:pt x="4285" y="14841"/>
                  </a:lnTo>
                  <a:lnTo>
                    <a:pt x="5270" y="14841"/>
                  </a:lnTo>
                  <a:lnTo>
                    <a:pt x="6312" y="14894"/>
                  </a:lnTo>
                  <a:lnTo>
                    <a:pt x="6370" y="15059"/>
                  </a:lnTo>
                  <a:lnTo>
                    <a:pt x="6429" y="15115"/>
                  </a:lnTo>
                  <a:lnTo>
                    <a:pt x="6544" y="15224"/>
                  </a:lnTo>
                  <a:lnTo>
                    <a:pt x="6776" y="15335"/>
                  </a:lnTo>
                  <a:lnTo>
                    <a:pt x="7008" y="15444"/>
                  </a:lnTo>
                  <a:lnTo>
                    <a:pt x="7297" y="15444"/>
                  </a:lnTo>
                  <a:lnTo>
                    <a:pt x="7586" y="15389"/>
                  </a:lnTo>
                  <a:lnTo>
                    <a:pt x="7703" y="15335"/>
                  </a:lnTo>
                  <a:lnTo>
                    <a:pt x="8339" y="16215"/>
                  </a:lnTo>
                  <a:lnTo>
                    <a:pt x="8571" y="16654"/>
                  </a:lnTo>
                  <a:lnTo>
                    <a:pt x="8803" y="17093"/>
                  </a:lnTo>
                  <a:lnTo>
                    <a:pt x="9150" y="17972"/>
                  </a:lnTo>
                  <a:lnTo>
                    <a:pt x="9092" y="18137"/>
                  </a:lnTo>
                  <a:lnTo>
                    <a:pt x="9092" y="18742"/>
                  </a:lnTo>
                  <a:lnTo>
                    <a:pt x="9033" y="18907"/>
                  </a:lnTo>
                  <a:lnTo>
                    <a:pt x="9033" y="19017"/>
                  </a:lnTo>
                  <a:lnTo>
                    <a:pt x="9092" y="19128"/>
                  </a:lnTo>
                  <a:lnTo>
                    <a:pt x="9439" y="19292"/>
                  </a:lnTo>
                  <a:lnTo>
                    <a:pt x="9092" y="19731"/>
                  </a:lnTo>
                  <a:lnTo>
                    <a:pt x="8860" y="20172"/>
                  </a:lnTo>
                  <a:lnTo>
                    <a:pt x="8686" y="20666"/>
                  </a:lnTo>
                  <a:lnTo>
                    <a:pt x="8571" y="21161"/>
                  </a:lnTo>
                  <a:lnTo>
                    <a:pt x="8512" y="21270"/>
                  </a:lnTo>
                  <a:lnTo>
                    <a:pt x="8571" y="21381"/>
                  </a:lnTo>
                  <a:lnTo>
                    <a:pt x="8686" y="21491"/>
                  </a:lnTo>
                  <a:lnTo>
                    <a:pt x="8803" y="21546"/>
                  </a:lnTo>
                  <a:lnTo>
                    <a:pt x="8918" y="21600"/>
                  </a:lnTo>
                  <a:lnTo>
                    <a:pt x="9033" y="21600"/>
                  </a:lnTo>
                  <a:lnTo>
                    <a:pt x="9092" y="21546"/>
                  </a:lnTo>
                  <a:lnTo>
                    <a:pt x="9207" y="21435"/>
                  </a:lnTo>
                  <a:lnTo>
                    <a:pt x="9207" y="21326"/>
                  </a:lnTo>
                  <a:lnTo>
                    <a:pt x="9265" y="21106"/>
                  </a:lnTo>
                  <a:lnTo>
                    <a:pt x="9439" y="20666"/>
                  </a:lnTo>
                  <a:lnTo>
                    <a:pt x="9613" y="20172"/>
                  </a:lnTo>
                  <a:lnTo>
                    <a:pt x="9960" y="19511"/>
                  </a:lnTo>
                  <a:lnTo>
                    <a:pt x="10366" y="19511"/>
                  </a:lnTo>
                  <a:lnTo>
                    <a:pt x="10598" y="19457"/>
                  </a:lnTo>
                  <a:lnTo>
                    <a:pt x="10713" y="19292"/>
                  </a:lnTo>
                  <a:lnTo>
                    <a:pt x="10830" y="18852"/>
                  </a:lnTo>
                  <a:lnTo>
                    <a:pt x="11987" y="18852"/>
                  </a:lnTo>
                  <a:lnTo>
                    <a:pt x="13029" y="18798"/>
                  </a:lnTo>
                  <a:lnTo>
                    <a:pt x="14073" y="18742"/>
                  </a:lnTo>
                  <a:lnTo>
                    <a:pt x="14130" y="18742"/>
                  </a:lnTo>
                  <a:lnTo>
                    <a:pt x="14130" y="18907"/>
                  </a:lnTo>
                  <a:lnTo>
                    <a:pt x="14246" y="19017"/>
                  </a:lnTo>
                  <a:lnTo>
                    <a:pt x="14477" y="19182"/>
                  </a:lnTo>
                  <a:lnTo>
                    <a:pt x="14767" y="19292"/>
                  </a:lnTo>
                  <a:lnTo>
                    <a:pt x="15056" y="19346"/>
                  </a:lnTo>
                  <a:lnTo>
                    <a:pt x="15230" y="19896"/>
                  </a:lnTo>
                  <a:lnTo>
                    <a:pt x="15462" y="20720"/>
                  </a:lnTo>
                  <a:lnTo>
                    <a:pt x="15636" y="21052"/>
                  </a:lnTo>
                  <a:lnTo>
                    <a:pt x="15751" y="21216"/>
                  </a:lnTo>
                  <a:lnTo>
                    <a:pt x="15868" y="21381"/>
                  </a:lnTo>
                  <a:lnTo>
                    <a:pt x="16100" y="21381"/>
                  </a:lnTo>
                  <a:lnTo>
                    <a:pt x="16215" y="21326"/>
                  </a:lnTo>
                  <a:lnTo>
                    <a:pt x="16273" y="21216"/>
                  </a:lnTo>
                  <a:lnTo>
                    <a:pt x="16273" y="20831"/>
                  </a:lnTo>
                  <a:lnTo>
                    <a:pt x="16100" y="20391"/>
                  </a:lnTo>
                  <a:lnTo>
                    <a:pt x="15751" y="19402"/>
                  </a:lnTo>
                  <a:lnTo>
                    <a:pt x="15636" y="19072"/>
                  </a:lnTo>
                  <a:lnTo>
                    <a:pt x="15751" y="18907"/>
                  </a:lnTo>
                  <a:lnTo>
                    <a:pt x="15926" y="18578"/>
                  </a:lnTo>
                  <a:lnTo>
                    <a:pt x="15983" y="18302"/>
                  </a:lnTo>
                  <a:lnTo>
                    <a:pt x="16041" y="18028"/>
                  </a:lnTo>
                  <a:lnTo>
                    <a:pt x="16041" y="17807"/>
                  </a:lnTo>
                  <a:lnTo>
                    <a:pt x="15983" y="17754"/>
                  </a:lnTo>
                  <a:lnTo>
                    <a:pt x="16736" y="16544"/>
                  </a:lnTo>
                  <a:lnTo>
                    <a:pt x="17547" y="15335"/>
                  </a:lnTo>
                  <a:lnTo>
                    <a:pt x="17952" y="15115"/>
                  </a:lnTo>
                  <a:lnTo>
                    <a:pt x="18184" y="14950"/>
                  </a:lnTo>
                  <a:lnTo>
                    <a:pt x="18357" y="14785"/>
                  </a:lnTo>
                  <a:lnTo>
                    <a:pt x="18416" y="14730"/>
                  </a:lnTo>
                  <a:lnTo>
                    <a:pt x="18531" y="14620"/>
                  </a:lnTo>
                  <a:lnTo>
                    <a:pt x="18648" y="14400"/>
                  </a:lnTo>
                  <a:lnTo>
                    <a:pt x="18763" y="14180"/>
                  </a:lnTo>
                  <a:lnTo>
                    <a:pt x="19052" y="14235"/>
                  </a:lnTo>
                  <a:lnTo>
                    <a:pt x="19399" y="14235"/>
                  </a:lnTo>
                  <a:lnTo>
                    <a:pt x="20326" y="14291"/>
                  </a:lnTo>
                  <a:lnTo>
                    <a:pt x="21196" y="14235"/>
                  </a:lnTo>
                  <a:lnTo>
                    <a:pt x="21311" y="14235"/>
                  </a:lnTo>
                  <a:lnTo>
                    <a:pt x="21426" y="14180"/>
                  </a:lnTo>
                  <a:lnTo>
                    <a:pt x="21543" y="14070"/>
                  </a:lnTo>
                  <a:lnTo>
                    <a:pt x="21543" y="13961"/>
                  </a:lnTo>
                  <a:lnTo>
                    <a:pt x="21600" y="13850"/>
                  </a:lnTo>
                  <a:lnTo>
                    <a:pt x="21543" y="13741"/>
                  </a:lnTo>
                  <a:lnTo>
                    <a:pt x="21485" y="13631"/>
                  </a:lnTo>
                  <a:lnTo>
                    <a:pt x="21370" y="13520"/>
                  </a:lnTo>
                  <a:lnTo>
                    <a:pt x="21196" y="13520"/>
                  </a:lnTo>
                  <a:lnTo>
                    <a:pt x="20616" y="13466"/>
                  </a:lnTo>
                  <a:lnTo>
                    <a:pt x="19979" y="13466"/>
                  </a:lnTo>
                  <a:lnTo>
                    <a:pt x="18763" y="13520"/>
                  </a:lnTo>
                  <a:lnTo>
                    <a:pt x="18648" y="13411"/>
                  </a:lnTo>
                  <a:lnTo>
                    <a:pt x="18531" y="13300"/>
                  </a:lnTo>
                  <a:lnTo>
                    <a:pt x="18184" y="13135"/>
                  </a:lnTo>
                  <a:lnTo>
                    <a:pt x="18068" y="13135"/>
                  </a:lnTo>
                  <a:lnTo>
                    <a:pt x="17895" y="13191"/>
                  </a:lnTo>
                  <a:lnTo>
                    <a:pt x="17721" y="13135"/>
                  </a:lnTo>
                  <a:lnTo>
                    <a:pt x="17489" y="13191"/>
                  </a:lnTo>
                  <a:lnTo>
                    <a:pt x="16794" y="12146"/>
                  </a:lnTo>
                  <a:lnTo>
                    <a:pt x="16215" y="11378"/>
                  </a:lnTo>
                  <a:lnTo>
                    <a:pt x="15926" y="10937"/>
                  </a:lnTo>
                  <a:lnTo>
                    <a:pt x="15636" y="10607"/>
                  </a:lnTo>
                  <a:lnTo>
                    <a:pt x="15751" y="10443"/>
                  </a:lnTo>
                  <a:lnTo>
                    <a:pt x="15868" y="10222"/>
                  </a:lnTo>
                  <a:lnTo>
                    <a:pt x="15926" y="10058"/>
                  </a:lnTo>
                  <a:lnTo>
                    <a:pt x="15983" y="9839"/>
                  </a:lnTo>
                  <a:lnTo>
                    <a:pt x="15926" y="9728"/>
                  </a:lnTo>
                  <a:lnTo>
                    <a:pt x="15868" y="9672"/>
                  </a:lnTo>
                  <a:lnTo>
                    <a:pt x="15694" y="9672"/>
                  </a:lnTo>
                  <a:lnTo>
                    <a:pt x="15983" y="9343"/>
                  </a:lnTo>
                  <a:lnTo>
                    <a:pt x="16273" y="8959"/>
                  </a:lnTo>
                  <a:lnTo>
                    <a:pt x="16794" y="8244"/>
                  </a:lnTo>
                  <a:lnTo>
                    <a:pt x="17374" y="7420"/>
                  </a:lnTo>
                  <a:lnTo>
                    <a:pt x="17489" y="7420"/>
                  </a:lnTo>
                  <a:lnTo>
                    <a:pt x="17604" y="7365"/>
                  </a:lnTo>
                  <a:lnTo>
                    <a:pt x="17721" y="7255"/>
                  </a:lnTo>
                  <a:lnTo>
                    <a:pt x="17836" y="7145"/>
                  </a:lnTo>
                  <a:lnTo>
                    <a:pt x="18184" y="6870"/>
                  </a:lnTo>
                  <a:lnTo>
                    <a:pt x="18299" y="6706"/>
                  </a:lnTo>
                  <a:lnTo>
                    <a:pt x="18416" y="6541"/>
                  </a:lnTo>
                  <a:lnTo>
                    <a:pt x="18474" y="6376"/>
                  </a:lnTo>
                  <a:lnTo>
                    <a:pt x="18474" y="6211"/>
                  </a:lnTo>
                  <a:lnTo>
                    <a:pt x="18416" y="5991"/>
                  </a:lnTo>
                  <a:lnTo>
                    <a:pt x="18299" y="5826"/>
                  </a:lnTo>
                  <a:lnTo>
                    <a:pt x="18184" y="5661"/>
                  </a:lnTo>
                  <a:lnTo>
                    <a:pt x="18010" y="5606"/>
                  </a:lnTo>
                  <a:lnTo>
                    <a:pt x="17836" y="5550"/>
                  </a:lnTo>
                  <a:lnTo>
                    <a:pt x="17604" y="5496"/>
                  </a:lnTo>
                  <a:lnTo>
                    <a:pt x="17257" y="4782"/>
                  </a:lnTo>
                  <a:lnTo>
                    <a:pt x="16851" y="4122"/>
                  </a:lnTo>
                  <a:lnTo>
                    <a:pt x="16330" y="3132"/>
                  </a:lnTo>
                  <a:lnTo>
                    <a:pt x="15983" y="2583"/>
                  </a:lnTo>
                  <a:lnTo>
                    <a:pt x="15636" y="2143"/>
                  </a:lnTo>
                  <a:lnTo>
                    <a:pt x="15694" y="1922"/>
                  </a:lnTo>
                  <a:lnTo>
                    <a:pt x="15694" y="1813"/>
                  </a:lnTo>
                  <a:lnTo>
                    <a:pt x="15751" y="1593"/>
                  </a:lnTo>
                  <a:lnTo>
                    <a:pt x="15694" y="1428"/>
                  </a:lnTo>
                  <a:lnTo>
                    <a:pt x="15636" y="1263"/>
                  </a:lnTo>
                  <a:lnTo>
                    <a:pt x="15520" y="1043"/>
                  </a:lnTo>
                  <a:lnTo>
                    <a:pt x="15347" y="878"/>
                  </a:lnTo>
                  <a:lnTo>
                    <a:pt x="15115" y="769"/>
                  </a:lnTo>
                  <a:lnTo>
                    <a:pt x="14883" y="713"/>
                  </a:lnTo>
                  <a:lnTo>
                    <a:pt x="14594" y="769"/>
                  </a:lnTo>
                  <a:lnTo>
                    <a:pt x="14362" y="824"/>
                  </a:lnTo>
                  <a:lnTo>
                    <a:pt x="14188" y="989"/>
                  </a:lnTo>
                  <a:lnTo>
                    <a:pt x="14073" y="1209"/>
                  </a:lnTo>
                  <a:lnTo>
                    <a:pt x="14014" y="1428"/>
                  </a:lnTo>
                  <a:lnTo>
                    <a:pt x="13956" y="1539"/>
                  </a:lnTo>
                  <a:lnTo>
                    <a:pt x="12451" y="1648"/>
                  </a:lnTo>
                  <a:lnTo>
                    <a:pt x="11177" y="1758"/>
                  </a:lnTo>
                  <a:lnTo>
                    <a:pt x="10945" y="1758"/>
                  </a:lnTo>
                  <a:lnTo>
                    <a:pt x="10830" y="1593"/>
                  </a:lnTo>
                  <a:lnTo>
                    <a:pt x="10655" y="1374"/>
                  </a:lnTo>
                  <a:lnTo>
                    <a:pt x="10598" y="1319"/>
                  </a:lnTo>
                  <a:lnTo>
                    <a:pt x="10481" y="1209"/>
                  </a:lnTo>
                  <a:lnTo>
                    <a:pt x="10307" y="1154"/>
                  </a:lnTo>
                  <a:lnTo>
                    <a:pt x="10192" y="1154"/>
                  </a:lnTo>
                  <a:lnTo>
                    <a:pt x="10077" y="1209"/>
                  </a:lnTo>
                  <a:lnTo>
                    <a:pt x="9381" y="1209"/>
                  </a:lnTo>
                  <a:lnTo>
                    <a:pt x="8977" y="713"/>
                  </a:lnTo>
                  <a:lnTo>
                    <a:pt x="8803" y="439"/>
                  </a:lnTo>
                  <a:lnTo>
                    <a:pt x="8629" y="165"/>
                  </a:lnTo>
                  <a:lnTo>
                    <a:pt x="8571" y="54"/>
                  </a:lnTo>
                  <a:lnTo>
                    <a:pt x="8456" y="0"/>
                  </a:lnTo>
                  <a:lnTo>
                    <a:pt x="8224" y="0"/>
                  </a:lnTo>
                  <a:lnTo>
                    <a:pt x="7933" y="54"/>
                  </a:lnTo>
                  <a:lnTo>
                    <a:pt x="7759"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359" name="Google Shape;415;p8"/>
            <p:cNvSpPr/>
            <p:nvPr/>
          </p:nvSpPr>
          <p:spPr>
            <a:xfrm>
              <a:off x="1012780" y="3362081"/>
              <a:ext cx="346886" cy="24620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028" y="5108"/>
                  </a:moveTo>
                  <a:lnTo>
                    <a:pt x="14651" y="5213"/>
                  </a:lnTo>
                  <a:lnTo>
                    <a:pt x="14198" y="5320"/>
                  </a:lnTo>
                  <a:lnTo>
                    <a:pt x="13819" y="5532"/>
                  </a:lnTo>
                  <a:lnTo>
                    <a:pt x="13443" y="5851"/>
                  </a:lnTo>
                  <a:lnTo>
                    <a:pt x="13140" y="6173"/>
                  </a:lnTo>
                  <a:lnTo>
                    <a:pt x="12913" y="6597"/>
                  </a:lnTo>
                  <a:lnTo>
                    <a:pt x="12763" y="7130"/>
                  </a:lnTo>
                  <a:lnTo>
                    <a:pt x="12763" y="7342"/>
                  </a:lnTo>
                  <a:lnTo>
                    <a:pt x="12839" y="7554"/>
                  </a:lnTo>
                  <a:lnTo>
                    <a:pt x="12990" y="7661"/>
                  </a:lnTo>
                  <a:lnTo>
                    <a:pt x="13140" y="7661"/>
                  </a:lnTo>
                  <a:lnTo>
                    <a:pt x="13443" y="7554"/>
                  </a:lnTo>
                  <a:lnTo>
                    <a:pt x="13669" y="7342"/>
                  </a:lnTo>
                  <a:lnTo>
                    <a:pt x="14122" y="6916"/>
                  </a:lnTo>
                  <a:lnTo>
                    <a:pt x="14425" y="6811"/>
                  </a:lnTo>
                  <a:lnTo>
                    <a:pt x="14727" y="6597"/>
                  </a:lnTo>
                  <a:lnTo>
                    <a:pt x="15407" y="6597"/>
                  </a:lnTo>
                  <a:lnTo>
                    <a:pt x="15784" y="6704"/>
                  </a:lnTo>
                  <a:lnTo>
                    <a:pt x="16162" y="6916"/>
                  </a:lnTo>
                  <a:lnTo>
                    <a:pt x="16313" y="7130"/>
                  </a:lnTo>
                  <a:lnTo>
                    <a:pt x="16389" y="7342"/>
                  </a:lnTo>
                  <a:lnTo>
                    <a:pt x="16463" y="7661"/>
                  </a:lnTo>
                  <a:lnTo>
                    <a:pt x="16463" y="7980"/>
                  </a:lnTo>
                  <a:lnTo>
                    <a:pt x="16389" y="8407"/>
                  </a:lnTo>
                  <a:lnTo>
                    <a:pt x="16237" y="8833"/>
                  </a:lnTo>
                  <a:lnTo>
                    <a:pt x="15784" y="9683"/>
                  </a:lnTo>
                  <a:lnTo>
                    <a:pt x="14801" y="11598"/>
                  </a:lnTo>
                  <a:lnTo>
                    <a:pt x="13819" y="13408"/>
                  </a:lnTo>
                  <a:lnTo>
                    <a:pt x="11705" y="17025"/>
                  </a:lnTo>
                  <a:lnTo>
                    <a:pt x="11555" y="17452"/>
                  </a:lnTo>
                  <a:lnTo>
                    <a:pt x="11631" y="17875"/>
                  </a:lnTo>
                  <a:lnTo>
                    <a:pt x="11705" y="18090"/>
                  </a:lnTo>
                  <a:lnTo>
                    <a:pt x="11781" y="18197"/>
                  </a:lnTo>
                  <a:lnTo>
                    <a:pt x="11931" y="18302"/>
                  </a:lnTo>
                  <a:lnTo>
                    <a:pt x="12084" y="18302"/>
                  </a:lnTo>
                  <a:lnTo>
                    <a:pt x="13519" y="18197"/>
                  </a:lnTo>
                  <a:lnTo>
                    <a:pt x="14954" y="18302"/>
                  </a:lnTo>
                  <a:lnTo>
                    <a:pt x="16539" y="18409"/>
                  </a:lnTo>
                  <a:lnTo>
                    <a:pt x="17295" y="18621"/>
                  </a:lnTo>
                  <a:lnTo>
                    <a:pt x="17595" y="18621"/>
                  </a:lnTo>
                  <a:lnTo>
                    <a:pt x="17974" y="18516"/>
                  </a:lnTo>
                  <a:lnTo>
                    <a:pt x="18201" y="18302"/>
                  </a:lnTo>
                  <a:lnTo>
                    <a:pt x="18277" y="17983"/>
                  </a:lnTo>
                  <a:lnTo>
                    <a:pt x="18277" y="17663"/>
                  </a:lnTo>
                  <a:lnTo>
                    <a:pt x="18050" y="17452"/>
                  </a:lnTo>
                  <a:lnTo>
                    <a:pt x="17824" y="17237"/>
                  </a:lnTo>
                  <a:lnTo>
                    <a:pt x="17445" y="17025"/>
                  </a:lnTo>
                  <a:lnTo>
                    <a:pt x="16690" y="16814"/>
                  </a:lnTo>
                  <a:lnTo>
                    <a:pt x="15254" y="16706"/>
                  </a:lnTo>
                  <a:lnTo>
                    <a:pt x="13292" y="16706"/>
                  </a:lnTo>
                  <a:lnTo>
                    <a:pt x="15557" y="12662"/>
                  </a:lnTo>
                  <a:lnTo>
                    <a:pt x="16162" y="11598"/>
                  </a:lnTo>
                  <a:lnTo>
                    <a:pt x="16766" y="10429"/>
                  </a:lnTo>
                  <a:lnTo>
                    <a:pt x="17068" y="9790"/>
                  </a:lnTo>
                  <a:lnTo>
                    <a:pt x="17295" y="9257"/>
                  </a:lnTo>
                  <a:lnTo>
                    <a:pt x="17445" y="8514"/>
                  </a:lnTo>
                  <a:lnTo>
                    <a:pt x="17521" y="7873"/>
                  </a:lnTo>
                  <a:lnTo>
                    <a:pt x="17521" y="7235"/>
                  </a:lnTo>
                  <a:lnTo>
                    <a:pt x="17369" y="6704"/>
                  </a:lnTo>
                  <a:lnTo>
                    <a:pt x="17142" y="6278"/>
                  </a:lnTo>
                  <a:lnTo>
                    <a:pt x="16916" y="5851"/>
                  </a:lnTo>
                  <a:lnTo>
                    <a:pt x="16615" y="5532"/>
                  </a:lnTo>
                  <a:lnTo>
                    <a:pt x="16237" y="5320"/>
                  </a:lnTo>
                  <a:lnTo>
                    <a:pt x="15784" y="5213"/>
                  </a:lnTo>
                  <a:lnTo>
                    <a:pt x="15407" y="5108"/>
                  </a:lnTo>
                  <a:close/>
                  <a:moveTo>
                    <a:pt x="1962" y="0"/>
                  </a:moveTo>
                  <a:lnTo>
                    <a:pt x="1585" y="107"/>
                  </a:lnTo>
                  <a:lnTo>
                    <a:pt x="1283" y="319"/>
                  </a:lnTo>
                  <a:lnTo>
                    <a:pt x="906" y="531"/>
                  </a:lnTo>
                  <a:lnTo>
                    <a:pt x="603" y="746"/>
                  </a:lnTo>
                  <a:lnTo>
                    <a:pt x="301" y="1172"/>
                  </a:lnTo>
                  <a:lnTo>
                    <a:pt x="74" y="1491"/>
                  </a:lnTo>
                  <a:lnTo>
                    <a:pt x="0" y="1703"/>
                  </a:lnTo>
                  <a:lnTo>
                    <a:pt x="0" y="1915"/>
                  </a:lnTo>
                  <a:lnTo>
                    <a:pt x="150" y="2234"/>
                  </a:lnTo>
                  <a:lnTo>
                    <a:pt x="377" y="2448"/>
                  </a:lnTo>
                  <a:lnTo>
                    <a:pt x="527" y="2448"/>
                  </a:lnTo>
                  <a:lnTo>
                    <a:pt x="679" y="2341"/>
                  </a:lnTo>
                  <a:lnTo>
                    <a:pt x="1359" y="1915"/>
                  </a:lnTo>
                  <a:lnTo>
                    <a:pt x="1736" y="1810"/>
                  </a:lnTo>
                  <a:lnTo>
                    <a:pt x="2114" y="1703"/>
                  </a:lnTo>
                  <a:lnTo>
                    <a:pt x="2038" y="1810"/>
                  </a:lnTo>
                  <a:lnTo>
                    <a:pt x="2038" y="3087"/>
                  </a:lnTo>
                  <a:lnTo>
                    <a:pt x="2265" y="4256"/>
                  </a:lnTo>
                  <a:lnTo>
                    <a:pt x="2794" y="7661"/>
                  </a:lnTo>
                  <a:lnTo>
                    <a:pt x="4758" y="21069"/>
                  </a:lnTo>
                  <a:lnTo>
                    <a:pt x="4832" y="21281"/>
                  </a:lnTo>
                  <a:lnTo>
                    <a:pt x="4985" y="21496"/>
                  </a:lnTo>
                  <a:lnTo>
                    <a:pt x="5135" y="21600"/>
                  </a:lnTo>
                  <a:lnTo>
                    <a:pt x="5512" y="21600"/>
                  </a:lnTo>
                  <a:lnTo>
                    <a:pt x="5664" y="21496"/>
                  </a:lnTo>
                  <a:lnTo>
                    <a:pt x="5814" y="21281"/>
                  </a:lnTo>
                  <a:lnTo>
                    <a:pt x="5891" y="21069"/>
                  </a:lnTo>
                  <a:lnTo>
                    <a:pt x="8382" y="11917"/>
                  </a:lnTo>
                  <a:lnTo>
                    <a:pt x="10799" y="2872"/>
                  </a:lnTo>
                  <a:lnTo>
                    <a:pt x="13292" y="2660"/>
                  </a:lnTo>
                  <a:lnTo>
                    <a:pt x="15784" y="2553"/>
                  </a:lnTo>
                  <a:lnTo>
                    <a:pt x="18503" y="2660"/>
                  </a:lnTo>
                  <a:lnTo>
                    <a:pt x="19862" y="2872"/>
                  </a:lnTo>
                  <a:lnTo>
                    <a:pt x="20542" y="2872"/>
                  </a:lnTo>
                  <a:lnTo>
                    <a:pt x="21221" y="2767"/>
                  </a:lnTo>
                  <a:lnTo>
                    <a:pt x="21374" y="2660"/>
                  </a:lnTo>
                  <a:lnTo>
                    <a:pt x="21524" y="2553"/>
                  </a:lnTo>
                  <a:lnTo>
                    <a:pt x="21600" y="2341"/>
                  </a:lnTo>
                  <a:lnTo>
                    <a:pt x="21600" y="2129"/>
                  </a:lnTo>
                  <a:lnTo>
                    <a:pt x="21448" y="1703"/>
                  </a:lnTo>
                  <a:lnTo>
                    <a:pt x="21374" y="1491"/>
                  </a:lnTo>
                  <a:lnTo>
                    <a:pt x="21221" y="1384"/>
                  </a:lnTo>
                  <a:lnTo>
                    <a:pt x="20618" y="1172"/>
                  </a:lnTo>
                  <a:lnTo>
                    <a:pt x="20013" y="1065"/>
                  </a:lnTo>
                  <a:lnTo>
                    <a:pt x="18804" y="957"/>
                  </a:lnTo>
                  <a:lnTo>
                    <a:pt x="16086" y="850"/>
                  </a:lnTo>
                  <a:lnTo>
                    <a:pt x="13216" y="957"/>
                  </a:lnTo>
                  <a:lnTo>
                    <a:pt x="10346" y="1172"/>
                  </a:lnTo>
                  <a:lnTo>
                    <a:pt x="10120" y="1276"/>
                  </a:lnTo>
                  <a:lnTo>
                    <a:pt x="9969" y="1384"/>
                  </a:lnTo>
                  <a:lnTo>
                    <a:pt x="9893" y="1595"/>
                  </a:lnTo>
                  <a:lnTo>
                    <a:pt x="9743" y="1810"/>
                  </a:lnTo>
                  <a:lnTo>
                    <a:pt x="5512" y="17875"/>
                  </a:lnTo>
                  <a:lnTo>
                    <a:pt x="4379" y="10748"/>
                  </a:lnTo>
                  <a:lnTo>
                    <a:pt x="3550" y="5747"/>
                  </a:lnTo>
                  <a:lnTo>
                    <a:pt x="3171" y="3510"/>
                  </a:lnTo>
                  <a:lnTo>
                    <a:pt x="3020" y="2448"/>
                  </a:lnTo>
                  <a:lnTo>
                    <a:pt x="2944" y="1915"/>
                  </a:lnTo>
                  <a:lnTo>
                    <a:pt x="2870" y="1595"/>
                  </a:lnTo>
                  <a:lnTo>
                    <a:pt x="2944" y="1595"/>
                  </a:lnTo>
                  <a:lnTo>
                    <a:pt x="3020" y="1491"/>
                  </a:lnTo>
                  <a:lnTo>
                    <a:pt x="3020" y="1384"/>
                  </a:lnTo>
                  <a:lnTo>
                    <a:pt x="3097" y="1065"/>
                  </a:lnTo>
                  <a:lnTo>
                    <a:pt x="3097" y="638"/>
                  </a:lnTo>
                  <a:lnTo>
                    <a:pt x="3020" y="319"/>
                  </a:lnTo>
                  <a:lnTo>
                    <a:pt x="2870" y="212"/>
                  </a:lnTo>
                  <a:lnTo>
                    <a:pt x="2718" y="107"/>
                  </a:lnTo>
                  <a:lnTo>
                    <a:pt x="2341"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360" name="Google Shape;416;p8"/>
            <p:cNvSpPr/>
            <p:nvPr/>
          </p:nvSpPr>
          <p:spPr>
            <a:xfrm>
              <a:off x="1226248" y="4993409"/>
              <a:ext cx="335941" cy="21465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624" y="1950"/>
                  </a:moveTo>
                  <a:lnTo>
                    <a:pt x="17624" y="2319"/>
                  </a:lnTo>
                  <a:lnTo>
                    <a:pt x="17701" y="2562"/>
                  </a:lnTo>
                  <a:lnTo>
                    <a:pt x="17858" y="2685"/>
                  </a:lnTo>
                  <a:lnTo>
                    <a:pt x="18013" y="2685"/>
                  </a:lnTo>
                  <a:lnTo>
                    <a:pt x="18639" y="2562"/>
                  </a:lnTo>
                  <a:lnTo>
                    <a:pt x="18949" y="2562"/>
                  </a:lnTo>
                  <a:lnTo>
                    <a:pt x="19106" y="2685"/>
                  </a:lnTo>
                  <a:lnTo>
                    <a:pt x="19183" y="2805"/>
                  </a:lnTo>
                  <a:lnTo>
                    <a:pt x="19574" y="3660"/>
                  </a:lnTo>
                  <a:lnTo>
                    <a:pt x="19808" y="4392"/>
                  </a:lnTo>
                  <a:lnTo>
                    <a:pt x="20120" y="5370"/>
                  </a:lnTo>
                  <a:lnTo>
                    <a:pt x="20276" y="6222"/>
                  </a:lnTo>
                  <a:lnTo>
                    <a:pt x="20431" y="7200"/>
                  </a:lnTo>
                  <a:lnTo>
                    <a:pt x="20509" y="8175"/>
                  </a:lnTo>
                  <a:lnTo>
                    <a:pt x="20509" y="9030"/>
                  </a:lnTo>
                  <a:lnTo>
                    <a:pt x="20354" y="9885"/>
                  </a:lnTo>
                  <a:lnTo>
                    <a:pt x="20197" y="10740"/>
                  </a:lnTo>
                  <a:lnTo>
                    <a:pt x="19884" y="11592"/>
                  </a:lnTo>
                  <a:lnTo>
                    <a:pt x="19495" y="12204"/>
                  </a:lnTo>
                  <a:lnTo>
                    <a:pt x="19106" y="12813"/>
                  </a:lnTo>
                  <a:lnTo>
                    <a:pt x="18560" y="13179"/>
                  </a:lnTo>
                  <a:lnTo>
                    <a:pt x="18013" y="13302"/>
                  </a:lnTo>
                  <a:lnTo>
                    <a:pt x="17701" y="13302"/>
                  </a:lnTo>
                  <a:lnTo>
                    <a:pt x="17467" y="13056"/>
                  </a:lnTo>
                  <a:lnTo>
                    <a:pt x="17233" y="12813"/>
                  </a:lnTo>
                  <a:lnTo>
                    <a:pt x="16999" y="12447"/>
                  </a:lnTo>
                  <a:lnTo>
                    <a:pt x="16689" y="11592"/>
                  </a:lnTo>
                  <a:lnTo>
                    <a:pt x="16453" y="10740"/>
                  </a:lnTo>
                  <a:lnTo>
                    <a:pt x="16219" y="9762"/>
                  </a:lnTo>
                  <a:lnTo>
                    <a:pt x="16143" y="8664"/>
                  </a:lnTo>
                  <a:lnTo>
                    <a:pt x="16064" y="7686"/>
                  </a:lnTo>
                  <a:lnTo>
                    <a:pt x="16143" y="6588"/>
                  </a:lnTo>
                  <a:lnTo>
                    <a:pt x="16219" y="5247"/>
                  </a:lnTo>
                  <a:lnTo>
                    <a:pt x="16532" y="4026"/>
                  </a:lnTo>
                  <a:lnTo>
                    <a:pt x="16766" y="3417"/>
                  </a:lnTo>
                  <a:lnTo>
                    <a:pt x="16999" y="2805"/>
                  </a:lnTo>
                  <a:lnTo>
                    <a:pt x="17233" y="2319"/>
                  </a:lnTo>
                  <a:lnTo>
                    <a:pt x="17624" y="1950"/>
                  </a:lnTo>
                  <a:close/>
                  <a:moveTo>
                    <a:pt x="17858" y="486"/>
                  </a:moveTo>
                  <a:lnTo>
                    <a:pt x="17391" y="732"/>
                  </a:lnTo>
                  <a:lnTo>
                    <a:pt x="16923" y="975"/>
                  </a:lnTo>
                  <a:lnTo>
                    <a:pt x="16610" y="1341"/>
                  </a:lnTo>
                  <a:lnTo>
                    <a:pt x="16298" y="1830"/>
                  </a:lnTo>
                  <a:lnTo>
                    <a:pt x="15985" y="2319"/>
                  </a:lnTo>
                  <a:lnTo>
                    <a:pt x="15751" y="2928"/>
                  </a:lnTo>
                  <a:lnTo>
                    <a:pt x="15441" y="4269"/>
                  </a:lnTo>
                  <a:lnTo>
                    <a:pt x="15207" y="5613"/>
                  </a:lnTo>
                  <a:lnTo>
                    <a:pt x="15129" y="6834"/>
                  </a:lnTo>
                  <a:lnTo>
                    <a:pt x="15050" y="8175"/>
                  </a:lnTo>
                  <a:lnTo>
                    <a:pt x="15207" y="9762"/>
                  </a:lnTo>
                  <a:lnTo>
                    <a:pt x="15441" y="11226"/>
                  </a:lnTo>
                  <a:lnTo>
                    <a:pt x="15751" y="12570"/>
                  </a:lnTo>
                  <a:lnTo>
                    <a:pt x="15985" y="13179"/>
                  </a:lnTo>
                  <a:lnTo>
                    <a:pt x="16298" y="13791"/>
                  </a:lnTo>
                  <a:lnTo>
                    <a:pt x="16610" y="14277"/>
                  </a:lnTo>
                  <a:lnTo>
                    <a:pt x="16923" y="14643"/>
                  </a:lnTo>
                  <a:lnTo>
                    <a:pt x="17312" y="14889"/>
                  </a:lnTo>
                  <a:lnTo>
                    <a:pt x="17780" y="15009"/>
                  </a:lnTo>
                  <a:lnTo>
                    <a:pt x="18247" y="15009"/>
                  </a:lnTo>
                  <a:lnTo>
                    <a:pt x="18639" y="14889"/>
                  </a:lnTo>
                  <a:lnTo>
                    <a:pt x="19106" y="14766"/>
                  </a:lnTo>
                  <a:lnTo>
                    <a:pt x="19417" y="14523"/>
                  </a:lnTo>
                  <a:lnTo>
                    <a:pt x="19808" y="14157"/>
                  </a:lnTo>
                  <a:lnTo>
                    <a:pt x="20120" y="13791"/>
                  </a:lnTo>
                  <a:lnTo>
                    <a:pt x="20665" y="12813"/>
                  </a:lnTo>
                  <a:lnTo>
                    <a:pt x="21056" y="11715"/>
                  </a:lnTo>
                  <a:lnTo>
                    <a:pt x="21366" y="10371"/>
                  </a:lnTo>
                  <a:lnTo>
                    <a:pt x="21600" y="9153"/>
                  </a:lnTo>
                  <a:lnTo>
                    <a:pt x="21600" y="7809"/>
                  </a:lnTo>
                  <a:lnTo>
                    <a:pt x="21523" y="6954"/>
                  </a:lnTo>
                  <a:lnTo>
                    <a:pt x="21366" y="5856"/>
                  </a:lnTo>
                  <a:lnTo>
                    <a:pt x="21132" y="4635"/>
                  </a:lnTo>
                  <a:lnTo>
                    <a:pt x="20743" y="3537"/>
                  </a:lnTo>
                  <a:lnTo>
                    <a:pt x="20354" y="2439"/>
                  </a:lnTo>
                  <a:lnTo>
                    <a:pt x="19884" y="1464"/>
                  </a:lnTo>
                  <a:lnTo>
                    <a:pt x="19650" y="1098"/>
                  </a:lnTo>
                  <a:lnTo>
                    <a:pt x="19340" y="852"/>
                  </a:lnTo>
                  <a:lnTo>
                    <a:pt x="19106" y="732"/>
                  </a:lnTo>
                  <a:lnTo>
                    <a:pt x="18794" y="609"/>
                  </a:lnTo>
                  <a:lnTo>
                    <a:pt x="18326" y="486"/>
                  </a:lnTo>
                  <a:close/>
                  <a:moveTo>
                    <a:pt x="8500" y="0"/>
                  </a:moveTo>
                  <a:lnTo>
                    <a:pt x="8344" y="120"/>
                  </a:lnTo>
                  <a:lnTo>
                    <a:pt x="8187" y="366"/>
                  </a:lnTo>
                  <a:lnTo>
                    <a:pt x="8111" y="1341"/>
                  </a:lnTo>
                  <a:lnTo>
                    <a:pt x="8032" y="2439"/>
                  </a:lnTo>
                  <a:lnTo>
                    <a:pt x="7875" y="4392"/>
                  </a:lnTo>
                  <a:lnTo>
                    <a:pt x="7719" y="8175"/>
                  </a:lnTo>
                  <a:lnTo>
                    <a:pt x="6159" y="7932"/>
                  </a:lnTo>
                  <a:lnTo>
                    <a:pt x="4522" y="7932"/>
                  </a:lnTo>
                  <a:lnTo>
                    <a:pt x="2964" y="8055"/>
                  </a:lnTo>
                  <a:lnTo>
                    <a:pt x="2183" y="8298"/>
                  </a:lnTo>
                  <a:lnTo>
                    <a:pt x="1403" y="8541"/>
                  </a:lnTo>
                  <a:lnTo>
                    <a:pt x="1403" y="8298"/>
                  </a:lnTo>
                  <a:lnTo>
                    <a:pt x="1248" y="8175"/>
                  </a:lnTo>
                  <a:lnTo>
                    <a:pt x="1169" y="8298"/>
                  </a:lnTo>
                  <a:lnTo>
                    <a:pt x="1014" y="5490"/>
                  </a:lnTo>
                  <a:lnTo>
                    <a:pt x="935" y="3051"/>
                  </a:lnTo>
                  <a:lnTo>
                    <a:pt x="857" y="1830"/>
                  </a:lnTo>
                  <a:lnTo>
                    <a:pt x="778" y="609"/>
                  </a:lnTo>
                  <a:lnTo>
                    <a:pt x="702" y="366"/>
                  </a:lnTo>
                  <a:lnTo>
                    <a:pt x="310" y="366"/>
                  </a:lnTo>
                  <a:lnTo>
                    <a:pt x="234" y="609"/>
                  </a:lnTo>
                  <a:lnTo>
                    <a:pt x="77" y="1707"/>
                  </a:lnTo>
                  <a:lnTo>
                    <a:pt x="0" y="2928"/>
                  </a:lnTo>
                  <a:lnTo>
                    <a:pt x="0" y="5247"/>
                  </a:lnTo>
                  <a:lnTo>
                    <a:pt x="77" y="7566"/>
                  </a:lnTo>
                  <a:lnTo>
                    <a:pt x="234" y="9885"/>
                  </a:lnTo>
                  <a:lnTo>
                    <a:pt x="389" y="12081"/>
                  </a:lnTo>
                  <a:lnTo>
                    <a:pt x="623" y="14400"/>
                  </a:lnTo>
                  <a:lnTo>
                    <a:pt x="857" y="16596"/>
                  </a:lnTo>
                  <a:lnTo>
                    <a:pt x="1014" y="17817"/>
                  </a:lnTo>
                  <a:lnTo>
                    <a:pt x="1169" y="18306"/>
                  </a:lnTo>
                  <a:lnTo>
                    <a:pt x="1248" y="18795"/>
                  </a:lnTo>
                  <a:lnTo>
                    <a:pt x="1169" y="19038"/>
                  </a:lnTo>
                  <a:lnTo>
                    <a:pt x="1248" y="19404"/>
                  </a:lnTo>
                  <a:lnTo>
                    <a:pt x="1403" y="19647"/>
                  </a:lnTo>
                  <a:lnTo>
                    <a:pt x="1558" y="19770"/>
                  </a:lnTo>
                  <a:lnTo>
                    <a:pt x="1871" y="19770"/>
                  </a:lnTo>
                  <a:lnTo>
                    <a:pt x="2026" y="19647"/>
                  </a:lnTo>
                  <a:lnTo>
                    <a:pt x="2183" y="19404"/>
                  </a:lnTo>
                  <a:lnTo>
                    <a:pt x="2260" y="19161"/>
                  </a:lnTo>
                  <a:lnTo>
                    <a:pt x="2260" y="18183"/>
                  </a:lnTo>
                  <a:lnTo>
                    <a:pt x="1871" y="15621"/>
                  </a:lnTo>
                  <a:lnTo>
                    <a:pt x="1558" y="12936"/>
                  </a:lnTo>
                  <a:lnTo>
                    <a:pt x="1324" y="10251"/>
                  </a:lnTo>
                  <a:lnTo>
                    <a:pt x="1248" y="9762"/>
                  </a:lnTo>
                  <a:lnTo>
                    <a:pt x="2105" y="9885"/>
                  </a:lnTo>
                  <a:lnTo>
                    <a:pt x="2885" y="9762"/>
                  </a:lnTo>
                  <a:lnTo>
                    <a:pt x="4522" y="9639"/>
                  </a:lnTo>
                  <a:lnTo>
                    <a:pt x="6082" y="9639"/>
                  </a:lnTo>
                  <a:lnTo>
                    <a:pt x="7719" y="9885"/>
                  </a:lnTo>
                  <a:lnTo>
                    <a:pt x="7564" y="14157"/>
                  </a:lnTo>
                  <a:lnTo>
                    <a:pt x="7407" y="16110"/>
                  </a:lnTo>
                  <a:lnTo>
                    <a:pt x="7407" y="16596"/>
                  </a:lnTo>
                  <a:lnTo>
                    <a:pt x="7486" y="17208"/>
                  </a:lnTo>
                  <a:lnTo>
                    <a:pt x="7564" y="17574"/>
                  </a:lnTo>
                  <a:lnTo>
                    <a:pt x="7719" y="17940"/>
                  </a:lnTo>
                  <a:lnTo>
                    <a:pt x="7798" y="18060"/>
                  </a:lnTo>
                  <a:lnTo>
                    <a:pt x="7953" y="18183"/>
                  </a:lnTo>
                  <a:lnTo>
                    <a:pt x="8187" y="17940"/>
                  </a:lnTo>
                  <a:lnTo>
                    <a:pt x="8344" y="17694"/>
                  </a:lnTo>
                  <a:lnTo>
                    <a:pt x="8500" y="17328"/>
                  </a:lnTo>
                  <a:lnTo>
                    <a:pt x="8578" y="16353"/>
                  </a:lnTo>
                  <a:lnTo>
                    <a:pt x="8578" y="14523"/>
                  </a:lnTo>
                  <a:lnTo>
                    <a:pt x="8734" y="9762"/>
                  </a:lnTo>
                  <a:lnTo>
                    <a:pt x="8812" y="4881"/>
                  </a:lnTo>
                  <a:lnTo>
                    <a:pt x="8889" y="2562"/>
                  </a:lnTo>
                  <a:lnTo>
                    <a:pt x="8889" y="1464"/>
                  </a:lnTo>
                  <a:lnTo>
                    <a:pt x="8812" y="366"/>
                  </a:lnTo>
                  <a:lnTo>
                    <a:pt x="8655" y="120"/>
                  </a:lnTo>
                  <a:lnTo>
                    <a:pt x="8500" y="0"/>
                  </a:lnTo>
                  <a:close/>
                  <a:moveTo>
                    <a:pt x="11697" y="12570"/>
                  </a:moveTo>
                  <a:lnTo>
                    <a:pt x="11151" y="12690"/>
                  </a:lnTo>
                  <a:lnTo>
                    <a:pt x="10683" y="13056"/>
                  </a:lnTo>
                  <a:lnTo>
                    <a:pt x="10371" y="13302"/>
                  </a:lnTo>
                  <a:lnTo>
                    <a:pt x="10215" y="13668"/>
                  </a:lnTo>
                  <a:lnTo>
                    <a:pt x="10215" y="13791"/>
                  </a:lnTo>
                  <a:lnTo>
                    <a:pt x="10294" y="13911"/>
                  </a:lnTo>
                  <a:lnTo>
                    <a:pt x="10449" y="14157"/>
                  </a:lnTo>
                  <a:lnTo>
                    <a:pt x="11151" y="14157"/>
                  </a:lnTo>
                  <a:lnTo>
                    <a:pt x="12165" y="14034"/>
                  </a:lnTo>
                  <a:lnTo>
                    <a:pt x="12086" y="14400"/>
                  </a:lnTo>
                  <a:lnTo>
                    <a:pt x="11852" y="14766"/>
                  </a:lnTo>
                  <a:lnTo>
                    <a:pt x="11463" y="15375"/>
                  </a:lnTo>
                  <a:lnTo>
                    <a:pt x="10683" y="16962"/>
                  </a:lnTo>
                  <a:lnTo>
                    <a:pt x="9903" y="18672"/>
                  </a:lnTo>
                  <a:lnTo>
                    <a:pt x="9280" y="20379"/>
                  </a:lnTo>
                  <a:lnTo>
                    <a:pt x="9201" y="20868"/>
                  </a:lnTo>
                  <a:lnTo>
                    <a:pt x="9280" y="21357"/>
                  </a:lnTo>
                  <a:lnTo>
                    <a:pt x="9514" y="21600"/>
                  </a:lnTo>
                  <a:lnTo>
                    <a:pt x="9826" y="21600"/>
                  </a:lnTo>
                  <a:lnTo>
                    <a:pt x="13413" y="20379"/>
                  </a:lnTo>
                  <a:lnTo>
                    <a:pt x="13568" y="20259"/>
                  </a:lnTo>
                  <a:lnTo>
                    <a:pt x="13725" y="20013"/>
                  </a:lnTo>
                  <a:lnTo>
                    <a:pt x="13802" y="19770"/>
                  </a:lnTo>
                  <a:lnTo>
                    <a:pt x="13725" y="19404"/>
                  </a:lnTo>
                  <a:lnTo>
                    <a:pt x="13647" y="19161"/>
                  </a:lnTo>
                  <a:lnTo>
                    <a:pt x="13568" y="18915"/>
                  </a:lnTo>
                  <a:lnTo>
                    <a:pt x="13334" y="18795"/>
                  </a:lnTo>
                  <a:lnTo>
                    <a:pt x="13100" y="18795"/>
                  </a:lnTo>
                  <a:lnTo>
                    <a:pt x="10683" y="19647"/>
                  </a:lnTo>
                  <a:lnTo>
                    <a:pt x="11306" y="18183"/>
                  </a:lnTo>
                  <a:lnTo>
                    <a:pt x="12010" y="16842"/>
                  </a:lnTo>
                  <a:lnTo>
                    <a:pt x="12477" y="15987"/>
                  </a:lnTo>
                  <a:lnTo>
                    <a:pt x="12866" y="15132"/>
                  </a:lnTo>
                  <a:lnTo>
                    <a:pt x="13022" y="14643"/>
                  </a:lnTo>
                  <a:lnTo>
                    <a:pt x="13179" y="14157"/>
                  </a:lnTo>
                  <a:lnTo>
                    <a:pt x="13179" y="13056"/>
                  </a:lnTo>
                  <a:lnTo>
                    <a:pt x="13100" y="12936"/>
                  </a:lnTo>
                  <a:lnTo>
                    <a:pt x="13022" y="12690"/>
                  </a:lnTo>
                  <a:lnTo>
                    <a:pt x="12711" y="1257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361" name="Google Shape;417;p8"/>
            <p:cNvSpPr/>
            <p:nvPr/>
          </p:nvSpPr>
          <p:spPr>
            <a:xfrm>
              <a:off x="36404" y="328699"/>
              <a:ext cx="377207" cy="37475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793" y="8039"/>
                  </a:moveTo>
                  <a:lnTo>
                    <a:pt x="9723" y="8109"/>
                  </a:lnTo>
                  <a:lnTo>
                    <a:pt x="9654" y="8178"/>
                  </a:lnTo>
                  <a:lnTo>
                    <a:pt x="9446" y="8319"/>
                  </a:lnTo>
                  <a:lnTo>
                    <a:pt x="9306" y="8528"/>
                  </a:lnTo>
                  <a:lnTo>
                    <a:pt x="9306" y="8597"/>
                  </a:lnTo>
                  <a:lnTo>
                    <a:pt x="9168" y="8877"/>
                  </a:lnTo>
                  <a:lnTo>
                    <a:pt x="9168" y="9087"/>
                  </a:lnTo>
                  <a:lnTo>
                    <a:pt x="9238" y="9228"/>
                  </a:lnTo>
                  <a:lnTo>
                    <a:pt x="9446" y="9367"/>
                  </a:lnTo>
                  <a:lnTo>
                    <a:pt x="9654" y="9506"/>
                  </a:lnTo>
                  <a:lnTo>
                    <a:pt x="10001" y="9506"/>
                  </a:lnTo>
                  <a:lnTo>
                    <a:pt x="10279" y="9367"/>
                  </a:lnTo>
                  <a:lnTo>
                    <a:pt x="10488" y="9087"/>
                  </a:lnTo>
                  <a:lnTo>
                    <a:pt x="10558" y="8948"/>
                  </a:lnTo>
                  <a:lnTo>
                    <a:pt x="10626" y="8808"/>
                  </a:lnTo>
                  <a:lnTo>
                    <a:pt x="10558" y="8667"/>
                  </a:lnTo>
                  <a:lnTo>
                    <a:pt x="10558" y="8528"/>
                  </a:lnTo>
                  <a:lnTo>
                    <a:pt x="10279" y="8387"/>
                  </a:lnTo>
                  <a:lnTo>
                    <a:pt x="10071" y="8319"/>
                  </a:lnTo>
                  <a:lnTo>
                    <a:pt x="10071" y="8178"/>
                  </a:lnTo>
                  <a:lnTo>
                    <a:pt x="9931" y="8109"/>
                  </a:lnTo>
                  <a:lnTo>
                    <a:pt x="9793" y="8039"/>
                  </a:lnTo>
                  <a:close/>
                  <a:moveTo>
                    <a:pt x="11321" y="11463"/>
                  </a:moveTo>
                  <a:lnTo>
                    <a:pt x="11391" y="11534"/>
                  </a:lnTo>
                  <a:lnTo>
                    <a:pt x="11459" y="11673"/>
                  </a:lnTo>
                  <a:lnTo>
                    <a:pt x="11459" y="11814"/>
                  </a:lnTo>
                  <a:lnTo>
                    <a:pt x="11182" y="11884"/>
                  </a:lnTo>
                  <a:lnTo>
                    <a:pt x="11251" y="11604"/>
                  </a:lnTo>
                  <a:lnTo>
                    <a:pt x="11321" y="11463"/>
                  </a:lnTo>
                  <a:close/>
                  <a:moveTo>
                    <a:pt x="11042" y="10695"/>
                  </a:moveTo>
                  <a:lnTo>
                    <a:pt x="10834" y="10766"/>
                  </a:lnTo>
                  <a:lnTo>
                    <a:pt x="10696" y="10905"/>
                  </a:lnTo>
                  <a:lnTo>
                    <a:pt x="10626" y="11044"/>
                  </a:lnTo>
                  <a:lnTo>
                    <a:pt x="10626" y="11185"/>
                  </a:lnTo>
                  <a:lnTo>
                    <a:pt x="10766" y="11324"/>
                  </a:lnTo>
                  <a:lnTo>
                    <a:pt x="10558" y="11743"/>
                  </a:lnTo>
                  <a:lnTo>
                    <a:pt x="10488" y="12233"/>
                  </a:lnTo>
                  <a:lnTo>
                    <a:pt x="10558" y="12443"/>
                  </a:lnTo>
                  <a:lnTo>
                    <a:pt x="10766" y="12513"/>
                  </a:lnTo>
                  <a:lnTo>
                    <a:pt x="11042" y="12582"/>
                  </a:lnTo>
                  <a:lnTo>
                    <a:pt x="11321" y="12582"/>
                  </a:lnTo>
                  <a:lnTo>
                    <a:pt x="11529" y="12513"/>
                  </a:lnTo>
                  <a:lnTo>
                    <a:pt x="11807" y="12443"/>
                  </a:lnTo>
                  <a:lnTo>
                    <a:pt x="12016" y="12304"/>
                  </a:lnTo>
                  <a:lnTo>
                    <a:pt x="12154" y="12094"/>
                  </a:lnTo>
                  <a:lnTo>
                    <a:pt x="12224" y="11814"/>
                  </a:lnTo>
                  <a:lnTo>
                    <a:pt x="12224" y="11534"/>
                  </a:lnTo>
                  <a:lnTo>
                    <a:pt x="12154" y="11324"/>
                  </a:lnTo>
                  <a:lnTo>
                    <a:pt x="12016" y="11114"/>
                  </a:lnTo>
                  <a:lnTo>
                    <a:pt x="11877" y="10975"/>
                  </a:lnTo>
                  <a:lnTo>
                    <a:pt x="11667" y="10834"/>
                  </a:lnTo>
                  <a:lnTo>
                    <a:pt x="11459" y="10766"/>
                  </a:lnTo>
                  <a:lnTo>
                    <a:pt x="11251" y="10695"/>
                  </a:lnTo>
                  <a:close/>
                  <a:moveTo>
                    <a:pt x="7432" y="839"/>
                  </a:moveTo>
                  <a:lnTo>
                    <a:pt x="8751" y="909"/>
                  </a:lnTo>
                  <a:lnTo>
                    <a:pt x="10139" y="909"/>
                  </a:lnTo>
                  <a:lnTo>
                    <a:pt x="12919" y="1048"/>
                  </a:lnTo>
                  <a:lnTo>
                    <a:pt x="14447" y="1048"/>
                  </a:lnTo>
                  <a:lnTo>
                    <a:pt x="14585" y="1397"/>
                  </a:lnTo>
                  <a:lnTo>
                    <a:pt x="14723" y="2026"/>
                  </a:lnTo>
                  <a:lnTo>
                    <a:pt x="14238" y="2235"/>
                  </a:lnTo>
                  <a:lnTo>
                    <a:pt x="13614" y="2306"/>
                  </a:lnTo>
                  <a:lnTo>
                    <a:pt x="13335" y="2306"/>
                  </a:lnTo>
                  <a:lnTo>
                    <a:pt x="12987" y="2235"/>
                  </a:lnTo>
                  <a:lnTo>
                    <a:pt x="12710" y="2235"/>
                  </a:lnTo>
                  <a:lnTo>
                    <a:pt x="12362" y="2306"/>
                  </a:lnTo>
                  <a:lnTo>
                    <a:pt x="12294" y="2376"/>
                  </a:lnTo>
                  <a:lnTo>
                    <a:pt x="12224" y="2516"/>
                  </a:lnTo>
                  <a:lnTo>
                    <a:pt x="12154" y="2657"/>
                  </a:lnTo>
                  <a:lnTo>
                    <a:pt x="12224" y="2796"/>
                  </a:lnTo>
                  <a:lnTo>
                    <a:pt x="12224" y="2866"/>
                  </a:lnTo>
                  <a:lnTo>
                    <a:pt x="12294" y="3005"/>
                  </a:lnTo>
                  <a:lnTo>
                    <a:pt x="12432" y="3145"/>
                  </a:lnTo>
                  <a:lnTo>
                    <a:pt x="12432" y="3985"/>
                  </a:lnTo>
                  <a:lnTo>
                    <a:pt x="12570" y="5033"/>
                  </a:lnTo>
                  <a:lnTo>
                    <a:pt x="12640" y="6081"/>
                  </a:lnTo>
                  <a:lnTo>
                    <a:pt x="12710" y="6920"/>
                  </a:lnTo>
                  <a:lnTo>
                    <a:pt x="12710" y="7758"/>
                  </a:lnTo>
                  <a:lnTo>
                    <a:pt x="12640" y="8738"/>
                  </a:lnTo>
                  <a:lnTo>
                    <a:pt x="12570" y="9228"/>
                  </a:lnTo>
                  <a:lnTo>
                    <a:pt x="12570" y="9716"/>
                  </a:lnTo>
                  <a:lnTo>
                    <a:pt x="12640" y="9996"/>
                  </a:lnTo>
                  <a:lnTo>
                    <a:pt x="12570" y="10135"/>
                  </a:lnTo>
                  <a:lnTo>
                    <a:pt x="12570" y="10415"/>
                  </a:lnTo>
                  <a:lnTo>
                    <a:pt x="12710" y="10556"/>
                  </a:lnTo>
                  <a:lnTo>
                    <a:pt x="13473" y="11044"/>
                  </a:lnTo>
                  <a:lnTo>
                    <a:pt x="14168" y="11463"/>
                  </a:lnTo>
                  <a:lnTo>
                    <a:pt x="14863" y="12024"/>
                  </a:lnTo>
                  <a:lnTo>
                    <a:pt x="15558" y="12652"/>
                  </a:lnTo>
                  <a:lnTo>
                    <a:pt x="16878" y="13910"/>
                  </a:lnTo>
                  <a:lnTo>
                    <a:pt x="16321" y="13981"/>
                  </a:lnTo>
                  <a:lnTo>
                    <a:pt x="15766" y="13910"/>
                  </a:lnTo>
                  <a:lnTo>
                    <a:pt x="15350" y="13771"/>
                  </a:lnTo>
                  <a:lnTo>
                    <a:pt x="14931" y="13632"/>
                  </a:lnTo>
                  <a:lnTo>
                    <a:pt x="14168" y="13211"/>
                  </a:lnTo>
                  <a:lnTo>
                    <a:pt x="13473" y="13001"/>
                  </a:lnTo>
                  <a:lnTo>
                    <a:pt x="12779" y="12933"/>
                  </a:lnTo>
                  <a:lnTo>
                    <a:pt x="12086" y="13001"/>
                  </a:lnTo>
                  <a:lnTo>
                    <a:pt x="11321" y="13211"/>
                  </a:lnTo>
                  <a:lnTo>
                    <a:pt x="10558" y="13422"/>
                  </a:lnTo>
                  <a:lnTo>
                    <a:pt x="9863" y="13771"/>
                  </a:lnTo>
                  <a:lnTo>
                    <a:pt x="9168" y="14051"/>
                  </a:lnTo>
                  <a:lnTo>
                    <a:pt x="8403" y="14329"/>
                  </a:lnTo>
                  <a:lnTo>
                    <a:pt x="7778" y="14400"/>
                  </a:lnTo>
                  <a:lnTo>
                    <a:pt x="7223" y="14471"/>
                  </a:lnTo>
                  <a:lnTo>
                    <a:pt x="7362" y="14400"/>
                  </a:lnTo>
                  <a:lnTo>
                    <a:pt x="7432" y="14261"/>
                  </a:lnTo>
                  <a:lnTo>
                    <a:pt x="7432" y="13910"/>
                  </a:lnTo>
                  <a:lnTo>
                    <a:pt x="7362" y="13771"/>
                  </a:lnTo>
                  <a:lnTo>
                    <a:pt x="7223" y="13701"/>
                  </a:lnTo>
                  <a:lnTo>
                    <a:pt x="5279" y="13701"/>
                  </a:lnTo>
                  <a:lnTo>
                    <a:pt x="5555" y="13422"/>
                  </a:lnTo>
                  <a:lnTo>
                    <a:pt x="6182" y="12723"/>
                  </a:lnTo>
                  <a:lnTo>
                    <a:pt x="6737" y="12792"/>
                  </a:lnTo>
                  <a:lnTo>
                    <a:pt x="7293" y="12792"/>
                  </a:lnTo>
                  <a:lnTo>
                    <a:pt x="8335" y="12723"/>
                  </a:lnTo>
                  <a:lnTo>
                    <a:pt x="8611" y="12652"/>
                  </a:lnTo>
                  <a:lnTo>
                    <a:pt x="8751" y="12443"/>
                  </a:lnTo>
                  <a:lnTo>
                    <a:pt x="8751" y="12304"/>
                  </a:lnTo>
                  <a:lnTo>
                    <a:pt x="8681" y="12163"/>
                  </a:lnTo>
                  <a:lnTo>
                    <a:pt x="8543" y="12024"/>
                  </a:lnTo>
                  <a:lnTo>
                    <a:pt x="8335" y="11953"/>
                  </a:lnTo>
                  <a:lnTo>
                    <a:pt x="6945" y="11953"/>
                  </a:lnTo>
                  <a:lnTo>
                    <a:pt x="7432" y="11463"/>
                  </a:lnTo>
                  <a:lnTo>
                    <a:pt x="7918" y="10905"/>
                  </a:lnTo>
                  <a:lnTo>
                    <a:pt x="8127" y="10905"/>
                  </a:lnTo>
                  <a:lnTo>
                    <a:pt x="8265" y="10834"/>
                  </a:lnTo>
                  <a:lnTo>
                    <a:pt x="8403" y="10625"/>
                  </a:lnTo>
                  <a:lnTo>
                    <a:pt x="8473" y="10415"/>
                  </a:lnTo>
                  <a:lnTo>
                    <a:pt x="8335" y="6571"/>
                  </a:lnTo>
                  <a:lnTo>
                    <a:pt x="8265" y="4753"/>
                  </a:lnTo>
                  <a:lnTo>
                    <a:pt x="8195" y="3844"/>
                  </a:lnTo>
                  <a:lnTo>
                    <a:pt x="8127" y="2935"/>
                  </a:lnTo>
                  <a:lnTo>
                    <a:pt x="8056" y="2725"/>
                  </a:lnTo>
                  <a:lnTo>
                    <a:pt x="8611" y="2866"/>
                  </a:lnTo>
                  <a:lnTo>
                    <a:pt x="9376" y="3005"/>
                  </a:lnTo>
                  <a:lnTo>
                    <a:pt x="9793" y="3005"/>
                  </a:lnTo>
                  <a:lnTo>
                    <a:pt x="10139" y="2866"/>
                  </a:lnTo>
                  <a:lnTo>
                    <a:pt x="10209" y="2796"/>
                  </a:lnTo>
                  <a:lnTo>
                    <a:pt x="10279" y="2725"/>
                  </a:lnTo>
                  <a:lnTo>
                    <a:pt x="10279" y="2586"/>
                  </a:lnTo>
                  <a:lnTo>
                    <a:pt x="10209" y="2516"/>
                  </a:lnTo>
                  <a:lnTo>
                    <a:pt x="9931" y="2306"/>
                  </a:lnTo>
                  <a:lnTo>
                    <a:pt x="9584" y="2235"/>
                  </a:lnTo>
                  <a:lnTo>
                    <a:pt x="8960" y="2167"/>
                  </a:lnTo>
                  <a:lnTo>
                    <a:pt x="7986" y="2026"/>
                  </a:lnTo>
                  <a:lnTo>
                    <a:pt x="7918" y="1957"/>
                  </a:lnTo>
                  <a:lnTo>
                    <a:pt x="7848" y="1887"/>
                  </a:lnTo>
                  <a:lnTo>
                    <a:pt x="7570" y="1887"/>
                  </a:lnTo>
                  <a:lnTo>
                    <a:pt x="7293" y="1957"/>
                  </a:lnTo>
                  <a:lnTo>
                    <a:pt x="7015" y="2026"/>
                  </a:lnTo>
                  <a:lnTo>
                    <a:pt x="6807" y="2026"/>
                  </a:lnTo>
                  <a:lnTo>
                    <a:pt x="6667" y="1957"/>
                  </a:lnTo>
                  <a:lnTo>
                    <a:pt x="6599" y="1887"/>
                  </a:lnTo>
                  <a:lnTo>
                    <a:pt x="6458" y="1677"/>
                  </a:lnTo>
                  <a:lnTo>
                    <a:pt x="6458" y="1328"/>
                  </a:lnTo>
                  <a:lnTo>
                    <a:pt x="6599" y="1187"/>
                  </a:lnTo>
                  <a:lnTo>
                    <a:pt x="6737" y="1048"/>
                  </a:lnTo>
                  <a:lnTo>
                    <a:pt x="7083" y="909"/>
                  </a:lnTo>
                  <a:lnTo>
                    <a:pt x="7432" y="839"/>
                  </a:lnTo>
                  <a:close/>
                  <a:moveTo>
                    <a:pt x="11529" y="15380"/>
                  </a:moveTo>
                  <a:lnTo>
                    <a:pt x="11599" y="15519"/>
                  </a:lnTo>
                  <a:lnTo>
                    <a:pt x="11599" y="15658"/>
                  </a:lnTo>
                  <a:lnTo>
                    <a:pt x="11529" y="15799"/>
                  </a:lnTo>
                  <a:lnTo>
                    <a:pt x="11459" y="15938"/>
                  </a:lnTo>
                  <a:lnTo>
                    <a:pt x="11321" y="16008"/>
                  </a:lnTo>
                  <a:lnTo>
                    <a:pt x="11182" y="16008"/>
                  </a:lnTo>
                  <a:lnTo>
                    <a:pt x="11042" y="15938"/>
                  </a:lnTo>
                  <a:lnTo>
                    <a:pt x="10904" y="15799"/>
                  </a:lnTo>
                  <a:lnTo>
                    <a:pt x="10904" y="15589"/>
                  </a:lnTo>
                  <a:lnTo>
                    <a:pt x="11042" y="15519"/>
                  </a:lnTo>
                  <a:lnTo>
                    <a:pt x="11251" y="15380"/>
                  </a:lnTo>
                  <a:lnTo>
                    <a:pt x="11391" y="15448"/>
                  </a:lnTo>
                  <a:lnTo>
                    <a:pt x="11459" y="15448"/>
                  </a:lnTo>
                  <a:lnTo>
                    <a:pt x="11529" y="15380"/>
                  </a:lnTo>
                  <a:close/>
                  <a:moveTo>
                    <a:pt x="11182" y="14539"/>
                  </a:moveTo>
                  <a:lnTo>
                    <a:pt x="10974" y="14610"/>
                  </a:lnTo>
                  <a:lnTo>
                    <a:pt x="10766" y="14680"/>
                  </a:lnTo>
                  <a:lnTo>
                    <a:pt x="10558" y="14819"/>
                  </a:lnTo>
                  <a:lnTo>
                    <a:pt x="10349" y="15029"/>
                  </a:lnTo>
                  <a:lnTo>
                    <a:pt x="10349" y="15099"/>
                  </a:lnTo>
                  <a:lnTo>
                    <a:pt x="10279" y="15239"/>
                  </a:lnTo>
                  <a:lnTo>
                    <a:pt x="10418" y="15380"/>
                  </a:lnTo>
                  <a:lnTo>
                    <a:pt x="10279" y="15658"/>
                  </a:lnTo>
                  <a:lnTo>
                    <a:pt x="10279" y="15938"/>
                  </a:lnTo>
                  <a:lnTo>
                    <a:pt x="10349" y="16148"/>
                  </a:lnTo>
                  <a:lnTo>
                    <a:pt x="10488" y="16357"/>
                  </a:lnTo>
                  <a:lnTo>
                    <a:pt x="10696" y="16567"/>
                  </a:lnTo>
                  <a:lnTo>
                    <a:pt x="10974" y="16637"/>
                  </a:lnTo>
                  <a:lnTo>
                    <a:pt x="11182" y="16708"/>
                  </a:lnTo>
                  <a:lnTo>
                    <a:pt x="11459" y="16708"/>
                  </a:lnTo>
                  <a:lnTo>
                    <a:pt x="11737" y="16637"/>
                  </a:lnTo>
                  <a:lnTo>
                    <a:pt x="11946" y="16498"/>
                  </a:lnTo>
                  <a:lnTo>
                    <a:pt x="12086" y="16357"/>
                  </a:lnTo>
                  <a:lnTo>
                    <a:pt x="12224" y="16148"/>
                  </a:lnTo>
                  <a:lnTo>
                    <a:pt x="12294" y="15867"/>
                  </a:lnTo>
                  <a:lnTo>
                    <a:pt x="12294" y="15380"/>
                  </a:lnTo>
                  <a:lnTo>
                    <a:pt x="12224" y="15170"/>
                  </a:lnTo>
                  <a:lnTo>
                    <a:pt x="12086" y="14960"/>
                  </a:lnTo>
                  <a:lnTo>
                    <a:pt x="11946" y="14819"/>
                  </a:lnTo>
                  <a:lnTo>
                    <a:pt x="11737" y="14680"/>
                  </a:lnTo>
                  <a:lnTo>
                    <a:pt x="11459" y="14610"/>
                  </a:lnTo>
                  <a:lnTo>
                    <a:pt x="11182" y="14539"/>
                  </a:lnTo>
                  <a:close/>
                  <a:moveTo>
                    <a:pt x="8473" y="17405"/>
                  </a:moveTo>
                  <a:lnTo>
                    <a:pt x="8543" y="17686"/>
                  </a:lnTo>
                  <a:lnTo>
                    <a:pt x="8473" y="17895"/>
                  </a:lnTo>
                  <a:lnTo>
                    <a:pt x="8335" y="18175"/>
                  </a:lnTo>
                  <a:lnTo>
                    <a:pt x="8056" y="18385"/>
                  </a:lnTo>
                  <a:lnTo>
                    <a:pt x="7918" y="18455"/>
                  </a:lnTo>
                  <a:lnTo>
                    <a:pt x="7778" y="18455"/>
                  </a:lnTo>
                  <a:lnTo>
                    <a:pt x="7640" y="18385"/>
                  </a:lnTo>
                  <a:lnTo>
                    <a:pt x="7502" y="18246"/>
                  </a:lnTo>
                  <a:lnTo>
                    <a:pt x="7432" y="18105"/>
                  </a:lnTo>
                  <a:lnTo>
                    <a:pt x="7432" y="17966"/>
                  </a:lnTo>
                  <a:lnTo>
                    <a:pt x="7502" y="17825"/>
                  </a:lnTo>
                  <a:lnTo>
                    <a:pt x="7640" y="17686"/>
                  </a:lnTo>
                  <a:lnTo>
                    <a:pt x="7986" y="17546"/>
                  </a:lnTo>
                  <a:lnTo>
                    <a:pt x="8335" y="17476"/>
                  </a:lnTo>
                  <a:lnTo>
                    <a:pt x="8403" y="17476"/>
                  </a:lnTo>
                  <a:lnTo>
                    <a:pt x="8473" y="17405"/>
                  </a:lnTo>
                  <a:close/>
                  <a:moveTo>
                    <a:pt x="14655" y="17895"/>
                  </a:moveTo>
                  <a:lnTo>
                    <a:pt x="14793" y="18034"/>
                  </a:lnTo>
                  <a:lnTo>
                    <a:pt x="14863" y="18246"/>
                  </a:lnTo>
                  <a:lnTo>
                    <a:pt x="14863" y="18455"/>
                  </a:lnTo>
                  <a:lnTo>
                    <a:pt x="14793" y="18665"/>
                  </a:lnTo>
                  <a:lnTo>
                    <a:pt x="14585" y="18804"/>
                  </a:lnTo>
                  <a:lnTo>
                    <a:pt x="14307" y="18875"/>
                  </a:lnTo>
                  <a:lnTo>
                    <a:pt x="14098" y="18875"/>
                  </a:lnTo>
                  <a:lnTo>
                    <a:pt x="13822" y="18804"/>
                  </a:lnTo>
                  <a:lnTo>
                    <a:pt x="13682" y="18665"/>
                  </a:lnTo>
                  <a:lnTo>
                    <a:pt x="13822" y="18385"/>
                  </a:lnTo>
                  <a:lnTo>
                    <a:pt x="13960" y="18175"/>
                  </a:lnTo>
                  <a:lnTo>
                    <a:pt x="14168" y="18034"/>
                  </a:lnTo>
                  <a:lnTo>
                    <a:pt x="14447" y="17966"/>
                  </a:lnTo>
                  <a:lnTo>
                    <a:pt x="14585" y="17895"/>
                  </a:lnTo>
                  <a:close/>
                  <a:moveTo>
                    <a:pt x="8403" y="16498"/>
                  </a:moveTo>
                  <a:lnTo>
                    <a:pt x="8127" y="16567"/>
                  </a:lnTo>
                  <a:lnTo>
                    <a:pt x="7848" y="16567"/>
                  </a:lnTo>
                  <a:lnTo>
                    <a:pt x="7710" y="16637"/>
                  </a:lnTo>
                  <a:lnTo>
                    <a:pt x="7570" y="16776"/>
                  </a:lnTo>
                  <a:lnTo>
                    <a:pt x="7502" y="17057"/>
                  </a:lnTo>
                  <a:lnTo>
                    <a:pt x="7083" y="17266"/>
                  </a:lnTo>
                  <a:lnTo>
                    <a:pt x="6807" y="17615"/>
                  </a:lnTo>
                  <a:lnTo>
                    <a:pt x="6737" y="17825"/>
                  </a:lnTo>
                  <a:lnTo>
                    <a:pt x="6667" y="18105"/>
                  </a:lnTo>
                  <a:lnTo>
                    <a:pt x="6737" y="18314"/>
                  </a:lnTo>
                  <a:lnTo>
                    <a:pt x="6807" y="18595"/>
                  </a:lnTo>
                  <a:lnTo>
                    <a:pt x="7015" y="18804"/>
                  </a:lnTo>
                  <a:lnTo>
                    <a:pt x="7153" y="19014"/>
                  </a:lnTo>
                  <a:lnTo>
                    <a:pt x="7432" y="19153"/>
                  </a:lnTo>
                  <a:lnTo>
                    <a:pt x="7640" y="19224"/>
                  </a:lnTo>
                  <a:lnTo>
                    <a:pt x="8265" y="19224"/>
                  </a:lnTo>
                  <a:lnTo>
                    <a:pt x="8543" y="19084"/>
                  </a:lnTo>
                  <a:lnTo>
                    <a:pt x="8751" y="18875"/>
                  </a:lnTo>
                  <a:lnTo>
                    <a:pt x="8960" y="18665"/>
                  </a:lnTo>
                  <a:lnTo>
                    <a:pt x="9168" y="18385"/>
                  </a:lnTo>
                  <a:lnTo>
                    <a:pt x="9238" y="18105"/>
                  </a:lnTo>
                  <a:lnTo>
                    <a:pt x="9306" y="17825"/>
                  </a:lnTo>
                  <a:lnTo>
                    <a:pt x="9306" y="17476"/>
                  </a:lnTo>
                  <a:lnTo>
                    <a:pt x="9238" y="17196"/>
                  </a:lnTo>
                  <a:lnTo>
                    <a:pt x="9098" y="16918"/>
                  </a:lnTo>
                  <a:lnTo>
                    <a:pt x="8960" y="16708"/>
                  </a:lnTo>
                  <a:lnTo>
                    <a:pt x="8681" y="16567"/>
                  </a:lnTo>
                  <a:lnTo>
                    <a:pt x="8403" y="16498"/>
                  </a:lnTo>
                  <a:close/>
                  <a:moveTo>
                    <a:pt x="14098" y="17057"/>
                  </a:moveTo>
                  <a:lnTo>
                    <a:pt x="13890" y="17127"/>
                  </a:lnTo>
                  <a:lnTo>
                    <a:pt x="13752" y="17266"/>
                  </a:lnTo>
                  <a:lnTo>
                    <a:pt x="13682" y="17405"/>
                  </a:lnTo>
                  <a:lnTo>
                    <a:pt x="13682" y="17546"/>
                  </a:lnTo>
                  <a:lnTo>
                    <a:pt x="13473" y="17756"/>
                  </a:lnTo>
                  <a:lnTo>
                    <a:pt x="13265" y="17895"/>
                  </a:lnTo>
                  <a:lnTo>
                    <a:pt x="13127" y="18105"/>
                  </a:lnTo>
                  <a:lnTo>
                    <a:pt x="13057" y="18314"/>
                  </a:lnTo>
                  <a:lnTo>
                    <a:pt x="13057" y="18246"/>
                  </a:lnTo>
                  <a:lnTo>
                    <a:pt x="12987" y="18314"/>
                  </a:lnTo>
                  <a:lnTo>
                    <a:pt x="12919" y="18595"/>
                  </a:lnTo>
                  <a:lnTo>
                    <a:pt x="12919" y="18875"/>
                  </a:lnTo>
                  <a:lnTo>
                    <a:pt x="12987" y="19014"/>
                  </a:lnTo>
                  <a:lnTo>
                    <a:pt x="13057" y="19153"/>
                  </a:lnTo>
                  <a:lnTo>
                    <a:pt x="13265" y="19294"/>
                  </a:lnTo>
                  <a:lnTo>
                    <a:pt x="13335" y="19363"/>
                  </a:lnTo>
                  <a:lnTo>
                    <a:pt x="13335" y="19433"/>
                  </a:lnTo>
                  <a:lnTo>
                    <a:pt x="13682" y="19572"/>
                  </a:lnTo>
                  <a:lnTo>
                    <a:pt x="13960" y="19713"/>
                  </a:lnTo>
                  <a:lnTo>
                    <a:pt x="14585" y="19713"/>
                  </a:lnTo>
                  <a:lnTo>
                    <a:pt x="14863" y="19572"/>
                  </a:lnTo>
                  <a:lnTo>
                    <a:pt x="15142" y="19433"/>
                  </a:lnTo>
                  <a:lnTo>
                    <a:pt x="15350" y="19224"/>
                  </a:lnTo>
                  <a:lnTo>
                    <a:pt x="15488" y="18943"/>
                  </a:lnTo>
                  <a:lnTo>
                    <a:pt x="15626" y="18665"/>
                  </a:lnTo>
                  <a:lnTo>
                    <a:pt x="15696" y="18314"/>
                  </a:lnTo>
                  <a:lnTo>
                    <a:pt x="15626" y="18034"/>
                  </a:lnTo>
                  <a:lnTo>
                    <a:pt x="15558" y="17756"/>
                  </a:lnTo>
                  <a:lnTo>
                    <a:pt x="15418" y="17476"/>
                  </a:lnTo>
                  <a:lnTo>
                    <a:pt x="15142" y="17196"/>
                  </a:lnTo>
                  <a:lnTo>
                    <a:pt x="15001" y="17127"/>
                  </a:lnTo>
                  <a:lnTo>
                    <a:pt x="14863" y="17057"/>
                  </a:lnTo>
                  <a:close/>
                  <a:moveTo>
                    <a:pt x="13195" y="13771"/>
                  </a:moveTo>
                  <a:lnTo>
                    <a:pt x="13682" y="13910"/>
                  </a:lnTo>
                  <a:lnTo>
                    <a:pt x="14655" y="14329"/>
                  </a:lnTo>
                  <a:lnTo>
                    <a:pt x="15280" y="14610"/>
                  </a:lnTo>
                  <a:lnTo>
                    <a:pt x="16043" y="14749"/>
                  </a:lnTo>
                  <a:lnTo>
                    <a:pt x="16391" y="14819"/>
                  </a:lnTo>
                  <a:lnTo>
                    <a:pt x="16808" y="14819"/>
                  </a:lnTo>
                  <a:lnTo>
                    <a:pt x="17154" y="14749"/>
                  </a:lnTo>
                  <a:lnTo>
                    <a:pt x="17503" y="14610"/>
                  </a:lnTo>
                  <a:lnTo>
                    <a:pt x="18127" y="15380"/>
                  </a:lnTo>
                  <a:lnTo>
                    <a:pt x="19169" y="16847"/>
                  </a:lnTo>
                  <a:lnTo>
                    <a:pt x="20142" y="18385"/>
                  </a:lnTo>
                  <a:lnTo>
                    <a:pt x="20419" y="18804"/>
                  </a:lnTo>
                  <a:lnTo>
                    <a:pt x="20489" y="19084"/>
                  </a:lnTo>
                  <a:lnTo>
                    <a:pt x="20419" y="19363"/>
                  </a:lnTo>
                  <a:lnTo>
                    <a:pt x="20350" y="19504"/>
                  </a:lnTo>
                  <a:lnTo>
                    <a:pt x="20142" y="19713"/>
                  </a:lnTo>
                  <a:lnTo>
                    <a:pt x="19794" y="19923"/>
                  </a:lnTo>
                  <a:lnTo>
                    <a:pt x="19377" y="20203"/>
                  </a:lnTo>
                  <a:lnTo>
                    <a:pt x="18474" y="20133"/>
                  </a:lnTo>
                  <a:lnTo>
                    <a:pt x="17571" y="19993"/>
                  </a:lnTo>
                  <a:lnTo>
                    <a:pt x="15766" y="19923"/>
                  </a:lnTo>
                  <a:lnTo>
                    <a:pt x="13960" y="19993"/>
                  </a:lnTo>
                  <a:lnTo>
                    <a:pt x="12154" y="20062"/>
                  </a:lnTo>
                  <a:lnTo>
                    <a:pt x="3959" y="20342"/>
                  </a:lnTo>
                  <a:lnTo>
                    <a:pt x="2015" y="20413"/>
                  </a:lnTo>
                  <a:lnTo>
                    <a:pt x="1390" y="20413"/>
                  </a:lnTo>
                  <a:lnTo>
                    <a:pt x="1181" y="20272"/>
                  </a:lnTo>
                  <a:lnTo>
                    <a:pt x="1111" y="20203"/>
                  </a:lnTo>
                  <a:lnTo>
                    <a:pt x="1041" y="20133"/>
                  </a:lnTo>
                  <a:lnTo>
                    <a:pt x="1111" y="19852"/>
                  </a:lnTo>
                  <a:lnTo>
                    <a:pt x="1390" y="19433"/>
                  </a:lnTo>
                  <a:lnTo>
                    <a:pt x="2015" y="18455"/>
                  </a:lnTo>
                  <a:lnTo>
                    <a:pt x="2918" y="18246"/>
                  </a:lnTo>
                  <a:lnTo>
                    <a:pt x="3334" y="18175"/>
                  </a:lnTo>
                  <a:lnTo>
                    <a:pt x="3819" y="18105"/>
                  </a:lnTo>
                  <a:lnTo>
                    <a:pt x="3959" y="18034"/>
                  </a:lnTo>
                  <a:lnTo>
                    <a:pt x="4027" y="17966"/>
                  </a:lnTo>
                  <a:lnTo>
                    <a:pt x="4097" y="17686"/>
                  </a:lnTo>
                  <a:lnTo>
                    <a:pt x="4027" y="17476"/>
                  </a:lnTo>
                  <a:lnTo>
                    <a:pt x="3959" y="17405"/>
                  </a:lnTo>
                  <a:lnTo>
                    <a:pt x="3819" y="17337"/>
                  </a:lnTo>
                  <a:lnTo>
                    <a:pt x="3543" y="17266"/>
                  </a:lnTo>
                  <a:lnTo>
                    <a:pt x="3264" y="17266"/>
                  </a:lnTo>
                  <a:lnTo>
                    <a:pt x="2639" y="17405"/>
                  </a:lnTo>
                  <a:lnTo>
                    <a:pt x="3402" y="16287"/>
                  </a:lnTo>
                  <a:lnTo>
                    <a:pt x="3473" y="16218"/>
                  </a:lnTo>
                  <a:lnTo>
                    <a:pt x="3681" y="16287"/>
                  </a:lnTo>
                  <a:lnTo>
                    <a:pt x="3959" y="16357"/>
                  </a:lnTo>
                  <a:lnTo>
                    <a:pt x="4654" y="16428"/>
                  </a:lnTo>
                  <a:lnTo>
                    <a:pt x="5625" y="16428"/>
                  </a:lnTo>
                  <a:lnTo>
                    <a:pt x="5834" y="16357"/>
                  </a:lnTo>
                  <a:lnTo>
                    <a:pt x="5974" y="16218"/>
                  </a:lnTo>
                  <a:lnTo>
                    <a:pt x="6042" y="16008"/>
                  </a:lnTo>
                  <a:lnTo>
                    <a:pt x="5974" y="15799"/>
                  </a:lnTo>
                  <a:lnTo>
                    <a:pt x="5834" y="15658"/>
                  </a:lnTo>
                  <a:lnTo>
                    <a:pt x="5625" y="15589"/>
                  </a:lnTo>
                  <a:lnTo>
                    <a:pt x="3889" y="15589"/>
                  </a:lnTo>
                  <a:lnTo>
                    <a:pt x="4792" y="14329"/>
                  </a:lnTo>
                  <a:lnTo>
                    <a:pt x="5209" y="14400"/>
                  </a:lnTo>
                  <a:lnTo>
                    <a:pt x="5487" y="14680"/>
                  </a:lnTo>
                  <a:lnTo>
                    <a:pt x="5765" y="14819"/>
                  </a:lnTo>
                  <a:lnTo>
                    <a:pt x="6042" y="14960"/>
                  </a:lnTo>
                  <a:lnTo>
                    <a:pt x="6390" y="15099"/>
                  </a:lnTo>
                  <a:lnTo>
                    <a:pt x="7083" y="15170"/>
                  </a:lnTo>
                  <a:lnTo>
                    <a:pt x="7710" y="15170"/>
                  </a:lnTo>
                  <a:lnTo>
                    <a:pt x="8611" y="15029"/>
                  </a:lnTo>
                  <a:lnTo>
                    <a:pt x="9376" y="14819"/>
                  </a:lnTo>
                  <a:lnTo>
                    <a:pt x="10974" y="14120"/>
                  </a:lnTo>
                  <a:lnTo>
                    <a:pt x="11807" y="13842"/>
                  </a:lnTo>
                  <a:lnTo>
                    <a:pt x="12294" y="13771"/>
                  </a:lnTo>
                  <a:close/>
                  <a:moveTo>
                    <a:pt x="7640" y="0"/>
                  </a:moveTo>
                  <a:lnTo>
                    <a:pt x="7223" y="69"/>
                  </a:lnTo>
                  <a:lnTo>
                    <a:pt x="6807" y="139"/>
                  </a:lnTo>
                  <a:lnTo>
                    <a:pt x="6458" y="278"/>
                  </a:lnTo>
                  <a:lnTo>
                    <a:pt x="6112" y="488"/>
                  </a:lnTo>
                  <a:lnTo>
                    <a:pt x="5904" y="768"/>
                  </a:lnTo>
                  <a:lnTo>
                    <a:pt x="5695" y="1048"/>
                  </a:lnTo>
                  <a:lnTo>
                    <a:pt x="5625" y="1467"/>
                  </a:lnTo>
                  <a:lnTo>
                    <a:pt x="5695" y="1887"/>
                  </a:lnTo>
                  <a:lnTo>
                    <a:pt x="5834" y="2235"/>
                  </a:lnTo>
                  <a:lnTo>
                    <a:pt x="5974" y="2447"/>
                  </a:lnTo>
                  <a:lnTo>
                    <a:pt x="6182" y="2586"/>
                  </a:lnTo>
                  <a:lnTo>
                    <a:pt x="6458" y="2725"/>
                  </a:lnTo>
                  <a:lnTo>
                    <a:pt x="6737" y="2796"/>
                  </a:lnTo>
                  <a:lnTo>
                    <a:pt x="7015" y="2796"/>
                  </a:lnTo>
                  <a:lnTo>
                    <a:pt x="7293" y="2725"/>
                  </a:lnTo>
                  <a:lnTo>
                    <a:pt x="7570" y="2657"/>
                  </a:lnTo>
                  <a:lnTo>
                    <a:pt x="7710" y="2657"/>
                  </a:lnTo>
                  <a:lnTo>
                    <a:pt x="7502" y="2796"/>
                  </a:lnTo>
                  <a:lnTo>
                    <a:pt x="7432" y="3005"/>
                  </a:lnTo>
                  <a:lnTo>
                    <a:pt x="7362" y="3914"/>
                  </a:lnTo>
                  <a:lnTo>
                    <a:pt x="7362" y="4824"/>
                  </a:lnTo>
                  <a:lnTo>
                    <a:pt x="7432" y="6571"/>
                  </a:lnTo>
                  <a:lnTo>
                    <a:pt x="7432" y="10066"/>
                  </a:lnTo>
                  <a:lnTo>
                    <a:pt x="7502" y="10415"/>
                  </a:lnTo>
                  <a:lnTo>
                    <a:pt x="7502" y="10486"/>
                  </a:lnTo>
                  <a:lnTo>
                    <a:pt x="7083" y="10695"/>
                  </a:lnTo>
                  <a:lnTo>
                    <a:pt x="6737" y="10905"/>
                  </a:lnTo>
                  <a:lnTo>
                    <a:pt x="6112" y="11463"/>
                  </a:lnTo>
                  <a:lnTo>
                    <a:pt x="5487" y="12094"/>
                  </a:lnTo>
                  <a:lnTo>
                    <a:pt x="4930" y="12723"/>
                  </a:lnTo>
                  <a:lnTo>
                    <a:pt x="4237" y="13491"/>
                  </a:lnTo>
                  <a:lnTo>
                    <a:pt x="3611" y="14261"/>
                  </a:lnTo>
                  <a:lnTo>
                    <a:pt x="2431" y="15938"/>
                  </a:lnTo>
                  <a:lnTo>
                    <a:pt x="1320" y="17615"/>
                  </a:lnTo>
                  <a:lnTo>
                    <a:pt x="278" y="19294"/>
                  </a:lnTo>
                  <a:lnTo>
                    <a:pt x="70" y="19643"/>
                  </a:lnTo>
                  <a:lnTo>
                    <a:pt x="0" y="19993"/>
                  </a:lnTo>
                  <a:lnTo>
                    <a:pt x="70" y="20342"/>
                  </a:lnTo>
                  <a:lnTo>
                    <a:pt x="208" y="20691"/>
                  </a:lnTo>
                  <a:lnTo>
                    <a:pt x="417" y="20971"/>
                  </a:lnTo>
                  <a:lnTo>
                    <a:pt x="695" y="21181"/>
                  </a:lnTo>
                  <a:lnTo>
                    <a:pt x="1041" y="21390"/>
                  </a:lnTo>
                  <a:lnTo>
                    <a:pt x="1458" y="21461"/>
                  </a:lnTo>
                  <a:lnTo>
                    <a:pt x="2499" y="21531"/>
                  </a:lnTo>
                  <a:lnTo>
                    <a:pt x="3543" y="21461"/>
                  </a:lnTo>
                  <a:lnTo>
                    <a:pt x="5695" y="21322"/>
                  </a:lnTo>
                  <a:lnTo>
                    <a:pt x="10418" y="21181"/>
                  </a:lnTo>
                  <a:lnTo>
                    <a:pt x="14098" y="21042"/>
                  </a:lnTo>
                  <a:lnTo>
                    <a:pt x="15905" y="20971"/>
                  </a:lnTo>
                  <a:lnTo>
                    <a:pt x="17711" y="21042"/>
                  </a:lnTo>
                  <a:lnTo>
                    <a:pt x="17779" y="21251"/>
                  </a:lnTo>
                  <a:lnTo>
                    <a:pt x="17919" y="21390"/>
                  </a:lnTo>
                  <a:lnTo>
                    <a:pt x="18198" y="21531"/>
                  </a:lnTo>
                  <a:lnTo>
                    <a:pt x="18544" y="21600"/>
                  </a:lnTo>
                  <a:lnTo>
                    <a:pt x="18891" y="21600"/>
                  </a:lnTo>
                  <a:lnTo>
                    <a:pt x="19169" y="21531"/>
                  </a:lnTo>
                  <a:lnTo>
                    <a:pt x="19447" y="21531"/>
                  </a:lnTo>
                  <a:lnTo>
                    <a:pt x="19655" y="21461"/>
                  </a:lnTo>
                  <a:lnTo>
                    <a:pt x="19794" y="21322"/>
                  </a:lnTo>
                  <a:lnTo>
                    <a:pt x="20002" y="21181"/>
                  </a:lnTo>
                  <a:lnTo>
                    <a:pt x="20419" y="20901"/>
                  </a:lnTo>
                  <a:lnTo>
                    <a:pt x="20767" y="20552"/>
                  </a:lnTo>
                  <a:lnTo>
                    <a:pt x="21113" y="20203"/>
                  </a:lnTo>
                  <a:lnTo>
                    <a:pt x="21392" y="19923"/>
                  </a:lnTo>
                  <a:lnTo>
                    <a:pt x="21462" y="19643"/>
                  </a:lnTo>
                  <a:lnTo>
                    <a:pt x="21530" y="19433"/>
                  </a:lnTo>
                  <a:lnTo>
                    <a:pt x="21600" y="19153"/>
                  </a:lnTo>
                  <a:lnTo>
                    <a:pt x="21530" y="18943"/>
                  </a:lnTo>
                  <a:lnTo>
                    <a:pt x="21392" y="18455"/>
                  </a:lnTo>
                  <a:lnTo>
                    <a:pt x="21183" y="18034"/>
                  </a:lnTo>
                  <a:lnTo>
                    <a:pt x="20559" y="16986"/>
                  </a:lnTo>
                  <a:lnTo>
                    <a:pt x="19864" y="15938"/>
                  </a:lnTo>
                  <a:lnTo>
                    <a:pt x="19169" y="15029"/>
                  </a:lnTo>
                  <a:lnTo>
                    <a:pt x="18406" y="14120"/>
                  </a:lnTo>
                  <a:lnTo>
                    <a:pt x="17641" y="13211"/>
                  </a:lnTo>
                  <a:lnTo>
                    <a:pt x="16808" y="12372"/>
                  </a:lnTo>
                  <a:lnTo>
                    <a:pt x="16043" y="11673"/>
                  </a:lnTo>
                  <a:lnTo>
                    <a:pt x="15280" y="10975"/>
                  </a:lnTo>
                  <a:lnTo>
                    <a:pt x="14863" y="10625"/>
                  </a:lnTo>
                  <a:lnTo>
                    <a:pt x="14377" y="10346"/>
                  </a:lnTo>
                  <a:lnTo>
                    <a:pt x="13960" y="10135"/>
                  </a:lnTo>
                  <a:lnTo>
                    <a:pt x="13473" y="9925"/>
                  </a:lnTo>
                  <a:lnTo>
                    <a:pt x="13473" y="9857"/>
                  </a:lnTo>
                  <a:lnTo>
                    <a:pt x="13614" y="9437"/>
                  </a:lnTo>
                  <a:lnTo>
                    <a:pt x="13682" y="8948"/>
                  </a:lnTo>
                  <a:lnTo>
                    <a:pt x="13682" y="6990"/>
                  </a:lnTo>
                  <a:lnTo>
                    <a:pt x="13614" y="6081"/>
                  </a:lnTo>
                  <a:lnTo>
                    <a:pt x="13544" y="5382"/>
                  </a:lnTo>
                  <a:lnTo>
                    <a:pt x="13473" y="4543"/>
                  </a:lnTo>
                  <a:lnTo>
                    <a:pt x="13335" y="4124"/>
                  </a:lnTo>
                  <a:lnTo>
                    <a:pt x="13265" y="3705"/>
                  </a:lnTo>
                  <a:lnTo>
                    <a:pt x="13127" y="3354"/>
                  </a:lnTo>
                  <a:lnTo>
                    <a:pt x="12919" y="3076"/>
                  </a:lnTo>
                  <a:lnTo>
                    <a:pt x="13614" y="3145"/>
                  </a:lnTo>
                  <a:lnTo>
                    <a:pt x="14238" y="3145"/>
                  </a:lnTo>
                  <a:lnTo>
                    <a:pt x="14863" y="2935"/>
                  </a:lnTo>
                  <a:lnTo>
                    <a:pt x="15142" y="2796"/>
                  </a:lnTo>
                  <a:lnTo>
                    <a:pt x="15418" y="2586"/>
                  </a:lnTo>
                  <a:lnTo>
                    <a:pt x="15626" y="2376"/>
                  </a:lnTo>
                  <a:lnTo>
                    <a:pt x="15626" y="2096"/>
                  </a:lnTo>
                  <a:lnTo>
                    <a:pt x="15418" y="1187"/>
                  </a:lnTo>
                  <a:lnTo>
                    <a:pt x="15280" y="768"/>
                  </a:lnTo>
                  <a:lnTo>
                    <a:pt x="15142" y="558"/>
                  </a:lnTo>
                  <a:lnTo>
                    <a:pt x="15001" y="419"/>
                  </a:lnTo>
                  <a:lnTo>
                    <a:pt x="14863" y="278"/>
                  </a:lnTo>
                  <a:lnTo>
                    <a:pt x="14723" y="278"/>
                  </a:lnTo>
                  <a:lnTo>
                    <a:pt x="14447" y="210"/>
                  </a:lnTo>
                  <a:lnTo>
                    <a:pt x="12919" y="139"/>
                  </a:lnTo>
                  <a:lnTo>
                    <a:pt x="7640"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362" name="Google Shape;418;p8"/>
            <p:cNvSpPr/>
            <p:nvPr/>
          </p:nvSpPr>
          <p:spPr>
            <a:xfrm>
              <a:off x="1092831" y="3689557"/>
              <a:ext cx="357797" cy="44875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428" y="2160"/>
                  </a:moveTo>
                  <a:lnTo>
                    <a:pt x="20648" y="2628"/>
                  </a:lnTo>
                  <a:lnTo>
                    <a:pt x="20648" y="3678"/>
                  </a:lnTo>
                  <a:lnTo>
                    <a:pt x="20428" y="4144"/>
                  </a:lnTo>
                  <a:lnTo>
                    <a:pt x="20428" y="4087"/>
                  </a:lnTo>
                  <a:lnTo>
                    <a:pt x="20354" y="3094"/>
                  </a:lnTo>
                  <a:lnTo>
                    <a:pt x="20428" y="2160"/>
                  </a:lnTo>
                  <a:close/>
                  <a:moveTo>
                    <a:pt x="19037" y="3328"/>
                  </a:moveTo>
                  <a:lnTo>
                    <a:pt x="19037" y="4437"/>
                  </a:lnTo>
                  <a:lnTo>
                    <a:pt x="18891" y="3503"/>
                  </a:lnTo>
                  <a:lnTo>
                    <a:pt x="19037" y="3328"/>
                  </a:lnTo>
                  <a:close/>
                  <a:moveTo>
                    <a:pt x="19841" y="2044"/>
                  </a:moveTo>
                  <a:lnTo>
                    <a:pt x="19696" y="2919"/>
                  </a:lnTo>
                  <a:lnTo>
                    <a:pt x="19622" y="3387"/>
                  </a:lnTo>
                  <a:lnTo>
                    <a:pt x="19622" y="4203"/>
                  </a:lnTo>
                  <a:lnTo>
                    <a:pt x="19696" y="4437"/>
                  </a:lnTo>
                  <a:lnTo>
                    <a:pt x="19841" y="4671"/>
                  </a:lnTo>
                  <a:lnTo>
                    <a:pt x="19989" y="4846"/>
                  </a:lnTo>
                  <a:lnTo>
                    <a:pt x="20061" y="4846"/>
                  </a:lnTo>
                  <a:lnTo>
                    <a:pt x="19841" y="5137"/>
                  </a:lnTo>
                  <a:lnTo>
                    <a:pt x="19257" y="5779"/>
                  </a:lnTo>
                  <a:lnTo>
                    <a:pt x="19111" y="4846"/>
                  </a:lnTo>
                  <a:lnTo>
                    <a:pt x="19183" y="4962"/>
                  </a:lnTo>
                  <a:lnTo>
                    <a:pt x="19257" y="5021"/>
                  </a:lnTo>
                  <a:lnTo>
                    <a:pt x="19402" y="5079"/>
                  </a:lnTo>
                  <a:lnTo>
                    <a:pt x="19550" y="5021"/>
                  </a:lnTo>
                  <a:lnTo>
                    <a:pt x="19696" y="5021"/>
                  </a:lnTo>
                  <a:lnTo>
                    <a:pt x="19770" y="4903"/>
                  </a:lnTo>
                  <a:lnTo>
                    <a:pt x="19770" y="4728"/>
                  </a:lnTo>
                  <a:lnTo>
                    <a:pt x="19696" y="4671"/>
                  </a:lnTo>
                  <a:lnTo>
                    <a:pt x="19622" y="4612"/>
                  </a:lnTo>
                  <a:lnTo>
                    <a:pt x="19476" y="4612"/>
                  </a:lnTo>
                  <a:lnTo>
                    <a:pt x="19476" y="4203"/>
                  </a:lnTo>
                  <a:lnTo>
                    <a:pt x="19402" y="3328"/>
                  </a:lnTo>
                  <a:lnTo>
                    <a:pt x="19330" y="3210"/>
                  </a:lnTo>
                  <a:lnTo>
                    <a:pt x="19135" y="3210"/>
                  </a:lnTo>
                  <a:lnTo>
                    <a:pt x="19183" y="3153"/>
                  </a:lnTo>
                  <a:lnTo>
                    <a:pt x="19402" y="2803"/>
                  </a:lnTo>
                  <a:lnTo>
                    <a:pt x="19622" y="2453"/>
                  </a:lnTo>
                  <a:lnTo>
                    <a:pt x="19841" y="2044"/>
                  </a:lnTo>
                  <a:close/>
                  <a:moveTo>
                    <a:pt x="18598" y="3794"/>
                  </a:moveTo>
                  <a:lnTo>
                    <a:pt x="18524" y="4962"/>
                  </a:lnTo>
                  <a:lnTo>
                    <a:pt x="18598" y="6188"/>
                  </a:lnTo>
                  <a:lnTo>
                    <a:pt x="18670" y="6306"/>
                  </a:lnTo>
                  <a:lnTo>
                    <a:pt x="18159" y="6656"/>
                  </a:lnTo>
                  <a:lnTo>
                    <a:pt x="18159" y="5955"/>
                  </a:lnTo>
                  <a:lnTo>
                    <a:pt x="18011" y="5254"/>
                  </a:lnTo>
                  <a:lnTo>
                    <a:pt x="17939" y="4319"/>
                  </a:lnTo>
                  <a:lnTo>
                    <a:pt x="18231" y="4087"/>
                  </a:lnTo>
                  <a:lnTo>
                    <a:pt x="18598" y="3794"/>
                  </a:lnTo>
                  <a:close/>
                  <a:moveTo>
                    <a:pt x="16181" y="5721"/>
                  </a:moveTo>
                  <a:lnTo>
                    <a:pt x="15961" y="6188"/>
                  </a:lnTo>
                  <a:lnTo>
                    <a:pt x="15815" y="6713"/>
                  </a:lnTo>
                  <a:lnTo>
                    <a:pt x="15741" y="6013"/>
                  </a:lnTo>
                  <a:lnTo>
                    <a:pt x="16181" y="5721"/>
                  </a:lnTo>
                  <a:close/>
                  <a:moveTo>
                    <a:pt x="17426" y="4728"/>
                  </a:moveTo>
                  <a:lnTo>
                    <a:pt x="17426" y="6072"/>
                  </a:lnTo>
                  <a:lnTo>
                    <a:pt x="17500" y="6538"/>
                  </a:lnTo>
                  <a:lnTo>
                    <a:pt x="17646" y="6947"/>
                  </a:lnTo>
                  <a:lnTo>
                    <a:pt x="17646" y="7006"/>
                  </a:lnTo>
                  <a:lnTo>
                    <a:pt x="17207" y="7297"/>
                  </a:lnTo>
                  <a:lnTo>
                    <a:pt x="17280" y="6713"/>
                  </a:lnTo>
                  <a:lnTo>
                    <a:pt x="17352" y="6072"/>
                  </a:lnTo>
                  <a:lnTo>
                    <a:pt x="17352" y="5488"/>
                  </a:lnTo>
                  <a:lnTo>
                    <a:pt x="17280" y="4903"/>
                  </a:lnTo>
                  <a:lnTo>
                    <a:pt x="17426" y="4728"/>
                  </a:lnTo>
                  <a:close/>
                  <a:moveTo>
                    <a:pt x="16694" y="5312"/>
                  </a:moveTo>
                  <a:lnTo>
                    <a:pt x="16474" y="7531"/>
                  </a:lnTo>
                  <a:lnTo>
                    <a:pt x="16548" y="7647"/>
                  </a:lnTo>
                  <a:lnTo>
                    <a:pt x="16548" y="7706"/>
                  </a:lnTo>
                  <a:lnTo>
                    <a:pt x="16400" y="7822"/>
                  </a:lnTo>
                  <a:lnTo>
                    <a:pt x="16328" y="7765"/>
                  </a:lnTo>
                  <a:lnTo>
                    <a:pt x="16620" y="5604"/>
                  </a:lnTo>
                  <a:lnTo>
                    <a:pt x="16548" y="5546"/>
                  </a:lnTo>
                  <a:lnTo>
                    <a:pt x="16474" y="5488"/>
                  </a:lnTo>
                  <a:lnTo>
                    <a:pt x="16694" y="5312"/>
                  </a:lnTo>
                  <a:close/>
                  <a:moveTo>
                    <a:pt x="15376" y="6306"/>
                  </a:moveTo>
                  <a:lnTo>
                    <a:pt x="15302" y="6888"/>
                  </a:lnTo>
                  <a:lnTo>
                    <a:pt x="15157" y="7472"/>
                  </a:lnTo>
                  <a:lnTo>
                    <a:pt x="15009" y="7997"/>
                  </a:lnTo>
                  <a:lnTo>
                    <a:pt x="14789" y="8581"/>
                  </a:lnTo>
                  <a:lnTo>
                    <a:pt x="14789" y="8699"/>
                  </a:lnTo>
                  <a:lnTo>
                    <a:pt x="14644" y="8640"/>
                  </a:lnTo>
                  <a:lnTo>
                    <a:pt x="14570" y="8640"/>
                  </a:lnTo>
                  <a:lnTo>
                    <a:pt x="14570" y="7940"/>
                  </a:lnTo>
                  <a:lnTo>
                    <a:pt x="14498" y="7472"/>
                  </a:lnTo>
                  <a:lnTo>
                    <a:pt x="14424" y="6947"/>
                  </a:lnTo>
                  <a:lnTo>
                    <a:pt x="15376" y="6306"/>
                  </a:lnTo>
                  <a:close/>
                  <a:moveTo>
                    <a:pt x="14059" y="7181"/>
                  </a:moveTo>
                  <a:lnTo>
                    <a:pt x="13911" y="7997"/>
                  </a:lnTo>
                  <a:lnTo>
                    <a:pt x="13911" y="8815"/>
                  </a:lnTo>
                  <a:lnTo>
                    <a:pt x="13985" y="8990"/>
                  </a:lnTo>
                  <a:lnTo>
                    <a:pt x="14131" y="9166"/>
                  </a:lnTo>
                  <a:lnTo>
                    <a:pt x="13326" y="9632"/>
                  </a:lnTo>
                  <a:lnTo>
                    <a:pt x="13398" y="9224"/>
                  </a:lnTo>
                  <a:lnTo>
                    <a:pt x="13472" y="8815"/>
                  </a:lnTo>
                  <a:lnTo>
                    <a:pt x="13472" y="8231"/>
                  </a:lnTo>
                  <a:lnTo>
                    <a:pt x="13326" y="7706"/>
                  </a:lnTo>
                  <a:lnTo>
                    <a:pt x="14059" y="7181"/>
                  </a:lnTo>
                  <a:close/>
                  <a:moveTo>
                    <a:pt x="13178" y="7822"/>
                  </a:moveTo>
                  <a:lnTo>
                    <a:pt x="13107" y="8231"/>
                  </a:lnTo>
                  <a:lnTo>
                    <a:pt x="13033" y="8640"/>
                  </a:lnTo>
                  <a:lnTo>
                    <a:pt x="12887" y="8932"/>
                  </a:lnTo>
                  <a:lnTo>
                    <a:pt x="12739" y="9166"/>
                  </a:lnTo>
                  <a:lnTo>
                    <a:pt x="12594" y="9457"/>
                  </a:lnTo>
                  <a:lnTo>
                    <a:pt x="12594" y="9866"/>
                  </a:lnTo>
                  <a:lnTo>
                    <a:pt x="12739" y="9925"/>
                  </a:lnTo>
                  <a:lnTo>
                    <a:pt x="11935" y="10334"/>
                  </a:lnTo>
                  <a:lnTo>
                    <a:pt x="12081" y="9691"/>
                  </a:lnTo>
                  <a:lnTo>
                    <a:pt x="12081" y="9166"/>
                  </a:lnTo>
                  <a:lnTo>
                    <a:pt x="12007" y="8581"/>
                  </a:lnTo>
                  <a:lnTo>
                    <a:pt x="13178" y="7822"/>
                  </a:lnTo>
                  <a:close/>
                  <a:moveTo>
                    <a:pt x="11715" y="8815"/>
                  </a:moveTo>
                  <a:lnTo>
                    <a:pt x="11568" y="9457"/>
                  </a:lnTo>
                  <a:lnTo>
                    <a:pt x="11348" y="10100"/>
                  </a:lnTo>
                  <a:lnTo>
                    <a:pt x="11202" y="10450"/>
                  </a:lnTo>
                  <a:lnTo>
                    <a:pt x="11202" y="10741"/>
                  </a:lnTo>
                  <a:lnTo>
                    <a:pt x="10324" y="11268"/>
                  </a:lnTo>
                  <a:lnTo>
                    <a:pt x="10763" y="9457"/>
                  </a:lnTo>
                  <a:lnTo>
                    <a:pt x="11715" y="8815"/>
                  </a:lnTo>
                  <a:close/>
                  <a:moveTo>
                    <a:pt x="18231" y="759"/>
                  </a:moveTo>
                  <a:lnTo>
                    <a:pt x="18817" y="934"/>
                  </a:lnTo>
                  <a:lnTo>
                    <a:pt x="18598" y="1168"/>
                  </a:lnTo>
                  <a:lnTo>
                    <a:pt x="18598" y="1343"/>
                  </a:lnTo>
                  <a:lnTo>
                    <a:pt x="18670" y="1459"/>
                  </a:lnTo>
                  <a:lnTo>
                    <a:pt x="18817" y="1518"/>
                  </a:lnTo>
                  <a:lnTo>
                    <a:pt x="19037" y="1518"/>
                  </a:lnTo>
                  <a:lnTo>
                    <a:pt x="19037" y="1751"/>
                  </a:lnTo>
                  <a:lnTo>
                    <a:pt x="18891" y="2044"/>
                  </a:lnTo>
                  <a:lnTo>
                    <a:pt x="18598" y="2569"/>
                  </a:lnTo>
                  <a:lnTo>
                    <a:pt x="18231" y="3035"/>
                  </a:lnTo>
                  <a:lnTo>
                    <a:pt x="17791" y="3503"/>
                  </a:lnTo>
                  <a:lnTo>
                    <a:pt x="17646" y="3444"/>
                  </a:lnTo>
                  <a:lnTo>
                    <a:pt x="17572" y="3503"/>
                  </a:lnTo>
                  <a:lnTo>
                    <a:pt x="17500" y="3503"/>
                  </a:lnTo>
                  <a:lnTo>
                    <a:pt x="17426" y="3619"/>
                  </a:lnTo>
                  <a:lnTo>
                    <a:pt x="17426" y="3737"/>
                  </a:lnTo>
                  <a:lnTo>
                    <a:pt x="16694" y="4319"/>
                  </a:lnTo>
                  <a:lnTo>
                    <a:pt x="15448" y="5312"/>
                  </a:lnTo>
                  <a:lnTo>
                    <a:pt x="15302" y="5312"/>
                  </a:lnTo>
                  <a:lnTo>
                    <a:pt x="15302" y="5429"/>
                  </a:lnTo>
                  <a:lnTo>
                    <a:pt x="12959" y="7063"/>
                  </a:lnTo>
                  <a:lnTo>
                    <a:pt x="11276" y="8231"/>
                  </a:lnTo>
                  <a:lnTo>
                    <a:pt x="9591" y="9341"/>
                  </a:lnTo>
                  <a:lnTo>
                    <a:pt x="9517" y="9341"/>
                  </a:lnTo>
                  <a:lnTo>
                    <a:pt x="9446" y="9399"/>
                  </a:lnTo>
                  <a:lnTo>
                    <a:pt x="9226" y="9575"/>
                  </a:lnTo>
                  <a:lnTo>
                    <a:pt x="7761" y="10450"/>
                  </a:lnTo>
                  <a:lnTo>
                    <a:pt x="7687" y="10450"/>
                  </a:lnTo>
                  <a:lnTo>
                    <a:pt x="7615" y="10509"/>
                  </a:lnTo>
                  <a:lnTo>
                    <a:pt x="7248" y="10684"/>
                  </a:lnTo>
                  <a:lnTo>
                    <a:pt x="6663" y="10975"/>
                  </a:lnTo>
                  <a:lnTo>
                    <a:pt x="6296" y="11150"/>
                  </a:lnTo>
                  <a:lnTo>
                    <a:pt x="6076" y="11384"/>
                  </a:lnTo>
                  <a:lnTo>
                    <a:pt x="5930" y="11325"/>
                  </a:lnTo>
                  <a:lnTo>
                    <a:pt x="5198" y="10859"/>
                  </a:lnTo>
                  <a:lnTo>
                    <a:pt x="4613" y="10275"/>
                  </a:lnTo>
                  <a:lnTo>
                    <a:pt x="4246" y="9984"/>
                  </a:lnTo>
                  <a:lnTo>
                    <a:pt x="3880" y="9691"/>
                  </a:lnTo>
                  <a:lnTo>
                    <a:pt x="4393" y="9457"/>
                  </a:lnTo>
                  <a:lnTo>
                    <a:pt x="4904" y="9107"/>
                  </a:lnTo>
                  <a:lnTo>
                    <a:pt x="5198" y="9457"/>
                  </a:lnTo>
                  <a:lnTo>
                    <a:pt x="5637" y="9750"/>
                  </a:lnTo>
                  <a:lnTo>
                    <a:pt x="5857" y="9866"/>
                  </a:lnTo>
                  <a:lnTo>
                    <a:pt x="6150" y="9925"/>
                  </a:lnTo>
                  <a:lnTo>
                    <a:pt x="6443" y="9925"/>
                  </a:lnTo>
                  <a:lnTo>
                    <a:pt x="6663" y="9750"/>
                  </a:lnTo>
                  <a:lnTo>
                    <a:pt x="6735" y="9691"/>
                  </a:lnTo>
                  <a:lnTo>
                    <a:pt x="6809" y="9575"/>
                  </a:lnTo>
                  <a:lnTo>
                    <a:pt x="6735" y="9341"/>
                  </a:lnTo>
                  <a:lnTo>
                    <a:pt x="6663" y="9224"/>
                  </a:lnTo>
                  <a:lnTo>
                    <a:pt x="6515" y="9166"/>
                  </a:lnTo>
                  <a:lnTo>
                    <a:pt x="6224" y="9166"/>
                  </a:lnTo>
                  <a:lnTo>
                    <a:pt x="6150" y="9224"/>
                  </a:lnTo>
                  <a:lnTo>
                    <a:pt x="6150" y="9166"/>
                  </a:lnTo>
                  <a:lnTo>
                    <a:pt x="5857" y="8990"/>
                  </a:lnTo>
                  <a:lnTo>
                    <a:pt x="5491" y="8756"/>
                  </a:lnTo>
                  <a:lnTo>
                    <a:pt x="5637" y="8640"/>
                  </a:lnTo>
                  <a:lnTo>
                    <a:pt x="6589" y="7940"/>
                  </a:lnTo>
                  <a:lnTo>
                    <a:pt x="6735" y="8231"/>
                  </a:lnTo>
                  <a:lnTo>
                    <a:pt x="6883" y="8406"/>
                  </a:lnTo>
                  <a:lnTo>
                    <a:pt x="7102" y="8581"/>
                  </a:lnTo>
                  <a:lnTo>
                    <a:pt x="7322" y="8756"/>
                  </a:lnTo>
                  <a:lnTo>
                    <a:pt x="7615" y="8815"/>
                  </a:lnTo>
                  <a:lnTo>
                    <a:pt x="7835" y="8815"/>
                  </a:lnTo>
                  <a:lnTo>
                    <a:pt x="7980" y="8699"/>
                  </a:lnTo>
                  <a:lnTo>
                    <a:pt x="8054" y="8581"/>
                  </a:lnTo>
                  <a:lnTo>
                    <a:pt x="8054" y="8406"/>
                  </a:lnTo>
                  <a:lnTo>
                    <a:pt x="7761" y="8172"/>
                  </a:lnTo>
                  <a:lnTo>
                    <a:pt x="7467" y="7940"/>
                  </a:lnTo>
                  <a:lnTo>
                    <a:pt x="7248" y="7706"/>
                  </a:lnTo>
                  <a:lnTo>
                    <a:pt x="7174" y="7590"/>
                  </a:lnTo>
                  <a:lnTo>
                    <a:pt x="7174" y="7531"/>
                  </a:lnTo>
                  <a:lnTo>
                    <a:pt x="7835" y="7063"/>
                  </a:lnTo>
                  <a:lnTo>
                    <a:pt x="8274" y="6772"/>
                  </a:lnTo>
                  <a:lnTo>
                    <a:pt x="8346" y="7006"/>
                  </a:lnTo>
                  <a:lnTo>
                    <a:pt x="8493" y="7181"/>
                  </a:lnTo>
                  <a:lnTo>
                    <a:pt x="8639" y="7356"/>
                  </a:lnTo>
                  <a:lnTo>
                    <a:pt x="8859" y="7590"/>
                  </a:lnTo>
                  <a:lnTo>
                    <a:pt x="9152" y="7706"/>
                  </a:lnTo>
                  <a:lnTo>
                    <a:pt x="9372" y="7765"/>
                  </a:lnTo>
                  <a:lnTo>
                    <a:pt x="9591" y="7706"/>
                  </a:lnTo>
                  <a:lnTo>
                    <a:pt x="9665" y="7590"/>
                  </a:lnTo>
                  <a:lnTo>
                    <a:pt x="9737" y="7531"/>
                  </a:lnTo>
                  <a:lnTo>
                    <a:pt x="9737" y="7356"/>
                  </a:lnTo>
                  <a:lnTo>
                    <a:pt x="9665" y="7238"/>
                  </a:lnTo>
                  <a:lnTo>
                    <a:pt x="9517" y="7122"/>
                  </a:lnTo>
                  <a:lnTo>
                    <a:pt x="9226" y="6888"/>
                  </a:lnTo>
                  <a:lnTo>
                    <a:pt x="9006" y="6713"/>
                  </a:lnTo>
                  <a:lnTo>
                    <a:pt x="8933" y="6481"/>
                  </a:lnTo>
                  <a:lnTo>
                    <a:pt x="8933" y="6363"/>
                  </a:lnTo>
                  <a:lnTo>
                    <a:pt x="9957" y="5604"/>
                  </a:lnTo>
                  <a:lnTo>
                    <a:pt x="10104" y="5779"/>
                  </a:lnTo>
                  <a:lnTo>
                    <a:pt x="10324" y="6131"/>
                  </a:lnTo>
                  <a:lnTo>
                    <a:pt x="10689" y="6422"/>
                  </a:lnTo>
                  <a:lnTo>
                    <a:pt x="10837" y="6481"/>
                  </a:lnTo>
                  <a:lnTo>
                    <a:pt x="10983" y="6538"/>
                  </a:lnTo>
                  <a:lnTo>
                    <a:pt x="11128" y="6481"/>
                  </a:lnTo>
                  <a:lnTo>
                    <a:pt x="11276" y="6422"/>
                  </a:lnTo>
                  <a:lnTo>
                    <a:pt x="11348" y="6306"/>
                  </a:lnTo>
                  <a:lnTo>
                    <a:pt x="11348" y="6131"/>
                  </a:lnTo>
                  <a:lnTo>
                    <a:pt x="11276" y="6013"/>
                  </a:lnTo>
                  <a:lnTo>
                    <a:pt x="10470" y="5254"/>
                  </a:lnTo>
                  <a:lnTo>
                    <a:pt x="11935" y="4203"/>
                  </a:lnTo>
                  <a:lnTo>
                    <a:pt x="12007" y="4319"/>
                  </a:lnTo>
                  <a:lnTo>
                    <a:pt x="12300" y="4903"/>
                  </a:lnTo>
                  <a:lnTo>
                    <a:pt x="12374" y="5021"/>
                  </a:lnTo>
                  <a:lnTo>
                    <a:pt x="12448" y="5079"/>
                  </a:lnTo>
                  <a:lnTo>
                    <a:pt x="12739" y="5079"/>
                  </a:lnTo>
                  <a:lnTo>
                    <a:pt x="12887" y="5021"/>
                  </a:lnTo>
                  <a:lnTo>
                    <a:pt x="12959" y="4903"/>
                  </a:lnTo>
                  <a:lnTo>
                    <a:pt x="13033" y="4787"/>
                  </a:lnTo>
                  <a:lnTo>
                    <a:pt x="12959" y="4671"/>
                  </a:lnTo>
                  <a:lnTo>
                    <a:pt x="12739" y="4144"/>
                  </a:lnTo>
                  <a:lnTo>
                    <a:pt x="12520" y="3853"/>
                  </a:lnTo>
                  <a:lnTo>
                    <a:pt x="13985" y="2744"/>
                  </a:lnTo>
                  <a:lnTo>
                    <a:pt x="14059" y="3094"/>
                  </a:lnTo>
                  <a:lnTo>
                    <a:pt x="14131" y="3387"/>
                  </a:lnTo>
                  <a:lnTo>
                    <a:pt x="14278" y="3737"/>
                  </a:lnTo>
                  <a:lnTo>
                    <a:pt x="14424" y="4028"/>
                  </a:lnTo>
                  <a:lnTo>
                    <a:pt x="14570" y="4144"/>
                  </a:lnTo>
                  <a:lnTo>
                    <a:pt x="14789" y="4203"/>
                  </a:lnTo>
                  <a:lnTo>
                    <a:pt x="15083" y="4087"/>
                  </a:lnTo>
                  <a:lnTo>
                    <a:pt x="15228" y="3969"/>
                  </a:lnTo>
                  <a:lnTo>
                    <a:pt x="15302" y="3794"/>
                  </a:lnTo>
                  <a:lnTo>
                    <a:pt x="15302" y="3678"/>
                  </a:lnTo>
                  <a:lnTo>
                    <a:pt x="15228" y="3562"/>
                  </a:lnTo>
                  <a:lnTo>
                    <a:pt x="15083" y="3444"/>
                  </a:lnTo>
                  <a:lnTo>
                    <a:pt x="14937" y="3444"/>
                  </a:lnTo>
                  <a:lnTo>
                    <a:pt x="14644" y="2919"/>
                  </a:lnTo>
                  <a:lnTo>
                    <a:pt x="14424" y="2453"/>
                  </a:lnTo>
                  <a:lnTo>
                    <a:pt x="15448" y="1751"/>
                  </a:lnTo>
                  <a:lnTo>
                    <a:pt x="16400" y="1168"/>
                  </a:lnTo>
                  <a:lnTo>
                    <a:pt x="16694" y="993"/>
                  </a:lnTo>
                  <a:lnTo>
                    <a:pt x="16987" y="875"/>
                  </a:lnTo>
                  <a:lnTo>
                    <a:pt x="17646" y="759"/>
                  </a:lnTo>
                  <a:close/>
                  <a:moveTo>
                    <a:pt x="6954" y="11559"/>
                  </a:moveTo>
                  <a:lnTo>
                    <a:pt x="6883" y="11850"/>
                  </a:lnTo>
                  <a:lnTo>
                    <a:pt x="6589" y="11675"/>
                  </a:lnTo>
                  <a:lnTo>
                    <a:pt x="6954" y="11559"/>
                  </a:lnTo>
                  <a:close/>
                  <a:moveTo>
                    <a:pt x="10176" y="9807"/>
                  </a:moveTo>
                  <a:lnTo>
                    <a:pt x="9446" y="11559"/>
                  </a:lnTo>
                  <a:lnTo>
                    <a:pt x="9446" y="11675"/>
                  </a:lnTo>
                  <a:lnTo>
                    <a:pt x="9152" y="11850"/>
                  </a:lnTo>
                  <a:lnTo>
                    <a:pt x="9152" y="11618"/>
                  </a:lnTo>
                  <a:lnTo>
                    <a:pt x="9226" y="10916"/>
                  </a:lnTo>
                  <a:lnTo>
                    <a:pt x="9446" y="10275"/>
                  </a:lnTo>
                  <a:lnTo>
                    <a:pt x="10030" y="9925"/>
                  </a:lnTo>
                  <a:lnTo>
                    <a:pt x="10176" y="9807"/>
                  </a:lnTo>
                  <a:close/>
                  <a:moveTo>
                    <a:pt x="8565" y="10741"/>
                  </a:moveTo>
                  <a:lnTo>
                    <a:pt x="8420" y="11325"/>
                  </a:lnTo>
                  <a:lnTo>
                    <a:pt x="8420" y="12084"/>
                  </a:lnTo>
                  <a:lnTo>
                    <a:pt x="8565" y="12143"/>
                  </a:lnTo>
                  <a:lnTo>
                    <a:pt x="7761" y="12610"/>
                  </a:lnTo>
                  <a:lnTo>
                    <a:pt x="7615" y="12493"/>
                  </a:lnTo>
                  <a:lnTo>
                    <a:pt x="7761" y="12376"/>
                  </a:lnTo>
                  <a:lnTo>
                    <a:pt x="7835" y="12201"/>
                  </a:lnTo>
                  <a:lnTo>
                    <a:pt x="7835" y="12084"/>
                  </a:lnTo>
                  <a:lnTo>
                    <a:pt x="7761" y="11968"/>
                  </a:lnTo>
                  <a:lnTo>
                    <a:pt x="7687" y="11909"/>
                  </a:lnTo>
                  <a:lnTo>
                    <a:pt x="7615" y="11909"/>
                  </a:lnTo>
                  <a:lnTo>
                    <a:pt x="7761" y="11500"/>
                  </a:lnTo>
                  <a:lnTo>
                    <a:pt x="7835" y="11150"/>
                  </a:lnTo>
                  <a:lnTo>
                    <a:pt x="7835" y="11091"/>
                  </a:lnTo>
                  <a:lnTo>
                    <a:pt x="8565" y="10741"/>
                  </a:lnTo>
                  <a:close/>
                  <a:moveTo>
                    <a:pt x="2196" y="9750"/>
                  </a:moveTo>
                  <a:lnTo>
                    <a:pt x="2709" y="9866"/>
                  </a:lnTo>
                  <a:lnTo>
                    <a:pt x="3148" y="10041"/>
                  </a:lnTo>
                  <a:lnTo>
                    <a:pt x="3513" y="10275"/>
                  </a:lnTo>
                  <a:lnTo>
                    <a:pt x="3880" y="10625"/>
                  </a:lnTo>
                  <a:lnTo>
                    <a:pt x="4613" y="11268"/>
                  </a:lnTo>
                  <a:lnTo>
                    <a:pt x="5417" y="11850"/>
                  </a:lnTo>
                  <a:lnTo>
                    <a:pt x="6296" y="12376"/>
                  </a:lnTo>
                  <a:lnTo>
                    <a:pt x="6663" y="12668"/>
                  </a:lnTo>
                  <a:lnTo>
                    <a:pt x="7028" y="12960"/>
                  </a:lnTo>
                  <a:lnTo>
                    <a:pt x="7028" y="13019"/>
                  </a:lnTo>
                  <a:lnTo>
                    <a:pt x="6954" y="13194"/>
                  </a:lnTo>
                  <a:lnTo>
                    <a:pt x="6954" y="13369"/>
                  </a:lnTo>
                  <a:lnTo>
                    <a:pt x="7102" y="13485"/>
                  </a:lnTo>
                  <a:lnTo>
                    <a:pt x="7322" y="13544"/>
                  </a:lnTo>
                  <a:lnTo>
                    <a:pt x="7322" y="13778"/>
                  </a:lnTo>
                  <a:lnTo>
                    <a:pt x="7174" y="13837"/>
                  </a:lnTo>
                  <a:lnTo>
                    <a:pt x="6443" y="13894"/>
                  </a:lnTo>
                  <a:lnTo>
                    <a:pt x="6004" y="13485"/>
                  </a:lnTo>
                  <a:lnTo>
                    <a:pt x="5637" y="13135"/>
                  </a:lnTo>
                  <a:lnTo>
                    <a:pt x="4320" y="11909"/>
                  </a:lnTo>
                  <a:lnTo>
                    <a:pt x="3222" y="10975"/>
                  </a:lnTo>
                  <a:lnTo>
                    <a:pt x="2635" y="10509"/>
                  </a:lnTo>
                  <a:lnTo>
                    <a:pt x="2341" y="10334"/>
                  </a:lnTo>
                  <a:lnTo>
                    <a:pt x="1976" y="10216"/>
                  </a:lnTo>
                  <a:lnTo>
                    <a:pt x="2196" y="9750"/>
                  </a:lnTo>
                  <a:close/>
                  <a:moveTo>
                    <a:pt x="17426" y="0"/>
                  </a:moveTo>
                  <a:lnTo>
                    <a:pt x="16913" y="116"/>
                  </a:lnTo>
                  <a:lnTo>
                    <a:pt x="16400" y="291"/>
                  </a:lnTo>
                  <a:lnTo>
                    <a:pt x="15961" y="525"/>
                  </a:lnTo>
                  <a:lnTo>
                    <a:pt x="15522" y="759"/>
                  </a:lnTo>
                  <a:lnTo>
                    <a:pt x="14278" y="1634"/>
                  </a:lnTo>
                  <a:lnTo>
                    <a:pt x="13033" y="2510"/>
                  </a:lnTo>
                  <a:lnTo>
                    <a:pt x="8054" y="6013"/>
                  </a:lnTo>
                  <a:lnTo>
                    <a:pt x="5637" y="7706"/>
                  </a:lnTo>
                  <a:lnTo>
                    <a:pt x="4613" y="8406"/>
                  </a:lnTo>
                  <a:lnTo>
                    <a:pt x="4174" y="8815"/>
                  </a:lnTo>
                  <a:lnTo>
                    <a:pt x="3733" y="9224"/>
                  </a:lnTo>
                  <a:lnTo>
                    <a:pt x="3513" y="9282"/>
                  </a:lnTo>
                  <a:lnTo>
                    <a:pt x="3441" y="9457"/>
                  </a:lnTo>
                  <a:lnTo>
                    <a:pt x="3074" y="9282"/>
                  </a:lnTo>
                  <a:lnTo>
                    <a:pt x="2709" y="9224"/>
                  </a:lnTo>
                  <a:lnTo>
                    <a:pt x="2341" y="9166"/>
                  </a:lnTo>
                  <a:lnTo>
                    <a:pt x="1902" y="9166"/>
                  </a:lnTo>
                  <a:lnTo>
                    <a:pt x="1683" y="9224"/>
                  </a:lnTo>
                  <a:lnTo>
                    <a:pt x="1537" y="9399"/>
                  </a:lnTo>
                  <a:lnTo>
                    <a:pt x="1244" y="10216"/>
                  </a:lnTo>
                  <a:lnTo>
                    <a:pt x="1244" y="10334"/>
                  </a:lnTo>
                  <a:lnTo>
                    <a:pt x="1317" y="10450"/>
                  </a:lnTo>
                  <a:lnTo>
                    <a:pt x="1391" y="10509"/>
                  </a:lnTo>
                  <a:lnTo>
                    <a:pt x="1537" y="10566"/>
                  </a:lnTo>
                  <a:lnTo>
                    <a:pt x="1830" y="10916"/>
                  </a:lnTo>
                  <a:lnTo>
                    <a:pt x="2196" y="11268"/>
                  </a:lnTo>
                  <a:lnTo>
                    <a:pt x="3002" y="11909"/>
                  </a:lnTo>
                  <a:lnTo>
                    <a:pt x="4759" y="13544"/>
                  </a:lnTo>
                  <a:lnTo>
                    <a:pt x="5417" y="14244"/>
                  </a:lnTo>
                  <a:lnTo>
                    <a:pt x="5857" y="14594"/>
                  </a:lnTo>
                  <a:lnTo>
                    <a:pt x="6296" y="14828"/>
                  </a:lnTo>
                  <a:lnTo>
                    <a:pt x="6589" y="14887"/>
                  </a:lnTo>
                  <a:lnTo>
                    <a:pt x="6809" y="14887"/>
                  </a:lnTo>
                  <a:lnTo>
                    <a:pt x="7028" y="14769"/>
                  </a:lnTo>
                  <a:lnTo>
                    <a:pt x="7174" y="14594"/>
                  </a:lnTo>
                  <a:lnTo>
                    <a:pt x="7615" y="14537"/>
                  </a:lnTo>
                  <a:lnTo>
                    <a:pt x="7907" y="14419"/>
                  </a:lnTo>
                  <a:lnTo>
                    <a:pt x="8126" y="14244"/>
                  </a:lnTo>
                  <a:lnTo>
                    <a:pt x="8274" y="14012"/>
                  </a:lnTo>
                  <a:lnTo>
                    <a:pt x="8274" y="13603"/>
                  </a:lnTo>
                  <a:lnTo>
                    <a:pt x="8200" y="13253"/>
                  </a:lnTo>
                  <a:lnTo>
                    <a:pt x="10617" y="12025"/>
                  </a:lnTo>
                  <a:lnTo>
                    <a:pt x="13033" y="10741"/>
                  </a:lnTo>
                  <a:lnTo>
                    <a:pt x="15302" y="9399"/>
                  </a:lnTo>
                  <a:lnTo>
                    <a:pt x="17572" y="7997"/>
                  </a:lnTo>
                  <a:lnTo>
                    <a:pt x="18524" y="7415"/>
                  </a:lnTo>
                  <a:lnTo>
                    <a:pt x="19402" y="6713"/>
                  </a:lnTo>
                  <a:lnTo>
                    <a:pt x="20209" y="5955"/>
                  </a:lnTo>
                  <a:lnTo>
                    <a:pt x="20574" y="5546"/>
                  </a:lnTo>
                  <a:lnTo>
                    <a:pt x="20867" y="5137"/>
                  </a:lnTo>
                  <a:lnTo>
                    <a:pt x="21161" y="4728"/>
                  </a:lnTo>
                  <a:lnTo>
                    <a:pt x="21380" y="4262"/>
                  </a:lnTo>
                  <a:lnTo>
                    <a:pt x="21526" y="3794"/>
                  </a:lnTo>
                  <a:lnTo>
                    <a:pt x="21600" y="3387"/>
                  </a:lnTo>
                  <a:lnTo>
                    <a:pt x="21600" y="2919"/>
                  </a:lnTo>
                  <a:lnTo>
                    <a:pt x="21526" y="2453"/>
                  </a:lnTo>
                  <a:lnTo>
                    <a:pt x="21307" y="1985"/>
                  </a:lnTo>
                  <a:lnTo>
                    <a:pt x="21013" y="1518"/>
                  </a:lnTo>
                  <a:lnTo>
                    <a:pt x="20722" y="1168"/>
                  </a:lnTo>
                  <a:lnTo>
                    <a:pt x="20354" y="818"/>
                  </a:lnTo>
                  <a:lnTo>
                    <a:pt x="19915" y="584"/>
                  </a:lnTo>
                  <a:lnTo>
                    <a:pt x="19476" y="350"/>
                  </a:lnTo>
                  <a:lnTo>
                    <a:pt x="18963" y="175"/>
                  </a:lnTo>
                  <a:lnTo>
                    <a:pt x="18524" y="59"/>
                  </a:lnTo>
                  <a:lnTo>
                    <a:pt x="17939" y="0"/>
                  </a:lnTo>
                  <a:close/>
                  <a:moveTo>
                    <a:pt x="3952" y="19732"/>
                  </a:moveTo>
                  <a:lnTo>
                    <a:pt x="3952" y="20141"/>
                  </a:lnTo>
                  <a:lnTo>
                    <a:pt x="3807" y="20550"/>
                  </a:lnTo>
                  <a:lnTo>
                    <a:pt x="3587" y="20550"/>
                  </a:lnTo>
                  <a:lnTo>
                    <a:pt x="3733" y="20141"/>
                  </a:lnTo>
                  <a:lnTo>
                    <a:pt x="3952" y="19732"/>
                  </a:lnTo>
                  <a:close/>
                  <a:moveTo>
                    <a:pt x="3294" y="14944"/>
                  </a:moveTo>
                  <a:lnTo>
                    <a:pt x="3367" y="15237"/>
                  </a:lnTo>
                  <a:lnTo>
                    <a:pt x="3807" y="16229"/>
                  </a:lnTo>
                  <a:lnTo>
                    <a:pt x="4685" y="18097"/>
                  </a:lnTo>
                  <a:lnTo>
                    <a:pt x="4833" y="18681"/>
                  </a:lnTo>
                  <a:lnTo>
                    <a:pt x="4904" y="19265"/>
                  </a:lnTo>
                  <a:lnTo>
                    <a:pt x="4833" y="19790"/>
                  </a:lnTo>
                  <a:lnTo>
                    <a:pt x="4685" y="20082"/>
                  </a:lnTo>
                  <a:lnTo>
                    <a:pt x="4539" y="20316"/>
                  </a:lnTo>
                  <a:lnTo>
                    <a:pt x="4613" y="20024"/>
                  </a:lnTo>
                  <a:lnTo>
                    <a:pt x="4539" y="19790"/>
                  </a:lnTo>
                  <a:lnTo>
                    <a:pt x="4393" y="19615"/>
                  </a:lnTo>
                  <a:lnTo>
                    <a:pt x="4246" y="19440"/>
                  </a:lnTo>
                  <a:lnTo>
                    <a:pt x="4026" y="19381"/>
                  </a:lnTo>
                  <a:lnTo>
                    <a:pt x="3733" y="19381"/>
                  </a:lnTo>
                  <a:lnTo>
                    <a:pt x="3661" y="19499"/>
                  </a:lnTo>
                  <a:lnTo>
                    <a:pt x="3661" y="19615"/>
                  </a:lnTo>
                  <a:lnTo>
                    <a:pt x="3148" y="20141"/>
                  </a:lnTo>
                  <a:lnTo>
                    <a:pt x="3002" y="20433"/>
                  </a:lnTo>
                  <a:lnTo>
                    <a:pt x="2854" y="20725"/>
                  </a:lnTo>
                  <a:lnTo>
                    <a:pt x="2709" y="20725"/>
                  </a:lnTo>
                  <a:lnTo>
                    <a:pt x="3148" y="19907"/>
                  </a:lnTo>
                  <a:lnTo>
                    <a:pt x="3513" y="19090"/>
                  </a:lnTo>
                  <a:lnTo>
                    <a:pt x="3513" y="19031"/>
                  </a:lnTo>
                  <a:lnTo>
                    <a:pt x="3441" y="18972"/>
                  </a:lnTo>
                  <a:lnTo>
                    <a:pt x="3367" y="18972"/>
                  </a:lnTo>
                  <a:lnTo>
                    <a:pt x="3294" y="19031"/>
                  </a:lnTo>
                  <a:lnTo>
                    <a:pt x="2635" y="19732"/>
                  </a:lnTo>
                  <a:lnTo>
                    <a:pt x="2050" y="20550"/>
                  </a:lnTo>
                  <a:lnTo>
                    <a:pt x="1757" y="20433"/>
                  </a:lnTo>
                  <a:lnTo>
                    <a:pt x="1757" y="20257"/>
                  </a:lnTo>
                  <a:lnTo>
                    <a:pt x="2050" y="19790"/>
                  </a:lnTo>
                  <a:lnTo>
                    <a:pt x="2341" y="19324"/>
                  </a:lnTo>
                  <a:lnTo>
                    <a:pt x="2709" y="18856"/>
                  </a:lnTo>
                  <a:lnTo>
                    <a:pt x="3074" y="18390"/>
                  </a:lnTo>
                  <a:lnTo>
                    <a:pt x="3074" y="18331"/>
                  </a:lnTo>
                  <a:lnTo>
                    <a:pt x="3002" y="18272"/>
                  </a:lnTo>
                  <a:lnTo>
                    <a:pt x="2928" y="18331"/>
                  </a:lnTo>
                  <a:lnTo>
                    <a:pt x="2270" y="18797"/>
                  </a:lnTo>
                  <a:lnTo>
                    <a:pt x="1902" y="19090"/>
                  </a:lnTo>
                  <a:lnTo>
                    <a:pt x="1611" y="19381"/>
                  </a:lnTo>
                  <a:lnTo>
                    <a:pt x="1391" y="19732"/>
                  </a:lnTo>
                  <a:lnTo>
                    <a:pt x="1172" y="20082"/>
                  </a:lnTo>
                  <a:lnTo>
                    <a:pt x="1098" y="20024"/>
                  </a:lnTo>
                  <a:lnTo>
                    <a:pt x="1244" y="19849"/>
                  </a:lnTo>
                  <a:lnTo>
                    <a:pt x="1317" y="19674"/>
                  </a:lnTo>
                  <a:lnTo>
                    <a:pt x="2270" y="18506"/>
                  </a:lnTo>
                  <a:lnTo>
                    <a:pt x="2635" y="17922"/>
                  </a:lnTo>
                  <a:lnTo>
                    <a:pt x="2928" y="17281"/>
                  </a:lnTo>
                  <a:lnTo>
                    <a:pt x="2854" y="17222"/>
                  </a:lnTo>
                  <a:lnTo>
                    <a:pt x="2783" y="17222"/>
                  </a:lnTo>
                  <a:lnTo>
                    <a:pt x="2122" y="17806"/>
                  </a:lnTo>
                  <a:lnTo>
                    <a:pt x="1463" y="18390"/>
                  </a:lnTo>
                  <a:lnTo>
                    <a:pt x="1683" y="18097"/>
                  </a:lnTo>
                  <a:lnTo>
                    <a:pt x="2489" y="17106"/>
                  </a:lnTo>
                  <a:lnTo>
                    <a:pt x="3294" y="16112"/>
                  </a:lnTo>
                  <a:lnTo>
                    <a:pt x="3294" y="15996"/>
                  </a:lnTo>
                  <a:lnTo>
                    <a:pt x="3222" y="15879"/>
                  </a:lnTo>
                  <a:lnTo>
                    <a:pt x="3002" y="15879"/>
                  </a:lnTo>
                  <a:lnTo>
                    <a:pt x="2635" y="16171"/>
                  </a:lnTo>
                  <a:lnTo>
                    <a:pt x="3002" y="15587"/>
                  </a:lnTo>
                  <a:lnTo>
                    <a:pt x="3294" y="14944"/>
                  </a:lnTo>
                  <a:close/>
                  <a:moveTo>
                    <a:pt x="3074" y="13953"/>
                  </a:moveTo>
                  <a:lnTo>
                    <a:pt x="2928" y="14012"/>
                  </a:lnTo>
                  <a:lnTo>
                    <a:pt x="2783" y="14187"/>
                  </a:lnTo>
                  <a:lnTo>
                    <a:pt x="2783" y="14419"/>
                  </a:lnTo>
                  <a:lnTo>
                    <a:pt x="2415" y="14887"/>
                  </a:lnTo>
                  <a:lnTo>
                    <a:pt x="2196" y="15353"/>
                  </a:lnTo>
                  <a:lnTo>
                    <a:pt x="1317" y="16872"/>
                  </a:lnTo>
                  <a:lnTo>
                    <a:pt x="585" y="18156"/>
                  </a:lnTo>
                  <a:lnTo>
                    <a:pt x="291" y="18797"/>
                  </a:lnTo>
                  <a:lnTo>
                    <a:pt x="72" y="19499"/>
                  </a:lnTo>
                  <a:lnTo>
                    <a:pt x="0" y="19732"/>
                  </a:lnTo>
                  <a:lnTo>
                    <a:pt x="0" y="19907"/>
                  </a:lnTo>
                  <a:lnTo>
                    <a:pt x="146" y="20257"/>
                  </a:lnTo>
                  <a:lnTo>
                    <a:pt x="439" y="20550"/>
                  </a:lnTo>
                  <a:lnTo>
                    <a:pt x="804" y="20841"/>
                  </a:lnTo>
                  <a:lnTo>
                    <a:pt x="878" y="20959"/>
                  </a:lnTo>
                  <a:lnTo>
                    <a:pt x="1024" y="21016"/>
                  </a:lnTo>
                  <a:lnTo>
                    <a:pt x="1172" y="21075"/>
                  </a:lnTo>
                  <a:lnTo>
                    <a:pt x="1317" y="21075"/>
                  </a:lnTo>
                  <a:lnTo>
                    <a:pt x="1463" y="21134"/>
                  </a:lnTo>
                  <a:lnTo>
                    <a:pt x="1757" y="21250"/>
                  </a:lnTo>
                  <a:lnTo>
                    <a:pt x="1902" y="21366"/>
                  </a:lnTo>
                  <a:lnTo>
                    <a:pt x="2196" y="21366"/>
                  </a:lnTo>
                  <a:lnTo>
                    <a:pt x="2854" y="21541"/>
                  </a:lnTo>
                  <a:lnTo>
                    <a:pt x="2928" y="21600"/>
                  </a:lnTo>
                  <a:lnTo>
                    <a:pt x="3367" y="21600"/>
                  </a:lnTo>
                  <a:lnTo>
                    <a:pt x="3807" y="21541"/>
                  </a:lnTo>
                  <a:lnTo>
                    <a:pt x="4246" y="21425"/>
                  </a:lnTo>
                  <a:lnTo>
                    <a:pt x="4613" y="21309"/>
                  </a:lnTo>
                  <a:lnTo>
                    <a:pt x="4978" y="21134"/>
                  </a:lnTo>
                  <a:lnTo>
                    <a:pt x="5198" y="20900"/>
                  </a:lnTo>
                  <a:lnTo>
                    <a:pt x="5417" y="20666"/>
                  </a:lnTo>
                  <a:lnTo>
                    <a:pt x="5563" y="20433"/>
                  </a:lnTo>
                  <a:lnTo>
                    <a:pt x="5711" y="20199"/>
                  </a:lnTo>
                  <a:lnTo>
                    <a:pt x="5857" y="19615"/>
                  </a:lnTo>
                  <a:lnTo>
                    <a:pt x="5857" y="19031"/>
                  </a:lnTo>
                  <a:lnTo>
                    <a:pt x="5711" y="18447"/>
                  </a:lnTo>
                  <a:lnTo>
                    <a:pt x="5563" y="17865"/>
                  </a:lnTo>
                  <a:lnTo>
                    <a:pt x="5344" y="17338"/>
                  </a:lnTo>
                  <a:lnTo>
                    <a:pt x="4100" y="14419"/>
                  </a:lnTo>
                  <a:lnTo>
                    <a:pt x="3952" y="14244"/>
                  </a:lnTo>
                  <a:lnTo>
                    <a:pt x="3733" y="14128"/>
                  </a:lnTo>
                  <a:lnTo>
                    <a:pt x="3513" y="14012"/>
                  </a:lnTo>
                  <a:lnTo>
                    <a:pt x="3294" y="13953"/>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363" name="Google Shape;419;p8"/>
            <p:cNvSpPr/>
            <p:nvPr/>
          </p:nvSpPr>
          <p:spPr>
            <a:xfrm>
              <a:off x="433019" y="3226251"/>
              <a:ext cx="485163" cy="4778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609" y="5647"/>
                  </a:moveTo>
                  <a:lnTo>
                    <a:pt x="11718" y="5702"/>
                  </a:lnTo>
                  <a:lnTo>
                    <a:pt x="11880" y="5811"/>
                  </a:lnTo>
                  <a:lnTo>
                    <a:pt x="12096" y="6085"/>
                  </a:lnTo>
                  <a:lnTo>
                    <a:pt x="12204" y="6413"/>
                  </a:lnTo>
                  <a:lnTo>
                    <a:pt x="12311" y="6744"/>
                  </a:lnTo>
                  <a:lnTo>
                    <a:pt x="12366" y="7017"/>
                  </a:lnTo>
                  <a:lnTo>
                    <a:pt x="12366" y="7619"/>
                  </a:lnTo>
                  <a:lnTo>
                    <a:pt x="12204" y="7894"/>
                  </a:lnTo>
                  <a:lnTo>
                    <a:pt x="11987" y="6962"/>
                  </a:lnTo>
                  <a:lnTo>
                    <a:pt x="11825" y="6304"/>
                  </a:lnTo>
                  <a:lnTo>
                    <a:pt x="11718" y="5975"/>
                  </a:lnTo>
                  <a:lnTo>
                    <a:pt x="11609" y="5647"/>
                  </a:lnTo>
                  <a:close/>
                  <a:moveTo>
                    <a:pt x="6371" y="7566"/>
                  </a:moveTo>
                  <a:lnTo>
                    <a:pt x="6588" y="7784"/>
                  </a:lnTo>
                  <a:lnTo>
                    <a:pt x="6750" y="8004"/>
                  </a:lnTo>
                  <a:lnTo>
                    <a:pt x="6911" y="8223"/>
                  </a:lnTo>
                  <a:lnTo>
                    <a:pt x="7019" y="8497"/>
                  </a:lnTo>
                  <a:lnTo>
                    <a:pt x="7019" y="9045"/>
                  </a:lnTo>
                  <a:lnTo>
                    <a:pt x="6857" y="9154"/>
                  </a:lnTo>
                  <a:lnTo>
                    <a:pt x="6695" y="9320"/>
                  </a:lnTo>
                  <a:lnTo>
                    <a:pt x="6533" y="8936"/>
                  </a:lnTo>
                  <a:lnTo>
                    <a:pt x="6371" y="8497"/>
                  </a:lnTo>
                  <a:lnTo>
                    <a:pt x="6318" y="8059"/>
                  </a:lnTo>
                  <a:lnTo>
                    <a:pt x="6318" y="7675"/>
                  </a:lnTo>
                  <a:lnTo>
                    <a:pt x="6371" y="7566"/>
                  </a:lnTo>
                  <a:close/>
                  <a:moveTo>
                    <a:pt x="9720" y="11349"/>
                  </a:moveTo>
                  <a:lnTo>
                    <a:pt x="9882" y="11458"/>
                  </a:lnTo>
                  <a:lnTo>
                    <a:pt x="9990" y="11677"/>
                  </a:lnTo>
                  <a:lnTo>
                    <a:pt x="10206" y="12061"/>
                  </a:lnTo>
                  <a:lnTo>
                    <a:pt x="10799" y="12993"/>
                  </a:lnTo>
                  <a:lnTo>
                    <a:pt x="10475" y="13268"/>
                  </a:lnTo>
                  <a:lnTo>
                    <a:pt x="10421" y="13103"/>
                  </a:lnTo>
                  <a:lnTo>
                    <a:pt x="10097" y="12664"/>
                  </a:lnTo>
                  <a:lnTo>
                    <a:pt x="9828" y="12171"/>
                  </a:lnTo>
                  <a:lnTo>
                    <a:pt x="9666" y="11786"/>
                  </a:lnTo>
                  <a:lnTo>
                    <a:pt x="9449" y="11458"/>
                  </a:lnTo>
                  <a:lnTo>
                    <a:pt x="9720" y="11349"/>
                  </a:lnTo>
                  <a:close/>
                  <a:moveTo>
                    <a:pt x="7776" y="12115"/>
                  </a:moveTo>
                  <a:lnTo>
                    <a:pt x="7883" y="12171"/>
                  </a:lnTo>
                  <a:lnTo>
                    <a:pt x="8585" y="14090"/>
                  </a:lnTo>
                  <a:lnTo>
                    <a:pt x="8316" y="14199"/>
                  </a:lnTo>
                  <a:lnTo>
                    <a:pt x="8369" y="13925"/>
                  </a:lnTo>
                  <a:lnTo>
                    <a:pt x="8316" y="13761"/>
                  </a:lnTo>
                  <a:lnTo>
                    <a:pt x="8261" y="13541"/>
                  </a:lnTo>
                  <a:lnTo>
                    <a:pt x="8099" y="13103"/>
                  </a:lnTo>
                  <a:lnTo>
                    <a:pt x="7721" y="12115"/>
                  </a:lnTo>
                  <a:close/>
                  <a:moveTo>
                    <a:pt x="10799" y="14803"/>
                  </a:moveTo>
                  <a:lnTo>
                    <a:pt x="10799" y="15296"/>
                  </a:lnTo>
                  <a:lnTo>
                    <a:pt x="10583" y="14912"/>
                  </a:lnTo>
                  <a:lnTo>
                    <a:pt x="10799" y="14803"/>
                  </a:lnTo>
                  <a:close/>
                  <a:moveTo>
                    <a:pt x="14309" y="13541"/>
                  </a:moveTo>
                  <a:lnTo>
                    <a:pt x="14472" y="13870"/>
                  </a:lnTo>
                  <a:lnTo>
                    <a:pt x="14634" y="14199"/>
                  </a:lnTo>
                  <a:lnTo>
                    <a:pt x="14796" y="14474"/>
                  </a:lnTo>
                  <a:lnTo>
                    <a:pt x="14958" y="14747"/>
                  </a:lnTo>
                  <a:lnTo>
                    <a:pt x="15011" y="14967"/>
                  </a:lnTo>
                  <a:lnTo>
                    <a:pt x="15011" y="15405"/>
                  </a:lnTo>
                  <a:lnTo>
                    <a:pt x="14903" y="15625"/>
                  </a:lnTo>
                  <a:lnTo>
                    <a:pt x="14796" y="15460"/>
                  </a:lnTo>
                  <a:lnTo>
                    <a:pt x="14687" y="15405"/>
                  </a:lnTo>
                  <a:lnTo>
                    <a:pt x="14363" y="14583"/>
                  </a:lnTo>
                  <a:lnTo>
                    <a:pt x="14256" y="14143"/>
                  </a:lnTo>
                  <a:lnTo>
                    <a:pt x="14094" y="13706"/>
                  </a:lnTo>
                  <a:lnTo>
                    <a:pt x="14201" y="13650"/>
                  </a:lnTo>
                  <a:lnTo>
                    <a:pt x="14309" y="13541"/>
                  </a:lnTo>
                  <a:close/>
                  <a:moveTo>
                    <a:pt x="11285" y="14583"/>
                  </a:moveTo>
                  <a:lnTo>
                    <a:pt x="11447" y="14638"/>
                  </a:lnTo>
                  <a:lnTo>
                    <a:pt x="11663" y="14747"/>
                  </a:lnTo>
                  <a:lnTo>
                    <a:pt x="11880" y="14967"/>
                  </a:lnTo>
                  <a:lnTo>
                    <a:pt x="12042" y="15296"/>
                  </a:lnTo>
                  <a:lnTo>
                    <a:pt x="12204" y="15898"/>
                  </a:lnTo>
                  <a:lnTo>
                    <a:pt x="12258" y="16173"/>
                  </a:lnTo>
                  <a:lnTo>
                    <a:pt x="12258" y="16391"/>
                  </a:lnTo>
                  <a:lnTo>
                    <a:pt x="12204" y="16611"/>
                  </a:lnTo>
                  <a:lnTo>
                    <a:pt x="12042" y="16722"/>
                  </a:lnTo>
                  <a:lnTo>
                    <a:pt x="12042" y="16611"/>
                  </a:lnTo>
                  <a:lnTo>
                    <a:pt x="11987" y="16447"/>
                  </a:lnTo>
                  <a:lnTo>
                    <a:pt x="11880" y="16391"/>
                  </a:lnTo>
                  <a:lnTo>
                    <a:pt x="11771" y="16282"/>
                  </a:lnTo>
                  <a:lnTo>
                    <a:pt x="11609" y="15953"/>
                  </a:lnTo>
                  <a:lnTo>
                    <a:pt x="11501" y="15515"/>
                  </a:lnTo>
                  <a:lnTo>
                    <a:pt x="11394" y="14692"/>
                  </a:lnTo>
                  <a:lnTo>
                    <a:pt x="11285" y="14583"/>
                  </a:lnTo>
                  <a:close/>
                  <a:moveTo>
                    <a:pt x="14958" y="1973"/>
                  </a:moveTo>
                  <a:lnTo>
                    <a:pt x="15011" y="2302"/>
                  </a:lnTo>
                  <a:lnTo>
                    <a:pt x="15120" y="2577"/>
                  </a:lnTo>
                  <a:lnTo>
                    <a:pt x="15389" y="3125"/>
                  </a:lnTo>
                  <a:lnTo>
                    <a:pt x="16091" y="4825"/>
                  </a:lnTo>
                  <a:lnTo>
                    <a:pt x="16146" y="4934"/>
                  </a:lnTo>
                  <a:lnTo>
                    <a:pt x="15822" y="5043"/>
                  </a:lnTo>
                  <a:lnTo>
                    <a:pt x="15497" y="5153"/>
                  </a:lnTo>
                  <a:lnTo>
                    <a:pt x="14363" y="5591"/>
                  </a:lnTo>
                  <a:lnTo>
                    <a:pt x="13230" y="6195"/>
                  </a:lnTo>
                  <a:lnTo>
                    <a:pt x="13013" y="6304"/>
                  </a:lnTo>
                  <a:lnTo>
                    <a:pt x="12851" y="6469"/>
                  </a:lnTo>
                  <a:lnTo>
                    <a:pt x="12744" y="6085"/>
                  </a:lnTo>
                  <a:lnTo>
                    <a:pt x="12527" y="5702"/>
                  </a:lnTo>
                  <a:lnTo>
                    <a:pt x="12311" y="5372"/>
                  </a:lnTo>
                  <a:lnTo>
                    <a:pt x="12149" y="5262"/>
                  </a:lnTo>
                  <a:lnTo>
                    <a:pt x="11987" y="5153"/>
                  </a:lnTo>
                  <a:lnTo>
                    <a:pt x="11771" y="5098"/>
                  </a:lnTo>
                  <a:lnTo>
                    <a:pt x="11556" y="5043"/>
                  </a:lnTo>
                  <a:lnTo>
                    <a:pt x="11447" y="5043"/>
                  </a:lnTo>
                  <a:lnTo>
                    <a:pt x="11340" y="5098"/>
                  </a:lnTo>
                  <a:lnTo>
                    <a:pt x="11285" y="5207"/>
                  </a:lnTo>
                  <a:lnTo>
                    <a:pt x="11285" y="5318"/>
                  </a:lnTo>
                  <a:lnTo>
                    <a:pt x="11016" y="5372"/>
                  </a:lnTo>
                  <a:lnTo>
                    <a:pt x="10799" y="5538"/>
                  </a:lnTo>
                  <a:lnTo>
                    <a:pt x="10583" y="5756"/>
                  </a:lnTo>
                  <a:lnTo>
                    <a:pt x="10368" y="5975"/>
                  </a:lnTo>
                  <a:lnTo>
                    <a:pt x="10313" y="6140"/>
                  </a:lnTo>
                  <a:lnTo>
                    <a:pt x="10368" y="6304"/>
                  </a:lnTo>
                  <a:lnTo>
                    <a:pt x="10692" y="7017"/>
                  </a:lnTo>
                  <a:lnTo>
                    <a:pt x="10421" y="7126"/>
                  </a:lnTo>
                  <a:lnTo>
                    <a:pt x="9287" y="7510"/>
                  </a:lnTo>
                  <a:lnTo>
                    <a:pt x="8207" y="7894"/>
                  </a:lnTo>
                  <a:lnTo>
                    <a:pt x="7830" y="8004"/>
                  </a:lnTo>
                  <a:lnTo>
                    <a:pt x="7668" y="8059"/>
                  </a:lnTo>
                  <a:lnTo>
                    <a:pt x="7559" y="8168"/>
                  </a:lnTo>
                  <a:lnTo>
                    <a:pt x="7506" y="8004"/>
                  </a:lnTo>
                  <a:lnTo>
                    <a:pt x="7235" y="7566"/>
                  </a:lnTo>
                  <a:lnTo>
                    <a:pt x="7073" y="7291"/>
                  </a:lnTo>
                  <a:lnTo>
                    <a:pt x="6857" y="7072"/>
                  </a:lnTo>
                  <a:lnTo>
                    <a:pt x="6642" y="6908"/>
                  </a:lnTo>
                  <a:lnTo>
                    <a:pt x="6371" y="6797"/>
                  </a:lnTo>
                  <a:lnTo>
                    <a:pt x="6156" y="6744"/>
                  </a:lnTo>
                  <a:lnTo>
                    <a:pt x="5940" y="6853"/>
                  </a:lnTo>
                  <a:lnTo>
                    <a:pt x="5669" y="6853"/>
                  </a:lnTo>
                  <a:lnTo>
                    <a:pt x="5562" y="6908"/>
                  </a:lnTo>
                  <a:lnTo>
                    <a:pt x="5507" y="7017"/>
                  </a:lnTo>
                  <a:lnTo>
                    <a:pt x="5454" y="7455"/>
                  </a:lnTo>
                  <a:lnTo>
                    <a:pt x="5454" y="7894"/>
                  </a:lnTo>
                  <a:lnTo>
                    <a:pt x="5507" y="8332"/>
                  </a:lnTo>
                  <a:lnTo>
                    <a:pt x="5616" y="8772"/>
                  </a:lnTo>
                  <a:lnTo>
                    <a:pt x="5292" y="8717"/>
                  </a:lnTo>
                  <a:lnTo>
                    <a:pt x="4968" y="8772"/>
                  </a:lnTo>
                  <a:lnTo>
                    <a:pt x="4374" y="8990"/>
                  </a:lnTo>
                  <a:lnTo>
                    <a:pt x="3564" y="9210"/>
                  </a:lnTo>
                  <a:lnTo>
                    <a:pt x="3186" y="9374"/>
                  </a:lnTo>
                  <a:lnTo>
                    <a:pt x="3024" y="9485"/>
                  </a:lnTo>
                  <a:lnTo>
                    <a:pt x="2862" y="9649"/>
                  </a:lnTo>
                  <a:lnTo>
                    <a:pt x="2862" y="9758"/>
                  </a:lnTo>
                  <a:lnTo>
                    <a:pt x="2916" y="9814"/>
                  </a:lnTo>
                  <a:lnTo>
                    <a:pt x="3293" y="9867"/>
                  </a:lnTo>
                  <a:lnTo>
                    <a:pt x="3618" y="9814"/>
                  </a:lnTo>
                  <a:lnTo>
                    <a:pt x="4374" y="9649"/>
                  </a:lnTo>
                  <a:lnTo>
                    <a:pt x="5076" y="9485"/>
                  </a:lnTo>
                  <a:lnTo>
                    <a:pt x="5454" y="9320"/>
                  </a:lnTo>
                  <a:lnTo>
                    <a:pt x="5616" y="9210"/>
                  </a:lnTo>
                  <a:lnTo>
                    <a:pt x="5723" y="9101"/>
                  </a:lnTo>
                  <a:lnTo>
                    <a:pt x="5994" y="9539"/>
                  </a:lnTo>
                  <a:lnTo>
                    <a:pt x="6264" y="9978"/>
                  </a:lnTo>
                  <a:lnTo>
                    <a:pt x="6318" y="10032"/>
                  </a:lnTo>
                  <a:lnTo>
                    <a:pt x="6426" y="10196"/>
                  </a:lnTo>
                  <a:lnTo>
                    <a:pt x="6695" y="10416"/>
                  </a:lnTo>
                  <a:lnTo>
                    <a:pt x="6857" y="10471"/>
                  </a:lnTo>
                  <a:lnTo>
                    <a:pt x="6966" y="10526"/>
                  </a:lnTo>
                  <a:lnTo>
                    <a:pt x="7073" y="10471"/>
                  </a:lnTo>
                  <a:lnTo>
                    <a:pt x="7181" y="10361"/>
                  </a:lnTo>
                  <a:lnTo>
                    <a:pt x="7452" y="9923"/>
                  </a:lnTo>
                  <a:lnTo>
                    <a:pt x="7614" y="9485"/>
                  </a:lnTo>
                  <a:lnTo>
                    <a:pt x="7668" y="9045"/>
                  </a:lnTo>
                  <a:lnTo>
                    <a:pt x="7668" y="8607"/>
                  </a:lnTo>
                  <a:lnTo>
                    <a:pt x="7830" y="8607"/>
                  </a:lnTo>
                  <a:lnTo>
                    <a:pt x="7992" y="8552"/>
                  </a:lnTo>
                  <a:lnTo>
                    <a:pt x="8369" y="8443"/>
                  </a:lnTo>
                  <a:lnTo>
                    <a:pt x="9504" y="8114"/>
                  </a:lnTo>
                  <a:lnTo>
                    <a:pt x="10583" y="7730"/>
                  </a:lnTo>
                  <a:lnTo>
                    <a:pt x="10961" y="7566"/>
                  </a:lnTo>
                  <a:lnTo>
                    <a:pt x="11232" y="8114"/>
                  </a:lnTo>
                  <a:lnTo>
                    <a:pt x="11340" y="8388"/>
                  </a:lnTo>
                  <a:lnTo>
                    <a:pt x="11501" y="8607"/>
                  </a:lnTo>
                  <a:lnTo>
                    <a:pt x="11663" y="8717"/>
                  </a:lnTo>
                  <a:lnTo>
                    <a:pt x="12096" y="8717"/>
                  </a:lnTo>
                  <a:lnTo>
                    <a:pt x="12258" y="8607"/>
                  </a:lnTo>
                  <a:lnTo>
                    <a:pt x="12582" y="8332"/>
                  </a:lnTo>
                  <a:lnTo>
                    <a:pt x="12851" y="8004"/>
                  </a:lnTo>
                  <a:lnTo>
                    <a:pt x="12959" y="7730"/>
                  </a:lnTo>
                  <a:lnTo>
                    <a:pt x="13013" y="7455"/>
                  </a:lnTo>
                  <a:lnTo>
                    <a:pt x="13013" y="7182"/>
                  </a:lnTo>
                  <a:lnTo>
                    <a:pt x="12959" y="6853"/>
                  </a:lnTo>
                  <a:lnTo>
                    <a:pt x="13121" y="6853"/>
                  </a:lnTo>
                  <a:lnTo>
                    <a:pt x="13337" y="6744"/>
                  </a:lnTo>
                  <a:lnTo>
                    <a:pt x="14634" y="6140"/>
                  </a:lnTo>
                  <a:lnTo>
                    <a:pt x="15660" y="5756"/>
                  </a:lnTo>
                  <a:lnTo>
                    <a:pt x="16037" y="5591"/>
                  </a:lnTo>
                  <a:lnTo>
                    <a:pt x="16361" y="5482"/>
                  </a:lnTo>
                  <a:lnTo>
                    <a:pt x="16956" y="6853"/>
                  </a:lnTo>
                  <a:lnTo>
                    <a:pt x="17441" y="8279"/>
                  </a:lnTo>
                  <a:lnTo>
                    <a:pt x="17765" y="9320"/>
                  </a:lnTo>
                  <a:lnTo>
                    <a:pt x="17711" y="9485"/>
                  </a:lnTo>
                  <a:lnTo>
                    <a:pt x="17658" y="9649"/>
                  </a:lnTo>
                  <a:lnTo>
                    <a:pt x="17603" y="9649"/>
                  </a:lnTo>
                  <a:lnTo>
                    <a:pt x="17063" y="9867"/>
                  </a:lnTo>
                  <a:lnTo>
                    <a:pt x="16146" y="10142"/>
                  </a:lnTo>
                  <a:lnTo>
                    <a:pt x="14256" y="10800"/>
                  </a:lnTo>
                  <a:lnTo>
                    <a:pt x="12420" y="11402"/>
                  </a:lnTo>
                  <a:lnTo>
                    <a:pt x="11609" y="11622"/>
                  </a:lnTo>
                  <a:lnTo>
                    <a:pt x="11232" y="11842"/>
                  </a:lnTo>
                  <a:lnTo>
                    <a:pt x="11070" y="11951"/>
                  </a:lnTo>
                  <a:lnTo>
                    <a:pt x="10961" y="12115"/>
                  </a:lnTo>
                  <a:lnTo>
                    <a:pt x="10961" y="12171"/>
                  </a:lnTo>
                  <a:lnTo>
                    <a:pt x="11232" y="12226"/>
                  </a:lnTo>
                  <a:lnTo>
                    <a:pt x="11771" y="12226"/>
                  </a:lnTo>
                  <a:lnTo>
                    <a:pt x="12042" y="12115"/>
                  </a:lnTo>
                  <a:lnTo>
                    <a:pt x="13121" y="11786"/>
                  </a:lnTo>
                  <a:lnTo>
                    <a:pt x="15551" y="11020"/>
                  </a:lnTo>
                  <a:lnTo>
                    <a:pt x="17982" y="10251"/>
                  </a:lnTo>
                  <a:lnTo>
                    <a:pt x="18089" y="10196"/>
                  </a:lnTo>
                  <a:lnTo>
                    <a:pt x="18467" y="11622"/>
                  </a:lnTo>
                  <a:lnTo>
                    <a:pt x="18791" y="12664"/>
                  </a:lnTo>
                  <a:lnTo>
                    <a:pt x="18737" y="12719"/>
                  </a:lnTo>
                  <a:lnTo>
                    <a:pt x="18684" y="12828"/>
                  </a:lnTo>
                  <a:lnTo>
                    <a:pt x="17117" y="13432"/>
                  </a:lnTo>
                  <a:lnTo>
                    <a:pt x="16253" y="13761"/>
                  </a:lnTo>
                  <a:lnTo>
                    <a:pt x="15984" y="13870"/>
                  </a:lnTo>
                  <a:lnTo>
                    <a:pt x="15822" y="14034"/>
                  </a:lnTo>
                  <a:lnTo>
                    <a:pt x="15389" y="14309"/>
                  </a:lnTo>
                  <a:lnTo>
                    <a:pt x="15389" y="14363"/>
                  </a:lnTo>
                  <a:lnTo>
                    <a:pt x="15335" y="14199"/>
                  </a:lnTo>
                  <a:lnTo>
                    <a:pt x="15011" y="13486"/>
                  </a:lnTo>
                  <a:lnTo>
                    <a:pt x="14796" y="13157"/>
                  </a:lnTo>
                  <a:lnTo>
                    <a:pt x="14634" y="13048"/>
                  </a:lnTo>
                  <a:lnTo>
                    <a:pt x="14472" y="12993"/>
                  </a:lnTo>
                  <a:lnTo>
                    <a:pt x="14363" y="12993"/>
                  </a:lnTo>
                  <a:lnTo>
                    <a:pt x="14309" y="13103"/>
                  </a:lnTo>
                  <a:lnTo>
                    <a:pt x="14256" y="13212"/>
                  </a:lnTo>
                  <a:lnTo>
                    <a:pt x="13985" y="13212"/>
                  </a:lnTo>
                  <a:lnTo>
                    <a:pt x="13770" y="13157"/>
                  </a:lnTo>
                  <a:lnTo>
                    <a:pt x="13554" y="13212"/>
                  </a:lnTo>
                  <a:lnTo>
                    <a:pt x="13337" y="13268"/>
                  </a:lnTo>
                  <a:lnTo>
                    <a:pt x="13230" y="13432"/>
                  </a:lnTo>
                  <a:lnTo>
                    <a:pt x="13121" y="13596"/>
                  </a:lnTo>
                  <a:lnTo>
                    <a:pt x="13121" y="13761"/>
                  </a:lnTo>
                  <a:lnTo>
                    <a:pt x="13284" y="14363"/>
                  </a:lnTo>
                  <a:lnTo>
                    <a:pt x="13446" y="15021"/>
                  </a:lnTo>
                  <a:lnTo>
                    <a:pt x="12797" y="15185"/>
                  </a:lnTo>
                  <a:lnTo>
                    <a:pt x="12744" y="15240"/>
                  </a:lnTo>
                  <a:lnTo>
                    <a:pt x="12689" y="15296"/>
                  </a:lnTo>
                  <a:lnTo>
                    <a:pt x="12635" y="15460"/>
                  </a:lnTo>
                  <a:lnTo>
                    <a:pt x="12527" y="15131"/>
                  </a:lnTo>
                  <a:lnTo>
                    <a:pt x="12366" y="14803"/>
                  </a:lnTo>
                  <a:lnTo>
                    <a:pt x="12149" y="14474"/>
                  </a:lnTo>
                  <a:lnTo>
                    <a:pt x="11825" y="14199"/>
                  </a:lnTo>
                  <a:lnTo>
                    <a:pt x="11447" y="14034"/>
                  </a:lnTo>
                  <a:lnTo>
                    <a:pt x="11123" y="14034"/>
                  </a:lnTo>
                  <a:lnTo>
                    <a:pt x="10908" y="14090"/>
                  </a:lnTo>
                  <a:lnTo>
                    <a:pt x="10745" y="14143"/>
                  </a:lnTo>
                  <a:lnTo>
                    <a:pt x="10583" y="14254"/>
                  </a:lnTo>
                  <a:lnTo>
                    <a:pt x="10421" y="14363"/>
                  </a:lnTo>
                  <a:lnTo>
                    <a:pt x="10368" y="14528"/>
                  </a:lnTo>
                  <a:lnTo>
                    <a:pt x="10313" y="14747"/>
                  </a:lnTo>
                  <a:lnTo>
                    <a:pt x="10368" y="14856"/>
                  </a:lnTo>
                  <a:lnTo>
                    <a:pt x="10475" y="14912"/>
                  </a:lnTo>
                  <a:lnTo>
                    <a:pt x="10368" y="15296"/>
                  </a:lnTo>
                  <a:lnTo>
                    <a:pt x="10421" y="15680"/>
                  </a:lnTo>
                  <a:lnTo>
                    <a:pt x="7073" y="16666"/>
                  </a:lnTo>
                  <a:lnTo>
                    <a:pt x="6209" y="16940"/>
                  </a:lnTo>
                  <a:lnTo>
                    <a:pt x="5345" y="17215"/>
                  </a:lnTo>
                  <a:lnTo>
                    <a:pt x="5076" y="17379"/>
                  </a:lnTo>
                  <a:lnTo>
                    <a:pt x="4697" y="15844"/>
                  </a:lnTo>
                  <a:lnTo>
                    <a:pt x="4212" y="14363"/>
                  </a:lnTo>
                  <a:lnTo>
                    <a:pt x="4914" y="14254"/>
                  </a:lnTo>
                  <a:lnTo>
                    <a:pt x="5616" y="14090"/>
                  </a:lnTo>
                  <a:lnTo>
                    <a:pt x="7019" y="13650"/>
                  </a:lnTo>
                  <a:lnTo>
                    <a:pt x="7128" y="13925"/>
                  </a:lnTo>
                  <a:lnTo>
                    <a:pt x="7290" y="14199"/>
                  </a:lnTo>
                  <a:lnTo>
                    <a:pt x="7452" y="14474"/>
                  </a:lnTo>
                  <a:lnTo>
                    <a:pt x="7721" y="14692"/>
                  </a:lnTo>
                  <a:lnTo>
                    <a:pt x="7883" y="14747"/>
                  </a:lnTo>
                  <a:lnTo>
                    <a:pt x="8045" y="14803"/>
                  </a:lnTo>
                  <a:lnTo>
                    <a:pt x="8261" y="14803"/>
                  </a:lnTo>
                  <a:lnTo>
                    <a:pt x="8423" y="14747"/>
                  </a:lnTo>
                  <a:lnTo>
                    <a:pt x="8802" y="14583"/>
                  </a:lnTo>
                  <a:lnTo>
                    <a:pt x="9071" y="14418"/>
                  </a:lnTo>
                  <a:lnTo>
                    <a:pt x="9180" y="14254"/>
                  </a:lnTo>
                  <a:lnTo>
                    <a:pt x="9233" y="14199"/>
                  </a:lnTo>
                  <a:lnTo>
                    <a:pt x="9180" y="14090"/>
                  </a:lnTo>
                  <a:lnTo>
                    <a:pt x="8802" y="13048"/>
                  </a:lnTo>
                  <a:lnTo>
                    <a:pt x="9125" y="13048"/>
                  </a:lnTo>
                  <a:lnTo>
                    <a:pt x="9395" y="12939"/>
                  </a:lnTo>
                  <a:lnTo>
                    <a:pt x="9720" y="13815"/>
                  </a:lnTo>
                  <a:lnTo>
                    <a:pt x="9828" y="13925"/>
                  </a:lnTo>
                  <a:lnTo>
                    <a:pt x="9882" y="13979"/>
                  </a:lnTo>
                  <a:lnTo>
                    <a:pt x="9990" y="13979"/>
                  </a:lnTo>
                  <a:lnTo>
                    <a:pt x="10368" y="13925"/>
                  </a:lnTo>
                  <a:lnTo>
                    <a:pt x="10745" y="13761"/>
                  </a:lnTo>
                  <a:lnTo>
                    <a:pt x="11070" y="13541"/>
                  </a:lnTo>
                  <a:lnTo>
                    <a:pt x="11340" y="13268"/>
                  </a:lnTo>
                  <a:lnTo>
                    <a:pt x="11394" y="13212"/>
                  </a:lnTo>
                  <a:lnTo>
                    <a:pt x="11447" y="13103"/>
                  </a:lnTo>
                  <a:lnTo>
                    <a:pt x="11394" y="12939"/>
                  </a:lnTo>
                  <a:lnTo>
                    <a:pt x="10692" y="11786"/>
                  </a:lnTo>
                  <a:lnTo>
                    <a:pt x="10421" y="11238"/>
                  </a:lnTo>
                  <a:lnTo>
                    <a:pt x="10259" y="10964"/>
                  </a:lnTo>
                  <a:lnTo>
                    <a:pt x="10044" y="10800"/>
                  </a:lnTo>
                  <a:lnTo>
                    <a:pt x="9773" y="10691"/>
                  </a:lnTo>
                  <a:lnTo>
                    <a:pt x="9504" y="10745"/>
                  </a:lnTo>
                  <a:lnTo>
                    <a:pt x="9395" y="10800"/>
                  </a:lnTo>
                  <a:lnTo>
                    <a:pt x="9287" y="10855"/>
                  </a:lnTo>
                  <a:lnTo>
                    <a:pt x="9180" y="10964"/>
                  </a:lnTo>
                  <a:lnTo>
                    <a:pt x="9125" y="11074"/>
                  </a:lnTo>
                  <a:lnTo>
                    <a:pt x="8856" y="11129"/>
                  </a:lnTo>
                  <a:lnTo>
                    <a:pt x="8802" y="11184"/>
                  </a:lnTo>
                  <a:lnTo>
                    <a:pt x="8747" y="11238"/>
                  </a:lnTo>
                  <a:lnTo>
                    <a:pt x="8694" y="11349"/>
                  </a:lnTo>
                  <a:lnTo>
                    <a:pt x="8694" y="11458"/>
                  </a:lnTo>
                  <a:lnTo>
                    <a:pt x="9125" y="12390"/>
                  </a:lnTo>
                  <a:lnTo>
                    <a:pt x="9071" y="12499"/>
                  </a:lnTo>
                  <a:lnTo>
                    <a:pt x="9018" y="12555"/>
                  </a:lnTo>
                  <a:lnTo>
                    <a:pt x="8964" y="12555"/>
                  </a:lnTo>
                  <a:lnTo>
                    <a:pt x="8909" y="12608"/>
                  </a:lnTo>
                  <a:lnTo>
                    <a:pt x="8747" y="12664"/>
                  </a:lnTo>
                  <a:lnTo>
                    <a:pt x="8694" y="12719"/>
                  </a:lnTo>
                  <a:lnTo>
                    <a:pt x="8261" y="11677"/>
                  </a:lnTo>
                  <a:lnTo>
                    <a:pt x="8207" y="11622"/>
                  </a:lnTo>
                  <a:lnTo>
                    <a:pt x="8154" y="11513"/>
                  </a:lnTo>
                  <a:lnTo>
                    <a:pt x="7938" y="11513"/>
                  </a:lnTo>
                  <a:lnTo>
                    <a:pt x="7883" y="11458"/>
                  </a:lnTo>
                  <a:lnTo>
                    <a:pt x="7614" y="11458"/>
                  </a:lnTo>
                  <a:lnTo>
                    <a:pt x="7344" y="11513"/>
                  </a:lnTo>
                  <a:lnTo>
                    <a:pt x="7128" y="11677"/>
                  </a:lnTo>
                  <a:lnTo>
                    <a:pt x="6966" y="11897"/>
                  </a:lnTo>
                  <a:lnTo>
                    <a:pt x="6857" y="12171"/>
                  </a:lnTo>
                  <a:lnTo>
                    <a:pt x="6804" y="12444"/>
                  </a:lnTo>
                  <a:lnTo>
                    <a:pt x="6804" y="12993"/>
                  </a:lnTo>
                  <a:lnTo>
                    <a:pt x="5400" y="13377"/>
                  </a:lnTo>
                  <a:lnTo>
                    <a:pt x="4752" y="13650"/>
                  </a:lnTo>
                  <a:lnTo>
                    <a:pt x="4050" y="13925"/>
                  </a:lnTo>
                  <a:lnTo>
                    <a:pt x="3455" y="11951"/>
                  </a:lnTo>
                  <a:lnTo>
                    <a:pt x="2807" y="9978"/>
                  </a:lnTo>
                  <a:lnTo>
                    <a:pt x="2267" y="8004"/>
                  </a:lnTo>
                  <a:lnTo>
                    <a:pt x="2052" y="7017"/>
                  </a:lnTo>
                  <a:lnTo>
                    <a:pt x="1890" y="5975"/>
                  </a:lnTo>
                  <a:lnTo>
                    <a:pt x="2214" y="5920"/>
                  </a:lnTo>
                  <a:lnTo>
                    <a:pt x="2538" y="5866"/>
                  </a:lnTo>
                  <a:lnTo>
                    <a:pt x="3186" y="5702"/>
                  </a:lnTo>
                  <a:lnTo>
                    <a:pt x="4859" y="5207"/>
                  </a:lnTo>
                  <a:lnTo>
                    <a:pt x="8478" y="4221"/>
                  </a:lnTo>
                  <a:lnTo>
                    <a:pt x="10206" y="3728"/>
                  </a:lnTo>
                  <a:lnTo>
                    <a:pt x="11880" y="3125"/>
                  </a:lnTo>
                  <a:lnTo>
                    <a:pt x="13446" y="2577"/>
                  </a:lnTo>
                  <a:lnTo>
                    <a:pt x="14363" y="2248"/>
                  </a:lnTo>
                  <a:lnTo>
                    <a:pt x="14687" y="2083"/>
                  </a:lnTo>
                  <a:lnTo>
                    <a:pt x="14849" y="2028"/>
                  </a:lnTo>
                  <a:lnTo>
                    <a:pt x="14958" y="1973"/>
                  </a:lnTo>
                  <a:close/>
                  <a:moveTo>
                    <a:pt x="18953" y="13432"/>
                  </a:moveTo>
                  <a:lnTo>
                    <a:pt x="19170" y="14309"/>
                  </a:lnTo>
                  <a:lnTo>
                    <a:pt x="19277" y="14803"/>
                  </a:lnTo>
                  <a:lnTo>
                    <a:pt x="19439" y="15240"/>
                  </a:lnTo>
                  <a:lnTo>
                    <a:pt x="18575" y="15350"/>
                  </a:lnTo>
                  <a:lnTo>
                    <a:pt x="17765" y="15569"/>
                  </a:lnTo>
                  <a:lnTo>
                    <a:pt x="16956" y="15789"/>
                  </a:lnTo>
                  <a:lnTo>
                    <a:pt x="16146" y="16062"/>
                  </a:lnTo>
                  <a:lnTo>
                    <a:pt x="14256" y="16775"/>
                  </a:lnTo>
                  <a:lnTo>
                    <a:pt x="12420" y="17488"/>
                  </a:lnTo>
                  <a:lnTo>
                    <a:pt x="8802" y="18859"/>
                  </a:lnTo>
                  <a:lnTo>
                    <a:pt x="7181" y="19463"/>
                  </a:lnTo>
                  <a:lnTo>
                    <a:pt x="6371" y="19792"/>
                  </a:lnTo>
                  <a:lnTo>
                    <a:pt x="5616" y="20174"/>
                  </a:lnTo>
                  <a:lnTo>
                    <a:pt x="5400" y="18968"/>
                  </a:lnTo>
                  <a:lnTo>
                    <a:pt x="5183" y="17762"/>
                  </a:lnTo>
                  <a:lnTo>
                    <a:pt x="5507" y="17762"/>
                  </a:lnTo>
                  <a:lnTo>
                    <a:pt x="5885" y="17653"/>
                  </a:lnTo>
                  <a:lnTo>
                    <a:pt x="7614" y="17160"/>
                  </a:lnTo>
                  <a:lnTo>
                    <a:pt x="10583" y="16338"/>
                  </a:lnTo>
                  <a:lnTo>
                    <a:pt x="10854" y="16940"/>
                  </a:lnTo>
                  <a:lnTo>
                    <a:pt x="11178" y="17488"/>
                  </a:lnTo>
                  <a:lnTo>
                    <a:pt x="11232" y="17597"/>
                  </a:lnTo>
                  <a:lnTo>
                    <a:pt x="11501" y="17597"/>
                  </a:lnTo>
                  <a:lnTo>
                    <a:pt x="11609" y="17488"/>
                  </a:lnTo>
                  <a:lnTo>
                    <a:pt x="11718" y="17379"/>
                  </a:lnTo>
                  <a:lnTo>
                    <a:pt x="11933" y="17324"/>
                  </a:lnTo>
                  <a:lnTo>
                    <a:pt x="12366" y="17215"/>
                  </a:lnTo>
                  <a:lnTo>
                    <a:pt x="12473" y="17104"/>
                  </a:lnTo>
                  <a:lnTo>
                    <a:pt x="12582" y="16995"/>
                  </a:lnTo>
                  <a:lnTo>
                    <a:pt x="12744" y="16722"/>
                  </a:lnTo>
                  <a:lnTo>
                    <a:pt x="12797" y="16447"/>
                  </a:lnTo>
                  <a:lnTo>
                    <a:pt x="12797" y="16118"/>
                  </a:lnTo>
                  <a:lnTo>
                    <a:pt x="12744" y="15844"/>
                  </a:lnTo>
                  <a:lnTo>
                    <a:pt x="12689" y="15569"/>
                  </a:lnTo>
                  <a:lnTo>
                    <a:pt x="12744" y="15680"/>
                  </a:lnTo>
                  <a:lnTo>
                    <a:pt x="12906" y="15734"/>
                  </a:lnTo>
                  <a:lnTo>
                    <a:pt x="13284" y="15680"/>
                  </a:lnTo>
                  <a:lnTo>
                    <a:pt x="13661" y="15569"/>
                  </a:lnTo>
                  <a:lnTo>
                    <a:pt x="13877" y="15898"/>
                  </a:lnTo>
                  <a:lnTo>
                    <a:pt x="14147" y="16173"/>
                  </a:lnTo>
                  <a:lnTo>
                    <a:pt x="14363" y="16282"/>
                  </a:lnTo>
                  <a:lnTo>
                    <a:pt x="14634" y="16338"/>
                  </a:lnTo>
                  <a:lnTo>
                    <a:pt x="14849" y="16338"/>
                  </a:lnTo>
                  <a:lnTo>
                    <a:pt x="15065" y="16227"/>
                  </a:lnTo>
                  <a:lnTo>
                    <a:pt x="15282" y="16118"/>
                  </a:lnTo>
                  <a:lnTo>
                    <a:pt x="15444" y="15898"/>
                  </a:lnTo>
                  <a:lnTo>
                    <a:pt x="15551" y="15680"/>
                  </a:lnTo>
                  <a:lnTo>
                    <a:pt x="15606" y="15460"/>
                  </a:lnTo>
                  <a:lnTo>
                    <a:pt x="15660" y="15185"/>
                  </a:lnTo>
                  <a:lnTo>
                    <a:pt x="15606" y="14912"/>
                  </a:lnTo>
                  <a:lnTo>
                    <a:pt x="15444" y="14418"/>
                  </a:lnTo>
                  <a:lnTo>
                    <a:pt x="15822" y="14418"/>
                  </a:lnTo>
                  <a:lnTo>
                    <a:pt x="16199" y="14363"/>
                  </a:lnTo>
                  <a:lnTo>
                    <a:pt x="17117" y="14090"/>
                  </a:lnTo>
                  <a:lnTo>
                    <a:pt x="18953" y="13432"/>
                  </a:lnTo>
                  <a:close/>
                  <a:moveTo>
                    <a:pt x="19439" y="15953"/>
                  </a:moveTo>
                  <a:lnTo>
                    <a:pt x="19277" y="16009"/>
                  </a:lnTo>
                  <a:lnTo>
                    <a:pt x="17063" y="16831"/>
                  </a:lnTo>
                  <a:lnTo>
                    <a:pt x="12851" y="18475"/>
                  </a:lnTo>
                  <a:lnTo>
                    <a:pt x="10745" y="19243"/>
                  </a:lnTo>
                  <a:lnTo>
                    <a:pt x="9720" y="19627"/>
                  </a:lnTo>
                  <a:lnTo>
                    <a:pt x="8640" y="19901"/>
                  </a:lnTo>
                  <a:lnTo>
                    <a:pt x="6911" y="20285"/>
                  </a:lnTo>
                  <a:lnTo>
                    <a:pt x="7938" y="19845"/>
                  </a:lnTo>
                  <a:lnTo>
                    <a:pt x="8964" y="19463"/>
                  </a:lnTo>
                  <a:lnTo>
                    <a:pt x="12420" y="18201"/>
                  </a:lnTo>
                  <a:lnTo>
                    <a:pt x="14147" y="17488"/>
                  </a:lnTo>
                  <a:lnTo>
                    <a:pt x="15930" y="16886"/>
                  </a:lnTo>
                  <a:lnTo>
                    <a:pt x="16794" y="16556"/>
                  </a:lnTo>
                  <a:lnTo>
                    <a:pt x="17658" y="16282"/>
                  </a:lnTo>
                  <a:lnTo>
                    <a:pt x="18575" y="16062"/>
                  </a:lnTo>
                  <a:lnTo>
                    <a:pt x="19439" y="15953"/>
                  </a:lnTo>
                  <a:close/>
                  <a:moveTo>
                    <a:pt x="15444" y="713"/>
                  </a:moveTo>
                  <a:lnTo>
                    <a:pt x="15768" y="1589"/>
                  </a:lnTo>
                  <a:lnTo>
                    <a:pt x="16146" y="2521"/>
                  </a:lnTo>
                  <a:lnTo>
                    <a:pt x="16901" y="4276"/>
                  </a:lnTo>
                  <a:lnTo>
                    <a:pt x="17658" y="6249"/>
                  </a:lnTo>
                  <a:lnTo>
                    <a:pt x="18360" y="8168"/>
                  </a:lnTo>
                  <a:lnTo>
                    <a:pt x="18953" y="10032"/>
                  </a:lnTo>
                  <a:lnTo>
                    <a:pt x="19548" y="11842"/>
                  </a:lnTo>
                  <a:lnTo>
                    <a:pt x="20141" y="13706"/>
                  </a:lnTo>
                  <a:lnTo>
                    <a:pt x="20627" y="15569"/>
                  </a:lnTo>
                  <a:lnTo>
                    <a:pt x="20303" y="15569"/>
                  </a:lnTo>
                  <a:lnTo>
                    <a:pt x="19979" y="15680"/>
                  </a:lnTo>
                  <a:lnTo>
                    <a:pt x="19979" y="15405"/>
                  </a:lnTo>
                  <a:lnTo>
                    <a:pt x="20087" y="15296"/>
                  </a:lnTo>
                  <a:lnTo>
                    <a:pt x="20087" y="15131"/>
                  </a:lnTo>
                  <a:lnTo>
                    <a:pt x="20034" y="14692"/>
                  </a:lnTo>
                  <a:lnTo>
                    <a:pt x="20034" y="14528"/>
                  </a:lnTo>
                  <a:lnTo>
                    <a:pt x="19763" y="13486"/>
                  </a:lnTo>
                  <a:lnTo>
                    <a:pt x="19277" y="11622"/>
                  </a:lnTo>
                  <a:lnTo>
                    <a:pt x="18684" y="9867"/>
                  </a:lnTo>
                  <a:lnTo>
                    <a:pt x="18089" y="8114"/>
                  </a:lnTo>
                  <a:lnTo>
                    <a:pt x="17441" y="6360"/>
                  </a:lnTo>
                  <a:lnTo>
                    <a:pt x="16739" y="4660"/>
                  </a:lnTo>
                  <a:lnTo>
                    <a:pt x="15984" y="2959"/>
                  </a:lnTo>
                  <a:lnTo>
                    <a:pt x="15713" y="2466"/>
                  </a:lnTo>
                  <a:lnTo>
                    <a:pt x="15444" y="2028"/>
                  </a:lnTo>
                  <a:lnTo>
                    <a:pt x="15606" y="1919"/>
                  </a:lnTo>
                  <a:lnTo>
                    <a:pt x="15660" y="1753"/>
                  </a:lnTo>
                  <a:lnTo>
                    <a:pt x="15606" y="1589"/>
                  </a:lnTo>
                  <a:lnTo>
                    <a:pt x="15551" y="1480"/>
                  </a:lnTo>
                  <a:lnTo>
                    <a:pt x="15497" y="1424"/>
                  </a:lnTo>
                  <a:lnTo>
                    <a:pt x="15389" y="1371"/>
                  </a:lnTo>
                  <a:lnTo>
                    <a:pt x="15120" y="1315"/>
                  </a:lnTo>
                  <a:lnTo>
                    <a:pt x="14849" y="1371"/>
                  </a:lnTo>
                  <a:lnTo>
                    <a:pt x="13823" y="1699"/>
                  </a:lnTo>
                  <a:lnTo>
                    <a:pt x="12744" y="2137"/>
                  </a:lnTo>
                  <a:lnTo>
                    <a:pt x="11663" y="2521"/>
                  </a:lnTo>
                  <a:lnTo>
                    <a:pt x="10583" y="2906"/>
                  </a:lnTo>
                  <a:lnTo>
                    <a:pt x="8316" y="3618"/>
                  </a:lnTo>
                  <a:lnTo>
                    <a:pt x="6047" y="4276"/>
                  </a:lnTo>
                  <a:lnTo>
                    <a:pt x="3780" y="4878"/>
                  </a:lnTo>
                  <a:lnTo>
                    <a:pt x="2592" y="5207"/>
                  </a:lnTo>
                  <a:lnTo>
                    <a:pt x="1998" y="5427"/>
                  </a:lnTo>
                  <a:lnTo>
                    <a:pt x="1728" y="5538"/>
                  </a:lnTo>
                  <a:lnTo>
                    <a:pt x="1512" y="5702"/>
                  </a:lnTo>
                  <a:lnTo>
                    <a:pt x="1457" y="5702"/>
                  </a:lnTo>
                  <a:lnTo>
                    <a:pt x="1404" y="5811"/>
                  </a:lnTo>
                  <a:lnTo>
                    <a:pt x="1350" y="5920"/>
                  </a:lnTo>
                  <a:lnTo>
                    <a:pt x="1457" y="6853"/>
                  </a:lnTo>
                  <a:lnTo>
                    <a:pt x="1619" y="7784"/>
                  </a:lnTo>
                  <a:lnTo>
                    <a:pt x="1836" y="8661"/>
                  </a:lnTo>
                  <a:lnTo>
                    <a:pt x="2052" y="9594"/>
                  </a:lnTo>
                  <a:lnTo>
                    <a:pt x="2538" y="11349"/>
                  </a:lnTo>
                  <a:lnTo>
                    <a:pt x="3131" y="13103"/>
                  </a:lnTo>
                  <a:lnTo>
                    <a:pt x="3726" y="14912"/>
                  </a:lnTo>
                  <a:lnTo>
                    <a:pt x="4266" y="16666"/>
                  </a:lnTo>
                  <a:lnTo>
                    <a:pt x="4481" y="17544"/>
                  </a:lnTo>
                  <a:lnTo>
                    <a:pt x="4697" y="18475"/>
                  </a:lnTo>
                  <a:lnTo>
                    <a:pt x="4859" y="19352"/>
                  </a:lnTo>
                  <a:lnTo>
                    <a:pt x="5021" y="20285"/>
                  </a:lnTo>
                  <a:lnTo>
                    <a:pt x="5021" y="20449"/>
                  </a:lnTo>
                  <a:lnTo>
                    <a:pt x="5130" y="20504"/>
                  </a:lnTo>
                  <a:lnTo>
                    <a:pt x="5238" y="20558"/>
                  </a:lnTo>
                  <a:lnTo>
                    <a:pt x="5345" y="20614"/>
                  </a:lnTo>
                  <a:lnTo>
                    <a:pt x="5400" y="20669"/>
                  </a:lnTo>
                  <a:lnTo>
                    <a:pt x="5507" y="20669"/>
                  </a:lnTo>
                  <a:lnTo>
                    <a:pt x="5940" y="20558"/>
                  </a:lnTo>
                  <a:lnTo>
                    <a:pt x="5454" y="20778"/>
                  </a:lnTo>
                  <a:lnTo>
                    <a:pt x="5021" y="21051"/>
                  </a:lnTo>
                  <a:lnTo>
                    <a:pt x="3780" y="16611"/>
                  </a:lnTo>
                  <a:lnTo>
                    <a:pt x="3131" y="14363"/>
                  </a:lnTo>
                  <a:lnTo>
                    <a:pt x="2538" y="12171"/>
                  </a:lnTo>
                  <a:lnTo>
                    <a:pt x="1404" y="7675"/>
                  </a:lnTo>
                  <a:lnTo>
                    <a:pt x="1188" y="6633"/>
                  </a:lnTo>
                  <a:lnTo>
                    <a:pt x="972" y="5975"/>
                  </a:lnTo>
                  <a:lnTo>
                    <a:pt x="864" y="5647"/>
                  </a:lnTo>
                  <a:lnTo>
                    <a:pt x="702" y="5427"/>
                  </a:lnTo>
                  <a:lnTo>
                    <a:pt x="1566" y="5262"/>
                  </a:lnTo>
                  <a:lnTo>
                    <a:pt x="2430" y="5098"/>
                  </a:lnTo>
                  <a:lnTo>
                    <a:pt x="4157" y="4550"/>
                  </a:lnTo>
                  <a:lnTo>
                    <a:pt x="6156" y="3947"/>
                  </a:lnTo>
                  <a:lnTo>
                    <a:pt x="8099" y="3290"/>
                  </a:lnTo>
                  <a:lnTo>
                    <a:pt x="11825" y="2028"/>
                  </a:lnTo>
                  <a:lnTo>
                    <a:pt x="13661" y="1371"/>
                  </a:lnTo>
                  <a:lnTo>
                    <a:pt x="14580" y="1096"/>
                  </a:lnTo>
                  <a:lnTo>
                    <a:pt x="15011" y="931"/>
                  </a:lnTo>
                  <a:lnTo>
                    <a:pt x="15444" y="713"/>
                  </a:lnTo>
                  <a:close/>
                  <a:moveTo>
                    <a:pt x="15389" y="0"/>
                  </a:moveTo>
                  <a:lnTo>
                    <a:pt x="14958" y="54"/>
                  </a:lnTo>
                  <a:lnTo>
                    <a:pt x="14472" y="218"/>
                  </a:lnTo>
                  <a:lnTo>
                    <a:pt x="13608" y="547"/>
                  </a:lnTo>
                  <a:lnTo>
                    <a:pt x="11771" y="1206"/>
                  </a:lnTo>
                  <a:lnTo>
                    <a:pt x="8099" y="2466"/>
                  </a:lnTo>
                  <a:lnTo>
                    <a:pt x="4319" y="3728"/>
                  </a:lnTo>
                  <a:lnTo>
                    <a:pt x="2376" y="4331"/>
                  </a:lnTo>
                  <a:lnTo>
                    <a:pt x="1350" y="4605"/>
                  </a:lnTo>
                  <a:lnTo>
                    <a:pt x="378" y="4989"/>
                  </a:lnTo>
                  <a:lnTo>
                    <a:pt x="269" y="5098"/>
                  </a:lnTo>
                  <a:lnTo>
                    <a:pt x="216" y="5262"/>
                  </a:lnTo>
                  <a:lnTo>
                    <a:pt x="54" y="5318"/>
                  </a:lnTo>
                  <a:lnTo>
                    <a:pt x="0" y="5372"/>
                  </a:lnTo>
                  <a:lnTo>
                    <a:pt x="0" y="5427"/>
                  </a:lnTo>
                  <a:lnTo>
                    <a:pt x="54" y="5647"/>
                  </a:lnTo>
                  <a:lnTo>
                    <a:pt x="162" y="5866"/>
                  </a:lnTo>
                  <a:lnTo>
                    <a:pt x="269" y="6031"/>
                  </a:lnTo>
                  <a:lnTo>
                    <a:pt x="324" y="6195"/>
                  </a:lnTo>
                  <a:lnTo>
                    <a:pt x="431" y="6524"/>
                  </a:lnTo>
                  <a:lnTo>
                    <a:pt x="864" y="8661"/>
                  </a:lnTo>
                  <a:lnTo>
                    <a:pt x="1404" y="10800"/>
                  </a:lnTo>
                  <a:lnTo>
                    <a:pt x="1890" y="12939"/>
                  </a:lnTo>
                  <a:lnTo>
                    <a:pt x="3024" y="17160"/>
                  </a:lnTo>
                  <a:lnTo>
                    <a:pt x="3618" y="19243"/>
                  </a:lnTo>
                  <a:lnTo>
                    <a:pt x="4266" y="21271"/>
                  </a:lnTo>
                  <a:lnTo>
                    <a:pt x="4319" y="21491"/>
                  </a:lnTo>
                  <a:lnTo>
                    <a:pt x="4481" y="21545"/>
                  </a:lnTo>
                  <a:lnTo>
                    <a:pt x="4643" y="21600"/>
                  </a:lnTo>
                  <a:lnTo>
                    <a:pt x="4859" y="21545"/>
                  </a:lnTo>
                  <a:lnTo>
                    <a:pt x="5292" y="21436"/>
                  </a:lnTo>
                  <a:lnTo>
                    <a:pt x="5723" y="21326"/>
                  </a:lnTo>
                  <a:lnTo>
                    <a:pt x="6642" y="21051"/>
                  </a:lnTo>
                  <a:lnTo>
                    <a:pt x="8802" y="20614"/>
                  </a:lnTo>
                  <a:lnTo>
                    <a:pt x="9882" y="20340"/>
                  </a:lnTo>
                  <a:lnTo>
                    <a:pt x="10961" y="19956"/>
                  </a:lnTo>
                  <a:lnTo>
                    <a:pt x="13068" y="19188"/>
                  </a:lnTo>
                  <a:lnTo>
                    <a:pt x="17279" y="17597"/>
                  </a:lnTo>
                  <a:lnTo>
                    <a:pt x="19332" y="16775"/>
                  </a:lnTo>
                  <a:lnTo>
                    <a:pt x="20087" y="16556"/>
                  </a:lnTo>
                  <a:lnTo>
                    <a:pt x="20465" y="16391"/>
                  </a:lnTo>
                  <a:lnTo>
                    <a:pt x="20843" y="16173"/>
                  </a:lnTo>
                  <a:lnTo>
                    <a:pt x="20898" y="16338"/>
                  </a:lnTo>
                  <a:lnTo>
                    <a:pt x="21005" y="16391"/>
                  </a:lnTo>
                  <a:lnTo>
                    <a:pt x="21167" y="16447"/>
                  </a:lnTo>
                  <a:lnTo>
                    <a:pt x="21329" y="16447"/>
                  </a:lnTo>
                  <a:lnTo>
                    <a:pt x="21437" y="16338"/>
                  </a:lnTo>
                  <a:lnTo>
                    <a:pt x="21546" y="16282"/>
                  </a:lnTo>
                  <a:lnTo>
                    <a:pt x="21600" y="16118"/>
                  </a:lnTo>
                  <a:lnTo>
                    <a:pt x="21546" y="15953"/>
                  </a:lnTo>
                  <a:lnTo>
                    <a:pt x="21005" y="13925"/>
                  </a:lnTo>
                  <a:lnTo>
                    <a:pt x="20412" y="11951"/>
                  </a:lnTo>
                  <a:lnTo>
                    <a:pt x="19763" y="9923"/>
                  </a:lnTo>
                  <a:lnTo>
                    <a:pt x="19061" y="8004"/>
                  </a:lnTo>
                  <a:lnTo>
                    <a:pt x="18360" y="6031"/>
                  </a:lnTo>
                  <a:lnTo>
                    <a:pt x="17549" y="4112"/>
                  </a:lnTo>
                  <a:lnTo>
                    <a:pt x="16794" y="2193"/>
                  </a:lnTo>
                  <a:lnTo>
                    <a:pt x="16361" y="1315"/>
                  </a:lnTo>
                  <a:lnTo>
                    <a:pt x="15875" y="383"/>
                  </a:lnTo>
                  <a:lnTo>
                    <a:pt x="15822" y="329"/>
                  </a:lnTo>
                  <a:lnTo>
                    <a:pt x="15713" y="274"/>
                  </a:lnTo>
                  <a:lnTo>
                    <a:pt x="15660" y="164"/>
                  </a:lnTo>
                  <a:lnTo>
                    <a:pt x="15606" y="109"/>
                  </a:lnTo>
                  <a:lnTo>
                    <a:pt x="15497" y="54"/>
                  </a:lnTo>
                  <a:lnTo>
                    <a:pt x="15389"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364" name="Google Shape;420;p8"/>
            <p:cNvSpPr/>
            <p:nvPr/>
          </p:nvSpPr>
          <p:spPr>
            <a:xfrm>
              <a:off x="386926" y="2907239"/>
              <a:ext cx="181925" cy="1613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304" y="0"/>
                  </a:moveTo>
                  <a:lnTo>
                    <a:pt x="19873" y="164"/>
                  </a:lnTo>
                  <a:lnTo>
                    <a:pt x="19586" y="487"/>
                  </a:lnTo>
                  <a:lnTo>
                    <a:pt x="18722" y="1789"/>
                  </a:lnTo>
                  <a:lnTo>
                    <a:pt x="17713" y="2763"/>
                  </a:lnTo>
                  <a:lnTo>
                    <a:pt x="16559" y="3737"/>
                  </a:lnTo>
                  <a:lnTo>
                    <a:pt x="15409" y="4387"/>
                  </a:lnTo>
                  <a:lnTo>
                    <a:pt x="14687" y="4710"/>
                  </a:lnTo>
                  <a:lnTo>
                    <a:pt x="13968" y="4874"/>
                  </a:lnTo>
                  <a:lnTo>
                    <a:pt x="12673" y="4874"/>
                  </a:lnTo>
                  <a:lnTo>
                    <a:pt x="11232" y="4551"/>
                  </a:lnTo>
                  <a:lnTo>
                    <a:pt x="9936" y="4060"/>
                  </a:lnTo>
                  <a:lnTo>
                    <a:pt x="8786" y="3573"/>
                  </a:lnTo>
                  <a:lnTo>
                    <a:pt x="7487" y="3250"/>
                  </a:lnTo>
                  <a:lnTo>
                    <a:pt x="6191" y="2926"/>
                  </a:lnTo>
                  <a:lnTo>
                    <a:pt x="4896" y="2763"/>
                  </a:lnTo>
                  <a:lnTo>
                    <a:pt x="3600" y="2926"/>
                  </a:lnTo>
                  <a:lnTo>
                    <a:pt x="2450" y="3413"/>
                  </a:lnTo>
                  <a:lnTo>
                    <a:pt x="1873" y="3737"/>
                  </a:lnTo>
                  <a:lnTo>
                    <a:pt x="1441" y="4223"/>
                  </a:lnTo>
                  <a:lnTo>
                    <a:pt x="1009" y="4710"/>
                  </a:lnTo>
                  <a:lnTo>
                    <a:pt x="577" y="5361"/>
                  </a:lnTo>
                  <a:lnTo>
                    <a:pt x="432" y="5684"/>
                  </a:lnTo>
                  <a:lnTo>
                    <a:pt x="432" y="5848"/>
                  </a:lnTo>
                  <a:lnTo>
                    <a:pt x="577" y="6335"/>
                  </a:lnTo>
                  <a:lnTo>
                    <a:pt x="1009" y="6499"/>
                  </a:lnTo>
                  <a:lnTo>
                    <a:pt x="1441" y="6499"/>
                  </a:lnTo>
                  <a:lnTo>
                    <a:pt x="2736" y="5684"/>
                  </a:lnTo>
                  <a:lnTo>
                    <a:pt x="4032" y="5197"/>
                  </a:lnTo>
                  <a:lnTo>
                    <a:pt x="4032" y="11205"/>
                  </a:lnTo>
                  <a:lnTo>
                    <a:pt x="3745" y="14291"/>
                  </a:lnTo>
                  <a:lnTo>
                    <a:pt x="3455" y="17377"/>
                  </a:lnTo>
                  <a:lnTo>
                    <a:pt x="2736" y="17053"/>
                  </a:lnTo>
                  <a:lnTo>
                    <a:pt x="2159" y="16566"/>
                  </a:lnTo>
                  <a:lnTo>
                    <a:pt x="1441" y="16079"/>
                  </a:lnTo>
                  <a:lnTo>
                    <a:pt x="718" y="15592"/>
                  </a:lnTo>
                  <a:lnTo>
                    <a:pt x="432" y="15592"/>
                  </a:lnTo>
                  <a:lnTo>
                    <a:pt x="145" y="15916"/>
                  </a:lnTo>
                  <a:lnTo>
                    <a:pt x="0" y="16243"/>
                  </a:lnTo>
                  <a:lnTo>
                    <a:pt x="0" y="16730"/>
                  </a:lnTo>
                  <a:lnTo>
                    <a:pt x="145" y="17540"/>
                  </a:lnTo>
                  <a:lnTo>
                    <a:pt x="577" y="18350"/>
                  </a:lnTo>
                  <a:lnTo>
                    <a:pt x="1150" y="18842"/>
                  </a:lnTo>
                  <a:lnTo>
                    <a:pt x="2014" y="19488"/>
                  </a:lnTo>
                  <a:lnTo>
                    <a:pt x="2882" y="19816"/>
                  </a:lnTo>
                  <a:lnTo>
                    <a:pt x="4609" y="19816"/>
                  </a:lnTo>
                  <a:lnTo>
                    <a:pt x="4896" y="19652"/>
                  </a:lnTo>
                  <a:lnTo>
                    <a:pt x="5182" y="19488"/>
                  </a:lnTo>
                  <a:lnTo>
                    <a:pt x="5473" y="18842"/>
                  </a:lnTo>
                  <a:lnTo>
                    <a:pt x="5904" y="15429"/>
                  </a:lnTo>
                  <a:lnTo>
                    <a:pt x="6191" y="12020"/>
                  </a:lnTo>
                  <a:lnTo>
                    <a:pt x="6191" y="8447"/>
                  </a:lnTo>
                  <a:lnTo>
                    <a:pt x="6050" y="6658"/>
                  </a:lnTo>
                  <a:lnTo>
                    <a:pt x="5904" y="5038"/>
                  </a:lnTo>
                  <a:lnTo>
                    <a:pt x="6913" y="5197"/>
                  </a:lnTo>
                  <a:lnTo>
                    <a:pt x="8350" y="5848"/>
                  </a:lnTo>
                  <a:lnTo>
                    <a:pt x="9650" y="6335"/>
                  </a:lnTo>
                  <a:lnTo>
                    <a:pt x="11087" y="6986"/>
                  </a:lnTo>
                  <a:lnTo>
                    <a:pt x="12527" y="7309"/>
                  </a:lnTo>
                  <a:lnTo>
                    <a:pt x="13682" y="7309"/>
                  </a:lnTo>
                  <a:lnTo>
                    <a:pt x="13536" y="11205"/>
                  </a:lnTo>
                  <a:lnTo>
                    <a:pt x="13391" y="15269"/>
                  </a:lnTo>
                  <a:lnTo>
                    <a:pt x="13391" y="19488"/>
                  </a:lnTo>
                  <a:lnTo>
                    <a:pt x="13536" y="19488"/>
                  </a:lnTo>
                  <a:lnTo>
                    <a:pt x="13391" y="19816"/>
                  </a:lnTo>
                  <a:lnTo>
                    <a:pt x="13250" y="19975"/>
                  </a:lnTo>
                  <a:lnTo>
                    <a:pt x="13250" y="20790"/>
                  </a:lnTo>
                  <a:lnTo>
                    <a:pt x="13391" y="21277"/>
                  </a:lnTo>
                  <a:lnTo>
                    <a:pt x="13823" y="21600"/>
                  </a:lnTo>
                  <a:lnTo>
                    <a:pt x="14255" y="21600"/>
                  </a:lnTo>
                  <a:lnTo>
                    <a:pt x="14687" y="21436"/>
                  </a:lnTo>
                  <a:lnTo>
                    <a:pt x="15122" y="20949"/>
                  </a:lnTo>
                  <a:lnTo>
                    <a:pt x="15409" y="20303"/>
                  </a:lnTo>
                  <a:lnTo>
                    <a:pt x="15409" y="18842"/>
                  </a:lnTo>
                  <a:lnTo>
                    <a:pt x="15554" y="13481"/>
                  </a:lnTo>
                  <a:lnTo>
                    <a:pt x="15554" y="6822"/>
                  </a:lnTo>
                  <a:lnTo>
                    <a:pt x="17136" y="6171"/>
                  </a:lnTo>
                  <a:lnTo>
                    <a:pt x="18577" y="5038"/>
                  </a:lnTo>
                  <a:lnTo>
                    <a:pt x="19873" y="3737"/>
                  </a:lnTo>
                  <a:lnTo>
                    <a:pt x="20882" y="2439"/>
                  </a:lnTo>
                  <a:lnTo>
                    <a:pt x="21459" y="1625"/>
                  </a:lnTo>
                  <a:lnTo>
                    <a:pt x="21600" y="1138"/>
                  </a:lnTo>
                  <a:lnTo>
                    <a:pt x="21600" y="815"/>
                  </a:lnTo>
                  <a:lnTo>
                    <a:pt x="21313" y="328"/>
                  </a:lnTo>
                  <a:lnTo>
                    <a:pt x="21023" y="164"/>
                  </a:lnTo>
                  <a:lnTo>
                    <a:pt x="20736"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365" name="Google Shape;421;p8"/>
            <p:cNvSpPr/>
            <p:nvPr/>
          </p:nvSpPr>
          <p:spPr>
            <a:xfrm>
              <a:off x="1131616" y="4566474"/>
              <a:ext cx="456066" cy="33716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46" y="4506"/>
                  </a:moveTo>
                  <a:lnTo>
                    <a:pt x="8618" y="4584"/>
                  </a:lnTo>
                  <a:lnTo>
                    <a:pt x="8388" y="4739"/>
                  </a:lnTo>
                  <a:lnTo>
                    <a:pt x="8157" y="4895"/>
                  </a:lnTo>
                  <a:lnTo>
                    <a:pt x="7985" y="5128"/>
                  </a:lnTo>
                  <a:lnTo>
                    <a:pt x="7813" y="5361"/>
                  </a:lnTo>
                  <a:lnTo>
                    <a:pt x="7699" y="5594"/>
                  </a:lnTo>
                  <a:lnTo>
                    <a:pt x="7641" y="5904"/>
                  </a:lnTo>
                  <a:lnTo>
                    <a:pt x="7583" y="6215"/>
                  </a:lnTo>
                  <a:lnTo>
                    <a:pt x="7583" y="6605"/>
                  </a:lnTo>
                  <a:lnTo>
                    <a:pt x="7641" y="6914"/>
                  </a:lnTo>
                  <a:lnTo>
                    <a:pt x="7699" y="7147"/>
                  </a:lnTo>
                  <a:lnTo>
                    <a:pt x="7871" y="7380"/>
                  </a:lnTo>
                  <a:lnTo>
                    <a:pt x="8043" y="7458"/>
                  </a:lnTo>
                  <a:lnTo>
                    <a:pt x="8157" y="7458"/>
                  </a:lnTo>
                  <a:lnTo>
                    <a:pt x="8330" y="7304"/>
                  </a:lnTo>
                  <a:lnTo>
                    <a:pt x="8388" y="7147"/>
                  </a:lnTo>
                  <a:lnTo>
                    <a:pt x="8446" y="6605"/>
                  </a:lnTo>
                  <a:lnTo>
                    <a:pt x="8446" y="6139"/>
                  </a:lnTo>
                  <a:lnTo>
                    <a:pt x="8502" y="6448"/>
                  </a:lnTo>
                  <a:lnTo>
                    <a:pt x="8560" y="6838"/>
                  </a:lnTo>
                  <a:lnTo>
                    <a:pt x="8618" y="7691"/>
                  </a:lnTo>
                  <a:lnTo>
                    <a:pt x="8732" y="8314"/>
                  </a:lnTo>
                  <a:lnTo>
                    <a:pt x="8790" y="8623"/>
                  </a:lnTo>
                  <a:lnTo>
                    <a:pt x="8962" y="8935"/>
                  </a:lnTo>
                  <a:lnTo>
                    <a:pt x="9077" y="9013"/>
                  </a:lnTo>
                  <a:lnTo>
                    <a:pt x="9135" y="9013"/>
                  </a:lnTo>
                  <a:lnTo>
                    <a:pt x="9249" y="8935"/>
                  </a:lnTo>
                  <a:lnTo>
                    <a:pt x="9307" y="8780"/>
                  </a:lnTo>
                  <a:lnTo>
                    <a:pt x="9365" y="8547"/>
                  </a:lnTo>
                  <a:lnTo>
                    <a:pt x="9365" y="8314"/>
                  </a:lnTo>
                  <a:lnTo>
                    <a:pt x="9307" y="7770"/>
                  </a:lnTo>
                  <a:lnTo>
                    <a:pt x="9135" y="6526"/>
                  </a:lnTo>
                  <a:lnTo>
                    <a:pt x="9019" y="5982"/>
                  </a:lnTo>
                  <a:lnTo>
                    <a:pt x="8904" y="5749"/>
                  </a:lnTo>
                  <a:lnTo>
                    <a:pt x="8790" y="5594"/>
                  </a:lnTo>
                  <a:lnTo>
                    <a:pt x="8962" y="5516"/>
                  </a:lnTo>
                  <a:lnTo>
                    <a:pt x="9421" y="5516"/>
                  </a:lnTo>
                  <a:lnTo>
                    <a:pt x="9651" y="5594"/>
                  </a:lnTo>
                  <a:lnTo>
                    <a:pt x="9882" y="6448"/>
                  </a:lnTo>
                  <a:lnTo>
                    <a:pt x="10110" y="7458"/>
                  </a:lnTo>
                  <a:lnTo>
                    <a:pt x="10340" y="8469"/>
                  </a:lnTo>
                  <a:lnTo>
                    <a:pt x="10398" y="8623"/>
                  </a:lnTo>
                  <a:lnTo>
                    <a:pt x="10456" y="8702"/>
                  </a:lnTo>
                  <a:lnTo>
                    <a:pt x="10571" y="8780"/>
                  </a:lnTo>
                  <a:lnTo>
                    <a:pt x="10685" y="8702"/>
                  </a:lnTo>
                  <a:lnTo>
                    <a:pt x="10801" y="8623"/>
                  </a:lnTo>
                  <a:lnTo>
                    <a:pt x="10915" y="8547"/>
                  </a:lnTo>
                  <a:lnTo>
                    <a:pt x="10973" y="8314"/>
                  </a:lnTo>
                  <a:lnTo>
                    <a:pt x="10973" y="8157"/>
                  </a:lnTo>
                  <a:lnTo>
                    <a:pt x="10743" y="7225"/>
                  </a:lnTo>
                  <a:lnTo>
                    <a:pt x="10571" y="6372"/>
                  </a:lnTo>
                  <a:lnTo>
                    <a:pt x="10456" y="6060"/>
                  </a:lnTo>
                  <a:lnTo>
                    <a:pt x="10915" y="6448"/>
                  </a:lnTo>
                  <a:lnTo>
                    <a:pt x="11318" y="6838"/>
                  </a:lnTo>
                  <a:lnTo>
                    <a:pt x="11318" y="7304"/>
                  </a:lnTo>
                  <a:lnTo>
                    <a:pt x="11374" y="7770"/>
                  </a:lnTo>
                  <a:lnTo>
                    <a:pt x="11604" y="8623"/>
                  </a:lnTo>
                  <a:lnTo>
                    <a:pt x="11720" y="8780"/>
                  </a:lnTo>
                  <a:lnTo>
                    <a:pt x="11776" y="8856"/>
                  </a:lnTo>
                  <a:lnTo>
                    <a:pt x="12007" y="8856"/>
                  </a:lnTo>
                  <a:lnTo>
                    <a:pt x="12121" y="8780"/>
                  </a:lnTo>
                  <a:lnTo>
                    <a:pt x="12179" y="8702"/>
                  </a:lnTo>
                  <a:lnTo>
                    <a:pt x="12237" y="8547"/>
                  </a:lnTo>
                  <a:lnTo>
                    <a:pt x="12179" y="8314"/>
                  </a:lnTo>
                  <a:lnTo>
                    <a:pt x="12065" y="7770"/>
                  </a:lnTo>
                  <a:lnTo>
                    <a:pt x="12581" y="8390"/>
                  </a:lnTo>
                  <a:lnTo>
                    <a:pt x="12638" y="8469"/>
                  </a:lnTo>
                  <a:lnTo>
                    <a:pt x="12696" y="8469"/>
                  </a:lnTo>
                  <a:lnTo>
                    <a:pt x="12754" y="8390"/>
                  </a:lnTo>
                  <a:lnTo>
                    <a:pt x="12754" y="7924"/>
                  </a:lnTo>
                  <a:lnTo>
                    <a:pt x="12696" y="7613"/>
                  </a:lnTo>
                  <a:lnTo>
                    <a:pt x="12465" y="6992"/>
                  </a:lnTo>
                  <a:lnTo>
                    <a:pt x="12121" y="6372"/>
                  </a:lnTo>
                  <a:lnTo>
                    <a:pt x="11720" y="5904"/>
                  </a:lnTo>
                  <a:lnTo>
                    <a:pt x="11260" y="5438"/>
                  </a:lnTo>
                  <a:lnTo>
                    <a:pt x="10801" y="5128"/>
                  </a:lnTo>
                  <a:lnTo>
                    <a:pt x="10282" y="4817"/>
                  </a:lnTo>
                  <a:lnTo>
                    <a:pt x="9824" y="4584"/>
                  </a:lnTo>
                  <a:lnTo>
                    <a:pt x="9307" y="4506"/>
                  </a:lnTo>
                  <a:close/>
                  <a:moveTo>
                    <a:pt x="19129" y="7380"/>
                  </a:moveTo>
                  <a:lnTo>
                    <a:pt x="19015" y="7458"/>
                  </a:lnTo>
                  <a:lnTo>
                    <a:pt x="19015" y="8314"/>
                  </a:lnTo>
                  <a:lnTo>
                    <a:pt x="19187" y="9089"/>
                  </a:lnTo>
                  <a:lnTo>
                    <a:pt x="19475" y="10100"/>
                  </a:lnTo>
                  <a:lnTo>
                    <a:pt x="19704" y="10877"/>
                  </a:lnTo>
                  <a:lnTo>
                    <a:pt x="19647" y="11032"/>
                  </a:lnTo>
                  <a:lnTo>
                    <a:pt x="19647" y="11267"/>
                  </a:lnTo>
                  <a:lnTo>
                    <a:pt x="19704" y="11343"/>
                  </a:lnTo>
                  <a:lnTo>
                    <a:pt x="19704" y="11500"/>
                  </a:lnTo>
                  <a:lnTo>
                    <a:pt x="18612" y="11888"/>
                  </a:lnTo>
                  <a:lnTo>
                    <a:pt x="18612" y="11500"/>
                  </a:lnTo>
                  <a:lnTo>
                    <a:pt x="18556" y="11110"/>
                  </a:lnTo>
                  <a:lnTo>
                    <a:pt x="18325" y="10257"/>
                  </a:lnTo>
                  <a:lnTo>
                    <a:pt x="18211" y="9634"/>
                  </a:lnTo>
                  <a:lnTo>
                    <a:pt x="17981" y="9013"/>
                  </a:lnTo>
                  <a:lnTo>
                    <a:pt x="17751" y="8469"/>
                  </a:lnTo>
                  <a:lnTo>
                    <a:pt x="17406" y="7924"/>
                  </a:lnTo>
                  <a:lnTo>
                    <a:pt x="17234" y="7924"/>
                  </a:lnTo>
                  <a:lnTo>
                    <a:pt x="17176" y="8003"/>
                  </a:lnTo>
                  <a:lnTo>
                    <a:pt x="17120" y="8157"/>
                  </a:lnTo>
                  <a:lnTo>
                    <a:pt x="17176" y="8702"/>
                  </a:lnTo>
                  <a:lnTo>
                    <a:pt x="17348" y="9246"/>
                  </a:lnTo>
                  <a:lnTo>
                    <a:pt x="17636" y="10333"/>
                  </a:lnTo>
                  <a:lnTo>
                    <a:pt x="17809" y="11267"/>
                  </a:lnTo>
                  <a:lnTo>
                    <a:pt x="17923" y="11733"/>
                  </a:lnTo>
                  <a:lnTo>
                    <a:pt x="18095" y="12042"/>
                  </a:lnTo>
                  <a:lnTo>
                    <a:pt x="17981" y="12121"/>
                  </a:lnTo>
                  <a:lnTo>
                    <a:pt x="17809" y="12121"/>
                  </a:lnTo>
                  <a:lnTo>
                    <a:pt x="17636" y="12042"/>
                  </a:lnTo>
                  <a:lnTo>
                    <a:pt x="17464" y="11966"/>
                  </a:lnTo>
                  <a:lnTo>
                    <a:pt x="17348" y="11809"/>
                  </a:lnTo>
                  <a:lnTo>
                    <a:pt x="17062" y="11422"/>
                  </a:lnTo>
                  <a:lnTo>
                    <a:pt x="16889" y="11032"/>
                  </a:lnTo>
                  <a:lnTo>
                    <a:pt x="16775" y="10956"/>
                  </a:lnTo>
                  <a:lnTo>
                    <a:pt x="16717" y="10411"/>
                  </a:lnTo>
                  <a:lnTo>
                    <a:pt x="16601" y="9945"/>
                  </a:lnTo>
                  <a:lnTo>
                    <a:pt x="16315" y="9089"/>
                  </a:lnTo>
                  <a:lnTo>
                    <a:pt x="16257" y="9013"/>
                  </a:lnTo>
                  <a:lnTo>
                    <a:pt x="16200" y="8935"/>
                  </a:lnTo>
                  <a:lnTo>
                    <a:pt x="15970" y="8935"/>
                  </a:lnTo>
                  <a:lnTo>
                    <a:pt x="15856" y="9089"/>
                  </a:lnTo>
                  <a:lnTo>
                    <a:pt x="15798" y="9246"/>
                  </a:lnTo>
                  <a:lnTo>
                    <a:pt x="15798" y="9323"/>
                  </a:lnTo>
                  <a:lnTo>
                    <a:pt x="15856" y="9867"/>
                  </a:lnTo>
                  <a:lnTo>
                    <a:pt x="15740" y="9791"/>
                  </a:lnTo>
                  <a:lnTo>
                    <a:pt x="15568" y="9712"/>
                  </a:lnTo>
                  <a:lnTo>
                    <a:pt x="15453" y="9791"/>
                  </a:lnTo>
                  <a:lnTo>
                    <a:pt x="15338" y="9945"/>
                  </a:lnTo>
                  <a:lnTo>
                    <a:pt x="15223" y="10178"/>
                  </a:lnTo>
                  <a:lnTo>
                    <a:pt x="15165" y="10411"/>
                  </a:lnTo>
                  <a:lnTo>
                    <a:pt x="15223" y="10644"/>
                  </a:lnTo>
                  <a:lnTo>
                    <a:pt x="15281" y="10799"/>
                  </a:lnTo>
                  <a:lnTo>
                    <a:pt x="15511" y="11110"/>
                  </a:lnTo>
                  <a:lnTo>
                    <a:pt x="15856" y="11343"/>
                  </a:lnTo>
                  <a:lnTo>
                    <a:pt x="16085" y="11500"/>
                  </a:lnTo>
                  <a:lnTo>
                    <a:pt x="16200" y="11733"/>
                  </a:lnTo>
                  <a:lnTo>
                    <a:pt x="16487" y="12275"/>
                  </a:lnTo>
                  <a:lnTo>
                    <a:pt x="16775" y="12665"/>
                  </a:lnTo>
                  <a:lnTo>
                    <a:pt x="17120" y="13053"/>
                  </a:lnTo>
                  <a:lnTo>
                    <a:pt x="17348" y="13131"/>
                  </a:lnTo>
                  <a:lnTo>
                    <a:pt x="17578" y="13210"/>
                  </a:lnTo>
                  <a:lnTo>
                    <a:pt x="18039" y="13210"/>
                  </a:lnTo>
                  <a:lnTo>
                    <a:pt x="18556" y="13053"/>
                  </a:lnTo>
                  <a:lnTo>
                    <a:pt x="19015" y="12898"/>
                  </a:lnTo>
                  <a:lnTo>
                    <a:pt x="20336" y="12354"/>
                  </a:lnTo>
                  <a:lnTo>
                    <a:pt x="20911" y="12042"/>
                  </a:lnTo>
                  <a:lnTo>
                    <a:pt x="21198" y="11888"/>
                  </a:lnTo>
                  <a:lnTo>
                    <a:pt x="21484" y="11733"/>
                  </a:lnTo>
                  <a:lnTo>
                    <a:pt x="21600" y="11576"/>
                  </a:lnTo>
                  <a:lnTo>
                    <a:pt x="21600" y="11343"/>
                  </a:lnTo>
                  <a:lnTo>
                    <a:pt x="21542" y="11189"/>
                  </a:lnTo>
                  <a:lnTo>
                    <a:pt x="21370" y="11110"/>
                  </a:lnTo>
                  <a:lnTo>
                    <a:pt x="20911" y="11110"/>
                  </a:lnTo>
                  <a:lnTo>
                    <a:pt x="20451" y="11267"/>
                  </a:lnTo>
                  <a:lnTo>
                    <a:pt x="20451" y="10799"/>
                  </a:lnTo>
                  <a:lnTo>
                    <a:pt x="20336" y="10333"/>
                  </a:lnTo>
                  <a:lnTo>
                    <a:pt x="20106" y="9558"/>
                  </a:lnTo>
                  <a:lnTo>
                    <a:pt x="19762" y="8390"/>
                  </a:lnTo>
                  <a:lnTo>
                    <a:pt x="19589" y="7848"/>
                  </a:lnTo>
                  <a:lnTo>
                    <a:pt x="19303" y="7380"/>
                  </a:lnTo>
                  <a:close/>
                  <a:moveTo>
                    <a:pt x="18900" y="0"/>
                  </a:moveTo>
                  <a:lnTo>
                    <a:pt x="18325" y="76"/>
                  </a:lnTo>
                  <a:lnTo>
                    <a:pt x="17751" y="309"/>
                  </a:lnTo>
                  <a:lnTo>
                    <a:pt x="16659" y="777"/>
                  </a:lnTo>
                  <a:lnTo>
                    <a:pt x="15511" y="1243"/>
                  </a:lnTo>
                  <a:lnTo>
                    <a:pt x="14937" y="1476"/>
                  </a:lnTo>
                  <a:lnTo>
                    <a:pt x="14362" y="1786"/>
                  </a:lnTo>
                  <a:lnTo>
                    <a:pt x="13959" y="2175"/>
                  </a:lnTo>
                  <a:lnTo>
                    <a:pt x="13615" y="2563"/>
                  </a:lnTo>
                  <a:lnTo>
                    <a:pt x="13385" y="3029"/>
                  </a:lnTo>
                  <a:lnTo>
                    <a:pt x="13212" y="3574"/>
                  </a:lnTo>
                  <a:lnTo>
                    <a:pt x="13156" y="4118"/>
                  </a:lnTo>
                  <a:lnTo>
                    <a:pt x="13156" y="5361"/>
                  </a:lnTo>
                  <a:lnTo>
                    <a:pt x="13270" y="5982"/>
                  </a:lnTo>
                  <a:lnTo>
                    <a:pt x="13787" y="9323"/>
                  </a:lnTo>
                  <a:lnTo>
                    <a:pt x="14017" y="10956"/>
                  </a:lnTo>
                  <a:lnTo>
                    <a:pt x="14248" y="12665"/>
                  </a:lnTo>
                  <a:lnTo>
                    <a:pt x="14304" y="13443"/>
                  </a:lnTo>
                  <a:lnTo>
                    <a:pt x="14304" y="14218"/>
                  </a:lnTo>
                  <a:lnTo>
                    <a:pt x="13959" y="12974"/>
                  </a:lnTo>
                  <a:lnTo>
                    <a:pt x="13845" y="12275"/>
                  </a:lnTo>
                  <a:lnTo>
                    <a:pt x="13673" y="11500"/>
                  </a:lnTo>
                  <a:lnTo>
                    <a:pt x="13557" y="11110"/>
                  </a:lnTo>
                  <a:lnTo>
                    <a:pt x="13385" y="10799"/>
                  </a:lnTo>
                  <a:lnTo>
                    <a:pt x="13212" y="10490"/>
                  </a:lnTo>
                  <a:lnTo>
                    <a:pt x="13040" y="10333"/>
                  </a:lnTo>
                  <a:lnTo>
                    <a:pt x="12926" y="10333"/>
                  </a:lnTo>
                  <a:lnTo>
                    <a:pt x="12868" y="10411"/>
                  </a:lnTo>
                  <a:lnTo>
                    <a:pt x="12810" y="10644"/>
                  </a:lnTo>
                  <a:lnTo>
                    <a:pt x="12810" y="10877"/>
                  </a:lnTo>
                  <a:lnTo>
                    <a:pt x="12868" y="11422"/>
                  </a:lnTo>
                  <a:lnTo>
                    <a:pt x="13098" y="12508"/>
                  </a:lnTo>
                  <a:lnTo>
                    <a:pt x="13443" y="13909"/>
                  </a:lnTo>
                  <a:lnTo>
                    <a:pt x="13729" y="15307"/>
                  </a:lnTo>
                  <a:lnTo>
                    <a:pt x="13673" y="15618"/>
                  </a:lnTo>
                  <a:lnTo>
                    <a:pt x="13673" y="15927"/>
                  </a:lnTo>
                  <a:lnTo>
                    <a:pt x="13787" y="16084"/>
                  </a:lnTo>
                  <a:lnTo>
                    <a:pt x="13615" y="16393"/>
                  </a:lnTo>
                  <a:lnTo>
                    <a:pt x="13385" y="16705"/>
                  </a:lnTo>
                  <a:lnTo>
                    <a:pt x="13156" y="16938"/>
                  </a:lnTo>
                  <a:lnTo>
                    <a:pt x="12810" y="17171"/>
                  </a:lnTo>
                  <a:lnTo>
                    <a:pt x="12754" y="17016"/>
                  </a:lnTo>
                  <a:lnTo>
                    <a:pt x="12754" y="16938"/>
                  </a:lnTo>
                  <a:lnTo>
                    <a:pt x="12638" y="16861"/>
                  </a:lnTo>
                  <a:lnTo>
                    <a:pt x="11949" y="13830"/>
                  </a:lnTo>
                  <a:lnTo>
                    <a:pt x="11490" y="11966"/>
                  </a:lnTo>
                  <a:lnTo>
                    <a:pt x="11202" y="11189"/>
                  </a:lnTo>
                  <a:lnTo>
                    <a:pt x="11087" y="10644"/>
                  </a:lnTo>
                  <a:lnTo>
                    <a:pt x="11087" y="10333"/>
                  </a:lnTo>
                  <a:lnTo>
                    <a:pt x="11145" y="10178"/>
                  </a:lnTo>
                  <a:lnTo>
                    <a:pt x="11202" y="10024"/>
                  </a:lnTo>
                  <a:lnTo>
                    <a:pt x="11145" y="9867"/>
                  </a:lnTo>
                  <a:lnTo>
                    <a:pt x="11087" y="9791"/>
                  </a:lnTo>
                  <a:lnTo>
                    <a:pt x="10743" y="9479"/>
                  </a:lnTo>
                  <a:lnTo>
                    <a:pt x="10571" y="9401"/>
                  </a:lnTo>
                  <a:lnTo>
                    <a:pt x="10398" y="9479"/>
                  </a:lnTo>
                  <a:lnTo>
                    <a:pt x="10340" y="9634"/>
                  </a:lnTo>
                  <a:lnTo>
                    <a:pt x="10340" y="9791"/>
                  </a:lnTo>
                  <a:lnTo>
                    <a:pt x="10398" y="9867"/>
                  </a:lnTo>
                  <a:lnTo>
                    <a:pt x="10456" y="10100"/>
                  </a:lnTo>
                  <a:lnTo>
                    <a:pt x="10398" y="10333"/>
                  </a:lnTo>
                  <a:lnTo>
                    <a:pt x="10398" y="10723"/>
                  </a:lnTo>
                  <a:lnTo>
                    <a:pt x="10513" y="11267"/>
                  </a:lnTo>
                  <a:lnTo>
                    <a:pt x="10629" y="11809"/>
                  </a:lnTo>
                  <a:lnTo>
                    <a:pt x="10915" y="12898"/>
                  </a:lnTo>
                  <a:lnTo>
                    <a:pt x="12007" y="17482"/>
                  </a:lnTo>
                  <a:lnTo>
                    <a:pt x="11432" y="17482"/>
                  </a:lnTo>
                  <a:lnTo>
                    <a:pt x="10915" y="17327"/>
                  </a:lnTo>
                  <a:lnTo>
                    <a:pt x="10915" y="17016"/>
                  </a:lnTo>
                  <a:lnTo>
                    <a:pt x="10801" y="16938"/>
                  </a:lnTo>
                  <a:lnTo>
                    <a:pt x="10226" y="13519"/>
                  </a:lnTo>
                  <a:lnTo>
                    <a:pt x="9882" y="11655"/>
                  </a:lnTo>
                  <a:lnTo>
                    <a:pt x="9709" y="10799"/>
                  </a:lnTo>
                  <a:lnTo>
                    <a:pt x="9537" y="10411"/>
                  </a:lnTo>
                  <a:lnTo>
                    <a:pt x="9365" y="10024"/>
                  </a:lnTo>
                  <a:lnTo>
                    <a:pt x="9307" y="9945"/>
                  </a:lnTo>
                  <a:lnTo>
                    <a:pt x="9249" y="9945"/>
                  </a:lnTo>
                  <a:lnTo>
                    <a:pt x="9135" y="10024"/>
                  </a:lnTo>
                  <a:lnTo>
                    <a:pt x="9135" y="10100"/>
                  </a:lnTo>
                  <a:lnTo>
                    <a:pt x="9077" y="10566"/>
                  </a:lnTo>
                  <a:lnTo>
                    <a:pt x="9077" y="10956"/>
                  </a:lnTo>
                  <a:lnTo>
                    <a:pt x="9192" y="11809"/>
                  </a:lnTo>
                  <a:lnTo>
                    <a:pt x="9479" y="13519"/>
                  </a:lnTo>
                  <a:lnTo>
                    <a:pt x="10054" y="16705"/>
                  </a:lnTo>
                  <a:lnTo>
                    <a:pt x="9651" y="16393"/>
                  </a:lnTo>
                  <a:lnTo>
                    <a:pt x="9365" y="15927"/>
                  </a:lnTo>
                  <a:lnTo>
                    <a:pt x="9019" y="15307"/>
                  </a:lnTo>
                  <a:lnTo>
                    <a:pt x="8732" y="14608"/>
                  </a:lnTo>
                  <a:lnTo>
                    <a:pt x="8560" y="13909"/>
                  </a:lnTo>
                  <a:lnTo>
                    <a:pt x="8446" y="13210"/>
                  </a:lnTo>
                  <a:lnTo>
                    <a:pt x="8215" y="11733"/>
                  </a:lnTo>
                  <a:lnTo>
                    <a:pt x="8101" y="11032"/>
                  </a:lnTo>
                  <a:lnTo>
                    <a:pt x="7929" y="10333"/>
                  </a:lnTo>
                  <a:lnTo>
                    <a:pt x="7699" y="9712"/>
                  </a:lnTo>
                  <a:lnTo>
                    <a:pt x="7410" y="9246"/>
                  </a:lnTo>
                  <a:lnTo>
                    <a:pt x="7066" y="8780"/>
                  </a:lnTo>
                  <a:lnTo>
                    <a:pt x="6721" y="8390"/>
                  </a:lnTo>
                  <a:lnTo>
                    <a:pt x="6319" y="8081"/>
                  </a:lnTo>
                  <a:lnTo>
                    <a:pt x="5918" y="7848"/>
                  </a:lnTo>
                  <a:lnTo>
                    <a:pt x="5458" y="7613"/>
                  </a:lnTo>
                  <a:lnTo>
                    <a:pt x="4999" y="7458"/>
                  </a:lnTo>
                  <a:lnTo>
                    <a:pt x="4482" y="7304"/>
                  </a:lnTo>
                  <a:lnTo>
                    <a:pt x="3332" y="7304"/>
                  </a:lnTo>
                  <a:lnTo>
                    <a:pt x="2816" y="7458"/>
                  </a:lnTo>
                  <a:lnTo>
                    <a:pt x="1724" y="7770"/>
                  </a:lnTo>
                  <a:lnTo>
                    <a:pt x="633" y="8236"/>
                  </a:lnTo>
                  <a:lnTo>
                    <a:pt x="288" y="8390"/>
                  </a:lnTo>
                  <a:lnTo>
                    <a:pt x="116" y="8547"/>
                  </a:lnTo>
                  <a:lnTo>
                    <a:pt x="0" y="8702"/>
                  </a:lnTo>
                  <a:lnTo>
                    <a:pt x="0" y="9323"/>
                  </a:lnTo>
                  <a:lnTo>
                    <a:pt x="58" y="9401"/>
                  </a:lnTo>
                  <a:lnTo>
                    <a:pt x="116" y="9558"/>
                  </a:lnTo>
                  <a:lnTo>
                    <a:pt x="402" y="9712"/>
                  </a:lnTo>
                  <a:lnTo>
                    <a:pt x="633" y="9712"/>
                  </a:lnTo>
                  <a:lnTo>
                    <a:pt x="805" y="9558"/>
                  </a:lnTo>
                  <a:lnTo>
                    <a:pt x="977" y="9401"/>
                  </a:lnTo>
                  <a:lnTo>
                    <a:pt x="1380" y="9168"/>
                  </a:lnTo>
                  <a:lnTo>
                    <a:pt x="1380" y="9945"/>
                  </a:lnTo>
                  <a:lnTo>
                    <a:pt x="1494" y="10644"/>
                  </a:lnTo>
                  <a:lnTo>
                    <a:pt x="1896" y="12042"/>
                  </a:lnTo>
                  <a:lnTo>
                    <a:pt x="2299" y="13752"/>
                  </a:lnTo>
                  <a:lnTo>
                    <a:pt x="2758" y="15461"/>
                  </a:lnTo>
                  <a:lnTo>
                    <a:pt x="2816" y="15618"/>
                  </a:lnTo>
                  <a:lnTo>
                    <a:pt x="2930" y="15773"/>
                  </a:lnTo>
                  <a:lnTo>
                    <a:pt x="3218" y="15773"/>
                  </a:lnTo>
                  <a:lnTo>
                    <a:pt x="3332" y="15694"/>
                  </a:lnTo>
                  <a:lnTo>
                    <a:pt x="3390" y="15540"/>
                  </a:lnTo>
                  <a:lnTo>
                    <a:pt x="3447" y="15307"/>
                  </a:lnTo>
                  <a:lnTo>
                    <a:pt x="3447" y="15152"/>
                  </a:lnTo>
                  <a:lnTo>
                    <a:pt x="3046" y="13519"/>
                  </a:lnTo>
                  <a:lnTo>
                    <a:pt x="2643" y="11966"/>
                  </a:lnTo>
                  <a:lnTo>
                    <a:pt x="2299" y="10566"/>
                  </a:lnTo>
                  <a:lnTo>
                    <a:pt x="2069" y="9945"/>
                  </a:lnTo>
                  <a:lnTo>
                    <a:pt x="1782" y="9323"/>
                  </a:lnTo>
                  <a:lnTo>
                    <a:pt x="1896" y="9168"/>
                  </a:lnTo>
                  <a:lnTo>
                    <a:pt x="1954" y="9168"/>
                  </a:lnTo>
                  <a:lnTo>
                    <a:pt x="1954" y="9089"/>
                  </a:lnTo>
                  <a:lnTo>
                    <a:pt x="1896" y="9089"/>
                  </a:lnTo>
                  <a:lnTo>
                    <a:pt x="1838" y="9013"/>
                  </a:lnTo>
                  <a:lnTo>
                    <a:pt x="1782" y="9013"/>
                  </a:lnTo>
                  <a:lnTo>
                    <a:pt x="2355" y="8856"/>
                  </a:lnTo>
                  <a:lnTo>
                    <a:pt x="2930" y="8702"/>
                  </a:lnTo>
                  <a:lnTo>
                    <a:pt x="3046" y="9013"/>
                  </a:lnTo>
                  <a:lnTo>
                    <a:pt x="3218" y="9401"/>
                  </a:lnTo>
                  <a:lnTo>
                    <a:pt x="3505" y="10333"/>
                  </a:lnTo>
                  <a:lnTo>
                    <a:pt x="3791" y="11267"/>
                  </a:lnTo>
                  <a:lnTo>
                    <a:pt x="3907" y="12199"/>
                  </a:lnTo>
                  <a:lnTo>
                    <a:pt x="4079" y="13131"/>
                  </a:lnTo>
                  <a:lnTo>
                    <a:pt x="4252" y="13597"/>
                  </a:lnTo>
                  <a:lnTo>
                    <a:pt x="4366" y="13985"/>
                  </a:lnTo>
                  <a:lnTo>
                    <a:pt x="4596" y="14375"/>
                  </a:lnTo>
                  <a:lnTo>
                    <a:pt x="4826" y="14684"/>
                  </a:lnTo>
                  <a:lnTo>
                    <a:pt x="5055" y="14762"/>
                  </a:lnTo>
                  <a:lnTo>
                    <a:pt x="5171" y="14684"/>
                  </a:lnTo>
                  <a:lnTo>
                    <a:pt x="5285" y="14529"/>
                  </a:lnTo>
                  <a:lnTo>
                    <a:pt x="5285" y="14296"/>
                  </a:lnTo>
                  <a:lnTo>
                    <a:pt x="5171" y="13830"/>
                  </a:lnTo>
                  <a:lnTo>
                    <a:pt x="4999" y="13443"/>
                  </a:lnTo>
                  <a:lnTo>
                    <a:pt x="4826" y="12974"/>
                  </a:lnTo>
                  <a:lnTo>
                    <a:pt x="4711" y="12587"/>
                  </a:lnTo>
                  <a:lnTo>
                    <a:pt x="4538" y="11655"/>
                  </a:lnTo>
                  <a:lnTo>
                    <a:pt x="4366" y="10723"/>
                  </a:lnTo>
                  <a:lnTo>
                    <a:pt x="4079" y="9634"/>
                  </a:lnTo>
                  <a:lnTo>
                    <a:pt x="3849" y="9089"/>
                  </a:lnTo>
                  <a:lnTo>
                    <a:pt x="3619" y="8547"/>
                  </a:lnTo>
                  <a:lnTo>
                    <a:pt x="4310" y="8547"/>
                  </a:lnTo>
                  <a:lnTo>
                    <a:pt x="4999" y="8702"/>
                  </a:lnTo>
                  <a:lnTo>
                    <a:pt x="4999" y="8935"/>
                  </a:lnTo>
                  <a:lnTo>
                    <a:pt x="5055" y="9246"/>
                  </a:lnTo>
                  <a:lnTo>
                    <a:pt x="5171" y="9791"/>
                  </a:lnTo>
                  <a:lnTo>
                    <a:pt x="5515" y="10723"/>
                  </a:lnTo>
                  <a:lnTo>
                    <a:pt x="5918" y="12354"/>
                  </a:lnTo>
                  <a:lnTo>
                    <a:pt x="6032" y="12587"/>
                  </a:lnTo>
                  <a:lnTo>
                    <a:pt x="6090" y="12741"/>
                  </a:lnTo>
                  <a:lnTo>
                    <a:pt x="6205" y="12898"/>
                  </a:lnTo>
                  <a:lnTo>
                    <a:pt x="6435" y="12974"/>
                  </a:lnTo>
                  <a:lnTo>
                    <a:pt x="6493" y="12898"/>
                  </a:lnTo>
                  <a:lnTo>
                    <a:pt x="6607" y="12820"/>
                  </a:lnTo>
                  <a:lnTo>
                    <a:pt x="6721" y="12587"/>
                  </a:lnTo>
                  <a:lnTo>
                    <a:pt x="6721" y="12275"/>
                  </a:lnTo>
                  <a:lnTo>
                    <a:pt x="6665" y="12042"/>
                  </a:lnTo>
                  <a:lnTo>
                    <a:pt x="6549" y="11733"/>
                  </a:lnTo>
                  <a:lnTo>
                    <a:pt x="6032" y="9867"/>
                  </a:lnTo>
                  <a:lnTo>
                    <a:pt x="5746" y="9089"/>
                  </a:lnTo>
                  <a:lnTo>
                    <a:pt x="6319" y="9558"/>
                  </a:lnTo>
                  <a:lnTo>
                    <a:pt x="6549" y="9791"/>
                  </a:lnTo>
                  <a:lnTo>
                    <a:pt x="6779" y="10100"/>
                  </a:lnTo>
                  <a:lnTo>
                    <a:pt x="6952" y="10490"/>
                  </a:lnTo>
                  <a:lnTo>
                    <a:pt x="7066" y="10877"/>
                  </a:lnTo>
                  <a:lnTo>
                    <a:pt x="7296" y="11733"/>
                  </a:lnTo>
                  <a:lnTo>
                    <a:pt x="7526" y="13443"/>
                  </a:lnTo>
                  <a:lnTo>
                    <a:pt x="7583" y="14063"/>
                  </a:lnTo>
                  <a:lnTo>
                    <a:pt x="7755" y="14684"/>
                  </a:lnTo>
                  <a:lnTo>
                    <a:pt x="7929" y="15228"/>
                  </a:lnTo>
                  <a:lnTo>
                    <a:pt x="8157" y="15773"/>
                  </a:lnTo>
                  <a:lnTo>
                    <a:pt x="8446" y="16317"/>
                  </a:lnTo>
                  <a:lnTo>
                    <a:pt x="8732" y="16783"/>
                  </a:lnTo>
                  <a:lnTo>
                    <a:pt x="9019" y="17249"/>
                  </a:lnTo>
                  <a:lnTo>
                    <a:pt x="9365" y="17637"/>
                  </a:lnTo>
                  <a:lnTo>
                    <a:pt x="9766" y="17948"/>
                  </a:lnTo>
                  <a:lnTo>
                    <a:pt x="10168" y="18259"/>
                  </a:lnTo>
                  <a:lnTo>
                    <a:pt x="10571" y="18414"/>
                  </a:lnTo>
                  <a:lnTo>
                    <a:pt x="11029" y="18571"/>
                  </a:lnTo>
                  <a:lnTo>
                    <a:pt x="11432" y="18647"/>
                  </a:lnTo>
                  <a:lnTo>
                    <a:pt x="12409" y="18647"/>
                  </a:lnTo>
                  <a:lnTo>
                    <a:pt x="12868" y="18414"/>
                  </a:lnTo>
                  <a:lnTo>
                    <a:pt x="13328" y="18259"/>
                  </a:lnTo>
                  <a:lnTo>
                    <a:pt x="13673" y="17948"/>
                  </a:lnTo>
                  <a:lnTo>
                    <a:pt x="14017" y="17560"/>
                  </a:lnTo>
                  <a:lnTo>
                    <a:pt x="14362" y="17171"/>
                  </a:lnTo>
                  <a:lnTo>
                    <a:pt x="14648" y="16705"/>
                  </a:lnTo>
                  <a:lnTo>
                    <a:pt x="14821" y="16239"/>
                  </a:lnTo>
                  <a:lnTo>
                    <a:pt x="15051" y="15694"/>
                  </a:lnTo>
                  <a:lnTo>
                    <a:pt x="15165" y="15074"/>
                  </a:lnTo>
                  <a:lnTo>
                    <a:pt x="15223" y="14375"/>
                  </a:lnTo>
                  <a:lnTo>
                    <a:pt x="15281" y="13676"/>
                  </a:lnTo>
                  <a:lnTo>
                    <a:pt x="15223" y="12898"/>
                  </a:lnTo>
                  <a:lnTo>
                    <a:pt x="15165" y="12199"/>
                  </a:lnTo>
                  <a:lnTo>
                    <a:pt x="14937" y="10723"/>
                  </a:lnTo>
                  <a:lnTo>
                    <a:pt x="14648" y="9246"/>
                  </a:lnTo>
                  <a:lnTo>
                    <a:pt x="14132" y="5904"/>
                  </a:lnTo>
                  <a:lnTo>
                    <a:pt x="14017" y="5128"/>
                  </a:lnTo>
                  <a:lnTo>
                    <a:pt x="14017" y="4351"/>
                  </a:lnTo>
                  <a:lnTo>
                    <a:pt x="14132" y="4972"/>
                  </a:lnTo>
                  <a:lnTo>
                    <a:pt x="14248" y="5438"/>
                  </a:lnTo>
                  <a:lnTo>
                    <a:pt x="14476" y="5904"/>
                  </a:lnTo>
                  <a:lnTo>
                    <a:pt x="14706" y="6372"/>
                  </a:lnTo>
                  <a:lnTo>
                    <a:pt x="14879" y="6526"/>
                  </a:lnTo>
                  <a:lnTo>
                    <a:pt x="15051" y="6605"/>
                  </a:lnTo>
                  <a:lnTo>
                    <a:pt x="15165" y="6605"/>
                  </a:lnTo>
                  <a:lnTo>
                    <a:pt x="15281" y="6526"/>
                  </a:lnTo>
                  <a:lnTo>
                    <a:pt x="15338" y="6448"/>
                  </a:lnTo>
                  <a:lnTo>
                    <a:pt x="15395" y="6293"/>
                  </a:lnTo>
                  <a:lnTo>
                    <a:pt x="15281" y="5904"/>
                  </a:lnTo>
                  <a:lnTo>
                    <a:pt x="15109" y="5516"/>
                  </a:lnTo>
                  <a:lnTo>
                    <a:pt x="14821" y="4817"/>
                  </a:lnTo>
                  <a:lnTo>
                    <a:pt x="14592" y="4040"/>
                  </a:lnTo>
                  <a:lnTo>
                    <a:pt x="14476" y="3652"/>
                  </a:lnTo>
                  <a:lnTo>
                    <a:pt x="14304" y="3262"/>
                  </a:lnTo>
                  <a:lnTo>
                    <a:pt x="14362" y="3186"/>
                  </a:lnTo>
                  <a:lnTo>
                    <a:pt x="14648" y="2874"/>
                  </a:lnTo>
                  <a:lnTo>
                    <a:pt x="14937" y="2641"/>
                  </a:lnTo>
                  <a:lnTo>
                    <a:pt x="15626" y="2330"/>
                  </a:lnTo>
                  <a:lnTo>
                    <a:pt x="15740" y="2953"/>
                  </a:lnTo>
                  <a:lnTo>
                    <a:pt x="15856" y="3574"/>
                  </a:lnTo>
                  <a:lnTo>
                    <a:pt x="16200" y="4739"/>
                  </a:lnTo>
                  <a:lnTo>
                    <a:pt x="16315" y="5283"/>
                  </a:lnTo>
                  <a:lnTo>
                    <a:pt x="16429" y="5982"/>
                  </a:lnTo>
                  <a:lnTo>
                    <a:pt x="16545" y="6293"/>
                  </a:lnTo>
                  <a:lnTo>
                    <a:pt x="16659" y="6526"/>
                  </a:lnTo>
                  <a:lnTo>
                    <a:pt x="16831" y="6759"/>
                  </a:lnTo>
                  <a:lnTo>
                    <a:pt x="17004" y="6838"/>
                  </a:lnTo>
                  <a:lnTo>
                    <a:pt x="17176" y="6838"/>
                  </a:lnTo>
                  <a:lnTo>
                    <a:pt x="17292" y="6759"/>
                  </a:lnTo>
                  <a:lnTo>
                    <a:pt x="17406" y="6605"/>
                  </a:lnTo>
                  <a:lnTo>
                    <a:pt x="17406" y="6293"/>
                  </a:lnTo>
                  <a:lnTo>
                    <a:pt x="17348" y="6139"/>
                  </a:lnTo>
                  <a:lnTo>
                    <a:pt x="17234" y="5982"/>
                  </a:lnTo>
                  <a:lnTo>
                    <a:pt x="17120" y="5594"/>
                  </a:lnTo>
                  <a:lnTo>
                    <a:pt x="17062" y="5205"/>
                  </a:lnTo>
                  <a:lnTo>
                    <a:pt x="16717" y="3885"/>
                  </a:lnTo>
                  <a:lnTo>
                    <a:pt x="16487" y="2953"/>
                  </a:lnTo>
                  <a:lnTo>
                    <a:pt x="16315" y="2485"/>
                  </a:lnTo>
                  <a:lnTo>
                    <a:pt x="16142" y="2097"/>
                  </a:lnTo>
                  <a:lnTo>
                    <a:pt x="16373" y="1942"/>
                  </a:lnTo>
                  <a:lnTo>
                    <a:pt x="17234" y="1553"/>
                  </a:lnTo>
                  <a:lnTo>
                    <a:pt x="17464" y="2485"/>
                  </a:lnTo>
                  <a:lnTo>
                    <a:pt x="17693" y="3419"/>
                  </a:lnTo>
                  <a:lnTo>
                    <a:pt x="18095" y="4972"/>
                  </a:lnTo>
                  <a:lnTo>
                    <a:pt x="18325" y="5671"/>
                  </a:lnTo>
                  <a:lnTo>
                    <a:pt x="18440" y="5904"/>
                  </a:lnTo>
                  <a:lnTo>
                    <a:pt x="18670" y="6139"/>
                  </a:lnTo>
                  <a:lnTo>
                    <a:pt x="18728" y="6215"/>
                  </a:lnTo>
                  <a:lnTo>
                    <a:pt x="18842" y="6139"/>
                  </a:lnTo>
                  <a:lnTo>
                    <a:pt x="18900" y="6139"/>
                  </a:lnTo>
                  <a:lnTo>
                    <a:pt x="18957" y="5982"/>
                  </a:lnTo>
                  <a:lnTo>
                    <a:pt x="19015" y="5749"/>
                  </a:lnTo>
                  <a:lnTo>
                    <a:pt x="19015" y="5438"/>
                  </a:lnTo>
                  <a:lnTo>
                    <a:pt x="18900" y="4817"/>
                  </a:lnTo>
                  <a:lnTo>
                    <a:pt x="18498" y="3574"/>
                  </a:lnTo>
                  <a:lnTo>
                    <a:pt x="18153" y="2330"/>
                  </a:lnTo>
                  <a:lnTo>
                    <a:pt x="17923" y="1476"/>
                  </a:lnTo>
                  <a:lnTo>
                    <a:pt x="17809" y="1243"/>
                  </a:lnTo>
                  <a:lnTo>
                    <a:pt x="18268" y="932"/>
                  </a:lnTo>
                  <a:lnTo>
                    <a:pt x="18670" y="621"/>
                  </a:lnTo>
                  <a:lnTo>
                    <a:pt x="18957" y="309"/>
                  </a:lnTo>
                  <a:lnTo>
                    <a:pt x="19015" y="233"/>
                  </a:lnTo>
                  <a:lnTo>
                    <a:pt x="19015" y="155"/>
                  </a:lnTo>
                  <a:lnTo>
                    <a:pt x="18957" y="76"/>
                  </a:lnTo>
                  <a:lnTo>
                    <a:pt x="18900" y="0"/>
                  </a:lnTo>
                  <a:close/>
                  <a:moveTo>
                    <a:pt x="6377" y="14995"/>
                  </a:moveTo>
                  <a:lnTo>
                    <a:pt x="6319" y="15074"/>
                  </a:lnTo>
                  <a:lnTo>
                    <a:pt x="6262" y="15152"/>
                  </a:lnTo>
                  <a:lnTo>
                    <a:pt x="6262" y="16006"/>
                  </a:lnTo>
                  <a:lnTo>
                    <a:pt x="6377" y="16861"/>
                  </a:lnTo>
                  <a:lnTo>
                    <a:pt x="6607" y="17637"/>
                  </a:lnTo>
                  <a:lnTo>
                    <a:pt x="6837" y="18492"/>
                  </a:lnTo>
                  <a:lnTo>
                    <a:pt x="6952" y="18647"/>
                  </a:lnTo>
                  <a:lnTo>
                    <a:pt x="6549" y="19037"/>
                  </a:lnTo>
                  <a:lnTo>
                    <a:pt x="6090" y="19270"/>
                  </a:lnTo>
                  <a:lnTo>
                    <a:pt x="6032" y="18959"/>
                  </a:lnTo>
                  <a:lnTo>
                    <a:pt x="5974" y="18647"/>
                  </a:lnTo>
                  <a:lnTo>
                    <a:pt x="5746" y="18026"/>
                  </a:lnTo>
                  <a:lnTo>
                    <a:pt x="5515" y="17094"/>
                  </a:lnTo>
                  <a:lnTo>
                    <a:pt x="5401" y="16705"/>
                  </a:lnTo>
                  <a:lnTo>
                    <a:pt x="5229" y="16239"/>
                  </a:lnTo>
                  <a:lnTo>
                    <a:pt x="5055" y="16160"/>
                  </a:lnTo>
                  <a:lnTo>
                    <a:pt x="4941" y="16160"/>
                  </a:lnTo>
                  <a:lnTo>
                    <a:pt x="4769" y="16317"/>
                  </a:lnTo>
                  <a:lnTo>
                    <a:pt x="4769" y="16472"/>
                  </a:lnTo>
                  <a:lnTo>
                    <a:pt x="4826" y="16938"/>
                  </a:lnTo>
                  <a:lnTo>
                    <a:pt x="4883" y="17404"/>
                  </a:lnTo>
                  <a:lnTo>
                    <a:pt x="5113" y="18338"/>
                  </a:lnTo>
                  <a:lnTo>
                    <a:pt x="5229" y="18959"/>
                  </a:lnTo>
                  <a:lnTo>
                    <a:pt x="5343" y="19270"/>
                  </a:lnTo>
                  <a:lnTo>
                    <a:pt x="5458" y="19579"/>
                  </a:lnTo>
                  <a:lnTo>
                    <a:pt x="4424" y="19969"/>
                  </a:lnTo>
                  <a:lnTo>
                    <a:pt x="4366" y="19658"/>
                  </a:lnTo>
                  <a:lnTo>
                    <a:pt x="4137" y="18571"/>
                  </a:lnTo>
                  <a:lnTo>
                    <a:pt x="3965" y="18103"/>
                  </a:lnTo>
                  <a:lnTo>
                    <a:pt x="3735" y="17637"/>
                  </a:lnTo>
                  <a:lnTo>
                    <a:pt x="3735" y="17404"/>
                  </a:lnTo>
                  <a:lnTo>
                    <a:pt x="3791" y="17327"/>
                  </a:lnTo>
                  <a:lnTo>
                    <a:pt x="3791" y="17171"/>
                  </a:lnTo>
                  <a:lnTo>
                    <a:pt x="3735" y="17171"/>
                  </a:lnTo>
                  <a:lnTo>
                    <a:pt x="3563" y="17249"/>
                  </a:lnTo>
                  <a:lnTo>
                    <a:pt x="3332" y="17249"/>
                  </a:lnTo>
                  <a:lnTo>
                    <a:pt x="3218" y="17327"/>
                  </a:lnTo>
                  <a:lnTo>
                    <a:pt x="3160" y="17482"/>
                  </a:lnTo>
                  <a:lnTo>
                    <a:pt x="3102" y="17637"/>
                  </a:lnTo>
                  <a:lnTo>
                    <a:pt x="3102" y="17793"/>
                  </a:lnTo>
                  <a:lnTo>
                    <a:pt x="3390" y="18726"/>
                  </a:lnTo>
                  <a:lnTo>
                    <a:pt x="3677" y="19736"/>
                  </a:lnTo>
                  <a:lnTo>
                    <a:pt x="3735" y="20280"/>
                  </a:lnTo>
                  <a:lnTo>
                    <a:pt x="3046" y="20513"/>
                  </a:lnTo>
                  <a:lnTo>
                    <a:pt x="2930" y="20590"/>
                  </a:lnTo>
                  <a:lnTo>
                    <a:pt x="2816" y="20746"/>
                  </a:lnTo>
                  <a:lnTo>
                    <a:pt x="2816" y="20901"/>
                  </a:lnTo>
                  <a:lnTo>
                    <a:pt x="2758" y="21056"/>
                  </a:lnTo>
                  <a:lnTo>
                    <a:pt x="2816" y="21212"/>
                  </a:lnTo>
                  <a:lnTo>
                    <a:pt x="2874" y="21367"/>
                  </a:lnTo>
                  <a:lnTo>
                    <a:pt x="2988" y="21522"/>
                  </a:lnTo>
                  <a:lnTo>
                    <a:pt x="3102" y="21600"/>
                  </a:lnTo>
                  <a:lnTo>
                    <a:pt x="3563" y="21600"/>
                  </a:lnTo>
                  <a:lnTo>
                    <a:pt x="3735" y="21445"/>
                  </a:lnTo>
                  <a:lnTo>
                    <a:pt x="3907" y="21367"/>
                  </a:lnTo>
                  <a:lnTo>
                    <a:pt x="3965" y="21289"/>
                  </a:lnTo>
                  <a:lnTo>
                    <a:pt x="4022" y="21367"/>
                  </a:lnTo>
                  <a:lnTo>
                    <a:pt x="4079" y="21445"/>
                  </a:lnTo>
                  <a:lnTo>
                    <a:pt x="4194" y="21445"/>
                  </a:lnTo>
                  <a:lnTo>
                    <a:pt x="4366" y="21367"/>
                  </a:lnTo>
                  <a:lnTo>
                    <a:pt x="4424" y="21134"/>
                  </a:lnTo>
                  <a:lnTo>
                    <a:pt x="5113" y="20901"/>
                  </a:lnTo>
                  <a:lnTo>
                    <a:pt x="5860" y="20590"/>
                  </a:lnTo>
                  <a:lnTo>
                    <a:pt x="6493" y="20280"/>
                  </a:lnTo>
                  <a:lnTo>
                    <a:pt x="7124" y="19812"/>
                  </a:lnTo>
                  <a:lnTo>
                    <a:pt x="7410" y="19503"/>
                  </a:lnTo>
                  <a:lnTo>
                    <a:pt x="7641" y="19192"/>
                  </a:lnTo>
                  <a:lnTo>
                    <a:pt x="7871" y="18726"/>
                  </a:lnTo>
                  <a:lnTo>
                    <a:pt x="8043" y="18259"/>
                  </a:lnTo>
                  <a:lnTo>
                    <a:pt x="8157" y="17793"/>
                  </a:lnTo>
                  <a:lnTo>
                    <a:pt x="8101" y="17327"/>
                  </a:lnTo>
                  <a:lnTo>
                    <a:pt x="7985" y="16938"/>
                  </a:lnTo>
                  <a:lnTo>
                    <a:pt x="7871" y="16705"/>
                  </a:lnTo>
                  <a:lnTo>
                    <a:pt x="7755" y="16550"/>
                  </a:lnTo>
                  <a:lnTo>
                    <a:pt x="7583" y="16550"/>
                  </a:lnTo>
                  <a:lnTo>
                    <a:pt x="7526" y="16628"/>
                  </a:lnTo>
                  <a:lnTo>
                    <a:pt x="7526" y="16705"/>
                  </a:lnTo>
                  <a:lnTo>
                    <a:pt x="7410" y="17637"/>
                  </a:lnTo>
                  <a:lnTo>
                    <a:pt x="7066" y="16239"/>
                  </a:lnTo>
                  <a:lnTo>
                    <a:pt x="6837" y="15618"/>
                  </a:lnTo>
                  <a:lnTo>
                    <a:pt x="6549" y="15074"/>
                  </a:lnTo>
                  <a:lnTo>
                    <a:pt x="6493" y="14995"/>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366" name="Google Shape;422;p8"/>
            <p:cNvSpPr/>
            <p:nvPr/>
          </p:nvSpPr>
          <p:spPr>
            <a:xfrm>
              <a:off x="120092" y="1959993"/>
              <a:ext cx="209831" cy="43543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98" y="541"/>
                  </a:moveTo>
                  <a:lnTo>
                    <a:pt x="2747" y="602"/>
                  </a:lnTo>
                  <a:lnTo>
                    <a:pt x="3496" y="722"/>
                  </a:lnTo>
                  <a:lnTo>
                    <a:pt x="4118" y="902"/>
                  </a:lnTo>
                  <a:lnTo>
                    <a:pt x="4745" y="1204"/>
                  </a:lnTo>
                  <a:lnTo>
                    <a:pt x="5368" y="1504"/>
                  </a:lnTo>
                  <a:lnTo>
                    <a:pt x="5742" y="1806"/>
                  </a:lnTo>
                  <a:lnTo>
                    <a:pt x="6116" y="2167"/>
                  </a:lnTo>
                  <a:lnTo>
                    <a:pt x="6491" y="2528"/>
                  </a:lnTo>
                  <a:lnTo>
                    <a:pt x="6743" y="2888"/>
                  </a:lnTo>
                  <a:lnTo>
                    <a:pt x="6865" y="3310"/>
                  </a:lnTo>
                  <a:lnTo>
                    <a:pt x="6865" y="4092"/>
                  </a:lnTo>
                  <a:lnTo>
                    <a:pt x="6743" y="3971"/>
                  </a:lnTo>
                  <a:lnTo>
                    <a:pt x="5994" y="3189"/>
                  </a:lnTo>
                  <a:lnTo>
                    <a:pt x="5494" y="2828"/>
                  </a:lnTo>
                  <a:lnTo>
                    <a:pt x="4871" y="2467"/>
                  </a:lnTo>
                  <a:lnTo>
                    <a:pt x="4745" y="2406"/>
                  </a:lnTo>
                  <a:lnTo>
                    <a:pt x="4496" y="2406"/>
                  </a:lnTo>
                  <a:lnTo>
                    <a:pt x="4370" y="2467"/>
                  </a:lnTo>
                  <a:lnTo>
                    <a:pt x="4370" y="2588"/>
                  </a:lnTo>
                  <a:lnTo>
                    <a:pt x="4496" y="3008"/>
                  </a:lnTo>
                  <a:lnTo>
                    <a:pt x="4745" y="3490"/>
                  </a:lnTo>
                  <a:lnTo>
                    <a:pt x="5494" y="4332"/>
                  </a:lnTo>
                  <a:lnTo>
                    <a:pt x="5868" y="4814"/>
                  </a:lnTo>
                  <a:lnTo>
                    <a:pt x="5494" y="4693"/>
                  </a:lnTo>
                  <a:lnTo>
                    <a:pt x="4993" y="4453"/>
                  </a:lnTo>
                  <a:lnTo>
                    <a:pt x="4244" y="3851"/>
                  </a:lnTo>
                  <a:lnTo>
                    <a:pt x="3622" y="3249"/>
                  </a:lnTo>
                  <a:lnTo>
                    <a:pt x="3247" y="2828"/>
                  </a:lnTo>
                  <a:lnTo>
                    <a:pt x="2873" y="2286"/>
                  </a:lnTo>
                  <a:lnTo>
                    <a:pt x="2498" y="1685"/>
                  </a:lnTo>
                  <a:lnTo>
                    <a:pt x="2246" y="1143"/>
                  </a:lnTo>
                  <a:lnTo>
                    <a:pt x="1998" y="541"/>
                  </a:lnTo>
                  <a:close/>
                  <a:moveTo>
                    <a:pt x="12611" y="4634"/>
                  </a:moveTo>
                  <a:lnTo>
                    <a:pt x="13360" y="4693"/>
                  </a:lnTo>
                  <a:lnTo>
                    <a:pt x="13982" y="4814"/>
                  </a:lnTo>
                  <a:lnTo>
                    <a:pt x="16106" y="5114"/>
                  </a:lnTo>
                  <a:lnTo>
                    <a:pt x="16981" y="5295"/>
                  </a:lnTo>
                  <a:lnTo>
                    <a:pt x="17978" y="5536"/>
                  </a:lnTo>
                  <a:lnTo>
                    <a:pt x="18727" y="5777"/>
                  </a:lnTo>
                  <a:lnTo>
                    <a:pt x="19354" y="6016"/>
                  </a:lnTo>
                  <a:lnTo>
                    <a:pt x="18853" y="5957"/>
                  </a:lnTo>
                  <a:lnTo>
                    <a:pt x="18605" y="5957"/>
                  </a:lnTo>
                  <a:lnTo>
                    <a:pt x="18353" y="6077"/>
                  </a:lnTo>
                  <a:lnTo>
                    <a:pt x="18227" y="6197"/>
                  </a:lnTo>
                  <a:lnTo>
                    <a:pt x="18353" y="6377"/>
                  </a:lnTo>
                  <a:lnTo>
                    <a:pt x="17104" y="6618"/>
                  </a:lnTo>
                  <a:lnTo>
                    <a:pt x="15858" y="6740"/>
                  </a:lnTo>
                  <a:lnTo>
                    <a:pt x="14609" y="6859"/>
                  </a:lnTo>
                  <a:lnTo>
                    <a:pt x="13234" y="6859"/>
                  </a:lnTo>
                  <a:lnTo>
                    <a:pt x="11736" y="6740"/>
                  </a:lnTo>
                  <a:lnTo>
                    <a:pt x="10364" y="6559"/>
                  </a:lnTo>
                  <a:lnTo>
                    <a:pt x="9738" y="6438"/>
                  </a:lnTo>
                  <a:lnTo>
                    <a:pt x="8989" y="6257"/>
                  </a:lnTo>
                  <a:lnTo>
                    <a:pt x="8366" y="6016"/>
                  </a:lnTo>
                  <a:lnTo>
                    <a:pt x="7992" y="5897"/>
                  </a:lnTo>
                  <a:lnTo>
                    <a:pt x="7866" y="5777"/>
                  </a:lnTo>
                  <a:lnTo>
                    <a:pt x="8615" y="6016"/>
                  </a:lnTo>
                  <a:lnTo>
                    <a:pt x="9490" y="6257"/>
                  </a:lnTo>
                  <a:lnTo>
                    <a:pt x="10364" y="6377"/>
                  </a:lnTo>
                  <a:lnTo>
                    <a:pt x="11362" y="6559"/>
                  </a:lnTo>
                  <a:lnTo>
                    <a:pt x="12236" y="6618"/>
                  </a:lnTo>
                  <a:lnTo>
                    <a:pt x="13234" y="6740"/>
                  </a:lnTo>
                  <a:lnTo>
                    <a:pt x="13860" y="6740"/>
                  </a:lnTo>
                  <a:lnTo>
                    <a:pt x="14234" y="6679"/>
                  </a:lnTo>
                  <a:lnTo>
                    <a:pt x="14731" y="6618"/>
                  </a:lnTo>
                  <a:lnTo>
                    <a:pt x="15106" y="6499"/>
                  </a:lnTo>
                  <a:lnTo>
                    <a:pt x="15232" y="6377"/>
                  </a:lnTo>
                  <a:lnTo>
                    <a:pt x="15106" y="6197"/>
                  </a:lnTo>
                  <a:lnTo>
                    <a:pt x="14731" y="6077"/>
                  </a:lnTo>
                  <a:lnTo>
                    <a:pt x="14357" y="5957"/>
                  </a:lnTo>
                  <a:lnTo>
                    <a:pt x="13486" y="5897"/>
                  </a:lnTo>
                  <a:lnTo>
                    <a:pt x="12611" y="5836"/>
                  </a:lnTo>
                  <a:lnTo>
                    <a:pt x="11736" y="5777"/>
                  </a:lnTo>
                  <a:lnTo>
                    <a:pt x="9238" y="5475"/>
                  </a:lnTo>
                  <a:lnTo>
                    <a:pt x="9738" y="5295"/>
                  </a:lnTo>
                  <a:lnTo>
                    <a:pt x="10487" y="5054"/>
                  </a:lnTo>
                  <a:lnTo>
                    <a:pt x="11236" y="4814"/>
                  </a:lnTo>
                  <a:lnTo>
                    <a:pt x="11862" y="4693"/>
                  </a:lnTo>
                  <a:lnTo>
                    <a:pt x="12611" y="4634"/>
                  </a:lnTo>
                  <a:close/>
                  <a:moveTo>
                    <a:pt x="4370" y="9326"/>
                  </a:moveTo>
                  <a:lnTo>
                    <a:pt x="5868" y="9387"/>
                  </a:lnTo>
                  <a:lnTo>
                    <a:pt x="5994" y="9387"/>
                  </a:lnTo>
                  <a:lnTo>
                    <a:pt x="6242" y="9626"/>
                  </a:lnTo>
                  <a:lnTo>
                    <a:pt x="6491" y="9748"/>
                  </a:lnTo>
                  <a:lnTo>
                    <a:pt x="6865" y="9748"/>
                  </a:lnTo>
                  <a:lnTo>
                    <a:pt x="7243" y="9626"/>
                  </a:lnTo>
                  <a:lnTo>
                    <a:pt x="7366" y="9446"/>
                  </a:lnTo>
                  <a:lnTo>
                    <a:pt x="8989" y="9507"/>
                  </a:lnTo>
                  <a:lnTo>
                    <a:pt x="10487" y="9507"/>
                  </a:lnTo>
                  <a:lnTo>
                    <a:pt x="11362" y="9567"/>
                  </a:lnTo>
                  <a:lnTo>
                    <a:pt x="11984" y="9626"/>
                  </a:lnTo>
                  <a:lnTo>
                    <a:pt x="11984" y="9868"/>
                  </a:lnTo>
                  <a:lnTo>
                    <a:pt x="11488" y="9807"/>
                  </a:lnTo>
                  <a:lnTo>
                    <a:pt x="11113" y="9868"/>
                  </a:lnTo>
                  <a:lnTo>
                    <a:pt x="10613" y="9987"/>
                  </a:lnTo>
                  <a:lnTo>
                    <a:pt x="10487" y="10109"/>
                  </a:lnTo>
                  <a:lnTo>
                    <a:pt x="10487" y="10228"/>
                  </a:lnTo>
                  <a:lnTo>
                    <a:pt x="9364" y="10228"/>
                  </a:lnTo>
                  <a:lnTo>
                    <a:pt x="4496" y="10109"/>
                  </a:lnTo>
                  <a:lnTo>
                    <a:pt x="2747" y="9987"/>
                  </a:lnTo>
                  <a:lnTo>
                    <a:pt x="1750" y="9928"/>
                  </a:lnTo>
                  <a:lnTo>
                    <a:pt x="875" y="9987"/>
                  </a:lnTo>
                  <a:lnTo>
                    <a:pt x="1249" y="9748"/>
                  </a:lnTo>
                  <a:lnTo>
                    <a:pt x="1750" y="9567"/>
                  </a:lnTo>
                  <a:lnTo>
                    <a:pt x="2246" y="9387"/>
                  </a:lnTo>
                  <a:lnTo>
                    <a:pt x="2747" y="9326"/>
                  </a:lnTo>
                  <a:close/>
                  <a:moveTo>
                    <a:pt x="7618" y="10950"/>
                  </a:moveTo>
                  <a:lnTo>
                    <a:pt x="10238" y="11011"/>
                  </a:lnTo>
                  <a:lnTo>
                    <a:pt x="10739" y="11071"/>
                  </a:lnTo>
                  <a:lnTo>
                    <a:pt x="10739" y="13117"/>
                  </a:lnTo>
                  <a:lnTo>
                    <a:pt x="10613" y="15162"/>
                  </a:lnTo>
                  <a:lnTo>
                    <a:pt x="8240" y="15343"/>
                  </a:lnTo>
                  <a:lnTo>
                    <a:pt x="8240" y="14682"/>
                  </a:lnTo>
                  <a:lnTo>
                    <a:pt x="7866" y="12515"/>
                  </a:lnTo>
                  <a:lnTo>
                    <a:pt x="7740" y="11372"/>
                  </a:lnTo>
                  <a:lnTo>
                    <a:pt x="7618" y="10950"/>
                  </a:lnTo>
                  <a:close/>
                  <a:moveTo>
                    <a:pt x="3622" y="10770"/>
                  </a:moveTo>
                  <a:lnTo>
                    <a:pt x="6368" y="10950"/>
                  </a:lnTo>
                  <a:lnTo>
                    <a:pt x="6242" y="11131"/>
                  </a:lnTo>
                  <a:lnTo>
                    <a:pt x="6242" y="11372"/>
                  </a:lnTo>
                  <a:lnTo>
                    <a:pt x="6368" y="11852"/>
                  </a:lnTo>
                  <a:lnTo>
                    <a:pt x="6617" y="14440"/>
                  </a:lnTo>
                  <a:lnTo>
                    <a:pt x="6743" y="15403"/>
                  </a:lnTo>
                  <a:lnTo>
                    <a:pt x="5245" y="15403"/>
                  </a:lnTo>
                  <a:lnTo>
                    <a:pt x="3744" y="15462"/>
                  </a:lnTo>
                  <a:lnTo>
                    <a:pt x="3496" y="13538"/>
                  </a:lnTo>
                  <a:lnTo>
                    <a:pt x="3247" y="12154"/>
                  </a:lnTo>
                  <a:lnTo>
                    <a:pt x="3121" y="11432"/>
                  </a:lnTo>
                  <a:lnTo>
                    <a:pt x="2747" y="10770"/>
                  </a:lnTo>
                  <a:close/>
                  <a:moveTo>
                    <a:pt x="10487" y="15945"/>
                  </a:moveTo>
                  <a:lnTo>
                    <a:pt x="10238" y="17147"/>
                  </a:lnTo>
                  <a:lnTo>
                    <a:pt x="10112" y="17147"/>
                  </a:lnTo>
                  <a:lnTo>
                    <a:pt x="9738" y="17088"/>
                  </a:lnTo>
                  <a:lnTo>
                    <a:pt x="9364" y="17088"/>
                  </a:lnTo>
                  <a:lnTo>
                    <a:pt x="8863" y="17147"/>
                  </a:lnTo>
                  <a:lnTo>
                    <a:pt x="8489" y="17268"/>
                  </a:lnTo>
                  <a:lnTo>
                    <a:pt x="8489" y="17088"/>
                  </a:lnTo>
                  <a:lnTo>
                    <a:pt x="8366" y="16125"/>
                  </a:lnTo>
                  <a:lnTo>
                    <a:pt x="9490" y="16064"/>
                  </a:lnTo>
                  <a:lnTo>
                    <a:pt x="10487" y="15945"/>
                  </a:lnTo>
                  <a:close/>
                  <a:moveTo>
                    <a:pt x="3870" y="16005"/>
                  </a:moveTo>
                  <a:lnTo>
                    <a:pt x="4619" y="16125"/>
                  </a:lnTo>
                  <a:lnTo>
                    <a:pt x="5245" y="16125"/>
                  </a:lnTo>
                  <a:lnTo>
                    <a:pt x="6743" y="16186"/>
                  </a:lnTo>
                  <a:lnTo>
                    <a:pt x="6865" y="16546"/>
                  </a:lnTo>
                  <a:lnTo>
                    <a:pt x="6743" y="16606"/>
                  </a:lnTo>
                  <a:lnTo>
                    <a:pt x="5742" y="16546"/>
                  </a:lnTo>
                  <a:lnTo>
                    <a:pt x="5494" y="16606"/>
                  </a:lnTo>
                  <a:lnTo>
                    <a:pt x="5245" y="16666"/>
                  </a:lnTo>
                  <a:lnTo>
                    <a:pt x="5245" y="16786"/>
                  </a:lnTo>
                  <a:lnTo>
                    <a:pt x="5368" y="16907"/>
                  </a:lnTo>
                  <a:lnTo>
                    <a:pt x="5868" y="17147"/>
                  </a:lnTo>
                  <a:lnTo>
                    <a:pt x="6617" y="17208"/>
                  </a:lnTo>
                  <a:lnTo>
                    <a:pt x="6865" y="17208"/>
                  </a:lnTo>
                  <a:lnTo>
                    <a:pt x="6865" y="17629"/>
                  </a:lnTo>
                  <a:lnTo>
                    <a:pt x="6116" y="17690"/>
                  </a:lnTo>
                  <a:lnTo>
                    <a:pt x="6116" y="17629"/>
                  </a:lnTo>
                  <a:lnTo>
                    <a:pt x="5994" y="17629"/>
                  </a:lnTo>
                  <a:lnTo>
                    <a:pt x="5742" y="17690"/>
                  </a:lnTo>
                  <a:lnTo>
                    <a:pt x="5494" y="17749"/>
                  </a:lnTo>
                  <a:lnTo>
                    <a:pt x="5245" y="17870"/>
                  </a:lnTo>
                  <a:lnTo>
                    <a:pt x="5119" y="18051"/>
                  </a:lnTo>
                  <a:lnTo>
                    <a:pt x="5245" y="18170"/>
                  </a:lnTo>
                  <a:lnTo>
                    <a:pt x="5620" y="18290"/>
                  </a:lnTo>
                  <a:lnTo>
                    <a:pt x="6991" y="18290"/>
                  </a:lnTo>
                  <a:lnTo>
                    <a:pt x="7243" y="18712"/>
                  </a:lnTo>
                  <a:lnTo>
                    <a:pt x="7618" y="19013"/>
                  </a:lnTo>
                  <a:lnTo>
                    <a:pt x="7740" y="19072"/>
                  </a:lnTo>
                  <a:lnTo>
                    <a:pt x="7992" y="19072"/>
                  </a:lnTo>
                  <a:lnTo>
                    <a:pt x="8240" y="19013"/>
                  </a:lnTo>
                  <a:lnTo>
                    <a:pt x="8366" y="18953"/>
                  </a:lnTo>
                  <a:lnTo>
                    <a:pt x="8615" y="18651"/>
                  </a:lnTo>
                  <a:lnTo>
                    <a:pt x="8741" y="18351"/>
                  </a:lnTo>
                  <a:lnTo>
                    <a:pt x="8741" y="18051"/>
                  </a:lnTo>
                  <a:lnTo>
                    <a:pt x="8615" y="17690"/>
                  </a:lnTo>
                  <a:lnTo>
                    <a:pt x="9115" y="17749"/>
                  </a:lnTo>
                  <a:lnTo>
                    <a:pt x="10238" y="17749"/>
                  </a:lnTo>
                  <a:lnTo>
                    <a:pt x="9990" y="18712"/>
                  </a:lnTo>
                  <a:lnTo>
                    <a:pt x="9738" y="19374"/>
                  </a:lnTo>
                  <a:lnTo>
                    <a:pt x="9612" y="19674"/>
                  </a:lnTo>
                  <a:lnTo>
                    <a:pt x="9364" y="19975"/>
                  </a:lnTo>
                  <a:lnTo>
                    <a:pt x="8989" y="20276"/>
                  </a:lnTo>
                  <a:lnTo>
                    <a:pt x="8615" y="20457"/>
                  </a:lnTo>
                  <a:lnTo>
                    <a:pt x="7992" y="20637"/>
                  </a:lnTo>
                  <a:lnTo>
                    <a:pt x="7243" y="20698"/>
                  </a:lnTo>
                  <a:lnTo>
                    <a:pt x="6617" y="20698"/>
                  </a:lnTo>
                  <a:lnTo>
                    <a:pt x="6116" y="20637"/>
                  </a:lnTo>
                  <a:lnTo>
                    <a:pt x="5620" y="20457"/>
                  </a:lnTo>
                  <a:lnTo>
                    <a:pt x="5119" y="20276"/>
                  </a:lnTo>
                  <a:lnTo>
                    <a:pt x="4871" y="20035"/>
                  </a:lnTo>
                  <a:lnTo>
                    <a:pt x="4496" y="19794"/>
                  </a:lnTo>
                  <a:lnTo>
                    <a:pt x="4118" y="19253"/>
                  </a:lnTo>
                  <a:lnTo>
                    <a:pt x="3870" y="18592"/>
                  </a:lnTo>
                  <a:lnTo>
                    <a:pt x="3870" y="16005"/>
                  </a:lnTo>
                  <a:close/>
                  <a:moveTo>
                    <a:pt x="2124" y="0"/>
                  </a:moveTo>
                  <a:lnTo>
                    <a:pt x="1624" y="61"/>
                  </a:lnTo>
                  <a:lnTo>
                    <a:pt x="1123" y="180"/>
                  </a:lnTo>
                  <a:lnTo>
                    <a:pt x="997" y="302"/>
                  </a:lnTo>
                  <a:lnTo>
                    <a:pt x="997" y="482"/>
                  </a:lnTo>
                  <a:lnTo>
                    <a:pt x="1123" y="541"/>
                  </a:lnTo>
                  <a:lnTo>
                    <a:pt x="997" y="963"/>
                  </a:lnTo>
                  <a:lnTo>
                    <a:pt x="997" y="1384"/>
                  </a:lnTo>
                  <a:lnTo>
                    <a:pt x="1123" y="1806"/>
                  </a:lnTo>
                  <a:lnTo>
                    <a:pt x="1249" y="2167"/>
                  </a:lnTo>
                  <a:lnTo>
                    <a:pt x="1872" y="3008"/>
                  </a:lnTo>
                  <a:lnTo>
                    <a:pt x="2498" y="3730"/>
                  </a:lnTo>
                  <a:lnTo>
                    <a:pt x="3121" y="4332"/>
                  </a:lnTo>
                  <a:lnTo>
                    <a:pt x="3996" y="4934"/>
                  </a:lnTo>
                  <a:lnTo>
                    <a:pt x="4496" y="5175"/>
                  </a:lnTo>
                  <a:lnTo>
                    <a:pt x="5119" y="5355"/>
                  </a:lnTo>
                  <a:lnTo>
                    <a:pt x="5620" y="5536"/>
                  </a:lnTo>
                  <a:lnTo>
                    <a:pt x="6368" y="5536"/>
                  </a:lnTo>
                  <a:lnTo>
                    <a:pt x="6116" y="6257"/>
                  </a:lnTo>
                  <a:lnTo>
                    <a:pt x="5868" y="7160"/>
                  </a:lnTo>
                  <a:lnTo>
                    <a:pt x="5868" y="7642"/>
                  </a:lnTo>
                  <a:lnTo>
                    <a:pt x="5994" y="7883"/>
                  </a:lnTo>
                  <a:lnTo>
                    <a:pt x="6116" y="8063"/>
                  </a:lnTo>
                  <a:lnTo>
                    <a:pt x="5994" y="8724"/>
                  </a:lnTo>
                  <a:lnTo>
                    <a:pt x="5494" y="8724"/>
                  </a:lnTo>
                  <a:lnTo>
                    <a:pt x="3870" y="8664"/>
                  </a:lnTo>
                  <a:lnTo>
                    <a:pt x="3121" y="8605"/>
                  </a:lnTo>
                  <a:lnTo>
                    <a:pt x="2372" y="8664"/>
                  </a:lnTo>
                  <a:lnTo>
                    <a:pt x="1372" y="8844"/>
                  </a:lnTo>
                  <a:lnTo>
                    <a:pt x="997" y="8965"/>
                  </a:lnTo>
                  <a:lnTo>
                    <a:pt x="623" y="9146"/>
                  </a:lnTo>
                  <a:lnTo>
                    <a:pt x="374" y="9326"/>
                  </a:lnTo>
                  <a:lnTo>
                    <a:pt x="248" y="9507"/>
                  </a:lnTo>
                  <a:lnTo>
                    <a:pt x="126" y="9748"/>
                  </a:lnTo>
                  <a:lnTo>
                    <a:pt x="0" y="9987"/>
                  </a:lnTo>
                  <a:lnTo>
                    <a:pt x="126" y="10109"/>
                  </a:lnTo>
                  <a:lnTo>
                    <a:pt x="374" y="10168"/>
                  </a:lnTo>
                  <a:lnTo>
                    <a:pt x="126" y="10289"/>
                  </a:lnTo>
                  <a:lnTo>
                    <a:pt x="126" y="10589"/>
                  </a:lnTo>
                  <a:lnTo>
                    <a:pt x="374" y="10711"/>
                  </a:lnTo>
                  <a:lnTo>
                    <a:pt x="623" y="10770"/>
                  </a:lnTo>
                  <a:lnTo>
                    <a:pt x="997" y="10770"/>
                  </a:lnTo>
                  <a:lnTo>
                    <a:pt x="1249" y="10650"/>
                  </a:lnTo>
                  <a:lnTo>
                    <a:pt x="1498" y="10650"/>
                  </a:lnTo>
                  <a:lnTo>
                    <a:pt x="1498" y="11613"/>
                  </a:lnTo>
                  <a:lnTo>
                    <a:pt x="1750" y="12454"/>
                  </a:lnTo>
                  <a:lnTo>
                    <a:pt x="1998" y="14199"/>
                  </a:lnTo>
                  <a:lnTo>
                    <a:pt x="2124" y="15945"/>
                  </a:lnTo>
                  <a:lnTo>
                    <a:pt x="2124" y="17690"/>
                  </a:lnTo>
                  <a:lnTo>
                    <a:pt x="2246" y="18411"/>
                  </a:lnTo>
                  <a:lnTo>
                    <a:pt x="2372" y="19133"/>
                  </a:lnTo>
                  <a:lnTo>
                    <a:pt x="2747" y="19855"/>
                  </a:lnTo>
                  <a:lnTo>
                    <a:pt x="2995" y="20157"/>
                  </a:lnTo>
                  <a:lnTo>
                    <a:pt x="3370" y="20517"/>
                  </a:lnTo>
                  <a:lnTo>
                    <a:pt x="3622" y="20757"/>
                  </a:lnTo>
                  <a:lnTo>
                    <a:pt x="3996" y="20937"/>
                  </a:lnTo>
                  <a:lnTo>
                    <a:pt x="4496" y="21178"/>
                  </a:lnTo>
                  <a:lnTo>
                    <a:pt x="4993" y="21298"/>
                  </a:lnTo>
                  <a:lnTo>
                    <a:pt x="5494" y="21420"/>
                  </a:lnTo>
                  <a:lnTo>
                    <a:pt x="6116" y="21480"/>
                  </a:lnTo>
                  <a:lnTo>
                    <a:pt x="6617" y="21539"/>
                  </a:lnTo>
                  <a:lnTo>
                    <a:pt x="7243" y="21600"/>
                  </a:lnTo>
                  <a:lnTo>
                    <a:pt x="7992" y="21539"/>
                  </a:lnTo>
                  <a:lnTo>
                    <a:pt x="8741" y="21480"/>
                  </a:lnTo>
                  <a:lnTo>
                    <a:pt x="9364" y="21298"/>
                  </a:lnTo>
                  <a:lnTo>
                    <a:pt x="9864" y="21118"/>
                  </a:lnTo>
                  <a:lnTo>
                    <a:pt x="10238" y="20937"/>
                  </a:lnTo>
                  <a:lnTo>
                    <a:pt x="10613" y="20637"/>
                  </a:lnTo>
                  <a:lnTo>
                    <a:pt x="11236" y="20035"/>
                  </a:lnTo>
                  <a:lnTo>
                    <a:pt x="11610" y="19374"/>
                  </a:lnTo>
                  <a:lnTo>
                    <a:pt x="11736" y="18712"/>
                  </a:lnTo>
                  <a:lnTo>
                    <a:pt x="11984" y="17388"/>
                  </a:lnTo>
                  <a:lnTo>
                    <a:pt x="12359" y="15823"/>
                  </a:lnTo>
                  <a:lnTo>
                    <a:pt x="12485" y="14199"/>
                  </a:lnTo>
                  <a:lnTo>
                    <a:pt x="12485" y="10950"/>
                  </a:lnTo>
                  <a:lnTo>
                    <a:pt x="12737" y="10830"/>
                  </a:lnTo>
                  <a:lnTo>
                    <a:pt x="12859" y="10711"/>
                  </a:lnTo>
                  <a:lnTo>
                    <a:pt x="12859" y="10589"/>
                  </a:lnTo>
                  <a:lnTo>
                    <a:pt x="13234" y="10289"/>
                  </a:lnTo>
                  <a:lnTo>
                    <a:pt x="13486" y="9928"/>
                  </a:lnTo>
                  <a:lnTo>
                    <a:pt x="13608" y="9567"/>
                  </a:lnTo>
                  <a:lnTo>
                    <a:pt x="13486" y="9387"/>
                  </a:lnTo>
                  <a:lnTo>
                    <a:pt x="13360" y="9205"/>
                  </a:lnTo>
                  <a:lnTo>
                    <a:pt x="12985" y="9024"/>
                  </a:lnTo>
                  <a:lnTo>
                    <a:pt x="12485" y="8905"/>
                  </a:lnTo>
                  <a:lnTo>
                    <a:pt x="11862" y="8844"/>
                  </a:lnTo>
                  <a:lnTo>
                    <a:pt x="11113" y="8785"/>
                  </a:lnTo>
                  <a:lnTo>
                    <a:pt x="8615" y="8785"/>
                  </a:lnTo>
                  <a:lnTo>
                    <a:pt x="7366" y="8724"/>
                  </a:lnTo>
                  <a:lnTo>
                    <a:pt x="7117" y="7883"/>
                  </a:lnTo>
                  <a:lnTo>
                    <a:pt x="7366" y="7520"/>
                  </a:lnTo>
                  <a:lnTo>
                    <a:pt x="7366" y="7160"/>
                  </a:lnTo>
                  <a:lnTo>
                    <a:pt x="7492" y="6499"/>
                  </a:lnTo>
                  <a:lnTo>
                    <a:pt x="8366" y="6799"/>
                  </a:lnTo>
                  <a:lnTo>
                    <a:pt x="9238" y="7040"/>
                  </a:lnTo>
                  <a:lnTo>
                    <a:pt x="10112" y="7220"/>
                  </a:lnTo>
                  <a:lnTo>
                    <a:pt x="11113" y="7340"/>
                  </a:lnTo>
                  <a:lnTo>
                    <a:pt x="11984" y="7461"/>
                  </a:lnTo>
                  <a:lnTo>
                    <a:pt x="12985" y="7520"/>
                  </a:lnTo>
                  <a:lnTo>
                    <a:pt x="14983" y="7520"/>
                  </a:lnTo>
                  <a:lnTo>
                    <a:pt x="15858" y="7461"/>
                  </a:lnTo>
                  <a:lnTo>
                    <a:pt x="16855" y="7340"/>
                  </a:lnTo>
                  <a:lnTo>
                    <a:pt x="17730" y="7220"/>
                  </a:lnTo>
                  <a:lnTo>
                    <a:pt x="18727" y="7040"/>
                  </a:lnTo>
                  <a:lnTo>
                    <a:pt x="19602" y="6859"/>
                  </a:lnTo>
                  <a:lnTo>
                    <a:pt x="19850" y="6740"/>
                  </a:lnTo>
                  <a:lnTo>
                    <a:pt x="19850" y="6377"/>
                  </a:lnTo>
                  <a:lnTo>
                    <a:pt x="19728" y="6197"/>
                  </a:lnTo>
                  <a:lnTo>
                    <a:pt x="19850" y="6257"/>
                  </a:lnTo>
                  <a:lnTo>
                    <a:pt x="20351" y="6499"/>
                  </a:lnTo>
                  <a:lnTo>
                    <a:pt x="20599" y="6559"/>
                  </a:lnTo>
                  <a:lnTo>
                    <a:pt x="21100" y="6618"/>
                  </a:lnTo>
                  <a:lnTo>
                    <a:pt x="21226" y="6618"/>
                  </a:lnTo>
                  <a:lnTo>
                    <a:pt x="21352" y="6559"/>
                  </a:lnTo>
                  <a:lnTo>
                    <a:pt x="21600" y="6377"/>
                  </a:lnTo>
                  <a:lnTo>
                    <a:pt x="21474" y="6138"/>
                  </a:lnTo>
                  <a:lnTo>
                    <a:pt x="21352" y="5957"/>
                  </a:lnTo>
                  <a:lnTo>
                    <a:pt x="21100" y="5777"/>
                  </a:lnTo>
                  <a:lnTo>
                    <a:pt x="20725" y="5536"/>
                  </a:lnTo>
                  <a:lnTo>
                    <a:pt x="19850" y="5236"/>
                  </a:lnTo>
                  <a:lnTo>
                    <a:pt x="19102" y="4994"/>
                  </a:lnTo>
                  <a:lnTo>
                    <a:pt x="17978" y="4693"/>
                  </a:lnTo>
                  <a:lnTo>
                    <a:pt x="16855" y="4453"/>
                  </a:lnTo>
                  <a:lnTo>
                    <a:pt x="14483" y="4092"/>
                  </a:lnTo>
                  <a:lnTo>
                    <a:pt x="13360" y="3971"/>
                  </a:lnTo>
                  <a:lnTo>
                    <a:pt x="12236" y="3912"/>
                  </a:lnTo>
                  <a:lnTo>
                    <a:pt x="11236" y="4032"/>
                  </a:lnTo>
                  <a:lnTo>
                    <a:pt x="10112" y="4273"/>
                  </a:lnTo>
                  <a:lnTo>
                    <a:pt x="9115" y="4573"/>
                  </a:lnTo>
                  <a:lnTo>
                    <a:pt x="7992" y="5054"/>
                  </a:lnTo>
                  <a:lnTo>
                    <a:pt x="7992" y="4994"/>
                  </a:lnTo>
                  <a:lnTo>
                    <a:pt x="8114" y="4573"/>
                  </a:lnTo>
                  <a:lnTo>
                    <a:pt x="8366" y="4212"/>
                  </a:lnTo>
                  <a:lnTo>
                    <a:pt x="8489" y="4032"/>
                  </a:lnTo>
                  <a:lnTo>
                    <a:pt x="8489" y="3610"/>
                  </a:lnTo>
                  <a:lnTo>
                    <a:pt x="8240" y="3490"/>
                  </a:lnTo>
                  <a:lnTo>
                    <a:pt x="8114" y="3069"/>
                  </a:lnTo>
                  <a:lnTo>
                    <a:pt x="7866" y="2647"/>
                  </a:lnTo>
                  <a:lnTo>
                    <a:pt x="7243" y="1865"/>
                  </a:lnTo>
                  <a:lnTo>
                    <a:pt x="6865" y="1504"/>
                  </a:lnTo>
                  <a:lnTo>
                    <a:pt x="6242" y="1084"/>
                  </a:lnTo>
                  <a:lnTo>
                    <a:pt x="5620" y="722"/>
                  </a:lnTo>
                  <a:lnTo>
                    <a:pt x="4745" y="361"/>
                  </a:lnTo>
                  <a:lnTo>
                    <a:pt x="3870" y="121"/>
                  </a:lnTo>
                  <a:lnTo>
                    <a:pt x="2995"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367" name="Google Shape;423;p8"/>
            <p:cNvSpPr/>
            <p:nvPr/>
          </p:nvSpPr>
          <p:spPr>
            <a:xfrm>
              <a:off x="412386" y="744689"/>
              <a:ext cx="584623" cy="49607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335" y="2852"/>
                  </a:moveTo>
                  <a:lnTo>
                    <a:pt x="8156" y="2905"/>
                  </a:lnTo>
                  <a:lnTo>
                    <a:pt x="8021" y="2959"/>
                  </a:lnTo>
                  <a:lnTo>
                    <a:pt x="7932" y="3169"/>
                  </a:lnTo>
                  <a:lnTo>
                    <a:pt x="7843" y="3434"/>
                  </a:lnTo>
                  <a:lnTo>
                    <a:pt x="7798" y="3644"/>
                  </a:lnTo>
                  <a:lnTo>
                    <a:pt x="7798" y="3802"/>
                  </a:lnTo>
                  <a:lnTo>
                    <a:pt x="7843" y="3962"/>
                  </a:lnTo>
                  <a:lnTo>
                    <a:pt x="7932" y="4067"/>
                  </a:lnTo>
                  <a:lnTo>
                    <a:pt x="8021" y="4120"/>
                  </a:lnTo>
                  <a:lnTo>
                    <a:pt x="8201" y="4120"/>
                  </a:lnTo>
                  <a:lnTo>
                    <a:pt x="8381" y="4067"/>
                  </a:lnTo>
                  <a:lnTo>
                    <a:pt x="8470" y="3962"/>
                  </a:lnTo>
                  <a:lnTo>
                    <a:pt x="8559" y="3802"/>
                  </a:lnTo>
                  <a:lnTo>
                    <a:pt x="8649" y="3644"/>
                  </a:lnTo>
                  <a:lnTo>
                    <a:pt x="8649" y="3275"/>
                  </a:lnTo>
                  <a:lnTo>
                    <a:pt x="8559" y="3117"/>
                  </a:lnTo>
                  <a:lnTo>
                    <a:pt x="8470" y="2959"/>
                  </a:lnTo>
                  <a:lnTo>
                    <a:pt x="8335" y="2852"/>
                  </a:lnTo>
                  <a:close/>
                  <a:moveTo>
                    <a:pt x="6453" y="3802"/>
                  </a:moveTo>
                  <a:lnTo>
                    <a:pt x="6364" y="3856"/>
                  </a:lnTo>
                  <a:lnTo>
                    <a:pt x="6274" y="3909"/>
                  </a:lnTo>
                  <a:lnTo>
                    <a:pt x="6184" y="4014"/>
                  </a:lnTo>
                  <a:lnTo>
                    <a:pt x="6184" y="4226"/>
                  </a:lnTo>
                  <a:lnTo>
                    <a:pt x="6095" y="4279"/>
                  </a:lnTo>
                  <a:lnTo>
                    <a:pt x="6050" y="4384"/>
                  </a:lnTo>
                  <a:lnTo>
                    <a:pt x="6050" y="4647"/>
                  </a:lnTo>
                  <a:lnTo>
                    <a:pt x="6140" y="4806"/>
                  </a:lnTo>
                  <a:lnTo>
                    <a:pt x="6229" y="4912"/>
                  </a:lnTo>
                  <a:lnTo>
                    <a:pt x="6498" y="4912"/>
                  </a:lnTo>
                  <a:lnTo>
                    <a:pt x="6632" y="4806"/>
                  </a:lnTo>
                  <a:lnTo>
                    <a:pt x="6722" y="4701"/>
                  </a:lnTo>
                  <a:lnTo>
                    <a:pt x="6812" y="4542"/>
                  </a:lnTo>
                  <a:lnTo>
                    <a:pt x="6857" y="4331"/>
                  </a:lnTo>
                  <a:lnTo>
                    <a:pt x="6812" y="4120"/>
                  </a:lnTo>
                  <a:lnTo>
                    <a:pt x="6722" y="3962"/>
                  </a:lnTo>
                  <a:lnTo>
                    <a:pt x="6587" y="3856"/>
                  </a:lnTo>
                  <a:lnTo>
                    <a:pt x="6453" y="3802"/>
                  </a:lnTo>
                  <a:close/>
                  <a:moveTo>
                    <a:pt x="8290" y="5124"/>
                  </a:moveTo>
                  <a:lnTo>
                    <a:pt x="8112" y="5176"/>
                  </a:lnTo>
                  <a:lnTo>
                    <a:pt x="7932" y="5334"/>
                  </a:lnTo>
                  <a:lnTo>
                    <a:pt x="7798" y="5493"/>
                  </a:lnTo>
                  <a:lnTo>
                    <a:pt x="7707" y="5704"/>
                  </a:lnTo>
                  <a:lnTo>
                    <a:pt x="7663" y="5916"/>
                  </a:lnTo>
                  <a:lnTo>
                    <a:pt x="7663" y="6286"/>
                  </a:lnTo>
                  <a:lnTo>
                    <a:pt x="7798" y="6391"/>
                  </a:lnTo>
                  <a:lnTo>
                    <a:pt x="7932" y="6444"/>
                  </a:lnTo>
                  <a:lnTo>
                    <a:pt x="8067" y="6391"/>
                  </a:lnTo>
                  <a:lnTo>
                    <a:pt x="8246" y="6233"/>
                  </a:lnTo>
                  <a:lnTo>
                    <a:pt x="8381" y="6233"/>
                  </a:lnTo>
                  <a:lnTo>
                    <a:pt x="8515" y="6179"/>
                  </a:lnTo>
                  <a:lnTo>
                    <a:pt x="8649" y="6021"/>
                  </a:lnTo>
                  <a:lnTo>
                    <a:pt x="8738" y="5809"/>
                  </a:lnTo>
                  <a:lnTo>
                    <a:pt x="8738" y="5546"/>
                  </a:lnTo>
                  <a:lnTo>
                    <a:pt x="8649" y="5334"/>
                  </a:lnTo>
                  <a:lnTo>
                    <a:pt x="8604" y="5229"/>
                  </a:lnTo>
                  <a:lnTo>
                    <a:pt x="8515" y="5176"/>
                  </a:lnTo>
                  <a:lnTo>
                    <a:pt x="8290" y="5124"/>
                  </a:lnTo>
                  <a:close/>
                  <a:moveTo>
                    <a:pt x="5871" y="8608"/>
                  </a:moveTo>
                  <a:lnTo>
                    <a:pt x="5646" y="8768"/>
                  </a:lnTo>
                  <a:lnTo>
                    <a:pt x="5423" y="8926"/>
                  </a:lnTo>
                  <a:lnTo>
                    <a:pt x="5378" y="8978"/>
                  </a:lnTo>
                  <a:lnTo>
                    <a:pt x="5289" y="9085"/>
                  </a:lnTo>
                  <a:lnTo>
                    <a:pt x="5198" y="9190"/>
                  </a:lnTo>
                  <a:lnTo>
                    <a:pt x="5154" y="9348"/>
                  </a:lnTo>
                  <a:lnTo>
                    <a:pt x="5154" y="9453"/>
                  </a:lnTo>
                  <a:lnTo>
                    <a:pt x="5198" y="9665"/>
                  </a:lnTo>
                  <a:lnTo>
                    <a:pt x="5289" y="9876"/>
                  </a:lnTo>
                  <a:lnTo>
                    <a:pt x="5333" y="9930"/>
                  </a:lnTo>
                  <a:lnTo>
                    <a:pt x="5467" y="10035"/>
                  </a:lnTo>
                  <a:lnTo>
                    <a:pt x="5601" y="10088"/>
                  </a:lnTo>
                  <a:lnTo>
                    <a:pt x="5737" y="10140"/>
                  </a:lnTo>
                  <a:lnTo>
                    <a:pt x="5915" y="10088"/>
                  </a:lnTo>
                  <a:lnTo>
                    <a:pt x="6050" y="10035"/>
                  </a:lnTo>
                  <a:lnTo>
                    <a:pt x="6140" y="9930"/>
                  </a:lnTo>
                  <a:lnTo>
                    <a:pt x="6364" y="9718"/>
                  </a:lnTo>
                  <a:lnTo>
                    <a:pt x="6453" y="9560"/>
                  </a:lnTo>
                  <a:lnTo>
                    <a:pt x="6498" y="9348"/>
                  </a:lnTo>
                  <a:lnTo>
                    <a:pt x="6543" y="9136"/>
                  </a:lnTo>
                  <a:lnTo>
                    <a:pt x="6543" y="8978"/>
                  </a:lnTo>
                  <a:lnTo>
                    <a:pt x="6453" y="8820"/>
                  </a:lnTo>
                  <a:lnTo>
                    <a:pt x="6364" y="8715"/>
                  </a:lnTo>
                  <a:lnTo>
                    <a:pt x="6274" y="8608"/>
                  </a:lnTo>
                  <a:close/>
                  <a:moveTo>
                    <a:pt x="5154" y="7078"/>
                  </a:moveTo>
                  <a:lnTo>
                    <a:pt x="5154" y="7288"/>
                  </a:lnTo>
                  <a:lnTo>
                    <a:pt x="5198" y="7394"/>
                  </a:lnTo>
                  <a:lnTo>
                    <a:pt x="5243" y="7448"/>
                  </a:lnTo>
                  <a:lnTo>
                    <a:pt x="5423" y="7499"/>
                  </a:lnTo>
                  <a:lnTo>
                    <a:pt x="5557" y="7448"/>
                  </a:lnTo>
                  <a:lnTo>
                    <a:pt x="5601" y="7394"/>
                  </a:lnTo>
                  <a:lnTo>
                    <a:pt x="5646" y="7288"/>
                  </a:lnTo>
                  <a:lnTo>
                    <a:pt x="5692" y="7236"/>
                  </a:lnTo>
                  <a:lnTo>
                    <a:pt x="6095" y="7394"/>
                  </a:lnTo>
                  <a:lnTo>
                    <a:pt x="6498" y="7499"/>
                  </a:lnTo>
                  <a:lnTo>
                    <a:pt x="6587" y="7658"/>
                  </a:lnTo>
                  <a:lnTo>
                    <a:pt x="6678" y="7816"/>
                  </a:lnTo>
                  <a:lnTo>
                    <a:pt x="6946" y="8081"/>
                  </a:lnTo>
                  <a:lnTo>
                    <a:pt x="7170" y="8398"/>
                  </a:lnTo>
                  <a:lnTo>
                    <a:pt x="7304" y="8715"/>
                  </a:lnTo>
                  <a:lnTo>
                    <a:pt x="7349" y="9031"/>
                  </a:lnTo>
                  <a:lnTo>
                    <a:pt x="7304" y="9401"/>
                  </a:lnTo>
                  <a:lnTo>
                    <a:pt x="7260" y="9612"/>
                  </a:lnTo>
                  <a:lnTo>
                    <a:pt x="7170" y="9823"/>
                  </a:lnTo>
                  <a:lnTo>
                    <a:pt x="6946" y="10193"/>
                  </a:lnTo>
                  <a:lnTo>
                    <a:pt x="6678" y="10405"/>
                  </a:lnTo>
                  <a:lnTo>
                    <a:pt x="6364" y="10615"/>
                  </a:lnTo>
                  <a:lnTo>
                    <a:pt x="6006" y="10722"/>
                  </a:lnTo>
                  <a:lnTo>
                    <a:pt x="5646" y="10773"/>
                  </a:lnTo>
                  <a:lnTo>
                    <a:pt x="5289" y="10827"/>
                  </a:lnTo>
                  <a:lnTo>
                    <a:pt x="4929" y="10773"/>
                  </a:lnTo>
                  <a:lnTo>
                    <a:pt x="4615" y="10722"/>
                  </a:lnTo>
                  <a:lnTo>
                    <a:pt x="4257" y="10563"/>
                  </a:lnTo>
                  <a:lnTo>
                    <a:pt x="4078" y="10405"/>
                  </a:lnTo>
                  <a:lnTo>
                    <a:pt x="3943" y="10193"/>
                  </a:lnTo>
                  <a:lnTo>
                    <a:pt x="3854" y="9930"/>
                  </a:lnTo>
                  <a:lnTo>
                    <a:pt x="3809" y="9665"/>
                  </a:lnTo>
                  <a:lnTo>
                    <a:pt x="3765" y="9190"/>
                  </a:lnTo>
                  <a:lnTo>
                    <a:pt x="3854" y="8768"/>
                  </a:lnTo>
                  <a:lnTo>
                    <a:pt x="3943" y="8345"/>
                  </a:lnTo>
                  <a:lnTo>
                    <a:pt x="4123" y="7975"/>
                  </a:lnTo>
                  <a:lnTo>
                    <a:pt x="4347" y="7658"/>
                  </a:lnTo>
                  <a:lnTo>
                    <a:pt x="4571" y="7448"/>
                  </a:lnTo>
                  <a:lnTo>
                    <a:pt x="4840" y="7236"/>
                  </a:lnTo>
                  <a:lnTo>
                    <a:pt x="5154" y="7078"/>
                  </a:lnTo>
                  <a:close/>
                  <a:moveTo>
                    <a:pt x="14205" y="10352"/>
                  </a:moveTo>
                  <a:lnTo>
                    <a:pt x="14608" y="10457"/>
                  </a:lnTo>
                  <a:lnTo>
                    <a:pt x="14968" y="10457"/>
                  </a:lnTo>
                  <a:lnTo>
                    <a:pt x="15102" y="10405"/>
                  </a:lnTo>
                  <a:lnTo>
                    <a:pt x="15191" y="10722"/>
                  </a:lnTo>
                  <a:lnTo>
                    <a:pt x="15282" y="11092"/>
                  </a:lnTo>
                  <a:lnTo>
                    <a:pt x="15282" y="11250"/>
                  </a:lnTo>
                  <a:lnTo>
                    <a:pt x="15236" y="11250"/>
                  </a:lnTo>
                  <a:lnTo>
                    <a:pt x="15147" y="11302"/>
                  </a:lnTo>
                  <a:lnTo>
                    <a:pt x="15147" y="11355"/>
                  </a:lnTo>
                  <a:lnTo>
                    <a:pt x="14968" y="11250"/>
                  </a:lnTo>
                  <a:lnTo>
                    <a:pt x="14340" y="10880"/>
                  </a:lnTo>
                  <a:lnTo>
                    <a:pt x="14296" y="10773"/>
                  </a:lnTo>
                  <a:lnTo>
                    <a:pt x="14205" y="10615"/>
                  </a:lnTo>
                  <a:lnTo>
                    <a:pt x="14205" y="10352"/>
                  </a:lnTo>
                  <a:close/>
                  <a:moveTo>
                    <a:pt x="5289" y="6338"/>
                  </a:moveTo>
                  <a:lnTo>
                    <a:pt x="5198" y="6444"/>
                  </a:lnTo>
                  <a:lnTo>
                    <a:pt x="4929" y="6496"/>
                  </a:lnTo>
                  <a:lnTo>
                    <a:pt x="4661" y="6654"/>
                  </a:lnTo>
                  <a:lnTo>
                    <a:pt x="4437" y="6813"/>
                  </a:lnTo>
                  <a:lnTo>
                    <a:pt x="4212" y="6971"/>
                  </a:lnTo>
                  <a:lnTo>
                    <a:pt x="3989" y="7183"/>
                  </a:lnTo>
                  <a:lnTo>
                    <a:pt x="3765" y="7448"/>
                  </a:lnTo>
                  <a:lnTo>
                    <a:pt x="3630" y="7711"/>
                  </a:lnTo>
                  <a:lnTo>
                    <a:pt x="3451" y="8028"/>
                  </a:lnTo>
                  <a:lnTo>
                    <a:pt x="3317" y="8503"/>
                  </a:lnTo>
                  <a:lnTo>
                    <a:pt x="3226" y="8978"/>
                  </a:lnTo>
                  <a:lnTo>
                    <a:pt x="3226" y="9506"/>
                  </a:lnTo>
                  <a:lnTo>
                    <a:pt x="3272" y="9982"/>
                  </a:lnTo>
                  <a:lnTo>
                    <a:pt x="3451" y="10457"/>
                  </a:lnTo>
                  <a:lnTo>
                    <a:pt x="3675" y="10827"/>
                  </a:lnTo>
                  <a:lnTo>
                    <a:pt x="3809" y="11038"/>
                  </a:lnTo>
                  <a:lnTo>
                    <a:pt x="3989" y="11143"/>
                  </a:lnTo>
                  <a:lnTo>
                    <a:pt x="4168" y="11302"/>
                  </a:lnTo>
                  <a:lnTo>
                    <a:pt x="4392" y="11355"/>
                  </a:lnTo>
                  <a:lnTo>
                    <a:pt x="4840" y="11513"/>
                  </a:lnTo>
                  <a:lnTo>
                    <a:pt x="5243" y="11567"/>
                  </a:lnTo>
                  <a:lnTo>
                    <a:pt x="5692" y="11513"/>
                  </a:lnTo>
                  <a:lnTo>
                    <a:pt x="6140" y="11460"/>
                  </a:lnTo>
                  <a:lnTo>
                    <a:pt x="6543" y="11302"/>
                  </a:lnTo>
                  <a:lnTo>
                    <a:pt x="6946" y="11092"/>
                  </a:lnTo>
                  <a:lnTo>
                    <a:pt x="7304" y="10773"/>
                  </a:lnTo>
                  <a:lnTo>
                    <a:pt x="7618" y="10405"/>
                  </a:lnTo>
                  <a:lnTo>
                    <a:pt x="7798" y="9982"/>
                  </a:lnTo>
                  <a:lnTo>
                    <a:pt x="7887" y="9560"/>
                  </a:lnTo>
                  <a:lnTo>
                    <a:pt x="7977" y="9136"/>
                  </a:lnTo>
                  <a:lnTo>
                    <a:pt x="7932" y="8661"/>
                  </a:lnTo>
                  <a:lnTo>
                    <a:pt x="7843" y="8291"/>
                  </a:lnTo>
                  <a:lnTo>
                    <a:pt x="7663" y="7923"/>
                  </a:lnTo>
                  <a:lnTo>
                    <a:pt x="7529" y="7764"/>
                  </a:lnTo>
                  <a:lnTo>
                    <a:pt x="7304" y="7553"/>
                  </a:lnTo>
                  <a:lnTo>
                    <a:pt x="7126" y="7341"/>
                  </a:lnTo>
                  <a:lnTo>
                    <a:pt x="7081" y="7236"/>
                  </a:lnTo>
                  <a:lnTo>
                    <a:pt x="7081" y="7129"/>
                  </a:lnTo>
                  <a:lnTo>
                    <a:pt x="7035" y="7024"/>
                  </a:lnTo>
                  <a:lnTo>
                    <a:pt x="6992" y="6919"/>
                  </a:lnTo>
                  <a:lnTo>
                    <a:pt x="6901" y="6813"/>
                  </a:lnTo>
                  <a:lnTo>
                    <a:pt x="6767" y="6761"/>
                  </a:lnTo>
                  <a:lnTo>
                    <a:pt x="6364" y="6708"/>
                  </a:lnTo>
                  <a:lnTo>
                    <a:pt x="6274" y="6603"/>
                  </a:lnTo>
                  <a:lnTo>
                    <a:pt x="6274" y="6496"/>
                  </a:lnTo>
                  <a:lnTo>
                    <a:pt x="6184" y="6391"/>
                  </a:lnTo>
                  <a:lnTo>
                    <a:pt x="5601" y="6391"/>
                  </a:lnTo>
                  <a:lnTo>
                    <a:pt x="5467" y="6338"/>
                  </a:lnTo>
                  <a:close/>
                  <a:moveTo>
                    <a:pt x="2151" y="10722"/>
                  </a:moveTo>
                  <a:lnTo>
                    <a:pt x="2331" y="10773"/>
                  </a:lnTo>
                  <a:lnTo>
                    <a:pt x="2509" y="10827"/>
                  </a:lnTo>
                  <a:lnTo>
                    <a:pt x="2644" y="10985"/>
                  </a:lnTo>
                  <a:lnTo>
                    <a:pt x="2779" y="11143"/>
                  </a:lnTo>
                  <a:lnTo>
                    <a:pt x="2868" y="11355"/>
                  </a:lnTo>
                  <a:lnTo>
                    <a:pt x="2868" y="11672"/>
                  </a:lnTo>
                  <a:lnTo>
                    <a:pt x="2823" y="11725"/>
                  </a:lnTo>
                  <a:lnTo>
                    <a:pt x="2734" y="11725"/>
                  </a:lnTo>
                  <a:lnTo>
                    <a:pt x="2600" y="11618"/>
                  </a:lnTo>
                  <a:lnTo>
                    <a:pt x="2465" y="11460"/>
                  </a:lnTo>
                  <a:lnTo>
                    <a:pt x="2331" y="11250"/>
                  </a:lnTo>
                  <a:lnTo>
                    <a:pt x="2106" y="10827"/>
                  </a:lnTo>
                  <a:lnTo>
                    <a:pt x="2017" y="10722"/>
                  </a:lnTo>
                  <a:close/>
                  <a:moveTo>
                    <a:pt x="17388" y="10985"/>
                  </a:moveTo>
                  <a:lnTo>
                    <a:pt x="17297" y="11038"/>
                  </a:lnTo>
                  <a:lnTo>
                    <a:pt x="17253" y="11143"/>
                  </a:lnTo>
                  <a:lnTo>
                    <a:pt x="17119" y="11460"/>
                  </a:lnTo>
                  <a:lnTo>
                    <a:pt x="17119" y="11618"/>
                  </a:lnTo>
                  <a:lnTo>
                    <a:pt x="17163" y="11777"/>
                  </a:lnTo>
                  <a:lnTo>
                    <a:pt x="17208" y="11883"/>
                  </a:lnTo>
                  <a:lnTo>
                    <a:pt x="17297" y="11935"/>
                  </a:lnTo>
                  <a:lnTo>
                    <a:pt x="17477" y="11935"/>
                  </a:lnTo>
                  <a:lnTo>
                    <a:pt x="17611" y="11883"/>
                  </a:lnTo>
                  <a:lnTo>
                    <a:pt x="17657" y="11777"/>
                  </a:lnTo>
                  <a:lnTo>
                    <a:pt x="17702" y="11672"/>
                  </a:lnTo>
                  <a:lnTo>
                    <a:pt x="17702" y="11197"/>
                  </a:lnTo>
                  <a:lnTo>
                    <a:pt x="17657" y="11092"/>
                  </a:lnTo>
                  <a:lnTo>
                    <a:pt x="17611" y="11038"/>
                  </a:lnTo>
                  <a:lnTo>
                    <a:pt x="17477" y="10985"/>
                  </a:lnTo>
                  <a:close/>
                  <a:moveTo>
                    <a:pt x="9052" y="8978"/>
                  </a:moveTo>
                  <a:lnTo>
                    <a:pt x="8918" y="9085"/>
                  </a:lnTo>
                  <a:lnTo>
                    <a:pt x="8829" y="9136"/>
                  </a:lnTo>
                  <a:lnTo>
                    <a:pt x="8784" y="9243"/>
                  </a:lnTo>
                  <a:lnTo>
                    <a:pt x="8738" y="9453"/>
                  </a:lnTo>
                  <a:lnTo>
                    <a:pt x="8738" y="9718"/>
                  </a:lnTo>
                  <a:lnTo>
                    <a:pt x="8784" y="9982"/>
                  </a:lnTo>
                  <a:lnTo>
                    <a:pt x="8829" y="10088"/>
                  </a:lnTo>
                  <a:lnTo>
                    <a:pt x="8918" y="10193"/>
                  </a:lnTo>
                  <a:lnTo>
                    <a:pt x="9366" y="10298"/>
                  </a:lnTo>
                  <a:lnTo>
                    <a:pt x="9052" y="10615"/>
                  </a:lnTo>
                  <a:lnTo>
                    <a:pt x="8873" y="10827"/>
                  </a:lnTo>
                  <a:lnTo>
                    <a:pt x="8784" y="10932"/>
                  </a:lnTo>
                  <a:lnTo>
                    <a:pt x="8738" y="11092"/>
                  </a:lnTo>
                  <a:lnTo>
                    <a:pt x="8738" y="11355"/>
                  </a:lnTo>
                  <a:lnTo>
                    <a:pt x="8829" y="11618"/>
                  </a:lnTo>
                  <a:lnTo>
                    <a:pt x="8963" y="11777"/>
                  </a:lnTo>
                  <a:lnTo>
                    <a:pt x="9142" y="11935"/>
                  </a:lnTo>
                  <a:lnTo>
                    <a:pt x="9187" y="12094"/>
                  </a:lnTo>
                  <a:lnTo>
                    <a:pt x="9232" y="12200"/>
                  </a:lnTo>
                  <a:lnTo>
                    <a:pt x="9276" y="12253"/>
                  </a:lnTo>
                  <a:lnTo>
                    <a:pt x="9456" y="12253"/>
                  </a:lnTo>
                  <a:lnTo>
                    <a:pt x="9545" y="12147"/>
                  </a:lnTo>
                  <a:lnTo>
                    <a:pt x="9590" y="12042"/>
                  </a:lnTo>
                  <a:lnTo>
                    <a:pt x="9679" y="11830"/>
                  </a:lnTo>
                  <a:lnTo>
                    <a:pt x="9679" y="11725"/>
                  </a:lnTo>
                  <a:lnTo>
                    <a:pt x="9635" y="11618"/>
                  </a:lnTo>
                  <a:lnTo>
                    <a:pt x="9590" y="11513"/>
                  </a:lnTo>
                  <a:lnTo>
                    <a:pt x="9501" y="11460"/>
                  </a:lnTo>
                  <a:lnTo>
                    <a:pt x="9366" y="11408"/>
                  </a:lnTo>
                  <a:lnTo>
                    <a:pt x="9321" y="11355"/>
                  </a:lnTo>
                  <a:lnTo>
                    <a:pt x="9321" y="11197"/>
                  </a:lnTo>
                  <a:lnTo>
                    <a:pt x="9410" y="11038"/>
                  </a:lnTo>
                  <a:lnTo>
                    <a:pt x="9590" y="10932"/>
                  </a:lnTo>
                  <a:lnTo>
                    <a:pt x="9770" y="10668"/>
                  </a:lnTo>
                  <a:lnTo>
                    <a:pt x="9904" y="10352"/>
                  </a:lnTo>
                  <a:lnTo>
                    <a:pt x="9904" y="10193"/>
                  </a:lnTo>
                  <a:lnTo>
                    <a:pt x="9859" y="10035"/>
                  </a:lnTo>
                  <a:lnTo>
                    <a:pt x="9815" y="9930"/>
                  </a:lnTo>
                  <a:lnTo>
                    <a:pt x="9724" y="9823"/>
                  </a:lnTo>
                  <a:lnTo>
                    <a:pt x="9456" y="9718"/>
                  </a:lnTo>
                  <a:lnTo>
                    <a:pt x="9187" y="9665"/>
                  </a:lnTo>
                  <a:lnTo>
                    <a:pt x="9232" y="9453"/>
                  </a:lnTo>
                  <a:lnTo>
                    <a:pt x="9276" y="9348"/>
                  </a:lnTo>
                  <a:lnTo>
                    <a:pt x="9366" y="9295"/>
                  </a:lnTo>
                  <a:lnTo>
                    <a:pt x="9410" y="9190"/>
                  </a:lnTo>
                  <a:lnTo>
                    <a:pt x="9366" y="9085"/>
                  </a:lnTo>
                  <a:lnTo>
                    <a:pt x="9276" y="8978"/>
                  </a:lnTo>
                  <a:close/>
                  <a:moveTo>
                    <a:pt x="2017" y="9930"/>
                  </a:moveTo>
                  <a:lnTo>
                    <a:pt x="1928" y="9982"/>
                  </a:lnTo>
                  <a:lnTo>
                    <a:pt x="1883" y="10088"/>
                  </a:lnTo>
                  <a:lnTo>
                    <a:pt x="1837" y="10193"/>
                  </a:lnTo>
                  <a:lnTo>
                    <a:pt x="1837" y="10405"/>
                  </a:lnTo>
                  <a:lnTo>
                    <a:pt x="1883" y="10510"/>
                  </a:lnTo>
                  <a:lnTo>
                    <a:pt x="1928" y="10615"/>
                  </a:lnTo>
                  <a:lnTo>
                    <a:pt x="1883" y="10668"/>
                  </a:lnTo>
                  <a:lnTo>
                    <a:pt x="1837" y="10668"/>
                  </a:lnTo>
                  <a:lnTo>
                    <a:pt x="1793" y="10773"/>
                  </a:lnTo>
                  <a:lnTo>
                    <a:pt x="1748" y="10880"/>
                  </a:lnTo>
                  <a:lnTo>
                    <a:pt x="1793" y="11250"/>
                  </a:lnTo>
                  <a:lnTo>
                    <a:pt x="1928" y="11567"/>
                  </a:lnTo>
                  <a:lnTo>
                    <a:pt x="2106" y="11883"/>
                  </a:lnTo>
                  <a:lnTo>
                    <a:pt x="2331" y="12147"/>
                  </a:lnTo>
                  <a:lnTo>
                    <a:pt x="2600" y="12305"/>
                  </a:lnTo>
                  <a:lnTo>
                    <a:pt x="2734" y="12358"/>
                  </a:lnTo>
                  <a:lnTo>
                    <a:pt x="2868" y="12412"/>
                  </a:lnTo>
                  <a:lnTo>
                    <a:pt x="3003" y="12412"/>
                  </a:lnTo>
                  <a:lnTo>
                    <a:pt x="3137" y="12305"/>
                  </a:lnTo>
                  <a:lnTo>
                    <a:pt x="3226" y="12200"/>
                  </a:lnTo>
                  <a:lnTo>
                    <a:pt x="3317" y="12042"/>
                  </a:lnTo>
                  <a:lnTo>
                    <a:pt x="3406" y="11725"/>
                  </a:lnTo>
                  <a:lnTo>
                    <a:pt x="3406" y="11460"/>
                  </a:lnTo>
                  <a:lnTo>
                    <a:pt x="3361" y="11143"/>
                  </a:lnTo>
                  <a:lnTo>
                    <a:pt x="3272" y="10880"/>
                  </a:lnTo>
                  <a:lnTo>
                    <a:pt x="3092" y="10615"/>
                  </a:lnTo>
                  <a:lnTo>
                    <a:pt x="2914" y="10405"/>
                  </a:lnTo>
                  <a:lnTo>
                    <a:pt x="2689" y="10246"/>
                  </a:lnTo>
                  <a:lnTo>
                    <a:pt x="2420" y="10140"/>
                  </a:lnTo>
                  <a:lnTo>
                    <a:pt x="2331" y="9982"/>
                  </a:lnTo>
                  <a:lnTo>
                    <a:pt x="2241" y="9930"/>
                  </a:lnTo>
                  <a:close/>
                  <a:moveTo>
                    <a:pt x="17477" y="10405"/>
                  </a:moveTo>
                  <a:lnTo>
                    <a:pt x="17657" y="10457"/>
                  </a:lnTo>
                  <a:lnTo>
                    <a:pt x="17791" y="10510"/>
                  </a:lnTo>
                  <a:lnTo>
                    <a:pt x="17880" y="10668"/>
                  </a:lnTo>
                  <a:lnTo>
                    <a:pt x="17925" y="10827"/>
                  </a:lnTo>
                  <a:lnTo>
                    <a:pt x="17925" y="11250"/>
                  </a:lnTo>
                  <a:lnTo>
                    <a:pt x="17836" y="11618"/>
                  </a:lnTo>
                  <a:lnTo>
                    <a:pt x="17702" y="11935"/>
                  </a:lnTo>
                  <a:lnTo>
                    <a:pt x="17522" y="12253"/>
                  </a:lnTo>
                  <a:lnTo>
                    <a:pt x="17432" y="12358"/>
                  </a:lnTo>
                  <a:lnTo>
                    <a:pt x="17343" y="12412"/>
                  </a:lnTo>
                  <a:lnTo>
                    <a:pt x="17253" y="12412"/>
                  </a:lnTo>
                  <a:lnTo>
                    <a:pt x="17163" y="12358"/>
                  </a:lnTo>
                  <a:lnTo>
                    <a:pt x="17119" y="12305"/>
                  </a:lnTo>
                  <a:lnTo>
                    <a:pt x="17074" y="12200"/>
                  </a:lnTo>
                  <a:lnTo>
                    <a:pt x="16985" y="11935"/>
                  </a:lnTo>
                  <a:lnTo>
                    <a:pt x="17029" y="11567"/>
                  </a:lnTo>
                  <a:lnTo>
                    <a:pt x="17074" y="11197"/>
                  </a:lnTo>
                  <a:lnTo>
                    <a:pt x="17208" y="10457"/>
                  </a:lnTo>
                  <a:lnTo>
                    <a:pt x="17477" y="10405"/>
                  </a:lnTo>
                  <a:close/>
                  <a:moveTo>
                    <a:pt x="17388" y="9718"/>
                  </a:moveTo>
                  <a:lnTo>
                    <a:pt x="17253" y="9770"/>
                  </a:lnTo>
                  <a:lnTo>
                    <a:pt x="16939" y="9770"/>
                  </a:lnTo>
                  <a:lnTo>
                    <a:pt x="16894" y="9823"/>
                  </a:lnTo>
                  <a:lnTo>
                    <a:pt x="16805" y="9982"/>
                  </a:lnTo>
                  <a:lnTo>
                    <a:pt x="16625" y="10615"/>
                  </a:lnTo>
                  <a:lnTo>
                    <a:pt x="16491" y="11302"/>
                  </a:lnTo>
                  <a:lnTo>
                    <a:pt x="16446" y="11672"/>
                  </a:lnTo>
                  <a:lnTo>
                    <a:pt x="16446" y="11988"/>
                  </a:lnTo>
                  <a:lnTo>
                    <a:pt x="16491" y="12358"/>
                  </a:lnTo>
                  <a:lnTo>
                    <a:pt x="16580" y="12675"/>
                  </a:lnTo>
                  <a:lnTo>
                    <a:pt x="16716" y="12834"/>
                  </a:lnTo>
                  <a:lnTo>
                    <a:pt x="16894" y="12992"/>
                  </a:lnTo>
                  <a:lnTo>
                    <a:pt x="17074" y="13097"/>
                  </a:lnTo>
                  <a:lnTo>
                    <a:pt x="17253" y="13150"/>
                  </a:lnTo>
                  <a:lnTo>
                    <a:pt x="17522" y="13097"/>
                  </a:lnTo>
                  <a:lnTo>
                    <a:pt x="17702" y="12992"/>
                  </a:lnTo>
                  <a:lnTo>
                    <a:pt x="17836" y="12780"/>
                  </a:lnTo>
                  <a:lnTo>
                    <a:pt x="18014" y="12570"/>
                  </a:lnTo>
                  <a:lnTo>
                    <a:pt x="18283" y="12094"/>
                  </a:lnTo>
                  <a:lnTo>
                    <a:pt x="18418" y="11777"/>
                  </a:lnTo>
                  <a:lnTo>
                    <a:pt x="18463" y="11513"/>
                  </a:lnTo>
                  <a:lnTo>
                    <a:pt x="18508" y="11250"/>
                  </a:lnTo>
                  <a:lnTo>
                    <a:pt x="18508" y="10932"/>
                  </a:lnTo>
                  <a:lnTo>
                    <a:pt x="18463" y="10668"/>
                  </a:lnTo>
                  <a:lnTo>
                    <a:pt x="18374" y="10352"/>
                  </a:lnTo>
                  <a:lnTo>
                    <a:pt x="18328" y="10193"/>
                  </a:lnTo>
                  <a:lnTo>
                    <a:pt x="18194" y="10088"/>
                  </a:lnTo>
                  <a:lnTo>
                    <a:pt x="17925" y="9823"/>
                  </a:lnTo>
                  <a:lnTo>
                    <a:pt x="17746" y="9770"/>
                  </a:lnTo>
                  <a:lnTo>
                    <a:pt x="17566" y="9718"/>
                  </a:lnTo>
                  <a:close/>
                  <a:moveTo>
                    <a:pt x="7663" y="11355"/>
                  </a:moveTo>
                  <a:lnTo>
                    <a:pt x="7573" y="11408"/>
                  </a:lnTo>
                  <a:lnTo>
                    <a:pt x="7484" y="11513"/>
                  </a:lnTo>
                  <a:lnTo>
                    <a:pt x="7304" y="11672"/>
                  </a:lnTo>
                  <a:lnTo>
                    <a:pt x="7170" y="11935"/>
                  </a:lnTo>
                  <a:lnTo>
                    <a:pt x="7081" y="12200"/>
                  </a:lnTo>
                  <a:lnTo>
                    <a:pt x="7081" y="12358"/>
                  </a:lnTo>
                  <a:lnTo>
                    <a:pt x="7126" y="12464"/>
                  </a:lnTo>
                  <a:lnTo>
                    <a:pt x="7215" y="12517"/>
                  </a:lnTo>
                  <a:lnTo>
                    <a:pt x="7618" y="12517"/>
                  </a:lnTo>
                  <a:lnTo>
                    <a:pt x="7843" y="12622"/>
                  </a:lnTo>
                  <a:lnTo>
                    <a:pt x="7573" y="12992"/>
                  </a:lnTo>
                  <a:lnTo>
                    <a:pt x="7573" y="13150"/>
                  </a:lnTo>
                  <a:lnTo>
                    <a:pt x="7618" y="13309"/>
                  </a:lnTo>
                  <a:lnTo>
                    <a:pt x="7753" y="13467"/>
                  </a:lnTo>
                  <a:lnTo>
                    <a:pt x="7887" y="13520"/>
                  </a:lnTo>
                  <a:lnTo>
                    <a:pt x="8201" y="13520"/>
                  </a:lnTo>
                  <a:lnTo>
                    <a:pt x="8290" y="13415"/>
                  </a:lnTo>
                  <a:lnTo>
                    <a:pt x="8381" y="13255"/>
                  </a:lnTo>
                  <a:lnTo>
                    <a:pt x="8335" y="13097"/>
                  </a:lnTo>
                  <a:lnTo>
                    <a:pt x="8246" y="12992"/>
                  </a:lnTo>
                  <a:lnTo>
                    <a:pt x="8381" y="12887"/>
                  </a:lnTo>
                  <a:lnTo>
                    <a:pt x="8470" y="12780"/>
                  </a:lnTo>
                  <a:lnTo>
                    <a:pt x="8470" y="12570"/>
                  </a:lnTo>
                  <a:lnTo>
                    <a:pt x="8425" y="12412"/>
                  </a:lnTo>
                  <a:lnTo>
                    <a:pt x="8246" y="12253"/>
                  </a:lnTo>
                  <a:lnTo>
                    <a:pt x="8067" y="12147"/>
                  </a:lnTo>
                  <a:lnTo>
                    <a:pt x="7887" y="12042"/>
                  </a:lnTo>
                  <a:lnTo>
                    <a:pt x="7663" y="11988"/>
                  </a:lnTo>
                  <a:lnTo>
                    <a:pt x="7753" y="11777"/>
                  </a:lnTo>
                  <a:lnTo>
                    <a:pt x="7843" y="11567"/>
                  </a:lnTo>
                  <a:lnTo>
                    <a:pt x="7843" y="11460"/>
                  </a:lnTo>
                  <a:lnTo>
                    <a:pt x="7798" y="11408"/>
                  </a:lnTo>
                  <a:lnTo>
                    <a:pt x="7753" y="11408"/>
                  </a:lnTo>
                  <a:lnTo>
                    <a:pt x="7663" y="11355"/>
                  </a:lnTo>
                  <a:close/>
                  <a:moveTo>
                    <a:pt x="9321" y="793"/>
                  </a:moveTo>
                  <a:lnTo>
                    <a:pt x="9501" y="845"/>
                  </a:lnTo>
                  <a:lnTo>
                    <a:pt x="9679" y="952"/>
                  </a:lnTo>
                  <a:lnTo>
                    <a:pt x="10307" y="1585"/>
                  </a:lnTo>
                  <a:lnTo>
                    <a:pt x="10576" y="1902"/>
                  </a:lnTo>
                  <a:lnTo>
                    <a:pt x="10845" y="2272"/>
                  </a:lnTo>
                  <a:lnTo>
                    <a:pt x="11069" y="2640"/>
                  </a:lnTo>
                  <a:lnTo>
                    <a:pt x="11248" y="3064"/>
                  </a:lnTo>
                  <a:lnTo>
                    <a:pt x="11338" y="3486"/>
                  </a:lnTo>
                  <a:lnTo>
                    <a:pt x="11382" y="3962"/>
                  </a:lnTo>
                  <a:lnTo>
                    <a:pt x="11338" y="4437"/>
                  </a:lnTo>
                  <a:lnTo>
                    <a:pt x="11293" y="4859"/>
                  </a:lnTo>
                  <a:lnTo>
                    <a:pt x="11024" y="5704"/>
                  </a:lnTo>
                  <a:lnTo>
                    <a:pt x="10755" y="6496"/>
                  </a:lnTo>
                  <a:lnTo>
                    <a:pt x="10487" y="7341"/>
                  </a:lnTo>
                  <a:lnTo>
                    <a:pt x="10441" y="7711"/>
                  </a:lnTo>
                  <a:lnTo>
                    <a:pt x="10396" y="8081"/>
                  </a:lnTo>
                  <a:lnTo>
                    <a:pt x="10396" y="8450"/>
                  </a:lnTo>
                  <a:lnTo>
                    <a:pt x="10441" y="8873"/>
                  </a:lnTo>
                  <a:lnTo>
                    <a:pt x="10487" y="9085"/>
                  </a:lnTo>
                  <a:lnTo>
                    <a:pt x="10576" y="9348"/>
                  </a:lnTo>
                  <a:lnTo>
                    <a:pt x="10755" y="9823"/>
                  </a:lnTo>
                  <a:lnTo>
                    <a:pt x="10979" y="10246"/>
                  </a:lnTo>
                  <a:lnTo>
                    <a:pt x="11159" y="10722"/>
                  </a:lnTo>
                  <a:lnTo>
                    <a:pt x="11248" y="11197"/>
                  </a:lnTo>
                  <a:lnTo>
                    <a:pt x="11293" y="11725"/>
                  </a:lnTo>
                  <a:lnTo>
                    <a:pt x="11248" y="12200"/>
                  </a:lnTo>
                  <a:lnTo>
                    <a:pt x="11113" y="12675"/>
                  </a:lnTo>
                  <a:lnTo>
                    <a:pt x="10935" y="13150"/>
                  </a:lnTo>
                  <a:lnTo>
                    <a:pt x="10710" y="13574"/>
                  </a:lnTo>
                  <a:lnTo>
                    <a:pt x="10396" y="13942"/>
                  </a:lnTo>
                  <a:lnTo>
                    <a:pt x="10084" y="14259"/>
                  </a:lnTo>
                  <a:lnTo>
                    <a:pt x="9724" y="14471"/>
                  </a:lnTo>
                  <a:lnTo>
                    <a:pt x="9366" y="14682"/>
                  </a:lnTo>
                  <a:lnTo>
                    <a:pt x="9007" y="14841"/>
                  </a:lnTo>
                  <a:lnTo>
                    <a:pt x="8604" y="14894"/>
                  </a:lnTo>
                  <a:lnTo>
                    <a:pt x="8156" y="14999"/>
                  </a:lnTo>
                  <a:lnTo>
                    <a:pt x="7932" y="14946"/>
                  </a:lnTo>
                  <a:lnTo>
                    <a:pt x="7707" y="14894"/>
                  </a:lnTo>
                  <a:lnTo>
                    <a:pt x="7529" y="14735"/>
                  </a:lnTo>
                  <a:lnTo>
                    <a:pt x="7349" y="14524"/>
                  </a:lnTo>
                  <a:lnTo>
                    <a:pt x="7215" y="14312"/>
                  </a:lnTo>
                  <a:lnTo>
                    <a:pt x="7035" y="14154"/>
                  </a:lnTo>
                  <a:lnTo>
                    <a:pt x="6901" y="14049"/>
                  </a:lnTo>
                  <a:lnTo>
                    <a:pt x="6722" y="13942"/>
                  </a:lnTo>
                  <a:lnTo>
                    <a:pt x="6364" y="13837"/>
                  </a:lnTo>
                  <a:lnTo>
                    <a:pt x="6006" y="13837"/>
                  </a:lnTo>
                  <a:lnTo>
                    <a:pt x="5646" y="13942"/>
                  </a:lnTo>
                  <a:lnTo>
                    <a:pt x="4885" y="14207"/>
                  </a:lnTo>
                  <a:lnTo>
                    <a:pt x="4526" y="14365"/>
                  </a:lnTo>
                  <a:lnTo>
                    <a:pt x="4168" y="14471"/>
                  </a:lnTo>
                  <a:lnTo>
                    <a:pt x="3809" y="14524"/>
                  </a:lnTo>
                  <a:lnTo>
                    <a:pt x="3451" y="14471"/>
                  </a:lnTo>
                  <a:lnTo>
                    <a:pt x="3048" y="14417"/>
                  </a:lnTo>
                  <a:lnTo>
                    <a:pt x="2689" y="14259"/>
                  </a:lnTo>
                  <a:lnTo>
                    <a:pt x="2375" y="14101"/>
                  </a:lnTo>
                  <a:lnTo>
                    <a:pt x="2017" y="13890"/>
                  </a:lnTo>
                  <a:lnTo>
                    <a:pt x="1703" y="13625"/>
                  </a:lnTo>
                  <a:lnTo>
                    <a:pt x="1434" y="13362"/>
                  </a:lnTo>
                  <a:lnTo>
                    <a:pt x="1165" y="12939"/>
                  </a:lnTo>
                  <a:lnTo>
                    <a:pt x="942" y="12517"/>
                  </a:lnTo>
                  <a:lnTo>
                    <a:pt x="762" y="12042"/>
                  </a:lnTo>
                  <a:lnTo>
                    <a:pt x="672" y="11567"/>
                  </a:lnTo>
                  <a:lnTo>
                    <a:pt x="628" y="11038"/>
                  </a:lnTo>
                  <a:lnTo>
                    <a:pt x="628" y="10563"/>
                  </a:lnTo>
                  <a:lnTo>
                    <a:pt x="717" y="10035"/>
                  </a:lnTo>
                  <a:lnTo>
                    <a:pt x="808" y="9560"/>
                  </a:lnTo>
                  <a:lnTo>
                    <a:pt x="986" y="9085"/>
                  </a:lnTo>
                  <a:lnTo>
                    <a:pt x="1211" y="8661"/>
                  </a:lnTo>
                  <a:lnTo>
                    <a:pt x="1479" y="8291"/>
                  </a:lnTo>
                  <a:lnTo>
                    <a:pt x="1793" y="7975"/>
                  </a:lnTo>
                  <a:lnTo>
                    <a:pt x="2465" y="7341"/>
                  </a:lnTo>
                  <a:lnTo>
                    <a:pt x="3137" y="6654"/>
                  </a:lnTo>
                  <a:lnTo>
                    <a:pt x="3406" y="6286"/>
                  </a:lnTo>
                  <a:lnTo>
                    <a:pt x="3630" y="5916"/>
                  </a:lnTo>
                  <a:lnTo>
                    <a:pt x="3765" y="5493"/>
                  </a:lnTo>
                  <a:lnTo>
                    <a:pt x="3900" y="5017"/>
                  </a:lnTo>
                  <a:lnTo>
                    <a:pt x="3989" y="4489"/>
                  </a:lnTo>
                  <a:lnTo>
                    <a:pt x="4034" y="3909"/>
                  </a:lnTo>
                  <a:lnTo>
                    <a:pt x="4123" y="3380"/>
                  </a:lnTo>
                  <a:lnTo>
                    <a:pt x="4212" y="3117"/>
                  </a:lnTo>
                  <a:lnTo>
                    <a:pt x="4347" y="2852"/>
                  </a:lnTo>
                  <a:lnTo>
                    <a:pt x="4526" y="2589"/>
                  </a:lnTo>
                  <a:lnTo>
                    <a:pt x="4706" y="2377"/>
                  </a:lnTo>
                  <a:lnTo>
                    <a:pt x="4975" y="2219"/>
                  </a:lnTo>
                  <a:lnTo>
                    <a:pt x="5243" y="2113"/>
                  </a:lnTo>
                  <a:lnTo>
                    <a:pt x="5512" y="2060"/>
                  </a:lnTo>
                  <a:lnTo>
                    <a:pt x="5826" y="2007"/>
                  </a:lnTo>
                  <a:lnTo>
                    <a:pt x="6095" y="2007"/>
                  </a:lnTo>
                  <a:lnTo>
                    <a:pt x="6364" y="2113"/>
                  </a:lnTo>
                  <a:lnTo>
                    <a:pt x="6050" y="2430"/>
                  </a:lnTo>
                  <a:lnTo>
                    <a:pt x="6006" y="2535"/>
                  </a:lnTo>
                  <a:lnTo>
                    <a:pt x="5960" y="2640"/>
                  </a:lnTo>
                  <a:lnTo>
                    <a:pt x="6006" y="2852"/>
                  </a:lnTo>
                  <a:lnTo>
                    <a:pt x="6095" y="3010"/>
                  </a:lnTo>
                  <a:lnTo>
                    <a:pt x="6184" y="3064"/>
                  </a:lnTo>
                  <a:lnTo>
                    <a:pt x="6274" y="3064"/>
                  </a:lnTo>
                  <a:lnTo>
                    <a:pt x="6498" y="3010"/>
                  </a:lnTo>
                  <a:lnTo>
                    <a:pt x="6632" y="2905"/>
                  </a:lnTo>
                  <a:lnTo>
                    <a:pt x="6767" y="2800"/>
                  </a:lnTo>
                  <a:lnTo>
                    <a:pt x="6857" y="2589"/>
                  </a:lnTo>
                  <a:lnTo>
                    <a:pt x="7035" y="2377"/>
                  </a:lnTo>
                  <a:lnTo>
                    <a:pt x="7126" y="2324"/>
                  </a:lnTo>
                  <a:lnTo>
                    <a:pt x="7170" y="2272"/>
                  </a:lnTo>
                  <a:lnTo>
                    <a:pt x="7843" y="1638"/>
                  </a:lnTo>
                  <a:lnTo>
                    <a:pt x="8559" y="1110"/>
                  </a:lnTo>
                  <a:lnTo>
                    <a:pt x="8963" y="898"/>
                  </a:lnTo>
                  <a:lnTo>
                    <a:pt x="9142" y="793"/>
                  </a:lnTo>
                  <a:close/>
                  <a:moveTo>
                    <a:pt x="13219" y="13362"/>
                  </a:moveTo>
                  <a:lnTo>
                    <a:pt x="13399" y="13732"/>
                  </a:lnTo>
                  <a:lnTo>
                    <a:pt x="13579" y="14049"/>
                  </a:lnTo>
                  <a:lnTo>
                    <a:pt x="13847" y="14365"/>
                  </a:lnTo>
                  <a:lnTo>
                    <a:pt x="14161" y="14629"/>
                  </a:lnTo>
                  <a:lnTo>
                    <a:pt x="13937" y="14999"/>
                  </a:lnTo>
                  <a:lnTo>
                    <a:pt x="13668" y="14682"/>
                  </a:lnTo>
                  <a:lnTo>
                    <a:pt x="13399" y="14365"/>
                  </a:lnTo>
                  <a:lnTo>
                    <a:pt x="13085" y="14154"/>
                  </a:lnTo>
                  <a:lnTo>
                    <a:pt x="12772" y="13890"/>
                  </a:lnTo>
                  <a:lnTo>
                    <a:pt x="12951" y="13625"/>
                  </a:lnTo>
                  <a:lnTo>
                    <a:pt x="13219" y="13362"/>
                  </a:lnTo>
                  <a:close/>
                  <a:moveTo>
                    <a:pt x="16985" y="14312"/>
                  </a:moveTo>
                  <a:lnTo>
                    <a:pt x="16894" y="14365"/>
                  </a:lnTo>
                  <a:lnTo>
                    <a:pt x="16805" y="14417"/>
                  </a:lnTo>
                  <a:lnTo>
                    <a:pt x="16760" y="14417"/>
                  </a:lnTo>
                  <a:lnTo>
                    <a:pt x="16760" y="14471"/>
                  </a:lnTo>
                  <a:lnTo>
                    <a:pt x="16671" y="14629"/>
                  </a:lnTo>
                  <a:lnTo>
                    <a:pt x="16625" y="14787"/>
                  </a:lnTo>
                  <a:lnTo>
                    <a:pt x="16671" y="14999"/>
                  </a:lnTo>
                  <a:lnTo>
                    <a:pt x="16760" y="15211"/>
                  </a:lnTo>
                  <a:lnTo>
                    <a:pt x="16894" y="15316"/>
                  </a:lnTo>
                  <a:lnTo>
                    <a:pt x="17029" y="15369"/>
                  </a:lnTo>
                  <a:lnTo>
                    <a:pt x="17163" y="15316"/>
                  </a:lnTo>
                  <a:lnTo>
                    <a:pt x="17297" y="15262"/>
                  </a:lnTo>
                  <a:lnTo>
                    <a:pt x="17432" y="15104"/>
                  </a:lnTo>
                  <a:lnTo>
                    <a:pt x="17522" y="14999"/>
                  </a:lnTo>
                  <a:lnTo>
                    <a:pt x="17566" y="14841"/>
                  </a:lnTo>
                  <a:lnTo>
                    <a:pt x="17566" y="14682"/>
                  </a:lnTo>
                  <a:lnTo>
                    <a:pt x="17477" y="14576"/>
                  </a:lnTo>
                  <a:lnTo>
                    <a:pt x="17388" y="14471"/>
                  </a:lnTo>
                  <a:lnTo>
                    <a:pt x="17297" y="14417"/>
                  </a:lnTo>
                  <a:lnTo>
                    <a:pt x="17208" y="14365"/>
                  </a:lnTo>
                  <a:lnTo>
                    <a:pt x="17029" y="14312"/>
                  </a:lnTo>
                  <a:close/>
                  <a:moveTo>
                    <a:pt x="9276" y="0"/>
                  </a:moveTo>
                  <a:lnTo>
                    <a:pt x="9098" y="53"/>
                  </a:lnTo>
                  <a:lnTo>
                    <a:pt x="8784" y="158"/>
                  </a:lnTo>
                  <a:lnTo>
                    <a:pt x="8515" y="318"/>
                  </a:lnTo>
                  <a:lnTo>
                    <a:pt x="8021" y="635"/>
                  </a:lnTo>
                  <a:lnTo>
                    <a:pt x="7573" y="1003"/>
                  </a:lnTo>
                  <a:lnTo>
                    <a:pt x="6722" y="1743"/>
                  </a:lnTo>
                  <a:lnTo>
                    <a:pt x="6364" y="1532"/>
                  </a:lnTo>
                  <a:lnTo>
                    <a:pt x="6006" y="1427"/>
                  </a:lnTo>
                  <a:lnTo>
                    <a:pt x="5601" y="1427"/>
                  </a:lnTo>
                  <a:lnTo>
                    <a:pt x="5198" y="1479"/>
                  </a:lnTo>
                  <a:lnTo>
                    <a:pt x="4885" y="1585"/>
                  </a:lnTo>
                  <a:lnTo>
                    <a:pt x="4615" y="1743"/>
                  </a:lnTo>
                  <a:lnTo>
                    <a:pt x="4392" y="1955"/>
                  </a:lnTo>
                  <a:lnTo>
                    <a:pt x="4168" y="2165"/>
                  </a:lnTo>
                  <a:lnTo>
                    <a:pt x="3943" y="2430"/>
                  </a:lnTo>
                  <a:lnTo>
                    <a:pt x="3809" y="2747"/>
                  </a:lnTo>
                  <a:lnTo>
                    <a:pt x="3675" y="3064"/>
                  </a:lnTo>
                  <a:lnTo>
                    <a:pt x="3586" y="3380"/>
                  </a:lnTo>
                  <a:lnTo>
                    <a:pt x="3495" y="3856"/>
                  </a:lnTo>
                  <a:lnTo>
                    <a:pt x="3406" y="4331"/>
                  </a:lnTo>
                  <a:lnTo>
                    <a:pt x="3361" y="4806"/>
                  </a:lnTo>
                  <a:lnTo>
                    <a:pt x="3226" y="5282"/>
                  </a:lnTo>
                  <a:lnTo>
                    <a:pt x="3182" y="5546"/>
                  </a:lnTo>
                  <a:lnTo>
                    <a:pt x="3048" y="5757"/>
                  </a:lnTo>
                  <a:lnTo>
                    <a:pt x="2779" y="6126"/>
                  </a:lnTo>
                  <a:lnTo>
                    <a:pt x="2465" y="6444"/>
                  </a:lnTo>
                  <a:lnTo>
                    <a:pt x="2151" y="6761"/>
                  </a:lnTo>
                  <a:lnTo>
                    <a:pt x="1569" y="7288"/>
                  </a:lnTo>
                  <a:lnTo>
                    <a:pt x="1031" y="7869"/>
                  </a:lnTo>
                  <a:lnTo>
                    <a:pt x="808" y="8133"/>
                  </a:lnTo>
                  <a:lnTo>
                    <a:pt x="628" y="8503"/>
                  </a:lnTo>
                  <a:lnTo>
                    <a:pt x="448" y="8820"/>
                  </a:lnTo>
                  <a:lnTo>
                    <a:pt x="269" y="9243"/>
                  </a:lnTo>
                  <a:lnTo>
                    <a:pt x="134" y="9665"/>
                  </a:lnTo>
                  <a:lnTo>
                    <a:pt x="45" y="10088"/>
                  </a:lnTo>
                  <a:lnTo>
                    <a:pt x="0" y="10457"/>
                  </a:lnTo>
                  <a:lnTo>
                    <a:pt x="0" y="10880"/>
                  </a:lnTo>
                  <a:lnTo>
                    <a:pt x="45" y="11302"/>
                  </a:lnTo>
                  <a:lnTo>
                    <a:pt x="90" y="11725"/>
                  </a:lnTo>
                  <a:lnTo>
                    <a:pt x="180" y="12094"/>
                  </a:lnTo>
                  <a:lnTo>
                    <a:pt x="269" y="12464"/>
                  </a:lnTo>
                  <a:lnTo>
                    <a:pt x="448" y="12834"/>
                  </a:lnTo>
                  <a:lnTo>
                    <a:pt x="628" y="13204"/>
                  </a:lnTo>
                  <a:lnTo>
                    <a:pt x="808" y="13520"/>
                  </a:lnTo>
                  <a:lnTo>
                    <a:pt x="1031" y="13837"/>
                  </a:lnTo>
                  <a:lnTo>
                    <a:pt x="1300" y="14154"/>
                  </a:lnTo>
                  <a:lnTo>
                    <a:pt x="1569" y="14417"/>
                  </a:lnTo>
                  <a:lnTo>
                    <a:pt x="1883" y="14629"/>
                  </a:lnTo>
                  <a:lnTo>
                    <a:pt x="2197" y="14841"/>
                  </a:lnTo>
                  <a:lnTo>
                    <a:pt x="2509" y="14946"/>
                  </a:lnTo>
                  <a:lnTo>
                    <a:pt x="2868" y="15104"/>
                  </a:lnTo>
                  <a:lnTo>
                    <a:pt x="3226" y="15157"/>
                  </a:lnTo>
                  <a:lnTo>
                    <a:pt x="3540" y="15211"/>
                  </a:lnTo>
                  <a:lnTo>
                    <a:pt x="3900" y="15211"/>
                  </a:lnTo>
                  <a:lnTo>
                    <a:pt x="4257" y="15157"/>
                  </a:lnTo>
                  <a:lnTo>
                    <a:pt x="4571" y="15104"/>
                  </a:lnTo>
                  <a:lnTo>
                    <a:pt x="4929" y="14999"/>
                  </a:lnTo>
                  <a:lnTo>
                    <a:pt x="5333" y="14787"/>
                  </a:lnTo>
                  <a:lnTo>
                    <a:pt x="5737" y="14629"/>
                  </a:lnTo>
                  <a:lnTo>
                    <a:pt x="5960" y="14576"/>
                  </a:lnTo>
                  <a:lnTo>
                    <a:pt x="6364" y="14576"/>
                  </a:lnTo>
                  <a:lnTo>
                    <a:pt x="6587" y="14629"/>
                  </a:lnTo>
                  <a:lnTo>
                    <a:pt x="6722" y="14787"/>
                  </a:lnTo>
                  <a:lnTo>
                    <a:pt x="6857" y="14946"/>
                  </a:lnTo>
                  <a:lnTo>
                    <a:pt x="7126" y="15262"/>
                  </a:lnTo>
                  <a:lnTo>
                    <a:pt x="7304" y="15421"/>
                  </a:lnTo>
                  <a:lnTo>
                    <a:pt x="7439" y="15527"/>
                  </a:lnTo>
                  <a:lnTo>
                    <a:pt x="7663" y="15632"/>
                  </a:lnTo>
                  <a:lnTo>
                    <a:pt x="7843" y="15686"/>
                  </a:lnTo>
                  <a:lnTo>
                    <a:pt x="8470" y="15686"/>
                  </a:lnTo>
                  <a:lnTo>
                    <a:pt x="8829" y="15632"/>
                  </a:lnTo>
                  <a:lnTo>
                    <a:pt x="9142" y="15579"/>
                  </a:lnTo>
                  <a:lnTo>
                    <a:pt x="9456" y="15474"/>
                  </a:lnTo>
                  <a:lnTo>
                    <a:pt x="9770" y="15316"/>
                  </a:lnTo>
                  <a:lnTo>
                    <a:pt x="10038" y="15157"/>
                  </a:lnTo>
                  <a:lnTo>
                    <a:pt x="10307" y="14946"/>
                  </a:lnTo>
                  <a:lnTo>
                    <a:pt x="10576" y="14682"/>
                  </a:lnTo>
                  <a:lnTo>
                    <a:pt x="10845" y="14417"/>
                  </a:lnTo>
                  <a:lnTo>
                    <a:pt x="11069" y="14154"/>
                  </a:lnTo>
                  <a:lnTo>
                    <a:pt x="11248" y="13837"/>
                  </a:lnTo>
                  <a:lnTo>
                    <a:pt x="11427" y="13520"/>
                  </a:lnTo>
                  <a:lnTo>
                    <a:pt x="11607" y="13204"/>
                  </a:lnTo>
                  <a:lnTo>
                    <a:pt x="11696" y="12834"/>
                  </a:lnTo>
                  <a:lnTo>
                    <a:pt x="11830" y="12517"/>
                  </a:lnTo>
                  <a:lnTo>
                    <a:pt x="11876" y="12094"/>
                  </a:lnTo>
                  <a:lnTo>
                    <a:pt x="11876" y="11355"/>
                  </a:lnTo>
                  <a:lnTo>
                    <a:pt x="11830" y="10985"/>
                  </a:lnTo>
                  <a:lnTo>
                    <a:pt x="11741" y="10615"/>
                  </a:lnTo>
                  <a:lnTo>
                    <a:pt x="11651" y="10246"/>
                  </a:lnTo>
                  <a:lnTo>
                    <a:pt x="11338" y="9560"/>
                  </a:lnTo>
                  <a:lnTo>
                    <a:pt x="11204" y="9190"/>
                  </a:lnTo>
                  <a:lnTo>
                    <a:pt x="11069" y="8768"/>
                  </a:lnTo>
                  <a:lnTo>
                    <a:pt x="11069" y="8028"/>
                  </a:lnTo>
                  <a:lnTo>
                    <a:pt x="11113" y="7658"/>
                  </a:lnTo>
                  <a:lnTo>
                    <a:pt x="11159" y="7288"/>
                  </a:lnTo>
                  <a:lnTo>
                    <a:pt x="11382" y="6496"/>
                  </a:lnTo>
                  <a:lnTo>
                    <a:pt x="11607" y="5809"/>
                  </a:lnTo>
                  <a:lnTo>
                    <a:pt x="11830" y="5124"/>
                  </a:lnTo>
                  <a:lnTo>
                    <a:pt x="11965" y="4437"/>
                  </a:lnTo>
                  <a:lnTo>
                    <a:pt x="12010" y="4067"/>
                  </a:lnTo>
                  <a:lnTo>
                    <a:pt x="12010" y="3697"/>
                  </a:lnTo>
                  <a:lnTo>
                    <a:pt x="11965" y="3327"/>
                  </a:lnTo>
                  <a:lnTo>
                    <a:pt x="11876" y="2959"/>
                  </a:lnTo>
                  <a:lnTo>
                    <a:pt x="11741" y="2640"/>
                  </a:lnTo>
                  <a:lnTo>
                    <a:pt x="11607" y="2272"/>
                  </a:lnTo>
                  <a:lnTo>
                    <a:pt x="11427" y="1955"/>
                  </a:lnTo>
                  <a:lnTo>
                    <a:pt x="11248" y="1690"/>
                  </a:lnTo>
                  <a:lnTo>
                    <a:pt x="10801" y="1110"/>
                  </a:lnTo>
                  <a:lnTo>
                    <a:pt x="10262" y="582"/>
                  </a:lnTo>
                  <a:lnTo>
                    <a:pt x="9724" y="158"/>
                  </a:lnTo>
                  <a:lnTo>
                    <a:pt x="9590" y="53"/>
                  </a:lnTo>
                  <a:lnTo>
                    <a:pt x="9410" y="0"/>
                  </a:lnTo>
                  <a:close/>
                  <a:moveTo>
                    <a:pt x="15774" y="15369"/>
                  </a:moveTo>
                  <a:lnTo>
                    <a:pt x="15685" y="15421"/>
                  </a:lnTo>
                  <a:lnTo>
                    <a:pt x="15594" y="15527"/>
                  </a:lnTo>
                  <a:lnTo>
                    <a:pt x="15550" y="15632"/>
                  </a:lnTo>
                  <a:lnTo>
                    <a:pt x="15550" y="15844"/>
                  </a:lnTo>
                  <a:lnTo>
                    <a:pt x="15594" y="16002"/>
                  </a:lnTo>
                  <a:lnTo>
                    <a:pt x="15730" y="16161"/>
                  </a:lnTo>
                  <a:lnTo>
                    <a:pt x="15908" y="16214"/>
                  </a:lnTo>
                  <a:lnTo>
                    <a:pt x="16043" y="16161"/>
                  </a:lnTo>
                  <a:lnTo>
                    <a:pt x="16177" y="16002"/>
                  </a:lnTo>
                  <a:lnTo>
                    <a:pt x="16222" y="15844"/>
                  </a:lnTo>
                  <a:lnTo>
                    <a:pt x="16222" y="15632"/>
                  </a:lnTo>
                  <a:lnTo>
                    <a:pt x="16177" y="15527"/>
                  </a:lnTo>
                  <a:lnTo>
                    <a:pt x="16088" y="15421"/>
                  </a:lnTo>
                  <a:lnTo>
                    <a:pt x="15999" y="15369"/>
                  </a:lnTo>
                  <a:close/>
                  <a:moveTo>
                    <a:pt x="16580" y="16214"/>
                  </a:moveTo>
                  <a:lnTo>
                    <a:pt x="16491" y="16266"/>
                  </a:lnTo>
                  <a:lnTo>
                    <a:pt x="16446" y="16372"/>
                  </a:lnTo>
                  <a:lnTo>
                    <a:pt x="16357" y="16424"/>
                  </a:lnTo>
                  <a:lnTo>
                    <a:pt x="16267" y="16478"/>
                  </a:lnTo>
                  <a:lnTo>
                    <a:pt x="16177" y="16636"/>
                  </a:lnTo>
                  <a:lnTo>
                    <a:pt x="16177" y="16953"/>
                  </a:lnTo>
                  <a:lnTo>
                    <a:pt x="16222" y="17059"/>
                  </a:lnTo>
                  <a:lnTo>
                    <a:pt x="16311" y="17218"/>
                  </a:lnTo>
                  <a:lnTo>
                    <a:pt x="16625" y="17218"/>
                  </a:lnTo>
                  <a:lnTo>
                    <a:pt x="16760" y="17164"/>
                  </a:lnTo>
                  <a:lnTo>
                    <a:pt x="16894" y="17059"/>
                  </a:lnTo>
                  <a:lnTo>
                    <a:pt x="16939" y="16899"/>
                  </a:lnTo>
                  <a:lnTo>
                    <a:pt x="17029" y="16741"/>
                  </a:lnTo>
                  <a:lnTo>
                    <a:pt x="17029" y="16583"/>
                  </a:lnTo>
                  <a:lnTo>
                    <a:pt x="16985" y="16478"/>
                  </a:lnTo>
                  <a:lnTo>
                    <a:pt x="16939" y="16372"/>
                  </a:lnTo>
                  <a:lnTo>
                    <a:pt x="16894" y="16266"/>
                  </a:lnTo>
                  <a:lnTo>
                    <a:pt x="16760" y="16214"/>
                  </a:lnTo>
                  <a:close/>
                  <a:moveTo>
                    <a:pt x="14922" y="16636"/>
                  </a:moveTo>
                  <a:lnTo>
                    <a:pt x="14833" y="16689"/>
                  </a:lnTo>
                  <a:lnTo>
                    <a:pt x="14744" y="16848"/>
                  </a:lnTo>
                  <a:lnTo>
                    <a:pt x="14699" y="17006"/>
                  </a:lnTo>
                  <a:lnTo>
                    <a:pt x="14699" y="17376"/>
                  </a:lnTo>
                  <a:lnTo>
                    <a:pt x="14788" y="17798"/>
                  </a:lnTo>
                  <a:lnTo>
                    <a:pt x="14968" y="18114"/>
                  </a:lnTo>
                  <a:lnTo>
                    <a:pt x="15057" y="18168"/>
                  </a:lnTo>
                  <a:lnTo>
                    <a:pt x="15147" y="18221"/>
                  </a:lnTo>
                  <a:lnTo>
                    <a:pt x="15282" y="18221"/>
                  </a:lnTo>
                  <a:lnTo>
                    <a:pt x="15371" y="18114"/>
                  </a:lnTo>
                  <a:lnTo>
                    <a:pt x="15416" y="18061"/>
                  </a:lnTo>
                  <a:lnTo>
                    <a:pt x="15505" y="18061"/>
                  </a:lnTo>
                  <a:lnTo>
                    <a:pt x="15640" y="18168"/>
                  </a:lnTo>
                  <a:lnTo>
                    <a:pt x="15730" y="18168"/>
                  </a:lnTo>
                  <a:lnTo>
                    <a:pt x="15819" y="18114"/>
                  </a:lnTo>
                  <a:lnTo>
                    <a:pt x="15864" y="18061"/>
                  </a:lnTo>
                  <a:lnTo>
                    <a:pt x="15908" y="17903"/>
                  </a:lnTo>
                  <a:lnTo>
                    <a:pt x="15864" y="17744"/>
                  </a:lnTo>
                  <a:lnTo>
                    <a:pt x="15774" y="17586"/>
                  </a:lnTo>
                  <a:lnTo>
                    <a:pt x="15640" y="17534"/>
                  </a:lnTo>
                  <a:lnTo>
                    <a:pt x="15460" y="17481"/>
                  </a:lnTo>
                  <a:lnTo>
                    <a:pt x="15326" y="17481"/>
                  </a:lnTo>
                  <a:lnTo>
                    <a:pt x="15236" y="17534"/>
                  </a:lnTo>
                  <a:lnTo>
                    <a:pt x="15147" y="17323"/>
                  </a:lnTo>
                  <a:lnTo>
                    <a:pt x="15147" y="16794"/>
                  </a:lnTo>
                  <a:lnTo>
                    <a:pt x="15102" y="16689"/>
                  </a:lnTo>
                  <a:lnTo>
                    <a:pt x="15013" y="16636"/>
                  </a:lnTo>
                  <a:close/>
                  <a:moveTo>
                    <a:pt x="17163" y="7869"/>
                  </a:moveTo>
                  <a:lnTo>
                    <a:pt x="17343" y="7923"/>
                  </a:lnTo>
                  <a:lnTo>
                    <a:pt x="17702" y="8133"/>
                  </a:lnTo>
                  <a:lnTo>
                    <a:pt x="17925" y="8239"/>
                  </a:lnTo>
                  <a:lnTo>
                    <a:pt x="18239" y="8503"/>
                  </a:lnTo>
                  <a:lnTo>
                    <a:pt x="18508" y="8768"/>
                  </a:lnTo>
                  <a:lnTo>
                    <a:pt x="18777" y="9085"/>
                  </a:lnTo>
                  <a:lnTo>
                    <a:pt x="19046" y="9453"/>
                  </a:lnTo>
                  <a:lnTo>
                    <a:pt x="19269" y="9876"/>
                  </a:lnTo>
                  <a:lnTo>
                    <a:pt x="19403" y="10352"/>
                  </a:lnTo>
                  <a:lnTo>
                    <a:pt x="19538" y="10827"/>
                  </a:lnTo>
                  <a:lnTo>
                    <a:pt x="19628" y="11302"/>
                  </a:lnTo>
                  <a:lnTo>
                    <a:pt x="19673" y="11830"/>
                  </a:lnTo>
                  <a:lnTo>
                    <a:pt x="19673" y="12305"/>
                  </a:lnTo>
                  <a:lnTo>
                    <a:pt x="19628" y="13309"/>
                  </a:lnTo>
                  <a:lnTo>
                    <a:pt x="19494" y="14312"/>
                  </a:lnTo>
                  <a:lnTo>
                    <a:pt x="19269" y="15262"/>
                  </a:lnTo>
                  <a:lnTo>
                    <a:pt x="18956" y="16161"/>
                  </a:lnTo>
                  <a:lnTo>
                    <a:pt x="18777" y="16636"/>
                  </a:lnTo>
                  <a:lnTo>
                    <a:pt x="18552" y="17059"/>
                  </a:lnTo>
                  <a:lnTo>
                    <a:pt x="18328" y="17428"/>
                  </a:lnTo>
                  <a:lnTo>
                    <a:pt x="18060" y="17798"/>
                  </a:lnTo>
                  <a:lnTo>
                    <a:pt x="17746" y="18168"/>
                  </a:lnTo>
                  <a:lnTo>
                    <a:pt x="17432" y="18484"/>
                  </a:lnTo>
                  <a:lnTo>
                    <a:pt x="17119" y="18748"/>
                  </a:lnTo>
                  <a:lnTo>
                    <a:pt x="16760" y="18960"/>
                  </a:lnTo>
                  <a:lnTo>
                    <a:pt x="16357" y="19171"/>
                  </a:lnTo>
                  <a:lnTo>
                    <a:pt x="15954" y="19383"/>
                  </a:lnTo>
                  <a:lnTo>
                    <a:pt x="15640" y="19435"/>
                  </a:lnTo>
                  <a:lnTo>
                    <a:pt x="15282" y="19488"/>
                  </a:lnTo>
                  <a:lnTo>
                    <a:pt x="15057" y="19435"/>
                  </a:lnTo>
                  <a:lnTo>
                    <a:pt x="14878" y="19330"/>
                  </a:lnTo>
                  <a:lnTo>
                    <a:pt x="14699" y="19118"/>
                  </a:lnTo>
                  <a:lnTo>
                    <a:pt x="14565" y="18960"/>
                  </a:lnTo>
                  <a:lnTo>
                    <a:pt x="14027" y="18273"/>
                  </a:lnTo>
                  <a:lnTo>
                    <a:pt x="13802" y="17903"/>
                  </a:lnTo>
                  <a:lnTo>
                    <a:pt x="13713" y="17693"/>
                  </a:lnTo>
                  <a:lnTo>
                    <a:pt x="13668" y="17428"/>
                  </a:lnTo>
                  <a:lnTo>
                    <a:pt x="13668" y="17164"/>
                  </a:lnTo>
                  <a:lnTo>
                    <a:pt x="13758" y="16899"/>
                  </a:lnTo>
                  <a:lnTo>
                    <a:pt x="13982" y="16424"/>
                  </a:lnTo>
                  <a:lnTo>
                    <a:pt x="14430" y="15527"/>
                  </a:lnTo>
                  <a:lnTo>
                    <a:pt x="14833" y="14629"/>
                  </a:lnTo>
                  <a:lnTo>
                    <a:pt x="15236" y="13679"/>
                  </a:lnTo>
                  <a:lnTo>
                    <a:pt x="15594" y="12780"/>
                  </a:lnTo>
                  <a:lnTo>
                    <a:pt x="15730" y="12305"/>
                  </a:lnTo>
                  <a:lnTo>
                    <a:pt x="15819" y="11830"/>
                  </a:lnTo>
                  <a:lnTo>
                    <a:pt x="15864" y="11355"/>
                  </a:lnTo>
                  <a:lnTo>
                    <a:pt x="15819" y="10932"/>
                  </a:lnTo>
                  <a:lnTo>
                    <a:pt x="15730" y="10457"/>
                  </a:lnTo>
                  <a:lnTo>
                    <a:pt x="15594" y="10035"/>
                  </a:lnTo>
                  <a:lnTo>
                    <a:pt x="15550" y="9718"/>
                  </a:lnTo>
                  <a:lnTo>
                    <a:pt x="15505" y="9453"/>
                  </a:lnTo>
                  <a:lnTo>
                    <a:pt x="15550" y="9136"/>
                  </a:lnTo>
                  <a:lnTo>
                    <a:pt x="15640" y="8926"/>
                  </a:lnTo>
                  <a:lnTo>
                    <a:pt x="15730" y="8661"/>
                  </a:lnTo>
                  <a:lnTo>
                    <a:pt x="15864" y="8450"/>
                  </a:lnTo>
                  <a:lnTo>
                    <a:pt x="16043" y="8239"/>
                  </a:lnTo>
                  <a:lnTo>
                    <a:pt x="16222" y="8081"/>
                  </a:lnTo>
                  <a:lnTo>
                    <a:pt x="16267" y="8186"/>
                  </a:lnTo>
                  <a:lnTo>
                    <a:pt x="16357" y="8239"/>
                  </a:lnTo>
                  <a:lnTo>
                    <a:pt x="16536" y="8291"/>
                  </a:lnTo>
                  <a:lnTo>
                    <a:pt x="16671" y="8186"/>
                  </a:lnTo>
                  <a:lnTo>
                    <a:pt x="16760" y="8133"/>
                  </a:lnTo>
                  <a:lnTo>
                    <a:pt x="16805" y="8028"/>
                  </a:lnTo>
                  <a:lnTo>
                    <a:pt x="16894" y="7923"/>
                  </a:lnTo>
                  <a:lnTo>
                    <a:pt x="17029" y="7869"/>
                  </a:lnTo>
                  <a:close/>
                  <a:moveTo>
                    <a:pt x="16671" y="5546"/>
                  </a:moveTo>
                  <a:lnTo>
                    <a:pt x="16625" y="5651"/>
                  </a:lnTo>
                  <a:lnTo>
                    <a:pt x="16491" y="6021"/>
                  </a:lnTo>
                  <a:lnTo>
                    <a:pt x="16446" y="6444"/>
                  </a:lnTo>
                  <a:lnTo>
                    <a:pt x="16446" y="6813"/>
                  </a:lnTo>
                  <a:lnTo>
                    <a:pt x="16491" y="7236"/>
                  </a:lnTo>
                  <a:lnTo>
                    <a:pt x="16267" y="7341"/>
                  </a:lnTo>
                  <a:lnTo>
                    <a:pt x="16043" y="7448"/>
                  </a:lnTo>
                  <a:lnTo>
                    <a:pt x="15908" y="6866"/>
                  </a:lnTo>
                  <a:lnTo>
                    <a:pt x="15685" y="6391"/>
                  </a:lnTo>
                  <a:lnTo>
                    <a:pt x="15640" y="6338"/>
                  </a:lnTo>
                  <a:lnTo>
                    <a:pt x="15550" y="6338"/>
                  </a:lnTo>
                  <a:lnTo>
                    <a:pt x="15505" y="6391"/>
                  </a:lnTo>
                  <a:lnTo>
                    <a:pt x="15505" y="6444"/>
                  </a:lnTo>
                  <a:lnTo>
                    <a:pt x="15460" y="6813"/>
                  </a:lnTo>
                  <a:lnTo>
                    <a:pt x="15505" y="7129"/>
                  </a:lnTo>
                  <a:lnTo>
                    <a:pt x="15640" y="7816"/>
                  </a:lnTo>
                  <a:lnTo>
                    <a:pt x="15371" y="8133"/>
                  </a:lnTo>
                  <a:lnTo>
                    <a:pt x="15147" y="7869"/>
                  </a:lnTo>
                  <a:lnTo>
                    <a:pt x="14833" y="7448"/>
                  </a:lnTo>
                  <a:lnTo>
                    <a:pt x="14788" y="7394"/>
                  </a:lnTo>
                  <a:lnTo>
                    <a:pt x="14699" y="7448"/>
                  </a:lnTo>
                  <a:lnTo>
                    <a:pt x="14654" y="7499"/>
                  </a:lnTo>
                  <a:lnTo>
                    <a:pt x="14654" y="7606"/>
                  </a:lnTo>
                  <a:lnTo>
                    <a:pt x="14699" y="7869"/>
                  </a:lnTo>
                  <a:lnTo>
                    <a:pt x="14833" y="8133"/>
                  </a:lnTo>
                  <a:lnTo>
                    <a:pt x="14968" y="8345"/>
                  </a:lnTo>
                  <a:lnTo>
                    <a:pt x="15191" y="8503"/>
                  </a:lnTo>
                  <a:lnTo>
                    <a:pt x="15147" y="8661"/>
                  </a:lnTo>
                  <a:lnTo>
                    <a:pt x="15102" y="8715"/>
                  </a:lnTo>
                  <a:lnTo>
                    <a:pt x="14833" y="8661"/>
                  </a:lnTo>
                  <a:lnTo>
                    <a:pt x="14340" y="8398"/>
                  </a:lnTo>
                  <a:lnTo>
                    <a:pt x="14251" y="8186"/>
                  </a:lnTo>
                  <a:lnTo>
                    <a:pt x="14205" y="8133"/>
                  </a:lnTo>
                  <a:lnTo>
                    <a:pt x="14161" y="8186"/>
                  </a:lnTo>
                  <a:lnTo>
                    <a:pt x="14116" y="8398"/>
                  </a:lnTo>
                  <a:lnTo>
                    <a:pt x="14071" y="8503"/>
                  </a:lnTo>
                  <a:lnTo>
                    <a:pt x="14071" y="8608"/>
                  </a:lnTo>
                  <a:lnTo>
                    <a:pt x="14116" y="8715"/>
                  </a:lnTo>
                  <a:lnTo>
                    <a:pt x="14205" y="8820"/>
                  </a:lnTo>
                  <a:lnTo>
                    <a:pt x="14385" y="8978"/>
                  </a:lnTo>
                  <a:lnTo>
                    <a:pt x="14654" y="9136"/>
                  </a:lnTo>
                  <a:lnTo>
                    <a:pt x="15013" y="9295"/>
                  </a:lnTo>
                  <a:lnTo>
                    <a:pt x="14968" y="9612"/>
                  </a:lnTo>
                  <a:lnTo>
                    <a:pt x="15013" y="9930"/>
                  </a:lnTo>
                  <a:lnTo>
                    <a:pt x="14116" y="9930"/>
                  </a:lnTo>
                  <a:lnTo>
                    <a:pt x="13982" y="9982"/>
                  </a:lnTo>
                  <a:lnTo>
                    <a:pt x="13937" y="10088"/>
                  </a:lnTo>
                  <a:lnTo>
                    <a:pt x="13937" y="10563"/>
                  </a:lnTo>
                  <a:lnTo>
                    <a:pt x="14027" y="10773"/>
                  </a:lnTo>
                  <a:lnTo>
                    <a:pt x="14116" y="10932"/>
                  </a:lnTo>
                  <a:lnTo>
                    <a:pt x="14161" y="10985"/>
                  </a:lnTo>
                  <a:lnTo>
                    <a:pt x="14565" y="11460"/>
                  </a:lnTo>
                  <a:lnTo>
                    <a:pt x="14833" y="11672"/>
                  </a:lnTo>
                  <a:lnTo>
                    <a:pt x="14968" y="11777"/>
                  </a:lnTo>
                  <a:lnTo>
                    <a:pt x="15102" y="11830"/>
                  </a:lnTo>
                  <a:lnTo>
                    <a:pt x="15236" y="11830"/>
                  </a:lnTo>
                  <a:lnTo>
                    <a:pt x="15102" y="12305"/>
                  </a:lnTo>
                  <a:lnTo>
                    <a:pt x="14968" y="12675"/>
                  </a:lnTo>
                  <a:lnTo>
                    <a:pt x="14922" y="12728"/>
                  </a:lnTo>
                  <a:lnTo>
                    <a:pt x="14878" y="12780"/>
                  </a:lnTo>
                  <a:lnTo>
                    <a:pt x="14430" y="12570"/>
                  </a:lnTo>
                  <a:lnTo>
                    <a:pt x="14116" y="12358"/>
                  </a:lnTo>
                  <a:lnTo>
                    <a:pt x="13847" y="12042"/>
                  </a:lnTo>
                  <a:lnTo>
                    <a:pt x="13713" y="12042"/>
                  </a:lnTo>
                  <a:lnTo>
                    <a:pt x="13668" y="12147"/>
                  </a:lnTo>
                  <a:lnTo>
                    <a:pt x="13668" y="12253"/>
                  </a:lnTo>
                  <a:lnTo>
                    <a:pt x="13847" y="12570"/>
                  </a:lnTo>
                  <a:lnTo>
                    <a:pt x="14116" y="12887"/>
                  </a:lnTo>
                  <a:lnTo>
                    <a:pt x="14430" y="13150"/>
                  </a:lnTo>
                  <a:lnTo>
                    <a:pt x="14744" y="13309"/>
                  </a:lnTo>
                  <a:lnTo>
                    <a:pt x="14474" y="13890"/>
                  </a:lnTo>
                  <a:lnTo>
                    <a:pt x="14340" y="13890"/>
                  </a:lnTo>
                  <a:lnTo>
                    <a:pt x="14251" y="13995"/>
                  </a:lnTo>
                  <a:lnTo>
                    <a:pt x="13758" y="13574"/>
                  </a:lnTo>
                  <a:lnTo>
                    <a:pt x="13310" y="13150"/>
                  </a:lnTo>
                  <a:lnTo>
                    <a:pt x="13265" y="13097"/>
                  </a:lnTo>
                  <a:lnTo>
                    <a:pt x="13219" y="13150"/>
                  </a:lnTo>
                  <a:lnTo>
                    <a:pt x="12951" y="13520"/>
                  </a:lnTo>
                  <a:lnTo>
                    <a:pt x="12682" y="13890"/>
                  </a:lnTo>
                  <a:lnTo>
                    <a:pt x="12593" y="13890"/>
                  </a:lnTo>
                  <a:lnTo>
                    <a:pt x="12502" y="13942"/>
                  </a:lnTo>
                  <a:lnTo>
                    <a:pt x="12458" y="14049"/>
                  </a:lnTo>
                  <a:lnTo>
                    <a:pt x="12502" y="14154"/>
                  </a:lnTo>
                  <a:lnTo>
                    <a:pt x="13130" y="14841"/>
                  </a:lnTo>
                  <a:lnTo>
                    <a:pt x="13668" y="15579"/>
                  </a:lnTo>
                  <a:lnTo>
                    <a:pt x="13399" y="16214"/>
                  </a:lnTo>
                  <a:lnTo>
                    <a:pt x="13175" y="16056"/>
                  </a:lnTo>
                  <a:lnTo>
                    <a:pt x="12951" y="15949"/>
                  </a:lnTo>
                  <a:lnTo>
                    <a:pt x="12682" y="15897"/>
                  </a:lnTo>
                  <a:lnTo>
                    <a:pt x="12593" y="15844"/>
                  </a:lnTo>
                  <a:lnTo>
                    <a:pt x="12458" y="15791"/>
                  </a:lnTo>
                  <a:lnTo>
                    <a:pt x="12413" y="15737"/>
                  </a:lnTo>
                  <a:lnTo>
                    <a:pt x="12324" y="15737"/>
                  </a:lnTo>
                  <a:lnTo>
                    <a:pt x="12190" y="15791"/>
                  </a:lnTo>
                  <a:lnTo>
                    <a:pt x="12144" y="15949"/>
                  </a:lnTo>
                  <a:lnTo>
                    <a:pt x="12144" y="16056"/>
                  </a:lnTo>
                  <a:lnTo>
                    <a:pt x="12190" y="16107"/>
                  </a:lnTo>
                  <a:lnTo>
                    <a:pt x="12368" y="16319"/>
                  </a:lnTo>
                  <a:lnTo>
                    <a:pt x="12593" y="16478"/>
                  </a:lnTo>
                  <a:lnTo>
                    <a:pt x="12907" y="16636"/>
                  </a:lnTo>
                  <a:lnTo>
                    <a:pt x="13041" y="16689"/>
                  </a:lnTo>
                  <a:lnTo>
                    <a:pt x="13175" y="16689"/>
                  </a:lnTo>
                  <a:lnTo>
                    <a:pt x="13130" y="16953"/>
                  </a:lnTo>
                  <a:lnTo>
                    <a:pt x="13085" y="17218"/>
                  </a:lnTo>
                  <a:lnTo>
                    <a:pt x="13041" y="17534"/>
                  </a:lnTo>
                  <a:lnTo>
                    <a:pt x="13085" y="17798"/>
                  </a:lnTo>
                  <a:lnTo>
                    <a:pt x="13175" y="18114"/>
                  </a:lnTo>
                  <a:lnTo>
                    <a:pt x="12996" y="18273"/>
                  </a:lnTo>
                  <a:lnTo>
                    <a:pt x="12772" y="18538"/>
                  </a:lnTo>
                  <a:lnTo>
                    <a:pt x="12682" y="18643"/>
                  </a:lnTo>
                  <a:lnTo>
                    <a:pt x="12593" y="18643"/>
                  </a:lnTo>
                  <a:lnTo>
                    <a:pt x="12548" y="18696"/>
                  </a:lnTo>
                  <a:lnTo>
                    <a:pt x="12502" y="18801"/>
                  </a:lnTo>
                  <a:lnTo>
                    <a:pt x="12502" y="18960"/>
                  </a:lnTo>
                  <a:lnTo>
                    <a:pt x="12548" y="19013"/>
                  </a:lnTo>
                  <a:lnTo>
                    <a:pt x="12593" y="19065"/>
                  </a:lnTo>
                  <a:lnTo>
                    <a:pt x="12772" y="19065"/>
                  </a:lnTo>
                  <a:lnTo>
                    <a:pt x="12907" y="19013"/>
                  </a:lnTo>
                  <a:lnTo>
                    <a:pt x="13130" y="18801"/>
                  </a:lnTo>
                  <a:lnTo>
                    <a:pt x="13444" y="18590"/>
                  </a:lnTo>
                  <a:lnTo>
                    <a:pt x="13937" y="19223"/>
                  </a:lnTo>
                  <a:lnTo>
                    <a:pt x="14027" y="19330"/>
                  </a:lnTo>
                  <a:lnTo>
                    <a:pt x="13847" y="19593"/>
                  </a:lnTo>
                  <a:lnTo>
                    <a:pt x="13758" y="19910"/>
                  </a:lnTo>
                  <a:lnTo>
                    <a:pt x="13668" y="19910"/>
                  </a:lnTo>
                  <a:lnTo>
                    <a:pt x="13579" y="19963"/>
                  </a:lnTo>
                  <a:lnTo>
                    <a:pt x="13444" y="20068"/>
                  </a:lnTo>
                  <a:lnTo>
                    <a:pt x="13399" y="20175"/>
                  </a:lnTo>
                  <a:lnTo>
                    <a:pt x="13444" y="20333"/>
                  </a:lnTo>
                  <a:lnTo>
                    <a:pt x="13488" y="20491"/>
                  </a:lnTo>
                  <a:lnTo>
                    <a:pt x="13623" y="20597"/>
                  </a:lnTo>
                  <a:lnTo>
                    <a:pt x="13758" y="20650"/>
                  </a:lnTo>
                  <a:lnTo>
                    <a:pt x="13893" y="20650"/>
                  </a:lnTo>
                  <a:lnTo>
                    <a:pt x="14027" y="20545"/>
                  </a:lnTo>
                  <a:lnTo>
                    <a:pt x="14116" y="20438"/>
                  </a:lnTo>
                  <a:lnTo>
                    <a:pt x="14205" y="20280"/>
                  </a:lnTo>
                  <a:lnTo>
                    <a:pt x="14251" y="20121"/>
                  </a:lnTo>
                  <a:lnTo>
                    <a:pt x="14251" y="19963"/>
                  </a:lnTo>
                  <a:lnTo>
                    <a:pt x="14340" y="19751"/>
                  </a:lnTo>
                  <a:lnTo>
                    <a:pt x="14474" y="19910"/>
                  </a:lnTo>
                  <a:lnTo>
                    <a:pt x="14654" y="20016"/>
                  </a:lnTo>
                  <a:lnTo>
                    <a:pt x="14833" y="20121"/>
                  </a:lnTo>
                  <a:lnTo>
                    <a:pt x="15057" y="20175"/>
                  </a:lnTo>
                  <a:lnTo>
                    <a:pt x="15102" y="20227"/>
                  </a:lnTo>
                  <a:lnTo>
                    <a:pt x="14968" y="20545"/>
                  </a:lnTo>
                  <a:lnTo>
                    <a:pt x="14878" y="20808"/>
                  </a:lnTo>
                  <a:lnTo>
                    <a:pt x="14788" y="20967"/>
                  </a:lnTo>
                  <a:lnTo>
                    <a:pt x="14654" y="21020"/>
                  </a:lnTo>
                  <a:lnTo>
                    <a:pt x="14608" y="21020"/>
                  </a:lnTo>
                  <a:lnTo>
                    <a:pt x="14519" y="21072"/>
                  </a:lnTo>
                  <a:lnTo>
                    <a:pt x="14474" y="21230"/>
                  </a:lnTo>
                  <a:lnTo>
                    <a:pt x="14474" y="21388"/>
                  </a:lnTo>
                  <a:lnTo>
                    <a:pt x="14565" y="21495"/>
                  </a:lnTo>
                  <a:lnTo>
                    <a:pt x="14654" y="21600"/>
                  </a:lnTo>
                  <a:lnTo>
                    <a:pt x="14744" y="21600"/>
                  </a:lnTo>
                  <a:lnTo>
                    <a:pt x="14922" y="21547"/>
                  </a:lnTo>
                  <a:lnTo>
                    <a:pt x="15102" y="21388"/>
                  </a:lnTo>
                  <a:lnTo>
                    <a:pt x="15236" y="21230"/>
                  </a:lnTo>
                  <a:lnTo>
                    <a:pt x="15326" y="20967"/>
                  </a:lnTo>
                  <a:lnTo>
                    <a:pt x="15416" y="20755"/>
                  </a:lnTo>
                  <a:lnTo>
                    <a:pt x="15505" y="20227"/>
                  </a:lnTo>
                  <a:lnTo>
                    <a:pt x="16043" y="20121"/>
                  </a:lnTo>
                  <a:lnTo>
                    <a:pt x="16536" y="19910"/>
                  </a:lnTo>
                  <a:lnTo>
                    <a:pt x="16222" y="20913"/>
                  </a:lnTo>
                  <a:lnTo>
                    <a:pt x="16133" y="21178"/>
                  </a:lnTo>
                  <a:lnTo>
                    <a:pt x="16133" y="21337"/>
                  </a:lnTo>
                  <a:lnTo>
                    <a:pt x="16177" y="21388"/>
                  </a:lnTo>
                  <a:lnTo>
                    <a:pt x="16222" y="21495"/>
                  </a:lnTo>
                  <a:lnTo>
                    <a:pt x="16311" y="21547"/>
                  </a:lnTo>
                  <a:lnTo>
                    <a:pt x="16402" y="21547"/>
                  </a:lnTo>
                  <a:lnTo>
                    <a:pt x="16491" y="21495"/>
                  </a:lnTo>
                  <a:lnTo>
                    <a:pt x="16580" y="21442"/>
                  </a:lnTo>
                  <a:lnTo>
                    <a:pt x="16625" y="21337"/>
                  </a:lnTo>
                  <a:lnTo>
                    <a:pt x="16760" y="20967"/>
                  </a:lnTo>
                  <a:lnTo>
                    <a:pt x="16850" y="20545"/>
                  </a:lnTo>
                  <a:lnTo>
                    <a:pt x="16894" y="20121"/>
                  </a:lnTo>
                  <a:lnTo>
                    <a:pt x="16894" y="19751"/>
                  </a:lnTo>
                  <a:lnTo>
                    <a:pt x="17432" y="19383"/>
                  </a:lnTo>
                  <a:lnTo>
                    <a:pt x="17477" y="20068"/>
                  </a:lnTo>
                  <a:lnTo>
                    <a:pt x="17522" y="20227"/>
                  </a:lnTo>
                  <a:lnTo>
                    <a:pt x="17566" y="20333"/>
                  </a:lnTo>
                  <a:lnTo>
                    <a:pt x="17566" y="20385"/>
                  </a:lnTo>
                  <a:lnTo>
                    <a:pt x="17611" y="20545"/>
                  </a:lnTo>
                  <a:lnTo>
                    <a:pt x="17702" y="20650"/>
                  </a:lnTo>
                  <a:lnTo>
                    <a:pt x="17925" y="20650"/>
                  </a:lnTo>
                  <a:lnTo>
                    <a:pt x="17925" y="20597"/>
                  </a:lnTo>
                  <a:lnTo>
                    <a:pt x="18014" y="20491"/>
                  </a:lnTo>
                  <a:lnTo>
                    <a:pt x="18060" y="20385"/>
                  </a:lnTo>
                  <a:lnTo>
                    <a:pt x="17970" y="20016"/>
                  </a:lnTo>
                  <a:lnTo>
                    <a:pt x="17925" y="19646"/>
                  </a:lnTo>
                  <a:lnTo>
                    <a:pt x="17791" y="19118"/>
                  </a:lnTo>
                  <a:lnTo>
                    <a:pt x="18328" y="18538"/>
                  </a:lnTo>
                  <a:lnTo>
                    <a:pt x="18463" y="18748"/>
                  </a:lnTo>
                  <a:lnTo>
                    <a:pt x="18597" y="18906"/>
                  </a:lnTo>
                  <a:lnTo>
                    <a:pt x="18777" y="19223"/>
                  </a:lnTo>
                  <a:lnTo>
                    <a:pt x="18911" y="19383"/>
                  </a:lnTo>
                  <a:lnTo>
                    <a:pt x="19046" y="19488"/>
                  </a:lnTo>
                  <a:lnTo>
                    <a:pt x="19135" y="19488"/>
                  </a:lnTo>
                  <a:lnTo>
                    <a:pt x="19225" y="19383"/>
                  </a:lnTo>
                  <a:lnTo>
                    <a:pt x="19269" y="19276"/>
                  </a:lnTo>
                  <a:lnTo>
                    <a:pt x="19269" y="19171"/>
                  </a:lnTo>
                  <a:lnTo>
                    <a:pt x="19225" y="18906"/>
                  </a:lnTo>
                  <a:lnTo>
                    <a:pt x="19091" y="18696"/>
                  </a:lnTo>
                  <a:lnTo>
                    <a:pt x="18911" y="18538"/>
                  </a:lnTo>
                  <a:lnTo>
                    <a:pt x="18777" y="18326"/>
                  </a:lnTo>
                  <a:lnTo>
                    <a:pt x="18642" y="18114"/>
                  </a:lnTo>
                  <a:lnTo>
                    <a:pt x="18911" y="17693"/>
                  </a:lnTo>
                  <a:lnTo>
                    <a:pt x="19180" y="17269"/>
                  </a:lnTo>
                  <a:lnTo>
                    <a:pt x="19269" y="17376"/>
                  </a:lnTo>
                  <a:lnTo>
                    <a:pt x="19538" y="17586"/>
                  </a:lnTo>
                  <a:lnTo>
                    <a:pt x="19763" y="17851"/>
                  </a:lnTo>
                  <a:lnTo>
                    <a:pt x="19852" y="17903"/>
                  </a:lnTo>
                  <a:lnTo>
                    <a:pt x="20031" y="17903"/>
                  </a:lnTo>
                  <a:lnTo>
                    <a:pt x="20077" y="17851"/>
                  </a:lnTo>
                  <a:lnTo>
                    <a:pt x="20121" y="17744"/>
                  </a:lnTo>
                  <a:lnTo>
                    <a:pt x="20166" y="17639"/>
                  </a:lnTo>
                  <a:lnTo>
                    <a:pt x="20166" y="17534"/>
                  </a:lnTo>
                  <a:lnTo>
                    <a:pt x="20077" y="17428"/>
                  </a:lnTo>
                  <a:lnTo>
                    <a:pt x="19852" y="17164"/>
                  </a:lnTo>
                  <a:lnTo>
                    <a:pt x="19583" y="16953"/>
                  </a:lnTo>
                  <a:lnTo>
                    <a:pt x="19403" y="16848"/>
                  </a:lnTo>
                  <a:lnTo>
                    <a:pt x="19717" y="16002"/>
                  </a:lnTo>
                  <a:lnTo>
                    <a:pt x="19942" y="16161"/>
                  </a:lnTo>
                  <a:lnTo>
                    <a:pt x="20300" y="16319"/>
                  </a:lnTo>
                  <a:lnTo>
                    <a:pt x="20749" y="16424"/>
                  </a:lnTo>
                  <a:lnTo>
                    <a:pt x="20838" y="16424"/>
                  </a:lnTo>
                  <a:lnTo>
                    <a:pt x="20883" y="16372"/>
                  </a:lnTo>
                  <a:lnTo>
                    <a:pt x="20928" y="16266"/>
                  </a:lnTo>
                  <a:lnTo>
                    <a:pt x="20972" y="16161"/>
                  </a:lnTo>
                  <a:lnTo>
                    <a:pt x="20972" y="16056"/>
                  </a:lnTo>
                  <a:lnTo>
                    <a:pt x="20928" y="15949"/>
                  </a:lnTo>
                  <a:lnTo>
                    <a:pt x="20883" y="15897"/>
                  </a:lnTo>
                  <a:lnTo>
                    <a:pt x="20794" y="15844"/>
                  </a:lnTo>
                  <a:lnTo>
                    <a:pt x="20480" y="15791"/>
                  </a:lnTo>
                  <a:lnTo>
                    <a:pt x="20211" y="15686"/>
                  </a:lnTo>
                  <a:lnTo>
                    <a:pt x="19852" y="15579"/>
                  </a:lnTo>
                  <a:lnTo>
                    <a:pt x="20031" y="14894"/>
                  </a:lnTo>
                  <a:lnTo>
                    <a:pt x="20166" y="14154"/>
                  </a:lnTo>
                  <a:lnTo>
                    <a:pt x="20435" y="14312"/>
                  </a:lnTo>
                  <a:lnTo>
                    <a:pt x="20749" y="14365"/>
                  </a:lnTo>
                  <a:lnTo>
                    <a:pt x="20928" y="14417"/>
                  </a:lnTo>
                  <a:lnTo>
                    <a:pt x="21106" y="14417"/>
                  </a:lnTo>
                  <a:lnTo>
                    <a:pt x="21286" y="14365"/>
                  </a:lnTo>
                  <a:lnTo>
                    <a:pt x="21331" y="14259"/>
                  </a:lnTo>
                  <a:lnTo>
                    <a:pt x="21375" y="14154"/>
                  </a:lnTo>
                  <a:lnTo>
                    <a:pt x="21375" y="13995"/>
                  </a:lnTo>
                  <a:lnTo>
                    <a:pt x="21241" y="13890"/>
                  </a:lnTo>
                  <a:lnTo>
                    <a:pt x="21106" y="13837"/>
                  </a:lnTo>
                  <a:lnTo>
                    <a:pt x="20972" y="13784"/>
                  </a:lnTo>
                  <a:lnTo>
                    <a:pt x="20211" y="13679"/>
                  </a:lnTo>
                  <a:lnTo>
                    <a:pt x="20211" y="13625"/>
                  </a:lnTo>
                  <a:lnTo>
                    <a:pt x="20255" y="12939"/>
                  </a:lnTo>
                  <a:lnTo>
                    <a:pt x="20300" y="12253"/>
                  </a:lnTo>
                  <a:lnTo>
                    <a:pt x="20524" y="12358"/>
                  </a:lnTo>
                  <a:lnTo>
                    <a:pt x="20794" y="12412"/>
                  </a:lnTo>
                  <a:lnTo>
                    <a:pt x="21017" y="12464"/>
                  </a:lnTo>
                  <a:lnTo>
                    <a:pt x="21286" y="12412"/>
                  </a:lnTo>
                  <a:lnTo>
                    <a:pt x="21466" y="12358"/>
                  </a:lnTo>
                  <a:lnTo>
                    <a:pt x="21555" y="12253"/>
                  </a:lnTo>
                  <a:lnTo>
                    <a:pt x="21600" y="12147"/>
                  </a:lnTo>
                  <a:lnTo>
                    <a:pt x="21600" y="12042"/>
                  </a:lnTo>
                  <a:lnTo>
                    <a:pt x="21555" y="11935"/>
                  </a:lnTo>
                  <a:lnTo>
                    <a:pt x="21420" y="11830"/>
                  </a:lnTo>
                  <a:lnTo>
                    <a:pt x="21241" y="11830"/>
                  </a:lnTo>
                  <a:lnTo>
                    <a:pt x="20883" y="11883"/>
                  </a:lnTo>
                  <a:lnTo>
                    <a:pt x="20300" y="11830"/>
                  </a:lnTo>
                  <a:lnTo>
                    <a:pt x="20255" y="11250"/>
                  </a:lnTo>
                  <a:lnTo>
                    <a:pt x="20166" y="10668"/>
                  </a:lnTo>
                  <a:lnTo>
                    <a:pt x="20389" y="10722"/>
                  </a:lnTo>
                  <a:lnTo>
                    <a:pt x="20614" y="10722"/>
                  </a:lnTo>
                  <a:lnTo>
                    <a:pt x="20794" y="10668"/>
                  </a:lnTo>
                  <a:lnTo>
                    <a:pt x="21017" y="10563"/>
                  </a:lnTo>
                  <a:lnTo>
                    <a:pt x="21197" y="10457"/>
                  </a:lnTo>
                  <a:lnTo>
                    <a:pt x="21241" y="10352"/>
                  </a:lnTo>
                  <a:lnTo>
                    <a:pt x="21286" y="10246"/>
                  </a:lnTo>
                  <a:lnTo>
                    <a:pt x="21286" y="10088"/>
                  </a:lnTo>
                  <a:lnTo>
                    <a:pt x="21197" y="9982"/>
                  </a:lnTo>
                  <a:lnTo>
                    <a:pt x="21152" y="9930"/>
                  </a:lnTo>
                  <a:lnTo>
                    <a:pt x="20928" y="9930"/>
                  </a:lnTo>
                  <a:lnTo>
                    <a:pt x="20703" y="10035"/>
                  </a:lnTo>
                  <a:lnTo>
                    <a:pt x="20480" y="10088"/>
                  </a:lnTo>
                  <a:lnTo>
                    <a:pt x="20031" y="10193"/>
                  </a:lnTo>
                  <a:lnTo>
                    <a:pt x="19942" y="9930"/>
                  </a:lnTo>
                  <a:lnTo>
                    <a:pt x="19717" y="9348"/>
                  </a:lnTo>
                  <a:lnTo>
                    <a:pt x="20031" y="9243"/>
                  </a:lnTo>
                  <a:lnTo>
                    <a:pt x="20480" y="9031"/>
                  </a:lnTo>
                  <a:lnTo>
                    <a:pt x="20703" y="8926"/>
                  </a:lnTo>
                  <a:lnTo>
                    <a:pt x="20883" y="8768"/>
                  </a:lnTo>
                  <a:lnTo>
                    <a:pt x="20928" y="8715"/>
                  </a:lnTo>
                  <a:lnTo>
                    <a:pt x="20928" y="8503"/>
                  </a:lnTo>
                  <a:lnTo>
                    <a:pt x="20794" y="8398"/>
                  </a:lnTo>
                  <a:lnTo>
                    <a:pt x="20658" y="8345"/>
                  </a:lnTo>
                  <a:lnTo>
                    <a:pt x="20480" y="8398"/>
                  </a:lnTo>
                  <a:lnTo>
                    <a:pt x="20255" y="8503"/>
                  </a:lnTo>
                  <a:lnTo>
                    <a:pt x="19852" y="8768"/>
                  </a:lnTo>
                  <a:lnTo>
                    <a:pt x="19673" y="8873"/>
                  </a:lnTo>
                  <a:lnTo>
                    <a:pt x="19494" y="8978"/>
                  </a:lnTo>
                  <a:lnTo>
                    <a:pt x="19494" y="8873"/>
                  </a:lnTo>
                  <a:lnTo>
                    <a:pt x="19449" y="8873"/>
                  </a:lnTo>
                  <a:lnTo>
                    <a:pt x="19046" y="8345"/>
                  </a:lnTo>
                  <a:lnTo>
                    <a:pt x="19449" y="7923"/>
                  </a:lnTo>
                  <a:lnTo>
                    <a:pt x="19852" y="7448"/>
                  </a:lnTo>
                  <a:lnTo>
                    <a:pt x="19897" y="7341"/>
                  </a:lnTo>
                  <a:lnTo>
                    <a:pt x="19942" y="7183"/>
                  </a:lnTo>
                  <a:lnTo>
                    <a:pt x="19897" y="7078"/>
                  </a:lnTo>
                  <a:lnTo>
                    <a:pt x="19852" y="7024"/>
                  </a:lnTo>
                  <a:lnTo>
                    <a:pt x="19763" y="6919"/>
                  </a:lnTo>
                  <a:lnTo>
                    <a:pt x="19583" y="6919"/>
                  </a:lnTo>
                  <a:lnTo>
                    <a:pt x="19494" y="6971"/>
                  </a:lnTo>
                  <a:lnTo>
                    <a:pt x="19091" y="7499"/>
                  </a:lnTo>
                  <a:lnTo>
                    <a:pt x="18732" y="8028"/>
                  </a:lnTo>
                  <a:lnTo>
                    <a:pt x="18418" y="7764"/>
                  </a:lnTo>
                  <a:lnTo>
                    <a:pt x="18105" y="7553"/>
                  </a:lnTo>
                  <a:lnTo>
                    <a:pt x="17925" y="7448"/>
                  </a:lnTo>
                  <a:lnTo>
                    <a:pt x="18014" y="7236"/>
                  </a:lnTo>
                  <a:lnTo>
                    <a:pt x="18283" y="6708"/>
                  </a:lnTo>
                  <a:lnTo>
                    <a:pt x="18328" y="6603"/>
                  </a:lnTo>
                  <a:lnTo>
                    <a:pt x="18328" y="6496"/>
                  </a:lnTo>
                  <a:lnTo>
                    <a:pt x="18239" y="6338"/>
                  </a:lnTo>
                  <a:lnTo>
                    <a:pt x="18149" y="6286"/>
                  </a:lnTo>
                  <a:lnTo>
                    <a:pt x="18014" y="6286"/>
                  </a:lnTo>
                  <a:lnTo>
                    <a:pt x="17925" y="6391"/>
                  </a:lnTo>
                  <a:lnTo>
                    <a:pt x="17746" y="6654"/>
                  </a:lnTo>
                  <a:lnTo>
                    <a:pt x="17611" y="6971"/>
                  </a:lnTo>
                  <a:lnTo>
                    <a:pt x="17522" y="7236"/>
                  </a:lnTo>
                  <a:lnTo>
                    <a:pt x="17297" y="7183"/>
                  </a:lnTo>
                  <a:lnTo>
                    <a:pt x="17029" y="7183"/>
                  </a:lnTo>
                  <a:lnTo>
                    <a:pt x="16985" y="6813"/>
                  </a:lnTo>
                  <a:lnTo>
                    <a:pt x="16939" y="6444"/>
                  </a:lnTo>
                  <a:lnTo>
                    <a:pt x="16894" y="5704"/>
                  </a:lnTo>
                  <a:lnTo>
                    <a:pt x="16894" y="5599"/>
                  </a:lnTo>
                  <a:lnTo>
                    <a:pt x="16805" y="5546"/>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368" name="Google Shape;424;p8"/>
            <p:cNvSpPr/>
            <p:nvPr/>
          </p:nvSpPr>
          <p:spPr>
            <a:xfrm>
              <a:off x="47316" y="3536731"/>
              <a:ext cx="355383" cy="30687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183" y="1280"/>
                  </a:moveTo>
                  <a:lnTo>
                    <a:pt x="8700" y="1366"/>
                  </a:lnTo>
                  <a:lnTo>
                    <a:pt x="9214" y="1622"/>
                  </a:lnTo>
                  <a:lnTo>
                    <a:pt x="9731" y="1964"/>
                  </a:lnTo>
                  <a:lnTo>
                    <a:pt x="10099" y="2476"/>
                  </a:lnTo>
                  <a:lnTo>
                    <a:pt x="10322" y="2818"/>
                  </a:lnTo>
                  <a:lnTo>
                    <a:pt x="10468" y="3244"/>
                  </a:lnTo>
                  <a:lnTo>
                    <a:pt x="10543" y="3586"/>
                  </a:lnTo>
                  <a:lnTo>
                    <a:pt x="10615" y="4012"/>
                  </a:lnTo>
                  <a:lnTo>
                    <a:pt x="10615" y="4866"/>
                  </a:lnTo>
                  <a:lnTo>
                    <a:pt x="10543" y="5721"/>
                  </a:lnTo>
                  <a:lnTo>
                    <a:pt x="10468" y="6146"/>
                  </a:lnTo>
                  <a:lnTo>
                    <a:pt x="9435" y="4098"/>
                  </a:lnTo>
                  <a:lnTo>
                    <a:pt x="8183" y="1280"/>
                  </a:lnTo>
                  <a:close/>
                  <a:moveTo>
                    <a:pt x="2727" y="7001"/>
                  </a:moveTo>
                  <a:lnTo>
                    <a:pt x="3023" y="7599"/>
                  </a:lnTo>
                  <a:lnTo>
                    <a:pt x="3244" y="8281"/>
                  </a:lnTo>
                  <a:lnTo>
                    <a:pt x="3611" y="8965"/>
                  </a:lnTo>
                  <a:lnTo>
                    <a:pt x="2948" y="8793"/>
                  </a:lnTo>
                  <a:lnTo>
                    <a:pt x="2285" y="8709"/>
                  </a:lnTo>
                  <a:lnTo>
                    <a:pt x="2655" y="7257"/>
                  </a:lnTo>
                  <a:lnTo>
                    <a:pt x="2727" y="7001"/>
                  </a:lnTo>
                  <a:close/>
                  <a:moveTo>
                    <a:pt x="7667" y="1280"/>
                  </a:moveTo>
                  <a:lnTo>
                    <a:pt x="8183" y="2732"/>
                  </a:lnTo>
                  <a:lnTo>
                    <a:pt x="8700" y="4185"/>
                  </a:lnTo>
                  <a:lnTo>
                    <a:pt x="9435" y="5890"/>
                  </a:lnTo>
                  <a:lnTo>
                    <a:pt x="10247" y="7599"/>
                  </a:lnTo>
                  <a:lnTo>
                    <a:pt x="10026" y="8965"/>
                  </a:lnTo>
                  <a:lnTo>
                    <a:pt x="9510" y="7427"/>
                  </a:lnTo>
                  <a:lnTo>
                    <a:pt x="8993" y="5890"/>
                  </a:lnTo>
                  <a:lnTo>
                    <a:pt x="8551" y="4610"/>
                  </a:lnTo>
                  <a:lnTo>
                    <a:pt x="8109" y="3414"/>
                  </a:lnTo>
                  <a:lnTo>
                    <a:pt x="7520" y="2048"/>
                  </a:lnTo>
                  <a:lnTo>
                    <a:pt x="7150" y="1366"/>
                  </a:lnTo>
                  <a:lnTo>
                    <a:pt x="7667" y="1280"/>
                  </a:lnTo>
                  <a:close/>
                  <a:moveTo>
                    <a:pt x="3539" y="4012"/>
                  </a:moveTo>
                  <a:lnTo>
                    <a:pt x="3465" y="4185"/>
                  </a:lnTo>
                  <a:lnTo>
                    <a:pt x="3539" y="4524"/>
                  </a:lnTo>
                  <a:lnTo>
                    <a:pt x="3686" y="4697"/>
                  </a:lnTo>
                  <a:lnTo>
                    <a:pt x="3907" y="4780"/>
                  </a:lnTo>
                  <a:lnTo>
                    <a:pt x="4128" y="4780"/>
                  </a:lnTo>
                  <a:lnTo>
                    <a:pt x="4570" y="5890"/>
                  </a:lnTo>
                  <a:lnTo>
                    <a:pt x="4940" y="6915"/>
                  </a:lnTo>
                  <a:lnTo>
                    <a:pt x="6045" y="9733"/>
                  </a:lnTo>
                  <a:lnTo>
                    <a:pt x="6192" y="10075"/>
                  </a:lnTo>
                  <a:lnTo>
                    <a:pt x="5677" y="9903"/>
                  </a:lnTo>
                  <a:lnTo>
                    <a:pt x="4940" y="9477"/>
                  </a:lnTo>
                  <a:lnTo>
                    <a:pt x="4349" y="8709"/>
                  </a:lnTo>
                  <a:lnTo>
                    <a:pt x="3907" y="7855"/>
                  </a:lnTo>
                  <a:lnTo>
                    <a:pt x="3465" y="6831"/>
                  </a:lnTo>
                  <a:lnTo>
                    <a:pt x="3318" y="6319"/>
                  </a:lnTo>
                  <a:lnTo>
                    <a:pt x="3023" y="5804"/>
                  </a:lnTo>
                  <a:lnTo>
                    <a:pt x="3465" y="4098"/>
                  </a:lnTo>
                  <a:lnTo>
                    <a:pt x="3539" y="4012"/>
                  </a:lnTo>
                  <a:close/>
                  <a:moveTo>
                    <a:pt x="5233" y="2732"/>
                  </a:moveTo>
                  <a:lnTo>
                    <a:pt x="5456" y="3756"/>
                  </a:lnTo>
                  <a:lnTo>
                    <a:pt x="5750" y="4780"/>
                  </a:lnTo>
                  <a:lnTo>
                    <a:pt x="6487" y="6745"/>
                  </a:lnTo>
                  <a:lnTo>
                    <a:pt x="8035" y="10927"/>
                  </a:lnTo>
                  <a:lnTo>
                    <a:pt x="7299" y="10587"/>
                  </a:lnTo>
                  <a:lnTo>
                    <a:pt x="7078" y="10159"/>
                  </a:lnTo>
                  <a:lnTo>
                    <a:pt x="6634" y="9049"/>
                  </a:lnTo>
                  <a:lnTo>
                    <a:pt x="5750" y="6831"/>
                  </a:lnTo>
                  <a:lnTo>
                    <a:pt x="4570" y="4268"/>
                  </a:lnTo>
                  <a:lnTo>
                    <a:pt x="4644" y="3842"/>
                  </a:lnTo>
                  <a:lnTo>
                    <a:pt x="4865" y="3414"/>
                  </a:lnTo>
                  <a:lnTo>
                    <a:pt x="5233" y="2732"/>
                  </a:lnTo>
                  <a:close/>
                  <a:moveTo>
                    <a:pt x="6708" y="1536"/>
                  </a:moveTo>
                  <a:lnTo>
                    <a:pt x="6783" y="1792"/>
                  </a:lnTo>
                  <a:lnTo>
                    <a:pt x="7371" y="3414"/>
                  </a:lnTo>
                  <a:lnTo>
                    <a:pt x="7962" y="5036"/>
                  </a:lnTo>
                  <a:lnTo>
                    <a:pt x="8404" y="6489"/>
                  </a:lnTo>
                  <a:lnTo>
                    <a:pt x="8847" y="7941"/>
                  </a:lnTo>
                  <a:lnTo>
                    <a:pt x="9584" y="10843"/>
                  </a:lnTo>
                  <a:lnTo>
                    <a:pt x="9510" y="11183"/>
                  </a:lnTo>
                  <a:lnTo>
                    <a:pt x="9363" y="11183"/>
                  </a:lnTo>
                  <a:lnTo>
                    <a:pt x="9142" y="11269"/>
                  </a:lnTo>
                  <a:lnTo>
                    <a:pt x="7371" y="6915"/>
                  </a:lnTo>
                  <a:lnTo>
                    <a:pt x="6413" y="4610"/>
                  </a:lnTo>
                  <a:lnTo>
                    <a:pt x="5971" y="3500"/>
                  </a:lnTo>
                  <a:lnTo>
                    <a:pt x="5603" y="2306"/>
                  </a:lnTo>
                  <a:lnTo>
                    <a:pt x="6119" y="1878"/>
                  </a:lnTo>
                  <a:lnTo>
                    <a:pt x="6708" y="1536"/>
                  </a:lnTo>
                  <a:close/>
                  <a:moveTo>
                    <a:pt x="15481" y="11525"/>
                  </a:moveTo>
                  <a:lnTo>
                    <a:pt x="15997" y="12209"/>
                  </a:lnTo>
                  <a:lnTo>
                    <a:pt x="15850" y="12123"/>
                  </a:lnTo>
                  <a:lnTo>
                    <a:pt x="15259" y="12379"/>
                  </a:lnTo>
                  <a:lnTo>
                    <a:pt x="14671" y="12721"/>
                  </a:lnTo>
                  <a:lnTo>
                    <a:pt x="14450" y="12465"/>
                  </a:lnTo>
                  <a:lnTo>
                    <a:pt x="14229" y="12209"/>
                  </a:lnTo>
                  <a:lnTo>
                    <a:pt x="14817" y="11867"/>
                  </a:lnTo>
                  <a:lnTo>
                    <a:pt x="15481" y="11525"/>
                  </a:lnTo>
                  <a:close/>
                  <a:moveTo>
                    <a:pt x="16218" y="12465"/>
                  </a:moveTo>
                  <a:lnTo>
                    <a:pt x="16439" y="12721"/>
                  </a:lnTo>
                  <a:lnTo>
                    <a:pt x="15923" y="12977"/>
                  </a:lnTo>
                  <a:lnTo>
                    <a:pt x="16144" y="12635"/>
                  </a:lnTo>
                  <a:lnTo>
                    <a:pt x="16218" y="12465"/>
                  </a:lnTo>
                  <a:close/>
                  <a:moveTo>
                    <a:pt x="15185" y="13061"/>
                  </a:moveTo>
                  <a:lnTo>
                    <a:pt x="15038" y="13317"/>
                  </a:lnTo>
                  <a:lnTo>
                    <a:pt x="15038" y="13233"/>
                  </a:lnTo>
                  <a:lnTo>
                    <a:pt x="15185" y="13061"/>
                  </a:lnTo>
                  <a:close/>
                  <a:moveTo>
                    <a:pt x="16735" y="13147"/>
                  </a:moveTo>
                  <a:lnTo>
                    <a:pt x="16735" y="13233"/>
                  </a:lnTo>
                  <a:lnTo>
                    <a:pt x="15776" y="14343"/>
                  </a:lnTo>
                  <a:lnTo>
                    <a:pt x="15555" y="14001"/>
                  </a:lnTo>
                  <a:lnTo>
                    <a:pt x="16071" y="13489"/>
                  </a:lnTo>
                  <a:lnTo>
                    <a:pt x="16735" y="13147"/>
                  </a:lnTo>
                  <a:close/>
                  <a:moveTo>
                    <a:pt x="16956" y="13489"/>
                  </a:moveTo>
                  <a:lnTo>
                    <a:pt x="17251" y="14087"/>
                  </a:lnTo>
                  <a:lnTo>
                    <a:pt x="16365" y="14343"/>
                  </a:lnTo>
                  <a:lnTo>
                    <a:pt x="16956" y="13489"/>
                  </a:lnTo>
                  <a:close/>
                  <a:moveTo>
                    <a:pt x="16956" y="14769"/>
                  </a:moveTo>
                  <a:lnTo>
                    <a:pt x="16439" y="15537"/>
                  </a:lnTo>
                  <a:lnTo>
                    <a:pt x="16292" y="15111"/>
                  </a:lnTo>
                  <a:lnTo>
                    <a:pt x="16956" y="14769"/>
                  </a:lnTo>
                  <a:close/>
                  <a:moveTo>
                    <a:pt x="17619" y="14683"/>
                  </a:moveTo>
                  <a:lnTo>
                    <a:pt x="17766" y="14939"/>
                  </a:lnTo>
                  <a:lnTo>
                    <a:pt x="17177" y="15537"/>
                  </a:lnTo>
                  <a:lnTo>
                    <a:pt x="17619" y="14683"/>
                  </a:lnTo>
                  <a:close/>
                  <a:moveTo>
                    <a:pt x="18135" y="10927"/>
                  </a:moveTo>
                  <a:lnTo>
                    <a:pt x="18577" y="11013"/>
                  </a:lnTo>
                  <a:lnTo>
                    <a:pt x="19020" y="11183"/>
                  </a:lnTo>
                  <a:lnTo>
                    <a:pt x="19387" y="11439"/>
                  </a:lnTo>
                  <a:lnTo>
                    <a:pt x="19757" y="11781"/>
                  </a:lnTo>
                  <a:lnTo>
                    <a:pt x="19904" y="11867"/>
                  </a:lnTo>
                  <a:lnTo>
                    <a:pt x="19978" y="11867"/>
                  </a:lnTo>
                  <a:lnTo>
                    <a:pt x="20199" y="12123"/>
                  </a:lnTo>
                  <a:lnTo>
                    <a:pt x="20420" y="12635"/>
                  </a:lnTo>
                  <a:lnTo>
                    <a:pt x="20495" y="13147"/>
                  </a:lnTo>
                  <a:lnTo>
                    <a:pt x="20567" y="13659"/>
                  </a:lnTo>
                  <a:lnTo>
                    <a:pt x="20495" y="14171"/>
                  </a:lnTo>
                  <a:lnTo>
                    <a:pt x="20420" y="14769"/>
                  </a:lnTo>
                  <a:lnTo>
                    <a:pt x="20274" y="15281"/>
                  </a:lnTo>
                  <a:lnTo>
                    <a:pt x="19978" y="16305"/>
                  </a:lnTo>
                  <a:lnTo>
                    <a:pt x="19904" y="16478"/>
                  </a:lnTo>
                  <a:lnTo>
                    <a:pt x="19387" y="15537"/>
                  </a:lnTo>
                  <a:lnTo>
                    <a:pt x="18135" y="13573"/>
                  </a:lnTo>
                  <a:lnTo>
                    <a:pt x="17323" y="12293"/>
                  </a:lnTo>
                  <a:lnTo>
                    <a:pt x="16881" y="11695"/>
                  </a:lnTo>
                  <a:lnTo>
                    <a:pt x="16365" y="11269"/>
                  </a:lnTo>
                  <a:lnTo>
                    <a:pt x="17251" y="11013"/>
                  </a:lnTo>
                  <a:lnTo>
                    <a:pt x="17693" y="10927"/>
                  </a:lnTo>
                  <a:close/>
                  <a:moveTo>
                    <a:pt x="2138" y="9221"/>
                  </a:moveTo>
                  <a:lnTo>
                    <a:pt x="2727" y="9733"/>
                  </a:lnTo>
                  <a:lnTo>
                    <a:pt x="3318" y="10075"/>
                  </a:lnTo>
                  <a:lnTo>
                    <a:pt x="4719" y="10671"/>
                  </a:lnTo>
                  <a:lnTo>
                    <a:pt x="4940" y="10843"/>
                  </a:lnTo>
                  <a:lnTo>
                    <a:pt x="5012" y="10927"/>
                  </a:lnTo>
                  <a:lnTo>
                    <a:pt x="5161" y="11013"/>
                  </a:lnTo>
                  <a:lnTo>
                    <a:pt x="5308" y="10927"/>
                  </a:lnTo>
                  <a:lnTo>
                    <a:pt x="8700" y="12379"/>
                  </a:lnTo>
                  <a:lnTo>
                    <a:pt x="8700" y="12465"/>
                  </a:lnTo>
                  <a:lnTo>
                    <a:pt x="8626" y="12379"/>
                  </a:lnTo>
                  <a:lnTo>
                    <a:pt x="7814" y="12037"/>
                  </a:lnTo>
                  <a:lnTo>
                    <a:pt x="7446" y="11953"/>
                  </a:lnTo>
                  <a:lnTo>
                    <a:pt x="7004" y="11867"/>
                  </a:lnTo>
                  <a:lnTo>
                    <a:pt x="6929" y="11953"/>
                  </a:lnTo>
                  <a:lnTo>
                    <a:pt x="6855" y="12037"/>
                  </a:lnTo>
                  <a:lnTo>
                    <a:pt x="6929" y="12209"/>
                  </a:lnTo>
                  <a:lnTo>
                    <a:pt x="7225" y="12549"/>
                  </a:lnTo>
                  <a:lnTo>
                    <a:pt x="7741" y="12891"/>
                  </a:lnTo>
                  <a:lnTo>
                    <a:pt x="8256" y="13233"/>
                  </a:lnTo>
                  <a:lnTo>
                    <a:pt x="8847" y="13403"/>
                  </a:lnTo>
                  <a:lnTo>
                    <a:pt x="8772" y="13745"/>
                  </a:lnTo>
                  <a:lnTo>
                    <a:pt x="8109" y="13745"/>
                  </a:lnTo>
                  <a:lnTo>
                    <a:pt x="7520" y="13659"/>
                  </a:lnTo>
                  <a:lnTo>
                    <a:pt x="6855" y="13403"/>
                  </a:lnTo>
                  <a:lnTo>
                    <a:pt x="6487" y="13233"/>
                  </a:lnTo>
                  <a:lnTo>
                    <a:pt x="6413" y="13061"/>
                  </a:lnTo>
                  <a:lnTo>
                    <a:pt x="6341" y="12977"/>
                  </a:lnTo>
                  <a:lnTo>
                    <a:pt x="6266" y="12891"/>
                  </a:lnTo>
                  <a:lnTo>
                    <a:pt x="6192" y="12805"/>
                  </a:lnTo>
                  <a:lnTo>
                    <a:pt x="6119" y="12805"/>
                  </a:lnTo>
                  <a:lnTo>
                    <a:pt x="6045" y="12891"/>
                  </a:lnTo>
                  <a:lnTo>
                    <a:pt x="5971" y="13147"/>
                  </a:lnTo>
                  <a:lnTo>
                    <a:pt x="5971" y="13317"/>
                  </a:lnTo>
                  <a:lnTo>
                    <a:pt x="6045" y="13489"/>
                  </a:lnTo>
                  <a:lnTo>
                    <a:pt x="6119" y="13659"/>
                  </a:lnTo>
                  <a:lnTo>
                    <a:pt x="6413" y="14001"/>
                  </a:lnTo>
                  <a:lnTo>
                    <a:pt x="6708" y="14257"/>
                  </a:lnTo>
                  <a:lnTo>
                    <a:pt x="7078" y="14427"/>
                  </a:lnTo>
                  <a:lnTo>
                    <a:pt x="7520" y="14599"/>
                  </a:lnTo>
                  <a:lnTo>
                    <a:pt x="7962" y="14683"/>
                  </a:lnTo>
                  <a:lnTo>
                    <a:pt x="8404" y="14683"/>
                  </a:lnTo>
                  <a:lnTo>
                    <a:pt x="7962" y="15537"/>
                  </a:lnTo>
                  <a:lnTo>
                    <a:pt x="7520" y="15367"/>
                  </a:lnTo>
                  <a:lnTo>
                    <a:pt x="6487" y="15025"/>
                  </a:lnTo>
                  <a:lnTo>
                    <a:pt x="5971" y="14939"/>
                  </a:lnTo>
                  <a:lnTo>
                    <a:pt x="5456" y="14855"/>
                  </a:lnTo>
                  <a:lnTo>
                    <a:pt x="5308" y="14855"/>
                  </a:lnTo>
                  <a:lnTo>
                    <a:pt x="5308" y="15111"/>
                  </a:lnTo>
                  <a:lnTo>
                    <a:pt x="5382" y="15195"/>
                  </a:lnTo>
                  <a:lnTo>
                    <a:pt x="5750" y="15537"/>
                  </a:lnTo>
                  <a:lnTo>
                    <a:pt x="6192" y="15793"/>
                  </a:lnTo>
                  <a:lnTo>
                    <a:pt x="7078" y="16222"/>
                  </a:lnTo>
                  <a:lnTo>
                    <a:pt x="7520" y="16478"/>
                  </a:lnTo>
                  <a:lnTo>
                    <a:pt x="7299" y="16817"/>
                  </a:lnTo>
                  <a:lnTo>
                    <a:pt x="7078" y="17073"/>
                  </a:lnTo>
                  <a:lnTo>
                    <a:pt x="5898" y="16478"/>
                  </a:lnTo>
                  <a:lnTo>
                    <a:pt x="4644" y="15879"/>
                  </a:lnTo>
                  <a:lnTo>
                    <a:pt x="4498" y="15879"/>
                  </a:lnTo>
                  <a:lnTo>
                    <a:pt x="4423" y="15966"/>
                  </a:lnTo>
                  <a:lnTo>
                    <a:pt x="4423" y="16222"/>
                  </a:lnTo>
                  <a:lnTo>
                    <a:pt x="4940" y="16734"/>
                  </a:lnTo>
                  <a:lnTo>
                    <a:pt x="5382" y="17246"/>
                  </a:lnTo>
                  <a:lnTo>
                    <a:pt x="5971" y="17588"/>
                  </a:lnTo>
                  <a:lnTo>
                    <a:pt x="6562" y="17927"/>
                  </a:lnTo>
                  <a:lnTo>
                    <a:pt x="5971" y="18526"/>
                  </a:lnTo>
                  <a:lnTo>
                    <a:pt x="5308" y="18526"/>
                  </a:lnTo>
                  <a:lnTo>
                    <a:pt x="4644" y="18356"/>
                  </a:lnTo>
                  <a:lnTo>
                    <a:pt x="3981" y="18100"/>
                  </a:lnTo>
                  <a:lnTo>
                    <a:pt x="3760" y="18100"/>
                  </a:lnTo>
                  <a:lnTo>
                    <a:pt x="3686" y="18183"/>
                  </a:lnTo>
                  <a:lnTo>
                    <a:pt x="3611" y="18270"/>
                  </a:lnTo>
                  <a:lnTo>
                    <a:pt x="3611" y="18439"/>
                  </a:lnTo>
                  <a:lnTo>
                    <a:pt x="3686" y="18782"/>
                  </a:lnTo>
                  <a:lnTo>
                    <a:pt x="3907" y="18951"/>
                  </a:lnTo>
                  <a:lnTo>
                    <a:pt x="4202" y="19124"/>
                  </a:lnTo>
                  <a:lnTo>
                    <a:pt x="4498" y="19294"/>
                  </a:lnTo>
                  <a:lnTo>
                    <a:pt x="4719" y="19380"/>
                  </a:lnTo>
                  <a:lnTo>
                    <a:pt x="4349" y="19466"/>
                  </a:lnTo>
                  <a:lnTo>
                    <a:pt x="3907" y="19466"/>
                  </a:lnTo>
                  <a:lnTo>
                    <a:pt x="3539" y="19380"/>
                  </a:lnTo>
                  <a:lnTo>
                    <a:pt x="3097" y="19207"/>
                  </a:lnTo>
                  <a:lnTo>
                    <a:pt x="2506" y="18782"/>
                  </a:lnTo>
                  <a:lnTo>
                    <a:pt x="2064" y="18270"/>
                  </a:lnTo>
                  <a:lnTo>
                    <a:pt x="1696" y="17671"/>
                  </a:lnTo>
                  <a:lnTo>
                    <a:pt x="1401" y="16990"/>
                  </a:lnTo>
                  <a:lnTo>
                    <a:pt x="1254" y="16222"/>
                  </a:lnTo>
                  <a:lnTo>
                    <a:pt x="1105" y="15537"/>
                  </a:lnTo>
                  <a:lnTo>
                    <a:pt x="1105" y="14001"/>
                  </a:lnTo>
                  <a:lnTo>
                    <a:pt x="1254" y="12805"/>
                  </a:lnTo>
                  <a:lnTo>
                    <a:pt x="1475" y="11611"/>
                  </a:lnTo>
                  <a:lnTo>
                    <a:pt x="2138" y="9221"/>
                  </a:lnTo>
                  <a:close/>
                  <a:moveTo>
                    <a:pt x="13638" y="12635"/>
                  </a:moveTo>
                  <a:lnTo>
                    <a:pt x="13786" y="13147"/>
                  </a:lnTo>
                  <a:lnTo>
                    <a:pt x="14007" y="13573"/>
                  </a:lnTo>
                  <a:lnTo>
                    <a:pt x="14080" y="13745"/>
                  </a:lnTo>
                  <a:lnTo>
                    <a:pt x="14154" y="13915"/>
                  </a:lnTo>
                  <a:lnTo>
                    <a:pt x="14301" y="14001"/>
                  </a:lnTo>
                  <a:lnTo>
                    <a:pt x="15702" y="16305"/>
                  </a:lnTo>
                  <a:lnTo>
                    <a:pt x="16365" y="17502"/>
                  </a:lnTo>
                  <a:lnTo>
                    <a:pt x="16365" y="18014"/>
                  </a:lnTo>
                  <a:lnTo>
                    <a:pt x="16514" y="18183"/>
                  </a:lnTo>
                  <a:lnTo>
                    <a:pt x="16660" y="18270"/>
                  </a:lnTo>
                  <a:lnTo>
                    <a:pt x="16807" y="18270"/>
                  </a:lnTo>
                  <a:lnTo>
                    <a:pt x="16881" y="18183"/>
                  </a:lnTo>
                  <a:lnTo>
                    <a:pt x="17102" y="18356"/>
                  </a:lnTo>
                  <a:lnTo>
                    <a:pt x="17251" y="18439"/>
                  </a:lnTo>
                  <a:lnTo>
                    <a:pt x="17472" y="18526"/>
                  </a:lnTo>
                  <a:lnTo>
                    <a:pt x="17619" y="18439"/>
                  </a:lnTo>
                  <a:lnTo>
                    <a:pt x="17840" y="18612"/>
                  </a:lnTo>
                  <a:lnTo>
                    <a:pt x="18061" y="18612"/>
                  </a:lnTo>
                  <a:lnTo>
                    <a:pt x="18208" y="18695"/>
                  </a:lnTo>
                  <a:lnTo>
                    <a:pt x="18356" y="18612"/>
                  </a:lnTo>
                  <a:lnTo>
                    <a:pt x="18503" y="18439"/>
                  </a:lnTo>
                  <a:lnTo>
                    <a:pt x="18503" y="18014"/>
                  </a:lnTo>
                  <a:lnTo>
                    <a:pt x="18356" y="17844"/>
                  </a:lnTo>
                  <a:lnTo>
                    <a:pt x="18429" y="17588"/>
                  </a:lnTo>
                  <a:lnTo>
                    <a:pt x="18503" y="17415"/>
                  </a:lnTo>
                  <a:lnTo>
                    <a:pt x="18577" y="17246"/>
                  </a:lnTo>
                  <a:lnTo>
                    <a:pt x="18577" y="17159"/>
                  </a:lnTo>
                  <a:lnTo>
                    <a:pt x="18503" y="16990"/>
                  </a:lnTo>
                  <a:lnTo>
                    <a:pt x="18429" y="16903"/>
                  </a:lnTo>
                  <a:lnTo>
                    <a:pt x="18356" y="16817"/>
                  </a:lnTo>
                  <a:lnTo>
                    <a:pt x="18061" y="16817"/>
                  </a:lnTo>
                  <a:lnTo>
                    <a:pt x="17472" y="17073"/>
                  </a:lnTo>
                  <a:lnTo>
                    <a:pt x="17472" y="16990"/>
                  </a:lnTo>
                  <a:lnTo>
                    <a:pt x="17840" y="16647"/>
                  </a:lnTo>
                  <a:lnTo>
                    <a:pt x="18208" y="16222"/>
                  </a:lnTo>
                  <a:lnTo>
                    <a:pt x="18356" y="15966"/>
                  </a:lnTo>
                  <a:lnTo>
                    <a:pt x="18577" y="16391"/>
                  </a:lnTo>
                  <a:lnTo>
                    <a:pt x="19094" y="17329"/>
                  </a:lnTo>
                  <a:lnTo>
                    <a:pt x="19166" y="17671"/>
                  </a:lnTo>
                  <a:lnTo>
                    <a:pt x="18724" y="18356"/>
                  </a:lnTo>
                  <a:lnTo>
                    <a:pt x="18135" y="18951"/>
                  </a:lnTo>
                  <a:lnTo>
                    <a:pt x="17544" y="19466"/>
                  </a:lnTo>
                  <a:lnTo>
                    <a:pt x="16881" y="19892"/>
                  </a:lnTo>
                  <a:lnTo>
                    <a:pt x="16218" y="20148"/>
                  </a:lnTo>
                  <a:lnTo>
                    <a:pt x="15481" y="20234"/>
                  </a:lnTo>
                  <a:lnTo>
                    <a:pt x="15113" y="20234"/>
                  </a:lnTo>
                  <a:lnTo>
                    <a:pt x="14817" y="20148"/>
                  </a:lnTo>
                  <a:lnTo>
                    <a:pt x="14450" y="20062"/>
                  </a:lnTo>
                  <a:lnTo>
                    <a:pt x="14080" y="19892"/>
                  </a:lnTo>
                  <a:lnTo>
                    <a:pt x="13712" y="19636"/>
                  </a:lnTo>
                  <a:lnTo>
                    <a:pt x="13417" y="19294"/>
                  </a:lnTo>
                  <a:lnTo>
                    <a:pt x="12900" y="18612"/>
                  </a:lnTo>
                  <a:lnTo>
                    <a:pt x="12458" y="17844"/>
                  </a:lnTo>
                  <a:lnTo>
                    <a:pt x="12165" y="16990"/>
                  </a:lnTo>
                  <a:lnTo>
                    <a:pt x="12090" y="16049"/>
                  </a:lnTo>
                  <a:lnTo>
                    <a:pt x="12090" y="15537"/>
                  </a:lnTo>
                  <a:lnTo>
                    <a:pt x="12165" y="15111"/>
                  </a:lnTo>
                  <a:lnTo>
                    <a:pt x="12237" y="14683"/>
                  </a:lnTo>
                  <a:lnTo>
                    <a:pt x="12386" y="14257"/>
                  </a:lnTo>
                  <a:lnTo>
                    <a:pt x="12607" y="13831"/>
                  </a:lnTo>
                  <a:lnTo>
                    <a:pt x="12828" y="13403"/>
                  </a:lnTo>
                  <a:lnTo>
                    <a:pt x="13196" y="12977"/>
                  </a:lnTo>
                  <a:lnTo>
                    <a:pt x="13638" y="12635"/>
                  </a:lnTo>
                  <a:close/>
                  <a:moveTo>
                    <a:pt x="7741" y="0"/>
                  </a:moveTo>
                  <a:lnTo>
                    <a:pt x="7078" y="86"/>
                  </a:lnTo>
                  <a:lnTo>
                    <a:pt x="6413" y="256"/>
                  </a:lnTo>
                  <a:lnTo>
                    <a:pt x="5824" y="598"/>
                  </a:lnTo>
                  <a:lnTo>
                    <a:pt x="5233" y="1024"/>
                  </a:lnTo>
                  <a:lnTo>
                    <a:pt x="4719" y="1536"/>
                  </a:lnTo>
                  <a:lnTo>
                    <a:pt x="4202" y="1536"/>
                  </a:lnTo>
                  <a:lnTo>
                    <a:pt x="3760" y="1708"/>
                  </a:lnTo>
                  <a:lnTo>
                    <a:pt x="3390" y="2048"/>
                  </a:lnTo>
                  <a:lnTo>
                    <a:pt x="3097" y="2476"/>
                  </a:lnTo>
                  <a:lnTo>
                    <a:pt x="2801" y="2988"/>
                  </a:lnTo>
                  <a:lnTo>
                    <a:pt x="2655" y="3500"/>
                  </a:lnTo>
                  <a:lnTo>
                    <a:pt x="2285" y="4524"/>
                  </a:lnTo>
                  <a:lnTo>
                    <a:pt x="1326" y="8197"/>
                  </a:lnTo>
                  <a:lnTo>
                    <a:pt x="812" y="9989"/>
                  </a:lnTo>
                  <a:lnTo>
                    <a:pt x="368" y="11781"/>
                  </a:lnTo>
                  <a:lnTo>
                    <a:pt x="74" y="13403"/>
                  </a:lnTo>
                  <a:lnTo>
                    <a:pt x="0" y="14257"/>
                  </a:lnTo>
                  <a:lnTo>
                    <a:pt x="0" y="15793"/>
                  </a:lnTo>
                  <a:lnTo>
                    <a:pt x="147" y="16647"/>
                  </a:lnTo>
                  <a:lnTo>
                    <a:pt x="368" y="17415"/>
                  </a:lnTo>
                  <a:lnTo>
                    <a:pt x="663" y="18183"/>
                  </a:lnTo>
                  <a:lnTo>
                    <a:pt x="959" y="18695"/>
                  </a:lnTo>
                  <a:lnTo>
                    <a:pt x="1326" y="19207"/>
                  </a:lnTo>
                  <a:lnTo>
                    <a:pt x="1769" y="19722"/>
                  </a:lnTo>
                  <a:lnTo>
                    <a:pt x="2213" y="20148"/>
                  </a:lnTo>
                  <a:lnTo>
                    <a:pt x="2727" y="20404"/>
                  </a:lnTo>
                  <a:lnTo>
                    <a:pt x="3318" y="20660"/>
                  </a:lnTo>
                  <a:lnTo>
                    <a:pt x="3834" y="20746"/>
                  </a:lnTo>
                  <a:lnTo>
                    <a:pt x="4423" y="20830"/>
                  </a:lnTo>
                  <a:lnTo>
                    <a:pt x="4940" y="20746"/>
                  </a:lnTo>
                  <a:lnTo>
                    <a:pt x="5382" y="20574"/>
                  </a:lnTo>
                  <a:lnTo>
                    <a:pt x="5824" y="20318"/>
                  </a:lnTo>
                  <a:lnTo>
                    <a:pt x="6192" y="20062"/>
                  </a:lnTo>
                  <a:lnTo>
                    <a:pt x="6929" y="19294"/>
                  </a:lnTo>
                  <a:lnTo>
                    <a:pt x="7593" y="18439"/>
                  </a:lnTo>
                  <a:lnTo>
                    <a:pt x="7667" y="18526"/>
                  </a:lnTo>
                  <a:lnTo>
                    <a:pt x="7888" y="18526"/>
                  </a:lnTo>
                  <a:lnTo>
                    <a:pt x="8109" y="18356"/>
                  </a:lnTo>
                  <a:lnTo>
                    <a:pt x="8256" y="18183"/>
                  </a:lnTo>
                  <a:lnTo>
                    <a:pt x="8256" y="18014"/>
                  </a:lnTo>
                  <a:lnTo>
                    <a:pt x="8183" y="17671"/>
                  </a:lnTo>
                  <a:lnTo>
                    <a:pt x="8404" y="17329"/>
                  </a:lnTo>
                  <a:lnTo>
                    <a:pt x="9068" y="16049"/>
                  </a:lnTo>
                  <a:lnTo>
                    <a:pt x="9584" y="14683"/>
                  </a:lnTo>
                  <a:lnTo>
                    <a:pt x="10099" y="13317"/>
                  </a:lnTo>
                  <a:lnTo>
                    <a:pt x="10468" y="11867"/>
                  </a:lnTo>
                  <a:lnTo>
                    <a:pt x="10543" y="11781"/>
                  </a:lnTo>
                  <a:lnTo>
                    <a:pt x="10615" y="11611"/>
                  </a:lnTo>
                  <a:lnTo>
                    <a:pt x="10615" y="11439"/>
                  </a:lnTo>
                  <a:lnTo>
                    <a:pt x="10985" y="9989"/>
                  </a:lnTo>
                  <a:lnTo>
                    <a:pt x="11278" y="8453"/>
                  </a:lnTo>
                  <a:lnTo>
                    <a:pt x="11499" y="6915"/>
                  </a:lnTo>
                  <a:lnTo>
                    <a:pt x="11648" y="5378"/>
                  </a:lnTo>
                  <a:lnTo>
                    <a:pt x="11720" y="4610"/>
                  </a:lnTo>
                  <a:lnTo>
                    <a:pt x="11648" y="3842"/>
                  </a:lnTo>
                  <a:lnTo>
                    <a:pt x="11574" y="3158"/>
                  </a:lnTo>
                  <a:lnTo>
                    <a:pt x="11353" y="2476"/>
                  </a:lnTo>
                  <a:lnTo>
                    <a:pt x="11132" y="1878"/>
                  </a:lnTo>
                  <a:lnTo>
                    <a:pt x="10764" y="1366"/>
                  </a:lnTo>
                  <a:lnTo>
                    <a:pt x="10247" y="854"/>
                  </a:lnTo>
                  <a:lnTo>
                    <a:pt x="9731" y="428"/>
                  </a:lnTo>
                  <a:lnTo>
                    <a:pt x="9068" y="170"/>
                  </a:lnTo>
                  <a:lnTo>
                    <a:pt x="8404" y="0"/>
                  </a:lnTo>
                  <a:close/>
                  <a:moveTo>
                    <a:pt x="17544" y="9221"/>
                  </a:moveTo>
                  <a:lnTo>
                    <a:pt x="17251" y="9477"/>
                  </a:lnTo>
                  <a:lnTo>
                    <a:pt x="16956" y="9733"/>
                  </a:lnTo>
                  <a:lnTo>
                    <a:pt x="16735" y="10075"/>
                  </a:lnTo>
                  <a:lnTo>
                    <a:pt x="15850" y="10331"/>
                  </a:lnTo>
                  <a:lnTo>
                    <a:pt x="14743" y="10671"/>
                  </a:lnTo>
                  <a:lnTo>
                    <a:pt x="13638" y="11269"/>
                  </a:lnTo>
                  <a:lnTo>
                    <a:pt x="13196" y="11611"/>
                  </a:lnTo>
                  <a:lnTo>
                    <a:pt x="12679" y="12037"/>
                  </a:lnTo>
                  <a:lnTo>
                    <a:pt x="12237" y="12465"/>
                  </a:lnTo>
                  <a:lnTo>
                    <a:pt x="11869" y="12977"/>
                  </a:lnTo>
                  <a:lnTo>
                    <a:pt x="11574" y="13489"/>
                  </a:lnTo>
                  <a:lnTo>
                    <a:pt x="11278" y="14087"/>
                  </a:lnTo>
                  <a:lnTo>
                    <a:pt x="11132" y="14683"/>
                  </a:lnTo>
                  <a:lnTo>
                    <a:pt x="11057" y="15367"/>
                  </a:lnTo>
                  <a:lnTo>
                    <a:pt x="10985" y="15966"/>
                  </a:lnTo>
                  <a:lnTo>
                    <a:pt x="11057" y="16561"/>
                  </a:lnTo>
                  <a:lnTo>
                    <a:pt x="11132" y="17159"/>
                  </a:lnTo>
                  <a:lnTo>
                    <a:pt x="11278" y="17758"/>
                  </a:lnTo>
                  <a:lnTo>
                    <a:pt x="11499" y="18356"/>
                  </a:lnTo>
                  <a:lnTo>
                    <a:pt x="11795" y="18868"/>
                  </a:lnTo>
                  <a:lnTo>
                    <a:pt x="12090" y="19380"/>
                  </a:lnTo>
                  <a:lnTo>
                    <a:pt x="12458" y="19892"/>
                  </a:lnTo>
                  <a:lnTo>
                    <a:pt x="12900" y="20318"/>
                  </a:lnTo>
                  <a:lnTo>
                    <a:pt x="13342" y="20746"/>
                  </a:lnTo>
                  <a:lnTo>
                    <a:pt x="13786" y="21086"/>
                  </a:lnTo>
                  <a:lnTo>
                    <a:pt x="14301" y="21342"/>
                  </a:lnTo>
                  <a:lnTo>
                    <a:pt x="14892" y="21514"/>
                  </a:lnTo>
                  <a:lnTo>
                    <a:pt x="15481" y="21600"/>
                  </a:lnTo>
                  <a:lnTo>
                    <a:pt x="16144" y="21514"/>
                  </a:lnTo>
                  <a:lnTo>
                    <a:pt x="16735" y="21342"/>
                  </a:lnTo>
                  <a:lnTo>
                    <a:pt x="17323" y="21002"/>
                  </a:lnTo>
                  <a:lnTo>
                    <a:pt x="17840" y="20660"/>
                  </a:lnTo>
                  <a:lnTo>
                    <a:pt x="18873" y="19892"/>
                  </a:lnTo>
                  <a:lnTo>
                    <a:pt x="19315" y="19466"/>
                  </a:lnTo>
                  <a:lnTo>
                    <a:pt x="19683" y="18951"/>
                  </a:lnTo>
                  <a:lnTo>
                    <a:pt x="20051" y="18439"/>
                  </a:lnTo>
                  <a:lnTo>
                    <a:pt x="20420" y="17927"/>
                  </a:lnTo>
                  <a:lnTo>
                    <a:pt x="20937" y="16734"/>
                  </a:lnTo>
                  <a:lnTo>
                    <a:pt x="21379" y="15537"/>
                  </a:lnTo>
                  <a:lnTo>
                    <a:pt x="21526" y="14769"/>
                  </a:lnTo>
                  <a:lnTo>
                    <a:pt x="21600" y="14087"/>
                  </a:lnTo>
                  <a:lnTo>
                    <a:pt x="21600" y="13317"/>
                  </a:lnTo>
                  <a:lnTo>
                    <a:pt x="21526" y="12721"/>
                  </a:lnTo>
                  <a:lnTo>
                    <a:pt x="21305" y="12037"/>
                  </a:lnTo>
                  <a:lnTo>
                    <a:pt x="21009" y="11439"/>
                  </a:lnTo>
                  <a:lnTo>
                    <a:pt x="20641" y="10843"/>
                  </a:lnTo>
                  <a:lnTo>
                    <a:pt x="20199" y="10331"/>
                  </a:lnTo>
                  <a:lnTo>
                    <a:pt x="19683" y="9903"/>
                  </a:lnTo>
                  <a:lnTo>
                    <a:pt x="19166" y="9561"/>
                  </a:lnTo>
                  <a:lnTo>
                    <a:pt x="18577" y="9305"/>
                  </a:lnTo>
                  <a:lnTo>
                    <a:pt x="17987" y="9221"/>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369" name="Google Shape;425;p8"/>
            <p:cNvSpPr/>
            <p:nvPr/>
          </p:nvSpPr>
          <p:spPr>
            <a:xfrm>
              <a:off x="477888" y="4452466"/>
              <a:ext cx="559130" cy="3953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603" y="16167"/>
                  </a:moveTo>
                  <a:lnTo>
                    <a:pt x="15369" y="16432"/>
                  </a:lnTo>
                  <a:lnTo>
                    <a:pt x="15134" y="16696"/>
                  </a:lnTo>
                  <a:lnTo>
                    <a:pt x="14572" y="17227"/>
                  </a:lnTo>
                  <a:lnTo>
                    <a:pt x="14057" y="17492"/>
                  </a:lnTo>
                  <a:lnTo>
                    <a:pt x="13588" y="17823"/>
                  </a:lnTo>
                  <a:lnTo>
                    <a:pt x="12932" y="18154"/>
                  </a:lnTo>
                  <a:lnTo>
                    <a:pt x="12744" y="18287"/>
                  </a:lnTo>
                  <a:lnTo>
                    <a:pt x="12510" y="18352"/>
                  </a:lnTo>
                  <a:lnTo>
                    <a:pt x="12651" y="18022"/>
                  </a:lnTo>
                  <a:lnTo>
                    <a:pt x="12839" y="17691"/>
                  </a:lnTo>
                  <a:lnTo>
                    <a:pt x="13213" y="17624"/>
                  </a:lnTo>
                  <a:lnTo>
                    <a:pt x="13541" y="17426"/>
                  </a:lnTo>
                  <a:lnTo>
                    <a:pt x="13869" y="17227"/>
                  </a:lnTo>
                  <a:lnTo>
                    <a:pt x="14198" y="16895"/>
                  </a:lnTo>
                  <a:lnTo>
                    <a:pt x="14479" y="16564"/>
                  </a:lnTo>
                  <a:lnTo>
                    <a:pt x="14525" y="16365"/>
                  </a:lnTo>
                  <a:lnTo>
                    <a:pt x="14619" y="16365"/>
                  </a:lnTo>
                  <a:lnTo>
                    <a:pt x="14665" y="16298"/>
                  </a:lnTo>
                  <a:lnTo>
                    <a:pt x="15134" y="16167"/>
                  </a:lnTo>
                  <a:close/>
                  <a:moveTo>
                    <a:pt x="16119" y="16233"/>
                  </a:moveTo>
                  <a:lnTo>
                    <a:pt x="16400" y="16365"/>
                  </a:lnTo>
                  <a:lnTo>
                    <a:pt x="16400" y="16564"/>
                  </a:lnTo>
                  <a:lnTo>
                    <a:pt x="15603" y="17492"/>
                  </a:lnTo>
                  <a:lnTo>
                    <a:pt x="14713" y="18287"/>
                  </a:lnTo>
                  <a:lnTo>
                    <a:pt x="14198" y="18685"/>
                  </a:lnTo>
                  <a:lnTo>
                    <a:pt x="13682" y="19015"/>
                  </a:lnTo>
                  <a:lnTo>
                    <a:pt x="13167" y="19348"/>
                  </a:lnTo>
                  <a:lnTo>
                    <a:pt x="12651" y="19745"/>
                  </a:lnTo>
                  <a:lnTo>
                    <a:pt x="12558" y="19546"/>
                  </a:lnTo>
                  <a:lnTo>
                    <a:pt x="12510" y="19348"/>
                  </a:lnTo>
                  <a:lnTo>
                    <a:pt x="12463" y="18883"/>
                  </a:lnTo>
                  <a:lnTo>
                    <a:pt x="12651" y="18883"/>
                  </a:lnTo>
                  <a:lnTo>
                    <a:pt x="12839" y="18750"/>
                  </a:lnTo>
                  <a:lnTo>
                    <a:pt x="13213" y="18551"/>
                  </a:lnTo>
                  <a:lnTo>
                    <a:pt x="14150" y="18089"/>
                  </a:lnTo>
                  <a:lnTo>
                    <a:pt x="14665" y="17756"/>
                  </a:lnTo>
                  <a:lnTo>
                    <a:pt x="15229" y="17359"/>
                  </a:lnTo>
                  <a:lnTo>
                    <a:pt x="15696" y="16830"/>
                  </a:lnTo>
                  <a:lnTo>
                    <a:pt x="15884" y="16564"/>
                  </a:lnTo>
                  <a:lnTo>
                    <a:pt x="16119" y="16233"/>
                  </a:lnTo>
                  <a:close/>
                  <a:moveTo>
                    <a:pt x="12089" y="927"/>
                  </a:moveTo>
                  <a:lnTo>
                    <a:pt x="12417" y="993"/>
                  </a:lnTo>
                  <a:lnTo>
                    <a:pt x="12698" y="1060"/>
                  </a:lnTo>
                  <a:lnTo>
                    <a:pt x="12979" y="1192"/>
                  </a:lnTo>
                  <a:lnTo>
                    <a:pt x="13213" y="1391"/>
                  </a:lnTo>
                  <a:lnTo>
                    <a:pt x="13401" y="1656"/>
                  </a:lnTo>
                  <a:lnTo>
                    <a:pt x="13494" y="1987"/>
                  </a:lnTo>
                  <a:lnTo>
                    <a:pt x="13541" y="1987"/>
                  </a:lnTo>
                  <a:lnTo>
                    <a:pt x="13448" y="2186"/>
                  </a:lnTo>
                  <a:lnTo>
                    <a:pt x="13448" y="2384"/>
                  </a:lnTo>
                  <a:lnTo>
                    <a:pt x="13494" y="2915"/>
                  </a:lnTo>
                  <a:lnTo>
                    <a:pt x="13588" y="3378"/>
                  </a:lnTo>
                  <a:lnTo>
                    <a:pt x="13729" y="3775"/>
                  </a:lnTo>
                  <a:lnTo>
                    <a:pt x="13963" y="4239"/>
                  </a:lnTo>
                  <a:lnTo>
                    <a:pt x="14057" y="4505"/>
                  </a:lnTo>
                  <a:lnTo>
                    <a:pt x="14103" y="4836"/>
                  </a:lnTo>
                  <a:lnTo>
                    <a:pt x="14103" y="4969"/>
                  </a:lnTo>
                  <a:lnTo>
                    <a:pt x="14057" y="5034"/>
                  </a:lnTo>
                  <a:lnTo>
                    <a:pt x="13963" y="5034"/>
                  </a:lnTo>
                  <a:lnTo>
                    <a:pt x="13869" y="4969"/>
                  </a:lnTo>
                  <a:lnTo>
                    <a:pt x="13775" y="4770"/>
                  </a:lnTo>
                  <a:lnTo>
                    <a:pt x="13634" y="4174"/>
                  </a:lnTo>
                  <a:lnTo>
                    <a:pt x="13541" y="3842"/>
                  </a:lnTo>
                  <a:lnTo>
                    <a:pt x="13401" y="3577"/>
                  </a:lnTo>
                  <a:lnTo>
                    <a:pt x="13260" y="3246"/>
                  </a:lnTo>
                  <a:lnTo>
                    <a:pt x="13072" y="2980"/>
                  </a:lnTo>
                  <a:lnTo>
                    <a:pt x="12886" y="2782"/>
                  </a:lnTo>
                  <a:lnTo>
                    <a:pt x="12651" y="2583"/>
                  </a:lnTo>
                  <a:lnTo>
                    <a:pt x="12417" y="2451"/>
                  </a:lnTo>
                  <a:lnTo>
                    <a:pt x="12182" y="2384"/>
                  </a:lnTo>
                  <a:lnTo>
                    <a:pt x="11667" y="2384"/>
                  </a:lnTo>
                  <a:lnTo>
                    <a:pt x="11432" y="2451"/>
                  </a:lnTo>
                  <a:lnTo>
                    <a:pt x="11199" y="2583"/>
                  </a:lnTo>
                  <a:lnTo>
                    <a:pt x="11105" y="2650"/>
                  </a:lnTo>
                  <a:lnTo>
                    <a:pt x="11058" y="2717"/>
                  </a:lnTo>
                  <a:lnTo>
                    <a:pt x="11105" y="2915"/>
                  </a:lnTo>
                  <a:lnTo>
                    <a:pt x="11199" y="3047"/>
                  </a:lnTo>
                  <a:lnTo>
                    <a:pt x="11246" y="3114"/>
                  </a:lnTo>
                  <a:lnTo>
                    <a:pt x="11339" y="3114"/>
                  </a:lnTo>
                  <a:lnTo>
                    <a:pt x="11620" y="3047"/>
                  </a:lnTo>
                  <a:lnTo>
                    <a:pt x="11855" y="3047"/>
                  </a:lnTo>
                  <a:lnTo>
                    <a:pt x="12136" y="3114"/>
                  </a:lnTo>
                  <a:lnTo>
                    <a:pt x="12370" y="3246"/>
                  </a:lnTo>
                  <a:lnTo>
                    <a:pt x="12604" y="3378"/>
                  </a:lnTo>
                  <a:lnTo>
                    <a:pt x="12791" y="3643"/>
                  </a:lnTo>
                  <a:lnTo>
                    <a:pt x="12979" y="3909"/>
                  </a:lnTo>
                  <a:lnTo>
                    <a:pt x="13120" y="4239"/>
                  </a:lnTo>
                  <a:lnTo>
                    <a:pt x="13307" y="5034"/>
                  </a:lnTo>
                  <a:lnTo>
                    <a:pt x="13448" y="5367"/>
                  </a:lnTo>
                  <a:lnTo>
                    <a:pt x="13588" y="5632"/>
                  </a:lnTo>
                  <a:lnTo>
                    <a:pt x="13448" y="5764"/>
                  </a:lnTo>
                  <a:lnTo>
                    <a:pt x="13167" y="6095"/>
                  </a:lnTo>
                  <a:lnTo>
                    <a:pt x="12886" y="6492"/>
                  </a:lnTo>
                  <a:lnTo>
                    <a:pt x="12651" y="6891"/>
                  </a:lnTo>
                  <a:lnTo>
                    <a:pt x="12510" y="7354"/>
                  </a:lnTo>
                  <a:lnTo>
                    <a:pt x="12417" y="7751"/>
                  </a:lnTo>
                  <a:lnTo>
                    <a:pt x="12370" y="8148"/>
                  </a:lnTo>
                  <a:lnTo>
                    <a:pt x="12417" y="8548"/>
                  </a:lnTo>
                  <a:lnTo>
                    <a:pt x="12463" y="8945"/>
                  </a:lnTo>
                  <a:lnTo>
                    <a:pt x="12604" y="9275"/>
                  </a:lnTo>
                  <a:lnTo>
                    <a:pt x="12791" y="9541"/>
                  </a:lnTo>
                  <a:lnTo>
                    <a:pt x="13026" y="9805"/>
                  </a:lnTo>
                  <a:lnTo>
                    <a:pt x="13307" y="9938"/>
                  </a:lnTo>
                  <a:lnTo>
                    <a:pt x="13588" y="10070"/>
                  </a:lnTo>
                  <a:lnTo>
                    <a:pt x="13917" y="10005"/>
                  </a:lnTo>
                  <a:lnTo>
                    <a:pt x="14244" y="9938"/>
                  </a:lnTo>
                  <a:lnTo>
                    <a:pt x="14525" y="9740"/>
                  </a:lnTo>
                  <a:lnTo>
                    <a:pt x="15369" y="9144"/>
                  </a:lnTo>
                  <a:lnTo>
                    <a:pt x="16212" y="8414"/>
                  </a:lnTo>
                  <a:lnTo>
                    <a:pt x="16259" y="8282"/>
                  </a:lnTo>
                  <a:lnTo>
                    <a:pt x="16305" y="8148"/>
                  </a:lnTo>
                  <a:lnTo>
                    <a:pt x="16305" y="8016"/>
                  </a:lnTo>
                  <a:lnTo>
                    <a:pt x="16259" y="7950"/>
                  </a:lnTo>
                  <a:lnTo>
                    <a:pt x="16212" y="7818"/>
                  </a:lnTo>
                  <a:lnTo>
                    <a:pt x="16119" y="7751"/>
                  </a:lnTo>
                  <a:lnTo>
                    <a:pt x="15931" y="7751"/>
                  </a:lnTo>
                  <a:lnTo>
                    <a:pt x="15369" y="8215"/>
                  </a:lnTo>
                  <a:lnTo>
                    <a:pt x="14806" y="8746"/>
                  </a:lnTo>
                  <a:lnTo>
                    <a:pt x="14525" y="8945"/>
                  </a:lnTo>
                  <a:lnTo>
                    <a:pt x="14244" y="9144"/>
                  </a:lnTo>
                  <a:lnTo>
                    <a:pt x="13917" y="9275"/>
                  </a:lnTo>
                  <a:lnTo>
                    <a:pt x="13448" y="9275"/>
                  </a:lnTo>
                  <a:lnTo>
                    <a:pt x="13307" y="9209"/>
                  </a:lnTo>
                  <a:lnTo>
                    <a:pt x="13167" y="9077"/>
                  </a:lnTo>
                  <a:lnTo>
                    <a:pt x="13072" y="8945"/>
                  </a:lnTo>
                  <a:lnTo>
                    <a:pt x="12979" y="8746"/>
                  </a:lnTo>
                  <a:lnTo>
                    <a:pt x="12932" y="8548"/>
                  </a:lnTo>
                  <a:lnTo>
                    <a:pt x="12886" y="8083"/>
                  </a:lnTo>
                  <a:lnTo>
                    <a:pt x="12932" y="7885"/>
                  </a:lnTo>
                  <a:lnTo>
                    <a:pt x="12979" y="7619"/>
                  </a:lnTo>
                  <a:lnTo>
                    <a:pt x="13120" y="7222"/>
                  </a:lnTo>
                  <a:lnTo>
                    <a:pt x="13353" y="6891"/>
                  </a:lnTo>
                  <a:lnTo>
                    <a:pt x="13634" y="6559"/>
                  </a:lnTo>
                  <a:lnTo>
                    <a:pt x="14010" y="6095"/>
                  </a:lnTo>
                  <a:lnTo>
                    <a:pt x="14338" y="5632"/>
                  </a:lnTo>
                  <a:lnTo>
                    <a:pt x="14479" y="5367"/>
                  </a:lnTo>
                  <a:lnTo>
                    <a:pt x="14572" y="5101"/>
                  </a:lnTo>
                  <a:lnTo>
                    <a:pt x="14572" y="4373"/>
                  </a:lnTo>
                  <a:lnTo>
                    <a:pt x="14479" y="4108"/>
                  </a:lnTo>
                  <a:lnTo>
                    <a:pt x="14384" y="3909"/>
                  </a:lnTo>
                  <a:lnTo>
                    <a:pt x="14150" y="3378"/>
                  </a:lnTo>
                  <a:lnTo>
                    <a:pt x="13917" y="2849"/>
                  </a:lnTo>
                  <a:lnTo>
                    <a:pt x="13822" y="2583"/>
                  </a:lnTo>
                  <a:lnTo>
                    <a:pt x="13822" y="2318"/>
                  </a:lnTo>
                  <a:lnTo>
                    <a:pt x="13917" y="2252"/>
                  </a:lnTo>
                  <a:lnTo>
                    <a:pt x="14432" y="2054"/>
                  </a:lnTo>
                  <a:lnTo>
                    <a:pt x="14948" y="1855"/>
                  </a:lnTo>
                  <a:lnTo>
                    <a:pt x="15510" y="1721"/>
                  </a:lnTo>
                  <a:lnTo>
                    <a:pt x="16072" y="1656"/>
                  </a:lnTo>
                  <a:lnTo>
                    <a:pt x="16353" y="1721"/>
                  </a:lnTo>
                  <a:lnTo>
                    <a:pt x="16634" y="1855"/>
                  </a:lnTo>
                  <a:lnTo>
                    <a:pt x="16867" y="1987"/>
                  </a:lnTo>
                  <a:lnTo>
                    <a:pt x="17055" y="2186"/>
                  </a:lnTo>
                  <a:lnTo>
                    <a:pt x="17243" y="2451"/>
                  </a:lnTo>
                  <a:lnTo>
                    <a:pt x="17383" y="2717"/>
                  </a:lnTo>
                  <a:lnTo>
                    <a:pt x="17664" y="3445"/>
                  </a:lnTo>
                  <a:lnTo>
                    <a:pt x="17898" y="3976"/>
                  </a:lnTo>
                  <a:lnTo>
                    <a:pt x="17712" y="4373"/>
                  </a:lnTo>
                  <a:lnTo>
                    <a:pt x="17477" y="4637"/>
                  </a:lnTo>
                  <a:lnTo>
                    <a:pt x="17243" y="4836"/>
                  </a:lnTo>
                  <a:lnTo>
                    <a:pt x="16962" y="5034"/>
                  </a:lnTo>
                  <a:lnTo>
                    <a:pt x="16400" y="5300"/>
                  </a:lnTo>
                  <a:lnTo>
                    <a:pt x="15791" y="5565"/>
                  </a:lnTo>
                  <a:lnTo>
                    <a:pt x="15322" y="5831"/>
                  </a:lnTo>
                  <a:lnTo>
                    <a:pt x="14713" y="6228"/>
                  </a:lnTo>
                  <a:lnTo>
                    <a:pt x="14432" y="6427"/>
                  </a:lnTo>
                  <a:lnTo>
                    <a:pt x="14244" y="6757"/>
                  </a:lnTo>
                  <a:lnTo>
                    <a:pt x="14103" y="7023"/>
                  </a:lnTo>
                  <a:lnTo>
                    <a:pt x="14057" y="7222"/>
                  </a:lnTo>
                  <a:lnTo>
                    <a:pt x="14057" y="7552"/>
                  </a:lnTo>
                  <a:lnTo>
                    <a:pt x="14103" y="7686"/>
                  </a:lnTo>
                  <a:lnTo>
                    <a:pt x="14198" y="7751"/>
                  </a:lnTo>
                  <a:lnTo>
                    <a:pt x="14479" y="7751"/>
                  </a:lnTo>
                  <a:lnTo>
                    <a:pt x="14525" y="7619"/>
                  </a:lnTo>
                  <a:lnTo>
                    <a:pt x="14572" y="7487"/>
                  </a:lnTo>
                  <a:lnTo>
                    <a:pt x="14619" y="7354"/>
                  </a:lnTo>
                  <a:lnTo>
                    <a:pt x="14760" y="7155"/>
                  </a:lnTo>
                  <a:lnTo>
                    <a:pt x="15041" y="6891"/>
                  </a:lnTo>
                  <a:lnTo>
                    <a:pt x="15415" y="6626"/>
                  </a:lnTo>
                  <a:lnTo>
                    <a:pt x="15696" y="6492"/>
                  </a:lnTo>
                  <a:lnTo>
                    <a:pt x="16353" y="6161"/>
                  </a:lnTo>
                  <a:lnTo>
                    <a:pt x="16962" y="5831"/>
                  </a:lnTo>
                  <a:lnTo>
                    <a:pt x="17336" y="5632"/>
                  </a:lnTo>
                  <a:lnTo>
                    <a:pt x="17712" y="5367"/>
                  </a:lnTo>
                  <a:lnTo>
                    <a:pt x="17993" y="4969"/>
                  </a:lnTo>
                  <a:lnTo>
                    <a:pt x="18086" y="4770"/>
                  </a:lnTo>
                  <a:lnTo>
                    <a:pt x="18181" y="4505"/>
                  </a:lnTo>
                  <a:lnTo>
                    <a:pt x="18274" y="4637"/>
                  </a:lnTo>
                  <a:lnTo>
                    <a:pt x="18508" y="4902"/>
                  </a:lnTo>
                  <a:lnTo>
                    <a:pt x="18743" y="5034"/>
                  </a:lnTo>
                  <a:lnTo>
                    <a:pt x="19024" y="5233"/>
                  </a:lnTo>
                  <a:lnTo>
                    <a:pt x="19257" y="5433"/>
                  </a:lnTo>
                  <a:lnTo>
                    <a:pt x="19538" y="5764"/>
                  </a:lnTo>
                  <a:lnTo>
                    <a:pt x="19773" y="6228"/>
                  </a:lnTo>
                  <a:lnTo>
                    <a:pt x="19960" y="6691"/>
                  </a:lnTo>
                  <a:lnTo>
                    <a:pt x="20054" y="7222"/>
                  </a:lnTo>
                  <a:lnTo>
                    <a:pt x="19773" y="7885"/>
                  </a:lnTo>
                  <a:lnTo>
                    <a:pt x="19633" y="8215"/>
                  </a:lnTo>
                  <a:lnTo>
                    <a:pt x="19398" y="8481"/>
                  </a:lnTo>
                  <a:lnTo>
                    <a:pt x="19117" y="8811"/>
                  </a:lnTo>
                  <a:lnTo>
                    <a:pt x="18789" y="9144"/>
                  </a:lnTo>
                  <a:lnTo>
                    <a:pt x="18414" y="9342"/>
                  </a:lnTo>
                  <a:lnTo>
                    <a:pt x="18040" y="9541"/>
                  </a:lnTo>
                  <a:lnTo>
                    <a:pt x="17336" y="9805"/>
                  </a:lnTo>
                  <a:lnTo>
                    <a:pt x="16634" y="10137"/>
                  </a:lnTo>
                  <a:lnTo>
                    <a:pt x="16305" y="10336"/>
                  </a:lnTo>
                  <a:lnTo>
                    <a:pt x="15978" y="10601"/>
                  </a:lnTo>
                  <a:lnTo>
                    <a:pt x="15696" y="10865"/>
                  </a:lnTo>
                  <a:lnTo>
                    <a:pt x="15462" y="11262"/>
                  </a:lnTo>
                  <a:lnTo>
                    <a:pt x="15275" y="11595"/>
                  </a:lnTo>
                  <a:lnTo>
                    <a:pt x="15229" y="11992"/>
                  </a:lnTo>
                  <a:lnTo>
                    <a:pt x="15229" y="12323"/>
                  </a:lnTo>
                  <a:lnTo>
                    <a:pt x="15275" y="12655"/>
                  </a:lnTo>
                  <a:lnTo>
                    <a:pt x="15369" y="12921"/>
                  </a:lnTo>
                  <a:lnTo>
                    <a:pt x="15556" y="13184"/>
                  </a:lnTo>
                  <a:lnTo>
                    <a:pt x="15743" y="13383"/>
                  </a:lnTo>
                  <a:lnTo>
                    <a:pt x="16024" y="13582"/>
                  </a:lnTo>
                  <a:lnTo>
                    <a:pt x="16305" y="13649"/>
                  </a:lnTo>
                  <a:lnTo>
                    <a:pt x="16586" y="13649"/>
                  </a:lnTo>
                  <a:lnTo>
                    <a:pt x="16867" y="13582"/>
                  </a:lnTo>
                  <a:lnTo>
                    <a:pt x="17150" y="13517"/>
                  </a:lnTo>
                  <a:lnTo>
                    <a:pt x="17477" y="13383"/>
                  </a:lnTo>
                  <a:lnTo>
                    <a:pt x="17852" y="13184"/>
                  </a:lnTo>
                  <a:lnTo>
                    <a:pt x="18133" y="12921"/>
                  </a:lnTo>
                  <a:lnTo>
                    <a:pt x="18274" y="12720"/>
                  </a:lnTo>
                  <a:lnTo>
                    <a:pt x="18321" y="12588"/>
                  </a:lnTo>
                  <a:lnTo>
                    <a:pt x="18367" y="12323"/>
                  </a:lnTo>
                  <a:lnTo>
                    <a:pt x="18321" y="12258"/>
                  </a:lnTo>
                  <a:lnTo>
                    <a:pt x="18227" y="12191"/>
                  </a:lnTo>
                  <a:lnTo>
                    <a:pt x="17993" y="12191"/>
                  </a:lnTo>
                  <a:lnTo>
                    <a:pt x="17758" y="12323"/>
                  </a:lnTo>
                  <a:lnTo>
                    <a:pt x="17290" y="12588"/>
                  </a:lnTo>
                  <a:lnTo>
                    <a:pt x="17009" y="12720"/>
                  </a:lnTo>
                  <a:lnTo>
                    <a:pt x="16727" y="12787"/>
                  </a:lnTo>
                  <a:lnTo>
                    <a:pt x="16165" y="12787"/>
                  </a:lnTo>
                  <a:lnTo>
                    <a:pt x="15978" y="12655"/>
                  </a:lnTo>
                  <a:lnTo>
                    <a:pt x="15884" y="12521"/>
                  </a:lnTo>
                  <a:lnTo>
                    <a:pt x="15791" y="12323"/>
                  </a:lnTo>
                  <a:lnTo>
                    <a:pt x="15791" y="12124"/>
                  </a:lnTo>
                  <a:lnTo>
                    <a:pt x="15837" y="11925"/>
                  </a:lnTo>
                  <a:lnTo>
                    <a:pt x="15931" y="11727"/>
                  </a:lnTo>
                  <a:lnTo>
                    <a:pt x="16165" y="11396"/>
                  </a:lnTo>
                  <a:lnTo>
                    <a:pt x="16446" y="11131"/>
                  </a:lnTo>
                  <a:lnTo>
                    <a:pt x="16774" y="10932"/>
                  </a:lnTo>
                  <a:lnTo>
                    <a:pt x="17383" y="10666"/>
                  </a:lnTo>
                  <a:lnTo>
                    <a:pt x="18462" y="10137"/>
                  </a:lnTo>
                  <a:lnTo>
                    <a:pt x="19024" y="9805"/>
                  </a:lnTo>
                  <a:lnTo>
                    <a:pt x="19257" y="9606"/>
                  </a:lnTo>
                  <a:lnTo>
                    <a:pt x="19492" y="9342"/>
                  </a:lnTo>
                  <a:lnTo>
                    <a:pt x="19819" y="8945"/>
                  </a:lnTo>
                  <a:lnTo>
                    <a:pt x="20100" y="8414"/>
                  </a:lnTo>
                  <a:lnTo>
                    <a:pt x="20100" y="8481"/>
                  </a:lnTo>
                  <a:lnTo>
                    <a:pt x="20054" y="8679"/>
                  </a:lnTo>
                  <a:lnTo>
                    <a:pt x="20148" y="8878"/>
                  </a:lnTo>
                  <a:lnTo>
                    <a:pt x="20242" y="9010"/>
                  </a:lnTo>
                  <a:lnTo>
                    <a:pt x="20383" y="9077"/>
                  </a:lnTo>
                  <a:lnTo>
                    <a:pt x="20569" y="9144"/>
                  </a:lnTo>
                  <a:lnTo>
                    <a:pt x="20664" y="9209"/>
                  </a:lnTo>
                  <a:lnTo>
                    <a:pt x="20757" y="9407"/>
                  </a:lnTo>
                  <a:lnTo>
                    <a:pt x="20850" y="9673"/>
                  </a:lnTo>
                  <a:lnTo>
                    <a:pt x="20616" y="9740"/>
                  </a:lnTo>
                  <a:lnTo>
                    <a:pt x="20335" y="9872"/>
                  </a:lnTo>
                  <a:lnTo>
                    <a:pt x="19867" y="10204"/>
                  </a:lnTo>
                  <a:lnTo>
                    <a:pt x="19164" y="10534"/>
                  </a:lnTo>
                  <a:lnTo>
                    <a:pt x="18883" y="10666"/>
                  </a:lnTo>
                  <a:lnTo>
                    <a:pt x="18789" y="10800"/>
                  </a:lnTo>
                  <a:lnTo>
                    <a:pt x="18695" y="10999"/>
                  </a:lnTo>
                  <a:lnTo>
                    <a:pt x="18648" y="11131"/>
                  </a:lnTo>
                  <a:lnTo>
                    <a:pt x="18743" y="11329"/>
                  </a:lnTo>
                  <a:lnTo>
                    <a:pt x="18883" y="11396"/>
                  </a:lnTo>
                  <a:lnTo>
                    <a:pt x="19024" y="11396"/>
                  </a:lnTo>
                  <a:lnTo>
                    <a:pt x="19352" y="11329"/>
                  </a:lnTo>
                  <a:lnTo>
                    <a:pt x="19679" y="11131"/>
                  </a:lnTo>
                  <a:lnTo>
                    <a:pt x="19960" y="10932"/>
                  </a:lnTo>
                  <a:lnTo>
                    <a:pt x="20476" y="10601"/>
                  </a:lnTo>
                  <a:lnTo>
                    <a:pt x="20710" y="10336"/>
                  </a:lnTo>
                  <a:lnTo>
                    <a:pt x="20945" y="10070"/>
                  </a:lnTo>
                  <a:lnTo>
                    <a:pt x="20945" y="11860"/>
                  </a:lnTo>
                  <a:lnTo>
                    <a:pt x="20850" y="11925"/>
                  </a:lnTo>
                  <a:lnTo>
                    <a:pt x="20664" y="12521"/>
                  </a:lnTo>
                  <a:lnTo>
                    <a:pt x="20523" y="13119"/>
                  </a:lnTo>
                  <a:lnTo>
                    <a:pt x="19257" y="13119"/>
                  </a:lnTo>
                  <a:lnTo>
                    <a:pt x="18883" y="13184"/>
                  </a:lnTo>
                  <a:lnTo>
                    <a:pt x="18555" y="13383"/>
                  </a:lnTo>
                  <a:lnTo>
                    <a:pt x="18321" y="13715"/>
                  </a:lnTo>
                  <a:lnTo>
                    <a:pt x="18133" y="14113"/>
                  </a:lnTo>
                  <a:lnTo>
                    <a:pt x="17993" y="14510"/>
                  </a:lnTo>
                  <a:lnTo>
                    <a:pt x="17946" y="14776"/>
                  </a:lnTo>
                  <a:lnTo>
                    <a:pt x="17898" y="15039"/>
                  </a:lnTo>
                  <a:lnTo>
                    <a:pt x="17946" y="15504"/>
                  </a:lnTo>
                  <a:lnTo>
                    <a:pt x="18086" y="15968"/>
                  </a:lnTo>
                  <a:lnTo>
                    <a:pt x="18274" y="16432"/>
                  </a:lnTo>
                  <a:lnTo>
                    <a:pt x="18508" y="16830"/>
                  </a:lnTo>
                  <a:lnTo>
                    <a:pt x="18743" y="17227"/>
                  </a:lnTo>
                  <a:lnTo>
                    <a:pt x="18976" y="17624"/>
                  </a:lnTo>
                  <a:lnTo>
                    <a:pt x="19164" y="17756"/>
                  </a:lnTo>
                  <a:lnTo>
                    <a:pt x="19352" y="17823"/>
                  </a:lnTo>
                  <a:lnTo>
                    <a:pt x="19445" y="17756"/>
                  </a:lnTo>
                  <a:lnTo>
                    <a:pt x="19492" y="17624"/>
                  </a:lnTo>
                  <a:lnTo>
                    <a:pt x="19492" y="17292"/>
                  </a:lnTo>
                  <a:lnTo>
                    <a:pt x="19352" y="17028"/>
                  </a:lnTo>
                  <a:lnTo>
                    <a:pt x="19024" y="16497"/>
                  </a:lnTo>
                  <a:lnTo>
                    <a:pt x="18789" y="16167"/>
                  </a:lnTo>
                  <a:lnTo>
                    <a:pt x="18602" y="15769"/>
                  </a:lnTo>
                  <a:lnTo>
                    <a:pt x="18508" y="15372"/>
                  </a:lnTo>
                  <a:lnTo>
                    <a:pt x="18462" y="15106"/>
                  </a:lnTo>
                  <a:lnTo>
                    <a:pt x="18462" y="14908"/>
                  </a:lnTo>
                  <a:lnTo>
                    <a:pt x="18508" y="14642"/>
                  </a:lnTo>
                  <a:lnTo>
                    <a:pt x="18602" y="14443"/>
                  </a:lnTo>
                  <a:lnTo>
                    <a:pt x="18743" y="14178"/>
                  </a:lnTo>
                  <a:lnTo>
                    <a:pt x="19024" y="13979"/>
                  </a:lnTo>
                  <a:lnTo>
                    <a:pt x="19305" y="13847"/>
                  </a:lnTo>
                  <a:lnTo>
                    <a:pt x="19586" y="13780"/>
                  </a:lnTo>
                  <a:lnTo>
                    <a:pt x="20569" y="13780"/>
                  </a:lnTo>
                  <a:lnTo>
                    <a:pt x="20429" y="14178"/>
                  </a:lnTo>
                  <a:lnTo>
                    <a:pt x="20383" y="14378"/>
                  </a:lnTo>
                  <a:lnTo>
                    <a:pt x="20429" y="14642"/>
                  </a:lnTo>
                  <a:lnTo>
                    <a:pt x="20476" y="15039"/>
                  </a:lnTo>
                  <a:lnTo>
                    <a:pt x="20476" y="15901"/>
                  </a:lnTo>
                  <a:lnTo>
                    <a:pt x="20429" y="16298"/>
                  </a:lnTo>
                  <a:lnTo>
                    <a:pt x="20335" y="15968"/>
                  </a:lnTo>
                  <a:lnTo>
                    <a:pt x="20242" y="15702"/>
                  </a:lnTo>
                  <a:lnTo>
                    <a:pt x="20100" y="15372"/>
                  </a:lnTo>
                  <a:lnTo>
                    <a:pt x="19914" y="15106"/>
                  </a:lnTo>
                  <a:lnTo>
                    <a:pt x="19819" y="15039"/>
                  </a:lnTo>
                  <a:lnTo>
                    <a:pt x="19633" y="15039"/>
                  </a:lnTo>
                  <a:lnTo>
                    <a:pt x="19538" y="15106"/>
                  </a:lnTo>
                  <a:lnTo>
                    <a:pt x="19492" y="15238"/>
                  </a:lnTo>
                  <a:lnTo>
                    <a:pt x="19492" y="15504"/>
                  </a:lnTo>
                  <a:lnTo>
                    <a:pt x="19538" y="15636"/>
                  </a:lnTo>
                  <a:lnTo>
                    <a:pt x="19773" y="16100"/>
                  </a:lnTo>
                  <a:lnTo>
                    <a:pt x="19914" y="16564"/>
                  </a:lnTo>
                  <a:lnTo>
                    <a:pt x="19960" y="17093"/>
                  </a:lnTo>
                  <a:lnTo>
                    <a:pt x="19914" y="17691"/>
                  </a:lnTo>
                  <a:lnTo>
                    <a:pt x="19914" y="17823"/>
                  </a:lnTo>
                  <a:lnTo>
                    <a:pt x="19960" y="18022"/>
                  </a:lnTo>
                  <a:lnTo>
                    <a:pt x="19633" y="18618"/>
                  </a:lnTo>
                  <a:lnTo>
                    <a:pt x="19211" y="19214"/>
                  </a:lnTo>
                  <a:lnTo>
                    <a:pt x="19024" y="19413"/>
                  </a:lnTo>
                  <a:lnTo>
                    <a:pt x="18743" y="19678"/>
                  </a:lnTo>
                  <a:lnTo>
                    <a:pt x="18227" y="19944"/>
                  </a:lnTo>
                  <a:lnTo>
                    <a:pt x="18274" y="19810"/>
                  </a:lnTo>
                  <a:lnTo>
                    <a:pt x="18321" y="19214"/>
                  </a:lnTo>
                  <a:lnTo>
                    <a:pt x="18274" y="18685"/>
                  </a:lnTo>
                  <a:lnTo>
                    <a:pt x="18181" y="18089"/>
                  </a:lnTo>
                  <a:lnTo>
                    <a:pt x="17993" y="17557"/>
                  </a:lnTo>
                  <a:lnTo>
                    <a:pt x="17758" y="17028"/>
                  </a:lnTo>
                  <a:lnTo>
                    <a:pt x="17477" y="16564"/>
                  </a:lnTo>
                  <a:lnTo>
                    <a:pt x="17243" y="16298"/>
                  </a:lnTo>
                  <a:lnTo>
                    <a:pt x="17150" y="16100"/>
                  </a:lnTo>
                  <a:lnTo>
                    <a:pt x="17055" y="15968"/>
                  </a:lnTo>
                  <a:lnTo>
                    <a:pt x="16821" y="15968"/>
                  </a:lnTo>
                  <a:lnTo>
                    <a:pt x="16400" y="15702"/>
                  </a:lnTo>
                  <a:lnTo>
                    <a:pt x="16446" y="15504"/>
                  </a:lnTo>
                  <a:lnTo>
                    <a:pt x="16446" y="15106"/>
                  </a:lnTo>
                  <a:lnTo>
                    <a:pt x="16400" y="15039"/>
                  </a:lnTo>
                  <a:lnTo>
                    <a:pt x="16305" y="14974"/>
                  </a:lnTo>
                  <a:lnTo>
                    <a:pt x="16165" y="14974"/>
                  </a:lnTo>
                  <a:lnTo>
                    <a:pt x="16072" y="15039"/>
                  </a:lnTo>
                  <a:lnTo>
                    <a:pt x="16024" y="15173"/>
                  </a:lnTo>
                  <a:lnTo>
                    <a:pt x="15931" y="15504"/>
                  </a:lnTo>
                  <a:lnTo>
                    <a:pt x="15650" y="15437"/>
                  </a:lnTo>
                  <a:lnTo>
                    <a:pt x="15369" y="15504"/>
                  </a:lnTo>
                  <a:lnTo>
                    <a:pt x="15088" y="15570"/>
                  </a:lnTo>
                  <a:lnTo>
                    <a:pt x="14853" y="15702"/>
                  </a:lnTo>
                  <a:lnTo>
                    <a:pt x="14760" y="15504"/>
                  </a:lnTo>
                  <a:lnTo>
                    <a:pt x="14619" y="15372"/>
                  </a:lnTo>
                  <a:lnTo>
                    <a:pt x="14384" y="15372"/>
                  </a:lnTo>
                  <a:lnTo>
                    <a:pt x="14291" y="15504"/>
                  </a:lnTo>
                  <a:lnTo>
                    <a:pt x="14198" y="15636"/>
                  </a:lnTo>
                  <a:lnTo>
                    <a:pt x="14103" y="15769"/>
                  </a:lnTo>
                  <a:lnTo>
                    <a:pt x="13917" y="16100"/>
                  </a:lnTo>
                  <a:lnTo>
                    <a:pt x="13729" y="16365"/>
                  </a:lnTo>
                  <a:lnTo>
                    <a:pt x="13353" y="16631"/>
                  </a:lnTo>
                  <a:lnTo>
                    <a:pt x="12932" y="16830"/>
                  </a:lnTo>
                  <a:lnTo>
                    <a:pt x="12510" y="16961"/>
                  </a:lnTo>
                  <a:lnTo>
                    <a:pt x="12089" y="17028"/>
                  </a:lnTo>
                  <a:lnTo>
                    <a:pt x="11199" y="17028"/>
                  </a:lnTo>
                  <a:lnTo>
                    <a:pt x="10636" y="16895"/>
                  </a:lnTo>
                  <a:lnTo>
                    <a:pt x="10449" y="16830"/>
                  </a:lnTo>
                  <a:lnTo>
                    <a:pt x="10401" y="16830"/>
                  </a:lnTo>
                  <a:lnTo>
                    <a:pt x="10401" y="16497"/>
                  </a:lnTo>
                  <a:lnTo>
                    <a:pt x="10261" y="16298"/>
                  </a:lnTo>
                  <a:lnTo>
                    <a:pt x="10589" y="15570"/>
                  </a:lnTo>
                  <a:lnTo>
                    <a:pt x="10918" y="14776"/>
                  </a:lnTo>
                  <a:lnTo>
                    <a:pt x="11199" y="14311"/>
                  </a:lnTo>
                  <a:lnTo>
                    <a:pt x="11480" y="13780"/>
                  </a:lnTo>
                  <a:lnTo>
                    <a:pt x="11808" y="13383"/>
                  </a:lnTo>
                  <a:lnTo>
                    <a:pt x="12136" y="12921"/>
                  </a:lnTo>
                  <a:lnTo>
                    <a:pt x="12510" y="12588"/>
                  </a:lnTo>
                  <a:lnTo>
                    <a:pt x="12886" y="12258"/>
                  </a:lnTo>
                  <a:lnTo>
                    <a:pt x="13072" y="12124"/>
                  </a:lnTo>
                  <a:lnTo>
                    <a:pt x="13307" y="12124"/>
                  </a:lnTo>
                  <a:lnTo>
                    <a:pt x="13401" y="12191"/>
                  </a:lnTo>
                  <a:lnTo>
                    <a:pt x="13448" y="12323"/>
                  </a:lnTo>
                  <a:lnTo>
                    <a:pt x="13448" y="12720"/>
                  </a:lnTo>
                  <a:lnTo>
                    <a:pt x="13353" y="12921"/>
                  </a:lnTo>
                  <a:lnTo>
                    <a:pt x="13167" y="13318"/>
                  </a:lnTo>
                  <a:lnTo>
                    <a:pt x="12839" y="13847"/>
                  </a:lnTo>
                  <a:lnTo>
                    <a:pt x="12463" y="14378"/>
                  </a:lnTo>
                  <a:lnTo>
                    <a:pt x="12136" y="14974"/>
                  </a:lnTo>
                  <a:lnTo>
                    <a:pt x="11855" y="15636"/>
                  </a:lnTo>
                  <a:lnTo>
                    <a:pt x="11855" y="15769"/>
                  </a:lnTo>
                  <a:lnTo>
                    <a:pt x="11901" y="15968"/>
                  </a:lnTo>
                  <a:lnTo>
                    <a:pt x="11996" y="16035"/>
                  </a:lnTo>
                  <a:lnTo>
                    <a:pt x="12136" y="16035"/>
                  </a:lnTo>
                  <a:lnTo>
                    <a:pt x="12417" y="15702"/>
                  </a:lnTo>
                  <a:lnTo>
                    <a:pt x="12698" y="15305"/>
                  </a:lnTo>
                  <a:lnTo>
                    <a:pt x="13120" y="14443"/>
                  </a:lnTo>
                  <a:lnTo>
                    <a:pt x="13541" y="13780"/>
                  </a:lnTo>
                  <a:lnTo>
                    <a:pt x="13729" y="13450"/>
                  </a:lnTo>
                  <a:lnTo>
                    <a:pt x="13869" y="13052"/>
                  </a:lnTo>
                  <a:lnTo>
                    <a:pt x="13917" y="12720"/>
                  </a:lnTo>
                  <a:lnTo>
                    <a:pt x="13917" y="12390"/>
                  </a:lnTo>
                  <a:lnTo>
                    <a:pt x="13869" y="12059"/>
                  </a:lnTo>
                  <a:lnTo>
                    <a:pt x="13775" y="11793"/>
                  </a:lnTo>
                  <a:lnTo>
                    <a:pt x="13634" y="11528"/>
                  </a:lnTo>
                  <a:lnTo>
                    <a:pt x="13401" y="11396"/>
                  </a:lnTo>
                  <a:lnTo>
                    <a:pt x="13213" y="11396"/>
                  </a:lnTo>
                  <a:lnTo>
                    <a:pt x="12932" y="11463"/>
                  </a:lnTo>
                  <a:lnTo>
                    <a:pt x="12651" y="11595"/>
                  </a:lnTo>
                  <a:lnTo>
                    <a:pt x="12370" y="11860"/>
                  </a:lnTo>
                  <a:lnTo>
                    <a:pt x="11855" y="12390"/>
                  </a:lnTo>
                  <a:lnTo>
                    <a:pt x="11386" y="12986"/>
                  </a:lnTo>
                  <a:lnTo>
                    <a:pt x="10965" y="13649"/>
                  </a:lnTo>
                  <a:lnTo>
                    <a:pt x="10589" y="14245"/>
                  </a:lnTo>
                  <a:lnTo>
                    <a:pt x="10261" y="14908"/>
                  </a:lnTo>
                  <a:lnTo>
                    <a:pt x="10027" y="15636"/>
                  </a:lnTo>
                  <a:lnTo>
                    <a:pt x="9934" y="16035"/>
                  </a:lnTo>
                  <a:lnTo>
                    <a:pt x="9887" y="16432"/>
                  </a:lnTo>
                  <a:lnTo>
                    <a:pt x="9839" y="16432"/>
                  </a:lnTo>
                  <a:lnTo>
                    <a:pt x="9793" y="16564"/>
                  </a:lnTo>
                  <a:lnTo>
                    <a:pt x="9652" y="16631"/>
                  </a:lnTo>
                  <a:lnTo>
                    <a:pt x="9325" y="16631"/>
                  </a:lnTo>
                  <a:lnTo>
                    <a:pt x="8715" y="16432"/>
                  </a:lnTo>
                  <a:lnTo>
                    <a:pt x="7966" y="16432"/>
                  </a:lnTo>
                  <a:lnTo>
                    <a:pt x="7263" y="16564"/>
                  </a:lnTo>
                  <a:lnTo>
                    <a:pt x="7168" y="16564"/>
                  </a:lnTo>
                  <a:lnTo>
                    <a:pt x="7168" y="15901"/>
                  </a:lnTo>
                  <a:lnTo>
                    <a:pt x="7263" y="15636"/>
                  </a:lnTo>
                  <a:lnTo>
                    <a:pt x="7356" y="15372"/>
                  </a:lnTo>
                  <a:lnTo>
                    <a:pt x="7497" y="15106"/>
                  </a:lnTo>
                  <a:lnTo>
                    <a:pt x="7685" y="14974"/>
                  </a:lnTo>
                  <a:lnTo>
                    <a:pt x="7872" y="14776"/>
                  </a:lnTo>
                  <a:lnTo>
                    <a:pt x="8153" y="14709"/>
                  </a:lnTo>
                  <a:lnTo>
                    <a:pt x="8621" y="14510"/>
                  </a:lnTo>
                  <a:lnTo>
                    <a:pt x="9044" y="14311"/>
                  </a:lnTo>
                  <a:lnTo>
                    <a:pt x="9465" y="14046"/>
                  </a:lnTo>
                  <a:lnTo>
                    <a:pt x="9839" y="13715"/>
                  </a:lnTo>
                  <a:lnTo>
                    <a:pt x="10168" y="13318"/>
                  </a:lnTo>
                  <a:lnTo>
                    <a:pt x="10496" y="12921"/>
                  </a:lnTo>
                  <a:lnTo>
                    <a:pt x="10777" y="12456"/>
                  </a:lnTo>
                  <a:lnTo>
                    <a:pt x="11011" y="11925"/>
                  </a:lnTo>
                  <a:lnTo>
                    <a:pt x="11199" y="11528"/>
                  </a:lnTo>
                  <a:lnTo>
                    <a:pt x="11386" y="10999"/>
                  </a:lnTo>
                  <a:lnTo>
                    <a:pt x="11432" y="10733"/>
                  </a:lnTo>
                  <a:lnTo>
                    <a:pt x="11480" y="10468"/>
                  </a:lnTo>
                  <a:lnTo>
                    <a:pt x="11432" y="10204"/>
                  </a:lnTo>
                  <a:lnTo>
                    <a:pt x="11386" y="10005"/>
                  </a:lnTo>
                  <a:lnTo>
                    <a:pt x="11246" y="10005"/>
                  </a:lnTo>
                  <a:lnTo>
                    <a:pt x="11105" y="10070"/>
                  </a:lnTo>
                  <a:lnTo>
                    <a:pt x="11011" y="10269"/>
                  </a:lnTo>
                  <a:lnTo>
                    <a:pt x="10870" y="10733"/>
                  </a:lnTo>
                  <a:lnTo>
                    <a:pt x="10636" y="11396"/>
                  </a:lnTo>
                  <a:lnTo>
                    <a:pt x="10355" y="12059"/>
                  </a:lnTo>
                  <a:lnTo>
                    <a:pt x="9980" y="12655"/>
                  </a:lnTo>
                  <a:lnTo>
                    <a:pt x="9558" y="13119"/>
                  </a:lnTo>
                  <a:lnTo>
                    <a:pt x="9090" y="13517"/>
                  </a:lnTo>
                  <a:lnTo>
                    <a:pt x="8575" y="13847"/>
                  </a:lnTo>
                  <a:lnTo>
                    <a:pt x="8106" y="14046"/>
                  </a:lnTo>
                  <a:lnTo>
                    <a:pt x="7685" y="14245"/>
                  </a:lnTo>
                  <a:lnTo>
                    <a:pt x="7450" y="14311"/>
                  </a:lnTo>
                  <a:lnTo>
                    <a:pt x="7263" y="14510"/>
                  </a:lnTo>
                  <a:lnTo>
                    <a:pt x="7075" y="14709"/>
                  </a:lnTo>
                  <a:lnTo>
                    <a:pt x="6935" y="14974"/>
                  </a:lnTo>
                  <a:lnTo>
                    <a:pt x="6747" y="15372"/>
                  </a:lnTo>
                  <a:lnTo>
                    <a:pt x="6654" y="15836"/>
                  </a:lnTo>
                  <a:lnTo>
                    <a:pt x="6654" y="16298"/>
                  </a:lnTo>
                  <a:lnTo>
                    <a:pt x="6747" y="16763"/>
                  </a:lnTo>
                  <a:lnTo>
                    <a:pt x="6278" y="16961"/>
                  </a:lnTo>
                  <a:lnTo>
                    <a:pt x="5763" y="17160"/>
                  </a:lnTo>
                  <a:lnTo>
                    <a:pt x="5576" y="17160"/>
                  </a:lnTo>
                  <a:lnTo>
                    <a:pt x="5388" y="17093"/>
                  </a:lnTo>
                  <a:lnTo>
                    <a:pt x="5201" y="17028"/>
                  </a:lnTo>
                  <a:lnTo>
                    <a:pt x="5061" y="16895"/>
                  </a:lnTo>
                  <a:lnTo>
                    <a:pt x="4920" y="16696"/>
                  </a:lnTo>
                  <a:lnTo>
                    <a:pt x="4826" y="16497"/>
                  </a:lnTo>
                  <a:lnTo>
                    <a:pt x="4780" y="16298"/>
                  </a:lnTo>
                  <a:lnTo>
                    <a:pt x="4826" y="15968"/>
                  </a:lnTo>
                  <a:lnTo>
                    <a:pt x="4873" y="15836"/>
                  </a:lnTo>
                  <a:lnTo>
                    <a:pt x="4826" y="15702"/>
                  </a:lnTo>
                  <a:lnTo>
                    <a:pt x="4966" y="15437"/>
                  </a:lnTo>
                  <a:lnTo>
                    <a:pt x="5061" y="15173"/>
                  </a:lnTo>
                  <a:lnTo>
                    <a:pt x="5247" y="14642"/>
                  </a:lnTo>
                  <a:lnTo>
                    <a:pt x="5435" y="14178"/>
                  </a:lnTo>
                  <a:lnTo>
                    <a:pt x="5670" y="13582"/>
                  </a:lnTo>
                  <a:lnTo>
                    <a:pt x="5716" y="13318"/>
                  </a:lnTo>
                  <a:lnTo>
                    <a:pt x="5763" y="13052"/>
                  </a:lnTo>
                  <a:lnTo>
                    <a:pt x="5716" y="12720"/>
                  </a:lnTo>
                  <a:lnTo>
                    <a:pt x="5670" y="12456"/>
                  </a:lnTo>
                  <a:lnTo>
                    <a:pt x="5528" y="12323"/>
                  </a:lnTo>
                  <a:lnTo>
                    <a:pt x="5388" y="12191"/>
                  </a:lnTo>
                  <a:lnTo>
                    <a:pt x="5247" y="12124"/>
                  </a:lnTo>
                  <a:lnTo>
                    <a:pt x="5061" y="12124"/>
                  </a:lnTo>
                  <a:lnTo>
                    <a:pt x="4733" y="12191"/>
                  </a:lnTo>
                  <a:lnTo>
                    <a:pt x="4452" y="12323"/>
                  </a:lnTo>
                  <a:lnTo>
                    <a:pt x="4076" y="12655"/>
                  </a:lnTo>
                  <a:lnTo>
                    <a:pt x="3749" y="13052"/>
                  </a:lnTo>
                  <a:lnTo>
                    <a:pt x="3514" y="13450"/>
                  </a:lnTo>
                  <a:lnTo>
                    <a:pt x="3280" y="13847"/>
                  </a:lnTo>
                  <a:lnTo>
                    <a:pt x="3186" y="13847"/>
                  </a:lnTo>
                  <a:lnTo>
                    <a:pt x="3092" y="13914"/>
                  </a:lnTo>
                  <a:lnTo>
                    <a:pt x="2999" y="14178"/>
                  </a:lnTo>
                  <a:lnTo>
                    <a:pt x="2999" y="14378"/>
                  </a:lnTo>
                  <a:lnTo>
                    <a:pt x="3045" y="14510"/>
                  </a:lnTo>
                  <a:lnTo>
                    <a:pt x="3140" y="14577"/>
                  </a:lnTo>
                  <a:lnTo>
                    <a:pt x="3280" y="14642"/>
                  </a:lnTo>
                  <a:lnTo>
                    <a:pt x="3421" y="14642"/>
                  </a:lnTo>
                  <a:lnTo>
                    <a:pt x="3561" y="14577"/>
                  </a:lnTo>
                  <a:lnTo>
                    <a:pt x="3655" y="14443"/>
                  </a:lnTo>
                  <a:lnTo>
                    <a:pt x="4076" y="13780"/>
                  </a:lnTo>
                  <a:lnTo>
                    <a:pt x="4264" y="13450"/>
                  </a:lnTo>
                  <a:lnTo>
                    <a:pt x="4498" y="13184"/>
                  </a:lnTo>
                  <a:lnTo>
                    <a:pt x="4780" y="13052"/>
                  </a:lnTo>
                  <a:lnTo>
                    <a:pt x="5061" y="12921"/>
                  </a:lnTo>
                  <a:lnTo>
                    <a:pt x="5154" y="12921"/>
                  </a:lnTo>
                  <a:lnTo>
                    <a:pt x="5154" y="13184"/>
                  </a:lnTo>
                  <a:lnTo>
                    <a:pt x="5014" y="13649"/>
                  </a:lnTo>
                  <a:lnTo>
                    <a:pt x="4685" y="14510"/>
                  </a:lnTo>
                  <a:lnTo>
                    <a:pt x="4545" y="15039"/>
                  </a:lnTo>
                  <a:lnTo>
                    <a:pt x="4452" y="15305"/>
                  </a:lnTo>
                  <a:lnTo>
                    <a:pt x="4357" y="15437"/>
                  </a:lnTo>
                  <a:lnTo>
                    <a:pt x="4217" y="15570"/>
                  </a:lnTo>
                  <a:lnTo>
                    <a:pt x="4217" y="15636"/>
                  </a:lnTo>
                  <a:lnTo>
                    <a:pt x="4171" y="15702"/>
                  </a:lnTo>
                  <a:lnTo>
                    <a:pt x="3983" y="15901"/>
                  </a:lnTo>
                  <a:lnTo>
                    <a:pt x="3749" y="15968"/>
                  </a:lnTo>
                  <a:lnTo>
                    <a:pt x="3514" y="16035"/>
                  </a:lnTo>
                  <a:lnTo>
                    <a:pt x="3233" y="16035"/>
                  </a:lnTo>
                  <a:lnTo>
                    <a:pt x="2999" y="15968"/>
                  </a:lnTo>
                  <a:lnTo>
                    <a:pt x="2764" y="15836"/>
                  </a:lnTo>
                  <a:lnTo>
                    <a:pt x="2578" y="15702"/>
                  </a:lnTo>
                  <a:lnTo>
                    <a:pt x="2390" y="15504"/>
                  </a:lnTo>
                  <a:lnTo>
                    <a:pt x="2202" y="15238"/>
                  </a:lnTo>
                  <a:lnTo>
                    <a:pt x="2109" y="14974"/>
                  </a:lnTo>
                  <a:lnTo>
                    <a:pt x="2014" y="14709"/>
                  </a:lnTo>
                  <a:lnTo>
                    <a:pt x="1921" y="14378"/>
                  </a:lnTo>
                  <a:lnTo>
                    <a:pt x="1921" y="13450"/>
                  </a:lnTo>
                  <a:lnTo>
                    <a:pt x="2014" y="13119"/>
                  </a:lnTo>
                  <a:lnTo>
                    <a:pt x="2062" y="12921"/>
                  </a:lnTo>
                  <a:lnTo>
                    <a:pt x="2109" y="12720"/>
                  </a:lnTo>
                  <a:lnTo>
                    <a:pt x="2062" y="12588"/>
                  </a:lnTo>
                  <a:lnTo>
                    <a:pt x="2155" y="12588"/>
                  </a:lnTo>
                  <a:lnTo>
                    <a:pt x="2483" y="12390"/>
                  </a:lnTo>
                  <a:lnTo>
                    <a:pt x="2811" y="12258"/>
                  </a:lnTo>
                  <a:lnTo>
                    <a:pt x="3561" y="11727"/>
                  </a:lnTo>
                  <a:lnTo>
                    <a:pt x="4311" y="11131"/>
                  </a:lnTo>
                  <a:lnTo>
                    <a:pt x="4873" y="10601"/>
                  </a:lnTo>
                  <a:lnTo>
                    <a:pt x="5107" y="10269"/>
                  </a:lnTo>
                  <a:lnTo>
                    <a:pt x="5295" y="9938"/>
                  </a:lnTo>
                  <a:lnTo>
                    <a:pt x="5482" y="9541"/>
                  </a:lnTo>
                  <a:lnTo>
                    <a:pt x="5623" y="9209"/>
                  </a:lnTo>
                  <a:lnTo>
                    <a:pt x="5716" y="8746"/>
                  </a:lnTo>
                  <a:lnTo>
                    <a:pt x="5763" y="8282"/>
                  </a:lnTo>
                  <a:lnTo>
                    <a:pt x="5763" y="7950"/>
                  </a:lnTo>
                  <a:lnTo>
                    <a:pt x="5716" y="7552"/>
                  </a:lnTo>
                  <a:lnTo>
                    <a:pt x="5576" y="7222"/>
                  </a:lnTo>
                  <a:lnTo>
                    <a:pt x="5482" y="7090"/>
                  </a:lnTo>
                  <a:lnTo>
                    <a:pt x="5388" y="7023"/>
                  </a:lnTo>
                  <a:lnTo>
                    <a:pt x="5061" y="6891"/>
                  </a:lnTo>
                  <a:lnTo>
                    <a:pt x="4780" y="6824"/>
                  </a:lnTo>
                  <a:lnTo>
                    <a:pt x="4452" y="6891"/>
                  </a:lnTo>
                  <a:lnTo>
                    <a:pt x="4123" y="6956"/>
                  </a:lnTo>
                  <a:lnTo>
                    <a:pt x="3749" y="7155"/>
                  </a:lnTo>
                  <a:lnTo>
                    <a:pt x="3421" y="7354"/>
                  </a:lnTo>
                  <a:lnTo>
                    <a:pt x="2764" y="7885"/>
                  </a:lnTo>
                  <a:lnTo>
                    <a:pt x="1921" y="8548"/>
                  </a:lnTo>
                  <a:lnTo>
                    <a:pt x="1547" y="8878"/>
                  </a:lnTo>
                  <a:lnTo>
                    <a:pt x="1171" y="9209"/>
                  </a:lnTo>
                  <a:lnTo>
                    <a:pt x="1078" y="9342"/>
                  </a:lnTo>
                  <a:lnTo>
                    <a:pt x="1031" y="9474"/>
                  </a:lnTo>
                  <a:lnTo>
                    <a:pt x="1031" y="9606"/>
                  </a:lnTo>
                  <a:lnTo>
                    <a:pt x="1078" y="9673"/>
                  </a:lnTo>
                  <a:lnTo>
                    <a:pt x="1124" y="9805"/>
                  </a:lnTo>
                  <a:lnTo>
                    <a:pt x="1219" y="9872"/>
                  </a:lnTo>
                  <a:lnTo>
                    <a:pt x="1406" y="9872"/>
                  </a:lnTo>
                  <a:lnTo>
                    <a:pt x="1968" y="9474"/>
                  </a:lnTo>
                  <a:lnTo>
                    <a:pt x="2483" y="9010"/>
                  </a:lnTo>
                  <a:lnTo>
                    <a:pt x="3561" y="8148"/>
                  </a:lnTo>
                  <a:lnTo>
                    <a:pt x="4076" y="7818"/>
                  </a:lnTo>
                  <a:lnTo>
                    <a:pt x="4311" y="7686"/>
                  </a:lnTo>
                  <a:lnTo>
                    <a:pt x="4592" y="7619"/>
                  </a:lnTo>
                  <a:lnTo>
                    <a:pt x="4780" y="7552"/>
                  </a:lnTo>
                  <a:lnTo>
                    <a:pt x="4920" y="7619"/>
                  </a:lnTo>
                  <a:lnTo>
                    <a:pt x="5107" y="7686"/>
                  </a:lnTo>
                  <a:lnTo>
                    <a:pt x="5154" y="7751"/>
                  </a:lnTo>
                  <a:lnTo>
                    <a:pt x="5201" y="7885"/>
                  </a:lnTo>
                  <a:lnTo>
                    <a:pt x="5247" y="8083"/>
                  </a:lnTo>
                  <a:lnTo>
                    <a:pt x="5247" y="8282"/>
                  </a:lnTo>
                  <a:lnTo>
                    <a:pt x="5201" y="8746"/>
                  </a:lnTo>
                  <a:lnTo>
                    <a:pt x="5107" y="9077"/>
                  </a:lnTo>
                  <a:lnTo>
                    <a:pt x="4920" y="9474"/>
                  </a:lnTo>
                  <a:lnTo>
                    <a:pt x="4733" y="9740"/>
                  </a:lnTo>
                  <a:lnTo>
                    <a:pt x="4545" y="10070"/>
                  </a:lnTo>
                  <a:lnTo>
                    <a:pt x="4030" y="10534"/>
                  </a:lnTo>
                  <a:lnTo>
                    <a:pt x="3561" y="10932"/>
                  </a:lnTo>
                  <a:lnTo>
                    <a:pt x="2999" y="11396"/>
                  </a:lnTo>
                  <a:lnTo>
                    <a:pt x="2437" y="11793"/>
                  </a:lnTo>
                  <a:lnTo>
                    <a:pt x="1874" y="12191"/>
                  </a:lnTo>
                  <a:lnTo>
                    <a:pt x="1687" y="12323"/>
                  </a:lnTo>
                  <a:lnTo>
                    <a:pt x="1593" y="12390"/>
                  </a:lnTo>
                  <a:lnTo>
                    <a:pt x="1547" y="12521"/>
                  </a:lnTo>
                  <a:lnTo>
                    <a:pt x="1500" y="12521"/>
                  </a:lnTo>
                  <a:lnTo>
                    <a:pt x="1359" y="12390"/>
                  </a:lnTo>
                  <a:lnTo>
                    <a:pt x="1124" y="12124"/>
                  </a:lnTo>
                  <a:lnTo>
                    <a:pt x="890" y="11662"/>
                  </a:lnTo>
                  <a:lnTo>
                    <a:pt x="750" y="11329"/>
                  </a:lnTo>
                  <a:lnTo>
                    <a:pt x="657" y="10932"/>
                  </a:lnTo>
                  <a:lnTo>
                    <a:pt x="609" y="10534"/>
                  </a:lnTo>
                  <a:lnTo>
                    <a:pt x="609" y="9673"/>
                  </a:lnTo>
                  <a:lnTo>
                    <a:pt x="703" y="9275"/>
                  </a:lnTo>
                  <a:lnTo>
                    <a:pt x="843" y="8811"/>
                  </a:lnTo>
                  <a:lnTo>
                    <a:pt x="984" y="8414"/>
                  </a:lnTo>
                  <a:lnTo>
                    <a:pt x="1171" y="8083"/>
                  </a:lnTo>
                  <a:lnTo>
                    <a:pt x="1406" y="7751"/>
                  </a:lnTo>
                  <a:lnTo>
                    <a:pt x="1921" y="7155"/>
                  </a:lnTo>
                  <a:lnTo>
                    <a:pt x="2437" y="6691"/>
                  </a:lnTo>
                  <a:lnTo>
                    <a:pt x="3045" y="6293"/>
                  </a:lnTo>
                  <a:lnTo>
                    <a:pt x="3140" y="6161"/>
                  </a:lnTo>
                  <a:lnTo>
                    <a:pt x="3186" y="5963"/>
                  </a:lnTo>
                  <a:lnTo>
                    <a:pt x="3280" y="5632"/>
                  </a:lnTo>
                  <a:lnTo>
                    <a:pt x="3468" y="5233"/>
                  </a:lnTo>
                  <a:lnTo>
                    <a:pt x="3702" y="4902"/>
                  </a:lnTo>
                  <a:lnTo>
                    <a:pt x="3890" y="4572"/>
                  </a:lnTo>
                  <a:lnTo>
                    <a:pt x="4123" y="4306"/>
                  </a:lnTo>
                  <a:lnTo>
                    <a:pt x="4404" y="4041"/>
                  </a:lnTo>
                  <a:lnTo>
                    <a:pt x="4639" y="3842"/>
                  </a:lnTo>
                  <a:lnTo>
                    <a:pt x="4920" y="3710"/>
                  </a:lnTo>
                  <a:lnTo>
                    <a:pt x="5247" y="3577"/>
                  </a:lnTo>
                  <a:lnTo>
                    <a:pt x="5528" y="3511"/>
                  </a:lnTo>
                  <a:lnTo>
                    <a:pt x="5811" y="3445"/>
                  </a:lnTo>
                  <a:lnTo>
                    <a:pt x="5997" y="3710"/>
                  </a:lnTo>
                  <a:lnTo>
                    <a:pt x="6232" y="3909"/>
                  </a:lnTo>
                  <a:lnTo>
                    <a:pt x="6559" y="4239"/>
                  </a:lnTo>
                  <a:lnTo>
                    <a:pt x="6841" y="4637"/>
                  </a:lnTo>
                  <a:lnTo>
                    <a:pt x="6982" y="4902"/>
                  </a:lnTo>
                  <a:lnTo>
                    <a:pt x="7075" y="5233"/>
                  </a:lnTo>
                  <a:lnTo>
                    <a:pt x="7216" y="5831"/>
                  </a:lnTo>
                  <a:lnTo>
                    <a:pt x="7309" y="6427"/>
                  </a:lnTo>
                  <a:lnTo>
                    <a:pt x="7263" y="7090"/>
                  </a:lnTo>
                  <a:lnTo>
                    <a:pt x="7168" y="7686"/>
                  </a:lnTo>
                  <a:lnTo>
                    <a:pt x="6982" y="8215"/>
                  </a:lnTo>
                  <a:lnTo>
                    <a:pt x="6466" y="9144"/>
                  </a:lnTo>
                  <a:lnTo>
                    <a:pt x="6232" y="9606"/>
                  </a:lnTo>
                  <a:lnTo>
                    <a:pt x="6044" y="10137"/>
                  </a:lnTo>
                  <a:lnTo>
                    <a:pt x="5951" y="10733"/>
                  </a:lnTo>
                  <a:lnTo>
                    <a:pt x="5951" y="11329"/>
                  </a:lnTo>
                  <a:lnTo>
                    <a:pt x="5997" y="11595"/>
                  </a:lnTo>
                  <a:lnTo>
                    <a:pt x="6092" y="11860"/>
                  </a:lnTo>
                  <a:lnTo>
                    <a:pt x="6138" y="12059"/>
                  </a:lnTo>
                  <a:lnTo>
                    <a:pt x="6278" y="12258"/>
                  </a:lnTo>
                  <a:lnTo>
                    <a:pt x="6559" y="12521"/>
                  </a:lnTo>
                  <a:lnTo>
                    <a:pt x="6887" y="12655"/>
                  </a:lnTo>
                  <a:lnTo>
                    <a:pt x="7216" y="12720"/>
                  </a:lnTo>
                  <a:lnTo>
                    <a:pt x="7590" y="12655"/>
                  </a:lnTo>
                  <a:lnTo>
                    <a:pt x="7918" y="12521"/>
                  </a:lnTo>
                  <a:lnTo>
                    <a:pt x="8247" y="12323"/>
                  </a:lnTo>
                  <a:lnTo>
                    <a:pt x="8528" y="12059"/>
                  </a:lnTo>
                  <a:lnTo>
                    <a:pt x="8809" y="11662"/>
                  </a:lnTo>
                  <a:lnTo>
                    <a:pt x="8996" y="11197"/>
                  </a:lnTo>
                  <a:lnTo>
                    <a:pt x="9230" y="10800"/>
                  </a:lnTo>
                  <a:lnTo>
                    <a:pt x="9793" y="9474"/>
                  </a:lnTo>
                  <a:lnTo>
                    <a:pt x="10074" y="8811"/>
                  </a:lnTo>
                  <a:lnTo>
                    <a:pt x="10355" y="8083"/>
                  </a:lnTo>
                  <a:lnTo>
                    <a:pt x="10401" y="7950"/>
                  </a:lnTo>
                  <a:lnTo>
                    <a:pt x="10355" y="7818"/>
                  </a:lnTo>
                  <a:lnTo>
                    <a:pt x="10308" y="7686"/>
                  </a:lnTo>
                  <a:lnTo>
                    <a:pt x="10261" y="7552"/>
                  </a:lnTo>
                  <a:lnTo>
                    <a:pt x="9934" y="7552"/>
                  </a:lnTo>
                  <a:lnTo>
                    <a:pt x="9839" y="7686"/>
                  </a:lnTo>
                  <a:lnTo>
                    <a:pt x="9606" y="8282"/>
                  </a:lnTo>
                  <a:lnTo>
                    <a:pt x="9325" y="8811"/>
                  </a:lnTo>
                  <a:lnTo>
                    <a:pt x="8856" y="10005"/>
                  </a:lnTo>
                  <a:lnTo>
                    <a:pt x="8621" y="10468"/>
                  </a:lnTo>
                  <a:lnTo>
                    <a:pt x="8387" y="10932"/>
                  </a:lnTo>
                  <a:lnTo>
                    <a:pt x="8153" y="11329"/>
                  </a:lnTo>
                  <a:lnTo>
                    <a:pt x="7825" y="11727"/>
                  </a:lnTo>
                  <a:lnTo>
                    <a:pt x="7590" y="11860"/>
                  </a:lnTo>
                  <a:lnTo>
                    <a:pt x="7404" y="11925"/>
                  </a:lnTo>
                  <a:lnTo>
                    <a:pt x="7168" y="11860"/>
                  </a:lnTo>
                  <a:lnTo>
                    <a:pt x="6982" y="11793"/>
                  </a:lnTo>
                  <a:lnTo>
                    <a:pt x="6794" y="11662"/>
                  </a:lnTo>
                  <a:lnTo>
                    <a:pt x="6654" y="11463"/>
                  </a:lnTo>
                  <a:lnTo>
                    <a:pt x="6559" y="11197"/>
                  </a:lnTo>
                  <a:lnTo>
                    <a:pt x="6513" y="10865"/>
                  </a:lnTo>
                  <a:lnTo>
                    <a:pt x="6559" y="10534"/>
                  </a:lnTo>
                  <a:lnTo>
                    <a:pt x="6606" y="10269"/>
                  </a:lnTo>
                  <a:lnTo>
                    <a:pt x="6841" y="9740"/>
                  </a:lnTo>
                  <a:lnTo>
                    <a:pt x="7356" y="8811"/>
                  </a:lnTo>
                  <a:lnTo>
                    <a:pt x="7544" y="8414"/>
                  </a:lnTo>
                  <a:lnTo>
                    <a:pt x="7685" y="7950"/>
                  </a:lnTo>
                  <a:lnTo>
                    <a:pt x="7825" y="7487"/>
                  </a:lnTo>
                  <a:lnTo>
                    <a:pt x="7872" y="7023"/>
                  </a:lnTo>
                  <a:lnTo>
                    <a:pt x="7872" y="6030"/>
                  </a:lnTo>
                  <a:lnTo>
                    <a:pt x="7778" y="5565"/>
                  </a:lnTo>
                  <a:lnTo>
                    <a:pt x="7685" y="5101"/>
                  </a:lnTo>
                  <a:lnTo>
                    <a:pt x="7450" y="4572"/>
                  </a:lnTo>
                  <a:lnTo>
                    <a:pt x="7123" y="3909"/>
                  </a:lnTo>
                  <a:lnTo>
                    <a:pt x="6935" y="3643"/>
                  </a:lnTo>
                  <a:lnTo>
                    <a:pt x="6747" y="3445"/>
                  </a:lnTo>
                  <a:lnTo>
                    <a:pt x="6513" y="3246"/>
                  </a:lnTo>
                  <a:lnTo>
                    <a:pt x="6278" y="3114"/>
                  </a:lnTo>
                  <a:lnTo>
                    <a:pt x="6278" y="2650"/>
                  </a:lnTo>
                  <a:lnTo>
                    <a:pt x="6373" y="2384"/>
                  </a:lnTo>
                  <a:lnTo>
                    <a:pt x="6466" y="2119"/>
                  </a:lnTo>
                  <a:lnTo>
                    <a:pt x="6606" y="1855"/>
                  </a:lnTo>
                  <a:lnTo>
                    <a:pt x="6794" y="1656"/>
                  </a:lnTo>
                  <a:lnTo>
                    <a:pt x="7028" y="1523"/>
                  </a:lnTo>
                  <a:lnTo>
                    <a:pt x="7263" y="1458"/>
                  </a:lnTo>
                  <a:lnTo>
                    <a:pt x="7497" y="1391"/>
                  </a:lnTo>
                  <a:lnTo>
                    <a:pt x="7685" y="1391"/>
                  </a:lnTo>
                  <a:lnTo>
                    <a:pt x="7918" y="1458"/>
                  </a:lnTo>
                  <a:lnTo>
                    <a:pt x="8340" y="1656"/>
                  </a:lnTo>
                  <a:lnTo>
                    <a:pt x="9184" y="2186"/>
                  </a:lnTo>
                  <a:lnTo>
                    <a:pt x="9044" y="2384"/>
                  </a:lnTo>
                  <a:lnTo>
                    <a:pt x="8996" y="2583"/>
                  </a:lnTo>
                  <a:lnTo>
                    <a:pt x="8996" y="2980"/>
                  </a:lnTo>
                  <a:lnTo>
                    <a:pt x="9137" y="3378"/>
                  </a:lnTo>
                  <a:lnTo>
                    <a:pt x="9325" y="3643"/>
                  </a:lnTo>
                  <a:lnTo>
                    <a:pt x="9511" y="3909"/>
                  </a:lnTo>
                  <a:lnTo>
                    <a:pt x="9652" y="4108"/>
                  </a:lnTo>
                  <a:lnTo>
                    <a:pt x="9511" y="4505"/>
                  </a:lnTo>
                  <a:lnTo>
                    <a:pt x="9277" y="5498"/>
                  </a:lnTo>
                  <a:lnTo>
                    <a:pt x="9137" y="5896"/>
                  </a:lnTo>
                  <a:lnTo>
                    <a:pt x="8996" y="6293"/>
                  </a:lnTo>
                  <a:lnTo>
                    <a:pt x="8856" y="6691"/>
                  </a:lnTo>
                  <a:lnTo>
                    <a:pt x="8809" y="7090"/>
                  </a:lnTo>
                  <a:lnTo>
                    <a:pt x="8809" y="7222"/>
                  </a:lnTo>
                  <a:lnTo>
                    <a:pt x="8903" y="7289"/>
                  </a:lnTo>
                  <a:lnTo>
                    <a:pt x="8996" y="7354"/>
                  </a:lnTo>
                  <a:lnTo>
                    <a:pt x="9090" y="7289"/>
                  </a:lnTo>
                  <a:lnTo>
                    <a:pt x="9277" y="7023"/>
                  </a:lnTo>
                  <a:lnTo>
                    <a:pt x="9465" y="6691"/>
                  </a:lnTo>
                  <a:lnTo>
                    <a:pt x="9699" y="5896"/>
                  </a:lnTo>
                  <a:lnTo>
                    <a:pt x="9934" y="4902"/>
                  </a:lnTo>
                  <a:lnTo>
                    <a:pt x="9980" y="4438"/>
                  </a:lnTo>
                  <a:lnTo>
                    <a:pt x="9980" y="4373"/>
                  </a:lnTo>
                  <a:lnTo>
                    <a:pt x="10682" y="4836"/>
                  </a:lnTo>
                  <a:lnTo>
                    <a:pt x="10965" y="5168"/>
                  </a:lnTo>
                  <a:lnTo>
                    <a:pt x="11105" y="5433"/>
                  </a:lnTo>
                  <a:lnTo>
                    <a:pt x="11246" y="5697"/>
                  </a:lnTo>
                  <a:lnTo>
                    <a:pt x="11339" y="5963"/>
                  </a:lnTo>
                  <a:lnTo>
                    <a:pt x="11339" y="6228"/>
                  </a:lnTo>
                  <a:lnTo>
                    <a:pt x="11292" y="6492"/>
                  </a:lnTo>
                  <a:lnTo>
                    <a:pt x="11105" y="6691"/>
                  </a:lnTo>
                  <a:lnTo>
                    <a:pt x="11011" y="6824"/>
                  </a:lnTo>
                  <a:lnTo>
                    <a:pt x="10965" y="6956"/>
                  </a:lnTo>
                  <a:lnTo>
                    <a:pt x="10965" y="7090"/>
                  </a:lnTo>
                  <a:lnTo>
                    <a:pt x="11011" y="7222"/>
                  </a:lnTo>
                  <a:lnTo>
                    <a:pt x="11058" y="7354"/>
                  </a:lnTo>
                  <a:lnTo>
                    <a:pt x="11151" y="7420"/>
                  </a:lnTo>
                  <a:lnTo>
                    <a:pt x="11292" y="7420"/>
                  </a:lnTo>
                  <a:lnTo>
                    <a:pt x="11386" y="7354"/>
                  </a:lnTo>
                  <a:lnTo>
                    <a:pt x="11620" y="7090"/>
                  </a:lnTo>
                  <a:lnTo>
                    <a:pt x="11761" y="6824"/>
                  </a:lnTo>
                  <a:lnTo>
                    <a:pt x="11855" y="6492"/>
                  </a:lnTo>
                  <a:lnTo>
                    <a:pt x="11855" y="5764"/>
                  </a:lnTo>
                  <a:lnTo>
                    <a:pt x="11761" y="5433"/>
                  </a:lnTo>
                  <a:lnTo>
                    <a:pt x="11620" y="5101"/>
                  </a:lnTo>
                  <a:lnTo>
                    <a:pt x="11480" y="4770"/>
                  </a:lnTo>
                  <a:lnTo>
                    <a:pt x="11246" y="4438"/>
                  </a:lnTo>
                  <a:lnTo>
                    <a:pt x="10965" y="4239"/>
                  </a:lnTo>
                  <a:lnTo>
                    <a:pt x="10355" y="3775"/>
                  </a:lnTo>
                  <a:lnTo>
                    <a:pt x="10074" y="3577"/>
                  </a:lnTo>
                  <a:lnTo>
                    <a:pt x="9699" y="3246"/>
                  </a:lnTo>
                  <a:lnTo>
                    <a:pt x="9511" y="2980"/>
                  </a:lnTo>
                  <a:lnTo>
                    <a:pt x="9418" y="2782"/>
                  </a:lnTo>
                  <a:lnTo>
                    <a:pt x="9371" y="2583"/>
                  </a:lnTo>
                  <a:lnTo>
                    <a:pt x="9418" y="2318"/>
                  </a:lnTo>
                  <a:lnTo>
                    <a:pt x="9558" y="2451"/>
                  </a:lnTo>
                  <a:lnTo>
                    <a:pt x="9652" y="2451"/>
                  </a:lnTo>
                  <a:lnTo>
                    <a:pt x="9699" y="2384"/>
                  </a:lnTo>
                  <a:lnTo>
                    <a:pt x="9746" y="2252"/>
                  </a:lnTo>
                  <a:lnTo>
                    <a:pt x="9839" y="2054"/>
                  </a:lnTo>
                  <a:lnTo>
                    <a:pt x="9980" y="1721"/>
                  </a:lnTo>
                  <a:lnTo>
                    <a:pt x="10120" y="1458"/>
                  </a:lnTo>
                  <a:lnTo>
                    <a:pt x="10355" y="1259"/>
                  </a:lnTo>
                  <a:lnTo>
                    <a:pt x="10589" y="1125"/>
                  </a:lnTo>
                  <a:lnTo>
                    <a:pt x="10824" y="1060"/>
                  </a:lnTo>
                  <a:lnTo>
                    <a:pt x="11105" y="993"/>
                  </a:lnTo>
                  <a:lnTo>
                    <a:pt x="11573" y="927"/>
                  </a:lnTo>
                  <a:close/>
                  <a:moveTo>
                    <a:pt x="16962" y="16830"/>
                  </a:moveTo>
                  <a:lnTo>
                    <a:pt x="17150" y="17028"/>
                  </a:lnTo>
                  <a:lnTo>
                    <a:pt x="17150" y="17093"/>
                  </a:lnTo>
                  <a:lnTo>
                    <a:pt x="17055" y="17093"/>
                  </a:lnTo>
                  <a:lnTo>
                    <a:pt x="16915" y="17227"/>
                  </a:lnTo>
                  <a:lnTo>
                    <a:pt x="16586" y="17823"/>
                  </a:lnTo>
                  <a:lnTo>
                    <a:pt x="16212" y="18419"/>
                  </a:lnTo>
                  <a:lnTo>
                    <a:pt x="15791" y="18950"/>
                  </a:lnTo>
                  <a:lnTo>
                    <a:pt x="15369" y="19413"/>
                  </a:lnTo>
                  <a:lnTo>
                    <a:pt x="14619" y="20009"/>
                  </a:lnTo>
                  <a:lnTo>
                    <a:pt x="13869" y="20607"/>
                  </a:lnTo>
                  <a:lnTo>
                    <a:pt x="13588" y="20540"/>
                  </a:lnTo>
                  <a:lnTo>
                    <a:pt x="13307" y="20408"/>
                  </a:lnTo>
                  <a:lnTo>
                    <a:pt x="13072" y="20207"/>
                  </a:lnTo>
                  <a:lnTo>
                    <a:pt x="12839" y="20009"/>
                  </a:lnTo>
                  <a:lnTo>
                    <a:pt x="13401" y="19877"/>
                  </a:lnTo>
                  <a:lnTo>
                    <a:pt x="13917" y="19611"/>
                  </a:lnTo>
                  <a:lnTo>
                    <a:pt x="14432" y="19281"/>
                  </a:lnTo>
                  <a:lnTo>
                    <a:pt x="14948" y="18950"/>
                  </a:lnTo>
                  <a:lnTo>
                    <a:pt x="15510" y="18486"/>
                  </a:lnTo>
                  <a:lnTo>
                    <a:pt x="16024" y="17955"/>
                  </a:lnTo>
                  <a:lnTo>
                    <a:pt x="16493" y="17426"/>
                  </a:lnTo>
                  <a:lnTo>
                    <a:pt x="16962" y="16830"/>
                  </a:lnTo>
                  <a:close/>
                  <a:moveTo>
                    <a:pt x="17383" y="17426"/>
                  </a:moveTo>
                  <a:lnTo>
                    <a:pt x="17524" y="17691"/>
                  </a:lnTo>
                  <a:lnTo>
                    <a:pt x="17617" y="18022"/>
                  </a:lnTo>
                  <a:lnTo>
                    <a:pt x="17805" y="18685"/>
                  </a:lnTo>
                  <a:lnTo>
                    <a:pt x="17805" y="19611"/>
                  </a:lnTo>
                  <a:lnTo>
                    <a:pt x="17712" y="19810"/>
                  </a:lnTo>
                  <a:lnTo>
                    <a:pt x="17664" y="19745"/>
                  </a:lnTo>
                  <a:lnTo>
                    <a:pt x="17524" y="19745"/>
                  </a:lnTo>
                  <a:lnTo>
                    <a:pt x="17524" y="19810"/>
                  </a:lnTo>
                  <a:lnTo>
                    <a:pt x="17383" y="20207"/>
                  </a:lnTo>
                  <a:lnTo>
                    <a:pt x="16305" y="20408"/>
                  </a:lnTo>
                  <a:lnTo>
                    <a:pt x="16493" y="20207"/>
                  </a:lnTo>
                  <a:lnTo>
                    <a:pt x="17009" y="19678"/>
                  </a:lnTo>
                  <a:lnTo>
                    <a:pt x="17477" y="19082"/>
                  </a:lnTo>
                  <a:lnTo>
                    <a:pt x="17571" y="18950"/>
                  </a:lnTo>
                  <a:lnTo>
                    <a:pt x="17571" y="18750"/>
                  </a:lnTo>
                  <a:lnTo>
                    <a:pt x="17524" y="18618"/>
                  </a:lnTo>
                  <a:lnTo>
                    <a:pt x="17383" y="18551"/>
                  </a:lnTo>
                  <a:lnTo>
                    <a:pt x="17290" y="18551"/>
                  </a:lnTo>
                  <a:lnTo>
                    <a:pt x="17196" y="18618"/>
                  </a:lnTo>
                  <a:lnTo>
                    <a:pt x="16681" y="19214"/>
                  </a:lnTo>
                  <a:lnTo>
                    <a:pt x="16165" y="19810"/>
                  </a:lnTo>
                  <a:lnTo>
                    <a:pt x="15837" y="20142"/>
                  </a:lnTo>
                  <a:lnTo>
                    <a:pt x="15743" y="20274"/>
                  </a:lnTo>
                  <a:lnTo>
                    <a:pt x="15650" y="20540"/>
                  </a:lnTo>
                  <a:lnTo>
                    <a:pt x="14900" y="20607"/>
                  </a:lnTo>
                  <a:lnTo>
                    <a:pt x="14665" y="20672"/>
                  </a:lnTo>
                  <a:lnTo>
                    <a:pt x="15041" y="20408"/>
                  </a:lnTo>
                  <a:lnTo>
                    <a:pt x="15415" y="20075"/>
                  </a:lnTo>
                  <a:lnTo>
                    <a:pt x="15791" y="19745"/>
                  </a:lnTo>
                  <a:lnTo>
                    <a:pt x="16165" y="19413"/>
                  </a:lnTo>
                  <a:lnTo>
                    <a:pt x="16493" y="18950"/>
                  </a:lnTo>
                  <a:lnTo>
                    <a:pt x="16774" y="18551"/>
                  </a:lnTo>
                  <a:lnTo>
                    <a:pt x="17055" y="18089"/>
                  </a:lnTo>
                  <a:lnTo>
                    <a:pt x="17336" y="17557"/>
                  </a:lnTo>
                  <a:lnTo>
                    <a:pt x="17383" y="17426"/>
                  </a:lnTo>
                  <a:close/>
                  <a:moveTo>
                    <a:pt x="11573" y="0"/>
                  </a:moveTo>
                  <a:lnTo>
                    <a:pt x="11246" y="65"/>
                  </a:lnTo>
                  <a:lnTo>
                    <a:pt x="10918" y="65"/>
                  </a:lnTo>
                  <a:lnTo>
                    <a:pt x="10589" y="199"/>
                  </a:lnTo>
                  <a:lnTo>
                    <a:pt x="10261" y="331"/>
                  </a:lnTo>
                  <a:lnTo>
                    <a:pt x="9980" y="529"/>
                  </a:lnTo>
                  <a:lnTo>
                    <a:pt x="9699" y="795"/>
                  </a:lnTo>
                  <a:lnTo>
                    <a:pt x="9465" y="1125"/>
                  </a:lnTo>
                  <a:lnTo>
                    <a:pt x="9325" y="1523"/>
                  </a:lnTo>
                  <a:lnTo>
                    <a:pt x="8809" y="1125"/>
                  </a:lnTo>
                  <a:lnTo>
                    <a:pt x="8294" y="795"/>
                  </a:lnTo>
                  <a:lnTo>
                    <a:pt x="8013" y="661"/>
                  </a:lnTo>
                  <a:lnTo>
                    <a:pt x="7732" y="596"/>
                  </a:lnTo>
                  <a:lnTo>
                    <a:pt x="7168" y="596"/>
                  </a:lnTo>
                  <a:lnTo>
                    <a:pt x="6887" y="728"/>
                  </a:lnTo>
                  <a:lnTo>
                    <a:pt x="6654" y="860"/>
                  </a:lnTo>
                  <a:lnTo>
                    <a:pt x="6419" y="1060"/>
                  </a:lnTo>
                  <a:lnTo>
                    <a:pt x="6185" y="1324"/>
                  </a:lnTo>
                  <a:lnTo>
                    <a:pt x="5997" y="1590"/>
                  </a:lnTo>
                  <a:lnTo>
                    <a:pt x="5857" y="1920"/>
                  </a:lnTo>
                  <a:lnTo>
                    <a:pt x="5763" y="2252"/>
                  </a:lnTo>
                  <a:lnTo>
                    <a:pt x="5716" y="2650"/>
                  </a:lnTo>
                  <a:lnTo>
                    <a:pt x="5342" y="2717"/>
                  </a:lnTo>
                  <a:lnTo>
                    <a:pt x="4966" y="2782"/>
                  </a:lnTo>
                  <a:lnTo>
                    <a:pt x="4592" y="2980"/>
                  </a:lnTo>
                  <a:lnTo>
                    <a:pt x="4264" y="3246"/>
                  </a:lnTo>
                  <a:lnTo>
                    <a:pt x="3936" y="3511"/>
                  </a:lnTo>
                  <a:lnTo>
                    <a:pt x="3655" y="3775"/>
                  </a:lnTo>
                  <a:lnTo>
                    <a:pt x="3373" y="4174"/>
                  </a:lnTo>
                  <a:lnTo>
                    <a:pt x="3092" y="4572"/>
                  </a:lnTo>
                  <a:lnTo>
                    <a:pt x="2859" y="5034"/>
                  </a:lnTo>
                  <a:lnTo>
                    <a:pt x="2671" y="5565"/>
                  </a:lnTo>
                  <a:lnTo>
                    <a:pt x="2530" y="5697"/>
                  </a:lnTo>
                  <a:lnTo>
                    <a:pt x="2343" y="5831"/>
                  </a:lnTo>
                  <a:lnTo>
                    <a:pt x="1921" y="6095"/>
                  </a:lnTo>
                  <a:lnTo>
                    <a:pt x="1547" y="6427"/>
                  </a:lnTo>
                  <a:lnTo>
                    <a:pt x="1219" y="6824"/>
                  </a:lnTo>
                  <a:lnTo>
                    <a:pt x="890" y="7222"/>
                  </a:lnTo>
                  <a:lnTo>
                    <a:pt x="609" y="7686"/>
                  </a:lnTo>
                  <a:lnTo>
                    <a:pt x="422" y="8148"/>
                  </a:lnTo>
                  <a:lnTo>
                    <a:pt x="234" y="8613"/>
                  </a:lnTo>
                  <a:lnTo>
                    <a:pt x="93" y="9144"/>
                  </a:lnTo>
                  <a:lnTo>
                    <a:pt x="47" y="9606"/>
                  </a:lnTo>
                  <a:lnTo>
                    <a:pt x="0" y="10137"/>
                  </a:lnTo>
                  <a:lnTo>
                    <a:pt x="0" y="10666"/>
                  </a:lnTo>
                  <a:lnTo>
                    <a:pt x="93" y="11197"/>
                  </a:lnTo>
                  <a:lnTo>
                    <a:pt x="234" y="11727"/>
                  </a:lnTo>
                  <a:lnTo>
                    <a:pt x="376" y="12124"/>
                  </a:lnTo>
                  <a:lnTo>
                    <a:pt x="562" y="12521"/>
                  </a:lnTo>
                  <a:lnTo>
                    <a:pt x="843" y="12854"/>
                  </a:lnTo>
                  <a:lnTo>
                    <a:pt x="1124" y="13184"/>
                  </a:lnTo>
                  <a:lnTo>
                    <a:pt x="1359" y="13318"/>
                  </a:lnTo>
                  <a:lnTo>
                    <a:pt x="1312" y="13715"/>
                  </a:lnTo>
                  <a:lnTo>
                    <a:pt x="1312" y="14113"/>
                  </a:lnTo>
                  <a:lnTo>
                    <a:pt x="1359" y="14510"/>
                  </a:lnTo>
                  <a:lnTo>
                    <a:pt x="1406" y="14841"/>
                  </a:lnTo>
                  <a:lnTo>
                    <a:pt x="1500" y="15238"/>
                  </a:lnTo>
                  <a:lnTo>
                    <a:pt x="1640" y="15570"/>
                  </a:lnTo>
                  <a:lnTo>
                    <a:pt x="1828" y="15901"/>
                  </a:lnTo>
                  <a:lnTo>
                    <a:pt x="2062" y="16233"/>
                  </a:lnTo>
                  <a:lnTo>
                    <a:pt x="2295" y="16432"/>
                  </a:lnTo>
                  <a:lnTo>
                    <a:pt x="2530" y="16631"/>
                  </a:lnTo>
                  <a:lnTo>
                    <a:pt x="2811" y="16763"/>
                  </a:lnTo>
                  <a:lnTo>
                    <a:pt x="3092" y="16830"/>
                  </a:lnTo>
                  <a:lnTo>
                    <a:pt x="3373" y="16895"/>
                  </a:lnTo>
                  <a:lnTo>
                    <a:pt x="3655" y="16830"/>
                  </a:lnTo>
                  <a:lnTo>
                    <a:pt x="3936" y="16763"/>
                  </a:lnTo>
                  <a:lnTo>
                    <a:pt x="4217" y="16631"/>
                  </a:lnTo>
                  <a:lnTo>
                    <a:pt x="4311" y="16895"/>
                  </a:lnTo>
                  <a:lnTo>
                    <a:pt x="4404" y="17160"/>
                  </a:lnTo>
                  <a:lnTo>
                    <a:pt x="4592" y="17426"/>
                  </a:lnTo>
                  <a:lnTo>
                    <a:pt x="4780" y="17624"/>
                  </a:lnTo>
                  <a:lnTo>
                    <a:pt x="5014" y="17823"/>
                  </a:lnTo>
                  <a:lnTo>
                    <a:pt x="5247" y="17890"/>
                  </a:lnTo>
                  <a:lnTo>
                    <a:pt x="5482" y="17955"/>
                  </a:lnTo>
                  <a:lnTo>
                    <a:pt x="5716" y="17955"/>
                  </a:lnTo>
                  <a:lnTo>
                    <a:pt x="6185" y="17890"/>
                  </a:lnTo>
                  <a:lnTo>
                    <a:pt x="6701" y="17691"/>
                  </a:lnTo>
                  <a:lnTo>
                    <a:pt x="7263" y="17426"/>
                  </a:lnTo>
                  <a:lnTo>
                    <a:pt x="7872" y="17292"/>
                  </a:lnTo>
                  <a:lnTo>
                    <a:pt x="8434" y="17292"/>
                  </a:lnTo>
                  <a:lnTo>
                    <a:pt x="9044" y="17359"/>
                  </a:lnTo>
                  <a:lnTo>
                    <a:pt x="9511" y="17426"/>
                  </a:lnTo>
                  <a:lnTo>
                    <a:pt x="9746" y="17426"/>
                  </a:lnTo>
                  <a:lnTo>
                    <a:pt x="9980" y="17359"/>
                  </a:lnTo>
                  <a:lnTo>
                    <a:pt x="10168" y="17557"/>
                  </a:lnTo>
                  <a:lnTo>
                    <a:pt x="10401" y="17691"/>
                  </a:lnTo>
                  <a:lnTo>
                    <a:pt x="10636" y="17756"/>
                  </a:lnTo>
                  <a:lnTo>
                    <a:pt x="10918" y="17823"/>
                  </a:lnTo>
                  <a:lnTo>
                    <a:pt x="11527" y="17890"/>
                  </a:lnTo>
                  <a:lnTo>
                    <a:pt x="11996" y="17823"/>
                  </a:lnTo>
                  <a:lnTo>
                    <a:pt x="12136" y="17823"/>
                  </a:lnTo>
                  <a:lnTo>
                    <a:pt x="11948" y="18352"/>
                  </a:lnTo>
                  <a:lnTo>
                    <a:pt x="11901" y="18618"/>
                  </a:lnTo>
                  <a:lnTo>
                    <a:pt x="11855" y="18950"/>
                  </a:lnTo>
                  <a:lnTo>
                    <a:pt x="11901" y="19214"/>
                  </a:lnTo>
                  <a:lnTo>
                    <a:pt x="11948" y="19479"/>
                  </a:lnTo>
                  <a:lnTo>
                    <a:pt x="12089" y="20009"/>
                  </a:lnTo>
                  <a:lnTo>
                    <a:pt x="12323" y="20473"/>
                  </a:lnTo>
                  <a:lnTo>
                    <a:pt x="12558" y="20805"/>
                  </a:lnTo>
                  <a:lnTo>
                    <a:pt x="12744" y="21004"/>
                  </a:lnTo>
                  <a:lnTo>
                    <a:pt x="13026" y="21203"/>
                  </a:lnTo>
                  <a:lnTo>
                    <a:pt x="13260" y="21334"/>
                  </a:lnTo>
                  <a:lnTo>
                    <a:pt x="13822" y="21533"/>
                  </a:lnTo>
                  <a:lnTo>
                    <a:pt x="14432" y="21600"/>
                  </a:lnTo>
                  <a:lnTo>
                    <a:pt x="15041" y="21533"/>
                  </a:lnTo>
                  <a:lnTo>
                    <a:pt x="15603" y="21466"/>
                  </a:lnTo>
                  <a:lnTo>
                    <a:pt x="16727" y="21268"/>
                  </a:lnTo>
                  <a:lnTo>
                    <a:pt x="17805" y="21069"/>
                  </a:lnTo>
                  <a:lnTo>
                    <a:pt x="18321" y="20870"/>
                  </a:lnTo>
                  <a:lnTo>
                    <a:pt x="18836" y="20607"/>
                  </a:lnTo>
                  <a:lnTo>
                    <a:pt x="19257" y="20341"/>
                  </a:lnTo>
                  <a:lnTo>
                    <a:pt x="19633" y="19944"/>
                  </a:lnTo>
                  <a:lnTo>
                    <a:pt x="19960" y="19479"/>
                  </a:lnTo>
                  <a:lnTo>
                    <a:pt x="20242" y="19015"/>
                  </a:lnTo>
                  <a:lnTo>
                    <a:pt x="20476" y="18486"/>
                  </a:lnTo>
                  <a:lnTo>
                    <a:pt x="20710" y="17955"/>
                  </a:lnTo>
                  <a:lnTo>
                    <a:pt x="20897" y="17426"/>
                  </a:lnTo>
                  <a:lnTo>
                    <a:pt x="20991" y="16830"/>
                  </a:lnTo>
                  <a:lnTo>
                    <a:pt x="21085" y="16233"/>
                  </a:lnTo>
                  <a:lnTo>
                    <a:pt x="21131" y="15636"/>
                  </a:lnTo>
                  <a:lnTo>
                    <a:pt x="21085" y="15039"/>
                  </a:lnTo>
                  <a:lnTo>
                    <a:pt x="21038" y="14443"/>
                  </a:lnTo>
                  <a:lnTo>
                    <a:pt x="21319" y="13450"/>
                  </a:lnTo>
                  <a:lnTo>
                    <a:pt x="21507" y="12521"/>
                  </a:lnTo>
                  <a:lnTo>
                    <a:pt x="21600" y="11463"/>
                  </a:lnTo>
                  <a:lnTo>
                    <a:pt x="21600" y="10468"/>
                  </a:lnTo>
                  <a:lnTo>
                    <a:pt x="21507" y="9805"/>
                  </a:lnTo>
                  <a:lnTo>
                    <a:pt x="21366" y="9144"/>
                  </a:lnTo>
                  <a:lnTo>
                    <a:pt x="21273" y="8878"/>
                  </a:lnTo>
                  <a:lnTo>
                    <a:pt x="21131" y="8613"/>
                  </a:lnTo>
                  <a:lnTo>
                    <a:pt x="20945" y="8414"/>
                  </a:lnTo>
                  <a:lnTo>
                    <a:pt x="20757" y="8282"/>
                  </a:lnTo>
                  <a:lnTo>
                    <a:pt x="20757" y="7487"/>
                  </a:lnTo>
                  <a:lnTo>
                    <a:pt x="20664" y="6757"/>
                  </a:lnTo>
                  <a:lnTo>
                    <a:pt x="20476" y="6095"/>
                  </a:lnTo>
                  <a:lnTo>
                    <a:pt x="20148" y="5433"/>
                  </a:lnTo>
                  <a:lnTo>
                    <a:pt x="19960" y="5101"/>
                  </a:lnTo>
                  <a:lnTo>
                    <a:pt x="19726" y="4770"/>
                  </a:lnTo>
                  <a:lnTo>
                    <a:pt x="19445" y="4505"/>
                  </a:lnTo>
                  <a:lnTo>
                    <a:pt x="19164" y="4306"/>
                  </a:lnTo>
                  <a:lnTo>
                    <a:pt x="18836" y="4041"/>
                  </a:lnTo>
                  <a:lnTo>
                    <a:pt x="18555" y="3710"/>
                  </a:lnTo>
                  <a:lnTo>
                    <a:pt x="18367" y="3313"/>
                  </a:lnTo>
                  <a:lnTo>
                    <a:pt x="18181" y="2849"/>
                  </a:lnTo>
                  <a:lnTo>
                    <a:pt x="18040" y="2451"/>
                  </a:lnTo>
                  <a:lnTo>
                    <a:pt x="17852" y="2054"/>
                  </a:lnTo>
                  <a:lnTo>
                    <a:pt x="17664" y="1788"/>
                  </a:lnTo>
                  <a:lnTo>
                    <a:pt x="17477" y="1458"/>
                  </a:lnTo>
                  <a:lnTo>
                    <a:pt x="17243" y="1259"/>
                  </a:lnTo>
                  <a:lnTo>
                    <a:pt x="16962" y="1060"/>
                  </a:lnTo>
                  <a:lnTo>
                    <a:pt x="16681" y="927"/>
                  </a:lnTo>
                  <a:lnTo>
                    <a:pt x="16353" y="795"/>
                  </a:lnTo>
                  <a:lnTo>
                    <a:pt x="15791" y="795"/>
                  </a:lnTo>
                  <a:lnTo>
                    <a:pt x="15181" y="860"/>
                  </a:lnTo>
                  <a:lnTo>
                    <a:pt x="14572" y="1060"/>
                  </a:lnTo>
                  <a:lnTo>
                    <a:pt x="14010" y="1259"/>
                  </a:lnTo>
                  <a:lnTo>
                    <a:pt x="13822" y="927"/>
                  </a:lnTo>
                  <a:lnTo>
                    <a:pt x="13541" y="596"/>
                  </a:lnTo>
                  <a:lnTo>
                    <a:pt x="13260" y="397"/>
                  </a:lnTo>
                  <a:lnTo>
                    <a:pt x="12932" y="264"/>
                  </a:lnTo>
                  <a:lnTo>
                    <a:pt x="12604" y="132"/>
                  </a:lnTo>
                  <a:lnTo>
                    <a:pt x="12229" y="65"/>
                  </a:lnTo>
                  <a:lnTo>
                    <a:pt x="11573"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370" name="Google Shape;426;p8"/>
            <p:cNvSpPr/>
            <p:nvPr/>
          </p:nvSpPr>
          <p:spPr>
            <a:xfrm>
              <a:off x="1451817" y="2110406"/>
              <a:ext cx="326287" cy="4172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154" y="1130"/>
                  </a:moveTo>
                  <a:lnTo>
                    <a:pt x="9154" y="2448"/>
                  </a:lnTo>
                  <a:lnTo>
                    <a:pt x="9073" y="3768"/>
                  </a:lnTo>
                  <a:lnTo>
                    <a:pt x="8591" y="3704"/>
                  </a:lnTo>
                  <a:lnTo>
                    <a:pt x="8672" y="3453"/>
                  </a:lnTo>
                  <a:lnTo>
                    <a:pt x="8672" y="3140"/>
                  </a:lnTo>
                  <a:lnTo>
                    <a:pt x="8513" y="2511"/>
                  </a:lnTo>
                  <a:lnTo>
                    <a:pt x="8432" y="1883"/>
                  </a:lnTo>
                  <a:lnTo>
                    <a:pt x="8513" y="1570"/>
                  </a:lnTo>
                  <a:lnTo>
                    <a:pt x="8672" y="1318"/>
                  </a:lnTo>
                  <a:lnTo>
                    <a:pt x="8753" y="1193"/>
                  </a:lnTo>
                  <a:lnTo>
                    <a:pt x="8913" y="1130"/>
                  </a:lnTo>
                  <a:close/>
                  <a:moveTo>
                    <a:pt x="3373" y="690"/>
                  </a:moveTo>
                  <a:lnTo>
                    <a:pt x="3454" y="753"/>
                  </a:lnTo>
                  <a:lnTo>
                    <a:pt x="3533" y="878"/>
                  </a:lnTo>
                  <a:lnTo>
                    <a:pt x="3533" y="1946"/>
                  </a:lnTo>
                  <a:lnTo>
                    <a:pt x="3695" y="3768"/>
                  </a:lnTo>
                  <a:lnTo>
                    <a:pt x="2811" y="3829"/>
                  </a:lnTo>
                  <a:lnTo>
                    <a:pt x="2651" y="3829"/>
                  </a:lnTo>
                  <a:lnTo>
                    <a:pt x="2651" y="3201"/>
                  </a:lnTo>
                  <a:lnTo>
                    <a:pt x="2570" y="2575"/>
                  </a:lnTo>
                  <a:lnTo>
                    <a:pt x="2651" y="2071"/>
                  </a:lnTo>
                  <a:lnTo>
                    <a:pt x="2732" y="1631"/>
                  </a:lnTo>
                  <a:lnTo>
                    <a:pt x="2973" y="690"/>
                  </a:lnTo>
                  <a:close/>
                  <a:moveTo>
                    <a:pt x="8351" y="4583"/>
                  </a:moveTo>
                  <a:lnTo>
                    <a:pt x="9716" y="4646"/>
                  </a:lnTo>
                  <a:lnTo>
                    <a:pt x="11001" y="4773"/>
                  </a:lnTo>
                  <a:lnTo>
                    <a:pt x="11001" y="4834"/>
                  </a:lnTo>
                  <a:lnTo>
                    <a:pt x="11242" y="5964"/>
                  </a:lnTo>
                  <a:lnTo>
                    <a:pt x="8591" y="6091"/>
                  </a:lnTo>
                  <a:lnTo>
                    <a:pt x="5862" y="6216"/>
                  </a:lnTo>
                  <a:lnTo>
                    <a:pt x="2973" y="6279"/>
                  </a:lnTo>
                  <a:lnTo>
                    <a:pt x="2007" y="6342"/>
                  </a:lnTo>
                  <a:lnTo>
                    <a:pt x="1044" y="6404"/>
                  </a:lnTo>
                  <a:lnTo>
                    <a:pt x="965" y="5526"/>
                  </a:lnTo>
                  <a:lnTo>
                    <a:pt x="965" y="5086"/>
                  </a:lnTo>
                  <a:lnTo>
                    <a:pt x="884" y="4898"/>
                  </a:lnTo>
                  <a:lnTo>
                    <a:pt x="725" y="4709"/>
                  </a:lnTo>
                  <a:lnTo>
                    <a:pt x="1285" y="4773"/>
                  </a:lnTo>
                  <a:lnTo>
                    <a:pt x="1766" y="4773"/>
                  </a:lnTo>
                  <a:lnTo>
                    <a:pt x="2811" y="4709"/>
                  </a:lnTo>
                  <a:lnTo>
                    <a:pt x="4257" y="4583"/>
                  </a:lnTo>
                  <a:close/>
                  <a:moveTo>
                    <a:pt x="10761" y="6844"/>
                  </a:moveTo>
                  <a:lnTo>
                    <a:pt x="10920" y="6969"/>
                  </a:lnTo>
                  <a:lnTo>
                    <a:pt x="11242" y="7032"/>
                  </a:lnTo>
                  <a:lnTo>
                    <a:pt x="11402" y="6969"/>
                  </a:lnTo>
                  <a:lnTo>
                    <a:pt x="11483" y="7912"/>
                  </a:lnTo>
                  <a:lnTo>
                    <a:pt x="11402" y="8854"/>
                  </a:lnTo>
                  <a:lnTo>
                    <a:pt x="11323" y="9294"/>
                  </a:lnTo>
                  <a:lnTo>
                    <a:pt x="11161" y="9795"/>
                  </a:lnTo>
                  <a:lnTo>
                    <a:pt x="10920" y="10235"/>
                  </a:lnTo>
                  <a:lnTo>
                    <a:pt x="10520" y="10612"/>
                  </a:lnTo>
                  <a:lnTo>
                    <a:pt x="10198" y="10800"/>
                  </a:lnTo>
                  <a:lnTo>
                    <a:pt x="9797" y="10988"/>
                  </a:lnTo>
                  <a:lnTo>
                    <a:pt x="9395" y="11052"/>
                  </a:lnTo>
                  <a:lnTo>
                    <a:pt x="8913" y="11113"/>
                  </a:lnTo>
                  <a:lnTo>
                    <a:pt x="7950" y="11177"/>
                  </a:lnTo>
                  <a:lnTo>
                    <a:pt x="7147" y="11240"/>
                  </a:lnTo>
                  <a:lnTo>
                    <a:pt x="5702" y="11240"/>
                  </a:lnTo>
                  <a:lnTo>
                    <a:pt x="5783" y="11113"/>
                  </a:lnTo>
                  <a:lnTo>
                    <a:pt x="5862" y="10925"/>
                  </a:lnTo>
                  <a:lnTo>
                    <a:pt x="6103" y="10800"/>
                  </a:lnTo>
                  <a:lnTo>
                    <a:pt x="6184" y="10737"/>
                  </a:lnTo>
                  <a:lnTo>
                    <a:pt x="6184" y="10675"/>
                  </a:lnTo>
                  <a:lnTo>
                    <a:pt x="6103" y="10612"/>
                  </a:lnTo>
                  <a:lnTo>
                    <a:pt x="5943" y="10612"/>
                  </a:lnTo>
                  <a:lnTo>
                    <a:pt x="5702" y="10675"/>
                  </a:lnTo>
                  <a:lnTo>
                    <a:pt x="5380" y="10800"/>
                  </a:lnTo>
                  <a:lnTo>
                    <a:pt x="5140" y="10988"/>
                  </a:lnTo>
                  <a:lnTo>
                    <a:pt x="5059" y="11240"/>
                  </a:lnTo>
                  <a:lnTo>
                    <a:pt x="3774" y="11113"/>
                  </a:lnTo>
                  <a:lnTo>
                    <a:pt x="3373" y="11052"/>
                  </a:lnTo>
                  <a:lnTo>
                    <a:pt x="3695" y="10988"/>
                  </a:lnTo>
                  <a:lnTo>
                    <a:pt x="4498" y="10925"/>
                  </a:lnTo>
                  <a:lnTo>
                    <a:pt x="4818" y="10800"/>
                  </a:lnTo>
                  <a:lnTo>
                    <a:pt x="4980" y="10675"/>
                  </a:lnTo>
                  <a:lnTo>
                    <a:pt x="5059" y="10548"/>
                  </a:lnTo>
                  <a:lnTo>
                    <a:pt x="5059" y="10423"/>
                  </a:lnTo>
                  <a:lnTo>
                    <a:pt x="4980" y="10297"/>
                  </a:lnTo>
                  <a:lnTo>
                    <a:pt x="4899" y="10235"/>
                  </a:lnTo>
                  <a:lnTo>
                    <a:pt x="4818" y="10172"/>
                  </a:lnTo>
                  <a:lnTo>
                    <a:pt x="4498" y="10172"/>
                  </a:lnTo>
                  <a:lnTo>
                    <a:pt x="4336" y="10297"/>
                  </a:lnTo>
                  <a:lnTo>
                    <a:pt x="3936" y="10360"/>
                  </a:lnTo>
                  <a:lnTo>
                    <a:pt x="3051" y="10487"/>
                  </a:lnTo>
                  <a:lnTo>
                    <a:pt x="2491" y="10612"/>
                  </a:lnTo>
                  <a:lnTo>
                    <a:pt x="2007" y="10737"/>
                  </a:lnTo>
                  <a:lnTo>
                    <a:pt x="1766" y="10612"/>
                  </a:lnTo>
                  <a:lnTo>
                    <a:pt x="1526" y="10487"/>
                  </a:lnTo>
                  <a:lnTo>
                    <a:pt x="1447" y="10235"/>
                  </a:lnTo>
                  <a:lnTo>
                    <a:pt x="1366" y="10047"/>
                  </a:lnTo>
                  <a:lnTo>
                    <a:pt x="1847" y="10108"/>
                  </a:lnTo>
                  <a:lnTo>
                    <a:pt x="3292" y="10108"/>
                  </a:lnTo>
                  <a:lnTo>
                    <a:pt x="3774" y="10047"/>
                  </a:lnTo>
                  <a:lnTo>
                    <a:pt x="4257" y="9983"/>
                  </a:lnTo>
                  <a:lnTo>
                    <a:pt x="4336" y="9920"/>
                  </a:lnTo>
                  <a:lnTo>
                    <a:pt x="4417" y="9858"/>
                  </a:lnTo>
                  <a:lnTo>
                    <a:pt x="4498" y="9670"/>
                  </a:lnTo>
                  <a:lnTo>
                    <a:pt x="4336" y="9482"/>
                  </a:lnTo>
                  <a:lnTo>
                    <a:pt x="4257" y="9419"/>
                  </a:lnTo>
                  <a:lnTo>
                    <a:pt x="3292" y="9419"/>
                  </a:lnTo>
                  <a:lnTo>
                    <a:pt x="2410" y="9482"/>
                  </a:lnTo>
                  <a:lnTo>
                    <a:pt x="1847" y="9544"/>
                  </a:lnTo>
                  <a:lnTo>
                    <a:pt x="1285" y="9544"/>
                  </a:lnTo>
                  <a:lnTo>
                    <a:pt x="1285" y="9167"/>
                  </a:lnTo>
                  <a:lnTo>
                    <a:pt x="1607" y="9294"/>
                  </a:lnTo>
                  <a:lnTo>
                    <a:pt x="1928" y="9355"/>
                  </a:lnTo>
                  <a:lnTo>
                    <a:pt x="2651" y="9355"/>
                  </a:lnTo>
                  <a:lnTo>
                    <a:pt x="3373" y="9230"/>
                  </a:lnTo>
                  <a:lnTo>
                    <a:pt x="4017" y="8979"/>
                  </a:lnTo>
                  <a:lnTo>
                    <a:pt x="4095" y="8854"/>
                  </a:lnTo>
                  <a:lnTo>
                    <a:pt x="4176" y="8727"/>
                  </a:lnTo>
                  <a:lnTo>
                    <a:pt x="4176" y="8602"/>
                  </a:lnTo>
                  <a:lnTo>
                    <a:pt x="4095" y="8477"/>
                  </a:lnTo>
                  <a:lnTo>
                    <a:pt x="4017" y="8414"/>
                  </a:lnTo>
                  <a:lnTo>
                    <a:pt x="3855" y="8350"/>
                  </a:lnTo>
                  <a:lnTo>
                    <a:pt x="3774" y="8350"/>
                  </a:lnTo>
                  <a:lnTo>
                    <a:pt x="3533" y="8414"/>
                  </a:lnTo>
                  <a:lnTo>
                    <a:pt x="2973" y="8602"/>
                  </a:lnTo>
                  <a:lnTo>
                    <a:pt x="2410" y="8727"/>
                  </a:lnTo>
                  <a:lnTo>
                    <a:pt x="1847" y="8727"/>
                  </a:lnTo>
                  <a:lnTo>
                    <a:pt x="1206" y="8665"/>
                  </a:lnTo>
                  <a:lnTo>
                    <a:pt x="1206" y="8414"/>
                  </a:lnTo>
                  <a:lnTo>
                    <a:pt x="1847" y="8350"/>
                  </a:lnTo>
                  <a:lnTo>
                    <a:pt x="2491" y="8350"/>
                  </a:lnTo>
                  <a:lnTo>
                    <a:pt x="3774" y="8162"/>
                  </a:lnTo>
                  <a:lnTo>
                    <a:pt x="4176" y="8037"/>
                  </a:lnTo>
                  <a:lnTo>
                    <a:pt x="4577" y="7849"/>
                  </a:lnTo>
                  <a:lnTo>
                    <a:pt x="4658" y="7724"/>
                  </a:lnTo>
                  <a:lnTo>
                    <a:pt x="4739" y="7597"/>
                  </a:lnTo>
                  <a:lnTo>
                    <a:pt x="4658" y="7409"/>
                  </a:lnTo>
                  <a:lnTo>
                    <a:pt x="4498" y="7284"/>
                  </a:lnTo>
                  <a:lnTo>
                    <a:pt x="4257" y="7157"/>
                  </a:lnTo>
                  <a:lnTo>
                    <a:pt x="4095" y="7157"/>
                  </a:lnTo>
                  <a:lnTo>
                    <a:pt x="4017" y="7221"/>
                  </a:lnTo>
                  <a:lnTo>
                    <a:pt x="3855" y="7284"/>
                  </a:lnTo>
                  <a:lnTo>
                    <a:pt x="3774" y="7409"/>
                  </a:lnTo>
                  <a:lnTo>
                    <a:pt x="3213" y="7536"/>
                  </a:lnTo>
                  <a:lnTo>
                    <a:pt x="2169" y="7660"/>
                  </a:lnTo>
                  <a:lnTo>
                    <a:pt x="1206" y="7849"/>
                  </a:lnTo>
                  <a:lnTo>
                    <a:pt x="1125" y="7096"/>
                  </a:lnTo>
                  <a:lnTo>
                    <a:pt x="2973" y="7096"/>
                  </a:lnTo>
                  <a:lnTo>
                    <a:pt x="5862" y="7032"/>
                  </a:lnTo>
                  <a:lnTo>
                    <a:pt x="8351" y="6969"/>
                  </a:lnTo>
                  <a:lnTo>
                    <a:pt x="10761" y="6844"/>
                  </a:lnTo>
                  <a:close/>
                  <a:moveTo>
                    <a:pt x="2651" y="0"/>
                  </a:moveTo>
                  <a:lnTo>
                    <a:pt x="2410" y="62"/>
                  </a:lnTo>
                  <a:lnTo>
                    <a:pt x="2250" y="250"/>
                  </a:lnTo>
                  <a:lnTo>
                    <a:pt x="1928" y="1318"/>
                  </a:lnTo>
                  <a:lnTo>
                    <a:pt x="1766" y="2386"/>
                  </a:lnTo>
                  <a:lnTo>
                    <a:pt x="1766" y="3579"/>
                  </a:lnTo>
                  <a:lnTo>
                    <a:pt x="1928" y="3956"/>
                  </a:lnTo>
                  <a:lnTo>
                    <a:pt x="1206" y="4081"/>
                  </a:lnTo>
                  <a:lnTo>
                    <a:pt x="803" y="4206"/>
                  </a:lnTo>
                  <a:lnTo>
                    <a:pt x="484" y="4394"/>
                  </a:lnTo>
                  <a:lnTo>
                    <a:pt x="403" y="4458"/>
                  </a:lnTo>
                  <a:lnTo>
                    <a:pt x="322" y="4583"/>
                  </a:lnTo>
                  <a:lnTo>
                    <a:pt x="81" y="4834"/>
                  </a:lnTo>
                  <a:lnTo>
                    <a:pt x="81" y="6656"/>
                  </a:lnTo>
                  <a:lnTo>
                    <a:pt x="0" y="6781"/>
                  </a:lnTo>
                  <a:lnTo>
                    <a:pt x="81" y="6969"/>
                  </a:lnTo>
                  <a:lnTo>
                    <a:pt x="162" y="7597"/>
                  </a:lnTo>
                  <a:lnTo>
                    <a:pt x="241" y="9482"/>
                  </a:lnTo>
                  <a:lnTo>
                    <a:pt x="241" y="10172"/>
                  </a:lnTo>
                  <a:lnTo>
                    <a:pt x="403" y="10487"/>
                  </a:lnTo>
                  <a:lnTo>
                    <a:pt x="563" y="10800"/>
                  </a:lnTo>
                  <a:lnTo>
                    <a:pt x="803" y="11052"/>
                  </a:lnTo>
                  <a:lnTo>
                    <a:pt x="1044" y="11240"/>
                  </a:lnTo>
                  <a:lnTo>
                    <a:pt x="1366" y="11428"/>
                  </a:lnTo>
                  <a:lnTo>
                    <a:pt x="1688" y="11553"/>
                  </a:lnTo>
                  <a:lnTo>
                    <a:pt x="2410" y="11742"/>
                  </a:lnTo>
                  <a:lnTo>
                    <a:pt x="3213" y="11868"/>
                  </a:lnTo>
                  <a:lnTo>
                    <a:pt x="4577" y="11993"/>
                  </a:lnTo>
                  <a:lnTo>
                    <a:pt x="5862" y="12056"/>
                  </a:lnTo>
                  <a:lnTo>
                    <a:pt x="5702" y="12433"/>
                  </a:lnTo>
                  <a:lnTo>
                    <a:pt x="5702" y="14631"/>
                  </a:lnTo>
                  <a:lnTo>
                    <a:pt x="5862" y="15761"/>
                  </a:lnTo>
                  <a:lnTo>
                    <a:pt x="6184" y="17896"/>
                  </a:lnTo>
                  <a:lnTo>
                    <a:pt x="6665" y="19967"/>
                  </a:lnTo>
                  <a:lnTo>
                    <a:pt x="6825" y="20407"/>
                  </a:lnTo>
                  <a:lnTo>
                    <a:pt x="7066" y="20722"/>
                  </a:lnTo>
                  <a:lnTo>
                    <a:pt x="7388" y="20972"/>
                  </a:lnTo>
                  <a:lnTo>
                    <a:pt x="7869" y="21223"/>
                  </a:lnTo>
                  <a:lnTo>
                    <a:pt x="8272" y="21348"/>
                  </a:lnTo>
                  <a:lnTo>
                    <a:pt x="8753" y="21475"/>
                  </a:lnTo>
                  <a:lnTo>
                    <a:pt x="9797" y="21600"/>
                  </a:lnTo>
                  <a:lnTo>
                    <a:pt x="10358" y="21537"/>
                  </a:lnTo>
                  <a:lnTo>
                    <a:pt x="10839" y="21412"/>
                  </a:lnTo>
                  <a:lnTo>
                    <a:pt x="11242" y="21223"/>
                  </a:lnTo>
                  <a:lnTo>
                    <a:pt x="11564" y="20910"/>
                  </a:lnTo>
                  <a:lnTo>
                    <a:pt x="11884" y="20595"/>
                  </a:lnTo>
                  <a:lnTo>
                    <a:pt x="12045" y="20219"/>
                  </a:lnTo>
                  <a:lnTo>
                    <a:pt x="12205" y="19842"/>
                  </a:lnTo>
                  <a:lnTo>
                    <a:pt x="12286" y="19465"/>
                  </a:lnTo>
                  <a:lnTo>
                    <a:pt x="12286" y="18460"/>
                  </a:lnTo>
                  <a:lnTo>
                    <a:pt x="12124" y="17394"/>
                  </a:lnTo>
                  <a:lnTo>
                    <a:pt x="12124" y="16326"/>
                  </a:lnTo>
                  <a:lnTo>
                    <a:pt x="12365" y="15321"/>
                  </a:lnTo>
                  <a:lnTo>
                    <a:pt x="12527" y="14819"/>
                  </a:lnTo>
                  <a:lnTo>
                    <a:pt x="12768" y="14316"/>
                  </a:lnTo>
                  <a:lnTo>
                    <a:pt x="13090" y="13815"/>
                  </a:lnTo>
                  <a:lnTo>
                    <a:pt x="13330" y="13626"/>
                  </a:lnTo>
                  <a:lnTo>
                    <a:pt x="13571" y="13438"/>
                  </a:lnTo>
                  <a:lnTo>
                    <a:pt x="13731" y="13375"/>
                  </a:lnTo>
                  <a:lnTo>
                    <a:pt x="13812" y="13375"/>
                  </a:lnTo>
                  <a:lnTo>
                    <a:pt x="14131" y="13500"/>
                  </a:lnTo>
                  <a:lnTo>
                    <a:pt x="14293" y="13688"/>
                  </a:lnTo>
                  <a:lnTo>
                    <a:pt x="14453" y="13940"/>
                  </a:lnTo>
                  <a:lnTo>
                    <a:pt x="14534" y="14191"/>
                  </a:lnTo>
                  <a:lnTo>
                    <a:pt x="14453" y="14504"/>
                  </a:lnTo>
                  <a:lnTo>
                    <a:pt x="14372" y="15069"/>
                  </a:lnTo>
                  <a:lnTo>
                    <a:pt x="14293" y="15761"/>
                  </a:lnTo>
                  <a:lnTo>
                    <a:pt x="14372" y="16138"/>
                  </a:lnTo>
                  <a:lnTo>
                    <a:pt x="14453" y="16514"/>
                  </a:lnTo>
                  <a:lnTo>
                    <a:pt x="14613" y="16891"/>
                  </a:lnTo>
                  <a:lnTo>
                    <a:pt x="14856" y="17204"/>
                  </a:lnTo>
                  <a:lnTo>
                    <a:pt x="15257" y="17394"/>
                  </a:lnTo>
                  <a:lnTo>
                    <a:pt x="15657" y="17582"/>
                  </a:lnTo>
                  <a:lnTo>
                    <a:pt x="16301" y="17707"/>
                  </a:lnTo>
                  <a:lnTo>
                    <a:pt x="17023" y="17771"/>
                  </a:lnTo>
                  <a:lnTo>
                    <a:pt x="18468" y="17771"/>
                  </a:lnTo>
                  <a:lnTo>
                    <a:pt x="19834" y="17644"/>
                  </a:lnTo>
                  <a:lnTo>
                    <a:pt x="21197" y="17394"/>
                  </a:lnTo>
                  <a:lnTo>
                    <a:pt x="21359" y="17331"/>
                  </a:lnTo>
                  <a:lnTo>
                    <a:pt x="21519" y="17204"/>
                  </a:lnTo>
                  <a:lnTo>
                    <a:pt x="21600" y="17016"/>
                  </a:lnTo>
                  <a:lnTo>
                    <a:pt x="21519" y="16891"/>
                  </a:lnTo>
                  <a:lnTo>
                    <a:pt x="21438" y="16702"/>
                  </a:lnTo>
                  <a:lnTo>
                    <a:pt x="21278" y="16577"/>
                  </a:lnTo>
                  <a:lnTo>
                    <a:pt x="21118" y="16514"/>
                  </a:lnTo>
                  <a:lnTo>
                    <a:pt x="20878" y="16514"/>
                  </a:lnTo>
                  <a:lnTo>
                    <a:pt x="19593" y="16702"/>
                  </a:lnTo>
                  <a:lnTo>
                    <a:pt x="18227" y="16827"/>
                  </a:lnTo>
                  <a:lnTo>
                    <a:pt x="16942" y="16827"/>
                  </a:lnTo>
                  <a:lnTo>
                    <a:pt x="16301" y="16766"/>
                  </a:lnTo>
                  <a:lnTo>
                    <a:pt x="15979" y="16639"/>
                  </a:lnTo>
                  <a:lnTo>
                    <a:pt x="15738" y="16514"/>
                  </a:lnTo>
                  <a:lnTo>
                    <a:pt x="15578" y="16389"/>
                  </a:lnTo>
                  <a:lnTo>
                    <a:pt x="15497" y="16201"/>
                  </a:lnTo>
                  <a:lnTo>
                    <a:pt x="15497" y="15258"/>
                  </a:lnTo>
                  <a:lnTo>
                    <a:pt x="15578" y="14881"/>
                  </a:lnTo>
                  <a:lnTo>
                    <a:pt x="15657" y="14504"/>
                  </a:lnTo>
                  <a:lnTo>
                    <a:pt x="15657" y="14128"/>
                  </a:lnTo>
                  <a:lnTo>
                    <a:pt x="15578" y="13751"/>
                  </a:lnTo>
                  <a:lnTo>
                    <a:pt x="15416" y="13438"/>
                  </a:lnTo>
                  <a:lnTo>
                    <a:pt x="15257" y="13123"/>
                  </a:lnTo>
                  <a:lnTo>
                    <a:pt x="14935" y="12871"/>
                  </a:lnTo>
                  <a:lnTo>
                    <a:pt x="14613" y="12683"/>
                  </a:lnTo>
                  <a:lnTo>
                    <a:pt x="14293" y="12558"/>
                  </a:lnTo>
                  <a:lnTo>
                    <a:pt x="13972" y="12495"/>
                  </a:lnTo>
                  <a:lnTo>
                    <a:pt x="13571" y="12495"/>
                  </a:lnTo>
                  <a:lnTo>
                    <a:pt x="13168" y="12558"/>
                  </a:lnTo>
                  <a:lnTo>
                    <a:pt x="12768" y="12746"/>
                  </a:lnTo>
                  <a:lnTo>
                    <a:pt x="12365" y="12998"/>
                  </a:lnTo>
                  <a:lnTo>
                    <a:pt x="12045" y="13375"/>
                  </a:lnTo>
                  <a:lnTo>
                    <a:pt x="11805" y="13751"/>
                  </a:lnTo>
                  <a:lnTo>
                    <a:pt x="11564" y="14191"/>
                  </a:lnTo>
                  <a:lnTo>
                    <a:pt x="11242" y="15008"/>
                  </a:lnTo>
                  <a:lnTo>
                    <a:pt x="11001" y="15886"/>
                  </a:lnTo>
                  <a:lnTo>
                    <a:pt x="10920" y="16766"/>
                  </a:lnTo>
                  <a:lnTo>
                    <a:pt x="11001" y="17644"/>
                  </a:lnTo>
                  <a:lnTo>
                    <a:pt x="11080" y="18585"/>
                  </a:lnTo>
                  <a:lnTo>
                    <a:pt x="11080" y="19717"/>
                  </a:lnTo>
                  <a:lnTo>
                    <a:pt x="11001" y="19967"/>
                  </a:lnTo>
                  <a:lnTo>
                    <a:pt x="10839" y="20155"/>
                  </a:lnTo>
                  <a:lnTo>
                    <a:pt x="10680" y="20345"/>
                  </a:lnTo>
                  <a:lnTo>
                    <a:pt x="10439" y="20470"/>
                  </a:lnTo>
                  <a:lnTo>
                    <a:pt x="10198" y="20595"/>
                  </a:lnTo>
                  <a:lnTo>
                    <a:pt x="9876" y="20658"/>
                  </a:lnTo>
                  <a:lnTo>
                    <a:pt x="9557" y="20658"/>
                  </a:lnTo>
                  <a:lnTo>
                    <a:pt x="8994" y="20534"/>
                  </a:lnTo>
                  <a:lnTo>
                    <a:pt x="8351" y="20407"/>
                  </a:lnTo>
                  <a:lnTo>
                    <a:pt x="8110" y="20282"/>
                  </a:lnTo>
                  <a:lnTo>
                    <a:pt x="7869" y="20094"/>
                  </a:lnTo>
                  <a:lnTo>
                    <a:pt x="7790" y="19842"/>
                  </a:lnTo>
                  <a:lnTo>
                    <a:pt x="7709" y="19590"/>
                  </a:lnTo>
                  <a:lnTo>
                    <a:pt x="7228" y="17582"/>
                  </a:lnTo>
                  <a:lnTo>
                    <a:pt x="6906" y="15509"/>
                  </a:lnTo>
                  <a:lnTo>
                    <a:pt x="6665" y="13500"/>
                  </a:lnTo>
                  <a:lnTo>
                    <a:pt x="6665" y="12810"/>
                  </a:lnTo>
                  <a:lnTo>
                    <a:pt x="6584" y="12433"/>
                  </a:lnTo>
                  <a:lnTo>
                    <a:pt x="6424" y="12056"/>
                  </a:lnTo>
                  <a:lnTo>
                    <a:pt x="7388" y="12056"/>
                  </a:lnTo>
                  <a:lnTo>
                    <a:pt x="8272" y="11993"/>
                  </a:lnTo>
                  <a:lnTo>
                    <a:pt x="9235" y="11930"/>
                  </a:lnTo>
                  <a:lnTo>
                    <a:pt x="10117" y="11742"/>
                  </a:lnTo>
                  <a:lnTo>
                    <a:pt x="10520" y="11617"/>
                  </a:lnTo>
                  <a:lnTo>
                    <a:pt x="10839" y="11428"/>
                  </a:lnTo>
                  <a:lnTo>
                    <a:pt x="11161" y="11302"/>
                  </a:lnTo>
                  <a:lnTo>
                    <a:pt x="11402" y="11113"/>
                  </a:lnTo>
                  <a:lnTo>
                    <a:pt x="11884" y="10612"/>
                  </a:lnTo>
                  <a:lnTo>
                    <a:pt x="12124" y="10108"/>
                  </a:lnTo>
                  <a:lnTo>
                    <a:pt x="12365" y="9544"/>
                  </a:lnTo>
                  <a:lnTo>
                    <a:pt x="12527" y="8917"/>
                  </a:lnTo>
                  <a:lnTo>
                    <a:pt x="12527" y="8225"/>
                  </a:lnTo>
                  <a:lnTo>
                    <a:pt x="12446" y="6907"/>
                  </a:lnTo>
                  <a:lnTo>
                    <a:pt x="12365" y="6091"/>
                  </a:lnTo>
                  <a:lnTo>
                    <a:pt x="12205" y="5274"/>
                  </a:lnTo>
                  <a:lnTo>
                    <a:pt x="12124" y="4773"/>
                  </a:lnTo>
                  <a:lnTo>
                    <a:pt x="12045" y="4583"/>
                  </a:lnTo>
                  <a:lnTo>
                    <a:pt x="11964" y="4394"/>
                  </a:lnTo>
                  <a:lnTo>
                    <a:pt x="11884" y="4144"/>
                  </a:lnTo>
                  <a:lnTo>
                    <a:pt x="11724" y="4018"/>
                  </a:lnTo>
                  <a:lnTo>
                    <a:pt x="11323" y="3829"/>
                  </a:lnTo>
                  <a:lnTo>
                    <a:pt x="11001" y="3768"/>
                  </a:lnTo>
                  <a:lnTo>
                    <a:pt x="10761" y="3768"/>
                  </a:lnTo>
                  <a:lnTo>
                    <a:pt x="10680" y="3829"/>
                  </a:lnTo>
                  <a:lnTo>
                    <a:pt x="10038" y="3829"/>
                  </a:lnTo>
                  <a:lnTo>
                    <a:pt x="10117" y="1381"/>
                  </a:lnTo>
                  <a:lnTo>
                    <a:pt x="10038" y="942"/>
                  </a:lnTo>
                  <a:lnTo>
                    <a:pt x="9957" y="753"/>
                  </a:lnTo>
                  <a:lnTo>
                    <a:pt x="9876" y="565"/>
                  </a:lnTo>
                  <a:lnTo>
                    <a:pt x="9716" y="440"/>
                  </a:lnTo>
                  <a:lnTo>
                    <a:pt x="9476" y="377"/>
                  </a:lnTo>
                  <a:lnTo>
                    <a:pt x="9235" y="313"/>
                  </a:lnTo>
                  <a:lnTo>
                    <a:pt x="8913" y="377"/>
                  </a:lnTo>
                  <a:lnTo>
                    <a:pt x="8351" y="565"/>
                  </a:lnTo>
                  <a:lnTo>
                    <a:pt x="8110" y="690"/>
                  </a:lnTo>
                  <a:lnTo>
                    <a:pt x="7950" y="878"/>
                  </a:lnTo>
                  <a:lnTo>
                    <a:pt x="7709" y="1255"/>
                  </a:lnTo>
                  <a:lnTo>
                    <a:pt x="7549" y="1695"/>
                  </a:lnTo>
                  <a:lnTo>
                    <a:pt x="7628" y="2260"/>
                  </a:lnTo>
                  <a:lnTo>
                    <a:pt x="7709" y="2825"/>
                  </a:lnTo>
                  <a:lnTo>
                    <a:pt x="7790" y="3264"/>
                  </a:lnTo>
                  <a:lnTo>
                    <a:pt x="8031" y="3704"/>
                  </a:lnTo>
                  <a:lnTo>
                    <a:pt x="4577" y="3704"/>
                  </a:lnTo>
                  <a:lnTo>
                    <a:pt x="4498" y="2323"/>
                  </a:lnTo>
                  <a:lnTo>
                    <a:pt x="4417" y="878"/>
                  </a:lnTo>
                  <a:lnTo>
                    <a:pt x="4417" y="628"/>
                  </a:lnTo>
                  <a:lnTo>
                    <a:pt x="4257" y="377"/>
                  </a:lnTo>
                  <a:lnTo>
                    <a:pt x="4095" y="250"/>
                  </a:lnTo>
                  <a:lnTo>
                    <a:pt x="3855" y="125"/>
                  </a:lnTo>
                  <a:lnTo>
                    <a:pt x="3614" y="62"/>
                  </a:lnTo>
                  <a:lnTo>
                    <a:pt x="3292"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371" name="Google Shape;427;p8"/>
            <p:cNvSpPr/>
            <p:nvPr/>
          </p:nvSpPr>
          <p:spPr>
            <a:xfrm>
              <a:off x="50953" y="3983075"/>
              <a:ext cx="440294" cy="4972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66" y="0"/>
                  </a:moveTo>
                  <a:lnTo>
                    <a:pt x="8866" y="53"/>
                  </a:lnTo>
                  <a:lnTo>
                    <a:pt x="9045" y="1791"/>
                  </a:lnTo>
                  <a:lnTo>
                    <a:pt x="9103" y="1896"/>
                  </a:lnTo>
                  <a:lnTo>
                    <a:pt x="9163" y="2002"/>
                  </a:lnTo>
                  <a:lnTo>
                    <a:pt x="9342" y="2054"/>
                  </a:lnTo>
                  <a:lnTo>
                    <a:pt x="9462" y="2002"/>
                  </a:lnTo>
                  <a:lnTo>
                    <a:pt x="10889" y="1264"/>
                  </a:lnTo>
                  <a:lnTo>
                    <a:pt x="10771" y="1844"/>
                  </a:lnTo>
                  <a:lnTo>
                    <a:pt x="10711" y="2371"/>
                  </a:lnTo>
                  <a:lnTo>
                    <a:pt x="10711" y="2950"/>
                  </a:lnTo>
                  <a:lnTo>
                    <a:pt x="10771" y="3530"/>
                  </a:lnTo>
                  <a:lnTo>
                    <a:pt x="10829" y="3688"/>
                  </a:lnTo>
                  <a:lnTo>
                    <a:pt x="10949" y="3740"/>
                  </a:lnTo>
                  <a:lnTo>
                    <a:pt x="11068" y="3793"/>
                  </a:lnTo>
                  <a:lnTo>
                    <a:pt x="11186" y="3846"/>
                  </a:lnTo>
                  <a:lnTo>
                    <a:pt x="11306" y="3793"/>
                  </a:lnTo>
                  <a:lnTo>
                    <a:pt x="11425" y="3740"/>
                  </a:lnTo>
                  <a:lnTo>
                    <a:pt x="11485" y="3635"/>
                  </a:lnTo>
                  <a:lnTo>
                    <a:pt x="11485" y="3530"/>
                  </a:lnTo>
                  <a:lnTo>
                    <a:pt x="11425" y="3266"/>
                  </a:lnTo>
                  <a:lnTo>
                    <a:pt x="11364" y="2634"/>
                  </a:lnTo>
                  <a:lnTo>
                    <a:pt x="11425" y="2002"/>
                  </a:lnTo>
                  <a:lnTo>
                    <a:pt x="11543" y="1370"/>
                  </a:lnTo>
                  <a:lnTo>
                    <a:pt x="11721" y="737"/>
                  </a:lnTo>
                  <a:lnTo>
                    <a:pt x="11663" y="579"/>
                  </a:lnTo>
                  <a:lnTo>
                    <a:pt x="11603" y="421"/>
                  </a:lnTo>
                  <a:lnTo>
                    <a:pt x="11425" y="369"/>
                  </a:lnTo>
                  <a:lnTo>
                    <a:pt x="11246" y="421"/>
                  </a:lnTo>
                  <a:lnTo>
                    <a:pt x="9580" y="1317"/>
                  </a:lnTo>
                  <a:lnTo>
                    <a:pt x="9520" y="1001"/>
                  </a:lnTo>
                  <a:lnTo>
                    <a:pt x="9402" y="685"/>
                  </a:lnTo>
                  <a:lnTo>
                    <a:pt x="9223" y="316"/>
                  </a:lnTo>
                  <a:lnTo>
                    <a:pt x="9045" y="0"/>
                  </a:lnTo>
                  <a:close/>
                  <a:moveTo>
                    <a:pt x="14339" y="5479"/>
                  </a:moveTo>
                  <a:lnTo>
                    <a:pt x="14161" y="5531"/>
                  </a:lnTo>
                  <a:lnTo>
                    <a:pt x="14043" y="5637"/>
                  </a:lnTo>
                  <a:lnTo>
                    <a:pt x="13804" y="5953"/>
                  </a:lnTo>
                  <a:lnTo>
                    <a:pt x="13567" y="6164"/>
                  </a:lnTo>
                  <a:lnTo>
                    <a:pt x="13209" y="6427"/>
                  </a:lnTo>
                  <a:lnTo>
                    <a:pt x="12972" y="6690"/>
                  </a:lnTo>
                  <a:lnTo>
                    <a:pt x="12972" y="6848"/>
                  </a:lnTo>
                  <a:lnTo>
                    <a:pt x="13030" y="6901"/>
                  </a:lnTo>
                  <a:lnTo>
                    <a:pt x="13090" y="6954"/>
                  </a:lnTo>
                  <a:lnTo>
                    <a:pt x="13387" y="6954"/>
                  </a:lnTo>
                  <a:lnTo>
                    <a:pt x="13626" y="6901"/>
                  </a:lnTo>
                  <a:lnTo>
                    <a:pt x="13864" y="6796"/>
                  </a:lnTo>
                  <a:lnTo>
                    <a:pt x="14103" y="6690"/>
                  </a:lnTo>
                  <a:lnTo>
                    <a:pt x="14459" y="6322"/>
                  </a:lnTo>
                  <a:lnTo>
                    <a:pt x="14756" y="5953"/>
                  </a:lnTo>
                  <a:lnTo>
                    <a:pt x="14816" y="5848"/>
                  </a:lnTo>
                  <a:lnTo>
                    <a:pt x="14816" y="5690"/>
                  </a:lnTo>
                  <a:lnTo>
                    <a:pt x="14756" y="5584"/>
                  </a:lnTo>
                  <a:lnTo>
                    <a:pt x="14638" y="5531"/>
                  </a:lnTo>
                  <a:lnTo>
                    <a:pt x="14459" y="5479"/>
                  </a:lnTo>
                  <a:close/>
                  <a:moveTo>
                    <a:pt x="238" y="4267"/>
                  </a:moveTo>
                  <a:lnTo>
                    <a:pt x="118" y="4320"/>
                  </a:lnTo>
                  <a:lnTo>
                    <a:pt x="60" y="4425"/>
                  </a:lnTo>
                  <a:lnTo>
                    <a:pt x="0" y="4636"/>
                  </a:lnTo>
                  <a:lnTo>
                    <a:pt x="60" y="5110"/>
                  </a:lnTo>
                  <a:lnTo>
                    <a:pt x="178" y="5848"/>
                  </a:lnTo>
                  <a:lnTo>
                    <a:pt x="357" y="6532"/>
                  </a:lnTo>
                  <a:lnTo>
                    <a:pt x="417" y="6638"/>
                  </a:lnTo>
                  <a:lnTo>
                    <a:pt x="535" y="6743"/>
                  </a:lnTo>
                  <a:lnTo>
                    <a:pt x="834" y="6743"/>
                  </a:lnTo>
                  <a:lnTo>
                    <a:pt x="1904" y="6058"/>
                  </a:lnTo>
                  <a:lnTo>
                    <a:pt x="2023" y="6954"/>
                  </a:lnTo>
                  <a:lnTo>
                    <a:pt x="2083" y="7166"/>
                  </a:lnTo>
                  <a:lnTo>
                    <a:pt x="2143" y="7428"/>
                  </a:lnTo>
                  <a:lnTo>
                    <a:pt x="2261" y="7639"/>
                  </a:lnTo>
                  <a:lnTo>
                    <a:pt x="2321" y="7691"/>
                  </a:lnTo>
                  <a:lnTo>
                    <a:pt x="2500" y="7744"/>
                  </a:lnTo>
                  <a:lnTo>
                    <a:pt x="2618" y="7744"/>
                  </a:lnTo>
                  <a:lnTo>
                    <a:pt x="2736" y="7691"/>
                  </a:lnTo>
                  <a:lnTo>
                    <a:pt x="2797" y="7639"/>
                  </a:lnTo>
                  <a:lnTo>
                    <a:pt x="2857" y="7533"/>
                  </a:lnTo>
                  <a:lnTo>
                    <a:pt x="2857" y="7428"/>
                  </a:lnTo>
                  <a:lnTo>
                    <a:pt x="2797" y="7270"/>
                  </a:lnTo>
                  <a:lnTo>
                    <a:pt x="2797" y="7217"/>
                  </a:lnTo>
                  <a:lnTo>
                    <a:pt x="2736" y="7112"/>
                  </a:lnTo>
                  <a:lnTo>
                    <a:pt x="2678" y="6532"/>
                  </a:lnTo>
                  <a:lnTo>
                    <a:pt x="2618" y="6006"/>
                  </a:lnTo>
                  <a:lnTo>
                    <a:pt x="2558" y="5479"/>
                  </a:lnTo>
                  <a:lnTo>
                    <a:pt x="2558" y="5321"/>
                  </a:lnTo>
                  <a:lnTo>
                    <a:pt x="2380" y="5215"/>
                  </a:lnTo>
                  <a:lnTo>
                    <a:pt x="2201" y="5215"/>
                  </a:lnTo>
                  <a:lnTo>
                    <a:pt x="2023" y="5268"/>
                  </a:lnTo>
                  <a:lnTo>
                    <a:pt x="1427" y="5584"/>
                  </a:lnTo>
                  <a:lnTo>
                    <a:pt x="892" y="5953"/>
                  </a:lnTo>
                  <a:lnTo>
                    <a:pt x="535" y="4741"/>
                  </a:lnTo>
                  <a:lnTo>
                    <a:pt x="477" y="4425"/>
                  </a:lnTo>
                  <a:lnTo>
                    <a:pt x="357" y="4267"/>
                  </a:lnTo>
                  <a:close/>
                  <a:moveTo>
                    <a:pt x="13626" y="3846"/>
                  </a:moveTo>
                  <a:lnTo>
                    <a:pt x="16422" y="7428"/>
                  </a:lnTo>
                  <a:lnTo>
                    <a:pt x="16482" y="7482"/>
                  </a:lnTo>
                  <a:lnTo>
                    <a:pt x="16422" y="7533"/>
                  </a:lnTo>
                  <a:lnTo>
                    <a:pt x="15709" y="8060"/>
                  </a:lnTo>
                  <a:lnTo>
                    <a:pt x="14935" y="8641"/>
                  </a:lnTo>
                  <a:lnTo>
                    <a:pt x="14281" y="9061"/>
                  </a:lnTo>
                  <a:lnTo>
                    <a:pt x="13924" y="8641"/>
                  </a:lnTo>
                  <a:lnTo>
                    <a:pt x="11306" y="5531"/>
                  </a:lnTo>
                  <a:lnTo>
                    <a:pt x="12495" y="4794"/>
                  </a:lnTo>
                  <a:lnTo>
                    <a:pt x="13030" y="4372"/>
                  </a:lnTo>
                  <a:lnTo>
                    <a:pt x="13567" y="3951"/>
                  </a:lnTo>
                  <a:lnTo>
                    <a:pt x="13626" y="3846"/>
                  </a:lnTo>
                  <a:close/>
                  <a:moveTo>
                    <a:pt x="4046" y="10378"/>
                  </a:moveTo>
                  <a:lnTo>
                    <a:pt x="3927" y="10485"/>
                  </a:lnTo>
                  <a:lnTo>
                    <a:pt x="3927" y="10643"/>
                  </a:lnTo>
                  <a:lnTo>
                    <a:pt x="4344" y="11326"/>
                  </a:lnTo>
                  <a:lnTo>
                    <a:pt x="4046" y="11538"/>
                  </a:lnTo>
                  <a:lnTo>
                    <a:pt x="3987" y="11644"/>
                  </a:lnTo>
                  <a:lnTo>
                    <a:pt x="3927" y="11802"/>
                  </a:lnTo>
                  <a:lnTo>
                    <a:pt x="3927" y="11907"/>
                  </a:lnTo>
                  <a:lnTo>
                    <a:pt x="4046" y="11960"/>
                  </a:lnTo>
                  <a:lnTo>
                    <a:pt x="4226" y="12011"/>
                  </a:lnTo>
                  <a:lnTo>
                    <a:pt x="4344" y="11960"/>
                  </a:lnTo>
                  <a:lnTo>
                    <a:pt x="4641" y="11854"/>
                  </a:lnTo>
                  <a:lnTo>
                    <a:pt x="4761" y="12011"/>
                  </a:lnTo>
                  <a:lnTo>
                    <a:pt x="5118" y="12485"/>
                  </a:lnTo>
                  <a:lnTo>
                    <a:pt x="5355" y="12697"/>
                  </a:lnTo>
                  <a:lnTo>
                    <a:pt x="5475" y="12750"/>
                  </a:lnTo>
                  <a:lnTo>
                    <a:pt x="5653" y="12803"/>
                  </a:lnTo>
                  <a:lnTo>
                    <a:pt x="5771" y="12750"/>
                  </a:lnTo>
                  <a:lnTo>
                    <a:pt x="5831" y="12643"/>
                  </a:lnTo>
                  <a:lnTo>
                    <a:pt x="5891" y="12539"/>
                  </a:lnTo>
                  <a:lnTo>
                    <a:pt x="5831" y="12381"/>
                  </a:lnTo>
                  <a:lnTo>
                    <a:pt x="5771" y="12118"/>
                  </a:lnTo>
                  <a:lnTo>
                    <a:pt x="5355" y="11644"/>
                  </a:lnTo>
                  <a:lnTo>
                    <a:pt x="5236" y="11484"/>
                  </a:lnTo>
                  <a:lnTo>
                    <a:pt x="5771" y="11064"/>
                  </a:lnTo>
                  <a:lnTo>
                    <a:pt x="5831" y="10906"/>
                  </a:lnTo>
                  <a:lnTo>
                    <a:pt x="5831" y="10748"/>
                  </a:lnTo>
                  <a:lnTo>
                    <a:pt x="5771" y="10643"/>
                  </a:lnTo>
                  <a:lnTo>
                    <a:pt x="5653" y="10590"/>
                  </a:lnTo>
                  <a:lnTo>
                    <a:pt x="5535" y="10536"/>
                  </a:lnTo>
                  <a:lnTo>
                    <a:pt x="5415" y="10536"/>
                  </a:lnTo>
                  <a:lnTo>
                    <a:pt x="5236" y="10643"/>
                  </a:lnTo>
                  <a:lnTo>
                    <a:pt x="4819" y="10959"/>
                  </a:lnTo>
                  <a:lnTo>
                    <a:pt x="4284" y="10432"/>
                  </a:lnTo>
                  <a:lnTo>
                    <a:pt x="4166" y="10378"/>
                  </a:lnTo>
                  <a:close/>
                  <a:moveTo>
                    <a:pt x="5176" y="8745"/>
                  </a:moveTo>
                  <a:lnTo>
                    <a:pt x="5831" y="9851"/>
                  </a:lnTo>
                  <a:lnTo>
                    <a:pt x="6485" y="10906"/>
                  </a:lnTo>
                  <a:lnTo>
                    <a:pt x="7201" y="11960"/>
                  </a:lnTo>
                  <a:lnTo>
                    <a:pt x="7973" y="12961"/>
                  </a:lnTo>
                  <a:lnTo>
                    <a:pt x="7736" y="13066"/>
                  </a:lnTo>
                  <a:lnTo>
                    <a:pt x="7497" y="13171"/>
                  </a:lnTo>
                  <a:lnTo>
                    <a:pt x="7081" y="13435"/>
                  </a:lnTo>
                  <a:lnTo>
                    <a:pt x="6128" y="13961"/>
                  </a:lnTo>
                  <a:lnTo>
                    <a:pt x="5713" y="14225"/>
                  </a:lnTo>
                  <a:lnTo>
                    <a:pt x="5535" y="14383"/>
                  </a:lnTo>
                  <a:lnTo>
                    <a:pt x="5296" y="14436"/>
                  </a:lnTo>
                  <a:lnTo>
                    <a:pt x="5236" y="14436"/>
                  </a:lnTo>
                  <a:lnTo>
                    <a:pt x="5176" y="14488"/>
                  </a:lnTo>
                  <a:lnTo>
                    <a:pt x="5176" y="14594"/>
                  </a:lnTo>
                  <a:lnTo>
                    <a:pt x="3927" y="12961"/>
                  </a:lnTo>
                  <a:lnTo>
                    <a:pt x="2857" y="11484"/>
                  </a:lnTo>
                  <a:lnTo>
                    <a:pt x="1726" y="10062"/>
                  </a:lnTo>
                  <a:lnTo>
                    <a:pt x="2261" y="9904"/>
                  </a:lnTo>
                  <a:lnTo>
                    <a:pt x="2797" y="9642"/>
                  </a:lnTo>
                  <a:lnTo>
                    <a:pt x="3809" y="9166"/>
                  </a:lnTo>
                  <a:lnTo>
                    <a:pt x="4046" y="9061"/>
                  </a:lnTo>
                  <a:lnTo>
                    <a:pt x="4284" y="9008"/>
                  </a:lnTo>
                  <a:lnTo>
                    <a:pt x="4761" y="8957"/>
                  </a:lnTo>
                  <a:lnTo>
                    <a:pt x="4998" y="8903"/>
                  </a:lnTo>
                  <a:lnTo>
                    <a:pt x="5176" y="8745"/>
                  </a:lnTo>
                  <a:close/>
                  <a:moveTo>
                    <a:pt x="20648" y="15805"/>
                  </a:moveTo>
                  <a:lnTo>
                    <a:pt x="20528" y="16121"/>
                  </a:lnTo>
                  <a:lnTo>
                    <a:pt x="20409" y="15963"/>
                  </a:lnTo>
                  <a:lnTo>
                    <a:pt x="20648" y="15805"/>
                  </a:lnTo>
                  <a:close/>
                  <a:moveTo>
                    <a:pt x="15648" y="18597"/>
                  </a:moveTo>
                  <a:lnTo>
                    <a:pt x="15769" y="18808"/>
                  </a:lnTo>
                  <a:lnTo>
                    <a:pt x="15947" y="19072"/>
                  </a:lnTo>
                  <a:lnTo>
                    <a:pt x="16125" y="19335"/>
                  </a:lnTo>
                  <a:lnTo>
                    <a:pt x="16364" y="19493"/>
                  </a:lnTo>
                  <a:lnTo>
                    <a:pt x="16304" y="19493"/>
                  </a:lnTo>
                  <a:lnTo>
                    <a:pt x="15648" y="19756"/>
                  </a:lnTo>
                  <a:lnTo>
                    <a:pt x="15648" y="19598"/>
                  </a:lnTo>
                  <a:lnTo>
                    <a:pt x="15530" y="19440"/>
                  </a:lnTo>
                  <a:lnTo>
                    <a:pt x="15292" y="19282"/>
                  </a:lnTo>
                  <a:lnTo>
                    <a:pt x="15173" y="19072"/>
                  </a:lnTo>
                  <a:lnTo>
                    <a:pt x="15055" y="18861"/>
                  </a:lnTo>
                  <a:lnTo>
                    <a:pt x="14995" y="18650"/>
                  </a:lnTo>
                  <a:lnTo>
                    <a:pt x="15648" y="18597"/>
                  </a:lnTo>
                  <a:close/>
                  <a:moveTo>
                    <a:pt x="10771" y="18439"/>
                  </a:moveTo>
                  <a:lnTo>
                    <a:pt x="10532" y="19282"/>
                  </a:lnTo>
                  <a:lnTo>
                    <a:pt x="10412" y="20125"/>
                  </a:lnTo>
                  <a:lnTo>
                    <a:pt x="10412" y="20336"/>
                  </a:lnTo>
                  <a:lnTo>
                    <a:pt x="9997" y="20020"/>
                  </a:lnTo>
                  <a:lnTo>
                    <a:pt x="9937" y="20020"/>
                  </a:lnTo>
                  <a:lnTo>
                    <a:pt x="9937" y="19598"/>
                  </a:lnTo>
                  <a:lnTo>
                    <a:pt x="9997" y="19177"/>
                  </a:lnTo>
                  <a:lnTo>
                    <a:pt x="10115" y="18808"/>
                  </a:lnTo>
                  <a:lnTo>
                    <a:pt x="10294" y="18492"/>
                  </a:lnTo>
                  <a:lnTo>
                    <a:pt x="10771" y="18439"/>
                  </a:lnTo>
                  <a:close/>
                  <a:moveTo>
                    <a:pt x="11900" y="18914"/>
                  </a:moveTo>
                  <a:lnTo>
                    <a:pt x="11781" y="18966"/>
                  </a:lnTo>
                  <a:lnTo>
                    <a:pt x="11721" y="19019"/>
                  </a:lnTo>
                  <a:lnTo>
                    <a:pt x="11485" y="19704"/>
                  </a:lnTo>
                  <a:lnTo>
                    <a:pt x="11364" y="20073"/>
                  </a:lnTo>
                  <a:lnTo>
                    <a:pt x="11364" y="20547"/>
                  </a:lnTo>
                  <a:lnTo>
                    <a:pt x="11425" y="20652"/>
                  </a:lnTo>
                  <a:lnTo>
                    <a:pt x="11543" y="20757"/>
                  </a:lnTo>
                  <a:lnTo>
                    <a:pt x="11663" y="20810"/>
                  </a:lnTo>
                  <a:lnTo>
                    <a:pt x="11781" y="20863"/>
                  </a:lnTo>
                  <a:lnTo>
                    <a:pt x="11900" y="20863"/>
                  </a:lnTo>
                  <a:lnTo>
                    <a:pt x="12020" y="20757"/>
                  </a:lnTo>
                  <a:lnTo>
                    <a:pt x="12138" y="20652"/>
                  </a:lnTo>
                  <a:lnTo>
                    <a:pt x="12138" y="20494"/>
                  </a:lnTo>
                  <a:lnTo>
                    <a:pt x="12078" y="20336"/>
                  </a:lnTo>
                  <a:lnTo>
                    <a:pt x="11960" y="20283"/>
                  </a:lnTo>
                  <a:lnTo>
                    <a:pt x="11960" y="19862"/>
                  </a:lnTo>
                  <a:lnTo>
                    <a:pt x="12020" y="19072"/>
                  </a:lnTo>
                  <a:lnTo>
                    <a:pt x="11960" y="18966"/>
                  </a:lnTo>
                  <a:lnTo>
                    <a:pt x="11900" y="18914"/>
                  </a:lnTo>
                  <a:close/>
                  <a:moveTo>
                    <a:pt x="16899" y="8060"/>
                  </a:moveTo>
                  <a:lnTo>
                    <a:pt x="18148" y="9642"/>
                  </a:lnTo>
                  <a:lnTo>
                    <a:pt x="18743" y="10432"/>
                  </a:lnTo>
                  <a:lnTo>
                    <a:pt x="19339" y="11222"/>
                  </a:lnTo>
                  <a:lnTo>
                    <a:pt x="19874" y="12169"/>
                  </a:lnTo>
                  <a:lnTo>
                    <a:pt x="20113" y="12697"/>
                  </a:lnTo>
                  <a:lnTo>
                    <a:pt x="20349" y="13224"/>
                  </a:lnTo>
                  <a:lnTo>
                    <a:pt x="20469" y="13751"/>
                  </a:lnTo>
                  <a:lnTo>
                    <a:pt x="20588" y="14278"/>
                  </a:lnTo>
                  <a:lnTo>
                    <a:pt x="20648" y="14804"/>
                  </a:lnTo>
                  <a:lnTo>
                    <a:pt x="20648" y="15331"/>
                  </a:lnTo>
                  <a:lnTo>
                    <a:pt x="19992" y="15700"/>
                  </a:lnTo>
                  <a:lnTo>
                    <a:pt x="19932" y="15753"/>
                  </a:lnTo>
                  <a:lnTo>
                    <a:pt x="19874" y="15858"/>
                  </a:lnTo>
                  <a:lnTo>
                    <a:pt x="19932" y="15911"/>
                  </a:lnTo>
                  <a:lnTo>
                    <a:pt x="19992" y="16016"/>
                  </a:lnTo>
                  <a:lnTo>
                    <a:pt x="20171" y="16332"/>
                  </a:lnTo>
                  <a:lnTo>
                    <a:pt x="20291" y="16438"/>
                  </a:lnTo>
                  <a:lnTo>
                    <a:pt x="20409" y="16543"/>
                  </a:lnTo>
                  <a:lnTo>
                    <a:pt x="20231" y="16912"/>
                  </a:lnTo>
                  <a:lnTo>
                    <a:pt x="19992" y="17280"/>
                  </a:lnTo>
                  <a:lnTo>
                    <a:pt x="19219" y="16754"/>
                  </a:lnTo>
                  <a:lnTo>
                    <a:pt x="19100" y="16701"/>
                  </a:lnTo>
                  <a:lnTo>
                    <a:pt x="18982" y="16754"/>
                  </a:lnTo>
                  <a:lnTo>
                    <a:pt x="18922" y="16859"/>
                  </a:lnTo>
                  <a:lnTo>
                    <a:pt x="18982" y="16964"/>
                  </a:lnTo>
                  <a:lnTo>
                    <a:pt x="19696" y="17702"/>
                  </a:lnTo>
                  <a:lnTo>
                    <a:pt x="19219" y="18123"/>
                  </a:lnTo>
                  <a:lnTo>
                    <a:pt x="19160" y="18018"/>
                  </a:lnTo>
                  <a:lnTo>
                    <a:pt x="18922" y="17807"/>
                  </a:lnTo>
                  <a:lnTo>
                    <a:pt x="18683" y="17597"/>
                  </a:lnTo>
                  <a:lnTo>
                    <a:pt x="18445" y="17333"/>
                  </a:lnTo>
                  <a:lnTo>
                    <a:pt x="18327" y="17070"/>
                  </a:lnTo>
                  <a:lnTo>
                    <a:pt x="18208" y="17017"/>
                  </a:lnTo>
                  <a:lnTo>
                    <a:pt x="18148" y="16964"/>
                  </a:lnTo>
                  <a:lnTo>
                    <a:pt x="18030" y="17017"/>
                  </a:lnTo>
                  <a:lnTo>
                    <a:pt x="17970" y="17122"/>
                  </a:lnTo>
                  <a:lnTo>
                    <a:pt x="17970" y="17386"/>
                  </a:lnTo>
                  <a:lnTo>
                    <a:pt x="18030" y="17597"/>
                  </a:lnTo>
                  <a:lnTo>
                    <a:pt x="18148" y="17860"/>
                  </a:lnTo>
                  <a:lnTo>
                    <a:pt x="18267" y="18071"/>
                  </a:lnTo>
                  <a:lnTo>
                    <a:pt x="18445" y="18281"/>
                  </a:lnTo>
                  <a:lnTo>
                    <a:pt x="18683" y="18492"/>
                  </a:lnTo>
                  <a:lnTo>
                    <a:pt x="18030" y="18808"/>
                  </a:lnTo>
                  <a:lnTo>
                    <a:pt x="18088" y="18650"/>
                  </a:lnTo>
                  <a:lnTo>
                    <a:pt x="18088" y="18439"/>
                  </a:lnTo>
                  <a:lnTo>
                    <a:pt x="17970" y="18334"/>
                  </a:lnTo>
                  <a:lnTo>
                    <a:pt x="17791" y="18176"/>
                  </a:lnTo>
                  <a:lnTo>
                    <a:pt x="17731" y="18176"/>
                  </a:lnTo>
                  <a:lnTo>
                    <a:pt x="17613" y="18229"/>
                  </a:lnTo>
                  <a:lnTo>
                    <a:pt x="17613" y="18334"/>
                  </a:lnTo>
                  <a:lnTo>
                    <a:pt x="17553" y="18281"/>
                  </a:lnTo>
                  <a:lnTo>
                    <a:pt x="17018" y="17860"/>
                  </a:lnTo>
                  <a:lnTo>
                    <a:pt x="16899" y="17755"/>
                  </a:lnTo>
                  <a:lnTo>
                    <a:pt x="16779" y="17807"/>
                  </a:lnTo>
                  <a:lnTo>
                    <a:pt x="16721" y="17913"/>
                  </a:lnTo>
                  <a:lnTo>
                    <a:pt x="16721" y="18018"/>
                  </a:lnTo>
                  <a:lnTo>
                    <a:pt x="17018" y="18439"/>
                  </a:lnTo>
                  <a:lnTo>
                    <a:pt x="17374" y="18966"/>
                  </a:lnTo>
                  <a:lnTo>
                    <a:pt x="17494" y="19072"/>
                  </a:lnTo>
                  <a:lnTo>
                    <a:pt x="16839" y="19282"/>
                  </a:lnTo>
                  <a:lnTo>
                    <a:pt x="16839" y="19177"/>
                  </a:lnTo>
                  <a:lnTo>
                    <a:pt x="16779" y="19072"/>
                  </a:lnTo>
                  <a:lnTo>
                    <a:pt x="16601" y="18861"/>
                  </a:lnTo>
                  <a:lnTo>
                    <a:pt x="16304" y="18545"/>
                  </a:lnTo>
                  <a:lnTo>
                    <a:pt x="16065" y="18229"/>
                  </a:lnTo>
                  <a:lnTo>
                    <a:pt x="15947" y="18123"/>
                  </a:lnTo>
                  <a:lnTo>
                    <a:pt x="15769" y="18123"/>
                  </a:lnTo>
                  <a:lnTo>
                    <a:pt x="15233" y="18229"/>
                  </a:lnTo>
                  <a:lnTo>
                    <a:pt x="14756" y="18281"/>
                  </a:lnTo>
                  <a:lnTo>
                    <a:pt x="14638" y="18334"/>
                  </a:lnTo>
                  <a:lnTo>
                    <a:pt x="14578" y="18439"/>
                  </a:lnTo>
                  <a:lnTo>
                    <a:pt x="14578" y="18545"/>
                  </a:lnTo>
                  <a:lnTo>
                    <a:pt x="14638" y="18650"/>
                  </a:lnTo>
                  <a:lnTo>
                    <a:pt x="14638" y="19019"/>
                  </a:lnTo>
                  <a:lnTo>
                    <a:pt x="14756" y="19388"/>
                  </a:lnTo>
                  <a:lnTo>
                    <a:pt x="14816" y="19598"/>
                  </a:lnTo>
                  <a:lnTo>
                    <a:pt x="14935" y="19756"/>
                  </a:lnTo>
                  <a:lnTo>
                    <a:pt x="15113" y="19862"/>
                  </a:lnTo>
                  <a:lnTo>
                    <a:pt x="15292" y="19915"/>
                  </a:lnTo>
                  <a:lnTo>
                    <a:pt x="14578" y="20178"/>
                  </a:lnTo>
                  <a:lnTo>
                    <a:pt x="14518" y="20073"/>
                  </a:lnTo>
                  <a:lnTo>
                    <a:pt x="14281" y="19967"/>
                  </a:lnTo>
                  <a:lnTo>
                    <a:pt x="14221" y="19967"/>
                  </a:lnTo>
                  <a:lnTo>
                    <a:pt x="13983" y="19440"/>
                  </a:lnTo>
                  <a:lnTo>
                    <a:pt x="13804" y="19230"/>
                  </a:lnTo>
                  <a:lnTo>
                    <a:pt x="13567" y="18966"/>
                  </a:lnTo>
                  <a:lnTo>
                    <a:pt x="13507" y="18966"/>
                  </a:lnTo>
                  <a:lnTo>
                    <a:pt x="13507" y="19388"/>
                  </a:lnTo>
                  <a:lnTo>
                    <a:pt x="13567" y="19756"/>
                  </a:lnTo>
                  <a:lnTo>
                    <a:pt x="13804" y="20494"/>
                  </a:lnTo>
                  <a:lnTo>
                    <a:pt x="13090" y="20757"/>
                  </a:lnTo>
                  <a:lnTo>
                    <a:pt x="13030" y="20336"/>
                  </a:lnTo>
                  <a:lnTo>
                    <a:pt x="12912" y="19967"/>
                  </a:lnTo>
                  <a:lnTo>
                    <a:pt x="12852" y="19440"/>
                  </a:lnTo>
                  <a:lnTo>
                    <a:pt x="12852" y="18966"/>
                  </a:lnTo>
                  <a:lnTo>
                    <a:pt x="12794" y="18861"/>
                  </a:lnTo>
                  <a:lnTo>
                    <a:pt x="12674" y="18808"/>
                  </a:lnTo>
                  <a:lnTo>
                    <a:pt x="12615" y="18808"/>
                  </a:lnTo>
                  <a:lnTo>
                    <a:pt x="12495" y="18914"/>
                  </a:lnTo>
                  <a:lnTo>
                    <a:pt x="12437" y="19440"/>
                  </a:lnTo>
                  <a:lnTo>
                    <a:pt x="12377" y="19967"/>
                  </a:lnTo>
                  <a:lnTo>
                    <a:pt x="12437" y="20441"/>
                  </a:lnTo>
                  <a:lnTo>
                    <a:pt x="12437" y="20652"/>
                  </a:lnTo>
                  <a:lnTo>
                    <a:pt x="12555" y="20863"/>
                  </a:lnTo>
                  <a:lnTo>
                    <a:pt x="12138" y="20915"/>
                  </a:lnTo>
                  <a:lnTo>
                    <a:pt x="11663" y="20863"/>
                  </a:lnTo>
                  <a:lnTo>
                    <a:pt x="11364" y="20757"/>
                  </a:lnTo>
                  <a:lnTo>
                    <a:pt x="11008" y="20652"/>
                  </a:lnTo>
                  <a:lnTo>
                    <a:pt x="11068" y="20336"/>
                  </a:lnTo>
                  <a:lnTo>
                    <a:pt x="11128" y="19598"/>
                  </a:lnTo>
                  <a:lnTo>
                    <a:pt x="11128" y="18334"/>
                  </a:lnTo>
                  <a:lnTo>
                    <a:pt x="11068" y="18229"/>
                  </a:lnTo>
                  <a:lnTo>
                    <a:pt x="10889" y="18176"/>
                  </a:lnTo>
                  <a:lnTo>
                    <a:pt x="10294" y="18229"/>
                  </a:lnTo>
                  <a:lnTo>
                    <a:pt x="10234" y="18176"/>
                  </a:lnTo>
                  <a:lnTo>
                    <a:pt x="10115" y="18229"/>
                  </a:lnTo>
                  <a:lnTo>
                    <a:pt x="9877" y="18545"/>
                  </a:lnTo>
                  <a:lnTo>
                    <a:pt x="9640" y="18861"/>
                  </a:lnTo>
                  <a:lnTo>
                    <a:pt x="9520" y="19230"/>
                  </a:lnTo>
                  <a:lnTo>
                    <a:pt x="9402" y="19546"/>
                  </a:lnTo>
                  <a:lnTo>
                    <a:pt x="8746" y="18966"/>
                  </a:lnTo>
                  <a:lnTo>
                    <a:pt x="9223" y="18439"/>
                  </a:lnTo>
                  <a:lnTo>
                    <a:pt x="9640" y="17913"/>
                  </a:lnTo>
                  <a:lnTo>
                    <a:pt x="9640" y="17649"/>
                  </a:lnTo>
                  <a:lnTo>
                    <a:pt x="9520" y="17544"/>
                  </a:lnTo>
                  <a:lnTo>
                    <a:pt x="9223" y="17544"/>
                  </a:lnTo>
                  <a:lnTo>
                    <a:pt x="9103" y="17649"/>
                  </a:lnTo>
                  <a:lnTo>
                    <a:pt x="8450" y="18597"/>
                  </a:lnTo>
                  <a:lnTo>
                    <a:pt x="8033" y="18123"/>
                  </a:lnTo>
                  <a:lnTo>
                    <a:pt x="8331" y="17913"/>
                  </a:lnTo>
                  <a:lnTo>
                    <a:pt x="8628" y="17649"/>
                  </a:lnTo>
                  <a:lnTo>
                    <a:pt x="8866" y="17333"/>
                  </a:lnTo>
                  <a:lnTo>
                    <a:pt x="9045" y="17017"/>
                  </a:lnTo>
                  <a:lnTo>
                    <a:pt x="9045" y="16859"/>
                  </a:lnTo>
                  <a:lnTo>
                    <a:pt x="8985" y="16754"/>
                  </a:lnTo>
                  <a:lnTo>
                    <a:pt x="8925" y="16701"/>
                  </a:lnTo>
                  <a:lnTo>
                    <a:pt x="8628" y="16701"/>
                  </a:lnTo>
                  <a:lnTo>
                    <a:pt x="8568" y="16806"/>
                  </a:lnTo>
                  <a:lnTo>
                    <a:pt x="7794" y="17807"/>
                  </a:lnTo>
                  <a:lnTo>
                    <a:pt x="7201" y="17122"/>
                  </a:lnTo>
                  <a:lnTo>
                    <a:pt x="7379" y="16964"/>
                  </a:lnTo>
                  <a:lnTo>
                    <a:pt x="7914" y="16385"/>
                  </a:lnTo>
                  <a:lnTo>
                    <a:pt x="8450" y="15753"/>
                  </a:lnTo>
                  <a:lnTo>
                    <a:pt x="8450" y="15647"/>
                  </a:lnTo>
                  <a:lnTo>
                    <a:pt x="8510" y="15595"/>
                  </a:lnTo>
                  <a:lnTo>
                    <a:pt x="8568" y="15489"/>
                  </a:lnTo>
                  <a:lnTo>
                    <a:pt x="8568" y="15384"/>
                  </a:lnTo>
                  <a:lnTo>
                    <a:pt x="8450" y="15279"/>
                  </a:lnTo>
                  <a:lnTo>
                    <a:pt x="8271" y="15226"/>
                  </a:lnTo>
                  <a:lnTo>
                    <a:pt x="8153" y="15226"/>
                  </a:lnTo>
                  <a:lnTo>
                    <a:pt x="8033" y="15279"/>
                  </a:lnTo>
                  <a:lnTo>
                    <a:pt x="7379" y="16121"/>
                  </a:lnTo>
                  <a:lnTo>
                    <a:pt x="7022" y="16596"/>
                  </a:lnTo>
                  <a:lnTo>
                    <a:pt x="6962" y="16490"/>
                  </a:lnTo>
                  <a:lnTo>
                    <a:pt x="6724" y="16490"/>
                  </a:lnTo>
                  <a:lnTo>
                    <a:pt x="6307" y="16016"/>
                  </a:lnTo>
                  <a:lnTo>
                    <a:pt x="7022" y="15542"/>
                  </a:lnTo>
                  <a:lnTo>
                    <a:pt x="7379" y="15331"/>
                  </a:lnTo>
                  <a:lnTo>
                    <a:pt x="7676" y="15015"/>
                  </a:lnTo>
                  <a:lnTo>
                    <a:pt x="7736" y="14962"/>
                  </a:lnTo>
                  <a:lnTo>
                    <a:pt x="7794" y="14857"/>
                  </a:lnTo>
                  <a:lnTo>
                    <a:pt x="7676" y="14699"/>
                  </a:lnTo>
                  <a:lnTo>
                    <a:pt x="7557" y="14594"/>
                  </a:lnTo>
                  <a:lnTo>
                    <a:pt x="7437" y="14594"/>
                  </a:lnTo>
                  <a:lnTo>
                    <a:pt x="7319" y="14646"/>
                  </a:lnTo>
                  <a:lnTo>
                    <a:pt x="6962" y="14857"/>
                  </a:lnTo>
                  <a:lnTo>
                    <a:pt x="6605" y="15120"/>
                  </a:lnTo>
                  <a:lnTo>
                    <a:pt x="6010" y="15647"/>
                  </a:lnTo>
                  <a:lnTo>
                    <a:pt x="5282" y="14704"/>
                  </a:lnTo>
                  <a:lnTo>
                    <a:pt x="5653" y="14752"/>
                  </a:lnTo>
                  <a:lnTo>
                    <a:pt x="6070" y="14699"/>
                  </a:lnTo>
                  <a:lnTo>
                    <a:pt x="6307" y="14594"/>
                  </a:lnTo>
                  <a:lnTo>
                    <a:pt x="6605" y="14436"/>
                  </a:lnTo>
                  <a:lnTo>
                    <a:pt x="7081" y="14172"/>
                  </a:lnTo>
                  <a:lnTo>
                    <a:pt x="7736" y="13856"/>
                  </a:lnTo>
                  <a:lnTo>
                    <a:pt x="8093" y="13698"/>
                  </a:lnTo>
                  <a:lnTo>
                    <a:pt x="8390" y="13487"/>
                  </a:lnTo>
                  <a:lnTo>
                    <a:pt x="9819" y="15331"/>
                  </a:lnTo>
                  <a:lnTo>
                    <a:pt x="10354" y="15963"/>
                  </a:lnTo>
                  <a:lnTo>
                    <a:pt x="10889" y="16596"/>
                  </a:lnTo>
                  <a:lnTo>
                    <a:pt x="11186" y="16859"/>
                  </a:lnTo>
                  <a:lnTo>
                    <a:pt x="11543" y="17122"/>
                  </a:lnTo>
                  <a:lnTo>
                    <a:pt x="11900" y="17333"/>
                  </a:lnTo>
                  <a:lnTo>
                    <a:pt x="12317" y="17491"/>
                  </a:lnTo>
                  <a:lnTo>
                    <a:pt x="12674" y="17597"/>
                  </a:lnTo>
                  <a:lnTo>
                    <a:pt x="13090" y="17649"/>
                  </a:lnTo>
                  <a:lnTo>
                    <a:pt x="13864" y="17649"/>
                  </a:lnTo>
                  <a:lnTo>
                    <a:pt x="14221" y="17597"/>
                  </a:lnTo>
                  <a:lnTo>
                    <a:pt x="14578" y="17491"/>
                  </a:lnTo>
                  <a:lnTo>
                    <a:pt x="14935" y="17386"/>
                  </a:lnTo>
                  <a:lnTo>
                    <a:pt x="15292" y="17228"/>
                  </a:lnTo>
                  <a:lnTo>
                    <a:pt x="15709" y="17017"/>
                  </a:lnTo>
                  <a:lnTo>
                    <a:pt x="16005" y="16754"/>
                  </a:lnTo>
                  <a:lnTo>
                    <a:pt x="16304" y="16490"/>
                  </a:lnTo>
                  <a:lnTo>
                    <a:pt x="16542" y="16174"/>
                  </a:lnTo>
                  <a:lnTo>
                    <a:pt x="16721" y="15858"/>
                  </a:lnTo>
                  <a:lnTo>
                    <a:pt x="16899" y="15542"/>
                  </a:lnTo>
                  <a:lnTo>
                    <a:pt x="17018" y="15173"/>
                  </a:lnTo>
                  <a:lnTo>
                    <a:pt x="17078" y="14857"/>
                  </a:lnTo>
                  <a:lnTo>
                    <a:pt x="17136" y="14120"/>
                  </a:lnTo>
                  <a:lnTo>
                    <a:pt x="17078" y="13382"/>
                  </a:lnTo>
                  <a:lnTo>
                    <a:pt x="16899" y="12643"/>
                  </a:lnTo>
                  <a:lnTo>
                    <a:pt x="16601" y="11960"/>
                  </a:lnTo>
                  <a:lnTo>
                    <a:pt x="16185" y="11326"/>
                  </a:lnTo>
                  <a:lnTo>
                    <a:pt x="15709" y="10748"/>
                  </a:lnTo>
                  <a:lnTo>
                    <a:pt x="14756" y="9535"/>
                  </a:lnTo>
                  <a:lnTo>
                    <a:pt x="15173" y="9326"/>
                  </a:lnTo>
                  <a:lnTo>
                    <a:pt x="15530" y="9115"/>
                  </a:lnTo>
                  <a:lnTo>
                    <a:pt x="16244" y="8587"/>
                  </a:lnTo>
                  <a:lnTo>
                    <a:pt x="16899" y="8060"/>
                  </a:lnTo>
                  <a:close/>
                  <a:moveTo>
                    <a:pt x="13626" y="2950"/>
                  </a:moveTo>
                  <a:lnTo>
                    <a:pt x="13447" y="3003"/>
                  </a:lnTo>
                  <a:lnTo>
                    <a:pt x="13329" y="3108"/>
                  </a:lnTo>
                  <a:lnTo>
                    <a:pt x="13269" y="3161"/>
                  </a:lnTo>
                  <a:lnTo>
                    <a:pt x="13269" y="3424"/>
                  </a:lnTo>
                  <a:lnTo>
                    <a:pt x="13150" y="3477"/>
                  </a:lnTo>
                  <a:lnTo>
                    <a:pt x="13030" y="3530"/>
                  </a:lnTo>
                  <a:lnTo>
                    <a:pt x="11841" y="4372"/>
                  </a:lnTo>
                  <a:lnTo>
                    <a:pt x="11186" y="4794"/>
                  </a:lnTo>
                  <a:lnTo>
                    <a:pt x="10591" y="5163"/>
                  </a:lnTo>
                  <a:lnTo>
                    <a:pt x="10472" y="5268"/>
                  </a:lnTo>
                  <a:lnTo>
                    <a:pt x="10412" y="5373"/>
                  </a:lnTo>
                  <a:lnTo>
                    <a:pt x="10412" y="5637"/>
                  </a:lnTo>
                  <a:lnTo>
                    <a:pt x="13864" y="9589"/>
                  </a:lnTo>
                  <a:lnTo>
                    <a:pt x="13864" y="9693"/>
                  </a:lnTo>
                  <a:lnTo>
                    <a:pt x="13983" y="9746"/>
                  </a:lnTo>
                  <a:lnTo>
                    <a:pt x="15233" y="11275"/>
                  </a:lnTo>
                  <a:lnTo>
                    <a:pt x="15709" y="11907"/>
                  </a:lnTo>
                  <a:lnTo>
                    <a:pt x="16065" y="12592"/>
                  </a:lnTo>
                  <a:lnTo>
                    <a:pt x="16244" y="12961"/>
                  </a:lnTo>
                  <a:lnTo>
                    <a:pt x="16364" y="13329"/>
                  </a:lnTo>
                  <a:lnTo>
                    <a:pt x="16422" y="13698"/>
                  </a:lnTo>
                  <a:lnTo>
                    <a:pt x="16422" y="14488"/>
                  </a:lnTo>
                  <a:lnTo>
                    <a:pt x="16364" y="14804"/>
                  </a:lnTo>
                  <a:lnTo>
                    <a:pt x="16244" y="15173"/>
                  </a:lnTo>
                  <a:lnTo>
                    <a:pt x="16065" y="15489"/>
                  </a:lnTo>
                  <a:lnTo>
                    <a:pt x="15887" y="15805"/>
                  </a:lnTo>
                  <a:lnTo>
                    <a:pt x="15648" y="16069"/>
                  </a:lnTo>
                  <a:lnTo>
                    <a:pt x="15352" y="16332"/>
                  </a:lnTo>
                  <a:lnTo>
                    <a:pt x="15055" y="16596"/>
                  </a:lnTo>
                  <a:lnTo>
                    <a:pt x="14756" y="16754"/>
                  </a:lnTo>
                  <a:lnTo>
                    <a:pt x="14399" y="16859"/>
                  </a:lnTo>
                  <a:lnTo>
                    <a:pt x="14043" y="16912"/>
                  </a:lnTo>
                  <a:lnTo>
                    <a:pt x="13686" y="16964"/>
                  </a:lnTo>
                  <a:lnTo>
                    <a:pt x="12972" y="16964"/>
                  </a:lnTo>
                  <a:lnTo>
                    <a:pt x="12674" y="16859"/>
                  </a:lnTo>
                  <a:lnTo>
                    <a:pt x="12317" y="16754"/>
                  </a:lnTo>
                  <a:lnTo>
                    <a:pt x="11960" y="16543"/>
                  </a:lnTo>
                  <a:lnTo>
                    <a:pt x="11603" y="16332"/>
                  </a:lnTo>
                  <a:lnTo>
                    <a:pt x="11306" y="16016"/>
                  </a:lnTo>
                  <a:lnTo>
                    <a:pt x="11068" y="15700"/>
                  </a:lnTo>
                  <a:lnTo>
                    <a:pt x="9819" y="14225"/>
                  </a:lnTo>
                  <a:lnTo>
                    <a:pt x="8688" y="12750"/>
                  </a:lnTo>
                  <a:lnTo>
                    <a:pt x="7557" y="11222"/>
                  </a:lnTo>
                  <a:lnTo>
                    <a:pt x="6545" y="9642"/>
                  </a:lnTo>
                  <a:lnTo>
                    <a:pt x="6070" y="8850"/>
                  </a:lnTo>
                  <a:lnTo>
                    <a:pt x="5653" y="8060"/>
                  </a:lnTo>
                  <a:lnTo>
                    <a:pt x="5535" y="7955"/>
                  </a:lnTo>
                  <a:lnTo>
                    <a:pt x="5355" y="7902"/>
                  </a:lnTo>
                  <a:lnTo>
                    <a:pt x="5176" y="7902"/>
                  </a:lnTo>
                  <a:lnTo>
                    <a:pt x="5058" y="8007"/>
                  </a:lnTo>
                  <a:lnTo>
                    <a:pt x="4879" y="8167"/>
                  </a:lnTo>
                  <a:lnTo>
                    <a:pt x="4641" y="8271"/>
                  </a:lnTo>
                  <a:lnTo>
                    <a:pt x="4404" y="8376"/>
                  </a:lnTo>
                  <a:lnTo>
                    <a:pt x="4166" y="8376"/>
                  </a:lnTo>
                  <a:lnTo>
                    <a:pt x="3927" y="8429"/>
                  </a:lnTo>
                  <a:lnTo>
                    <a:pt x="3689" y="8483"/>
                  </a:lnTo>
                  <a:lnTo>
                    <a:pt x="3273" y="8692"/>
                  </a:lnTo>
                  <a:lnTo>
                    <a:pt x="2321" y="9219"/>
                  </a:lnTo>
                  <a:lnTo>
                    <a:pt x="1844" y="9484"/>
                  </a:lnTo>
                  <a:lnTo>
                    <a:pt x="1427" y="9800"/>
                  </a:lnTo>
                  <a:lnTo>
                    <a:pt x="1249" y="9800"/>
                  </a:lnTo>
                  <a:lnTo>
                    <a:pt x="1131" y="9904"/>
                  </a:lnTo>
                  <a:lnTo>
                    <a:pt x="1071" y="10009"/>
                  </a:lnTo>
                  <a:lnTo>
                    <a:pt x="1131" y="10167"/>
                  </a:lnTo>
                  <a:lnTo>
                    <a:pt x="1786" y="11222"/>
                  </a:lnTo>
                  <a:lnTo>
                    <a:pt x="2500" y="12276"/>
                  </a:lnTo>
                  <a:lnTo>
                    <a:pt x="3987" y="14278"/>
                  </a:lnTo>
                  <a:lnTo>
                    <a:pt x="5535" y="16279"/>
                  </a:lnTo>
                  <a:lnTo>
                    <a:pt x="7141" y="18229"/>
                  </a:lnTo>
                  <a:lnTo>
                    <a:pt x="8093" y="19282"/>
                  </a:lnTo>
                  <a:lnTo>
                    <a:pt x="8033" y="19282"/>
                  </a:lnTo>
                  <a:lnTo>
                    <a:pt x="8033" y="19388"/>
                  </a:lnTo>
                  <a:lnTo>
                    <a:pt x="8093" y="19440"/>
                  </a:lnTo>
                  <a:lnTo>
                    <a:pt x="8153" y="19493"/>
                  </a:lnTo>
                  <a:lnTo>
                    <a:pt x="8271" y="19440"/>
                  </a:lnTo>
                  <a:lnTo>
                    <a:pt x="8806" y="20020"/>
                  </a:lnTo>
                  <a:lnTo>
                    <a:pt x="9402" y="20547"/>
                  </a:lnTo>
                  <a:lnTo>
                    <a:pt x="9462" y="20599"/>
                  </a:lnTo>
                  <a:lnTo>
                    <a:pt x="9580" y="20652"/>
                  </a:lnTo>
                  <a:lnTo>
                    <a:pt x="9937" y="20915"/>
                  </a:lnTo>
                  <a:lnTo>
                    <a:pt x="10354" y="21126"/>
                  </a:lnTo>
                  <a:lnTo>
                    <a:pt x="10771" y="21337"/>
                  </a:lnTo>
                  <a:lnTo>
                    <a:pt x="11246" y="21495"/>
                  </a:lnTo>
                  <a:lnTo>
                    <a:pt x="11721" y="21600"/>
                  </a:lnTo>
                  <a:lnTo>
                    <a:pt x="12734" y="21600"/>
                  </a:lnTo>
                  <a:lnTo>
                    <a:pt x="13269" y="21495"/>
                  </a:lnTo>
                  <a:lnTo>
                    <a:pt x="13804" y="21284"/>
                  </a:lnTo>
                  <a:lnTo>
                    <a:pt x="14399" y="21073"/>
                  </a:lnTo>
                  <a:lnTo>
                    <a:pt x="15530" y="20599"/>
                  </a:lnTo>
                  <a:lnTo>
                    <a:pt x="18030" y="19651"/>
                  </a:lnTo>
                  <a:lnTo>
                    <a:pt x="18803" y="19282"/>
                  </a:lnTo>
                  <a:lnTo>
                    <a:pt x="19457" y="18914"/>
                  </a:lnTo>
                  <a:lnTo>
                    <a:pt x="20113" y="18439"/>
                  </a:lnTo>
                  <a:lnTo>
                    <a:pt x="20648" y="17860"/>
                  </a:lnTo>
                  <a:lnTo>
                    <a:pt x="20945" y="17438"/>
                  </a:lnTo>
                  <a:lnTo>
                    <a:pt x="21183" y="17017"/>
                  </a:lnTo>
                  <a:lnTo>
                    <a:pt x="21362" y="16543"/>
                  </a:lnTo>
                  <a:lnTo>
                    <a:pt x="21480" y="16069"/>
                  </a:lnTo>
                  <a:lnTo>
                    <a:pt x="21540" y="15595"/>
                  </a:lnTo>
                  <a:lnTo>
                    <a:pt x="21600" y="15120"/>
                  </a:lnTo>
                  <a:lnTo>
                    <a:pt x="21540" y="14646"/>
                  </a:lnTo>
                  <a:lnTo>
                    <a:pt x="21480" y="14172"/>
                  </a:lnTo>
                  <a:lnTo>
                    <a:pt x="21362" y="13698"/>
                  </a:lnTo>
                  <a:lnTo>
                    <a:pt x="21242" y="13224"/>
                  </a:lnTo>
                  <a:lnTo>
                    <a:pt x="20885" y="12327"/>
                  </a:lnTo>
                  <a:lnTo>
                    <a:pt x="20409" y="11433"/>
                  </a:lnTo>
                  <a:lnTo>
                    <a:pt x="19874" y="10590"/>
                  </a:lnTo>
                  <a:lnTo>
                    <a:pt x="19279" y="9800"/>
                  </a:lnTo>
                  <a:lnTo>
                    <a:pt x="16661" y="6427"/>
                  </a:lnTo>
                  <a:lnTo>
                    <a:pt x="14043" y="3108"/>
                  </a:lnTo>
                  <a:lnTo>
                    <a:pt x="13924" y="3003"/>
                  </a:lnTo>
                  <a:lnTo>
                    <a:pt x="13746" y="295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372" name="Google Shape;428;p8"/>
            <p:cNvSpPr/>
            <p:nvPr/>
          </p:nvSpPr>
          <p:spPr>
            <a:xfrm>
              <a:off x="0" y="3075838"/>
              <a:ext cx="449982" cy="3007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453" y="0"/>
                  </a:moveTo>
                  <a:lnTo>
                    <a:pt x="7279" y="176"/>
                  </a:lnTo>
                  <a:lnTo>
                    <a:pt x="6755" y="1045"/>
                  </a:lnTo>
                  <a:lnTo>
                    <a:pt x="6347" y="2004"/>
                  </a:lnTo>
                  <a:lnTo>
                    <a:pt x="5939" y="2961"/>
                  </a:lnTo>
                  <a:lnTo>
                    <a:pt x="5590" y="4008"/>
                  </a:lnTo>
                  <a:lnTo>
                    <a:pt x="5300" y="5053"/>
                  </a:lnTo>
                  <a:lnTo>
                    <a:pt x="5123" y="6185"/>
                  </a:lnTo>
                  <a:lnTo>
                    <a:pt x="4949" y="7316"/>
                  </a:lnTo>
                  <a:lnTo>
                    <a:pt x="4833" y="8536"/>
                  </a:lnTo>
                  <a:lnTo>
                    <a:pt x="4774" y="9146"/>
                  </a:lnTo>
                  <a:lnTo>
                    <a:pt x="4658" y="9669"/>
                  </a:lnTo>
                  <a:lnTo>
                    <a:pt x="4484" y="10279"/>
                  </a:lnTo>
                  <a:lnTo>
                    <a:pt x="4250" y="10713"/>
                  </a:lnTo>
                  <a:lnTo>
                    <a:pt x="4135" y="10975"/>
                  </a:lnTo>
                  <a:lnTo>
                    <a:pt x="3960" y="11062"/>
                  </a:lnTo>
                  <a:lnTo>
                    <a:pt x="3611" y="11236"/>
                  </a:lnTo>
                  <a:lnTo>
                    <a:pt x="2912" y="11236"/>
                  </a:lnTo>
                  <a:lnTo>
                    <a:pt x="2446" y="11062"/>
                  </a:lnTo>
                  <a:lnTo>
                    <a:pt x="1573" y="11062"/>
                  </a:lnTo>
                  <a:lnTo>
                    <a:pt x="1398" y="11236"/>
                  </a:lnTo>
                  <a:lnTo>
                    <a:pt x="1224" y="11324"/>
                  </a:lnTo>
                  <a:lnTo>
                    <a:pt x="932" y="11236"/>
                  </a:lnTo>
                  <a:lnTo>
                    <a:pt x="641" y="11236"/>
                  </a:lnTo>
                  <a:lnTo>
                    <a:pt x="408" y="11409"/>
                  </a:lnTo>
                  <a:lnTo>
                    <a:pt x="117" y="11585"/>
                  </a:lnTo>
                  <a:lnTo>
                    <a:pt x="59" y="11758"/>
                  </a:lnTo>
                  <a:lnTo>
                    <a:pt x="0" y="11934"/>
                  </a:lnTo>
                  <a:lnTo>
                    <a:pt x="0" y="12280"/>
                  </a:lnTo>
                  <a:lnTo>
                    <a:pt x="59" y="12368"/>
                  </a:lnTo>
                  <a:lnTo>
                    <a:pt x="117" y="12456"/>
                  </a:lnTo>
                  <a:lnTo>
                    <a:pt x="233" y="12542"/>
                  </a:lnTo>
                  <a:lnTo>
                    <a:pt x="351" y="12456"/>
                  </a:lnTo>
                  <a:lnTo>
                    <a:pt x="816" y="12280"/>
                  </a:lnTo>
                  <a:lnTo>
                    <a:pt x="932" y="12542"/>
                  </a:lnTo>
                  <a:lnTo>
                    <a:pt x="1106" y="12717"/>
                  </a:lnTo>
                  <a:lnTo>
                    <a:pt x="1281" y="12717"/>
                  </a:lnTo>
                  <a:lnTo>
                    <a:pt x="1398" y="12629"/>
                  </a:lnTo>
                  <a:lnTo>
                    <a:pt x="1457" y="12542"/>
                  </a:lnTo>
                  <a:lnTo>
                    <a:pt x="1573" y="12368"/>
                  </a:lnTo>
                  <a:lnTo>
                    <a:pt x="1689" y="12280"/>
                  </a:lnTo>
                  <a:lnTo>
                    <a:pt x="1981" y="12195"/>
                  </a:lnTo>
                  <a:lnTo>
                    <a:pt x="2271" y="12280"/>
                  </a:lnTo>
                  <a:lnTo>
                    <a:pt x="2562" y="12368"/>
                  </a:lnTo>
                  <a:lnTo>
                    <a:pt x="3144" y="12542"/>
                  </a:lnTo>
                  <a:lnTo>
                    <a:pt x="3493" y="12542"/>
                  </a:lnTo>
                  <a:lnTo>
                    <a:pt x="3785" y="12456"/>
                  </a:lnTo>
                  <a:lnTo>
                    <a:pt x="4135" y="12368"/>
                  </a:lnTo>
                  <a:lnTo>
                    <a:pt x="4368" y="12195"/>
                  </a:lnTo>
                  <a:lnTo>
                    <a:pt x="4658" y="11934"/>
                  </a:lnTo>
                  <a:lnTo>
                    <a:pt x="4892" y="11585"/>
                  </a:lnTo>
                  <a:lnTo>
                    <a:pt x="5066" y="11236"/>
                  </a:lnTo>
                  <a:lnTo>
                    <a:pt x="5241" y="10801"/>
                  </a:lnTo>
                  <a:lnTo>
                    <a:pt x="5474" y="9930"/>
                  </a:lnTo>
                  <a:lnTo>
                    <a:pt x="5590" y="9320"/>
                  </a:lnTo>
                  <a:lnTo>
                    <a:pt x="5649" y="8709"/>
                  </a:lnTo>
                  <a:lnTo>
                    <a:pt x="5765" y="7403"/>
                  </a:lnTo>
                  <a:lnTo>
                    <a:pt x="5939" y="6271"/>
                  </a:lnTo>
                  <a:lnTo>
                    <a:pt x="6173" y="5226"/>
                  </a:lnTo>
                  <a:lnTo>
                    <a:pt x="6404" y="4355"/>
                  </a:lnTo>
                  <a:lnTo>
                    <a:pt x="6696" y="3483"/>
                  </a:lnTo>
                  <a:lnTo>
                    <a:pt x="6987" y="2700"/>
                  </a:lnTo>
                  <a:lnTo>
                    <a:pt x="7395" y="2004"/>
                  </a:lnTo>
                  <a:lnTo>
                    <a:pt x="8211" y="6793"/>
                  </a:lnTo>
                  <a:lnTo>
                    <a:pt x="8966" y="11497"/>
                  </a:lnTo>
                  <a:lnTo>
                    <a:pt x="9723" y="16288"/>
                  </a:lnTo>
                  <a:lnTo>
                    <a:pt x="10423" y="21165"/>
                  </a:lnTo>
                  <a:lnTo>
                    <a:pt x="10480" y="21339"/>
                  </a:lnTo>
                  <a:lnTo>
                    <a:pt x="10655" y="21515"/>
                  </a:lnTo>
                  <a:lnTo>
                    <a:pt x="10772" y="21600"/>
                  </a:lnTo>
                  <a:lnTo>
                    <a:pt x="10947" y="21600"/>
                  </a:lnTo>
                  <a:lnTo>
                    <a:pt x="11353" y="21339"/>
                  </a:lnTo>
                  <a:lnTo>
                    <a:pt x="11704" y="20904"/>
                  </a:lnTo>
                  <a:lnTo>
                    <a:pt x="11936" y="20467"/>
                  </a:lnTo>
                  <a:lnTo>
                    <a:pt x="12169" y="19860"/>
                  </a:lnTo>
                  <a:lnTo>
                    <a:pt x="12402" y="18988"/>
                  </a:lnTo>
                  <a:lnTo>
                    <a:pt x="12577" y="18029"/>
                  </a:lnTo>
                  <a:lnTo>
                    <a:pt x="12985" y="16201"/>
                  </a:lnTo>
                  <a:lnTo>
                    <a:pt x="14381" y="9407"/>
                  </a:lnTo>
                  <a:lnTo>
                    <a:pt x="14615" y="10540"/>
                  </a:lnTo>
                  <a:lnTo>
                    <a:pt x="14789" y="11758"/>
                  </a:lnTo>
                  <a:lnTo>
                    <a:pt x="14789" y="12019"/>
                  </a:lnTo>
                  <a:lnTo>
                    <a:pt x="14905" y="12195"/>
                  </a:lnTo>
                  <a:lnTo>
                    <a:pt x="15021" y="12368"/>
                  </a:lnTo>
                  <a:lnTo>
                    <a:pt x="15196" y="12368"/>
                  </a:lnTo>
                  <a:lnTo>
                    <a:pt x="19097" y="12019"/>
                  </a:lnTo>
                  <a:lnTo>
                    <a:pt x="19156" y="12195"/>
                  </a:lnTo>
                  <a:lnTo>
                    <a:pt x="19213" y="12368"/>
                  </a:lnTo>
                  <a:lnTo>
                    <a:pt x="19564" y="12717"/>
                  </a:lnTo>
                  <a:lnTo>
                    <a:pt x="19970" y="12891"/>
                  </a:lnTo>
                  <a:lnTo>
                    <a:pt x="20029" y="12979"/>
                  </a:lnTo>
                  <a:lnTo>
                    <a:pt x="20494" y="12979"/>
                  </a:lnTo>
                  <a:lnTo>
                    <a:pt x="20727" y="12891"/>
                  </a:lnTo>
                  <a:lnTo>
                    <a:pt x="20960" y="12629"/>
                  </a:lnTo>
                  <a:lnTo>
                    <a:pt x="21135" y="12368"/>
                  </a:lnTo>
                  <a:lnTo>
                    <a:pt x="21310" y="12019"/>
                  </a:lnTo>
                  <a:lnTo>
                    <a:pt x="21484" y="11670"/>
                  </a:lnTo>
                  <a:lnTo>
                    <a:pt x="21600" y="11236"/>
                  </a:lnTo>
                  <a:lnTo>
                    <a:pt x="21600" y="10801"/>
                  </a:lnTo>
                  <a:lnTo>
                    <a:pt x="21484" y="10540"/>
                  </a:lnTo>
                  <a:lnTo>
                    <a:pt x="21310" y="10191"/>
                  </a:lnTo>
                  <a:lnTo>
                    <a:pt x="21076" y="10018"/>
                  </a:lnTo>
                  <a:lnTo>
                    <a:pt x="20844" y="9842"/>
                  </a:lnTo>
                  <a:lnTo>
                    <a:pt x="20552" y="9669"/>
                  </a:lnTo>
                  <a:lnTo>
                    <a:pt x="20319" y="9669"/>
                  </a:lnTo>
                  <a:lnTo>
                    <a:pt x="20029" y="9754"/>
                  </a:lnTo>
                  <a:lnTo>
                    <a:pt x="19738" y="9930"/>
                  </a:lnTo>
                  <a:lnTo>
                    <a:pt x="19564" y="10103"/>
                  </a:lnTo>
                  <a:lnTo>
                    <a:pt x="19446" y="10279"/>
                  </a:lnTo>
                  <a:lnTo>
                    <a:pt x="19272" y="10713"/>
                  </a:lnTo>
                  <a:lnTo>
                    <a:pt x="15545" y="11062"/>
                  </a:lnTo>
                  <a:lnTo>
                    <a:pt x="15429" y="10103"/>
                  </a:lnTo>
                  <a:lnTo>
                    <a:pt x="15254" y="9146"/>
                  </a:lnTo>
                  <a:lnTo>
                    <a:pt x="15021" y="8187"/>
                  </a:lnTo>
                  <a:lnTo>
                    <a:pt x="14731" y="7230"/>
                  </a:lnTo>
                  <a:lnTo>
                    <a:pt x="14615" y="7054"/>
                  </a:lnTo>
                  <a:lnTo>
                    <a:pt x="14497" y="6969"/>
                  </a:lnTo>
                  <a:lnTo>
                    <a:pt x="14264" y="6969"/>
                  </a:lnTo>
                  <a:lnTo>
                    <a:pt x="14032" y="7054"/>
                  </a:lnTo>
                  <a:lnTo>
                    <a:pt x="13974" y="7230"/>
                  </a:lnTo>
                  <a:lnTo>
                    <a:pt x="13915" y="7403"/>
                  </a:lnTo>
                  <a:lnTo>
                    <a:pt x="12459" y="14284"/>
                  </a:lnTo>
                  <a:lnTo>
                    <a:pt x="11704" y="17943"/>
                  </a:lnTo>
                  <a:lnTo>
                    <a:pt x="11471" y="18988"/>
                  </a:lnTo>
                  <a:lnTo>
                    <a:pt x="11353" y="19511"/>
                  </a:lnTo>
                  <a:lnTo>
                    <a:pt x="11121" y="19945"/>
                  </a:lnTo>
                  <a:lnTo>
                    <a:pt x="10423" y="15068"/>
                  </a:lnTo>
                  <a:lnTo>
                    <a:pt x="9666" y="10191"/>
                  </a:lnTo>
                  <a:lnTo>
                    <a:pt x="8850" y="5314"/>
                  </a:lnTo>
                  <a:lnTo>
                    <a:pt x="7977" y="522"/>
                  </a:lnTo>
                  <a:lnTo>
                    <a:pt x="7861" y="176"/>
                  </a:lnTo>
                  <a:lnTo>
                    <a:pt x="7685" y="88"/>
                  </a:lnTo>
                  <a:lnTo>
                    <a:pt x="7453"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sp>
          <p:nvSpPr>
            <p:cNvPr id="1373" name="Google Shape;429;p8"/>
            <p:cNvSpPr/>
            <p:nvPr/>
          </p:nvSpPr>
          <p:spPr>
            <a:xfrm>
              <a:off x="1436078" y="3448183"/>
              <a:ext cx="203748" cy="2183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885" y="0"/>
                  </a:moveTo>
                  <a:lnTo>
                    <a:pt x="13759" y="121"/>
                  </a:lnTo>
                  <a:lnTo>
                    <a:pt x="13629" y="242"/>
                  </a:lnTo>
                  <a:lnTo>
                    <a:pt x="13629" y="481"/>
                  </a:lnTo>
                  <a:lnTo>
                    <a:pt x="12342" y="1560"/>
                  </a:lnTo>
                  <a:lnTo>
                    <a:pt x="11315" y="2640"/>
                  </a:lnTo>
                  <a:lnTo>
                    <a:pt x="9769" y="4200"/>
                  </a:lnTo>
                  <a:lnTo>
                    <a:pt x="8613" y="5401"/>
                  </a:lnTo>
                  <a:lnTo>
                    <a:pt x="7712" y="5162"/>
                  </a:lnTo>
                  <a:lnTo>
                    <a:pt x="4627" y="4321"/>
                  </a:lnTo>
                  <a:lnTo>
                    <a:pt x="3986" y="4200"/>
                  </a:lnTo>
                  <a:lnTo>
                    <a:pt x="2829" y="3961"/>
                  </a:lnTo>
                  <a:lnTo>
                    <a:pt x="2314" y="3840"/>
                  </a:lnTo>
                  <a:lnTo>
                    <a:pt x="1798" y="3961"/>
                  </a:lnTo>
                  <a:lnTo>
                    <a:pt x="1542" y="4083"/>
                  </a:lnTo>
                  <a:lnTo>
                    <a:pt x="1542" y="4442"/>
                  </a:lnTo>
                  <a:lnTo>
                    <a:pt x="1669" y="4802"/>
                  </a:lnTo>
                  <a:lnTo>
                    <a:pt x="1928" y="5041"/>
                  </a:lnTo>
                  <a:lnTo>
                    <a:pt x="2314" y="5280"/>
                  </a:lnTo>
                  <a:lnTo>
                    <a:pt x="2699" y="5401"/>
                  </a:lnTo>
                  <a:lnTo>
                    <a:pt x="3726" y="5761"/>
                  </a:lnTo>
                  <a:lnTo>
                    <a:pt x="4497" y="5882"/>
                  </a:lnTo>
                  <a:lnTo>
                    <a:pt x="7200" y="6601"/>
                  </a:lnTo>
                  <a:lnTo>
                    <a:pt x="7200" y="6840"/>
                  </a:lnTo>
                  <a:lnTo>
                    <a:pt x="7326" y="7082"/>
                  </a:lnTo>
                  <a:lnTo>
                    <a:pt x="7586" y="7321"/>
                  </a:lnTo>
                  <a:lnTo>
                    <a:pt x="7712" y="7321"/>
                  </a:lnTo>
                  <a:lnTo>
                    <a:pt x="7971" y="7442"/>
                  </a:lnTo>
                  <a:lnTo>
                    <a:pt x="8357" y="7321"/>
                  </a:lnTo>
                  <a:lnTo>
                    <a:pt x="8872" y="7082"/>
                  </a:lnTo>
                  <a:lnTo>
                    <a:pt x="9384" y="6961"/>
                  </a:lnTo>
                  <a:lnTo>
                    <a:pt x="9643" y="6840"/>
                  </a:lnTo>
                  <a:lnTo>
                    <a:pt x="9769" y="6722"/>
                  </a:lnTo>
                  <a:lnTo>
                    <a:pt x="9769" y="6242"/>
                  </a:lnTo>
                  <a:lnTo>
                    <a:pt x="10285" y="5761"/>
                  </a:lnTo>
                  <a:lnTo>
                    <a:pt x="11827" y="4200"/>
                  </a:lnTo>
                  <a:lnTo>
                    <a:pt x="13369" y="2522"/>
                  </a:lnTo>
                  <a:lnTo>
                    <a:pt x="13499" y="4560"/>
                  </a:lnTo>
                  <a:lnTo>
                    <a:pt x="13499" y="6840"/>
                  </a:lnTo>
                  <a:lnTo>
                    <a:pt x="13629" y="7920"/>
                  </a:lnTo>
                  <a:lnTo>
                    <a:pt x="13885" y="8522"/>
                  </a:lnTo>
                  <a:lnTo>
                    <a:pt x="14144" y="8999"/>
                  </a:lnTo>
                  <a:lnTo>
                    <a:pt x="14400" y="9241"/>
                  </a:lnTo>
                  <a:lnTo>
                    <a:pt x="14786" y="9241"/>
                  </a:lnTo>
                  <a:lnTo>
                    <a:pt x="15686" y="9840"/>
                  </a:lnTo>
                  <a:lnTo>
                    <a:pt x="16584" y="10321"/>
                  </a:lnTo>
                  <a:lnTo>
                    <a:pt x="17744" y="10681"/>
                  </a:lnTo>
                  <a:lnTo>
                    <a:pt x="18771" y="10919"/>
                  </a:lnTo>
                  <a:lnTo>
                    <a:pt x="18386" y="11161"/>
                  </a:lnTo>
                  <a:lnTo>
                    <a:pt x="16584" y="12002"/>
                  </a:lnTo>
                  <a:lnTo>
                    <a:pt x="15813" y="12362"/>
                  </a:lnTo>
                  <a:lnTo>
                    <a:pt x="15041" y="12840"/>
                  </a:lnTo>
                  <a:lnTo>
                    <a:pt x="14786" y="12840"/>
                  </a:lnTo>
                  <a:lnTo>
                    <a:pt x="14656" y="12961"/>
                  </a:lnTo>
                  <a:lnTo>
                    <a:pt x="14270" y="13320"/>
                  </a:lnTo>
                  <a:lnTo>
                    <a:pt x="13885" y="14040"/>
                  </a:lnTo>
                  <a:lnTo>
                    <a:pt x="13629" y="14881"/>
                  </a:lnTo>
                  <a:lnTo>
                    <a:pt x="13499" y="17282"/>
                  </a:lnTo>
                  <a:lnTo>
                    <a:pt x="13499" y="19801"/>
                  </a:lnTo>
                  <a:lnTo>
                    <a:pt x="12472" y="18721"/>
                  </a:lnTo>
                  <a:lnTo>
                    <a:pt x="11315" y="17642"/>
                  </a:lnTo>
                  <a:lnTo>
                    <a:pt x="9258" y="15601"/>
                  </a:lnTo>
                  <a:lnTo>
                    <a:pt x="8998" y="15241"/>
                  </a:lnTo>
                  <a:lnTo>
                    <a:pt x="8742" y="15002"/>
                  </a:lnTo>
                  <a:lnTo>
                    <a:pt x="8357" y="15002"/>
                  </a:lnTo>
                  <a:lnTo>
                    <a:pt x="8357" y="15120"/>
                  </a:lnTo>
                  <a:lnTo>
                    <a:pt x="8101" y="15120"/>
                  </a:lnTo>
                  <a:lnTo>
                    <a:pt x="6685" y="15601"/>
                  </a:lnTo>
                  <a:lnTo>
                    <a:pt x="5142" y="15839"/>
                  </a:lnTo>
                  <a:lnTo>
                    <a:pt x="3726" y="16081"/>
                  </a:lnTo>
                  <a:lnTo>
                    <a:pt x="2184" y="16199"/>
                  </a:lnTo>
                  <a:lnTo>
                    <a:pt x="3986" y="14161"/>
                  </a:lnTo>
                  <a:lnTo>
                    <a:pt x="4757" y="13082"/>
                  </a:lnTo>
                  <a:lnTo>
                    <a:pt x="5398" y="11881"/>
                  </a:lnTo>
                  <a:lnTo>
                    <a:pt x="5914" y="11760"/>
                  </a:lnTo>
                  <a:lnTo>
                    <a:pt x="6043" y="11639"/>
                  </a:lnTo>
                  <a:lnTo>
                    <a:pt x="6169" y="11400"/>
                  </a:lnTo>
                  <a:lnTo>
                    <a:pt x="6299" y="11279"/>
                  </a:lnTo>
                  <a:lnTo>
                    <a:pt x="6299" y="11040"/>
                  </a:lnTo>
                  <a:lnTo>
                    <a:pt x="6169" y="10802"/>
                  </a:lnTo>
                  <a:lnTo>
                    <a:pt x="6043" y="10681"/>
                  </a:lnTo>
                  <a:lnTo>
                    <a:pt x="5784" y="10560"/>
                  </a:lnTo>
                  <a:lnTo>
                    <a:pt x="5398" y="9961"/>
                  </a:lnTo>
                  <a:lnTo>
                    <a:pt x="4241" y="8041"/>
                  </a:lnTo>
                  <a:lnTo>
                    <a:pt x="2955" y="6242"/>
                  </a:lnTo>
                  <a:lnTo>
                    <a:pt x="2184" y="5401"/>
                  </a:lnTo>
                  <a:lnTo>
                    <a:pt x="1283" y="4681"/>
                  </a:lnTo>
                  <a:lnTo>
                    <a:pt x="897" y="4560"/>
                  </a:lnTo>
                  <a:lnTo>
                    <a:pt x="641" y="4681"/>
                  </a:lnTo>
                  <a:lnTo>
                    <a:pt x="386" y="4920"/>
                  </a:lnTo>
                  <a:lnTo>
                    <a:pt x="386" y="5280"/>
                  </a:lnTo>
                  <a:lnTo>
                    <a:pt x="1157" y="6363"/>
                  </a:lnTo>
                  <a:lnTo>
                    <a:pt x="1928" y="7321"/>
                  </a:lnTo>
                  <a:lnTo>
                    <a:pt x="2699" y="8280"/>
                  </a:lnTo>
                  <a:lnTo>
                    <a:pt x="3341" y="9241"/>
                  </a:lnTo>
                  <a:lnTo>
                    <a:pt x="3856" y="10321"/>
                  </a:lnTo>
                  <a:lnTo>
                    <a:pt x="4112" y="10919"/>
                  </a:lnTo>
                  <a:lnTo>
                    <a:pt x="4497" y="11521"/>
                  </a:lnTo>
                  <a:lnTo>
                    <a:pt x="3856" y="12002"/>
                  </a:lnTo>
                  <a:lnTo>
                    <a:pt x="3214" y="12480"/>
                  </a:lnTo>
                  <a:lnTo>
                    <a:pt x="2054" y="13801"/>
                  </a:lnTo>
                  <a:lnTo>
                    <a:pt x="1027" y="15120"/>
                  </a:lnTo>
                  <a:lnTo>
                    <a:pt x="126" y="16559"/>
                  </a:lnTo>
                  <a:lnTo>
                    <a:pt x="0" y="16919"/>
                  </a:lnTo>
                  <a:lnTo>
                    <a:pt x="0" y="17282"/>
                  </a:lnTo>
                  <a:lnTo>
                    <a:pt x="256" y="17521"/>
                  </a:lnTo>
                  <a:lnTo>
                    <a:pt x="641" y="17642"/>
                  </a:lnTo>
                  <a:lnTo>
                    <a:pt x="2569" y="17642"/>
                  </a:lnTo>
                  <a:lnTo>
                    <a:pt x="4497" y="17521"/>
                  </a:lnTo>
                  <a:lnTo>
                    <a:pt x="6429" y="17161"/>
                  </a:lnTo>
                  <a:lnTo>
                    <a:pt x="8227" y="16559"/>
                  </a:lnTo>
                  <a:lnTo>
                    <a:pt x="8998" y="17521"/>
                  </a:lnTo>
                  <a:lnTo>
                    <a:pt x="9769" y="18240"/>
                  </a:lnTo>
                  <a:lnTo>
                    <a:pt x="11315" y="20161"/>
                  </a:lnTo>
                  <a:lnTo>
                    <a:pt x="12213" y="20880"/>
                  </a:lnTo>
                  <a:lnTo>
                    <a:pt x="12728" y="21240"/>
                  </a:lnTo>
                  <a:lnTo>
                    <a:pt x="13243" y="21479"/>
                  </a:lnTo>
                  <a:lnTo>
                    <a:pt x="13629" y="21479"/>
                  </a:lnTo>
                  <a:lnTo>
                    <a:pt x="14144" y="21361"/>
                  </a:lnTo>
                  <a:lnTo>
                    <a:pt x="14530" y="21600"/>
                  </a:lnTo>
                  <a:lnTo>
                    <a:pt x="15041" y="21600"/>
                  </a:lnTo>
                  <a:lnTo>
                    <a:pt x="15301" y="21361"/>
                  </a:lnTo>
                  <a:lnTo>
                    <a:pt x="15427" y="21119"/>
                  </a:lnTo>
                  <a:lnTo>
                    <a:pt x="15557" y="20880"/>
                  </a:lnTo>
                  <a:lnTo>
                    <a:pt x="15427" y="20642"/>
                  </a:lnTo>
                  <a:lnTo>
                    <a:pt x="15301" y="20520"/>
                  </a:lnTo>
                  <a:lnTo>
                    <a:pt x="15171" y="20399"/>
                  </a:lnTo>
                  <a:lnTo>
                    <a:pt x="15041" y="19801"/>
                  </a:lnTo>
                  <a:lnTo>
                    <a:pt x="15041" y="19081"/>
                  </a:lnTo>
                  <a:lnTo>
                    <a:pt x="14915" y="16919"/>
                  </a:lnTo>
                  <a:lnTo>
                    <a:pt x="14915" y="14400"/>
                  </a:lnTo>
                  <a:lnTo>
                    <a:pt x="15427" y="14400"/>
                  </a:lnTo>
                  <a:lnTo>
                    <a:pt x="15686" y="14279"/>
                  </a:lnTo>
                  <a:lnTo>
                    <a:pt x="15942" y="14040"/>
                  </a:lnTo>
                  <a:lnTo>
                    <a:pt x="15942" y="13919"/>
                  </a:lnTo>
                  <a:lnTo>
                    <a:pt x="16198" y="13801"/>
                  </a:lnTo>
                  <a:lnTo>
                    <a:pt x="18256" y="12722"/>
                  </a:lnTo>
                  <a:lnTo>
                    <a:pt x="19413" y="12120"/>
                  </a:lnTo>
                  <a:lnTo>
                    <a:pt x="19928" y="11760"/>
                  </a:lnTo>
                  <a:lnTo>
                    <a:pt x="20443" y="11400"/>
                  </a:lnTo>
                  <a:lnTo>
                    <a:pt x="20959" y="11400"/>
                  </a:lnTo>
                  <a:lnTo>
                    <a:pt x="21344" y="11279"/>
                  </a:lnTo>
                  <a:lnTo>
                    <a:pt x="21470" y="11040"/>
                  </a:lnTo>
                  <a:lnTo>
                    <a:pt x="21600" y="10802"/>
                  </a:lnTo>
                  <a:lnTo>
                    <a:pt x="21600" y="10560"/>
                  </a:lnTo>
                  <a:lnTo>
                    <a:pt x="21470" y="10200"/>
                  </a:lnTo>
                  <a:lnTo>
                    <a:pt x="21344" y="9961"/>
                  </a:lnTo>
                  <a:lnTo>
                    <a:pt x="20959" y="9840"/>
                  </a:lnTo>
                  <a:lnTo>
                    <a:pt x="19542" y="9601"/>
                  </a:lnTo>
                  <a:lnTo>
                    <a:pt x="18130" y="9120"/>
                  </a:lnTo>
                  <a:lnTo>
                    <a:pt x="16714" y="8760"/>
                  </a:lnTo>
                  <a:lnTo>
                    <a:pt x="15301" y="8401"/>
                  </a:lnTo>
                  <a:lnTo>
                    <a:pt x="15301" y="7442"/>
                  </a:lnTo>
                  <a:lnTo>
                    <a:pt x="15171" y="6601"/>
                  </a:lnTo>
                  <a:lnTo>
                    <a:pt x="14915" y="4802"/>
                  </a:lnTo>
                  <a:lnTo>
                    <a:pt x="14915" y="2882"/>
                  </a:lnTo>
                  <a:lnTo>
                    <a:pt x="14786" y="1802"/>
                  </a:lnTo>
                  <a:lnTo>
                    <a:pt x="14656" y="841"/>
                  </a:lnTo>
                  <a:lnTo>
                    <a:pt x="14786" y="602"/>
                  </a:lnTo>
                  <a:lnTo>
                    <a:pt x="14915" y="360"/>
                  </a:lnTo>
                  <a:lnTo>
                    <a:pt x="14786" y="121"/>
                  </a:lnTo>
                  <a:lnTo>
                    <a:pt x="14656" y="0"/>
                  </a:lnTo>
                  <a:close/>
                </a:path>
              </a:pathLst>
            </a:custGeom>
            <a:solidFill>
              <a:srgbClr val="A4C2F4"/>
            </a:solidFill>
            <a:ln w="12700" cap="flat">
              <a:noFill/>
              <a:miter lim="400000"/>
            </a:ln>
            <a:effectLst/>
          </p:spPr>
          <p:txBody>
            <a:bodyPr wrap="square" lIns="0" tIns="0" rIns="0" bIns="0" numCol="1" anchor="ctr">
              <a:noAutofit/>
            </a:bodyPr>
            <a:lstStyle/>
            <a:p>
              <a:pPr>
                <a:defRPr>
                  <a:solidFill>
                    <a:srgbClr val="000000"/>
                  </a:solidFill>
                </a:defRPr>
              </a:pPr>
            </a:p>
          </p:txBody>
        </p:sp>
      </p:grpSp>
      <p:sp>
        <p:nvSpPr>
          <p:cNvPr id="1375" name="Google Shape;430;p8"/>
          <p:cNvSpPr/>
          <p:nvPr/>
        </p:nvSpPr>
        <p:spPr>
          <a:xfrm>
            <a:off x="850475" y="1031425"/>
            <a:ext cx="6037801" cy="1"/>
          </a:xfrm>
          <a:prstGeom prst="line">
            <a:avLst/>
          </a:prstGeom>
          <a:ln w="19050" cap="rnd">
            <a:solidFill>
              <a:srgbClr val="A4C2F4"/>
            </a:solidFill>
            <a:prstDash val="dash"/>
          </a:ln>
        </p:spPr>
        <p:txBody>
          <a:bodyPr lIns="0" tIns="0" rIns="0" bIns="0"/>
          <a:lstStyle/>
          <a:p>
            <a:pPr/>
          </a:p>
        </p:txBody>
      </p:sp>
      <p:sp>
        <p:nvSpPr>
          <p:cNvPr id="1376" name="Slide Number"/>
          <p:cNvSpPr txBox="1"/>
          <p:nvPr>
            <p:ph type="sldNum" sz="quarter" idx="2"/>
          </p:nvPr>
        </p:nvSpPr>
        <p:spPr>
          <a:xfrm>
            <a:off x="90619" y="4722736"/>
            <a:ext cx="365066" cy="360651"/>
          </a:xfrm>
          <a:prstGeom prst="rect">
            <a:avLst/>
          </a:prstGeom>
        </p:spPr>
        <p:txBody>
          <a:bodyPr anchor="t"/>
          <a:lstStyle>
            <a:lvl1pPr algn="l"/>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APTION_ONLY">
    <p:spTree>
      <p:nvGrpSpPr>
        <p:cNvPr id="1" name=""/>
        <p:cNvGrpSpPr/>
        <p:nvPr/>
      </p:nvGrpSpPr>
      <p:grpSpPr>
        <a:xfrm>
          <a:off x="0" y="0"/>
          <a:ext cx="0" cy="0"/>
          <a:chOff x="0" y="0"/>
          <a:chExt cx="0" cy="0"/>
        </a:xfrm>
      </p:grpSpPr>
      <p:sp>
        <p:nvSpPr>
          <p:cNvPr id="1383" name="Body Level One…"/>
          <p:cNvSpPr txBox="1"/>
          <p:nvPr>
            <p:ph type="body" sz="quarter" idx="1"/>
          </p:nvPr>
        </p:nvSpPr>
        <p:spPr>
          <a:xfrm>
            <a:off x="457200" y="4406308"/>
            <a:ext cx="8229600" cy="519601"/>
          </a:xfrm>
          <a:prstGeom prst="rect">
            <a:avLst/>
          </a:prstGeom>
        </p:spPr>
        <p:txBody>
          <a:bodyPr>
            <a:normAutofit fontScale="100000" lnSpcReduction="0"/>
          </a:bodyPr>
          <a:lstStyle>
            <a:lvl1pPr marL="228600" indent="0" algn="ctr">
              <a:spcBef>
                <a:spcPts val="300"/>
              </a:spcBef>
              <a:buClrTx/>
              <a:buSzTx/>
              <a:buFontTx/>
              <a:buNone/>
              <a:defRPr sz="1800"/>
            </a:lvl1pPr>
            <a:lvl2pPr marL="878839" indent="-320039" algn="ctr">
              <a:spcBef>
                <a:spcPts val="300"/>
              </a:spcBef>
              <a:buClrTx/>
              <a:buSzPts val="1800"/>
              <a:buFontTx/>
              <a:defRPr sz="1800"/>
            </a:lvl2pPr>
            <a:lvl3pPr marL="1336039" indent="-320039" algn="ctr">
              <a:spcBef>
                <a:spcPts val="300"/>
              </a:spcBef>
              <a:buClrTx/>
              <a:buSzPts val="1800"/>
              <a:buFontTx/>
              <a:defRPr sz="1800"/>
            </a:lvl3pPr>
            <a:lvl4pPr marL="1828800" indent="-342900" algn="ctr">
              <a:spcBef>
                <a:spcPts val="300"/>
              </a:spcBef>
              <a:buClrTx/>
              <a:buSzPts val="1800"/>
              <a:buFontTx/>
              <a:defRPr sz="1800"/>
            </a:lvl4pPr>
            <a:lvl5pPr marL="2286000" indent="-342900" algn="ctr">
              <a:spcBef>
                <a:spcPts val="300"/>
              </a:spcBef>
              <a:buClrTx/>
              <a:buSzPts val="1800"/>
              <a:buFontTx/>
              <a:defRPr sz="1800"/>
            </a:lvl5pPr>
          </a:lstStyle>
          <a:p>
            <a:pPr/>
            <a:r>
              <a:t>Body Level One</a:t>
            </a:r>
          </a:p>
          <a:p>
            <a:pPr lvl="1"/>
            <a:r>
              <a:t>Body Level Two</a:t>
            </a:r>
          </a:p>
          <a:p>
            <a:pPr lvl="2"/>
            <a:r>
              <a:t>Body Level Three</a:t>
            </a:r>
          </a:p>
          <a:p>
            <a:pPr lvl="3"/>
            <a:r>
              <a:t>Body Level Four</a:t>
            </a:r>
          </a:p>
          <a:p>
            <a:pPr lvl="4"/>
            <a:r>
              <a:t>Body Level Five</a:t>
            </a:r>
          </a:p>
        </p:txBody>
      </p:sp>
      <p:sp>
        <p:nvSpPr>
          <p:cNvPr id="13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39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_1">
    <p:spTree>
      <p:nvGrpSpPr>
        <p:cNvPr id="1" name=""/>
        <p:cNvGrpSpPr/>
        <p:nvPr/>
      </p:nvGrpSpPr>
      <p:grpSpPr>
        <a:xfrm>
          <a:off x="0" y="0"/>
          <a:ext cx="0" cy="0"/>
          <a:chOff x="0" y="0"/>
          <a:chExt cx="0" cy="0"/>
        </a:xfrm>
      </p:grpSpPr>
      <p:grpSp>
        <p:nvGrpSpPr>
          <p:cNvPr id="1549" name="Google Shape;6;p1"/>
          <p:cNvGrpSpPr/>
          <p:nvPr/>
        </p:nvGrpSpPr>
        <p:grpSpPr>
          <a:xfrm>
            <a:off x="-13" y="-47"/>
            <a:ext cx="9143766" cy="5143347"/>
            <a:chOff x="-6" y="-23"/>
            <a:chExt cx="9143765" cy="5143345"/>
          </a:xfrm>
        </p:grpSpPr>
        <p:sp>
          <p:nvSpPr>
            <p:cNvPr id="1398" name="Google Shape;7;p1"/>
            <p:cNvSpPr/>
            <p:nvPr/>
          </p:nvSpPr>
          <p:spPr>
            <a:xfrm>
              <a:off x="-7" y="-24"/>
              <a:ext cx="9143766" cy="5143347"/>
            </a:xfrm>
            <a:prstGeom prst="rect">
              <a:avLst/>
            </a:prstGeom>
            <a:noFill/>
            <a:ln w="9525" cap="rnd">
              <a:solidFill>
                <a:schemeClr val="accent4"/>
              </a:solidFill>
              <a:prstDash val="solid"/>
              <a:round/>
            </a:ln>
            <a:effectLst/>
          </p:spPr>
          <p:txBody>
            <a:bodyPr wrap="square" lIns="0" tIns="0" rIns="0" bIns="0" numCol="1" anchor="ctr">
              <a:noAutofit/>
            </a:bodyPr>
            <a:lstStyle/>
            <a:p>
              <a:pPr>
                <a:defRPr>
                  <a:solidFill>
                    <a:srgbClr val="000000"/>
                  </a:solidFill>
                </a:defRPr>
              </a:pPr>
            </a:p>
          </p:txBody>
        </p:sp>
        <p:sp>
          <p:nvSpPr>
            <p:cNvPr id="1399" name="Google Shape;8;p1"/>
            <p:cNvSpPr/>
            <p:nvPr/>
          </p:nvSpPr>
          <p:spPr>
            <a:xfrm>
              <a:off x="-7" y="504929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00" name="Google Shape;9;p1"/>
            <p:cNvSpPr/>
            <p:nvPr/>
          </p:nvSpPr>
          <p:spPr>
            <a:xfrm>
              <a:off x="-7" y="495639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01" name="Google Shape;10;p1"/>
            <p:cNvSpPr/>
            <p:nvPr/>
          </p:nvSpPr>
          <p:spPr>
            <a:xfrm>
              <a:off x="-7" y="486237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02" name="Google Shape;11;p1"/>
            <p:cNvSpPr/>
            <p:nvPr/>
          </p:nvSpPr>
          <p:spPr>
            <a:xfrm>
              <a:off x="-7" y="4769476"/>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03" name="Google Shape;12;p1"/>
            <p:cNvSpPr/>
            <p:nvPr/>
          </p:nvSpPr>
          <p:spPr>
            <a:xfrm>
              <a:off x="-7" y="4675447"/>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04" name="Google Shape;13;p1"/>
            <p:cNvSpPr/>
            <p:nvPr/>
          </p:nvSpPr>
          <p:spPr>
            <a:xfrm>
              <a:off x="-7" y="4582554"/>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05" name="Google Shape;14;p1"/>
            <p:cNvSpPr/>
            <p:nvPr/>
          </p:nvSpPr>
          <p:spPr>
            <a:xfrm>
              <a:off x="-7" y="4488524"/>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06" name="Google Shape;15;p1"/>
            <p:cNvSpPr/>
            <p:nvPr/>
          </p:nvSpPr>
          <p:spPr>
            <a:xfrm>
              <a:off x="-7" y="4395631"/>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07" name="Google Shape;16;p1"/>
            <p:cNvSpPr/>
            <p:nvPr/>
          </p:nvSpPr>
          <p:spPr>
            <a:xfrm>
              <a:off x="-7" y="430160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08" name="Google Shape;17;p1"/>
            <p:cNvSpPr/>
            <p:nvPr/>
          </p:nvSpPr>
          <p:spPr>
            <a:xfrm>
              <a:off x="-7" y="420870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09" name="Google Shape;18;p1"/>
            <p:cNvSpPr/>
            <p:nvPr/>
          </p:nvSpPr>
          <p:spPr>
            <a:xfrm>
              <a:off x="-7" y="411467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10" name="Google Shape;19;p1"/>
            <p:cNvSpPr/>
            <p:nvPr/>
          </p:nvSpPr>
          <p:spPr>
            <a:xfrm>
              <a:off x="-7" y="4020617"/>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11" name="Google Shape;20;p1"/>
            <p:cNvSpPr/>
            <p:nvPr/>
          </p:nvSpPr>
          <p:spPr>
            <a:xfrm>
              <a:off x="-7" y="3927756"/>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12" name="Google Shape;21;p1"/>
            <p:cNvSpPr/>
            <p:nvPr/>
          </p:nvSpPr>
          <p:spPr>
            <a:xfrm>
              <a:off x="-7" y="3833694"/>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13" name="Google Shape;22;p1"/>
            <p:cNvSpPr/>
            <p:nvPr/>
          </p:nvSpPr>
          <p:spPr>
            <a:xfrm>
              <a:off x="-7" y="3740833"/>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14" name="Google Shape;23;p1"/>
            <p:cNvSpPr/>
            <p:nvPr/>
          </p:nvSpPr>
          <p:spPr>
            <a:xfrm>
              <a:off x="-7" y="3646771"/>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15" name="Google Shape;24;p1"/>
            <p:cNvSpPr/>
            <p:nvPr/>
          </p:nvSpPr>
          <p:spPr>
            <a:xfrm>
              <a:off x="-7" y="355391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16" name="Google Shape;25;p1"/>
            <p:cNvSpPr/>
            <p:nvPr/>
          </p:nvSpPr>
          <p:spPr>
            <a:xfrm>
              <a:off x="-7" y="345984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17" name="Google Shape;26;p1"/>
            <p:cNvSpPr/>
            <p:nvPr/>
          </p:nvSpPr>
          <p:spPr>
            <a:xfrm>
              <a:off x="-7" y="336698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18" name="Google Shape;27;p1"/>
            <p:cNvSpPr/>
            <p:nvPr/>
          </p:nvSpPr>
          <p:spPr>
            <a:xfrm>
              <a:off x="-7" y="3272926"/>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19" name="Google Shape;28;p1"/>
            <p:cNvSpPr/>
            <p:nvPr/>
          </p:nvSpPr>
          <p:spPr>
            <a:xfrm>
              <a:off x="-7" y="3180065"/>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20" name="Google Shape;29;p1"/>
            <p:cNvSpPr/>
            <p:nvPr/>
          </p:nvSpPr>
          <p:spPr>
            <a:xfrm>
              <a:off x="-7" y="3086003"/>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21" name="Google Shape;30;p1"/>
            <p:cNvSpPr/>
            <p:nvPr/>
          </p:nvSpPr>
          <p:spPr>
            <a:xfrm>
              <a:off x="-7" y="2991941"/>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22" name="Google Shape;31;p1"/>
            <p:cNvSpPr/>
            <p:nvPr/>
          </p:nvSpPr>
          <p:spPr>
            <a:xfrm>
              <a:off x="-7" y="289908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23" name="Google Shape;32;p1"/>
            <p:cNvSpPr/>
            <p:nvPr/>
          </p:nvSpPr>
          <p:spPr>
            <a:xfrm>
              <a:off x="-7" y="280501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24" name="Google Shape;33;p1"/>
            <p:cNvSpPr/>
            <p:nvPr/>
          </p:nvSpPr>
          <p:spPr>
            <a:xfrm>
              <a:off x="-7" y="271215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25" name="Google Shape;34;p1"/>
            <p:cNvSpPr/>
            <p:nvPr/>
          </p:nvSpPr>
          <p:spPr>
            <a:xfrm>
              <a:off x="-7" y="2618096"/>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26" name="Google Shape;35;p1"/>
            <p:cNvSpPr/>
            <p:nvPr/>
          </p:nvSpPr>
          <p:spPr>
            <a:xfrm>
              <a:off x="-7" y="2525235"/>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27" name="Google Shape;36;p1"/>
            <p:cNvSpPr/>
            <p:nvPr/>
          </p:nvSpPr>
          <p:spPr>
            <a:xfrm>
              <a:off x="-7" y="2431173"/>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28" name="Google Shape;37;p1"/>
            <p:cNvSpPr/>
            <p:nvPr/>
          </p:nvSpPr>
          <p:spPr>
            <a:xfrm>
              <a:off x="-7" y="233831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29" name="Google Shape;38;p1"/>
            <p:cNvSpPr/>
            <p:nvPr/>
          </p:nvSpPr>
          <p:spPr>
            <a:xfrm>
              <a:off x="-7" y="224425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30" name="Google Shape;39;p1"/>
            <p:cNvSpPr/>
            <p:nvPr/>
          </p:nvSpPr>
          <p:spPr>
            <a:xfrm>
              <a:off x="-7" y="215138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31" name="Google Shape;40;p1"/>
            <p:cNvSpPr/>
            <p:nvPr/>
          </p:nvSpPr>
          <p:spPr>
            <a:xfrm>
              <a:off x="-7" y="205732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32" name="Google Shape;41;p1"/>
            <p:cNvSpPr/>
            <p:nvPr/>
          </p:nvSpPr>
          <p:spPr>
            <a:xfrm>
              <a:off x="-7" y="1963266"/>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33" name="Google Shape;42;p1"/>
            <p:cNvSpPr/>
            <p:nvPr/>
          </p:nvSpPr>
          <p:spPr>
            <a:xfrm>
              <a:off x="-7" y="1870405"/>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34" name="Google Shape;43;p1"/>
            <p:cNvSpPr/>
            <p:nvPr/>
          </p:nvSpPr>
          <p:spPr>
            <a:xfrm>
              <a:off x="-7" y="1776343"/>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35" name="Google Shape;44;p1"/>
            <p:cNvSpPr/>
            <p:nvPr/>
          </p:nvSpPr>
          <p:spPr>
            <a:xfrm>
              <a:off x="-7" y="168348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36" name="Google Shape;45;p1"/>
            <p:cNvSpPr/>
            <p:nvPr/>
          </p:nvSpPr>
          <p:spPr>
            <a:xfrm>
              <a:off x="-7" y="158942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37" name="Google Shape;46;p1"/>
            <p:cNvSpPr/>
            <p:nvPr/>
          </p:nvSpPr>
          <p:spPr>
            <a:xfrm>
              <a:off x="-7" y="149655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38" name="Google Shape;47;p1"/>
            <p:cNvSpPr/>
            <p:nvPr/>
          </p:nvSpPr>
          <p:spPr>
            <a:xfrm>
              <a:off x="-7" y="140249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39" name="Google Shape;48;p1"/>
            <p:cNvSpPr/>
            <p:nvPr/>
          </p:nvSpPr>
          <p:spPr>
            <a:xfrm>
              <a:off x="-7" y="1309637"/>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40" name="Google Shape;49;p1"/>
            <p:cNvSpPr/>
            <p:nvPr/>
          </p:nvSpPr>
          <p:spPr>
            <a:xfrm>
              <a:off x="-7" y="1215575"/>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41" name="Google Shape;50;p1"/>
            <p:cNvSpPr/>
            <p:nvPr/>
          </p:nvSpPr>
          <p:spPr>
            <a:xfrm>
              <a:off x="-7" y="1122714"/>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42" name="Google Shape;51;p1"/>
            <p:cNvSpPr/>
            <p:nvPr/>
          </p:nvSpPr>
          <p:spPr>
            <a:xfrm>
              <a:off x="-7" y="102865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43" name="Google Shape;52;p1"/>
            <p:cNvSpPr/>
            <p:nvPr/>
          </p:nvSpPr>
          <p:spPr>
            <a:xfrm>
              <a:off x="-7" y="93459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44" name="Google Shape;53;p1"/>
            <p:cNvSpPr/>
            <p:nvPr/>
          </p:nvSpPr>
          <p:spPr>
            <a:xfrm>
              <a:off x="-7" y="84172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45" name="Google Shape;54;p1"/>
            <p:cNvSpPr/>
            <p:nvPr/>
          </p:nvSpPr>
          <p:spPr>
            <a:xfrm>
              <a:off x="-7" y="74766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46" name="Google Shape;55;p1"/>
            <p:cNvSpPr/>
            <p:nvPr/>
          </p:nvSpPr>
          <p:spPr>
            <a:xfrm>
              <a:off x="-7" y="654807"/>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47" name="Google Shape;56;p1"/>
            <p:cNvSpPr/>
            <p:nvPr/>
          </p:nvSpPr>
          <p:spPr>
            <a:xfrm>
              <a:off x="-7" y="560745"/>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48" name="Google Shape;57;p1"/>
            <p:cNvSpPr/>
            <p:nvPr/>
          </p:nvSpPr>
          <p:spPr>
            <a:xfrm>
              <a:off x="-7" y="467884"/>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49" name="Google Shape;58;p1"/>
            <p:cNvSpPr/>
            <p:nvPr/>
          </p:nvSpPr>
          <p:spPr>
            <a:xfrm>
              <a:off x="-7" y="37382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50" name="Google Shape;59;p1"/>
            <p:cNvSpPr/>
            <p:nvPr/>
          </p:nvSpPr>
          <p:spPr>
            <a:xfrm>
              <a:off x="-7" y="280961"/>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51" name="Google Shape;60;p1"/>
            <p:cNvSpPr/>
            <p:nvPr/>
          </p:nvSpPr>
          <p:spPr>
            <a:xfrm>
              <a:off x="-7" y="18689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52" name="Google Shape;61;p1"/>
            <p:cNvSpPr/>
            <p:nvPr/>
          </p:nvSpPr>
          <p:spPr>
            <a:xfrm>
              <a:off x="-7" y="9403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53" name="Google Shape;62;p1"/>
            <p:cNvSpPr/>
            <p:nvPr/>
          </p:nvSpPr>
          <p:spPr>
            <a:xfrm flipH="1">
              <a:off x="904972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54" name="Google Shape;63;p1"/>
            <p:cNvSpPr/>
            <p:nvPr/>
          </p:nvSpPr>
          <p:spPr>
            <a:xfrm flipH="1">
              <a:off x="895566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55" name="Google Shape;64;p1"/>
            <p:cNvSpPr/>
            <p:nvPr/>
          </p:nvSpPr>
          <p:spPr>
            <a:xfrm flipH="1">
              <a:off x="886040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56" name="Google Shape;65;p1"/>
            <p:cNvSpPr/>
            <p:nvPr/>
          </p:nvSpPr>
          <p:spPr>
            <a:xfrm flipH="1">
              <a:off x="876634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57" name="Google Shape;66;p1"/>
            <p:cNvSpPr/>
            <p:nvPr/>
          </p:nvSpPr>
          <p:spPr>
            <a:xfrm flipH="1">
              <a:off x="867228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58" name="Google Shape;67;p1"/>
            <p:cNvSpPr/>
            <p:nvPr/>
          </p:nvSpPr>
          <p:spPr>
            <a:xfrm flipH="1">
              <a:off x="857825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59" name="Google Shape;68;p1"/>
            <p:cNvSpPr/>
            <p:nvPr/>
          </p:nvSpPr>
          <p:spPr>
            <a:xfrm flipH="1">
              <a:off x="848418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60" name="Google Shape;69;p1"/>
            <p:cNvSpPr/>
            <p:nvPr/>
          </p:nvSpPr>
          <p:spPr>
            <a:xfrm flipH="1">
              <a:off x="839012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61" name="Google Shape;70;p1"/>
            <p:cNvSpPr/>
            <p:nvPr/>
          </p:nvSpPr>
          <p:spPr>
            <a:xfrm flipH="1">
              <a:off x="829486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62" name="Google Shape;71;p1"/>
            <p:cNvSpPr/>
            <p:nvPr/>
          </p:nvSpPr>
          <p:spPr>
            <a:xfrm flipH="1">
              <a:off x="820083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63" name="Google Shape;72;p1"/>
            <p:cNvSpPr/>
            <p:nvPr/>
          </p:nvSpPr>
          <p:spPr>
            <a:xfrm flipH="1">
              <a:off x="810677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64" name="Google Shape;73;p1"/>
            <p:cNvSpPr/>
            <p:nvPr/>
          </p:nvSpPr>
          <p:spPr>
            <a:xfrm flipH="1">
              <a:off x="801271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65" name="Google Shape;74;p1"/>
            <p:cNvSpPr/>
            <p:nvPr/>
          </p:nvSpPr>
          <p:spPr>
            <a:xfrm flipH="1">
              <a:off x="791865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66" name="Google Shape;75;p1"/>
            <p:cNvSpPr/>
            <p:nvPr/>
          </p:nvSpPr>
          <p:spPr>
            <a:xfrm flipH="1">
              <a:off x="782458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67" name="Google Shape;76;p1"/>
            <p:cNvSpPr/>
            <p:nvPr/>
          </p:nvSpPr>
          <p:spPr>
            <a:xfrm flipH="1">
              <a:off x="772935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68" name="Google Shape;77;p1"/>
            <p:cNvSpPr/>
            <p:nvPr/>
          </p:nvSpPr>
          <p:spPr>
            <a:xfrm flipH="1">
              <a:off x="763529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69" name="Google Shape;78;p1"/>
            <p:cNvSpPr/>
            <p:nvPr/>
          </p:nvSpPr>
          <p:spPr>
            <a:xfrm flipH="1">
              <a:off x="754123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70" name="Google Shape;79;p1"/>
            <p:cNvSpPr/>
            <p:nvPr/>
          </p:nvSpPr>
          <p:spPr>
            <a:xfrm flipH="1">
              <a:off x="744717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71" name="Google Shape;80;p1"/>
            <p:cNvSpPr/>
            <p:nvPr/>
          </p:nvSpPr>
          <p:spPr>
            <a:xfrm flipH="1">
              <a:off x="735311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72" name="Google Shape;81;p1"/>
            <p:cNvSpPr/>
            <p:nvPr/>
          </p:nvSpPr>
          <p:spPr>
            <a:xfrm flipH="1">
              <a:off x="725788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73" name="Google Shape;82;p1"/>
            <p:cNvSpPr/>
            <p:nvPr/>
          </p:nvSpPr>
          <p:spPr>
            <a:xfrm flipH="1">
              <a:off x="716381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74" name="Google Shape;83;p1"/>
            <p:cNvSpPr/>
            <p:nvPr/>
          </p:nvSpPr>
          <p:spPr>
            <a:xfrm flipH="1">
              <a:off x="706975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75" name="Google Shape;84;p1"/>
            <p:cNvSpPr/>
            <p:nvPr/>
          </p:nvSpPr>
          <p:spPr>
            <a:xfrm flipH="1">
              <a:off x="697569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76" name="Google Shape;85;p1"/>
            <p:cNvSpPr/>
            <p:nvPr/>
          </p:nvSpPr>
          <p:spPr>
            <a:xfrm flipH="1">
              <a:off x="688163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77" name="Google Shape;86;p1"/>
            <p:cNvSpPr/>
            <p:nvPr/>
          </p:nvSpPr>
          <p:spPr>
            <a:xfrm flipH="1">
              <a:off x="678757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78" name="Google Shape;87;p1"/>
            <p:cNvSpPr/>
            <p:nvPr/>
          </p:nvSpPr>
          <p:spPr>
            <a:xfrm flipH="1">
              <a:off x="669234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79" name="Google Shape;88;p1"/>
            <p:cNvSpPr/>
            <p:nvPr/>
          </p:nvSpPr>
          <p:spPr>
            <a:xfrm flipH="1">
              <a:off x="659827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80" name="Google Shape;89;p1"/>
            <p:cNvSpPr/>
            <p:nvPr/>
          </p:nvSpPr>
          <p:spPr>
            <a:xfrm flipH="1">
              <a:off x="650421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81" name="Google Shape;90;p1"/>
            <p:cNvSpPr/>
            <p:nvPr/>
          </p:nvSpPr>
          <p:spPr>
            <a:xfrm flipH="1">
              <a:off x="641015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82" name="Google Shape;91;p1"/>
            <p:cNvSpPr/>
            <p:nvPr/>
          </p:nvSpPr>
          <p:spPr>
            <a:xfrm flipH="1">
              <a:off x="631609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83" name="Google Shape;92;p1"/>
            <p:cNvSpPr/>
            <p:nvPr/>
          </p:nvSpPr>
          <p:spPr>
            <a:xfrm flipH="1">
              <a:off x="622206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84" name="Google Shape;93;p1"/>
            <p:cNvSpPr/>
            <p:nvPr/>
          </p:nvSpPr>
          <p:spPr>
            <a:xfrm flipH="1">
              <a:off x="612680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85" name="Google Shape;94;p1"/>
            <p:cNvSpPr/>
            <p:nvPr/>
          </p:nvSpPr>
          <p:spPr>
            <a:xfrm flipH="1">
              <a:off x="603273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86" name="Google Shape;95;p1"/>
            <p:cNvSpPr/>
            <p:nvPr/>
          </p:nvSpPr>
          <p:spPr>
            <a:xfrm flipH="1">
              <a:off x="593867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87" name="Google Shape;96;p1"/>
            <p:cNvSpPr/>
            <p:nvPr/>
          </p:nvSpPr>
          <p:spPr>
            <a:xfrm flipH="1">
              <a:off x="584464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88" name="Google Shape;97;p1"/>
            <p:cNvSpPr/>
            <p:nvPr/>
          </p:nvSpPr>
          <p:spPr>
            <a:xfrm flipH="1">
              <a:off x="575058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89" name="Google Shape;98;p1"/>
            <p:cNvSpPr/>
            <p:nvPr/>
          </p:nvSpPr>
          <p:spPr>
            <a:xfrm flipH="1">
              <a:off x="565652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90" name="Google Shape;99;p1"/>
            <p:cNvSpPr/>
            <p:nvPr/>
          </p:nvSpPr>
          <p:spPr>
            <a:xfrm flipH="1">
              <a:off x="556126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91" name="Google Shape;100;p1"/>
            <p:cNvSpPr/>
            <p:nvPr/>
          </p:nvSpPr>
          <p:spPr>
            <a:xfrm flipH="1">
              <a:off x="546720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92" name="Google Shape;101;p1"/>
            <p:cNvSpPr/>
            <p:nvPr/>
          </p:nvSpPr>
          <p:spPr>
            <a:xfrm flipH="1">
              <a:off x="537317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93" name="Google Shape;102;p1"/>
            <p:cNvSpPr/>
            <p:nvPr/>
          </p:nvSpPr>
          <p:spPr>
            <a:xfrm flipH="1">
              <a:off x="527910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94" name="Google Shape;103;p1"/>
            <p:cNvSpPr/>
            <p:nvPr/>
          </p:nvSpPr>
          <p:spPr>
            <a:xfrm flipH="1">
              <a:off x="518504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95" name="Google Shape;104;p1"/>
            <p:cNvSpPr/>
            <p:nvPr/>
          </p:nvSpPr>
          <p:spPr>
            <a:xfrm flipH="1">
              <a:off x="508978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96" name="Google Shape;105;p1"/>
            <p:cNvSpPr/>
            <p:nvPr/>
          </p:nvSpPr>
          <p:spPr>
            <a:xfrm flipH="1">
              <a:off x="499575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97" name="Google Shape;106;p1"/>
            <p:cNvSpPr/>
            <p:nvPr/>
          </p:nvSpPr>
          <p:spPr>
            <a:xfrm flipH="1">
              <a:off x="490169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98" name="Google Shape;107;p1"/>
            <p:cNvSpPr/>
            <p:nvPr/>
          </p:nvSpPr>
          <p:spPr>
            <a:xfrm flipH="1">
              <a:off x="480763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99" name="Google Shape;108;p1"/>
            <p:cNvSpPr/>
            <p:nvPr/>
          </p:nvSpPr>
          <p:spPr>
            <a:xfrm flipH="1">
              <a:off x="471356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00" name="Google Shape;109;p1"/>
            <p:cNvSpPr/>
            <p:nvPr/>
          </p:nvSpPr>
          <p:spPr>
            <a:xfrm flipH="1">
              <a:off x="461950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01" name="Google Shape;110;p1"/>
            <p:cNvSpPr/>
            <p:nvPr/>
          </p:nvSpPr>
          <p:spPr>
            <a:xfrm flipH="1">
              <a:off x="452427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02" name="Google Shape;111;p1"/>
            <p:cNvSpPr/>
            <p:nvPr/>
          </p:nvSpPr>
          <p:spPr>
            <a:xfrm flipH="1">
              <a:off x="443021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03" name="Google Shape;112;p1"/>
            <p:cNvSpPr/>
            <p:nvPr/>
          </p:nvSpPr>
          <p:spPr>
            <a:xfrm flipH="1">
              <a:off x="433615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04" name="Google Shape;113;p1"/>
            <p:cNvSpPr/>
            <p:nvPr/>
          </p:nvSpPr>
          <p:spPr>
            <a:xfrm flipH="1">
              <a:off x="424209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05" name="Google Shape;114;p1"/>
            <p:cNvSpPr/>
            <p:nvPr/>
          </p:nvSpPr>
          <p:spPr>
            <a:xfrm flipH="1">
              <a:off x="414802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06" name="Google Shape;115;p1"/>
            <p:cNvSpPr/>
            <p:nvPr/>
          </p:nvSpPr>
          <p:spPr>
            <a:xfrm flipH="1">
              <a:off x="405396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07" name="Google Shape;116;p1"/>
            <p:cNvSpPr/>
            <p:nvPr/>
          </p:nvSpPr>
          <p:spPr>
            <a:xfrm flipH="1">
              <a:off x="395873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08" name="Google Shape;117;p1"/>
            <p:cNvSpPr/>
            <p:nvPr/>
          </p:nvSpPr>
          <p:spPr>
            <a:xfrm flipH="1">
              <a:off x="386467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09" name="Google Shape;118;p1"/>
            <p:cNvSpPr/>
            <p:nvPr/>
          </p:nvSpPr>
          <p:spPr>
            <a:xfrm flipH="1">
              <a:off x="377061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10" name="Google Shape;119;p1"/>
            <p:cNvSpPr/>
            <p:nvPr/>
          </p:nvSpPr>
          <p:spPr>
            <a:xfrm flipH="1">
              <a:off x="367655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11" name="Google Shape;120;p1"/>
            <p:cNvSpPr/>
            <p:nvPr/>
          </p:nvSpPr>
          <p:spPr>
            <a:xfrm flipH="1">
              <a:off x="358249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12" name="Google Shape;121;p1"/>
            <p:cNvSpPr/>
            <p:nvPr/>
          </p:nvSpPr>
          <p:spPr>
            <a:xfrm flipH="1">
              <a:off x="348726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13" name="Google Shape;122;p1"/>
            <p:cNvSpPr/>
            <p:nvPr/>
          </p:nvSpPr>
          <p:spPr>
            <a:xfrm flipH="1">
              <a:off x="339319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14" name="Google Shape;123;p1"/>
            <p:cNvSpPr/>
            <p:nvPr/>
          </p:nvSpPr>
          <p:spPr>
            <a:xfrm flipH="1">
              <a:off x="329913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15" name="Google Shape;124;p1"/>
            <p:cNvSpPr/>
            <p:nvPr/>
          </p:nvSpPr>
          <p:spPr>
            <a:xfrm flipH="1">
              <a:off x="320507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16" name="Google Shape;125;p1"/>
            <p:cNvSpPr/>
            <p:nvPr/>
          </p:nvSpPr>
          <p:spPr>
            <a:xfrm flipH="1">
              <a:off x="311104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17" name="Google Shape;126;p1"/>
            <p:cNvSpPr/>
            <p:nvPr/>
          </p:nvSpPr>
          <p:spPr>
            <a:xfrm flipH="1">
              <a:off x="301698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18" name="Google Shape;127;p1"/>
            <p:cNvSpPr/>
            <p:nvPr/>
          </p:nvSpPr>
          <p:spPr>
            <a:xfrm flipH="1">
              <a:off x="292172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19" name="Google Shape;128;p1"/>
            <p:cNvSpPr/>
            <p:nvPr/>
          </p:nvSpPr>
          <p:spPr>
            <a:xfrm flipH="1">
              <a:off x="282765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20" name="Google Shape;129;p1"/>
            <p:cNvSpPr/>
            <p:nvPr/>
          </p:nvSpPr>
          <p:spPr>
            <a:xfrm flipH="1">
              <a:off x="273359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21" name="Google Shape;130;p1"/>
            <p:cNvSpPr/>
            <p:nvPr/>
          </p:nvSpPr>
          <p:spPr>
            <a:xfrm flipH="1">
              <a:off x="263956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22" name="Google Shape;131;p1"/>
            <p:cNvSpPr/>
            <p:nvPr/>
          </p:nvSpPr>
          <p:spPr>
            <a:xfrm flipH="1">
              <a:off x="254550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23" name="Google Shape;132;p1"/>
            <p:cNvSpPr/>
            <p:nvPr/>
          </p:nvSpPr>
          <p:spPr>
            <a:xfrm flipH="1">
              <a:off x="245144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24" name="Google Shape;133;p1"/>
            <p:cNvSpPr/>
            <p:nvPr/>
          </p:nvSpPr>
          <p:spPr>
            <a:xfrm flipH="1">
              <a:off x="235618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25" name="Google Shape;134;p1"/>
            <p:cNvSpPr/>
            <p:nvPr/>
          </p:nvSpPr>
          <p:spPr>
            <a:xfrm flipH="1">
              <a:off x="226211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26" name="Google Shape;135;p1"/>
            <p:cNvSpPr/>
            <p:nvPr/>
          </p:nvSpPr>
          <p:spPr>
            <a:xfrm flipH="1">
              <a:off x="216808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27" name="Google Shape;136;p1"/>
            <p:cNvSpPr/>
            <p:nvPr/>
          </p:nvSpPr>
          <p:spPr>
            <a:xfrm flipH="1">
              <a:off x="207402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28" name="Google Shape;137;p1"/>
            <p:cNvSpPr/>
            <p:nvPr/>
          </p:nvSpPr>
          <p:spPr>
            <a:xfrm flipH="1">
              <a:off x="197996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29" name="Google Shape;138;p1"/>
            <p:cNvSpPr/>
            <p:nvPr/>
          </p:nvSpPr>
          <p:spPr>
            <a:xfrm flipH="1">
              <a:off x="188590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30" name="Google Shape;139;p1"/>
            <p:cNvSpPr/>
            <p:nvPr/>
          </p:nvSpPr>
          <p:spPr>
            <a:xfrm flipH="1">
              <a:off x="179067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31" name="Google Shape;140;p1"/>
            <p:cNvSpPr/>
            <p:nvPr/>
          </p:nvSpPr>
          <p:spPr>
            <a:xfrm flipH="1">
              <a:off x="169661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32" name="Google Shape;141;p1"/>
            <p:cNvSpPr/>
            <p:nvPr/>
          </p:nvSpPr>
          <p:spPr>
            <a:xfrm flipH="1">
              <a:off x="160255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33" name="Google Shape;142;p1"/>
            <p:cNvSpPr/>
            <p:nvPr/>
          </p:nvSpPr>
          <p:spPr>
            <a:xfrm flipH="1">
              <a:off x="150848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34" name="Google Shape;143;p1"/>
            <p:cNvSpPr/>
            <p:nvPr/>
          </p:nvSpPr>
          <p:spPr>
            <a:xfrm flipH="1">
              <a:off x="141442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35" name="Google Shape;144;p1"/>
            <p:cNvSpPr/>
            <p:nvPr/>
          </p:nvSpPr>
          <p:spPr>
            <a:xfrm flipH="1">
              <a:off x="131919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36" name="Google Shape;145;p1"/>
            <p:cNvSpPr/>
            <p:nvPr/>
          </p:nvSpPr>
          <p:spPr>
            <a:xfrm flipH="1">
              <a:off x="122513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37" name="Google Shape;146;p1"/>
            <p:cNvSpPr/>
            <p:nvPr/>
          </p:nvSpPr>
          <p:spPr>
            <a:xfrm flipH="1">
              <a:off x="113107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38" name="Google Shape;147;p1"/>
            <p:cNvSpPr/>
            <p:nvPr/>
          </p:nvSpPr>
          <p:spPr>
            <a:xfrm flipH="1">
              <a:off x="103701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39" name="Google Shape;148;p1"/>
            <p:cNvSpPr/>
            <p:nvPr/>
          </p:nvSpPr>
          <p:spPr>
            <a:xfrm flipH="1">
              <a:off x="94294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40" name="Google Shape;149;p1"/>
            <p:cNvSpPr/>
            <p:nvPr/>
          </p:nvSpPr>
          <p:spPr>
            <a:xfrm flipH="1">
              <a:off x="84888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41" name="Google Shape;150;p1"/>
            <p:cNvSpPr/>
            <p:nvPr/>
          </p:nvSpPr>
          <p:spPr>
            <a:xfrm flipH="1">
              <a:off x="75365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42" name="Google Shape;151;p1"/>
            <p:cNvSpPr/>
            <p:nvPr/>
          </p:nvSpPr>
          <p:spPr>
            <a:xfrm flipH="1">
              <a:off x="65959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43" name="Google Shape;152;p1"/>
            <p:cNvSpPr/>
            <p:nvPr/>
          </p:nvSpPr>
          <p:spPr>
            <a:xfrm flipH="1">
              <a:off x="56553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44" name="Google Shape;153;p1"/>
            <p:cNvSpPr/>
            <p:nvPr/>
          </p:nvSpPr>
          <p:spPr>
            <a:xfrm flipH="1">
              <a:off x="47147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45" name="Google Shape;154;p1"/>
            <p:cNvSpPr/>
            <p:nvPr/>
          </p:nvSpPr>
          <p:spPr>
            <a:xfrm flipH="1">
              <a:off x="37740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46" name="Google Shape;155;p1"/>
            <p:cNvSpPr/>
            <p:nvPr/>
          </p:nvSpPr>
          <p:spPr>
            <a:xfrm flipH="1">
              <a:off x="28338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47" name="Google Shape;156;p1"/>
            <p:cNvSpPr/>
            <p:nvPr/>
          </p:nvSpPr>
          <p:spPr>
            <a:xfrm flipH="1">
              <a:off x="18811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48" name="Google Shape;157;p1"/>
            <p:cNvSpPr/>
            <p:nvPr/>
          </p:nvSpPr>
          <p:spPr>
            <a:xfrm flipH="1">
              <a:off x="9405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grpSp>
      <p:sp>
        <p:nvSpPr>
          <p:cNvPr id="15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grpSp>
        <p:nvGrpSpPr>
          <p:cNvPr id="153" name="Google Shape;6;p1"/>
          <p:cNvGrpSpPr/>
          <p:nvPr/>
        </p:nvGrpSpPr>
        <p:grpSpPr>
          <a:xfrm>
            <a:off x="-13" y="-47"/>
            <a:ext cx="9143766" cy="5143347"/>
            <a:chOff x="-6" y="-23"/>
            <a:chExt cx="9143765" cy="5143345"/>
          </a:xfrm>
        </p:grpSpPr>
        <p:sp>
          <p:nvSpPr>
            <p:cNvPr id="2" name="Google Shape;7;p1"/>
            <p:cNvSpPr/>
            <p:nvPr/>
          </p:nvSpPr>
          <p:spPr>
            <a:xfrm>
              <a:off x="-7" y="-24"/>
              <a:ext cx="9143766" cy="5143347"/>
            </a:xfrm>
            <a:prstGeom prst="rect">
              <a:avLst/>
            </a:prstGeom>
            <a:noFill/>
            <a:ln w="9525" cap="rnd">
              <a:solidFill>
                <a:schemeClr val="accent4"/>
              </a:solidFill>
              <a:prstDash val="solid"/>
              <a:round/>
            </a:ln>
            <a:effectLst/>
          </p:spPr>
          <p:txBody>
            <a:bodyPr wrap="square" lIns="0" tIns="0" rIns="0" bIns="0" numCol="1" anchor="ctr">
              <a:noAutofit/>
            </a:bodyPr>
            <a:lstStyle/>
            <a:p>
              <a:pPr>
                <a:defRPr>
                  <a:solidFill>
                    <a:srgbClr val="000000"/>
                  </a:solidFill>
                </a:defRPr>
              </a:pPr>
            </a:p>
          </p:txBody>
        </p:sp>
        <p:sp>
          <p:nvSpPr>
            <p:cNvPr id="3" name="Google Shape;8;p1"/>
            <p:cNvSpPr/>
            <p:nvPr/>
          </p:nvSpPr>
          <p:spPr>
            <a:xfrm>
              <a:off x="-7" y="504929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 name="Google Shape;9;p1"/>
            <p:cNvSpPr/>
            <p:nvPr/>
          </p:nvSpPr>
          <p:spPr>
            <a:xfrm>
              <a:off x="-7" y="495639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 name="Google Shape;10;p1"/>
            <p:cNvSpPr/>
            <p:nvPr/>
          </p:nvSpPr>
          <p:spPr>
            <a:xfrm>
              <a:off x="-7" y="486237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 name="Google Shape;11;p1"/>
            <p:cNvSpPr/>
            <p:nvPr/>
          </p:nvSpPr>
          <p:spPr>
            <a:xfrm>
              <a:off x="-7" y="4769476"/>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 name="Google Shape;12;p1"/>
            <p:cNvSpPr/>
            <p:nvPr/>
          </p:nvSpPr>
          <p:spPr>
            <a:xfrm>
              <a:off x="-7" y="4675447"/>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 name="Google Shape;13;p1"/>
            <p:cNvSpPr/>
            <p:nvPr/>
          </p:nvSpPr>
          <p:spPr>
            <a:xfrm>
              <a:off x="-7" y="4582554"/>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 name="Google Shape;14;p1"/>
            <p:cNvSpPr/>
            <p:nvPr/>
          </p:nvSpPr>
          <p:spPr>
            <a:xfrm>
              <a:off x="-7" y="4488524"/>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 name="Google Shape;15;p1"/>
            <p:cNvSpPr/>
            <p:nvPr/>
          </p:nvSpPr>
          <p:spPr>
            <a:xfrm>
              <a:off x="-7" y="4395631"/>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 name="Google Shape;16;p1"/>
            <p:cNvSpPr/>
            <p:nvPr/>
          </p:nvSpPr>
          <p:spPr>
            <a:xfrm>
              <a:off x="-7" y="430160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 name="Google Shape;17;p1"/>
            <p:cNvSpPr/>
            <p:nvPr/>
          </p:nvSpPr>
          <p:spPr>
            <a:xfrm>
              <a:off x="-7" y="420870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 name="Google Shape;18;p1"/>
            <p:cNvSpPr/>
            <p:nvPr/>
          </p:nvSpPr>
          <p:spPr>
            <a:xfrm>
              <a:off x="-7" y="411467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 name="Google Shape;19;p1"/>
            <p:cNvSpPr/>
            <p:nvPr/>
          </p:nvSpPr>
          <p:spPr>
            <a:xfrm>
              <a:off x="-7" y="4020617"/>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 name="Google Shape;20;p1"/>
            <p:cNvSpPr/>
            <p:nvPr/>
          </p:nvSpPr>
          <p:spPr>
            <a:xfrm>
              <a:off x="-7" y="3927756"/>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6" name="Google Shape;21;p1"/>
            <p:cNvSpPr/>
            <p:nvPr/>
          </p:nvSpPr>
          <p:spPr>
            <a:xfrm>
              <a:off x="-7" y="3833694"/>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7" name="Google Shape;22;p1"/>
            <p:cNvSpPr/>
            <p:nvPr/>
          </p:nvSpPr>
          <p:spPr>
            <a:xfrm>
              <a:off x="-7" y="3740833"/>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8" name="Google Shape;23;p1"/>
            <p:cNvSpPr/>
            <p:nvPr/>
          </p:nvSpPr>
          <p:spPr>
            <a:xfrm>
              <a:off x="-7" y="3646771"/>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9" name="Google Shape;24;p1"/>
            <p:cNvSpPr/>
            <p:nvPr/>
          </p:nvSpPr>
          <p:spPr>
            <a:xfrm>
              <a:off x="-7" y="355391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0" name="Google Shape;25;p1"/>
            <p:cNvSpPr/>
            <p:nvPr/>
          </p:nvSpPr>
          <p:spPr>
            <a:xfrm>
              <a:off x="-7" y="345984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1" name="Google Shape;26;p1"/>
            <p:cNvSpPr/>
            <p:nvPr/>
          </p:nvSpPr>
          <p:spPr>
            <a:xfrm>
              <a:off x="-7" y="336698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2" name="Google Shape;27;p1"/>
            <p:cNvSpPr/>
            <p:nvPr/>
          </p:nvSpPr>
          <p:spPr>
            <a:xfrm>
              <a:off x="-7" y="3272926"/>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3" name="Google Shape;28;p1"/>
            <p:cNvSpPr/>
            <p:nvPr/>
          </p:nvSpPr>
          <p:spPr>
            <a:xfrm>
              <a:off x="-7" y="3180065"/>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4" name="Google Shape;29;p1"/>
            <p:cNvSpPr/>
            <p:nvPr/>
          </p:nvSpPr>
          <p:spPr>
            <a:xfrm>
              <a:off x="-7" y="3086003"/>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5" name="Google Shape;30;p1"/>
            <p:cNvSpPr/>
            <p:nvPr/>
          </p:nvSpPr>
          <p:spPr>
            <a:xfrm>
              <a:off x="-7" y="2991941"/>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6" name="Google Shape;31;p1"/>
            <p:cNvSpPr/>
            <p:nvPr/>
          </p:nvSpPr>
          <p:spPr>
            <a:xfrm>
              <a:off x="-7" y="289908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7" name="Google Shape;32;p1"/>
            <p:cNvSpPr/>
            <p:nvPr/>
          </p:nvSpPr>
          <p:spPr>
            <a:xfrm>
              <a:off x="-7" y="280501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8" name="Google Shape;33;p1"/>
            <p:cNvSpPr/>
            <p:nvPr/>
          </p:nvSpPr>
          <p:spPr>
            <a:xfrm>
              <a:off x="-7" y="271215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29" name="Google Shape;34;p1"/>
            <p:cNvSpPr/>
            <p:nvPr/>
          </p:nvSpPr>
          <p:spPr>
            <a:xfrm>
              <a:off x="-7" y="2618096"/>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0" name="Google Shape;35;p1"/>
            <p:cNvSpPr/>
            <p:nvPr/>
          </p:nvSpPr>
          <p:spPr>
            <a:xfrm>
              <a:off x="-7" y="2525235"/>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1" name="Google Shape;36;p1"/>
            <p:cNvSpPr/>
            <p:nvPr/>
          </p:nvSpPr>
          <p:spPr>
            <a:xfrm>
              <a:off x="-7" y="2431173"/>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2" name="Google Shape;37;p1"/>
            <p:cNvSpPr/>
            <p:nvPr/>
          </p:nvSpPr>
          <p:spPr>
            <a:xfrm>
              <a:off x="-7" y="233831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3" name="Google Shape;38;p1"/>
            <p:cNvSpPr/>
            <p:nvPr/>
          </p:nvSpPr>
          <p:spPr>
            <a:xfrm>
              <a:off x="-7" y="224425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4" name="Google Shape;39;p1"/>
            <p:cNvSpPr/>
            <p:nvPr/>
          </p:nvSpPr>
          <p:spPr>
            <a:xfrm>
              <a:off x="-7" y="215138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5" name="Google Shape;40;p1"/>
            <p:cNvSpPr/>
            <p:nvPr/>
          </p:nvSpPr>
          <p:spPr>
            <a:xfrm>
              <a:off x="-7" y="205732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6" name="Google Shape;41;p1"/>
            <p:cNvSpPr/>
            <p:nvPr/>
          </p:nvSpPr>
          <p:spPr>
            <a:xfrm>
              <a:off x="-7" y="1963266"/>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7" name="Google Shape;42;p1"/>
            <p:cNvSpPr/>
            <p:nvPr/>
          </p:nvSpPr>
          <p:spPr>
            <a:xfrm>
              <a:off x="-7" y="1870405"/>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8" name="Google Shape;43;p1"/>
            <p:cNvSpPr/>
            <p:nvPr/>
          </p:nvSpPr>
          <p:spPr>
            <a:xfrm>
              <a:off x="-7" y="1776343"/>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39" name="Google Shape;44;p1"/>
            <p:cNvSpPr/>
            <p:nvPr/>
          </p:nvSpPr>
          <p:spPr>
            <a:xfrm>
              <a:off x="-7" y="168348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0" name="Google Shape;45;p1"/>
            <p:cNvSpPr/>
            <p:nvPr/>
          </p:nvSpPr>
          <p:spPr>
            <a:xfrm>
              <a:off x="-7" y="158942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1" name="Google Shape;46;p1"/>
            <p:cNvSpPr/>
            <p:nvPr/>
          </p:nvSpPr>
          <p:spPr>
            <a:xfrm>
              <a:off x="-7" y="149655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2" name="Google Shape;47;p1"/>
            <p:cNvSpPr/>
            <p:nvPr/>
          </p:nvSpPr>
          <p:spPr>
            <a:xfrm>
              <a:off x="-7" y="140249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3" name="Google Shape;48;p1"/>
            <p:cNvSpPr/>
            <p:nvPr/>
          </p:nvSpPr>
          <p:spPr>
            <a:xfrm>
              <a:off x="-7" y="1309637"/>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4" name="Google Shape;49;p1"/>
            <p:cNvSpPr/>
            <p:nvPr/>
          </p:nvSpPr>
          <p:spPr>
            <a:xfrm>
              <a:off x="-7" y="1215575"/>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5" name="Google Shape;50;p1"/>
            <p:cNvSpPr/>
            <p:nvPr/>
          </p:nvSpPr>
          <p:spPr>
            <a:xfrm>
              <a:off x="-7" y="1122714"/>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6" name="Google Shape;51;p1"/>
            <p:cNvSpPr/>
            <p:nvPr/>
          </p:nvSpPr>
          <p:spPr>
            <a:xfrm>
              <a:off x="-7" y="102865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7" name="Google Shape;52;p1"/>
            <p:cNvSpPr/>
            <p:nvPr/>
          </p:nvSpPr>
          <p:spPr>
            <a:xfrm>
              <a:off x="-7" y="934590"/>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8" name="Google Shape;53;p1"/>
            <p:cNvSpPr/>
            <p:nvPr/>
          </p:nvSpPr>
          <p:spPr>
            <a:xfrm>
              <a:off x="-7" y="84172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49" name="Google Shape;54;p1"/>
            <p:cNvSpPr/>
            <p:nvPr/>
          </p:nvSpPr>
          <p:spPr>
            <a:xfrm>
              <a:off x="-7" y="74766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0" name="Google Shape;55;p1"/>
            <p:cNvSpPr/>
            <p:nvPr/>
          </p:nvSpPr>
          <p:spPr>
            <a:xfrm>
              <a:off x="-7" y="654807"/>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1" name="Google Shape;56;p1"/>
            <p:cNvSpPr/>
            <p:nvPr/>
          </p:nvSpPr>
          <p:spPr>
            <a:xfrm>
              <a:off x="-7" y="560745"/>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2" name="Google Shape;57;p1"/>
            <p:cNvSpPr/>
            <p:nvPr/>
          </p:nvSpPr>
          <p:spPr>
            <a:xfrm>
              <a:off x="-7" y="467884"/>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3" name="Google Shape;58;p1"/>
            <p:cNvSpPr/>
            <p:nvPr/>
          </p:nvSpPr>
          <p:spPr>
            <a:xfrm>
              <a:off x="-7" y="373822"/>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4" name="Google Shape;59;p1"/>
            <p:cNvSpPr/>
            <p:nvPr/>
          </p:nvSpPr>
          <p:spPr>
            <a:xfrm>
              <a:off x="-7" y="280961"/>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5" name="Google Shape;60;p1"/>
            <p:cNvSpPr/>
            <p:nvPr/>
          </p:nvSpPr>
          <p:spPr>
            <a:xfrm>
              <a:off x="-7" y="186899"/>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6" name="Google Shape;61;p1"/>
            <p:cNvSpPr/>
            <p:nvPr/>
          </p:nvSpPr>
          <p:spPr>
            <a:xfrm>
              <a:off x="-7" y="94038"/>
              <a:ext cx="9143766" cy="1"/>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7" name="Google Shape;62;p1"/>
            <p:cNvSpPr/>
            <p:nvPr/>
          </p:nvSpPr>
          <p:spPr>
            <a:xfrm flipH="1">
              <a:off x="904972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8" name="Google Shape;63;p1"/>
            <p:cNvSpPr/>
            <p:nvPr/>
          </p:nvSpPr>
          <p:spPr>
            <a:xfrm flipH="1">
              <a:off x="895566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59" name="Google Shape;64;p1"/>
            <p:cNvSpPr/>
            <p:nvPr/>
          </p:nvSpPr>
          <p:spPr>
            <a:xfrm flipH="1">
              <a:off x="886040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0" name="Google Shape;65;p1"/>
            <p:cNvSpPr/>
            <p:nvPr/>
          </p:nvSpPr>
          <p:spPr>
            <a:xfrm flipH="1">
              <a:off x="876634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1" name="Google Shape;66;p1"/>
            <p:cNvSpPr/>
            <p:nvPr/>
          </p:nvSpPr>
          <p:spPr>
            <a:xfrm flipH="1">
              <a:off x="867228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2" name="Google Shape;67;p1"/>
            <p:cNvSpPr/>
            <p:nvPr/>
          </p:nvSpPr>
          <p:spPr>
            <a:xfrm flipH="1">
              <a:off x="857825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3" name="Google Shape;68;p1"/>
            <p:cNvSpPr/>
            <p:nvPr/>
          </p:nvSpPr>
          <p:spPr>
            <a:xfrm flipH="1">
              <a:off x="848418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4" name="Google Shape;69;p1"/>
            <p:cNvSpPr/>
            <p:nvPr/>
          </p:nvSpPr>
          <p:spPr>
            <a:xfrm flipH="1">
              <a:off x="839012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5" name="Google Shape;70;p1"/>
            <p:cNvSpPr/>
            <p:nvPr/>
          </p:nvSpPr>
          <p:spPr>
            <a:xfrm flipH="1">
              <a:off x="829486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6" name="Google Shape;71;p1"/>
            <p:cNvSpPr/>
            <p:nvPr/>
          </p:nvSpPr>
          <p:spPr>
            <a:xfrm flipH="1">
              <a:off x="820083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7" name="Google Shape;72;p1"/>
            <p:cNvSpPr/>
            <p:nvPr/>
          </p:nvSpPr>
          <p:spPr>
            <a:xfrm flipH="1">
              <a:off x="810677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8" name="Google Shape;73;p1"/>
            <p:cNvSpPr/>
            <p:nvPr/>
          </p:nvSpPr>
          <p:spPr>
            <a:xfrm flipH="1">
              <a:off x="801271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69" name="Google Shape;74;p1"/>
            <p:cNvSpPr/>
            <p:nvPr/>
          </p:nvSpPr>
          <p:spPr>
            <a:xfrm flipH="1">
              <a:off x="791865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0" name="Google Shape;75;p1"/>
            <p:cNvSpPr/>
            <p:nvPr/>
          </p:nvSpPr>
          <p:spPr>
            <a:xfrm flipH="1">
              <a:off x="782458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1" name="Google Shape;76;p1"/>
            <p:cNvSpPr/>
            <p:nvPr/>
          </p:nvSpPr>
          <p:spPr>
            <a:xfrm flipH="1">
              <a:off x="772935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2" name="Google Shape;77;p1"/>
            <p:cNvSpPr/>
            <p:nvPr/>
          </p:nvSpPr>
          <p:spPr>
            <a:xfrm flipH="1">
              <a:off x="763529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3" name="Google Shape;78;p1"/>
            <p:cNvSpPr/>
            <p:nvPr/>
          </p:nvSpPr>
          <p:spPr>
            <a:xfrm flipH="1">
              <a:off x="754123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4" name="Google Shape;79;p1"/>
            <p:cNvSpPr/>
            <p:nvPr/>
          </p:nvSpPr>
          <p:spPr>
            <a:xfrm flipH="1">
              <a:off x="744717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5" name="Google Shape;80;p1"/>
            <p:cNvSpPr/>
            <p:nvPr/>
          </p:nvSpPr>
          <p:spPr>
            <a:xfrm flipH="1">
              <a:off x="735311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6" name="Google Shape;81;p1"/>
            <p:cNvSpPr/>
            <p:nvPr/>
          </p:nvSpPr>
          <p:spPr>
            <a:xfrm flipH="1">
              <a:off x="725788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7" name="Google Shape;82;p1"/>
            <p:cNvSpPr/>
            <p:nvPr/>
          </p:nvSpPr>
          <p:spPr>
            <a:xfrm flipH="1">
              <a:off x="716381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8" name="Google Shape;83;p1"/>
            <p:cNvSpPr/>
            <p:nvPr/>
          </p:nvSpPr>
          <p:spPr>
            <a:xfrm flipH="1">
              <a:off x="706975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79" name="Google Shape;84;p1"/>
            <p:cNvSpPr/>
            <p:nvPr/>
          </p:nvSpPr>
          <p:spPr>
            <a:xfrm flipH="1">
              <a:off x="697569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0" name="Google Shape;85;p1"/>
            <p:cNvSpPr/>
            <p:nvPr/>
          </p:nvSpPr>
          <p:spPr>
            <a:xfrm flipH="1">
              <a:off x="688163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1" name="Google Shape;86;p1"/>
            <p:cNvSpPr/>
            <p:nvPr/>
          </p:nvSpPr>
          <p:spPr>
            <a:xfrm flipH="1">
              <a:off x="678757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2" name="Google Shape;87;p1"/>
            <p:cNvSpPr/>
            <p:nvPr/>
          </p:nvSpPr>
          <p:spPr>
            <a:xfrm flipH="1">
              <a:off x="669234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3" name="Google Shape;88;p1"/>
            <p:cNvSpPr/>
            <p:nvPr/>
          </p:nvSpPr>
          <p:spPr>
            <a:xfrm flipH="1">
              <a:off x="659827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4" name="Google Shape;89;p1"/>
            <p:cNvSpPr/>
            <p:nvPr/>
          </p:nvSpPr>
          <p:spPr>
            <a:xfrm flipH="1">
              <a:off x="650421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5" name="Google Shape;90;p1"/>
            <p:cNvSpPr/>
            <p:nvPr/>
          </p:nvSpPr>
          <p:spPr>
            <a:xfrm flipH="1">
              <a:off x="641015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6" name="Google Shape;91;p1"/>
            <p:cNvSpPr/>
            <p:nvPr/>
          </p:nvSpPr>
          <p:spPr>
            <a:xfrm flipH="1">
              <a:off x="631609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7" name="Google Shape;92;p1"/>
            <p:cNvSpPr/>
            <p:nvPr/>
          </p:nvSpPr>
          <p:spPr>
            <a:xfrm flipH="1">
              <a:off x="622206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8" name="Google Shape;93;p1"/>
            <p:cNvSpPr/>
            <p:nvPr/>
          </p:nvSpPr>
          <p:spPr>
            <a:xfrm flipH="1">
              <a:off x="612680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89" name="Google Shape;94;p1"/>
            <p:cNvSpPr/>
            <p:nvPr/>
          </p:nvSpPr>
          <p:spPr>
            <a:xfrm flipH="1">
              <a:off x="603273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0" name="Google Shape;95;p1"/>
            <p:cNvSpPr/>
            <p:nvPr/>
          </p:nvSpPr>
          <p:spPr>
            <a:xfrm flipH="1">
              <a:off x="593867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1" name="Google Shape;96;p1"/>
            <p:cNvSpPr/>
            <p:nvPr/>
          </p:nvSpPr>
          <p:spPr>
            <a:xfrm flipH="1">
              <a:off x="584464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2" name="Google Shape;97;p1"/>
            <p:cNvSpPr/>
            <p:nvPr/>
          </p:nvSpPr>
          <p:spPr>
            <a:xfrm flipH="1">
              <a:off x="575058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3" name="Google Shape;98;p1"/>
            <p:cNvSpPr/>
            <p:nvPr/>
          </p:nvSpPr>
          <p:spPr>
            <a:xfrm flipH="1">
              <a:off x="565652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4" name="Google Shape;99;p1"/>
            <p:cNvSpPr/>
            <p:nvPr/>
          </p:nvSpPr>
          <p:spPr>
            <a:xfrm flipH="1">
              <a:off x="556126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5" name="Google Shape;100;p1"/>
            <p:cNvSpPr/>
            <p:nvPr/>
          </p:nvSpPr>
          <p:spPr>
            <a:xfrm flipH="1">
              <a:off x="546720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6" name="Google Shape;101;p1"/>
            <p:cNvSpPr/>
            <p:nvPr/>
          </p:nvSpPr>
          <p:spPr>
            <a:xfrm flipH="1">
              <a:off x="537317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7" name="Google Shape;102;p1"/>
            <p:cNvSpPr/>
            <p:nvPr/>
          </p:nvSpPr>
          <p:spPr>
            <a:xfrm flipH="1">
              <a:off x="527910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8" name="Google Shape;103;p1"/>
            <p:cNvSpPr/>
            <p:nvPr/>
          </p:nvSpPr>
          <p:spPr>
            <a:xfrm flipH="1">
              <a:off x="518504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99" name="Google Shape;104;p1"/>
            <p:cNvSpPr/>
            <p:nvPr/>
          </p:nvSpPr>
          <p:spPr>
            <a:xfrm flipH="1">
              <a:off x="508978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0" name="Google Shape;105;p1"/>
            <p:cNvSpPr/>
            <p:nvPr/>
          </p:nvSpPr>
          <p:spPr>
            <a:xfrm flipH="1">
              <a:off x="499575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1" name="Google Shape;106;p1"/>
            <p:cNvSpPr/>
            <p:nvPr/>
          </p:nvSpPr>
          <p:spPr>
            <a:xfrm flipH="1">
              <a:off x="490169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2" name="Google Shape;107;p1"/>
            <p:cNvSpPr/>
            <p:nvPr/>
          </p:nvSpPr>
          <p:spPr>
            <a:xfrm flipH="1">
              <a:off x="480763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3" name="Google Shape;108;p1"/>
            <p:cNvSpPr/>
            <p:nvPr/>
          </p:nvSpPr>
          <p:spPr>
            <a:xfrm flipH="1">
              <a:off x="471356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4" name="Google Shape;109;p1"/>
            <p:cNvSpPr/>
            <p:nvPr/>
          </p:nvSpPr>
          <p:spPr>
            <a:xfrm flipH="1">
              <a:off x="461950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5" name="Google Shape;110;p1"/>
            <p:cNvSpPr/>
            <p:nvPr/>
          </p:nvSpPr>
          <p:spPr>
            <a:xfrm flipH="1">
              <a:off x="452427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6" name="Google Shape;111;p1"/>
            <p:cNvSpPr/>
            <p:nvPr/>
          </p:nvSpPr>
          <p:spPr>
            <a:xfrm flipH="1">
              <a:off x="443021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7" name="Google Shape;112;p1"/>
            <p:cNvSpPr/>
            <p:nvPr/>
          </p:nvSpPr>
          <p:spPr>
            <a:xfrm flipH="1">
              <a:off x="433615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8" name="Google Shape;113;p1"/>
            <p:cNvSpPr/>
            <p:nvPr/>
          </p:nvSpPr>
          <p:spPr>
            <a:xfrm flipH="1">
              <a:off x="424209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09" name="Google Shape;114;p1"/>
            <p:cNvSpPr/>
            <p:nvPr/>
          </p:nvSpPr>
          <p:spPr>
            <a:xfrm flipH="1">
              <a:off x="414802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0" name="Google Shape;115;p1"/>
            <p:cNvSpPr/>
            <p:nvPr/>
          </p:nvSpPr>
          <p:spPr>
            <a:xfrm flipH="1">
              <a:off x="405396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1" name="Google Shape;116;p1"/>
            <p:cNvSpPr/>
            <p:nvPr/>
          </p:nvSpPr>
          <p:spPr>
            <a:xfrm flipH="1">
              <a:off x="395873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2" name="Google Shape;117;p1"/>
            <p:cNvSpPr/>
            <p:nvPr/>
          </p:nvSpPr>
          <p:spPr>
            <a:xfrm flipH="1">
              <a:off x="386467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3" name="Google Shape;118;p1"/>
            <p:cNvSpPr/>
            <p:nvPr/>
          </p:nvSpPr>
          <p:spPr>
            <a:xfrm flipH="1">
              <a:off x="377061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4" name="Google Shape;119;p1"/>
            <p:cNvSpPr/>
            <p:nvPr/>
          </p:nvSpPr>
          <p:spPr>
            <a:xfrm flipH="1">
              <a:off x="367655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5" name="Google Shape;120;p1"/>
            <p:cNvSpPr/>
            <p:nvPr/>
          </p:nvSpPr>
          <p:spPr>
            <a:xfrm flipH="1">
              <a:off x="358249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6" name="Google Shape;121;p1"/>
            <p:cNvSpPr/>
            <p:nvPr/>
          </p:nvSpPr>
          <p:spPr>
            <a:xfrm flipH="1">
              <a:off x="348726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7" name="Google Shape;122;p1"/>
            <p:cNvSpPr/>
            <p:nvPr/>
          </p:nvSpPr>
          <p:spPr>
            <a:xfrm flipH="1">
              <a:off x="339319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8" name="Google Shape;123;p1"/>
            <p:cNvSpPr/>
            <p:nvPr/>
          </p:nvSpPr>
          <p:spPr>
            <a:xfrm flipH="1">
              <a:off x="329913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19" name="Google Shape;124;p1"/>
            <p:cNvSpPr/>
            <p:nvPr/>
          </p:nvSpPr>
          <p:spPr>
            <a:xfrm flipH="1">
              <a:off x="320507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0" name="Google Shape;125;p1"/>
            <p:cNvSpPr/>
            <p:nvPr/>
          </p:nvSpPr>
          <p:spPr>
            <a:xfrm flipH="1">
              <a:off x="311104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1" name="Google Shape;126;p1"/>
            <p:cNvSpPr/>
            <p:nvPr/>
          </p:nvSpPr>
          <p:spPr>
            <a:xfrm flipH="1">
              <a:off x="301698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2" name="Google Shape;127;p1"/>
            <p:cNvSpPr/>
            <p:nvPr/>
          </p:nvSpPr>
          <p:spPr>
            <a:xfrm flipH="1">
              <a:off x="292172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3" name="Google Shape;128;p1"/>
            <p:cNvSpPr/>
            <p:nvPr/>
          </p:nvSpPr>
          <p:spPr>
            <a:xfrm flipH="1">
              <a:off x="282765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4" name="Google Shape;129;p1"/>
            <p:cNvSpPr/>
            <p:nvPr/>
          </p:nvSpPr>
          <p:spPr>
            <a:xfrm flipH="1">
              <a:off x="273359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5" name="Google Shape;130;p1"/>
            <p:cNvSpPr/>
            <p:nvPr/>
          </p:nvSpPr>
          <p:spPr>
            <a:xfrm flipH="1">
              <a:off x="263956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6" name="Google Shape;131;p1"/>
            <p:cNvSpPr/>
            <p:nvPr/>
          </p:nvSpPr>
          <p:spPr>
            <a:xfrm flipH="1">
              <a:off x="254550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7" name="Google Shape;132;p1"/>
            <p:cNvSpPr/>
            <p:nvPr/>
          </p:nvSpPr>
          <p:spPr>
            <a:xfrm flipH="1">
              <a:off x="245144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8" name="Google Shape;133;p1"/>
            <p:cNvSpPr/>
            <p:nvPr/>
          </p:nvSpPr>
          <p:spPr>
            <a:xfrm flipH="1">
              <a:off x="235618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29" name="Google Shape;134;p1"/>
            <p:cNvSpPr/>
            <p:nvPr/>
          </p:nvSpPr>
          <p:spPr>
            <a:xfrm flipH="1">
              <a:off x="226211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0" name="Google Shape;135;p1"/>
            <p:cNvSpPr/>
            <p:nvPr/>
          </p:nvSpPr>
          <p:spPr>
            <a:xfrm flipH="1">
              <a:off x="216808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1" name="Google Shape;136;p1"/>
            <p:cNvSpPr/>
            <p:nvPr/>
          </p:nvSpPr>
          <p:spPr>
            <a:xfrm flipH="1">
              <a:off x="207402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2" name="Google Shape;137;p1"/>
            <p:cNvSpPr/>
            <p:nvPr/>
          </p:nvSpPr>
          <p:spPr>
            <a:xfrm flipH="1">
              <a:off x="197996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3" name="Google Shape;138;p1"/>
            <p:cNvSpPr/>
            <p:nvPr/>
          </p:nvSpPr>
          <p:spPr>
            <a:xfrm flipH="1">
              <a:off x="188590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4" name="Google Shape;139;p1"/>
            <p:cNvSpPr/>
            <p:nvPr/>
          </p:nvSpPr>
          <p:spPr>
            <a:xfrm flipH="1">
              <a:off x="179067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5" name="Google Shape;140;p1"/>
            <p:cNvSpPr/>
            <p:nvPr/>
          </p:nvSpPr>
          <p:spPr>
            <a:xfrm flipH="1">
              <a:off x="169661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6" name="Google Shape;141;p1"/>
            <p:cNvSpPr/>
            <p:nvPr/>
          </p:nvSpPr>
          <p:spPr>
            <a:xfrm flipH="1">
              <a:off x="160255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7" name="Google Shape;142;p1"/>
            <p:cNvSpPr/>
            <p:nvPr/>
          </p:nvSpPr>
          <p:spPr>
            <a:xfrm flipH="1">
              <a:off x="1508488"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8" name="Google Shape;143;p1"/>
            <p:cNvSpPr/>
            <p:nvPr/>
          </p:nvSpPr>
          <p:spPr>
            <a:xfrm flipH="1">
              <a:off x="141442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39" name="Google Shape;144;p1"/>
            <p:cNvSpPr/>
            <p:nvPr/>
          </p:nvSpPr>
          <p:spPr>
            <a:xfrm flipH="1">
              <a:off x="1319196"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0" name="Google Shape;145;p1"/>
            <p:cNvSpPr/>
            <p:nvPr/>
          </p:nvSpPr>
          <p:spPr>
            <a:xfrm flipH="1">
              <a:off x="1225134"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1" name="Google Shape;146;p1"/>
            <p:cNvSpPr/>
            <p:nvPr/>
          </p:nvSpPr>
          <p:spPr>
            <a:xfrm flipH="1">
              <a:off x="1131072"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2" name="Google Shape;147;p1"/>
            <p:cNvSpPr/>
            <p:nvPr/>
          </p:nvSpPr>
          <p:spPr>
            <a:xfrm flipH="1">
              <a:off x="103701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3" name="Google Shape;148;p1"/>
            <p:cNvSpPr/>
            <p:nvPr/>
          </p:nvSpPr>
          <p:spPr>
            <a:xfrm flipH="1">
              <a:off x="94294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4" name="Google Shape;149;p1"/>
            <p:cNvSpPr/>
            <p:nvPr/>
          </p:nvSpPr>
          <p:spPr>
            <a:xfrm flipH="1">
              <a:off x="84888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5" name="Google Shape;150;p1"/>
            <p:cNvSpPr/>
            <p:nvPr/>
          </p:nvSpPr>
          <p:spPr>
            <a:xfrm flipH="1">
              <a:off x="75365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6" name="Google Shape;151;p1"/>
            <p:cNvSpPr/>
            <p:nvPr/>
          </p:nvSpPr>
          <p:spPr>
            <a:xfrm flipH="1">
              <a:off x="65959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7" name="Google Shape;152;p1"/>
            <p:cNvSpPr/>
            <p:nvPr/>
          </p:nvSpPr>
          <p:spPr>
            <a:xfrm flipH="1">
              <a:off x="565533"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8" name="Google Shape;153;p1"/>
            <p:cNvSpPr/>
            <p:nvPr/>
          </p:nvSpPr>
          <p:spPr>
            <a:xfrm flipH="1">
              <a:off x="471471"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49" name="Google Shape;154;p1"/>
            <p:cNvSpPr/>
            <p:nvPr/>
          </p:nvSpPr>
          <p:spPr>
            <a:xfrm flipH="1">
              <a:off x="377409"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0" name="Google Shape;155;p1"/>
            <p:cNvSpPr/>
            <p:nvPr/>
          </p:nvSpPr>
          <p:spPr>
            <a:xfrm flipH="1">
              <a:off x="283380"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1" name="Google Shape;156;p1"/>
            <p:cNvSpPr/>
            <p:nvPr/>
          </p:nvSpPr>
          <p:spPr>
            <a:xfrm flipH="1">
              <a:off x="188117"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sp>
          <p:nvSpPr>
            <p:cNvPr id="152" name="Google Shape;157;p1"/>
            <p:cNvSpPr/>
            <p:nvPr/>
          </p:nvSpPr>
          <p:spPr>
            <a:xfrm flipH="1">
              <a:off x="94055" y="-24"/>
              <a:ext cx="1" cy="5143347"/>
            </a:xfrm>
            <a:prstGeom prst="line">
              <a:avLst/>
            </a:prstGeom>
            <a:noFill/>
            <a:ln w="9525" cap="rnd">
              <a:solidFill>
                <a:schemeClr val="accent4"/>
              </a:solidFill>
              <a:prstDash val="solid"/>
              <a:round/>
            </a:ln>
            <a:effectLst/>
          </p:spPr>
          <p:txBody>
            <a:bodyPr wrap="square" lIns="0" tIns="0" rIns="0" bIns="0" numCol="1" anchor="t">
              <a:noAutofit/>
            </a:bodyPr>
            <a:lstStyle/>
            <a:p>
              <a:pPr/>
            </a:p>
          </p:txBody>
        </p:sp>
      </p:grpSp>
      <p:sp>
        <p:nvSpPr>
          <p:cNvPr id="154" name="Google Shape;477;p10"/>
          <p:cNvSpPr/>
          <p:nvPr/>
        </p:nvSpPr>
        <p:spPr>
          <a:xfrm>
            <a:off x="7302908" y="-294362"/>
            <a:ext cx="450523" cy="55873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721" y="4505"/>
                </a:moveTo>
                <a:lnTo>
                  <a:pt x="12871" y="4545"/>
                </a:lnTo>
                <a:lnTo>
                  <a:pt x="12970" y="4586"/>
                </a:lnTo>
                <a:lnTo>
                  <a:pt x="13119" y="4746"/>
                </a:lnTo>
                <a:lnTo>
                  <a:pt x="13219" y="4988"/>
                </a:lnTo>
                <a:lnTo>
                  <a:pt x="13219" y="5310"/>
                </a:lnTo>
                <a:lnTo>
                  <a:pt x="13170" y="5350"/>
                </a:lnTo>
                <a:lnTo>
                  <a:pt x="13020" y="5430"/>
                </a:lnTo>
                <a:lnTo>
                  <a:pt x="12770" y="5430"/>
                </a:lnTo>
                <a:lnTo>
                  <a:pt x="12721" y="5390"/>
                </a:lnTo>
                <a:lnTo>
                  <a:pt x="12620" y="5310"/>
                </a:lnTo>
                <a:lnTo>
                  <a:pt x="12521" y="5148"/>
                </a:lnTo>
                <a:lnTo>
                  <a:pt x="12471" y="4988"/>
                </a:lnTo>
                <a:lnTo>
                  <a:pt x="12471" y="4746"/>
                </a:lnTo>
                <a:lnTo>
                  <a:pt x="12571" y="4505"/>
                </a:lnTo>
                <a:close/>
                <a:moveTo>
                  <a:pt x="12721" y="4063"/>
                </a:moveTo>
                <a:lnTo>
                  <a:pt x="12571" y="4103"/>
                </a:lnTo>
                <a:lnTo>
                  <a:pt x="12422" y="4143"/>
                </a:lnTo>
                <a:lnTo>
                  <a:pt x="12272" y="4224"/>
                </a:lnTo>
                <a:lnTo>
                  <a:pt x="12222" y="4304"/>
                </a:lnTo>
                <a:lnTo>
                  <a:pt x="12121" y="4384"/>
                </a:lnTo>
                <a:lnTo>
                  <a:pt x="12022" y="4625"/>
                </a:lnTo>
                <a:lnTo>
                  <a:pt x="11972" y="4907"/>
                </a:lnTo>
                <a:lnTo>
                  <a:pt x="11972" y="5109"/>
                </a:lnTo>
                <a:lnTo>
                  <a:pt x="12022" y="5269"/>
                </a:lnTo>
                <a:lnTo>
                  <a:pt x="12072" y="5430"/>
                </a:lnTo>
                <a:lnTo>
                  <a:pt x="12222" y="5591"/>
                </a:lnTo>
                <a:lnTo>
                  <a:pt x="12371" y="5712"/>
                </a:lnTo>
                <a:lnTo>
                  <a:pt x="12571" y="5792"/>
                </a:lnTo>
                <a:lnTo>
                  <a:pt x="12770" y="5872"/>
                </a:lnTo>
                <a:lnTo>
                  <a:pt x="12970" y="5872"/>
                </a:lnTo>
                <a:lnTo>
                  <a:pt x="13219" y="5833"/>
                </a:lnTo>
                <a:lnTo>
                  <a:pt x="13419" y="5751"/>
                </a:lnTo>
                <a:lnTo>
                  <a:pt x="13618" y="5631"/>
                </a:lnTo>
                <a:lnTo>
                  <a:pt x="13718" y="5471"/>
                </a:lnTo>
                <a:lnTo>
                  <a:pt x="13768" y="5269"/>
                </a:lnTo>
                <a:lnTo>
                  <a:pt x="13768" y="5109"/>
                </a:lnTo>
                <a:lnTo>
                  <a:pt x="13718" y="4907"/>
                </a:lnTo>
                <a:lnTo>
                  <a:pt x="13669" y="4706"/>
                </a:lnTo>
                <a:lnTo>
                  <a:pt x="13568" y="4545"/>
                </a:lnTo>
                <a:lnTo>
                  <a:pt x="13469" y="4384"/>
                </a:lnTo>
                <a:lnTo>
                  <a:pt x="13319" y="4263"/>
                </a:lnTo>
                <a:lnTo>
                  <a:pt x="13119" y="4143"/>
                </a:lnTo>
                <a:lnTo>
                  <a:pt x="12919" y="4103"/>
                </a:lnTo>
                <a:lnTo>
                  <a:pt x="12721" y="4063"/>
                </a:lnTo>
                <a:close/>
                <a:moveTo>
                  <a:pt x="15314" y="7321"/>
                </a:moveTo>
                <a:lnTo>
                  <a:pt x="15314" y="7441"/>
                </a:lnTo>
                <a:lnTo>
                  <a:pt x="15264" y="7521"/>
                </a:lnTo>
                <a:lnTo>
                  <a:pt x="15165" y="7602"/>
                </a:lnTo>
                <a:lnTo>
                  <a:pt x="15015" y="7682"/>
                </a:lnTo>
                <a:lnTo>
                  <a:pt x="14666" y="7803"/>
                </a:lnTo>
                <a:lnTo>
                  <a:pt x="14417" y="7884"/>
                </a:lnTo>
                <a:lnTo>
                  <a:pt x="13319" y="8286"/>
                </a:lnTo>
                <a:lnTo>
                  <a:pt x="13219" y="7964"/>
                </a:lnTo>
                <a:lnTo>
                  <a:pt x="14467" y="7482"/>
                </a:lnTo>
                <a:lnTo>
                  <a:pt x="15065" y="7321"/>
                </a:lnTo>
                <a:close/>
                <a:moveTo>
                  <a:pt x="15114" y="6879"/>
                </a:moveTo>
                <a:lnTo>
                  <a:pt x="14766" y="6959"/>
                </a:lnTo>
                <a:lnTo>
                  <a:pt x="13669" y="7280"/>
                </a:lnTo>
                <a:lnTo>
                  <a:pt x="13119" y="7482"/>
                </a:lnTo>
                <a:lnTo>
                  <a:pt x="12620" y="7682"/>
                </a:lnTo>
                <a:lnTo>
                  <a:pt x="12521" y="7764"/>
                </a:lnTo>
                <a:lnTo>
                  <a:pt x="12521" y="7964"/>
                </a:lnTo>
                <a:lnTo>
                  <a:pt x="12671" y="8044"/>
                </a:lnTo>
                <a:lnTo>
                  <a:pt x="12871" y="8044"/>
                </a:lnTo>
                <a:lnTo>
                  <a:pt x="12871" y="8326"/>
                </a:lnTo>
                <a:lnTo>
                  <a:pt x="12970" y="8567"/>
                </a:lnTo>
                <a:lnTo>
                  <a:pt x="13020" y="8649"/>
                </a:lnTo>
                <a:lnTo>
                  <a:pt x="13119" y="8688"/>
                </a:lnTo>
                <a:lnTo>
                  <a:pt x="13269" y="8688"/>
                </a:lnTo>
                <a:lnTo>
                  <a:pt x="14267" y="8367"/>
                </a:lnTo>
                <a:lnTo>
                  <a:pt x="14766" y="8206"/>
                </a:lnTo>
                <a:lnTo>
                  <a:pt x="15264" y="8044"/>
                </a:lnTo>
                <a:lnTo>
                  <a:pt x="15514" y="7884"/>
                </a:lnTo>
                <a:lnTo>
                  <a:pt x="15714" y="7682"/>
                </a:lnTo>
                <a:lnTo>
                  <a:pt x="15813" y="7562"/>
                </a:lnTo>
                <a:lnTo>
                  <a:pt x="15813" y="7321"/>
                </a:lnTo>
                <a:lnTo>
                  <a:pt x="15763" y="7200"/>
                </a:lnTo>
                <a:lnTo>
                  <a:pt x="15714" y="7039"/>
                </a:lnTo>
                <a:lnTo>
                  <a:pt x="15614" y="6959"/>
                </a:lnTo>
                <a:lnTo>
                  <a:pt x="15464" y="6879"/>
                </a:lnTo>
                <a:close/>
                <a:moveTo>
                  <a:pt x="13867" y="3137"/>
                </a:moveTo>
                <a:lnTo>
                  <a:pt x="13918" y="3540"/>
                </a:lnTo>
                <a:lnTo>
                  <a:pt x="14067" y="3942"/>
                </a:lnTo>
                <a:lnTo>
                  <a:pt x="14366" y="4706"/>
                </a:lnTo>
                <a:lnTo>
                  <a:pt x="14716" y="5551"/>
                </a:lnTo>
                <a:lnTo>
                  <a:pt x="14815" y="5792"/>
                </a:lnTo>
                <a:lnTo>
                  <a:pt x="12272" y="6636"/>
                </a:lnTo>
                <a:lnTo>
                  <a:pt x="9728" y="7441"/>
                </a:lnTo>
                <a:lnTo>
                  <a:pt x="7034" y="8326"/>
                </a:lnTo>
                <a:lnTo>
                  <a:pt x="5637" y="8769"/>
                </a:lnTo>
                <a:lnTo>
                  <a:pt x="5188" y="8929"/>
                </a:lnTo>
                <a:lnTo>
                  <a:pt x="4739" y="9090"/>
                </a:lnTo>
                <a:lnTo>
                  <a:pt x="4440" y="8649"/>
                </a:lnTo>
                <a:lnTo>
                  <a:pt x="4140" y="8165"/>
                </a:lnTo>
                <a:lnTo>
                  <a:pt x="3642" y="7200"/>
                </a:lnTo>
                <a:lnTo>
                  <a:pt x="3442" y="6757"/>
                </a:lnTo>
                <a:lnTo>
                  <a:pt x="3242" y="6436"/>
                </a:lnTo>
                <a:lnTo>
                  <a:pt x="3042" y="6154"/>
                </a:lnTo>
                <a:lnTo>
                  <a:pt x="3691" y="6074"/>
                </a:lnTo>
                <a:lnTo>
                  <a:pt x="4340" y="5953"/>
                </a:lnTo>
                <a:lnTo>
                  <a:pt x="4988" y="5792"/>
                </a:lnTo>
                <a:lnTo>
                  <a:pt x="5637" y="5591"/>
                </a:lnTo>
                <a:lnTo>
                  <a:pt x="7084" y="5109"/>
                </a:lnTo>
                <a:lnTo>
                  <a:pt x="8530" y="4625"/>
                </a:lnTo>
                <a:lnTo>
                  <a:pt x="9279" y="4425"/>
                </a:lnTo>
                <a:lnTo>
                  <a:pt x="10027" y="4224"/>
                </a:lnTo>
                <a:lnTo>
                  <a:pt x="11523" y="3902"/>
                </a:lnTo>
                <a:lnTo>
                  <a:pt x="12272" y="3740"/>
                </a:lnTo>
                <a:lnTo>
                  <a:pt x="12970" y="3499"/>
                </a:lnTo>
                <a:lnTo>
                  <a:pt x="13419" y="3378"/>
                </a:lnTo>
                <a:lnTo>
                  <a:pt x="13618" y="3258"/>
                </a:lnTo>
                <a:lnTo>
                  <a:pt x="13867" y="3137"/>
                </a:lnTo>
                <a:close/>
                <a:moveTo>
                  <a:pt x="11773" y="8487"/>
                </a:moveTo>
                <a:lnTo>
                  <a:pt x="11822" y="8688"/>
                </a:lnTo>
                <a:lnTo>
                  <a:pt x="10975" y="9050"/>
                </a:lnTo>
                <a:lnTo>
                  <a:pt x="10476" y="9252"/>
                </a:lnTo>
                <a:lnTo>
                  <a:pt x="10326" y="9252"/>
                </a:lnTo>
                <a:lnTo>
                  <a:pt x="10276" y="9171"/>
                </a:lnTo>
                <a:lnTo>
                  <a:pt x="10276" y="8970"/>
                </a:lnTo>
                <a:lnTo>
                  <a:pt x="11773" y="8487"/>
                </a:lnTo>
                <a:close/>
                <a:moveTo>
                  <a:pt x="13867" y="2614"/>
                </a:moveTo>
                <a:lnTo>
                  <a:pt x="13568" y="2695"/>
                </a:lnTo>
                <a:lnTo>
                  <a:pt x="13319" y="2816"/>
                </a:lnTo>
                <a:lnTo>
                  <a:pt x="12770" y="3057"/>
                </a:lnTo>
                <a:lnTo>
                  <a:pt x="12022" y="3258"/>
                </a:lnTo>
                <a:lnTo>
                  <a:pt x="11324" y="3460"/>
                </a:lnTo>
                <a:lnTo>
                  <a:pt x="9877" y="3740"/>
                </a:lnTo>
                <a:lnTo>
                  <a:pt x="9178" y="3902"/>
                </a:lnTo>
                <a:lnTo>
                  <a:pt x="8481" y="4103"/>
                </a:lnTo>
                <a:lnTo>
                  <a:pt x="7084" y="4545"/>
                </a:lnTo>
                <a:lnTo>
                  <a:pt x="5736" y="5028"/>
                </a:lnTo>
                <a:lnTo>
                  <a:pt x="4988" y="5269"/>
                </a:lnTo>
                <a:lnTo>
                  <a:pt x="4240" y="5471"/>
                </a:lnTo>
                <a:lnTo>
                  <a:pt x="2743" y="5833"/>
                </a:lnTo>
                <a:lnTo>
                  <a:pt x="2644" y="5872"/>
                </a:lnTo>
                <a:lnTo>
                  <a:pt x="2593" y="5913"/>
                </a:lnTo>
                <a:lnTo>
                  <a:pt x="2593" y="5994"/>
                </a:lnTo>
                <a:lnTo>
                  <a:pt x="2644" y="6074"/>
                </a:lnTo>
                <a:lnTo>
                  <a:pt x="2694" y="6114"/>
                </a:lnTo>
                <a:lnTo>
                  <a:pt x="2644" y="6235"/>
                </a:lnTo>
                <a:lnTo>
                  <a:pt x="2644" y="6315"/>
                </a:lnTo>
                <a:lnTo>
                  <a:pt x="2743" y="6556"/>
                </a:lnTo>
                <a:lnTo>
                  <a:pt x="2943" y="7079"/>
                </a:lnTo>
                <a:lnTo>
                  <a:pt x="3242" y="7602"/>
                </a:lnTo>
                <a:lnTo>
                  <a:pt x="3741" y="8608"/>
                </a:lnTo>
                <a:lnTo>
                  <a:pt x="4040" y="9090"/>
                </a:lnTo>
                <a:lnTo>
                  <a:pt x="4340" y="9533"/>
                </a:lnTo>
                <a:lnTo>
                  <a:pt x="4440" y="9614"/>
                </a:lnTo>
                <a:lnTo>
                  <a:pt x="4489" y="9654"/>
                </a:lnTo>
                <a:lnTo>
                  <a:pt x="4639" y="9654"/>
                </a:lnTo>
                <a:lnTo>
                  <a:pt x="4788" y="9573"/>
                </a:lnTo>
                <a:lnTo>
                  <a:pt x="4889" y="9452"/>
                </a:lnTo>
                <a:lnTo>
                  <a:pt x="5437" y="9332"/>
                </a:lnTo>
                <a:lnTo>
                  <a:pt x="5986" y="9171"/>
                </a:lnTo>
                <a:lnTo>
                  <a:pt x="7034" y="8809"/>
                </a:lnTo>
                <a:lnTo>
                  <a:pt x="9926" y="7884"/>
                </a:lnTo>
                <a:lnTo>
                  <a:pt x="12620" y="7039"/>
                </a:lnTo>
                <a:lnTo>
                  <a:pt x="13918" y="6636"/>
                </a:lnTo>
                <a:lnTo>
                  <a:pt x="14566" y="6395"/>
                </a:lnTo>
                <a:lnTo>
                  <a:pt x="15165" y="6154"/>
                </a:lnTo>
                <a:lnTo>
                  <a:pt x="15314" y="6154"/>
                </a:lnTo>
                <a:lnTo>
                  <a:pt x="15414" y="6074"/>
                </a:lnTo>
                <a:lnTo>
                  <a:pt x="15464" y="5913"/>
                </a:lnTo>
                <a:lnTo>
                  <a:pt x="15464" y="5792"/>
                </a:lnTo>
                <a:lnTo>
                  <a:pt x="15365" y="5510"/>
                </a:lnTo>
                <a:lnTo>
                  <a:pt x="15015" y="4666"/>
                </a:lnTo>
                <a:lnTo>
                  <a:pt x="14666" y="3822"/>
                </a:lnTo>
                <a:lnTo>
                  <a:pt x="14467" y="3419"/>
                </a:lnTo>
                <a:lnTo>
                  <a:pt x="14217" y="3017"/>
                </a:lnTo>
                <a:lnTo>
                  <a:pt x="14167" y="2976"/>
                </a:lnTo>
                <a:lnTo>
                  <a:pt x="14067" y="2937"/>
                </a:lnTo>
                <a:lnTo>
                  <a:pt x="14118" y="2816"/>
                </a:lnTo>
                <a:lnTo>
                  <a:pt x="14118" y="2735"/>
                </a:lnTo>
                <a:lnTo>
                  <a:pt x="14017" y="2655"/>
                </a:lnTo>
                <a:lnTo>
                  <a:pt x="13867" y="2614"/>
                </a:lnTo>
                <a:close/>
                <a:moveTo>
                  <a:pt x="11822" y="7964"/>
                </a:moveTo>
                <a:lnTo>
                  <a:pt x="9977" y="8567"/>
                </a:lnTo>
                <a:lnTo>
                  <a:pt x="9877" y="8608"/>
                </a:lnTo>
                <a:lnTo>
                  <a:pt x="9827" y="8688"/>
                </a:lnTo>
                <a:lnTo>
                  <a:pt x="9777" y="8769"/>
                </a:lnTo>
                <a:lnTo>
                  <a:pt x="9827" y="8849"/>
                </a:lnTo>
                <a:lnTo>
                  <a:pt x="9777" y="8929"/>
                </a:lnTo>
                <a:lnTo>
                  <a:pt x="9728" y="9171"/>
                </a:lnTo>
                <a:lnTo>
                  <a:pt x="9777" y="9452"/>
                </a:lnTo>
                <a:lnTo>
                  <a:pt x="9827" y="9573"/>
                </a:lnTo>
                <a:lnTo>
                  <a:pt x="9926" y="9694"/>
                </a:lnTo>
                <a:lnTo>
                  <a:pt x="10077" y="9734"/>
                </a:lnTo>
                <a:lnTo>
                  <a:pt x="10276" y="9734"/>
                </a:lnTo>
                <a:lnTo>
                  <a:pt x="10476" y="9694"/>
                </a:lnTo>
                <a:lnTo>
                  <a:pt x="10725" y="9654"/>
                </a:lnTo>
                <a:lnTo>
                  <a:pt x="11175" y="9452"/>
                </a:lnTo>
                <a:lnTo>
                  <a:pt x="12321" y="9010"/>
                </a:lnTo>
                <a:lnTo>
                  <a:pt x="12371" y="8970"/>
                </a:lnTo>
                <a:lnTo>
                  <a:pt x="12471" y="8890"/>
                </a:lnTo>
                <a:lnTo>
                  <a:pt x="12471" y="8729"/>
                </a:lnTo>
                <a:lnTo>
                  <a:pt x="12172" y="8125"/>
                </a:lnTo>
                <a:lnTo>
                  <a:pt x="12121" y="8044"/>
                </a:lnTo>
                <a:lnTo>
                  <a:pt x="12022" y="8005"/>
                </a:lnTo>
                <a:lnTo>
                  <a:pt x="11923" y="7964"/>
                </a:lnTo>
                <a:close/>
                <a:moveTo>
                  <a:pt x="15913" y="9131"/>
                </a:moveTo>
                <a:lnTo>
                  <a:pt x="16163" y="9533"/>
                </a:lnTo>
                <a:lnTo>
                  <a:pt x="16462" y="9935"/>
                </a:lnTo>
                <a:lnTo>
                  <a:pt x="15913" y="10137"/>
                </a:lnTo>
                <a:lnTo>
                  <a:pt x="15414" y="10297"/>
                </a:lnTo>
                <a:lnTo>
                  <a:pt x="14866" y="10417"/>
                </a:lnTo>
                <a:lnTo>
                  <a:pt x="14316" y="10539"/>
                </a:lnTo>
                <a:lnTo>
                  <a:pt x="14118" y="10137"/>
                </a:lnTo>
                <a:lnTo>
                  <a:pt x="13867" y="9734"/>
                </a:lnTo>
                <a:lnTo>
                  <a:pt x="13818" y="9694"/>
                </a:lnTo>
                <a:lnTo>
                  <a:pt x="14366" y="9573"/>
                </a:lnTo>
                <a:lnTo>
                  <a:pt x="14866" y="9452"/>
                </a:lnTo>
                <a:lnTo>
                  <a:pt x="15913" y="9131"/>
                </a:lnTo>
                <a:close/>
                <a:moveTo>
                  <a:pt x="16013" y="8649"/>
                </a:moveTo>
                <a:lnTo>
                  <a:pt x="15365" y="8849"/>
                </a:lnTo>
                <a:lnTo>
                  <a:pt x="14716" y="9010"/>
                </a:lnTo>
                <a:lnTo>
                  <a:pt x="13419" y="9332"/>
                </a:lnTo>
                <a:lnTo>
                  <a:pt x="13370" y="9332"/>
                </a:lnTo>
                <a:lnTo>
                  <a:pt x="13319" y="9412"/>
                </a:lnTo>
                <a:lnTo>
                  <a:pt x="13269" y="9533"/>
                </a:lnTo>
                <a:lnTo>
                  <a:pt x="13370" y="9654"/>
                </a:lnTo>
                <a:lnTo>
                  <a:pt x="13419" y="9694"/>
                </a:lnTo>
                <a:lnTo>
                  <a:pt x="13519" y="9734"/>
                </a:lnTo>
                <a:lnTo>
                  <a:pt x="13469" y="9814"/>
                </a:lnTo>
                <a:lnTo>
                  <a:pt x="13469" y="9895"/>
                </a:lnTo>
                <a:lnTo>
                  <a:pt x="13718" y="10337"/>
                </a:lnTo>
                <a:lnTo>
                  <a:pt x="13867" y="10820"/>
                </a:lnTo>
                <a:lnTo>
                  <a:pt x="13918" y="10901"/>
                </a:lnTo>
                <a:lnTo>
                  <a:pt x="13968" y="10940"/>
                </a:lnTo>
                <a:lnTo>
                  <a:pt x="14017" y="10981"/>
                </a:lnTo>
                <a:lnTo>
                  <a:pt x="14118" y="11022"/>
                </a:lnTo>
                <a:lnTo>
                  <a:pt x="14866" y="10860"/>
                </a:lnTo>
                <a:lnTo>
                  <a:pt x="15565" y="10699"/>
                </a:lnTo>
                <a:lnTo>
                  <a:pt x="16262" y="10498"/>
                </a:lnTo>
                <a:lnTo>
                  <a:pt x="16911" y="10217"/>
                </a:lnTo>
                <a:lnTo>
                  <a:pt x="17010" y="10176"/>
                </a:lnTo>
                <a:lnTo>
                  <a:pt x="17111" y="10096"/>
                </a:lnTo>
                <a:lnTo>
                  <a:pt x="17111" y="9975"/>
                </a:lnTo>
                <a:lnTo>
                  <a:pt x="17061" y="9895"/>
                </a:lnTo>
                <a:lnTo>
                  <a:pt x="16662" y="9372"/>
                </a:lnTo>
                <a:lnTo>
                  <a:pt x="16313" y="8769"/>
                </a:lnTo>
                <a:lnTo>
                  <a:pt x="16262" y="8688"/>
                </a:lnTo>
                <a:lnTo>
                  <a:pt x="16212" y="8649"/>
                </a:lnTo>
                <a:close/>
                <a:moveTo>
                  <a:pt x="12121" y="10257"/>
                </a:moveTo>
                <a:lnTo>
                  <a:pt x="12321" y="10699"/>
                </a:lnTo>
                <a:lnTo>
                  <a:pt x="12620" y="11142"/>
                </a:lnTo>
                <a:lnTo>
                  <a:pt x="11773" y="11504"/>
                </a:lnTo>
                <a:lnTo>
                  <a:pt x="10825" y="11825"/>
                </a:lnTo>
                <a:lnTo>
                  <a:pt x="10625" y="11906"/>
                </a:lnTo>
                <a:lnTo>
                  <a:pt x="10526" y="11906"/>
                </a:lnTo>
                <a:lnTo>
                  <a:pt x="10476" y="11866"/>
                </a:lnTo>
                <a:lnTo>
                  <a:pt x="10376" y="11705"/>
                </a:lnTo>
                <a:lnTo>
                  <a:pt x="10326" y="11504"/>
                </a:lnTo>
                <a:lnTo>
                  <a:pt x="10227" y="11142"/>
                </a:lnTo>
                <a:lnTo>
                  <a:pt x="10027" y="10820"/>
                </a:lnTo>
                <a:lnTo>
                  <a:pt x="12121" y="10257"/>
                </a:lnTo>
                <a:close/>
                <a:moveTo>
                  <a:pt x="12172" y="9814"/>
                </a:moveTo>
                <a:lnTo>
                  <a:pt x="9728" y="10458"/>
                </a:lnTo>
                <a:lnTo>
                  <a:pt x="9677" y="10498"/>
                </a:lnTo>
                <a:lnTo>
                  <a:pt x="9627" y="10539"/>
                </a:lnTo>
                <a:lnTo>
                  <a:pt x="9578" y="10660"/>
                </a:lnTo>
                <a:lnTo>
                  <a:pt x="9627" y="10780"/>
                </a:lnTo>
                <a:lnTo>
                  <a:pt x="9777" y="10860"/>
                </a:lnTo>
                <a:lnTo>
                  <a:pt x="9777" y="11102"/>
                </a:lnTo>
                <a:lnTo>
                  <a:pt x="9827" y="11383"/>
                </a:lnTo>
                <a:lnTo>
                  <a:pt x="10027" y="11906"/>
                </a:lnTo>
                <a:lnTo>
                  <a:pt x="10077" y="12067"/>
                </a:lnTo>
                <a:lnTo>
                  <a:pt x="10227" y="12187"/>
                </a:lnTo>
                <a:lnTo>
                  <a:pt x="10376" y="12268"/>
                </a:lnTo>
                <a:lnTo>
                  <a:pt x="10575" y="12309"/>
                </a:lnTo>
                <a:lnTo>
                  <a:pt x="10924" y="12228"/>
                </a:lnTo>
                <a:lnTo>
                  <a:pt x="11274" y="12148"/>
                </a:lnTo>
                <a:lnTo>
                  <a:pt x="11923" y="11906"/>
                </a:lnTo>
                <a:lnTo>
                  <a:pt x="12571" y="11625"/>
                </a:lnTo>
                <a:lnTo>
                  <a:pt x="13170" y="11343"/>
                </a:lnTo>
                <a:lnTo>
                  <a:pt x="13219" y="11263"/>
                </a:lnTo>
                <a:lnTo>
                  <a:pt x="13269" y="11182"/>
                </a:lnTo>
                <a:lnTo>
                  <a:pt x="13269" y="11142"/>
                </a:lnTo>
                <a:lnTo>
                  <a:pt x="13219" y="11061"/>
                </a:lnTo>
                <a:lnTo>
                  <a:pt x="12970" y="10820"/>
                </a:lnTo>
                <a:lnTo>
                  <a:pt x="12770" y="10539"/>
                </a:lnTo>
                <a:lnTo>
                  <a:pt x="12620" y="10257"/>
                </a:lnTo>
                <a:lnTo>
                  <a:pt x="12521" y="9935"/>
                </a:lnTo>
                <a:lnTo>
                  <a:pt x="12471" y="9855"/>
                </a:lnTo>
                <a:lnTo>
                  <a:pt x="12371" y="9814"/>
                </a:lnTo>
                <a:close/>
                <a:moveTo>
                  <a:pt x="16961" y="11343"/>
                </a:moveTo>
                <a:lnTo>
                  <a:pt x="17160" y="11745"/>
                </a:lnTo>
                <a:lnTo>
                  <a:pt x="16262" y="12148"/>
                </a:lnTo>
                <a:lnTo>
                  <a:pt x="15365" y="12550"/>
                </a:lnTo>
                <a:lnTo>
                  <a:pt x="15165" y="11946"/>
                </a:lnTo>
                <a:lnTo>
                  <a:pt x="15215" y="11906"/>
                </a:lnTo>
                <a:lnTo>
                  <a:pt x="15215" y="11825"/>
                </a:lnTo>
                <a:lnTo>
                  <a:pt x="15614" y="11705"/>
                </a:lnTo>
                <a:lnTo>
                  <a:pt x="16013" y="11625"/>
                </a:lnTo>
                <a:lnTo>
                  <a:pt x="16961" y="11343"/>
                </a:lnTo>
                <a:close/>
                <a:moveTo>
                  <a:pt x="8530" y="11424"/>
                </a:moveTo>
                <a:lnTo>
                  <a:pt x="8630" y="11463"/>
                </a:lnTo>
                <a:lnTo>
                  <a:pt x="8729" y="11584"/>
                </a:lnTo>
                <a:lnTo>
                  <a:pt x="8929" y="11946"/>
                </a:lnTo>
                <a:lnTo>
                  <a:pt x="7882" y="12348"/>
                </a:lnTo>
                <a:lnTo>
                  <a:pt x="6934" y="12871"/>
                </a:lnTo>
                <a:lnTo>
                  <a:pt x="6734" y="12389"/>
                </a:lnTo>
                <a:lnTo>
                  <a:pt x="6585" y="12148"/>
                </a:lnTo>
                <a:lnTo>
                  <a:pt x="6435" y="11946"/>
                </a:lnTo>
                <a:lnTo>
                  <a:pt x="7632" y="11625"/>
                </a:lnTo>
                <a:lnTo>
                  <a:pt x="8081" y="11504"/>
                </a:lnTo>
                <a:lnTo>
                  <a:pt x="8481" y="11424"/>
                </a:lnTo>
                <a:close/>
                <a:moveTo>
                  <a:pt x="17111" y="10820"/>
                </a:moveTo>
                <a:lnTo>
                  <a:pt x="17010" y="10860"/>
                </a:lnTo>
                <a:lnTo>
                  <a:pt x="15664" y="11263"/>
                </a:lnTo>
                <a:lnTo>
                  <a:pt x="15114" y="11383"/>
                </a:lnTo>
                <a:lnTo>
                  <a:pt x="14866" y="11504"/>
                </a:lnTo>
                <a:lnTo>
                  <a:pt x="14766" y="11584"/>
                </a:lnTo>
                <a:lnTo>
                  <a:pt x="14666" y="11665"/>
                </a:lnTo>
                <a:lnTo>
                  <a:pt x="14666" y="11786"/>
                </a:lnTo>
                <a:lnTo>
                  <a:pt x="14716" y="11866"/>
                </a:lnTo>
                <a:lnTo>
                  <a:pt x="14766" y="11906"/>
                </a:lnTo>
                <a:lnTo>
                  <a:pt x="14766" y="11946"/>
                </a:lnTo>
                <a:lnTo>
                  <a:pt x="14815" y="12429"/>
                </a:lnTo>
                <a:lnTo>
                  <a:pt x="14965" y="12871"/>
                </a:lnTo>
                <a:lnTo>
                  <a:pt x="14965" y="12992"/>
                </a:lnTo>
                <a:lnTo>
                  <a:pt x="15065" y="13033"/>
                </a:lnTo>
                <a:lnTo>
                  <a:pt x="15165" y="13072"/>
                </a:lnTo>
                <a:lnTo>
                  <a:pt x="15264" y="13072"/>
                </a:lnTo>
                <a:lnTo>
                  <a:pt x="16511" y="12550"/>
                </a:lnTo>
                <a:lnTo>
                  <a:pt x="17659" y="11986"/>
                </a:lnTo>
                <a:lnTo>
                  <a:pt x="17760" y="11906"/>
                </a:lnTo>
                <a:lnTo>
                  <a:pt x="17808" y="11825"/>
                </a:lnTo>
                <a:lnTo>
                  <a:pt x="17808" y="11745"/>
                </a:lnTo>
                <a:lnTo>
                  <a:pt x="17760" y="11665"/>
                </a:lnTo>
                <a:lnTo>
                  <a:pt x="17509" y="11343"/>
                </a:lnTo>
                <a:lnTo>
                  <a:pt x="17360" y="10981"/>
                </a:lnTo>
                <a:lnTo>
                  <a:pt x="17309" y="10901"/>
                </a:lnTo>
                <a:lnTo>
                  <a:pt x="17210" y="10860"/>
                </a:lnTo>
                <a:lnTo>
                  <a:pt x="17111" y="10820"/>
                </a:lnTo>
                <a:close/>
                <a:moveTo>
                  <a:pt x="8430" y="10940"/>
                </a:moveTo>
                <a:lnTo>
                  <a:pt x="8131" y="10981"/>
                </a:lnTo>
                <a:lnTo>
                  <a:pt x="7832" y="11061"/>
                </a:lnTo>
                <a:lnTo>
                  <a:pt x="7283" y="11222"/>
                </a:lnTo>
                <a:lnTo>
                  <a:pt x="6585" y="11383"/>
                </a:lnTo>
                <a:lnTo>
                  <a:pt x="5886" y="11584"/>
                </a:lnTo>
                <a:lnTo>
                  <a:pt x="5837" y="11625"/>
                </a:lnTo>
                <a:lnTo>
                  <a:pt x="5787" y="11665"/>
                </a:lnTo>
                <a:lnTo>
                  <a:pt x="5736" y="11825"/>
                </a:lnTo>
                <a:lnTo>
                  <a:pt x="5787" y="11946"/>
                </a:lnTo>
                <a:lnTo>
                  <a:pt x="5837" y="11986"/>
                </a:lnTo>
                <a:lnTo>
                  <a:pt x="5936" y="12027"/>
                </a:lnTo>
                <a:lnTo>
                  <a:pt x="6136" y="12389"/>
                </a:lnTo>
                <a:lnTo>
                  <a:pt x="6335" y="12831"/>
                </a:lnTo>
                <a:lnTo>
                  <a:pt x="6484" y="13314"/>
                </a:lnTo>
                <a:lnTo>
                  <a:pt x="6585" y="13394"/>
                </a:lnTo>
                <a:lnTo>
                  <a:pt x="6684" y="13435"/>
                </a:lnTo>
                <a:lnTo>
                  <a:pt x="6785" y="13435"/>
                </a:lnTo>
                <a:lnTo>
                  <a:pt x="6934" y="13394"/>
                </a:lnTo>
                <a:lnTo>
                  <a:pt x="7533" y="13072"/>
                </a:lnTo>
                <a:lnTo>
                  <a:pt x="8131" y="12791"/>
                </a:lnTo>
                <a:lnTo>
                  <a:pt x="8729" y="12550"/>
                </a:lnTo>
                <a:lnTo>
                  <a:pt x="9428" y="12309"/>
                </a:lnTo>
                <a:lnTo>
                  <a:pt x="9477" y="12268"/>
                </a:lnTo>
                <a:lnTo>
                  <a:pt x="9578" y="12187"/>
                </a:lnTo>
                <a:lnTo>
                  <a:pt x="9578" y="11986"/>
                </a:lnTo>
                <a:lnTo>
                  <a:pt x="9378" y="11625"/>
                </a:lnTo>
                <a:lnTo>
                  <a:pt x="9178" y="11302"/>
                </a:lnTo>
                <a:lnTo>
                  <a:pt x="9079" y="11142"/>
                </a:lnTo>
                <a:lnTo>
                  <a:pt x="8879" y="11022"/>
                </a:lnTo>
                <a:lnTo>
                  <a:pt x="8679" y="10981"/>
                </a:lnTo>
                <a:lnTo>
                  <a:pt x="8430" y="10940"/>
                </a:lnTo>
                <a:close/>
                <a:moveTo>
                  <a:pt x="13370" y="12469"/>
                </a:moveTo>
                <a:lnTo>
                  <a:pt x="13768" y="13072"/>
                </a:lnTo>
                <a:lnTo>
                  <a:pt x="13219" y="13314"/>
                </a:lnTo>
                <a:lnTo>
                  <a:pt x="12671" y="13475"/>
                </a:lnTo>
                <a:lnTo>
                  <a:pt x="12121" y="13636"/>
                </a:lnTo>
                <a:lnTo>
                  <a:pt x="11573" y="13756"/>
                </a:lnTo>
                <a:lnTo>
                  <a:pt x="11324" y="13194"/>
                </a:lnTo>
                <a:lnTo>
                  <a:pt x="11822" y="13072"/>
                </a:lnTo>
                <a:lnTo>
                  <a:pt x="12371" y="12871"/>
                </a:lnTo>
                <a:lnTo>
                  <a:pt x="13370" y="12469"/>
                </a:lnTo>
                <a:close/>
                <a:moveTo>
                  <a:pt x="13419" y="11946"/>
                </a:moveTo>
                <a:lnTo>
                  <a:pt x="12172" y="12389"/>
                </a:lnTo>
                <a:lnTo>
                  <a:pt x="11523" y="12590"/>
                </a:lnTo>
                <a:lnTo>
                  <a:pt x="10975" y="12871"/>
                </a:lnTo>
                <a:lnTo>
                  <a:pt x="10874" y="12871"/>
                </a:lnTo>
                <a:lnTo>
                  <a:pt x="10775" y="12912"/>
                </a:lnTo>
                <a:lnTo>
                  <a:pt x="10725" y="13033"/>
                </a:lnTo>
                <a:lnTo>
                  <a:pt x="10725" y="13113"/>
                </a:lnTo>
                <a:lnTo>
                  <a:pt x="10924" y="13595"/>
                </a:lnTo>
                <a:lnTo>
                  <a:pt x="11124" y="14079"/>
                </a:lnTo>
                <a:lnTo>
                  <a:pt x="11224" y="14199"/>
                </a:lnTo>
                <a:lnTo>
                  <a:pt x="11324" y="14239"/>
                </a:lnTo>
                <a:lnTo>
                  <a:pt x="11373" y="14239"/>
                </a:lnTo>
                <a:lnTo>
                  <a:pt x="12172" y="14079"/>
                </a:lnTo>
                <a:lnTo>
                  <a:pt x="12871" y="13877"/>
                </a:lnTo>
                <a:lnTo>
                  <a:pt x="13618" y="13676"/>
                </a:lnTo>
                <a:lnTo>
                  <a:pt x="14316" y="13394"/>
                </a:lnTo>
                <a:lnTo>
                  <a:pt x="14366" y="13314"/>
                </a:lnTo>
                <a:lnTo>
                  <a:pt x="14417" y="13274"/>
                </a:lnTo>
                <a:lnTo>
                  <a:pt x="14417" y="13113"/>
                </a:lnTo>
                <a:lnTo>
                  <a:pt x="13768" y="12107"/>
                </a:lnTo>
                <a:lnTo>
                  <a:pt x="13718" y="12027"/>
                </a:lnTo>
                <a:lnTo>
                  <a:pt x="13618" y="11946"/>
                </a:lnTo>
                <a:close/>
                <a:moveTo>
                  <a:pt x="17859" y="13475"/>
                </a:moveTo>
                <a:lnTo>
                  <a:pt x="18008" y="13515"/>
                </a:lnTo>
                <a:lnTo>
                  <a:pt x="18158" y="13676"/>
                </a:lnTo>
                <a:lnTo>
                  <a:pt x="18507" y="14239"/>
                </a:lnTo>
                <a:lnTo>
                  <a:pt x="17459" y="14521"/>
                </a:lnTo>
                <a:lnTo>
                  <a:pt x="16462" y="14882"/>
                </a:lnTo>
                <a:lnTo>
                  <a:pt x="16313" y="14641"/>
                </a:lnTo>
                <a:lnTo>
                  <a:pt x="16163" y="14400"/>
                </a:lnTo>
                <a:lnTo>
                  <a:pt x="15963" y="13918"/>
                </a:lnTo>
                <a:lnTo>
                  <a:pt x="16361" y="13836"/>
                </a:lnTo>
                <a:lnTo>
                  <a:pt x="16711" y="13756"/>
                </a:lnTo>
                <a:lnTo>
                  <a:pt x="17459" y="13556"/>
                </a:lnTo>
                <a:lnTo>
                  <a:pt x="17709" y="13475"/>
                </a:lnTo>
                <a:close/>
                <a:moveTo>
                  <a:pt x="9578" y="13515"/>
                </a:moveTo>
                <a:lnTo>
                  <a:pt x="9977" y="14279"/>
                </a:lnTo>
                <a:lnTo>
                  <a:pt x="7931" y="15124"/>
                </a:lnTo>
                <a:lnTo>
                  <a:pt x="7632" y="14400"/>
                </a:lnTo>
                <a:lnTo>
                  <a:pt x="8081" y="14118"/>
                </a:lnTo>
                <a:lnTo>
                  <a:pt x="8530" y="13877"/>
                </a:lnTo>
                <a:lnTo>
                  <a:pt x="9079" y="13676"/>
                </a:lnTo>
                <a:lnTo>
                  <a:pt x="9578" y="13515"/>
                </a:lnTo>
                <a:close/>
                <a:moveTo>
                  <a:pt x="17760" y="13033"/>
                </a:moveTo>
                <a:lnTo>
                  <a:pt x="17459" y="13072"/>
                </a:lnTo>
                <a:lnTo>
                  <a:pt x="16961" y="13233"/>
                </a:lnTo>
                <a:lnTo>
                  <a:pt x="16212" y="13394"/>
                </a:lnTo>
                <a:lnTo>
                  <a:pt x="15864" y="13475"/>
                </a:lnTo>
                <a:lnTo>
                  <a:pt x="15565" y="13595"/>
                </a:lnTo>
                <a:lnTo>
                  <a:pt x="15464" y="13636"/>
                </a:lnTo>
                <a:lnTo>
                  <a:pt x="15464" y="13797"/>
                </a:lnTo>
                <a:lnTo>
                  <a:pt x="15565" y="13877"/>
                </a:lnTo>
                <a:lnTo>
                  <a:pt x="15664" y="13918"/>
                </a:lnTo>
                <a:lnTo>
                  <a:pt x="15614" y="14079"/>
                </a:lnTo>
                <a:lnTo>
                  <a:pt x="15614" y="14279"/>
                </a:lnTo>
                <a:lnTo>
                  <a:pt x="15664" y="14441"/>
                </a:lnTo>
                <a:lnTo>
                  <a:pt x="15714" y="14601"/>
                </a:lnTo>
                <a:lnTo>
                  <a:pt x="15913" y="14964"/>
                </a:lnTo>
                <a:lnTo>
                  <a:pt x="16163" y="15244"/>
                </a:lnTo>
                <a:lnTo>
                  <a:pt x="16313" y="15325"/>
                </a:lnTo>
                <a:lnTo>
                  <a:pt x="16462" y="15325"/>
                </a:lnTo>
                <a:lnTo>
                  <a:pt x="17709" y="14923"/>
                </a:lnTo>
                <a:lnTo>
                  <a:pt x="18956" y="14561"/>
                </a:lnTo>
                <a:lnTo>
                  <a:pt x="19056" y="14480"/>
                </a:lnTo>
                <a:lnTo>
                  <a:pt x="19106" y="14441"/>
                </a:lnTo>
                <a:lnTo>
                  <a:pt x="19156" y="14359"/>
                </a:lnTo>
                <a:lnTo>
                  <a:pt x="19106" y="14279"/>
                </a:lnTo>
                <a:lnTo>
                  <a:pt x="18556" y="13314"/>
                </a:lnTo>
                <a:lnTo>
                  <a:pt x="18457" y="13194"/>
                </a:lnTo>
                <a:lnTo>
                  <a:pt x="18308" y="13113"/>
                </a:lnTo>
                <a:lnTo>
                  <a:pt x="18158" y="13033"/>
                </a:lnTo>
                <a:close/>
                <a:moveTo>
                  <a:pt x="9777" y="12992"/>
                </a:moveTo>
                <a:lnTo>
                  <a:pt x="9677" y="13033"/>
                </a:lnTo>
                <a:lnTo>
                  <a:pt x="9029" y="13194"/>
                </a:lnTo>
                <a:lnTo>
                  <a:pt x="8380" y="13394"/>
                </a:lnTo>
                <a:lnTo>
                  <a:pt x="7782" y="13716"/>
                </a:lnTo>
                <a:lnTo>
                  <a:pt x="7234" y="14038"/>
                </a:lnTo>
                <a:lnTo>
                  <a:pt x="7133" y="14079"/>
                </a:lnTo>
                <a:lnTo>
                  <a:pt x="7084" y="14118"/>
                </a:lnTo>
                <a:lnTo>
                  <a:pt x="7034" y="14159"/>
                </a:lnTo>
                <a:lnTo>
                  <a:pt x="7034" y="14239"/>
                </a:lnTo>
                <a:lnTo>
                  <a:pt x="7133" y="14561"/>
                </a:lnTo>
                <a:lnTo>
                  <a:pt x="7234" y="14882"/>
                </a:lnTo>
                <a:lnTo>
                  <a:pt x="7533" y="15526"/>
                </a:lnTo>
                <a:lnTo>
                  <a:pt x="7582" y="15567"/>
                </a:lnTo>
                <a:lnTo>
                  <a:pt x="7682" y="15647"/>
                </a:lnTo>
                <a:lnTo>
                  <a:pt x="7882" y="15647"/>
                </a:lnTo>
                <a:lnTo>
                  <a:pt x="10425" y="14601"/>
                </a:lnTo>
                <a:lnTo>
                  <a:pt x="10526" y="14561"/>
                </a:lnTo>
                <a:lnTo>
                  <a:pt x="10575" y="14480"/>
                </a:lnTo>
                <a:lnTo>
                  <a:pt x="10625" y="14400"/>
                </a:lnTo>
                <a:lnTo>
                  <a:pt x="10575" y="14320"/>
                </a:lnTo>
                <a:lnTo>
                  <a:pt x="10027" y="13153"/>
                </a:lnTo>
                <a:lnTo>
                  <a:pt x="9977" y="13072"/>
                </a:lnTo>
                <a:lnTo>
                  <a:pt x="9877" y="13033"/>
                </a:lnTo>
                <a:lnTo>
                  <a:pt x="9777" y="12992"/>
                </a:lnTo>
                <a:close/>
                <a:moveTo>
                  <a:pt x="14316" y="14561"/>
                </a:moveTo>
                <a:lnTo>
                  <a:pt x="14815" y="15325"/>
                </a:lnTo>
                <a:lnTo>
                  <a:pt x="12671" y="16009"/>
                </a:lnTo>
                <a:lnTo>
                  <a:pt x="12272" y="15244"/>
                </a:lnTo>
                <a:lnTo>
                  <a:pt x="12371" y="15164"/>
                </a:lnTo>
                <a:lnTo>
                  <a:pt x="12371" y="15124"/>
                </a:lnTo>
                <a:lnTo>
                  <a:pt x="12422" y="15084"/>
                </a:lnTo>
                <a:lnTo>
                  <a:pt x="12871" y="14923"/>
                </a:lnTo>
                <a:lnTo>
                  <a:pt x="13269" y="14842"/>
                </a:lnTo>
                <a:lnTo>
                  <a:pt x="14316" y="14561"/>
                </a:lnTo>
                <a:close/>
                <a:moveTo>
                  <a:pt x="14467" y="14079"/>
                </a:moveTo>
                <a:lnTo>
                  <a:pt x="14366" y="14118"/>
                </a:lnTo>
                <a:lnTo>
                  <a:pt x="12919" y="14521"/>
                </a:lnTo>
                <a:lnTo>
                  <a:pt x="12321" y="14641"/>
                </a:lnTo>
                <a:lnTo>
                  <a:pt x="12072" y="14762"/>
                </a:lnTo>
                <a:lnTo>
                  <a:pt x="11923" y="14802"/>
                </a:lnTo>
                <a:lnTo>
                  <a:pt x="11872" y="14882"/>
                </a:lnTo>
                <a:lnTo>
                  <a:pt x="11773" y="15003"/>
                </a:lnTo>
                <a:lnTo>
                  <a:pt x="11822" y="15164"/>
                </a:lnTo>
                <a:lnTo>
                  <a:pt x="11872" y="15205"/>
                </a:lnTo>
                <a:lnTo>
                  <a:pt x="11872" y="15244"/>
                </a:lnTo>
                <a:lnTo>
                  <a:pt x="11923" y="15526"/>
                </a:lnTo>
                <a:lnTo>
                  <a:pt x="12022" y="15808"/>
                </a:lnTo>
                <a:lnTo>
                  <a:pt x="12272" y="16331"/>
                </a:lnTo>
                <a:lnTo>
                  <a:pt x="12371" y="16371"/>
                </a:lnTo>
                <a:lnTo>
                  <a:pt x="12422" y="16411"/>
                </a:lnTo>
                <a:lnTo>
                  <a:pt x="12521" y="16452"/>
                </a:lnTo>
                <a:lnTo>
                  <a:pt x="12620" y="16452"/>
                </a:lnTo>
                <a:lnTo>
                  <a:pt x="15264" y="15647"/>
                </a:lnTo>
                <a:lnTo>
                  <a:pt x="15314" y="15606"/>
                </a:lnTo>
                <a:lnTo>
                  <a:pt x="15365" y="15526"/>
                </a:lnTo>
                <a:lnTo>
                  <a:pt x="15414" y="15446"/>
                </a:lnTo>
                <a:lnTo>
                  <a:pt x="15414" y="15365"/>
                </a:lnTo>
                <a:lnTo>
                  <a:pt x="14716" y="14239"/>
                </a:lnTo>
                <a:lnTo>
                  <a:pt x="14666" y="14159"/>
                </a:lnTo>
                <a:lnTo>
                  <a:pt x="14566" y="14118"/>
                </a:lnTo>
                <a:lnTo>
                  <a:pt x="14467" y="14079"/>
                </a:lnTo>
                <a:close/>
                <a:moveTo>
                  <a:pt x="10874" y="15727"/>
                </a:moveTo>
                <a:lnTo>
                  <a:pt x="11024" y="15888"/>
                </a:lnTo>
                <a:lnTo>
                  <a:pt x="11074" y="16009"/>
                </a:lnTo>
                <a:lnTo>
                  <a:pt x="11024" y="16170"/>
                </a:lnTo>
                <a:lnTo>
                  <a:pt x="10924" y="16331"/>
                </a:lnTo>
                <a:lnTo>
                  <a:pt x="10775" y="16452"/>
                </a:lnTo>
                <a:lnTo>
                  <a:pt x="10625" y="16612"/>
                </a:lnTo>
                <a:lnTo>
                  <a:pt x="10276" y="16773"/>
                </a:lnTo>
                <a:lnTo>
                  <a:pt x="9578" y="17014"/>
                </a:lnTo>
                <a:lnTo>
                  <a:pt x="9229" y="17095"/>
                </a:lnTo>
                <a:lnTo>
                  <a:pt x="8929" y="17255"/>
                </a:lnTo>
                <a:lnTo>
                  <a:pt x="8580" y="16572"/>
                </a:lnTo>
                <a:lnTo>
                  <a:pt x="8679" y="16532"/>
                </a:lnTo>
                <a:lnTo>
                  <a:pt x="8780" y="16411"/>
                </a:lnTo>
                <a:lnTo>
                  <a:pt x="8780" y="16371"/>
                </a:lnTo>
                <a:lnTo>
                  <a:pt x="8879" y="16452"/>
                </a:lnTo>
                <a:lnTo>
                  <a:pt x="8980" y="16411"/>
                </a:lnTo>
                <a:lnTo>
                  <a:pt x="9229" y="16371"/>
                </a:lnTo>
                <a:lnTo>
                  <a:pt x="9827" y="16210"/>
                </a:lnTo>
                <a:lnTo>
                  <a:pt x="10376" y="16009"/>
                </a:lnTo>
                <a:lnTo>
                  <a:pt x="10874" y="15727"/>
                </a:lnTo>
                <a:close/>
                <a:moveTo>
                  <a:pt x="20602" y="16854"/>
                </a:moveTo>
                <a:lnTo>
                  <a:pt x="20602" y="16934"/>
                </a:lnTo>
                <a:lnTo>
                  <a:pt x="20702" y="16975"/>
                </a:lnTo>
                <a:lnTo>
                  <a:pt x="20751" y="17014"/>
                </a:lnTo>
                <a:lnTo>
                  <a:pt x="20602" y="17255"/>
                </a:lnTo>
                <a:lnTo>
                  <a:pt x="20403" y="17537"/>
                </a:lnTo>
                <a:lnTo>
                  <a:pt x="20203" y="17135"/>
                </a:lnTo>
                <a:lnTo>
                  <a:pt x="20602" y="16854"/>
                </a:lnTo>
                <a:close/>
                <a:moveTo>
                  <a:pt x="10874" y="15244"/>
                </a:moveTo>
                <a:lnTo>
                  <a:pt x="10725" y="15285"/>
                </a:lnTo>
                <a:lnTo>
                  <a:pt x="10376" y="15486"/>
                </a:lnTo>
                <a:lnTo>
                  <a:pt x="9977" y="15647"/>
                </a:lnTo>
                <a:lnTo>
                  <a:pt x="9578" y="15808"/>
                </a:lnTo>
                <a:lnTo>
                  <a:pt x="9178" y="15929"/>
                </a:lnTo>
                <a:lnTo>
                  <a:pt x="8630" y="16009"/>
                </a:lnTo>
                <a:lnTo>
                  <a:pt x="8380" y="16090"/>
                </a:lnTo>
                <a:lnTo>
                  <a:pt x="8281" y="16170"/>
                </a:lnTo>
                <a:lnTo>
                  <a:pt x="8181" y="16250"/>
                </a:lnTo>
                <a:lnTo>
                  <a:pt x="8181" y="16371"/>
                </a:lnTo>
                <a:lnTo>
                  <a:pt x="8081" y="16452"/>
                </a:lnTo>
                <a:lnTo>
                  <a:pt x="8081" y="16572"/>
                </a:lnTo>
                <a:lnTo>
                  <a:pt x="8331" y="17095"/>
                </a:lnTo>
                <a:lnTo>
                  <a:pt x="8530" y="17658"/>
                </a:lnTo>
                <a:lnTo>
                  <a:pt x="8630" y="17739"/>
                </a:lnTo>
                <a:lnTo>
                  <a:pt x="8729" y="17778"/>
                </a:lnTo>
                <a:lnTo>
                  <a:pt x="8829" y="17778"/>
                </a:lnTo>
                <a:lnTo>
                  <a:pt x="8929" y="17739"/>
                </a:lnTo>
                <a:lnTo>
                  <a:pt x="9229" y="17578"/>
                </a:lnTo>
                <a:lnTo>
                  <a:pt x="9528" y="17457"/>
                </a:lnTo>
                <a:lnTo>
                  <a:pt x="10176" y="17255"/>
                </a:lnTo>
                <a:lnTo>
                  <a:pt x="10476" y="17175"/>
                </a:lnTo>
                <a:lnTo>
                  <a:pt x="10775" y="17055"/>
                </a:lnTo>
                <a:lnTo>
                  <a:pt x="11074" y="16894"/>
                </a:lnTo>
                <a:lnTo>
                  <a:pt x="11324" y="16693"/>
                </a:lnTo>
                <a:lnTo>
                  <a:pt x="11474" y="16532"/>
                </a:lnTo>
                <a:lnTo>
                  <a:pt x="11573" y="16331"/>
                </a:lnTo>
                <a:lnTo>
                  <a:pt x="11573" y="15929"/>
                </a:lnTo>
                <a:lnTo>
                  <a:pt x="11523" y="15727"/>
                </a:lnTo>
                <a:lnTo>
                  <a:pt x="11373" y="15526"/>
                </a:lnTo>
                <a:lnTo>
                  <a:pt x="11224" y="15406"/>
                </a:lnTo>
                <a:lnTo>
                  <a:pt x="10975" y="15285"/>
                </a:lnTo>
                <a:lnTo>
                  <a:pt x="10874" y="15244"/>
                </a:lnTo>
                <a:close/>
                <a:moveTo>
                  <a:pt x="20003" y="17255"/>
                </a:moveTo>
                <a:lnTo>
                  <a:pt x="20054" y="17537"/>
                </a:lnTo>
                <a:lnTo>
                  <a:pt x="20153" y="17819"/>
                </a:lnTo>
                <a:lnTo>
                  <a:pt x="19704" y="18101"/>
                </a:lnTo>
                <a:lnTo>
                  <a:pt x="19605" y="17980"/>
                </a:lnTo>
                <a:lnTo>
                  <a:pt x="19455" y="17537"/>
                </a:lnTo>
                <a:lnTo>
                  <a:pt x="19555" y="17497"/>
                </a:lnTo>
                <a:lnTo>
                  <a:pt x="20003" y="17255"/>
                </a:lnTo>
                <a:close/>
                <a:moveTo>
                  <a:pt x="19205" y="17658"/>
                </a:moveTo>
                <a:lnTo>
                  <a:pt x="19255" y="17980"/>
                </a:lnTo>
                <a:lnTo>
                  <a:pt x="19355" y="18302"/>
                </a:lnTo>
                <a:lnTo>
                  <a:pt x="18807" y="18502"/>
                </a:lnTo>
                <a:lnTo>
                  <a:pt x="18657" y="18342"/>
                </a:lnTo>
                <a:lnTo>
                  <a:pt x="18358" y="18020"/>
                </a:lnTo>
                <a:lnTo>
                  <a:pt x="19205" y="17658"/>
                </a:lnTo>
                <a:close/>
                <a:moveTo>
                  <a:pt x="18257" y="18060"/>
                </a:moveTo>
                <a:lnTo>
                  <a:pt x="18358" y="18342"/>
                </a:lnTo>
                <a:lnTo>
                  <a:pt x="18407" y="18502"/>
                </a:lnTo>
                <a:lnTo>
                  <a:pt x="18457" y="18624"/>
                </a:lnTo>
                <a:lnTo>
                  <a:pt x="17808" y="18825"/>
                </a:lnTo>
                <a:lnTo>
                  <a:pt x="17659" y="18704"/>
                </a:lnTo>
                <a:lnTo>
                  <a:pt x="17509" y="18502"/>
                </a:lnTo>
                <a:lnTo>
                  <a:pt x="17459" y="18342"/>
                </a:lnTo>
                <a:lnTo>
                  <a:pt x="18257" y="18060"/>
                </a:lnTo>
                <a:close/>
                <a:moveTo>
                  <a:pt x="17111" y="18463"/>
                </a:moveTo>
                <a:lnTo>
                  <a:pt x="17210" y="18745"/>
                </a:lnTo>
                <a:lnTo>
                  <a:pt x="17410" y="18945"/>
                </a:lnTo>
                <a:lnTo>
                  <a:pt x="16861" y="19146"/>
                </a:lnTo>
                <a:lnTo>
                  <a:pt x="16761" y="19066"/>
                </a:lnTo>
                <a:lnTo>
                  <a:pt x="16662" y="18945"/>
                </a:lnTo>
                <a:lnTo>
                  <a:pt x="16612" y="18825"/>
                </a:lnTo>
                <a:lnTo>
                  <a:pt x="16612" y="18663"/>
                </a:lnTo>
                <a:lnTo>
                  <a:pt x="17111" y="18463"/>
                </a:lnTo>
                <a:close/>
                <a:moveTo>
                  <a:pt x="16361" y="18745"/>
                </a:moveTo>
                <a:lnTo>
                  <a:pt x="16313" y="18905"/>
                </a:lnTo>
                <a:lnTo>
                  <a:pt x="16361" y="19066"/>
                </a:lnTo>
                <a:lnTo>
                  <a:pt x="16462" y="19267"/>
                </a:lnTo>
                <a:lnTo>
                  <a:pt x="16062" y="19348"/>
                </a:lnTo>
                <a:lnTo>
                  <a:pt x="16013" y="19348"/>
                </a:lnTo>
                <a:lnTo>
                  <a:pt x="15963" y="19186"/>
                </a:lnTo>
                <a:lnTo>
                  <a:pt x="15864" y="18905"/>
                </a:lnTo>
                <a:lnTo>
                  <a:pt x="16361" y="18745"/>
                </a:lnTo>
                <a:close/>
                <a:moveTo>
                  <a:pt x="15565" y="19025"/>
                </a:moveTo>
                <a:lnTo>
                  <a:pt x="15614" y="19307"/>
                </a:lnTo>
                <a:lnTo>
                  <a:pt x="15664" y="19509"/>
                </a:lnTo>
                <a:lnTo>
                  <a:pt x="15215" y="19629"/>
                </a:lnTo>
                <a:lnTo>
                  <a:pt x="15114" y="19669"/>
                </a:lnTo>
                <a:lnTo>
                  <a:pt x="15114" y="19428"/>
                </a:lnTo>
                <a:lnTo>
                  <a:pt x="14965" y="19307"/>
                </a:lnTo>
                <a:lnTo>
                  <a:pt x="14916" y="19227"/>
                </a:lnTo>
                <a:lnTo>
                  <a:pt x="15565" y="19025"/>
                </a:lnTo>
                <a:close/>
                <a:moveTo>
                  <a:pt x="14467" y="19348"/>
                </a:moveTo>
                <a:lnTo>
                  <a:pt x="14617" y="19509"/>
                </a:lnTo>
                <a:lnTo>
                  <a:pt x="14766" y="19629"/>
                </a:lnTo>
                <a:lnTo>
                  <a:pt x="14866" y="19710"/>
                </a:lnTo>
                <a:lnTo>
                  <a:pt x="14916" y="19710"/>
                </a:lnTo>
                <a:lnTo>
                  <a:pt x="14217" y="19951"/>
                </a:lnTo>
                <a:lnTo>
                  <a:pt x="14167" y="19871"/>
                </a:lnTo>
                <a:lnTo>
                  <a:pt x="14067" y="19871"/>
                </a:lnTo>
                <a:lnTo>
                  <a:pt x="13918" y="19910"/>
                </a:lnTo>
                <a:lnTo>
                  <a:pt x="13818" y="19629"/>
                </a:lnTo>
                <a:lnTo>
                  <a:pt x="13768" y="19548"/>
                </a:lnTo>
                <a:lnTo>
                  <a:pt x="14467" y="19348"/>
                </a:lnTo>
                <a:close/>
                <a:moveTo>
                  <a:pt x="13968" y="482"/>
                </a:moveTo>
                <a:lnTo>
                  <a:pt x="14217" y="523"/>
                </a:lnTo>
                <a:lnTo>
                  <a:pt x="14366" y="603"/>
                </a:lnTo>
                <a:lnTo>
                  <a:pt x="14516" y="684"/>
                </a:lnTo>
                <a:lnTo>
                  <a:pt x="14666" y="805"/>
                </a:lnTo>
                <a:lnTo>
                  <a:pt x="14916" y="1086"/>
                </a:lnTo>
                <a:lnTo>
                  <a:pt x="14965" y="1327"/>
                </a:lnTo>
                <a:lnTo>
                  <a:pt x="15015" y="1569"/>
                </a:lnTo>
                <a:lnTo>
                  <a:pt x="15414" y="2575"/>
                </a:lnTo>
                <a:lnTo>
                  <a:pt x="16163" y="4384"/>
                </a:lnTo>
                <a:lnTo>
                  <a:pt x="17760" y="8005"/>
                </a:lnTo>
                <a:lnTo>
                  <a:pt x="19355" y="11584"/>
                </a:lnTo>
                <a:lnTo>
                  <a:pt x="20203" y="13394"/>
                </a:lnTo>
                <a:lnTo>
                  <a:pt x="20652" y="14359"/>
                </a:lnTo>
                <a:lnTo>
                  <a:pt x="20951" y="14964"/>
                </a:lnTo>
                <a:lnTo>
                  <a:pt x="20852" y="15003"/>
                </a:lnTo>
                <a:lnTo>
                  <a:pt x="20802" y="15164"/>
                </a:lnTo>
                <a:lnTo>
                  <a:pt x="20802" y="15285"/>
                </a:lnTo>
                <a:lnTo>
                  <a:pt x="20751" y="15567"/>
                </a:lnTo>
                <a:lnTo>
                  <a:pt x="20702" y="15767"/>
                </a:lnTo>
                <a:lnTo>
                  <a:pt x="20652" y="15929"/>
                </a:lnTo>
                <a:lnTo>
                  <a:pt x="20403" y="16290"/>
                </a:lnTo>
                <a:lnTo>
                  <a:pt x="20054" y="16612"/>
                </a:lnTo>
                <a:lnTo>
                  <a:pt x="19654" y="16854"/>
                </a:lnTo>
                <a:lnTo>
                  <a:pt x="19205" y="17095"/>
                </a:lnTo>
                <a:lnTo>
                  <a:pt x="18756" y="17296"/>
                </a:lnTo>
                <a:lnTo>
                  <a:pt x="17760" y="17698"/>
                </a:lnTo>
                <a:lnTo>
                  <a:pt x="16761" y="18060"/>
                </a:lnTo>
                <a:lnTo>
                  <a:pt x="14766" y="18745"/>
                </a:lnTo>
                <a:lnTo>
                  <a:pt x="13618" y="19106"/>
                </a:lnTo>
                <a:lnTo>
                  <a:pt x="13568" y="19066"/>
                </a:lnTo>
                <a:lnTo>
                  <a:pt x="13519" y="19066"/>
                </a:lnTo>
                <a:lnTo>
                  <a:pt x="13469" y="19106"/>
                </a:lnTo>
                <a:lnTo>
                  <a:pt x="13469" y="19146"/>
                </a:lnTo>
                <a:lnTo>
                  <a:pt x="12022" y="19509"/>
                </a:lnTo>
                <a:lnTo>
                  <a:pt x="10575" y="19871"/>
                </a:lnTo>
                <a:lnTo>
                  <a:pt x="9477" y="20071"/>
                </a:lnTo>
                <a:lnTo>
                  <a:pt x="8380" y="20272"/>
                </a:lnTo>
                <a:lnTo>
                  <a:pt x="7882" y="20313"/>
                </a:lnTo>
                <a:lnTo>
                  <a:pt x="7632" y="20313"/>
                </a:lnTo>
                <a:lnTo>
                  <a:pt x="7383" y="20233"/>
                </a:lnTo>
                <a:lnTo>
                  <a:pt x="7183" y="20151"/>
                </a:lnTo>
                <a:lnTo>
                  <a:pt x="7034" y="19991"/>
                </a:lnTo>
                <a:lnTo>
                  <a:pt x="6884" y="19871"/>
                </a:lnTo>
                <a:lnTo>
                  <a:pt x="6734" y="19710"/>
                </a:lnTo>
                <a:lnTo>
                  <a:pt x="6634" y="19387"/>
                </a:lnTo>
                <a:lnTo>
                  <a:pt x="6484" y="19066"/>
                </a:lnTo>
                <a:lnTo>
                  <a:pt x="6086" y="18101"/>
                </a:lnTo>
                <a:lnTo>
                  <a:pt x="5338" y="16250"/>
                </a:lnTo>
                <a:lnTo>
                  <a:pt x="4590" y="14441"/>
                </a:lnTo>
                <a:lnTo>
                  <a:pt x="3741" y="12630"/>
                </a:lnTo>
                <a:lnTo>
                  <a:pt x="2943" y="10820"/>
                </a:lnTo>
                <a:lnTo>
                  <a:pt x="2045" y="9050"/>
                </a:lnTo>
                <a:lnTo>
                  <a:pt x="1148" y="7241"/>
                </a:lnTo>
                <a:lnTo>
                  <a:pt x="798" y="6636"/>
                </a:lnTo>
                <a:lnTo>
                  <a:pt x="649" y="6356"/>
                </a:lnTo>
                <a:lnTo>
                  <a:pt x="449" y="6074"/>
                </a:lnTo>
                <a:lnTo>
                  <a:pt x="499" y="6033"/>
                </a:lnTo>
                <a:lnTo>
                  <a:pt x="548" y="5953"/>
                </a:lnTo>
                <a:lnTo>
                  <a:pt x="499" y="5712"/>
                </a:lnTo>
                <a:lnTo>
                  <a:pt x="548" y="5510"/>
                </a:lnTo>
                <a:lnTo>
                  <a:pt x="548" y="5350"/>
                </a:lnTo>
                <a:lnTo>
                  <a:pt x="649" y="5148"/>
                </a:lnTo>
                <a:lnTo>
                  <a:pt x="847" y="4827"/>
                </a:lnTo>
                <a:lnTo>
                  <a:pt x="1148" y="4545"/>
                </a:lnTo>
                <a:lnTo>
                  <a:pt x="1496" y="4263"/>
                </a:lnTo>
                <a:lnTo>
                  <a:pt x="1896" y="4022"/>
                </a:lnTo>
                <a:lnTo>
                  <a:pt x="2345" y="3822"/>
                </a:lnTo>
                <a:lnTo>
                  <a:pt x="2743" y="3620"/>
                </a:lnTo>
                <a:lnTo>
                  <a:pt x="3792" y="3218"/>
                </a:lnTo>
                <a:lnTo>
                  <a:pt x="4889" y="2896"/>
                </a:lnTo>
                <a:lnTo>
                  <a:pt x="7084" y="2212"/>
                </a:lnTo>
                <a:lnTo>
                  <a:pt x="9229" y="1529"/>
                </a:lnTo>
                <a:lnTo>
                  <a:pt x="10276" y="1206"/>
                </a:lnTo>
                <a:lnTo>
                  <a:pt x="11373" y="885"/>
                </a:lnTo>
                <a:lnTo>
                  <a:pt x="12422" y="644"/>
                </a:lnTo>
                <a:lnTo>
                  <a:pt x="12970" y="564"/>
                </a:lnTo>
                <a:lnTo>
                  <a:pt x="13519" y="482"/>
                </a:lnTo>
                <a:close/>
                <a:moveTo>
                  <a:pt x="13419" y="19669"/>
                </a:moveTo>
                <a:lnTo>
                  <a:pt x="13419" y="19710"/>
                </a:lnTo>
                <a:lnTo>
                  <a:pt x="13469" y="19910"/>
                </a:lnTo>
                <a:lnTo>
                  <a:pt x="13618" y="20112"/>
                </a:lnTo>
                <a:lnTo>
                  <a:pt x="13020" y="20313"/>
                </a:lnTo>
                <a:lnTo>
                  <a:pt x="13020" y="20272"/>
                </a:lnTo>
                <a:lnTo>
                  <a:pt x="12970" y="20112"/>
                </a:lnTo>
                <a:lnTo>
                  <a:pt x="12871" y="19991"/>
                </a:lnTo>
                <a:lnTo>
                  <a:pt x="12770" y="19830"/>
                </a:lnTo>
                <a:lnTo>
                  <a:pt x="13419" y="19669"/>
                </a:lnTo>
                <a:close/>
                <a:moveTo>
                  <a:pt x="12371" y="19951"/>
                </a:moveTo>
                <a:lnTo>
                  <a:pt x="12471" y="20192"/>
                </a:lnTo>
                <a:lnTo>
                  <a:pt x="12571" y="20313"/>
                </a:lnTo>
                <a:lnTo>
                  <a:pt x="12671" y="20394"/>
                </a:lnTo>
                <a:lnTo>
                  <a:pt x="12022" y="20594"/>
                </a:lnTo>
                <a:lnTo>
                  <a:pt x="11923" y="20514"/>
                </a:lnTo>
                <a:lnTo>
                  <a:pt x="11822" y="20394"/>
                </a:lnTo>
                <a:lnTo>
                  <a:pt x="11723" y="20272"/>
                </a:lnTo>
                <a:lnTo>
                  <a:pt x="11672" y="20112"/>
                </a:lnTo>
                <a:lnTo>
                  <a:pt x="12371" y="19951"/>
                </a:lnTo>
                <a:close/>
                <a:moveTo>
                  <a:pt x="11224" y="20192"/>
                </a:moveTo>
                <a:lnTo>
                  <a:pt x="11274" y="20353"/>
                </a:lnTo>
                <a:lnTo>
                  <a:pt x="11373" y="20554"/>
                </a:lnTo>
                <a:lnTo>
                  <a:pt x="11573" y="20756"/>
                </a:lnTo>
                <a:lnTo>
                  <a:pt x="11124" y="20876"/>
                </a:lnTo>
                <a:lnTo>
                  <a:pt x="11074" y="20795"/>
                </a:lnTo>
                <a:lnTo>
                  <a:pt x="11024" y="20756"/>
                </a:lnTo>
                <a:lnTo>
                  <a:pt x="10874" y="20675"/>
                </a:lnTo>
                <a:lnTo>
                  <a:pt x="10825" y="20635"/>
                </a:lnTo>
                <a:lnTo>
                  <a:pt x="10676" y="20433"/>
                </a:lnTo>
                <a:lnTo>
                  <a:pt x="10676" y="20353"/>
                </a:lnTo>
                <a:lnTo>
                  <a:pt x="11224" y="20192"/>
                </a:lnTo>
                <a:close/>
                <a:moveTo>
                  <a:pt x="7133" y="20635"/>
                </a:moveTo>
                <a:lnTo>
                  <a:pt x="7383" y="20715"/>
                </a:lnTo>
                <a:lnTo>
                  <a:pt x="7682" y="20756"/>
                </a:lnTo>
                <a:lnTo>
                  <a:pt x="7982" y="20795"/>
                </a:lnTo>
                <a:lnTo>
                  <a:pt x="8081" y="21077"/>
                </a:lnTo>
                <a:lnTo>
                  <a:pt x="7832" y="20997"/>
                </a:lnTo>
                <a:lnTo>
                  <a:pt x="7582" y="20876"/>
                </a:lnTo>
                <a:lnTo>
                  <a:pt x="7333" y="20756"/>
                </a:lnTo>
                <a:lnTo>
                  <a:pt x="7133" y="20635"/>
                </a:lnTo>
                <a:close/>
                <a:moveTo>
                  <a:pt x="10276" y="20433"/>
                </a:moveTo>
                <a:lnTo>
                  <a:pt x="10276" y="20594"/>
                </a:lnTo>
                <a:lnTo>
                  <a:pt x="10376" y="20756"/>
                </a:lnTo>
                <a:lnTo>
                  <a:pt x="10476" y="20876"/>
                </a:lnTo>
                <a:lnTo>
                  <a:pt x="10575" y="20997"/>
                </a:lnTo>
                <a:lnTo>
                  <a:pt x="10476" y="21036"/>
                </a:lnTo>
                <a:lnTo>
                  <a:pt x="9827" y="21157"/>
                </a:lnTo>
                <a:lnTo>
                  <a:pt x="9728" y="21036"/>
                </a:lnTo>
                <a:lnTo>
                  <a:pt x="9627" y="20916"/>
                </a:lnTo>
                <a:lnTo>
                  <a:pt x="9477" y="20756"/>
                </a:lnTo>
                <a:lnTo>
                  <a:pt x="9378" y="20594"/>
                </a:lnTo>
                <a:lnTo>
                  <a:pt x="9677" y="20514"/>
                </a:lnTo>
                <a:lnTo>
                  <a:pt x="10276" y="20433"/>
                </a:lnTo>
                <a:close/>
                <a:moveTo>
                  <a:pt x="8980" y="20675"/>
                </a:moveTo>
                <a:lnTo>
                  <a:pt x="9079" y="20956"/>
                </a:lnTo>
                <a:lnTo>
                  <a:pt x="9178" y="21077"/>
                </a:lnTo>
                <a:lnTo>
                  <a:pt x="9279" y="21198"/>
                </a:lnTo>
                <a:lnTo>
                  <a:pt x="8829" y="21198"/>
                </a:lnTo>
                <a:lnTo>
                  <a:pt x="8829" y="21077"/>
                </a:lnTo>
                <a:lnTo>
                  <a:pt x="8729" y="21036"/>
                </a:lnTo>
                <a:lnTo>
                  <a:pt x="8679" y="21036"/>
                </a:lnTo>
                <a:lnTo>
                  <a:pt x="8580" y="21077"/>
                </a:lnTo>
                <a:lnTo>
                  <a:pt x="8530" y="21077"/>
                </a:lnTo>
                <a:lnTo>
                  <a:pt x="8430" y="21036"/>
                </a:lnTo>
                <a:lnTo>
                  <a:pt x="8380" y="20916"/>
                </a:lnTo>
                <a:lnTo>
                  <a:pt x="8331" y="20756"/>
                </a:lnTo>
                <a:lnTo>
                  <a:pt x="8980" y="20675"/>
                </a:lnTo>
                <a:close/>
                <a:moveTo>
                  <a:pt x="13768" y="0"/>
                </a:moveTo>
                <a:lnTo>
                  <a:pt x="13219" y="41"/>
                </a:lnTo>
                <a:lnTo>
                  <a:pt x="12671" y="121"/>
                </a:lnTo>
                <a:lnTo>
                  <a:pt x="11972" y="241"/>
                </a:lnTo>
                <a:lnTo>
                  <a:pt x="11274" y="442"/>
                </a:lnTo>
                <a:lnTo>
                  <a:pt x="9926" y="805"/>
                </a:lnTo>
                <a:lnTo>
                  <a:pt x="7234" y="1649"/>
                </a:lnTo>
                <a:lnTo>
                  <a:pt x="4590" y="2494"/>
                </a:lnTo>
                <a:lnTo>
                  <a:pt x="3292" y="2937"/>
                </a:lnTo>
                <a:lnTo>
                  <a:pt x="2644" y="3178"/>
                </a:lnTo>
                <a:lnTo>
                  <a:pt x="2045" y="3419"/>
                </a:lnTo>
                <a:lnTo>
                  <a:pt x="1696" y="3620"/>
                </a:lnTo>
                <a:lnTo>
                  <a:pt x="1297" y="3822"/>
                </a:lnTo>
                <a:lnTo>
                  <a:pt x="948" y="4103"/>
                </a:lnTo>
                <a:lnTo>
                  <a:pt x="598" y="4384"/>
                </a:lnTo>
                <a:lnTo>
                  <a:pt x="299" y="4706"/>
                </a:lnTo>
                <a:lnTo>
                  <a:pt x="99" y="5068"/>
                </a:lnTo>
                <a:lnTo>
                  <a:pt x="50" y="5229"/>
                </a:lnTo>
                <a:lnTo>
                  <a:pt x="50" y="5591"/>
                </a:lnTo>
                <a:lnTo>
                  <a:pt x="99" y="5751"/>
                </a:lnTo>
                <a:lnTo>
                  <a:pt x="0" y="5792"/>
                </a:lnTo>
                <a:lnTo>
                  <a:pt x="0" y="5833"/>
                </a:lnTo>
                <a:lnTo>
                  <a:pt x="50" y="6275"/>
                </a:lnTo>
                <a:lnTo>
                  <a:pt x="200" y="6636"/>
                </a:lnTo>
                <a:lnTo>
                  <a:pt x="598" y="7441"/>
                </a:lnTo>
                <a:lnTo>
                  <a:pt x="1447" y="9211"/>
                </a:lnTo>
                <a:lnTo>
                  <a:pt x="3192" y="12791"/>
                </a:lnTo>
                <a:lnTo>
                  <a:pt x="3990" y="14601"/>
                </a:lnTo>
                <a:lnTo>
                  <a:pt x="4788" y="16452"/>
                </a:lnTo>
                <a:lnTo>
                  <a:pt x="5536" y="18261"/>
                </a:lnTo>
                <a:lnTo>
                  <a:pt x="5837" y="19106"/>
                </a:lnTo>
                <a:lnTo>
                  <a:pt x="6035" y="19548"/>
                </a:lnTo>
                <a:lnTo>
                  <a:pt x="6136" y="19790"/>
                </a:lnTo>
                <a:lnTo>
                  <a:pt x="6286" y="19991"/>
                </a:lnTo>
                <a:lnTo>
                  <a:pt x="6335" y="20233"/>
                </a:lnTo>
                <a:lnTo>
                  <a:pt x="6435" y="20433"/>
                </a:lnTo>
                <a:lnTo>
                  <a:pt x="6535" y="20594"/>
                </a:lnTo>
                <a:lnTo>
                  <a:pt x="6684" y="20756"/>
                </a:lnTo>
                <a:lnTo>
                  <a:pt x="6834" y="20916"/>
                </a:lnTo>
                <a:lnTo>
                  <a:pt x="7034" y="21077"/>
                </a:lnTo>
                <a:lnTo>
                  <a:pt x="7482" y="21278"/>
                </a:lnTo>
                <a:lnTo>
                  <a:pt x="7931" y="21439"/>
                </a:lnTo>
                <a:lnTo>
                  <a:pt x="8481" y="21559"/>
                </a:lnTo>
                <a:lnTo>
                  <a:pt x="8980" y="21600"/>
                </a:lnTo>
                <a:lnTo>
                  <a:pt x="9528" y="21600"/>
                </a:lnTo>
                <a:lnTo>
                  <a:pt x="10176" y="21520"/>
                </a:lnTo>
                <a:lnTo>
                  <a:pt x="10775" y="21399"/>
                </a:lnTo>
                <a:lnTo>
                  <a:pt x="12022" y="21036"/>
                </a:lnTo>
                <a:lnTo>
                  <a:pt x="15065" y="20112"/>
                </a:lnTo>
                <a:lnTo>
                  <a:pt x="17958" y="19267"/>
                </a:lnTo>
                <a:lnTo>
                  <a:pt x="18807" y="18986"/>
                </a:lnTo>
                <a:lnTo>
                  <a:pt x="19605" y="18663"/>
                </a:lnTo>
                <a:lnTo>
                  <a:pt x="19755" y="18663"/>
                </a:lnTo>
                <a:lnTo>
                  <a:pt x="19954" y="18583"/>
                </a:lnTo>
                <a:lnTo>
                  <a:pt x="20003" y="18502"/>
                </a:lnTo>
                <a:lnTo>
                  <a:pt x="20003" y="18463"/>
                </a:lnTo>
                <a:lnTo>
                  <a:pt x="20254" y="18302"/>
                </a:lnTo>
                <a:lnTo>
                  <a:pt x="20652" y="18020"/>
                </a:lnTo>
                <a:lnTo>
                  <a:pt x="20951" y="17658"/>
                </a:lnTo>
                <a:lnTo>
                  <a:pt x="21151" y="17296"/>
                </a:lnTo>
                <a:lnTo>
                  <a:pt x="21351" y="16894"/>
                </a:lnTo>
                <a:lnTo>
                  <a:pt x="21450" y="16491"/>
                </a:lnTo>
                <a:lnTo>
                  <a:pt x="21501" y="16049"/>
                </a:lnTo>
                <a:lnTo>
                  <a:pt x="21550" y="15205"/>
                </a:lnTo>
                <a:lnTo>
                  <a:pt x="21600" y="15164"/>
                </a:lnTo>
                <a:lnTo>
                  <a:pt x="21600" y="15084"/>
                </a:lnTo>
                <a:lnTo>
                  <a:pt x="21550" y="14882"/>
                </a:lnTo>
                <a:lnTo>
                  <a:pt x="21501" y="14682"/>
                </a:lnTo>
                <a:lnTo>
                  <a:pt x="21301" y="14320"/>
                </a:lnTo>
                <a:lnTo>
                  <a:pt x="20852" y="13354"/>
                </a:lnTo>
                <a:lnTo>
                  <a:pt x="20003" y="11584"/>
                </a:lnTo>
                <a:lnTo>
                  <a:pt x="18358" y="7964"/>
                </a:lnTo>
                <a:lnTo>
                  <a:pt x="16761" y="4345"/>
                </a:lnTo>
                <a:lnTo>
                  <a:pt x="16013" y="2534"/>
                </a:lnTo>
                <a:lnTo>
                  <a:pt x="15565" y="1569"/>
                </a:lnTo>
                <a:lnTo>
                  <a:pt x="15464" y="1287"/>
                </a:lnTo>
                <a:lnTo>
                  <a:pt x="15514" y="1126"/>
                </a:lnTo>
                <a:lnTo>
                  <a:pt x="15514" y="1006"/>
                </a:lnTo>
                <a:lnTo>
                  <a:pt x="15464" y="844"/>
                </a:lnTo>
                <a:lnTo>
                  <a:pt x="15365" y="684"/>
                </a:lnTo>
                <a:lnTo>
                  <a:pt x="15165" y="442"/>
                </a:lnTo>
                <a:lnTo>
                  <a:pt x="14815" y="241"/>
                </a:lnTo>
                <a:lnTo>
                  <a:pt x="14566" y="121"/>
                </a:lnTo>
                <a:lnTo>
                  <a:pt x="14316" y="41"/>
                </a:lnTo>
                <a:lnTo>
                  <a:pt x="14067" y="0"/>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155" name="Google Shape;478;p10"/>
          <p:cNvSpPr/>
          <p:nvPr/>
        </p:nvSpPr>
        <p:spPr>
          <a:xfrm>
            <a:off x="-35346" y="3366991"/>
            <a:ext cx="443232" cy="5046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552" y="0"/>
                </a:moveTo>
                <a:lnTo>
                  <a:pt x="14451" y="44"/>
                </a:lnTo>
                <a:lnTo>
                  <a:pt x="14247" y="267"/>
                </a:lnTo>
                <a:lnTo>
                  <a:pt x="14095" y="534"/>
                </a:lnTo>
                <a:lnTo>
                  <a:pt x="13842" y="1068"/>
                </a:lnTo>
                <a:lnTo>
                  <a:pt x="13588" y="1781"/>
                </a:lnTo>
                <a:lnTo>
                  <a:pt x="13386" y="2538"/>
                </a:lnTo>
                <a:lnTo>
                  <a:pt x="13386" y="2671"/>
                </a:lnTo>
                <a:lnTo>
                  <a:pt x="13436" y="2805"/>
                </a:lnTo>
                <a:lnTo>
                  <a:pt x="13538" y="2850"/>
                </a:lnTo>
                <a:lnTo>
                  <a:pt x="13639" y="2895"/>
                </a:lnTo>
                <a:lnTo>
                  <a:pt x="13740" y="2938"/>
                </a:lnTo>
                <a:lnTo>
                  <a:pt x="13892" y="2895"/>
                </a:lnTo>
                <a:lnTo>
                  <a:pt x="13995" y="2805"/>
                </a:lnTo>
                <a:lnTo>
                  <a:pt x="14095" y="2716"/>
                </a:lnTo>
                <a:lnTo>
                  <a:pt x="14147" y="2494"/>
                </a:lnTo>
                <a:lnTo>
                  <a:pt x="14147" y="2404"/>
                </a:lnTo>
                <a:lnTo>
                  <a:pt x="14451" y="1381"/>
                </a:lnTo>
                <a:lnTo>
                  <a:pt x="14704" y="756"/>
                </a:lnTo>
                <a:lnTo>
                  <a:pt x="14755" y="444"/>
                </a:lnTo>
                <a:lnTo>
                  <a:pt x="14806" y="134"/>
                </a:lnTo>
                <a:lnTo>
                  <a:pt x="14755" y="44"/>
                </a:lnTo>
                <a:lnTo>
                  <a:pt x="14654" y="0"/>
                </a:lnTo>
                <a:close/>
                <a:moveTo>
                  <a:pt x="4918" y="1247"/>
                </a:moveTo>
                <a:lnTo>
                  <a:pt x="4867" y="1291"/>
                </a:lnTo>
                <a:lnTo>
                  <a:pt x="4816" y="1336"/>
                </a:lnTo>
                <a:lnTo>
                  <a:pt x="4816" y="1381"/>
                </a:lnTo>
                <a:lnTo>
                  <a:pt x="4918" y="1603"/>
                </a:lnTo>
                <a:lnTo>
                  <a:pt x="5070" y="1781"/>
                </a:lnTo>
                <a:lnTo>
                  <a:pt x="5374" y="2137"/>
                </a:lnTo>
                <a:lnTo>
                  <a:pt x="5679" y="2494"/>
                </a:lnTo>
                <a:lnTo>
                  <a:pt x="6034" y="2850"/>
                </a:lnTo>
                <a:lnTo>
                  <a:pt x="6186" y="3162"/>
                </a:lnTo>
                <a:lnTo>
                  <a:pt x="6338" y="3474"/>
                </a:lnTo>
                <a:lnTo>
                  <a:pt x="6490" y="3607"/>
                </a:lnTo>
                <a:lnTo>
                  <a:pt x="6591" y="3696"/>
                </a:lnTo>
                <a:lnTo>
                  <a:pt x="6794" y="3741"/>
                </a:lnTo>
                <a:lnTo>
                  <a:pt x="6997" y="3741"/>
                </a:lnTo>
                <a:lnTo>
                  <a:pt x="7098" y="3696"/>
                </a:lnTo>
                <a:lnTo>
                  <a:pt x="7199" y="3651"/>
                </a:lnTo>
                <a:lnTo>
                  <a:pt x="7250" y="3562"/>
                </a:lnTo>
                <a:lnTo>
                  <a:pt x="7250" y="3474"/>
                </a:lnTo>
                <a:lnTo>
                  <a:pt x="7199" y="3295"/>
                </a:lnTo>
                <a:lnTo>
                  <a:pt x="7149" y="3207"/>
                </a:lnTo>
                <a:lnTo>
                  <a:pt x="7047" y="3162"/>
                </a:lnTo>
                <a:lnTo>
                  <a:pt x="6895" y="3162"/>
                </a:lnTo>
                <a:lnTo>
                  <a:pt x="6895" y="3028"/>
                </a:lnTo>
                <a:lnTo>
                  <a:pt x="6845" y="2895"/>
                </a:lnTo>
                <a:lnTo>
                  <a:pt x="6642" y="2583"/>
                </a:lnTo>
                <a:lnTo>
                  <a:pt x="6389" y="2270"/>
                </a:lnTo>
                <a:lnTo>
                  <a:pt x="6084" y="1960"/>
                </a:lnTo>
                <a:lnTo>
                  <a:pt x="5730" y="1691"/>
                </a:lnTo>
                <a:lnTo>
                  <a:pt x="5374" y="1424"/>
                </a:lnTo>
                <a:lnTo>
                  <a:pt x="4968" y="1247"/>
                </a:lnTo>
                <a:close/>
                <a:moveTo>
                  <a:pt x="21195" y="4854"/>
                </a:moveTo>
                <a:lnTo>
                  <a:pt x="21093" y="4898"/>
                </a:lnTo>
                <a:lnTo>
                  <a:pt x="20992" y="4988"/>
                </a:lnTo>
                <a:lnTo>
                  <a:pt x="20840" y="5076"/>
                </a:lnTo>
                <a:lnTo>
                  <a:pt x="20688" y="5166"/>
                </a:lnTo>
                <a:lnTo>
                  <a:pt x="20484" y="5255"/>
                </a:lnTo>
                <a:lnTo>
                  <a:pt x="20281" y="5255"/>
                </a:lnTo>
                <a:lnTo>
                  <a:pt x="20079" y="5344"/>
                </a:lnTo>
                <a:lnTo>
                  <a:pt x="20028" y="5388"/>
                </a:lnTo>
                <a:lnTo>
                  <a:pt x="19977" y="5522"/>
                </a:lnTo>
                <a:lnTo>
                  <a:pt x="19927" y="5567"/>
                </a:lnTo>
                <a:lnTo>
                  <a:pt x="19876" y="5611"/>
                </a:lnTo>
                <a:lnTo>
                  <a:pt x="19673" y="5744"/>
                </a:lnTo>
                <a:lnTo>
                  <a:pt x="19268" y="5878"/>
                </a:lnTo>
                <a:lnTo>
                  <a:pt x="18964" y="6056"/>
                </a:lnTo>
                <a:lnTo>
                  <a:pt x="18710" y="6280"/>
                </a:lnTo>
                <a:lnTo>
                  <a:pt x="18658" y="6368"/>
                </a:lnTo>
                <a:lnTo>
                  <a:pt x="18658" y="6457"/>
                </a:lnTo>
                <a:lnTo>
                  <a:pt x="18761" y="6502"/>
                </a:lnTo>
                <a:lnTo>
                  <a:pt x="19116" y="6502"/>
                </a:lnTo>
                <a:lnTo>
                  <a:pt x="19369" y="6457"/>
                </a:lnTo>
                <a:lnTo>
                  <a:pt x="19876" y="6280"/>
                </a:lnTo>
                <a:lnTo>
                  <a:pt x="20281" y="6101"/>
                </a:lnTo>
                <a:lnTo>
                  <a:pt x="20433" y="6013"/>
                </a:lnTo>
                <a:lnTo>
                  <a:pt x="20536" y="5834"/>
                </a:lnTo>
                <a:lnTo>
                  <a:pt x="20840" y="5789"/>
                </a:lnTo>
                <a:lnTo>
                  <a:pt x="21093" y="5656"/>
                </a:lnTo>
                <a:lnTo>
                  <a:pt x="21245" y="5701"/>
                </a:lnTo>
                <a:lnTo>
                  <a:pt x="21347" y="5701"/>
                </a:lnTo>
                <a:lnTo>
                  <a:pt x="21499" y="5611"/>
                </a:lnTo>
                <a:lnTo>
                  <a:pt x="21600" y="5522"/>
                </a:lnTo>
                <a:lnTo>
                  <a:pt x="21600" y="5433"/>
                </a:lnTo>
                <a:lnTo>
                  <a:pt x="21549" y="5300"/>
                </a:lnTo>
                <a:lnTo>
                  <a:pt x="21600" y="5255"/>
                </a:lnTo>
                <a:lnTo>
                  <a:pt x="21600" y="5166"/>
                </a:lnTo>
                <a:lnTo>
                  <a:pt x="21549" y="5076"/>
                </a:lnTo>
                <a:lnTo>
                  <a:pt x="21499" y="4988"/>
                </a:lnTo>
                <a:lnTo>
                  <a:pt x="21397" y="4898"/>
                </a:lnTo>
                <a:lnTo>
                  <a:pt x="21296" y="4898"/>
                </a:lnTo>
                <a:lnTo>
                  <a:pt x="21195" y="4854"/>
                </a:lnTo>
                <a:close/>
                <a:moveTo>
                  <a:pt x="3092" y="9041"/>
                </a:moveTo>
                <a:lnTo>
                  <a:pt x="2940" y="9086"/>
                </a:lnTo>
                <a:lnTo>
                  <a:pt x="1469" y="9664"/>
                </a:lnTo>
                <a:lnTo>
                  <a:pt x="658" y="9976"/>
                </a:lnTo>
                <a:lnTo>
                  <a:pt x="354" y="10154"/>
                </a:lnTo>
                <a:lnTo>
                  <a:pt x="202" y="10288"/>
                </a:lnTo>
                <a:lnTo>
                  <a:pt x="152" y="10243"/>
                </a:lnTo>
                <a:lnTo>
                  <a:pt x="101" y="10243"/>
                </a:lnTo>
                <a:lnTo>
                  <a:pt x="0" y="10333"/>
                </a:lnTo>
                <a:lnTo>
                  <a:pt x="0" y="10421"/>
                </a:lnTo>
                <a:lnTo>
                  <a:pt x="50" y="10466"/>
                </a:lnTo>
                <a:lnTo>
                  <a:pt x="152" y="10555"/>
                </a:lnTo>
                <a:lnTo>
                  <a:pt x="304" y="10600"/>
                </a:lnTo>
                <a:lnTo>
                  <a:pt x="506" y="10555"/>
                </a:lnTo>
                <a:lnTo>
                  <a:pt x="709" y="10510"/>
                </a:lnTo>
                <a:lnTo>
                  <a:pt x="1116" y="10376"/>
                </a:lnTo>
                <a:lnTo>
                  <a:pt x="1420" y="10288"/>
                </a:lnTo>
                <a:lnTo>
                  <a:pt x="3295" y="9575"/>
                </a:lnTo>
                <a:lnTo>
                  <a:pt x="3396" y="9530"/>
                </a:lnTo>
                <a:lnTo>
                  <a:pt x="3499" y="9441"/>
                </a:lnTo>
                <a:lnTo>
                  <a:pt x="3499" y="9308"/>
                </a:lnTo>
                <a:lnTo>
                  <a:pt x="3447" y="9219"/>
                </a:lnTo>
                <a:lnTo>
                  <a:pt x="3347" y="9129"/>
                </a:lnTo>
                <a:lnTo>
                  <a:pt x="3244" y="9086"/>
                </a:lnTo>
                <a:lnTo>
                  <a:pt x="3092" y="9041"/>
                </a:lnTo>
                <a:close/>
                <a:moveTo>
                  <a:pt x="9228" y="9486"/>
                </a:moveTo>
                <a:lnTo>
                  <a:pt x="9126" y="9575"/>
                </a:lnTo>
                <a:lnTo>
                  <a:pt x="9126" y="9797"/>
                </a:lnTo>
                <a:lnTo>
                  <a:pt x="9582" y="10288"/>
                </a:lnTo>
                <a:lnTo>
                  <a:pt x="9736" y="10555"/>
                </a:lnTo>
                <a:lnTo>
                  <a:pt x="9888" y="10822"/>
                </a:lnTo>
                <a:lnTo>
                  <a:pt x="9989" y="10867"/>
                </a:lnTo>
                <a:lnTo>
                  <a:pt x="10040" y="10910"/>
                </a:lnTo>
                <a:lnTo>
                  <a:pt x="10242" y="10910"/>
                </a:lnTo>
                <a:lnTo>
                  <a:pt x="10496" y="10777"/>
                </a:lnTo>
                <a:lnTo>
                  <a:pt x="10749" y="10643"/>
                </a:lnTo>
                <a:lnTo>
                  <a:pt x="10952" y="10466"/>
                </a:lnTo>
                <a:lnTo>
                  <a:pt x="10952" y="10510"/>
                </a:lnTo>
                <a:lnTo>
                  <a:pt x="11053" y="10643"/>
                </a:lnTo>
                <a:lnTo>
                  <a:pt x="11155" y="10777"/>
                </a:lnTo>
                <a:lnTo>
                  <a:pt x="11307" y="10867"/>
                </a:lnTo>
                <a:lnTo>
                  <a:pt x="11509" y="10955"/>
                </a:lnTo>
                <a:lnTo>
                  <a:pt x="11864" y="11000"/>
                </a:lnTo>
                <a:lnTo>
                  <a:pt x="12119" y="11000"/>
                </a:lnTo>
                <a:lnTo>
                  <a:pt x="12372" y="10910"/>
                </a:lnTo>
                <a:lnTo>
                  <a:pt x="12828" y="10733"/>
                </a:lnTo>
                <a:lnTo>
                  <a:pt x="13284" y="10510"/>
                </a:lnTo>
                <a:lnTo>
                  <a:pt x="13436" y="10376"/>
                </a:lnTo>
                <a:lnTo>
                  <a:pt x="13487" y="10288"/>
                </a:lnTo>
                <a:lnTo>
                  <a:pt x="13487" y="10154"/>
                </a:lnTo>
                <a:lnTo>
                  <a:pt x="13386" y="10021"/>
                </a:lnTo>
                <a:lnTo>
                  <a:pt x="13335" y="9976"/>
                </a:lnTo>
                <a:lnTo>
                  <a:pt x="13081" y="9976"/>
                </a:lnTo>
                <a:lnTo>
                  <a:pt x="13031" y="10065"/>
                </a:lnTo>
                <a:lnTo>
                  <a:pt x="12777" y="10243"/>
                </a:lnTo>
                <a:lnTo>
                  <a:pt x="12423" y="10376"/>
                </a:lnTo>
                <a:lnTo>
                  <a:pt x="12119" y="10466"/>
                </a:lnTo>
                <a:lnTo>
                  <a:pt x="11864" y="10510"/>
                </a:lnTo>
                <a:lnTo>
                  <a:pt x="11712" y="10510"/>
                </a:lnTo>
                <a:lnTo>
                  <a:pt x="11611" y="10466"/>
                </a:lnTo>
                <a:lnTo>
                  <a:pt x="11560" y="10421"/>
                </a:lnTo>
                <a:lnTo>
                  <a:pt x="11509" y="10376"/>
                </a:lnTo>
                <a:lnTo>
                  <a:pt x="11408" y="10021"/>
                </a:lnTo>
                <a:lnTo>
                  <a:pt x="11307" y="9887"/>
                </a:lnTo>
                <a:lnTo>
                  <a:pt x="11155" y="9842"/>
                </a:lnTo>
                <a:lnTo>
                  <a:pt x="11003" y="9842"/>
                </a:lnTo>
                <a:lnTo>
                  <a:pt x="10901" y="9887"/>
                </a:lnTo>
                <a:lnTo>
                  <a:pt x="10698" y="10021"/>
                </a:lnTo>
                <a:lnTo>
                  <a:pt x="10546" y="10199"/>
                </a:lnTo>
                <a:lnTo>
                  <a:pt x="10242" y="10376"/>
                </a:lnTo>
                <a:lnTo>
                  <a:pt x="10040" y="10154"/>
                </a:lnTo>
                <a:lnTo>
                  <a:pt x="9837" y="9931"/>
                </a:lnTo>
                <a:lnTo>
                  <a:pt x="9633" y="9708"/>
                </a:lnTo>
                <a:lnTo>
                  <a:pt x="9380" y="9530"/>
                </a:lnTo>
                <a:lnTo>
                  <a:pt x="9278" y="9486"/>
                </a:lnTo>
                <a:close/>
                <a:moveTo>
                  <a:pt x="17797" y="13361"/>
                </a:moveTo>
                <a:lnTo>
                  <a:pt x="17696" y="13406"/>
                </a:lnTo>
                <a:lnTo>
                  <a:pt x="17645" y="13449"/>
                </a:lnTo>
                <a:lnTo>
                  <a:pt x="17645" y="13539"/>
                </a:lnTo>
                <a:lnTo>
                  <a:pt x="17594" y="13628"/>
                </a:lnTo>
                <a:lnTo>
                  <a:pt x="17645" y="13716"/>
                </a:lnTo>
                <a:lnTo>
                  <a:pt x="17949" y="14207"/>
                </a:lnTo>
                <a:lnTo>
                  <a:pt x="18354" y="14653"/>
                </a:lnTo>
                <a:lnTo>
                  <a:pt x="18658" y="15053"/>
                </a:lnTo>
                <a:lnTo>
                  <a:pt x="18862" y="15187"/>
                </a:lnTo>
                <a:lnTo>
                  <a:pt x="19116" y="15320"/>
                </a:lnTo>
                <a:lnTo>
                  <a:pt x="19318" y="15320"/>
                </a:lnTo>
                <a:lnTo>
                  <a:pt x="19369" y="15275"/>
                </a:lnTo>
                <a:lnTo>
                  <a:pt x="19470" y="15232"/>
                </a:lnTo>
                <a:lnTo>
                  <a:pt x="19572" y="15098"/>
                </a:lnTo>
                <a:lnTo>
                  <a:pt x="19572" y="14875"/>
                </a:lnTo>
                <a:lnTo>
                  <a:pt x="19521" y="14741"/>
                </a:lnTo>
                <a:lnTo>
                  <a:pt x="19470" y="14653"/>
                </a:lnTo>
                <a:lnTo>
                  <a:pt x="19420" y="14608"/>
                </a:lnTo>
                <a:lnTo>
                  <a:pt x="19217" y="14608"/>
                </a:lnTo>
                <a:lnTo>
                  <a:pt x="19116" y="14429"/>
                </a:lnTo>
                <a:lnTo>
                  <a:pt x="18761" y="14073"/>
                </a:lnTo>
                <a:lnTo>
                  <a:pt x="18405" y="13716"/>
                </a:lnTo>
                <a:lnTo>
                  <a:pt x="18050" y="13406"/>
                </a:lnTo>
                <a:lnTo>
                  <a:pt x="18000" y="13361"/>
                </a:lnTo>
                <a:close/>
                <a:moveTo>
                  <a:pt x="11307" y="3874"/>
                </a:moveTo>
                <a:lnTo>
                  <a:pt x="11763" y="3918"/>
                </a:lnTo>
                <a:lnTo>
                  <a:pt x="12271" y="3963"/>
                </a:lnTo>
                <a:lnTo>
                  <a:pt x="12727" y="4053"/>
                </a:lnTo>
                <a:lnTo>
                  <a:pt x="13183" y="4142"/>
                </a:lnTo>
                <a:lnTo>
                  <a:pt x="13639" y="4275"/>
                </a:lnTo>
                <a:lnTo>
                  <a:pt x="14095" y="4454"/>
                </a:lnTo>
                <a:lnTo>
                  <a:pt x="14552" y="4676"/>
                </a:lnTo>
                <a:lnTo>
                  <a:pt x="14958" y="4898"/>
                </a:lnTo>
                <a:lnTo>
                  <a:pt x="15312" y="5166"/>
                </a:lnTo>
                <a:lnTo>
                  <a:pt x="15667" y="5433"/>
                </a:lnTo>
                <a:lnTo>
                  <a:pt x="16022" y="5744"/>
                </a:lnTo>
                <a:lnTo>
                  <a:pt x="16326" y="6056"/>
                </a:lnTo>
                <a:lnTo>
                  <a:pt x="16581" y="6457"/>
                </a:lnTo>
                <a:lnTo>
                  <a:pt x="16783" y="6769"/>
                </a:lnTo>
                <a:lnTo>
                  <a:pt x="16935" y="7126"/>
                </a:lnTo>
                <a:lnTo>
                  <a:pt x="17087" y="7527"/>
                </a:lnTo>
                <a:lnTo>
                  <a:pt x="17189" y="7927"/>
                </a:lnTo>
                <a:lnTo>
                  <a:pt x="17290" y="8283"/>
                </a:lnTo>
                <a:lnTo>
                  <a:pt x="17290" y="9086"/>
                </a:lnTo>
                <a:lnTo>
                  <a:pt x="17239" y="9486"/>
                </a:lnTo>
                <a:lnTo>
                  <a:pt x="17138" y="9887"/>
                </a:lnTo>
                <a:lnTo>
                  <a:pt x="16986" y="10333"/>
                </a:lnTo>
                <a:lnTo>
                  <a:pt x="16783" y="10688"/>
                </a:lnTo>
                <a:lnTo>
                  <a:pt x="16581" y="11089"/>
                </a:lnTo>
                <a:lnTo>
                  <a:pt x="16326" y="11446"/>
                </a:lnTo>
                <a:lnTo>
                  <a:pt x="16022" y="11802"/>
                </a:lnTo>
                <a:lnTo>
                  <a:pt x="15363" y="12469"/>
                </a:lnTo>
                <a:lnTo>
                  <a:pt x="14299" y="13494"/>
                </a:lnTo>
                <a:lnTo>
                  <a:pt x="13740" y="14028"/>
                </a:lnTo>
                <a:lnTo>
                  <a:pt x="13234" y="14608"/>
                </a:lnTo>
                <a:lnTo>
                  <a:pt x="12828" y="15187"/>
                </a:lnTo>
                <a:lnTo>
                  <a:pt x="12423" y="15810"/>
                </a:lnTo>
                <a:lnTo>
                  <a:pt x="12321" y="16122"/>
                </a:lnTo>
                <a:lnTo>
                  <a:pt x="12168" y="16479"/>
                </a:lnTo>
                <a:lnTo>
                  <a:pt x="12119" y="16789"/>
                </a:lnTo>
                <a:lnTo>
                  <a:pt x="12068" y="17146"/>
                </a:lnTo>
                <a:lnTo>
                  <a:pt x="11357" y="17013"/>
                </a:lnTo>
                <a:lnTo>
                  <a:pt x="10648" y="16923"/>
                </a:lnTo>
                <a:lnTo>
                  <a:pt x="11864" y="14162"/>
                </a:lnTo>
                <a:lnTo>
                  <a:pt x="12524" y="12648"/>
                </a:lnTo>
                <a:lnTo>
                  <a:pt x="12879" y="11935"/>
                </a:lnTo>
                <a:lnTo>
                  <a:pt x="12980" y="11579"/>
                </a:lnTo>
                <a:lnTo>
                  <a:pt x="12980" y="11401"/>
                </a:lnTo>
                <a:lnTo>
                  <a:pt x="12929" y="11223"/>
                </a:lnTo>
                <a:lnTo>
                  <a:pt x="12879" y="11179"/>
                </a:lnTo>
                <a:lnTo>
                  <a:pt x="12828" y="11179"/>
                </a:lnTo>
                <a:lnTo>
                  <a:pt x="12676" y="11267"/>
                </a:lnTo>
                <a:lnTo>
                  <a:pt x="12575" y="11401"/>
                </a:lnTo>
                <a:lnTo>
                  <a:pt x="12423" y="11668"/>
                </a:lnTo>
                <a:lnTo>
                  <a:pt x="12119" y="12247"/>
                </a:lnTo>
                <a:lnTo>
                  <a:pt x="11357" y="13895"/>
                </a:lnTo>
                <a:lnTo>
                  <a:pt x="10141" y="16656"/>
                </a:lnTo>
                <a:lnTo>
                  <a:pt x="9989" y="16879"/>
                </a:lnTo>
                <a:lnTo>
                  <a:pt x="9633" y="16789"/>
                </a:lnTo>
                <a:lnTo>
                  <a:pt x="8873" y="16612"/>
                </a:lnTo>
                <a:lnTo>
                  <a:pt x="8873" y="16567"/>
                </a:lnTo>
                <a:lnTo>
                  <a:pt x="8974" y="16255"/>
                </a:lnTo>
                <a:lnTo>
                  <a:pt x="9025" y="15899"/>
                </a:lnTo>
                <a:lnTo>
                  <a:pt x="9025" y="15232"/>
                </a:lnTo>
                <a:lnTo>
                  <a:pt x="9126" y="13806"/>
                </a:lnTo>
                <a:lnTo>
                  <a:pt x="9228" y="12292"/>
                </a:lnTo>
                <a:lnTo>
                  <a:pt x="9278" y="11535"/>
                </a:lnTo>
                <a:lnTo>
                  <a:pt x="9228" y="10777"/>
                </a:lnTo>
                <a:lnTo>
                  <a:pt x="9228" y="10688"/>
                </a:lnTo>
                <a:lnTo>
                  <a:pt x="9177" y="10643"/>
                </a:lnTo>
                <a:lnTo>
                  <a:pt x="9025" y="10555"/>
                </a:lnTo>
                <a:lnTo>
                  <a:pt x="8873" y="10600"/>
                </a:lnTo>
                <a:lnTo>
                  <a:pt x="8822" y="10643"/>
                </a:lnTo>
                <a:lnTo>
                  <a:pt x="8772" y="10733"/>
                </a:lnTo>
                <a:lnTo>
                  <a:pt x="8670" y="11401"/>
                </a:lnTo>
                <a:lnTo>
                  <a:pt x="8620" y="12114"/>
                </a:lnTo>
                <a:lnTo>
                  <a:pt x="8569" y="13494"/>
                </a:lnTo>
                <a:lnTo>
                  <a:pt x="8417" y="14920"/>
                </a:lnTo>
                <a:lnTo>
                  <a:pt x="8315" y="15676"/>
                </a:lnTo>
                <a:lnTo>
                  <a:pt x="8315" y="16434"/>
                </a:lnTo>
                <a:lnTo>
                  <a:pt x="7657" y="16212"/>
                </a:lnTo>
                <a:lnTo>
                  <a:pt x="7047" y="16033"/>
                </a:lnTo>
                <a:lnTo>
                  <a:pt x="6389" y="15943"/>
                </a:lnTo>
                <a:lnTo>
                  <a:pt x="5779" y="15943"/>
                </a:lnTo>
                <a:lnTo>
                  <a:pt x="5983" y="15632"/>
                </a:lnTo>
                <a:lnTo>
                  <a:pt x="6135" y="15320"/>
                </a:lnTo>
                <a:lnTo>
                  <a:pt x="6287" y="15008"/>
                </a:lnTo>
                <a:lnTo>
                  <a:pt x="6389" y="14653"/>
                </a:lnTo>
                <a:lnTo>
                  <a:pt x="6490" y="13940"/>
                </a:lnTo>
                <a:lnTo>
                  <a:pt x="6490" y="13227"/>
                </a:lnTo>
                <a:lnTo>
                  <a:pt x="6389" y="12336"/>
                </a:lnTo>
                <a:lnTo>
                  <a:pt x="6236" y="11446"/>
                </a:lnTo>
                <a:lnTo>
                  <a:pt x="6034" y="10555"/>
                </a:lnTo>
                <a:lnTo>
                  <a:pt x="5831" y="9664"/>
                </a:lnTo>
                <a:lnTo>
                  <a:pt x="5779" y="9219"/>
                </a:lnTo>
                <a:lnTo>
                  <a:pt x="5779" y="8283"/>
                </a:lnTo>
                <a:lnTo>
                  <a:pt x="5831" y="7837"/>
                </a:lnTo>
                <a:lnTo>
                  <a:pt x="5931" y="7393"/>
                </a:lnTo>
                <a:lnTo>
                  <a:pt x="6135" y="6992"/>
                </a:lnTo>
                <a:lnTo>
                  <a:pt x="6338" y="6590"/>
                </a:lnTo>
                <a:lnTo>
                  <a:pt x="6591" y="6146"/>
                </a:lnTo>
                <a:lnTo>
                  <a:pt x="6946" y="5789"/>
                </a:lnTo>
                <a:lnTo>
                  <a:pt x="7250" y="5433"/>
                </a:lnTo>
                <a:lnTo>
                  <a:pt x="7605" y="5121"/>
                </a:lnTo>
                <a:lnTo>
                  <a:pt x="8010" y="4854"/>
                </a:lnTo>
                <a:lnTo>
                  <a:pt x="8417" y="4587"/>
                </a:lnTo>
                <a:lnTo>
                  <a:pt x="8873" y="4364"/>
                </a:lnTo>
                <a:lnTo>
                  <a:pt x="9380" y="4186"/>
                </a:lnTo>
                <a:lnTo>
                  <a:pt x="9837" y="4053"/>
                </a:lnTo>
                <a:lnTo>
                  <a:pt x="10344" y="3963"/>
                </a:lnTo>
                <a:lnTo>
                  <a:pt x="10800" y="3918"/>
                </a:lnTo>
                <a:lnTo>
                  <a:pt x="11307" y="3874"/>
                </a:lnTo>
                <a:close/>
                <a:moveTo>
                  <a:pt x="5475" y="16300"/>
                </a:moveTo>
                <a:lnTo>
                  <a:pt x="6389" y="16434"/>
                </a:lnTo>
                <a:lnTo>
                  <a:pt x="7250" y="16656"/>
                </a:lnTo>
                <a:lnTo>
                  <a:pt x="8214" y="16923"/>
                </a:lnTo>
                <a:lnTo>
                  <a:pt x="9126" y="17235"/>
                </a:lnTo>
                <a:lnTo>
                  <a:pt x="9481" y="17325"/>
                </a:lnTo>
                <a:lnTo>
                  <a:pt x="9888" y="17369"/>
                </a:lnTo>
                <a:lnTo>
                  <a:pt x="10648" y="17458"/>
                </a:lnTo>
                <a:lnTo>
                  <a:pt x="11357" y="17592"/>
                </a:lnTo>
                <a:lnTo>
                  <a:pt x="11712" y="17681"/>
                </a:lnTo>
                <a:lnTo>
                  <a:pt x="12068" y="17769"/>
                </a:lnTo>
                <a:lnTo>
                  <a:pt x="12119" y="17948"/>
                </a:lnTo>
                <a:lnTo>
                  <a:pt x="12220" y="18038"/>
                </a:lnTo>
                <a:lnTo>
                  <a:pt x="12372" y="18081"/>
                </a:lnTo>
                <a:lnTo>
                  <a:pt x="12524" y="18081"/>
                </a:lnTo>
                <a:lnTo>
                  <a:pt x="12524" y="18215"/>
                </a:lnTo>
                <a:lnTo>
                  <a:pt x="12473" y="18393"/>
                </a:lnTo>
                <a:lnTo>
                  <a:pt x="12321" y="18482"/>
                </a:lnTo>
                <a:lnTo>
                  <a:pt x="12119" y="18616"/>
                </a:lnTo>
                <a:lnTo>
                  <a:pt x="11104" y="18260"/>
                </a:lnTo>
                <a:lnTo>
                  <a:pt x="8822" y="17592"/>
                </a:lnTo>
                <a:lnTo>
                  <a:pt x="7706" y="17325"/>
                </a:lnTo>
                <a:lnTo>
                  <a:pt x="6591" y="17102"/>
                </a:lnTo>
                <a:lnTo>
                  <a:pt x="5931" y="17013"/>
                </a:lnTo>
                <a:lnTo>
                  <a:pt x="5627" y="17013"/>
                </a:lnTo>
                <a:lnTo>
                  <a:pt x="5323" y="17058"/>
                </a:lnTo>
                <a:lnTo>
                  <a:pt x="5171" y="17013"/>
                </a:lnTo>
                <a:lnTo>
                  <a:pt x="5070" y="16923"/>
                </a:lnTo>
                <a:lnTo>
                  <a:pt x="5019" y="16789"/>
                </a:lnTo>
                <a:lnTo>
                  <a:pt x="5019" y="16522"/>
                </a:lnTo>
                <a:lnTo>
                  <a:pt x="5120" y="16434"/>
                </a:lnTo>
                <a:lnTo>
                  <a:pt x="5274" y="16345"/>
                </a:lnTo>
                <a:lnTo>
                  <a:pt x="5426" y="16300"/>
                </a:lnTo>
                <a:close/>
                <a:moveTo>
                  <a:pt x="5882" y="19106"/>
                </a:moveTo>
                <a:lnTo>
                  <a:pt x="6490" y="19240"/>
                </a:lnTo>
                <a:lnTo>
                  <a:pt x="6186" y="19507"/>
                </a:lnTo>
                <a:lnTo>
                  <a:pt x="5931" y="19774"/>
                </a:lnTo>
                <a:lnTo>
                  <a:pt x="5931" y="19729"/>
                </a:lnTo>
                <a:lnTo>
                  <a:pt x="5882" y="19595"/>
                </a:lnTo>
                <a:lnTo>
                  <a:pt x="5882" y="19106"/>
                </a:lnTo>
                <a:close/>
                <a:moveTo>
                  <a:pt x="6693" y="19328"/>
                </a:moveTo>
                <a:lnTo>
                  <a:pt x="6895" y="19373"/>
                </a:lnTo>
                <a:lnTo>
                  <a:pt x="7098" y="19418"/>
                </a:lnTo>
                <a:lnTo>
                  <a:pt x="6743" y="19595"/>
                </a:lnTo>
                <a:lnTo>
                  <a:pt x="6389" y="19863"/>
                </a:lnTo>
                <a:lnTo>
                  <a:pt x="6541" y="19595"/>
                </a:lnTo>
                <a:lnTo>
                  <a:pt x="6693" y="19328"/>
                </a:lnTo>
                <a:close/>
                <a:moveTo>
                  <a:pt x="5730" y="17547"/>
                </a:moveTo>
                <a:lnTo>
                  <a:pt x="6439" y="17592"/>
                </a:lnTo>
                <a:lnTo>
                  <a:pt x="7402" y="17814"/>
                </a:lnTo>
                <a:lnTo>
                  <a:pt x="8366" y="18038"/>
                </a:lnTo>
                <a:lnTo>
                  <a:pt x="10242" y="18616"/>
                </a:lnTo>
                <a:lnTo>
                  <a:pt x="11104" y="18883"/>
                </a:lnTo>
                <a:lnTo>
                  <a:pt x="11611" y="19016"/>
                </a:lnTo>
                <a:lnTo>
                  <a:pt x="12016" y="19151"/>
                </a:lnTo>
                <a:lnTo>
                  <a:pt x="12068" y="19240"/>
                </a:lnTo>
                <a:lnTo>
                  <a:pt x="12119" y="19285"/>
                </a:lnTo>
                <a:lnTo>
                  <a:pt x="12220" y="19373"/>
                </a:lnTo>
                <a:lnTo>
                  <a:pt x="12372" y="19373"/>
                </a:lnTo>
                <a:lnTo>
                  <a:pt x="12321" y="19507"/>
                </a:lnTo>
                <a:lnTo>
                  <a:pt x="12220" y="19685"/>
                </a:lnTo>
                <a:lnTo>
                  <a:pt x="12016" y="19907"/>
                </a:lnTo>
                <a:lnTo>
                  <a:pt x="11813" y="20041"/>
                </a:lnTo>
                <a:lnTo>
                  <a:pt x="11611" y="20131"/>
                </a:lnTo>
                <a:lnTo>
                  <a:pt x="9989" y="19595"/>
                </a:lnTo>
                <a:lnTo>
                  <a:pt x="8315" y="19151"/>
                </a:lnTo>
                <a:lnTo>
                  <a:pt x="6541" y="18661"/>
                </a:lnTo>
                <a:lnTo>
                  <a:pt x="5627" y="18482"/>
                </a:lnTo>
                <a:lnTo>
                  <a:pt x="4766" y="18348"/>
                </a:lnTo>
                <a:lnTo>
                  <a:pt x="4766" y="18038"/>
                </a:lnTo>
                <a:lnTo>
                  <a:pt x="4867" y="17814"/>
                </a:lnTo>
                <a:lnTo>
                  <a:pt x="5019" y="17681"/>
                </a:lnTo>
                <a:lnTo>
                  <a:pt x="5120" y="17592"/>
                </a:lnTo>
                <a:lnTo>
                  <a:pt x="5426" y="17592"/>
                </a:lnTo>
                <a:lnTo>
                  <a:pt x="5475" y="17636"/>
                </a:lnTo>
                <a:lnTo>
                  <a:pt x="5526" y="17636"/>
                </a:lnTo>
                <a:lnTo>
                  <a:pt x="5578" y="17592"/>
                </a:lnTo>
                <a:lnTo>
                  <a:pt x="5730" y="17547"/>
                </a:lnTo>
                <a:close/>
                <a:moveTo>
                  <a:pt x="7605" y="19507"/>
                </a:moveTo>
                <a:lnTo>
                  <a:pt x="7910" y="19595"/>
                </a:lnTo>
                <a:lnTo>
                  <a:pt x="7605" y="19774"/>
                </a:lnTo>
                <a:lnTo>
                  <a:pt x="7250" y="19952"/>
                </a:lnTo>
                <a:lnTo>
                  <a:pt x="6946" y="20175"/>
                </a:lnTo>
                <a:lnTo>
                  <a:pt x="6693" y="20442"/>
                </a:lnTo>
                <a:lnTo>
                  <a:pt x="6439" y="20353"/>
                </a:lnTo>
                <a:lnTo>
                  <a:pt x="6541" y="20264"/>
                </a:lnTo>
                <a:lnTo>
                  <a:pt x="7605" y="19507"/>
                </a:lnTo>
                <a:close/>
                <a:moveTo>
                  <a:pt x="8265" y="19685"/>
                </a:moveTo>
                <a:lnTo>
                  <a:pt x="8569" y="19774"/>
                </a:lnTo>
                <a:lnTo>
                  <a:pt x="8569" y="19819"/>
                </a:lnTo>
                <a:lnTo>
                  <a:pt x="8214" y="19952"/>
                </a:lnTo>
                <a:lnTo>
                  <a:pt x="7910" y="20131"/>
                </a:lnTo>
                <a:lnTo>
                  <a:pt x="7657" y="20308"/>
                </a:lnTo>
                <a:lnTo>
                  <a:pt x="7453" y="20575"/>
                </a:lnTo>
                <a:lnTo>
                  <a:pt x="7250" y="20532"/>
                </a:lnTo>
                <a:lnTo>
                  <a:pt x="7758" y="20086"/>
                </a:lnTo>
                <a:lnTo>
                  <a:pt x="8265" y="19685"/>
                </a:lnTo>
                <a:close/>
                <a:moveTo>
                  <a:pt x="8822" y="19863"/>
                </a:moveTo>
                <a:lnTo>
                  <a:pt x="9532" y="20086"/>
                </a:lnTo>
                <a:lnTo>
                  <a:pt x="8873" y="20398"/>
                </a:lnTo>
                <a:lnTo>
                  <a:pt x="8569" y="20575"/>
                </a:lnTo>
                <a:lnTo>
                  <a:pt x="8265" y="20799"/>
                </a:lnTo>
                <a:lnTo>
                  <a:pt x="8010" y="20709"/>
                </a:lnTo>
                <a:lnTo>
                  <a:pt x="8062" y="20620"/>
                </a:lnTo>
                <a:lnTo>
                  <a:pt x="8062" y="20487"/>
                </a:lnTo>
                <a:lnTo>
                  <a:pt x="8417" y="20175"/>
                </a:lnTo>
                <a:lnTo>
                  <a:pt x="8822" y="19907"/>
                </a:lnTo>
                <a:lnTo>
                  <a:pt x="8822" y="19863"/>
                </a:lnTo>
                <a:close/>
                <a:moveTo>
                  <a:pt x="9785" y="20131"/>
                </a:moveTo>
                <a:lnTo>
                  <a:pt x="10242" y="20264"/>
                </a:lnTo>
                <a:lnTo>
                  <a:pt x="9888" y="20532"/>
                </a:lnTo>
                <a:lnTo>
                  <a:pt x="9380" y="21021"/>
                </a:lnTo>
                <a:lnTo>
                  <a:pt x="8924" y="20932"/>
                </a:lnTo>
                <a:lnTo>
                  <a:pt x="8974" y="20842"/>
                </a:lnTo>
                <a:lnTo>
                  <a:pt x="8924" y="20799"/>
                </a:lnTo>
                <a:lnTo>
                  <a:pt x="9329" y="20442"/>
                </a:lnTo>
                <a:lnTo>
                  <a:pt x="9785" y="20131"/>
                </a:lnTo>
                <a:close/>
                <a:moveTo>
                  <a:pt x="11104" y="3250"/>
                </a:moveTo>
                <a:lnTo>
                  <a:pt x="10648" y="3295"/>
                </a:lnTo>
                <a:lnTo>
                  <a:pt x="10192" y="3340"/>
                </a:lnTo>
                <a:lnTo>
                  <a:pt x="9736" y="3429"/>
                </a:lnTo>
                <a:lnTo>
                  <a:pt x="9329" y="3517"/>
                </a:lnTo>
                <a:lnTo>
                  <a:pt x="8873" y="3651"/>
                </a:lnTo>
                <a:lnTo>
                  <a:pt x="8467" y="3829"/>
                </a:lnTo>
                <a:lnTo>
                  <a:pt x="8062" y="4008"/>
                </a:lnTo>
                <a:lnTo>
                  <a:pt x="7706" y="4275"/>
                </a:lnTo>
                <a:lnTo>
                  <a:pt x="6946" y="4809"/>
                </a:lnTo>
                <a:lnTo>
                  <a:pt x="6642" y="5121"/>
                </a:lnTo>
                <a:lnTo>
                  <a:pt x="6338" y="5477"/>
                </a:lnTo>
                <a:lnTo>
                  <a:pt x="6034" y="5789"/>
                </a:lnTo>
                <a:lnTo>
                  <a:pt x="5779" y="6190"/>
                </a:lnTo>
                <a:lnTo>
                  <a:pt x="5526" y="6547"/>
                </a:lnTo>
                <a:lnTo>
                  <a:pt x="5323" y="6947"/>
                </a:lnTo>
                <a:lnTo>
                  <a:pt x="5171" y="7482"/>
                </a:lnTo>
                <a:lnTo>
                  <a:pt x="5070" y="8016"/>
                </a:lnTo>
                <a:lnTo>
                  <a:pt x="5019" y="8550"/>
                </a:lnTo>
                <a:lnTo>
                  <a:pt x="5019" y="9129"/>
                </a:lnTo>
                <a:lnTo>
                  <a:pt x="5120" y="9664"/>
                </a:lnTo>
                <a:lnTo>
                  <a:pt x="5222" y="10243"/>
                </a:lnTo>
                <a:lnTo>
                  <a:pt x="5475" y="11312"/>
                </a:lnTo>
                <a:lnTo>
                  <a:pt x="5679" y="12514"/>
                </a:lnTo>
                <a:lnTo>
                  <a:pt x="5779" y="13094"/>
                </a:lnTo>
                <a:lnTo>
                  <a:pt x="5831" y="13673"/>
                </a:lnTo>
                <a:lnTo>
                  <a:pt x="5779" y="14252"/>
                </a:lnTo>
                <a:lnTo>
                  <a:pt x="5679" y="14830"/>
                </a:lnTo>
                <a:lnTo>
                  <a:pt x="5526" y="15320"/>
                </a:lnTo>
                <a:lnTo>
                  <a:pt x="5274" y="15855"/>
                </a:lnTo>
                <a:lnTo>
                  <a:pt x="4968" y="15943"/>
                </a:lnTo>
                <a:lnTo>
                  <a:pt x="4766" y="16122"/>
                </a:lnTo>
                <a:lnTo>
                  <a:pt x="4563" y="16300"/>
                </a:lnTo>
                <a:lnTo>
                  <a:pt x="4462" y="16567"/>
                </a:lnTo>
                <a:lnTo>
                  <a:pt x="4462" y="16789"/>
                </a:lnTo>
                <a:lnTo>
                  <a:pt x="4512" y="16968"/>
                </a:lnTo>
                <a:lnTo>
                  <a:pt x="4614" y="17191"/>
                </a:lnTo>
                <a:lnTo>
                  <a:pt x="4715" y="17325"/>
                </a:lnTo>
                <a:lnTo>
                  <a:pt x="4614" y="17414"/>
                </a:lnTo>
                <a:lnTo>
                  <a:pt x="4512" y="17502"/>
                </a:lnTo>
                <a:lnTo>
                  <a:pt x="4411" y="17636"/>
                </a:lnTo>
                <a:lnTo>
                  <a:pt x="4310" y="17814"/>
                </a:lnTo>
                <a:lnTo>
                  <a:pt x="4259" y="18038"/>
                </a:lnTo>
                <a:lnTo>
                  <a:pt x="4208" y="18260"/>
                </a:lnTo>
                <a:lnTo>
                  <a:pt x="4208" y="18438"/>
                </a:lnTo>
                <a:lnTo>
                  <a:pt x="4259" y="18661"/>
                </a:lnTo>
                <a:lnTo>
                  <a:pt x="4411" y="18794"/>
                </a:lnTo>
                <a:lnTo>
                  <a:pt x="4563" y="18928"/>
                </a:lnTo>
                <a:lnTo>
                  <a:pt x="4715" y="18973"/>
                </a:lnTo>
                <a:lnTo>
                  <a:pt x="4816" y="18928"/>
                </a:lnTo>
                <a:lnTo>
                  <a:pt x="4867" y="18883"/>
                </a:lnTo>
                <a:lnTo>
                  <a:pt x="4918" y="18883"/>
                </a:lnTo>
                <a:lnTo>
                  <a:pt x="5627" y="19061"/>
                </a:lnTo>
                <a:lnTo>
                  <a:pt x="5526" y="19195"/>
                </a:lnTo>
                <a:lnTo>
                  <a:pt x="5426" y="19373"/>
                </a:lnTo>
                <a:lnTo>
                  <a:pt x="5426" y="19819"/>
                </a:lnTo>
                <a:lnTo>
                  <a:pt x="5526" y="20041"/>
                </a:lnTo>
                <a:lnTo>
                  <a:pt x="5627" y="20219"/>
                </a:lnTo>
                <a:lnTo>
                  <a:pt x="5730" y="20398"/>
                </a:lnTo>
                <a:lnTo>
                  <a:pt x="5931" y="20487"/>
                </a:lnTo>
                <a:lnTo>
                  <a:pt x="5882" y="20575"/>
                </a:lnTo>
                <a:lnTo>
                  <a:pt x="5931" y="20665"/>
                </a:lnTo>
                <a:lnTo>
                  <a:pt x="5983" y="20709"/>
                </a:lnTo>
                <a:lnTo>
                  <a:pt x="6084" y="20754"/>
                </a:lnTo>
                <a:lnTo>
                  <a:pt x="6338" y="20842"/>
                </a:lnTo>
                <a:lnTo>
                  <a:pt x="6642" y="20976"/>
                </a:lnTo>
                <a:lnTo>
                  <a:pt x="7301" y="21111"/>
                </a:lnTo>
                <a:lnTo>
                  <a:pt x="7453" y="21154"/>
                </a:lnTo>
                <a:lnTo>
                  <a:pt x="7706" y="21199"/>
                </a:lnTo>
                <a:lnTo>
                  <a:pt x="8721" y="21466"/>
                </a:lnTo>
                <a:lnTo>
                  <a:pt x="9228" y="21555"/>
                </a:lnTo>
                <a:lnTo>
                  <a:pt x="9481" y="21600"/>
                </a:lnTo>
                <a:lnTo>
                  <a:pt x="9736" y="21555"/>
                </a:lnTo>
                <a:lnTo>
                  <a:pt x="9837" y="21511"/>
                </a:lnTo>
                <a:lnTo>
                  <a:pt x="9888" y="21466"/>
                </a:lnTo>
                <a:lnTo>
                  <a:pt x="9888" y="21378"/>
                </a:lnTo>
                <a:lnTo>
                  <a:pt x="9837" y="21288"/>
                </a:lnTo>
                <a:lnTo>
                  <a:pt x="10293" y="20887"/>
                </a:lnTo>
                <a:lnTo>
                  <a:pt x="10496" y="20665"/>
                </a:lnTo>
                <a:lnTo>
                  <a:pt x="10698" y="20442"/>
                </a:lnTo>
                <a:lnTo>
                  <a:pt x="11509" y="20665"/>
                </a:lnTo>
                <a:lnTo>
                  <a:pt x="11661" y="20665"/>
                </a:lnTo>
                <a:lnTo>
                  <a:pt x="11813" y="20620"/>
                </a:lnTo>
                <a:lnTo>
                  <a:pt x="12068" y="20532"/>
                </a:lnTo>
                <a:lnTo>
                  <a:pt x="12321" y="20353"/>
                </a:lnTo>
                <a:lnTo>
                  <a:pt x="12575" y="20131"/>
                </a:lnTo>
                <a:lnTo>
                  <a:pt x="12727" y="19863"/>
                </a:lnTo>
                <a:lnTo>
                  <a:pt x="12828" y="19595"/>
                </a:lnTo>
                <a:lnTo>
                  <a:pt x="12879" y="19285"/>
                </a:lnTo>
                <a:lnTo>
                  <a:pt x="12828" y="19061"/>
                </a:lnTo>
                <a:lnTo>
                  <a:pt x="12727" y="18928"/>
                </a:lnTo>
                <a:lnTo>
                  <a:pt x="12676" y="18839"/>
                </a:lnTo>
                <a:lnTo>
                  <a:pt x="12777" y="18705"/>
                </a:lnTo>
                <a:lnTo>
                  <a:pt x="12929" y="18527"/>
                </a:lnTo>
                <a:lnTo>
                  <a:pt x="12980" y="18348"/>
                </a:lnTo>
                <a:lnTo>
                  <a:pt x="13031" y="18215"/>
                </a:lnTo>
                <a:lnTo>
                  <a:pt x="13132" y="18126"/>
                </a:lnTo>
                <a:lnTo>
                  <a:pt x="13234" y="18038"/>
                </a:lnTo>
                <a:lnTo>
                  <a:pt x="13234" y="17948"/>
                </a:lnTo>
                <a:lnTo>
                  <a:pt x="13183" y="17814"/>
                </a:lnTo>
                <a:lnTo>
                  <a:pt x="12980" y="17636"/>
                </a:lnTo>
                <a:lnTo>
                  <a:pt x="12777" y="17458"/>
                </a:lnTo>
                <a:lnTo>
                  <a:pt x="12777" y="17058"/>
                </a:lnTo>
                <a:lnTo>
                  <a:pt x="12879" y="16612"/>
                </a:lnTo>
                <a:lnTo>
                  <a:pt x="13031" y="16212"/>
                </a:lnTo>
                <a:lnTo>
                  <a:pt x="13183" y="15855"/>
                </a:lnTo>
                <a:lnTo>
                  <a:pt x="13436" y="15499"/>
                </a:lnTo>
                <a:lnTo>
                  <a:pt x="13690" y="15142"/>
                </a:lnTo>
                <a:lnTo>
                  <a:pt x="14247" y="14429"/>
                </a:lnTo>
                <a:lnTo>
                  <a:pt x="14907" y="13761"/>
                </a:lnTo>
                <a:lnTo>
                  <a:pt x="15617" y="13138"/>
                </a:lnTo>
                <a:lnTo>
                  <a:pt x="16275" y="12514"/>
                </a:lnTo>
                <a:lnTo>
                  <a:pt x="16834" y="11847"/>
                </a:lnTo>
                <a:lnTo>
                  <a:pt x="17087" y="11535"/>
                </a:lnTo>
                <a:lnTo>
                  <a:pt x="17341" y="11179"/>
                </a:lnTo>
                <a:lnTo>
                  <a:pt x="17493" y="10867"/>
                </a:lnTo>
                <a:lnTo>
                  <a:pt x="17696" y="10510"/>
                </a:lnTo>
                <a:lnTo>
                  <a:pt x="17797" y="10154"/>
                </a:lnTo>
                <a:lnTo>
                  <a:pt x="17898" y="9753"/>
                </a:lnTo>
                <a:lnTo>
                  <a:pt x="17949" y="9396"/>
                </a:lnTo>
                <a:lnTo>
                  <a:pt x="18000" y="9041"/>
                </a:lnTo>
                <a:lnTo>
                  <a:pt x="18000" y="8283"/>
                </a:lnTo>
                <a:lnTo>
                  <a:pt x="17848" y="7570"/>
                </a:lnTo>
                <a:lnTo>
                  <a:pt x="17594" y="6814"/>
                </a:lnTo>
                <a:lnTo>
                  <a:pt x="17189" y="6101"/>
                </a:lnTo>
                <a:lnTo>
                  <a:pt x="16935" y="5789"/>
                </a:lnTo>
                <a:lnTo>
                  <a:pt x="16682" y="5433"/>
                </a:lnTo>
                <a:lnTo>
                  <a:pt x="16378" y="5166"/>
                </a:lnTo>
                <a:lnTo>
                  <a:pt x="16074" y="4854"/>
                </a:lnTo>
                <a:lnTo>
                  <a:pt x="15718" y="4631"/>
                </a:lnTo>
                <a:lnTo>
                  <a:pt x="15363" y="4364"/>
                </a:lnTo>
                <a:lnTo>
                  <a:pt x="14603" y="3963"/>
                </a:lnTo>
                <a:lnTo>
                  <a:pt x="13791" y="3651"/>
                </a:lnTo>
                <a:lnTo>
                  <a:pt x="12929" y="3429"/>
                </a:lnTo>
                <a:lnTo>
                  <a:pt x="12016" y="3295"/>
                </a:lnTo>
                <a:lnTo>
                  <a:pt x="11104" y="3250"/>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156" name="Google Shape;479;p10"/>
          <p:cNvSpPr/>
          <p:nvPr/>
        </p:nvSpPr>
        <p:spPr>
          <a:xfrm>
            <a:off x="8817976" y="3439660"/>
            <a:ext cx="414101" cy="5077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522" y="5224"/>
                </a:moveTo>
                <a:lnTo>
                  <a:pt x="16065" y="5754"/>
                </a:lnTo>
                <a:lnTo>
                  <a:pt x="15847" y="5754"/>
                </a:lnTo>
                <a:lnTo>
                  <a:pt x="15847" y="5666"/>
                </a:lnTo>
                <a:lnTo>
                  <a:pt x="15793" y="5577"/>
                </a:lnTo>
                <a:lnTo>
                  <a:pt x="15739" y="5577"/>
                </a:lnTo>
                <a:lnTo>
                  <a:pt x="15685" y="5489"/>
                </a:lnTo>
                <a:lnTo>
                  <a:pt x="15630" y="5444"/>
                </a:lnTo>
                <a:lnTo>
                  <a:pt x="15467" y="5400"/>
                </a:lnTo>
                <a:lnTo>
                  <a:pt x="15305" y="5444"/>
                </a:lnTo>
                <a:lnTo>
                  <a:pt x="15250" y="5489"/>
                </a:lnTo>
                <a:lnTo>
                  <a:pt x="15196" y="5577"/>
                </a:lnTo>
                <a:lnTo>
                  <a:pt x="15196" y="5666"/>
                </a:lnTo>
                <a:lnTo>
                  <a:pt x="14871" y="5577"/>
                </a:lnTo>
                <a:lnTo>
                  <a:pt x="15522" y="5224"/>
                </a:lnTo>
                <a:close/>
                <a:moveTo>
                  <a:pt x="10203" y="4160"/>
                </a:moveTo>
                <a:lnTo>
                  <a:pt x="10420" y="4205"/>
                </a:lnTo>
                <a:lnTo>
                  <a:pt x="10691" y="4250"/>
                </a:lnTo>
                <a:lnTo>
                  <a:pt x="10909" y="4338"/>
                </a:lnTo>
                <a:lnTo>
                  <a:pt x="11071" y="4471"/>
                </a:lnTo>
                <a:lnTo>
                  <a:pt x="11126" y="4603"/>
                </a:lnTo>
                <a:lnTo>
                  <a:pt x="11126" y="4693"/>
                </a:lnTo>
                <a:lnTo>
                  <a:pt x="11071" y="4825"/>
                </a:lnTo>
                <a:lnTo>
                  <a:pt x="11017" y="4958"/>
                </a:lnTo>
                <a:lnTo>
                  <a:pt x="10746" y="5179"/>
                </a:lnTo>
                <a:lnTo>
                  <a:pt x="10583" y="5356"/>
                </a:lnTo>
                <a:lnTo>
                  <a:pt x="10258" y="5710"/>
                </a:lnTo>
                <a:lnTo>
                  <a:pt x="9932" y="5975"/>
                </a:lnTo>
                <a:lnTo>
                  <a:pt x="9607" y="6153"/>
                </a:lnTo>
                <a:lnTo>
                  <a:pt x="9444" y="6197"/>
                </a:lnTo>
                <a:lnTo>
                  <a:pt x="9335" y="6197"/>
                </a:lnTo>
                <a:lnTo>
                  <a:pt x="9226" y="6108"/>
                </a:lnTo>
                <a:lnTo>
                  <a:pt x="9172" y="6020"/>
                </a:lnTo>
                <a:lnTo>
                  <a:pt x="9117" y="5799"/>
                </a:lnTo>
                <a:lnTo>
                  <a:pt x="9117" y="5002"/>
                </a:lnTo>
                <a:lnTo>
                  <a:pt x="9064" y="4338"/>
                </a:lnTo>
                <a:lnTo>
                  <a:pt x="9280" y="4250"/>
                </a:lnTo>
                <a:lnTo>
                  <a:pt x="9497" y="4205"/>
                </a:lnTo>
                <a:lnTo>
                  <a:pt x="9715" y="4160"/>
                </a:lnTo>
                <a:close/>
                <a:moveTo>
                  <a:pt x="9552" y="3762"/>
                </a:moveTo>
                <a:lnTo>
                  <a:pt x="9226" y="3852"/>
                </a:lnTo>
                <a:lnTo>
                  <a:pt x="8901" y="3940"/>
                </a:lnTo>
                <a:lnTo>
                  <a:pt x="8629" y="4072"/>
                </a:lnTo>
                <a:lnTo>
                  <a:pt x="8466" y="4293"/>
                </a:lnTo>
                <a:lnTo>
                  <a:pt x="8466" y="4383"/>
                </a:lnTo>
                <a:lnTo>
                  <a:pt x="8521" y="4426"/>
                </a:lnTo>
                <a:lnTo>
                  <a:pt x="8575" y="4471"/>
                </a:lnTo>
                <a:lnTo>
                  <a:pt x="8683" y="4471"/>
                </a:lnTo>
                <a:lnTo>
                  <a:pt x="8846" y="4426"/>
                </a:lnTo>
                <a:lnTo>
                  <a:pt x="8792" y="5091"/>
                </a:lnTo>
                <a:lnTo>
                  <a:pt x="8792" y="5975"/>
                </a:lnTo>
                <a:lnTo>
                  <a:pt x="8846" y="6153"/>
                </a:lnTo>
                <a:lnTo>
                  <a:pt x="8954" y="6285"/>
                </a:lnTo>
                <a:lnTo>
                  <a:pt x="9117" y="6418"/>
                </a:lnTo>
                <a:lnTo>
                  <a:pt x="9226" y="6507"/>
                </a:lnTo>
                <a:lnTo>
                  <a:pt x="9660" y="6507"/>
                </a:lnTo>
                <a:lnTo>
                  <a:pt x="9932" y="6373"/>
                </a:lnTo>
                <a:lnTo>
                  <a:pt x="10203" y="6197"/>
                </a:lnTo>
                <a:lnTo>
                  <a:pt x="10691" y="5799"/>
                </a:lnTo>
                <a:lnTo>
                  <a:pt x="11017" y="5444"/>
                </a:lnTo>
                <a:lnTo>
                  <a:pt x="11234" y="5224"/>
                </a:lnTo>
                <a:lnTo>
                  <a:pt x="11452" y="5046"/>
                </a:lnTo>
                <a:lnTo>
                  <a:pt x="11560" y="4781"/>
                </a:lnTo>
                <a:lnTo>
                  <a:pt x="11614" y="4648"/>
                </a:lnTo>
                <a:lnTo>
                  <a:pt x="11614" y="4515"/>
                </a:lnTo>
                <a:lnTo>
                  <a:pt x="11505" y="4338"/>
                </a:lnTo>
                <a:lnTo>
                  <a:pt x="11342" y="4160"/>
                </a:lnTo>
                <a:lnTo>
                  <a:pt x="11126" y="3984"/>
                </a:lnTo>
                <a:lnTo>
                  <a:pt x="10909" y="3895"/>
                </a:lnTo>
                <a:lnTo>
                  <a:pt x="10637" y="3807"/>
                </a:lnTo>
                <a:lnTo>
                  <a:pt x="10311" y="3762"/>
                </a:lnTo>
                <a:close/>
                <a:moveTo>
                  <a:pt x="4125" y="4250"/>
                </a:moveTo>
                <a:lnTo>
                  <a:pt x="4341" y="4426"/>
                </a:lnTo>
                <a:lnTo>
                  <a:pt x="4559" y="4560"/>
                </a:lnTo>
                <a:lnTo>
                  <a:pt x="5102" y="4736"/>
                </a:lnTo>
                <a:lnTo>
                  <a:pt x="5372" y="4825"/>
                </a:lnTo>
                <a:lnTo>
                  <a:pt x="5427" y="4913"/>
                </a:lnTo>
                <a:lnTo>
                  <a:pt x="5482" y="5002"/>
                </a:lnTo>
                <a:lnTo>
                  <a:pt x="5482" y="5091"/>
                </a:lnTo>
                <a:lnTo>
                  <a:pt x="5535" y="5134"/>
                </a:lnTo>
                <a:lnTo>
                  <a:pt x="5590" y="5179"/>
                </a:lnTo>
                <a:lnTo>
                  <a:pt x="5698" y="5224"/>
                </a:lnTo>
                <a:lnTo>
                  <a:pt x="5970" y="5312"/>
                </a:lnTo>
                <a:lnTo>
                  <a:pt x="6241" y="5400"/>
                </a:lnTo>
                <a:lnTo>
                  <a:pt x="6513" y="5534"/>
                </a:lnTo>
                <a:lnTo>
                  <a:pt x="6729" y="5666"/>
                </a:lnTo>
                <a:lnTo>
                  <a:pt x="7164" y="6065"/>
                </a:lnTo>
                <a:lnTo>
                  <a:pt x="7544" y="6418"/>
                </a:lnTo>
                <a:lnTo>
                  <a:pt x="7056" y="6463"/>
                </a:lnTo>
                <a:lnTo>
                  <a:pt x="6621" y="6463"/>
                </a:lnTo>
                <a:lnTo>
                  <a:pt x="5644" y="6418"/>
                </a:lnTo>
                <a:lnTo>
                  <a:pt x="5156" y="6418"/>
                </a:lnTo>
                <a:lnTo>
                  <a:pt x="4668" y="6507"/>
                </a:lnTo>
                <a:lnTo>
                  <a:pt x="4396" y="6595"/>
                </a:lnTo>
                <a:lnTo>
                  <a:pt x="4125" y="6728"/>
                </a:lnTo>
                <a:lnTo>
                  <a:pt x="3853" y="6816"/>
                </a:lnTo>
                <a:lnTo>
                  <a:pt x="3690" y="6861"/>
                </a:lnTo>
                <a:lnTo>
                  <a:pt x="3474" y="6861"/>
                </a:lnTo>
                <a:lnTo>
                  <a:pt x="3419" y="6906"/>
                </a:lnTo>
                <a:lnTo>
                  <a:pt x="3365" y="6994"/>
                </a:lnTo>
                <a:lnTo>
                  <a:pt x="3365" y="7038"/>
                </a:lnTo>
                <a:lnTo>
                  <a:pt x="3474" y="8056"/>
                </a:lnTo>
                <a:lnTo>
                  <a:pt x="3147" y="7835"/>
                </a:lnTo>
                <a:lnTo>
                  <a:pt x="2822" y="7702"/>
                </a:lnTo>
                <a:lnTo>
                  <a:pt x="2822" y="7392"/>
                </a:lnTo>
                <a:lnTo>
                  <a:pt x="2714" y="7126"/>
                </a:lnTo>
                <a:lnTo>
                  <a:pt x="2551" y="6994"/>
                </a:lnTo>
                <a:lnTo>
                  <a:pt x="2333" y="6906"/>
                </a:lnTo>
                <a:lnTo>
                  <a:pt x="1900" y="6816"/>
                </a:lnTo>
                <a:lnTo>
                  <a:pt x="1628" y="6816"/>
                </a:lnTo>
                <a:lnTo>
                  <a:pt x="1357" y="6861"/>
                </a:lnTo>
                <a:lnTo>
                  <a:pt x="1628" y="6463"/>
                </a:lnTo>
                <a:lnTo>
                  <a:pt x="1900" y="6065"/>
                </a:lnTo>
                <a:lnTo>
                  <a:pt x="2171" y="5710"/>
                </a:lnTo>
                <a:lnTo>
                  <a:pt x="2496" y="5356"/>
                </a:lnTo>
                <a:lnTo>
                  <a:pt x="2876" y="5046"/>
                </a:lnTo>
                <a:lnTo>
                  <a:pt x="3256" y="4781"/>
                </a:lnTo>
                <a:lnTo>
                  <a:pt x="3690" y="4515"/>
                </a:lnTo>
                <a:lnTo>
                  <a:pt x="4125" y="4250"/>
                </a:lnTo>
                <a:close/>
                <a:moveTo>
                  <a:pt x="15739" y="9074"/>
                </a:moveTo>
                <a:lnTo>
                  <a:pt x="16336" y="9295"/>
                </a:lnTo>
                <a:lnTo>
                  <a:pt x="16771" y="9472"/>
                </a:lnTo>
                <a:lnTo>
                  <a:pt x="16987" y="9561"/>
                </a:lnTo>
                <a:lnTo>
                  <a:pt x="17204" y="9605"/>
                </a:lnTo>
                <a:lnTo>
                  <a:pt x="17096" y="9960"/>
                </a:lnTo>
                <a:lnTo>
                  <a:pt x="16607" y="9782"/>
                </a:lnTo>
                <a:lnTo>
                  <a:pt x="16118" y="9605"/>
                </a:lnTo>
                <a:lnTo>
                  <a:pt x="15956" y="9517"/>
                </a:lnTo>
                <a:lnTo>
                  <a:pt x="15739" y="9074"/>
                </a:lnTo>
                <a:close/>
                <a:moveTo>
                  <a:pt x="15196" y="9738"/>
                </a:moveTo>
                <a:lnTo>
                  <a:pt x="15359" y="9827"/>
                </a:lnTo>
                <a:lnTo>
                  <a:pt x="15577" y="9915"/>
                </a:lnTo>
                <a:lnTo>
                  <a:pt x="15630" y="10048"/>
                </a:lnTo>
                <a:lnTo>
                  <a:pt x="15685" y="10136"/>
                </a:lnTo>
                <a:lnTo>
                  <a:pt x="15847" y="10180"/>
                </a:lnTo>
                <a:lnTo>
                  <a:pt x="16173" y="10268"/>
                </a:lnTo>
                <a:lnTo>
                  <a:pt x="16336" y="10313"/>
                </a:lnTo>
                <a:lnTo>
                  <a:pt x="16336" y="10446"/>
                </a:lnTo>
                <a:lnTo>
                  <a:pt x="16390" y="10535"/>
                </a:lnTo>
                <a:lnTo>
                  <a:pt x="16499" y="10623"/>
                </a:lnTo>
                <a:lnTo>
                  <a:pt x="16771" y="10668"/>
                </a:lnTo>
                <a:lnTo>
                  <a:pt x="16499" y="11154"/>
                </a:lnTo>
                <a:lnTo>
                  <a:pt x="16390" y="11066"/>
                </a:lnTo>
                <a:lnTo>
                  <a:pt x="15685" y="10579"/>
                </a:lnTo>
                <a:lnTo>
                  <a:pt x="15685" y="10313"/>
                </a:lnTo>
                <a:lnTo>
                  <a:pt x="15630" y="10092"/>
                </a:lnTo>
                <a:lnTo>
                  <a:pt x="15522" y="9960"/>
                </a:lnTo>
                <a:lnTo>
                  <a:pt x="15305" y="9870"/>
                </a:lnTo>
                <a:lnTo>
                  <a:pt x="15196" y="9738"/>
                </a:lnTo>
                <a:close/>
                <a:moveTo>
                  <a:pt x="13514" y="5799"/>
                </a:moveTo>
                <a:lnTo>
                  <a:pt x="14056" y="5843"/>
                </a:lnTo>
                <a:lnTo>
                  <a:pt x="14165" y="5887"/>
                </a:lnTo>
                <a:lnTo>
                  <a:pt x="14219" y="5843"/>
                </a:lnTo>
                <a:lnTo>
                  <a:pt x="14653" y="5932"/>
                </a:lnTo>
                <a:lnTo>
                  <a:pt x="15087" y="6065"/>
                </a:lnTo>
                <a:lnTo>
                  <a:pt x="14816" y="6330"/>
                </a:lnTo>
                <a:lnTo>
                  <a:pt x="14816" y="6418"/>
                </a:lnTo>
                <a:lnTo>
                  <a:pt x="14871" y="6507"/>
                </a:lnTo>
                <a:lnTo>
                  <a:pt x="14979" y="6551"/>
                </a:lnTo>
                <a:lnTo>
                  <a:pt x="15087" y="6551"/>
                </a:lnTo>
                <a:lnTo>
                  <a:pt x="15413" y="6418"/>
                </a:lnTo>
                <a:lnTo>
                  <a:pt x="15739" y="6330"/>
                </a:lnTo>
                <a:lnTo>
                  <a:pt x="16065" y="6285"/>
                </a:lnTo>
                <a:lnTo>
                  <a:pt x="16444" y="6241"/>
                </a:lnTo>
                <a:lnTo>
                  <a:pt x="16771" y="6773"/>
                </a:lnTo>
                <a:lnTo>
                  <a:pt x="16065" y="6906"/>
                </a:lnTo>
                <a:lnTo>
                  <a:pt x="15685" y="6994"/>
                </a:lnTo>
                <a:lnTo>
                  <a:pt x="15359" y="7126"/>
                </a:lnTo>
                <a:lnTo>
                  <a:pt x="15305" y="7171"/>
                </a:lnTo>
                <a:lnTo>
                  <a:pt x="15305" y="7259"/>
                </a:lnTo>
                <a:lnTo>
                  <a:pt x="15359" y="7304"/>
                </a:lnTo>
                <a:lnTo>
                  <a:pt x="15739" y="7392"/>
                </a:lnTo>
                <a:lnTo>
                  <a:pt x="16173" y="7392"/>
                </a:lnTo>
                <a:lnTo>
                  <a:pt x="16607" y="7347"/>
                </a:lnTo>
                <a:lnTo>
                  <a:pt x="16987" y="7259"/>
                </a:lnTo>
                <a:lnTo>
                  <a:pt x="17204" y="7923"/>
                </a:lnTo>
                <a:lnTo>
                  <a:pt x="17259" y="8012"/>
                </a:lnTo>
                <a:lnTo>
                  <a:pt x="16661" y="7879"/>
                </a:lnTo>
                <a:lnTo>
                  <a:pt x="16173" y="7790"/>
                </a:lnTo>
                <a:lnTo>
                  <a:pt x="15902" y="7747"/>
                </a:lnTo>
                <a:lnTo>
                  <a:pt x="15630" y="7790"/>
                </a:lnTo>
                <a:lnTo>
                  <a:pt x="15577" y="7790"/>
                </a:lnTo>
                <a:lnTo>
                  <a:pt x="15630" y="7879"/>
                </a:lnTo>
                <a:lnTo>
                  <a:pt x="15847" y="8012"/>
                </a:lnTo>
                <a:lnTo>
                  <a:pt x="16118" y="8145"/>
                </a:lnTo>
                <a:lnTo>
                  <a:pt x="16771" y="8366"/>
                </a:lnTo>
                <a:lnTo>
                  <a:pt x="17312" y="8498"/>
                </a:lnTo>
                <a:lnTo>
                  <a:pt x="17259" y="9162"/>
                </a:lnTo>
                <a:lnTo>
                  <a:pt x="16987" y="9074"/>
                </a:lnTo>
                <a:lnTo>
                  <a:pt x="16716" y="8986"/>
                </a:lnTo>
                <a:lnTo>
                  <a:pt x="15956" y="8720"/>
                </a:lnTo>
                <a:lnTo>
                  <a:pt x="15577" y="8631"/>
                </a:lnTo>
                <a:lnTo>
                  <a:pt x="15142" y="8588"/>
                </a:lnTo>
                <a:lnTo>
                  <a:pt x="15087" y="8588"/>
                </a:lnTo>
                <a:lnTo>
                  <a:pt x="15087" y="8720"/>
                </a:lnTo>
                <a:lnTo>
                  <a:pt x="15522" y="8941"/>
                </a:lnTo>
                <a:lnTo>
                  <a:pt x="15413" y="8986"/>
                </a:lnTo>
                <a:lnTo>
                  <a:pt x="14816" y="9162"/>
                </a:lnTo>
                <a:lnTo>
                  <a:pt x="14653" y="9029"/>
                </a:lnTo>
                <a:lnTo>
                  <a:pt x="14545" y="8986"/>
                </a:lnTo>
                <a:lnTo>
                  <a:pt x="14491" y="9029"/>
                </a:lnTo>
                <a:lnTo>
                  <a:pt x="14436" y="9074"/>
                </a:lnTo>
                <a:lnTo>
                  <a:pt x="14383" y="9119"/>
                </a:lnTo>
                <a:lnTo>
                  <a:pt x="14383" y="9295"/>
                </a:lnTo>
                <a:lnTo>
                  <a:pt x="14328" y="9339"/>
                </a:lnTo>
                <a:lnTo>
                  <a:pt x="14328" y="9427"/>
                </a:lnTo>
                <a:lnTo>
                  <a:pt x="14383" y="9561"/>
                </a:lnTo>
                <a:lnTo>
                  <a:pt x="14708" y="9870"/>
                </a:lnTo>
                <a:lnTo>
                  <a:pt x="14219" y="9605"/>
                </a:lnTo>
                <a:lnTo>
                  <a:pt x="13730" y="9384"/>
                </a:lnTo>
                <a:lnTo>
                  <a:pt x="13677" y="9384"/>
                </a:lnTo>
                <a:lnTo>
                  <a:pt x="13622" y="9427"/>
                </a:lnTo>
                <a:lnTo>
                  <a:pt x="13568" y="9472"/>
                </a:lnTo>
                <a:lnTo>
                  <a:pt x="13568" y="9561"/>
                </a:lnTo>
                <a:lnTo>
                  <a:pt x="13893" y="9870"/>
                </a:lnTo>
                <a:lnTo>
                  <a:pt x="14273" y="10180"/>
                </a:lnTo>
                <a:lnTo>
                  <a:pt x="15034" y="10711"/>
                </a:lnTo>
                <a:lnTo>
                  <a:pt x="15142" y="10801"/>
                </a:lnTo>
                <a:lnTo>
                  <a:pt x="15034" y="11021"/>
                </a:lnTo>
                <a:lnTo>
                  <a:pt x="14871" y="11242"/>
                </a:lnTo>
                <a:lnTo>
                  <a:pt x="14653" y="11332"/>
                </a:lnTo>
                <a:lnTo>
                  <a:pt x="14545" y="11287"/>
                </a:lnTo>
                <a:lnTo>
                  <a:pt x="13948" y="10977"/>
                </a:lnTo>
                <a:lnTo>
                  <a:pt x="13785" y="10756"/>
                </a:lnTo>
                <a:lnTo>
                  <a:pt x="13568" y="10490"/>
                </a:lnTo>
                <a:lnTo>
                  <a:pt x="13242" y="10313"/>
                </a:lnTo>
                <a:lnTo>
                  <a:pt x="12971" y="10136"/>
                </a:lnTo>
                <a:lnTo>
                  <a:pt x="12808" y="10003"/>
                </a:lnTo>
                <a:lnTo>
                  <a:pt x="12646" y="9782"/>
                </a:lnTo>
                <a:lnTo>
                  <a:pt x="12591" y="9517"/>
                </a:lnTo>
                <a:lnTo>
                  <a:pt x="12536" y="9517"/>
                </a:lnTo>
                <a:lnTo>
                  <a:pt x="12536" y="9384"/>
                </a:lnTo>
                <a:lnTo>
                  <a:pt x="12483" y="9339"/>
                </a:lnTo>
                <a:lnTo>
                  <a:pt x="12374" y="9339"/>
                </a:lnTo>
                <a:lnTo>
                  <a:pt x="11668" y="9251"/>
                </a:lnTo>
                <a:lnTo>
                  <a:pt x="10909" y="9207"/>
                </a:lnTo>
                <a:lnTo>
                  <a:pt x="10529" y="9207"/>
                </a:lnTo>
                <a:lnTo>
                  <a:pt x="10148" y="9251"/>
                </a:lnTo>
                <a:lnTo>
                  <a:pt x="9823" y="9339"/>
                </a:lnTo>
                <a:lnTo>
                  <a:pt x="9552" y="9517"/>
                </a:lnTo>
                <a:lnTo>
                  <a:pt x="9444" y="9384"/>
                </a:lnTo>
                <a:lnTo>
                  <a:pt x="9389" y="9295"/>
                </a:lnTo>
                <a:lnTo>
                  <a:pt x="9444" y="9207"/>
                </a:lnTo>
                <a:lnTo>
                  <a:pt x="9497" y="9119"/>
                </a:lnTo>
                <a:lnTo>
                  <a:pt x="9769" y="8941"/>
                </a:lnTo>
                <a:lnTo>
                  <a:pt x="10040" y="8853"/>
                </a:lnTo>
                <a:lnTo>
                  <a:pt x="10474" y="8808"/>
                </a:lnTo>
                <a:lnTo>
                  <a:pt x="10909" y="8720"/>
                </a:lnTo>
                <a:lnTo>
                  <a:pt x="11126" y="8631"/>
                </a:lnTo>
                <a:lnTo>
                  <a:pt x="11397" y="8454"/>
                </a:lnTo>
                <a:lnTo>
                  <a:pt x="11452" y="8321"/>
                </a:lnTo>
                <a:lnTo>
                  <a:pt x="11505" y="8233"/>
                </a:lnTo>
                <a:lnTo>
                  <a:pt x="11452" y="8145"/>
                </a:lnTo>
                <a:lnTo>
                  <a:pt x="11342" y="8056"/>
                </a:lnTo>
                <a:lnTo>
                  <a:pt x="11234" y="7967"/>
                </a:lnTo>
                <a:lnTo>
                  <a:pt x="11071" y="7967"/>
                </a:lnTo>
                <a:lnTo>
                  <a:pt x="10691" y="8012"/>
                </a:lnTo>
                <a:lnTo>
                  <a:pt x="10366" y="8100"/>
                </a:lnTo>
                <a:lnTo>
                  <a:pt x="10040" y="8188"/>
                </a:lnTo>
                <a:lnTo>
                  <a:pt x="9932" y="8188"/>
                </a:lnTo>
                <a:lnTo>
                  <a:pt x="9823" y="8145"/>
                </a:lnTo>
                <a:lnTo>
                  <a:pt x="9823" y="8056"/>
                </a:lnTo>
                <a:lnTo>
                  <a:pt x="9877" y="7967"/>
                </a:lnTo>
                <a:lnTo>
                  <a:pt x="9986" y="7790"/>
                </a:lnTo>
                <a:lnTo>
                  <a:pt x="10095" y="7657"/>
                </a:lnTo>
                <a:lnTo>
                  <a:pt x="10474" y="7480"/>
                </a:lnTo>
                <a:lnTo>
                  <a:pt x="10854" y="7259"/>
                </a:lnTo>
                <a:lnTo>
                  <a:pt x="11397" y="6949"/>
                </a:lnTo>
                <a:lnTo>
                  <a:pt x="11995" y="6595"/>
                </a:lnTo>
                <a:lnTo>
                  <a:pt x="12103" y="6684"/>
                </a:lnTo>
                <a:lnTo>
                  <a:pt x="12157" y="6684"/>
                </a:lnTo>
                <a:lnTo>
                  <a:pt x="12211" y="6640"/>
                </a:lnTo>
                <a:lnTo>
                  <a:pt x="12591" y="6241"/>
                </a:lnTo>
                <a:lnTo>
                  <a:pt x="12917" y="5799"/>
                </a:lnTo>
                <a:close/>
                <a:moveTo>
                  <a:pt x="15522" y="11066"/>
                </a:moveTo>
                <a:lnTo>
                  <a:pt x="15902" y="11332"/>
                </a:lnTo>
                <a:lnTo>
                  <a:pt x="16228" y="11597"/>
                </a:lnTo>
                <a:lnTo>
                  <a:pt x="15793" y="12216"/>
                </a:lnTo>
                <a:lnTo>
                  <a:pt x="15685" y="12305"/>
                </a:lnTo>
                <a:lnTo>
                  <a:pt x="15630" y="12261"/>
                </a:lnTo>
                <a:lnTo>
                  <a:pt x="15577" y="12173"/>
                </a:lnTo>
                <a:lnTo>
                  <a:pt x="15413" y="11995"/>
                </a:lnTo>
                <a:lnTo>
                  <a:pt x="15250" y="11774"/>
                </a:lnTo>
                <a:lnTo>
                  <a:pt x="15034" y="11597"/>
                </a:lnTo>
                <a:lnTo>
                  <a:pt x="15196" y="11464"/>
                </a:lnTo>
                <a:lnTo>
                  <a:pt x="15305" y="11375"/>
                </a:lnTo>
                <a:lnTo>
                  <a:pt x="15522" y="11066"/>
                </a:lnTo>
                <a:close/>
                <a:moveTo>
                  <a:pt x="814" y="8808"/>
                </a:moveTo>
                <a:lnTo>
                  <a:pt x="1194" y="9029"/>
                </a:lnTo>
                <a:lnTo>
                  <a:pt x="1465" y="9295"/>
                </a:lnTo>
                <a:lnTo>
                  <a:pt x="1790" y="9561"/>
                </a:lnTo>
                <a:lnTo>
                  <a:pt x="2116" y="9827"/>
                </a:lnTo>
                <a:lnTo>
                  <a:pt x="2931" y="10358"/>
                </a:lnTo>
                <a:lnTo>
                  <a:pt x="3310" y="10668"/>
                </a:lnTo>
                <a:lnTo>
                  <a:pt x="3474" y="10844"/>
                </a:lnTo>
                <a:lnTo>
                  <a:pt x="3582" y="11021"/>
                </a:lnTo>
                <a:lnTo>
                  <a:pt x="3256" y="11199"/>
                </a:lnTo>
                <a:lnTo>
                  <a:pt x="2984" y="11420"/>
                </a:lnTo>
                <a:lnTo>
                  <a:pt x="2768" y="11685"/>
                </a:lnTo>
                <a:lnTo>
                  <a:pt x="2605" y="12040"/>
                </a:lnTo>
                <a:lnTo>
                  <a:pt x="2551" y="12481"/>
                </a:lnTo>
                <a:lnTo>
                  <a:pt x="2605" y="12881"/>
                </a:lnTo>
                <a:lnTo>
                  <a:pt x="2822" y="13765"/>
                </a:lnTo>
                <a:lnTo>
                  <a:pt x="2280" y="13234"/>
                </a:lnTo>
                <a:lnTo>
                  <a:pt x="1845" y="12703"/>
                </a:lnTo>
                <a:lnTo>
                  <a:pt x="1465" y="12083"/>
                </a:lnTo>
                <a:lnTo>
                  <a:pt x="1194" y="11464"/>
                </a:lnTo>
                <a:lnTo>
                  <a:pt x="977" y="10801"/>
                </a:lnTo>
                <a:lnTo>
                  <a:pt x="814" y="10136"/>
                </a:lnTo>
                <a:lnTo>
                  <a:pt x="759" y="9472"/>
                </a:lnTo>
                <a:lnTo>
                  <a:pt x="814" y="8808"/>
                </a:lnTo>
                <a:close/>
                <a:moveTo>
                  <a:pt x="10203" y="10401"/>
                </a:moveTo>
                <a:lnTo>
                  <a:pt x="10258" y="10490"/>
                </a:lnTo>
                <a:lnTo>
                  <a:pt x="10366" y="10535"/>
                </a:lnTo>
                <a:lnTo>
                  <a:pt x="10746" y="10711"/>
                </a:lnTo>
                <a:lnTo>
                  <a:pt x="11071" y="10889"/>
                </a:lnTo>
                <a:lnTo>
                  <a:pt x="11397" y="11110"/>
                </a:lnTo>
                <a:lnTo>
                  <a:pt x="11668" y="11375"/>
                </a:lnTo>
                <a:lnTo>
                  <a:pt x="11885" y="11642"/>
                </a:lnTo>
                <a:lnTo>
                  <a:pt x="12103" y="11951"/>
                </a:lnTo>
                <a:lnTo>
                  <a:pt x="12211" y="12261"/>
                </a:lnTo>
                <a:lnTo>
                  <a:pt x="12211" y="12571"/>
                </a:lnTo>
                <a:lnTo>
                  <a:pt x="12157" y="12836"/>
                </a:lnTo>
                <a:lnTo>
                  <a:pt x="11397" y="12173"/>
                </a:lnTo>
                <a:lnTo>
                  <a:pt x="10583" y="11597"/>
                </a:lnTo>
                <a:lnTo>
                  <a:pt x="10474" y="11597"/>
                </a:lnTo>
                <a:lnTo>
                  <a:pt x="10420" y="11642"/>
                </a:lnTo>
                <a:lnTo>
                  <a:pt x="10474" y="11685"/>
                </a:lnTo>
                <a:lnTo>
                  <a:pt x="11180" y="12481"/>
                </a:lnTo>
                <a:lnTo>
                  <a:pt x="11940" y="13234"/>
                </a:lnTo>
                <a:lnTo>
                  <a:pt x="11668" y="13500"/>
                </a:lnTo>
                <a:lnTo>
                  <a:pt x="11452" y="13765"/>
                </a:lnTo>
                <a:lnTo>
                  <a:pt x="11126" y="14031"/>
                </a:lnTo>
                <a:lnTo>
                  <a:pt x="10691" y="13722"/>
                </a:lnTo>
                <a:lnTo>
                  <a:pt x="10148" y="13279"/>
                </a:lnTo>
                <a:lnTo>
                  <a:pt x="10040" y="12969"/>
                </a:lnTo>
                <a:lnTo>
                  <a:pt x="9986" y="12659"/>
                </a:lnTo>
                <a:lnTo>
                  <a:pt x="9823" y="12349"/>
                </a:lnTo>
                <a:lnTo>
                  <a:pt x="9660" y="12040"/>
                </a:lnTo>
                <a:lnTo>
                  <a:pt x="9552" y="11907"/>
                </a:lnTo>
                <a:lnTo>
                  <a:pt x="9335" y="11907"/>
                </a:lnTo>
                <a:lnTo>
                  <a:pt x="8683" y="12083"/>
                </a:lnTo>
                <a:lnTo>
                  <a:pt x="8358" y="12173"/>
                </a:lnTo>
                <a:lnTo>
                  <a:pt x="8250" y="12173"/>
                </a:lnTo>
                <a:lnTo>
                  <a:pt x="8086" y="12083"/>
                </a:lnTo>
                <a:lnTo>
                  <a:pt x="7707" y="11951"/>
                </a:lnTo>
                <a:lnTo>
                  <a:pt x="7435" y="11774"/>
                </a:lnTo>
                <a:lnTo>
                  <a:pt x="7327" y="11642"/>
                </a:lnTo>
                <a:lnTo>
                  <a:pt x="7219" y="11509"/>
                </a:lnTo>
                <a:lnTo>
                  <a:pt x="7164" y="11375"/>
                </a:lnTo>
                <a:lnTo>
                  <a:pt x="7164" y="11199"/>
                </a:lnTo>
                <a:lnTo>
                  <a:pt x="7219" y="11021"/>
                </a:lnTo>
                <a:lnTo>
                  <a:pt x="7327" y="10844"/>
                </a:lnTo>
                <a:lnTo>
                  <a:pt x="7489" y="10711"/>
                </a:lnTo>
                <a:lnTo>
                  <a:pt x="7707" y="10623"/>
                </a:lnTo>
                <a:lnTo>
                  <a:pt x="8250" y="10490"/>
                </a:lnTo>
                <a:lnTo>
                  <a:pt x="8683" y="10446"/>
                </a:lnTo>
                <a:lnTo>
                  <a:pt x="9444" y="10446"/>
                </a:lnTo>
                <a:lnTo>
                  <a:pt x="10203" y="10401"/>
                </a:lnTo>
                <a:close/>
                <a:moveTo>
                  <a:pt x="12754" y="12173"/>
                </a:moveTo>
                <a:lnTo>
                  <a:pt x="13840" y="12748"/>
                </a:lnTo>
                <a:lnTo>
                  <a:pt x="14056" y="12924"/>
                </a:lnTo>
                <a:lnTo>
                  <a:pt x="14273" y="13102"/>
                </a:lnTo>
                <a:lnTo>
                  <a:pt x="14436" y="13279"/>
                </a:lnTo>
                <a:lnTo>
                  <a:pt x="14599" y="13455"/>
                </a:lnTo>
                <a:lnTo>
                  <a:pt x="13840" y="14031"/>
                </a:lnTo>
                <a:lnTo>
                  <a:pt x="13785" y="13987"/>
                </a:lnTo>
                <a:lnTo>
                  <a:pt x="13622" y="13855"/>
                </a:lnTo>
                <a:lnTo>
                  <a:pt x="13405" y="13765"/>
                </a:lnTo>
                <a:lnTo>
                  <a:pt x="13134" y="13633"/>
                </a:lnTo>
                <a:lnTo>
                  <a:pt x="12971" y="13500"/>
                </a:lnTo>
                <a:lnTo>
                  <a:pt x="12591" y="13190"/>
                </a:lnTo>
                <a:lnTo>
                  <a:pt x="12646" y="13057"/>
                </a:lnTo>
                <a:lnTo>
                  <a:pt x="12754" y="12836"/>
                </a:lnTo>
                <a:lnTo>
                  <a:pt x="12808" y="12615"/>
                </a:lnTo>
                <a:lnTo>
                  <a:pt x="12808" y="12393"/>
                </a:lnTo>
                <a:lnTo>
                  <a:pt x="12754" y="12173"/>
                </a:lnTo>
                <a:close/>
                <a:moveTo>
                  <a:pt x="10148" y="13943"/>
                </a:moveTo>
                <a:lnTo>
                  <a:pt x="10637" y="14341"/>
                </a:lnTo>
                <a:lnTo>
                  <a:pt x="10366" y="14429"/>
                </a:lnTo>
                <a:lnTo>
                  <a:pt x="10203" y="14429"/>
                </a:lnTo>
                <a:lnTo>
                  <a:pt x="10040" y="14386"/>
                </a:lnTo>
                <a:lnTo>
                  <a:pt x="10148" y="13943"/>
                </a:lnTo>
                <a:close/>
                <a:moveTo>
                  <a:pt x="12320" y="13589"/>
                </a:moveTo>
                <a:lnTo>
                  <a:pt x="12536" y="13810"/>
                </a:lnTo>
                <a:lnTo>
                  <a:pt x="12808" y="14031"/>
                </a:lnTo>
                <a:lnTo>
                  <a:pt x="13134" y="14208"/>
                </a:lnTo>
                <a:lnTo>
                  <a:pt x="13297" y="14253"/>
                </a:lnTo>
                <a:lnTo>
                  <a:pt x="13459" y="14296"/>
                </a:lnTo>
                <a:lnTo>
                  <a:pt x="12917" y="14606"/>
                </a:lnTo>
                <a:lnTo>
                  <a:pt x="12320" y="14872"/>
                </a:lnTo>
                <a:lnTo>
                  <a:pt x="12265" y="14828"/>
                </a:lnTo>
                <a:lnTo>
                  <a:pt x="11560" y="14341"/>
                </a:lnTo>
                <a:lnTo>
                  <a:pt x="11940" y="13987"/>
                </a:lnTo>
                <a:lnTo>
                  <a:pt x="12320" y="13589"/>
                </a:lnTo>
                <a:close/>
                <a:moveTo>
                  <a:pt x="10311" y="3231"/>
                </a:moveTo>
                <a:lnTo>
                  <a:pt x="10909" y="3276"/>
                </a:lnTo>
                <a:lnTo>
                  <a:pt x="11505" y="3364"/>
                </a:lnTo>
                <a:lnTo>
                  <a:pt x="12103" y="3497"/>
                </a:lnTo>
                <a:lnTo>
                  <a:pt x="12646" y="3630"/>
                </a:lnTo>
                <a:lnTo>
                  <a:pt x="13189" y="3852"/>
                </a:lnTo>
                <a:lnTo>
                  <a:pt x="13730" y="4072"/>
                </a:lnTo>
                <a:lnTo>
                  <a:pt x="14219" y="4338"/>
                </a:lnTo>
                <a:lnTo>
                  <a:pt x="14056" y="4383"/>
                </a:lnTo>
                <a:lnTo>
                  <a:pt x="13730" y="4603"/>
                </a:lnTo>
                <a:lnTo>
                  <a:pt x="13568" y="4736"/>
                </a:lnTo>
                <a:lnTo>
                  <a:pt x="13405" y="4869"/>
                </a:lnTo>
                <a:lnTo>
                  <a:pt x="13405" y="4958"/>
                </a:lnTo>
                <a:lnTo>
                  <a:pt x="13514" y="4958"/>
                </a:lnTo>
                <a:lnTo>
                  <a:pt x="13677" y="4913"/>
                </a:lnTo>
                <a:lnTo>
                  <a:pt x="13840" y="4913"/>
                </a:lnTo>
                <a:lnTo>
                  <a:pt x="14328" y="4736"/>
                </a:lnTo>
                <a:lnTo>
                  <a:pt x="14653" y="4603"/>
                </a:lnTo>
                <a:lnTo>
                  <a:pt x="15087" y="4869"/>
                </a:lnTo>
                <a:lnTo>
                  <a:pt x="14653" y="5134"/>
                </a:lnTo>
                <a:lnTo>
                  <a:pt x="14219" y="5444"/>
                </a:lnTo>
                <a:lnTo>
                  <a:pt x="13730" y="5400"/>
                </a:lnTo>
                <a:lnTo>
                  <a:pt x="12917" y="5400"/>
                </a:lnTo>
                <a:lnTo>
                  <a:pt x="12699" y="5444"/>
                </a:lnTo>
                <a:lnTo>
                  <a:pt x="12646" y="5489"/>
                </a:lnTo>
                <a:lnTo>
                  <a:pt x="12591" y="5577"/>
                </a:lnTo>
                <a:lnTo>
                  <a:pt x="12320" y="6020"/>
                </a:lnTo>
                <a:lnTo>
                  <a:pt x="11995" y="6463"/>
                </a:lnTo>
                <a:lnTo>
                  <a:pt x="11614" y="6595"/>
                </a:lnTo>
                <a:lnTo>
                  <a:pt x="11234" y="6773"/>
                </a:lnTo>
                <a:lnTo>
                  <a:pt x="10529" y="7126"/>
                </a:lnTo>
                <a:lnTo>
                  <a:pt x="9932" y="7437"/>
                </a:lnTo>
                <a:lnTo>
                  <a:pt x="9660" y="7614"/>
                </a:lnTo>
                <a:lnTo>
                  <a:pt x="9552" y="7702"/>
                </a:lnTo>
                <a:lnTo>
                  <a:pt x="9497" y="7835"/>
                </a:lnTo>
                <a:lnTo>
                  <a:pt x="9444" y="8056"/>
                </a:lnTo>
                <a:lnTo>
                  <a:pt x="9497" y="8188"/>
                </a:lnTo>
                <a:lnTo>
                  <a:pt x="9552" y="8321"/>
                </a:lnTo>
                <a:lnTo>
                  <a:pt x="9715" y="8410"/>
                </a:lnTo>
                <a:lnTo>
                  <a:pt x="9877" y="8410"/>
                </a:lnTo>
                <a:lnTo>
                  <a:pt x="10095" y="8454"/>
                </a:lnTo>
                <a:lnTo>
                  <a:pt x="10529" y="8366"/>
                </a:lnTo>
                <a:lnTo>
                  <a:pt x="10801" y="8278"/>
                </a:lnTo>
                <a:lnTo>
                  <a:pt x="11017" y="8233"/>
                </a:lnTo>
                <a:lnTo>
                  <a:pt x="11071" y="8278"/>
                </a:lnTo>
                <a:lnTo>
                  <a:pt x="10963" y="8321"/>
                </a:lnTo>
                <a:lnTo>
                  <a:pt x="10691" y="8454"/>
                </a:lnTo>
                <a:lnTo>
                  <a:pt x="10148" y="8543"/>
                </a:lnTo>
                <a:lnTo>
                  <a:pt x="9660" y="8631"/>
                </a:lnTo>
                <a:lnTo>
                  <a:pt x="9389" y="8720"/>
                </a:lnTo>
                <a:lnTo>
                  <a:pt x="9226" y="8853"/>
                </a:lnTo>
                <a:lnTo>
                  <a:pt x="9117" y="9029"/>
                </a:lnTo>
                <a:lnTo>
                  <a:pt x="9064" y="9207"/>
                </a:lnTo>
                <a:lnTo>
                  <a:pt x="9064" y="9384"/>
                </a:lnTo>
                <a:lnTo>
                  <a:pt x="9117" y="9561"/>
                </a:lnTo>
                <a:lnTo>
                  <a:pt x="9226" y="9738"/>
                </a:lnTo>
                <a:lnTo>
                  <a:pt x="9444" y="9870"/>
                </a:lnTo>
                <a:lnTo>
                  <a:pt x="9607" y="9870"/>
                </a:lnTo>
                <a:lnTo>
                  <a:pt x="9715" y="9827"/>
                </a:lnTo>
                <a:lnTo>
                  <a:pt x="9823" y="9738"/>
                </a:lnTo>
                <a:lnTo>
                  <a:pt x="9932" y="9649"/>
                </a:lnTo>
                <a:lnTo>
                  <a:pt x="10203" y="9561"/>
                </a:lnTo>
                <a:lnTo>
                  <a:pt x="10854" y="9561"/>
                </a:lnTo>
                <a:lnTo>
                  <a:pt x="12320" y="9649"/>
                </a:lnTo>
                <a:lnTo>
                  <a:pt x="12320" y="9827"/>
                </a:lnTo>
                <a:lnTo>
                  <a:pt x="12374" y="10048"/>
                </a:lnTo>
                <a:lnTo>
                  <a:pt x="12483" y="10225"/>
                </a:lnTo>
                <a:lnTo>
                  <a:pt x="12646" y="10358"/>
                </a:lnTo>
                <a:lnTo>
                  <a:pt x="12971" y="10579"/>
                </a:lnTo>
                <a:lnTo>
                  <a:pt x="12646" y="10490"/>
                </a:lnTo>
                <a:lnTo>
                  <a:pt x="12320" y="10446"/>
                </a:lnTo>
                <a:lnTo>
                  <a:pt x="12265" y="10446"/>
                </a:lnTo>
                <a:lnTo>
                  <a:pt x="12265" y="10535"/>
                </a:lnTo>
                <a:lnTo>
                  <a:pt x="12591" y="10801"/>
                </a:lnTo>
                <a:lnTo>
                  <a:pt x="12971" y="11066"/>
                </a:lnTo>
                <a:lnTo>
                  <a:pt x="13840" y="11464"/>
                </a:lnTo>
                <a:lnTo>
                  <a:pt x="13948" y="11552"/>
                </a:lnTo>
                <a:lnTo>
                  <a:pt x="14111" y="11642"/>
                </a:lnTo>
                <a:lnTo>
                  <a:pt x="14273" y="11685"/>
                </a:lnTo>
                <a:lnTo>
                  <a:pt x="14491" y="11818"/>
                </a:lnTo>
                <a:lnTo>
                  <a:pt x="14708" y="11995"/>
                </a:lnTo>
                <a:lnTo>
                  <a:pt x="14979" y="12305"/>
                </a:lnTo>
                <a:lnTo>
                  <a:pt x="15196" y="12481"/>
                </a:lnTo>
                <a:lnTo>
                  <a:pt x="15413" y="12659"/>
                </a:lnTo>
                <a:lnTo>
                  <a:pt x="14979" y="13102"/>
                </a:lnTo>
                <a:lnTo>
                  <a:pt x="14762" y="12836"/>
                </a:lnTo>
                <a:lnTo>
                  <a:pt x="14491" y="12615"/>
                </a:lnTo>
                <a:lnTo>
                  <a:pt x="13948" y="12261"/>
                </a:lnTo>
                <a:lnTo>
                  <a:pt x="13297" y="11951"/>
                </a:lnTo>
                <a:lnTo>
                  <a:pt x="12428" y="11464"/>
                </a:lnTo>
                <a:lnTo>
                  <a:pt x="12048" y="11066"/>
                </a:lnTo>
                <a:lnTo>
                  <a:pt x="11614" y="10711"/>
                </a:lnTo>
                <a:lnTo>
                  <a:pt x="11180" y="10446"/>
                </a:lnTo>
                <a:lnTo>
                  <a:pt x="10691" y="10180"/>
                </a:lnTo>
                <a:lnTo>
                  <a:pt x="10637" y="10180"/>
                </a:lnTo>
                <a:lnTo>
                  <a:pt x="10637" y="10136"/>
                </a:lnTo>
                <a:lnTo>
                  <a:pt x="10583" y="10136"/>
                </a:lnTo>
                <a:lnTo>
                  <a:pt x="10420" y="10092"/>
                </a:lnTo>
                <a:lnTo>
                  <a:pt x="9877" y="10048"/>
                </a:lnTo>
                <a:lnTo>
                  <a:pt x="9280" y="10003"/>
                </a:lnTo>
                <a:lnTo>
                  <a:pt x="8683" y="10048"/>
                </a:lnTo>
                <a:lnTo>
                  <a:pt x="8086" y="10092"/>
                </a:lnTo>
                <a:lnTo>
                  <a:pt x="7652" y="10180"/>
                </a:lnTo>
                <a:lnTo>
                  <a:pt x="7381" y="10268"/>
                </a:lnTo>
                <a:lnTo>
                  <a:pt x="7164" y="10401"/>
                </a:lnTo>
                <a:lnTo>
                  <a:pt x="7001" y="10535"/>
                </a:lnTo>
                <a:lnTo>
                  <a:pt x="6838" y="10668"/>
                </a:lnTo>
                <a:lnTo>
                  <a:pt x="6729" y="10844"/>
                </a:lnTo>
                <a:lnTo>
                  <a:pt x="6621" y="11066"/>
                </a:lnTo>
                <a:lnTo>
                  <a:pt x="6621" y="11420"/>
                </a:lnTo>
                <a:lnTo>
                  <a:pt x="6676" y="11597"/>
                </a:lnTo>
                <a:lnTo>
                  <a:pt x="6729" y="11730"/>
                </a:lnTo>
                <a:lnTo>
                  <a:pt x="7001" y="12040"/>
                </a:lnTo>
                <a:lnTo>
                  <a:pt x="7327" y="12261"/>
                </a:lnTo>
                <a:lnTo>
                  <a:pt x="7760" y="12481"/>
                </a:lnTo>
                <a:lnTo>
                  <a:pt x="8250" y="12659"/>
                </a:lnTo>
                <a:lnTo>
                  <a:pt x="8413" y="12659"/>
                </a:lnTo>
                <a:lnTo>
                  <a:pt x="8575" y="12571"/>
                </a:lnTo>
                <a:lnTo>
                  <a:pt x="9009" y="12438"/>
                </a:lnTo>
                <a:lnTo>
                  <a:pt x="9009" y="12703"/>
                </a:lnTo>
                <a:lnTo>
                  <a:pt x="9117" y="13014"/>
                </a:lnTo>
                <a:lnTo>
                  <a:pt x="9335" y="13234"/>
                </a:lnTo>
                <a:lnTo>
                  <a:pt x="9607" y="13500"/>
                </a:lnTo>
                <a:lnTo>
                  <a:pt x="9607" y="13987"/>
                </a:lnTo>
                <a:lnTo>
                  <a:pt x="9497" y="14429"/>
                </a:lnTo>
                <a:lnTo>
                  <a:pt x="9444" y="14606"/>
                </a:lnTo>
                <a:lnTo>
                  <a:pt x="9497" y="14651"/>
                </a:lnTo>
                <a:lnTo>
                  <a:pt x="9552" y="14696"/>
                </a:lnTo>
                <a:lnTo>
                  <a:pt x="9932" y="14828"/>
                </a:lnTo>
                <a:lnTo>
                  <a:pt x="10311" y="14872"/>
                </a:lnTo>
                <a:lnTo>
                  <a:pt x="10691" y="14784"/>
                </a:lnTo>
                <a:lnTo>
                  <a:pt x="11017" y="14651"/>
                </a:lnTo>
                <a:lnTo>
                  <a:pt x="11723" y="15094"/>
                </a:lnTo>
                <a:lnTo>
                  <a:pt x="11071" y="15270"/>
                </a:lnTo>
                <a:lnTo>
                  <a:pt x="10420" y="15447"/>
                </a:lnTo>
                <a:lnTo>
                  <a:pt x="9932" y="15537"/>
                </a:lnTo>
                <a:lnTo>
                  <a:pt x="9769" y="15403"/>
                </a:lnTo>
                <a:lnTo>
                  <a:pt x="9607" y="15182"/>
                </a:lnTo>
                <a:lnTo>
                  <a:pt x="9335" y="14828"/>
                </a:lnTo>
                <a:lnTo>
                  <a:pt x="9009" y="14518"/>
                </a:lnTo>
                <a:lnTo>
                  <a:pt x="8683" y="14253"/>
                </a:lnTo>
                <a:lnTo>
                  <a:pt x="8086" y="13722"/>
                </a:lnTo>
                <a:lnTo>
                  <a:pt x="7544" y="13146"/>
                </a:lnTo>
                <a:lnTo>
                  <a:pt x="7489" y="13102"/>
                </a:lnTo>
                <a:lnTo>
                  <a:pt x="7381" y="13102"/>
                </a:lnTo>
                <a:lnTo>
                  <a:pt x="7327" y="13146"/>
                </a:lnTo>
                <a:lnTo>
                  <a:pt x="7327" y="13455"/>
                </a:lnTo>
                <a:lnTo>
                  <a:pt x="7435" y="13677"/>
                </a:lnTo>
                <a:lnTo>
                  <a:pt x="7544" y="13898"/>
                </a:lnTo>
                <a:lnTo>
                  <a:pt x="7760" y="14120"/>
                </a:lnTo>
                <a:lnTo>
                  <a:pt x="8195" y="14518"/>
                </a:lnTo>
                <a:lnTo>
                  <a:pt x="8629" y="14872"/>
                </a:lnTo>
                <a:lnTo>
                  <a:pt x="8901" y="15182"/>
                </a:lnTo>
                <a:lnTo>
                  <a:pt x="9172" y="15580"/>
                </a:lnTo>
                <a:lnTo>
                  <a:pt x="8358" y="15625"/>
                </a:lnTo>
                <a:lnTo>
                  <a:pt x="7435" y="14916"/>
                </a:lnTo>
                <a:lnTo>
                  <a:pt x="6892" y="14474"/>
                </a:lnTo>
                <a:lnTo>
                  <a:pt x="6676" y="14253"/>
                </a:lnTo>
                <a:lnTo>
                  <a:pt x="6566" y="13943"/>
                </a:lnTo>
                <a:lnTo>
                  <a:pt x="6513" y="13898"/>
                </a:lnTo>
                <a:lnTo>
                  <a:pt x="6404" y="13855"/>
                </a:lnTo>
                <a:lnTo>
                  <a:pt x="6295" y="13855"/>
                </a:lnTo>
                <a:lnTo>
                  <a:pt x="6241" y="13943"/>
                </a:lnTo>
                <a:lnTo>
                  <a:pt x="6241" y="14253"/>
                </a:lnTo>
                <a:lnTo>
                  <a:pt x="6350" y="14518"/>
                </a:lnTo>
                <a:lnTo>
                  <a:pt x="6513" y="14784"/>
                </a:lnTo>
                <a:lnTo>
                  <a:pt x="6784" y="15005"/>
                </a:lnTo>
                <a:lnTo>
                  <a:pt x="7327" y="15537"/>
                </a:lnTo>
                <a:lnTo>
                  <a:pt x="7219" y="15537"/>
                </a:lnTo>
                <a:lnTo>
                  <a:pt x="7219" y="15447"/>
                </a:lnTo>
                <a:lnTo>
                  <a:pt x="7164" y="15403"/>
                </a:lnTo>
                <a:lnTo>
                  <a:pt x="6729" y="15315"/>
                </a:lnTo>
                <a:lnTo>
                  <a:pt x="6566" y="15270"/>
                </a:lnTo>
                <a:lnTo>
                  <a:pt x="6458" y="15137"/>
                </a:lnTo>
                <a:lnTo>
                  <a:pt x="6350" y="14916"/>
                </a:lnTo>
                <a:lnTo>
                  <a:pt x="6025" y="14474"/>
                </a:lnTo>
                <a:lnTo>
                  <a:pt x="5807" y="14296"/>
                </a:lnTo>
                <a:lnTo>
                  <a:pt x="5644" y="14163"/>
                </a:lnTo>
                <a:lnTo>
                  <a:pt x="5644" y="13987"/>
                </a:lnTo>
                <a:lnTo>
                  <a:pt x="5590" y="13943"/>
                </a:lnTo>
                <a:lnTo>
                  <a:pt x="5535" y="13898"/>
                </a:lnTo>
                <a:lnTo>
                  <a:pt x="5427" y="13943"/>
                </a:lnTo>
                <a:lnTo>
                  <a:pt x="5264" y="14031"/>
                </a:lnTo>
                <a:lnTo>
                  <a:pt x="5210" y="14120"/>
                </a:lnTo>
                <a:lnTo>
                  <a:pt x="5210" y="14296"/>
                </a:lnTo>
                <a:lnTo>
                  <a:pt x="5264" y="14429"/>
                </a:lnTo>
                <a:lnTo>
                  <a:pt x="5427" y="14606"/>
                </a:lnTo>
                <a:lnTo>
                  <a:pt x="5590" y="14784"/>
                </a:lnTo>
                <a:lnTo>
                  <a:pt x="5753" y="15005"/>
                </a:lnTo>
                <a:lnTo>
                  <a:pt x="5862" y="15270"/>
                </a:lnTo>
                <a:lnTo>
                  <a:pt x="4993" y="15005"/>
                </a:lnTo>
                <a:lnTo>
                  <a:pt x="4178" y="14606"/>
                </a:lnTo>
                <a:lnTo>
                  <a:pt x="4125" y="14563"/>
                </a:lnTo>
                <a:lnTo>
                  <a:pt x="4016" y="14429"/>
                </a:lnTo>
                <a:lnTo>
                  <a:pt x="3853" y="14341"/>
                </a:lnTo>
                <a:lnTo>
                  <a:pt x="3474" y="14253"/>
                </a:lnTo>
                <a:lnTo>
                  <a:pt x="3419" y="14163"/>
                </a:lnTo>
                <a:lnTo>
                  <a:pt x="3202" y="13412"/>
                </a:lnTo>
                <a:lnTo>
                  <a:pt x="3094" y="12969"/>
                </a:lnTo>
                <a:lnTo>
                  <a:pt x="3039" y="12526"/>
                </a:lnTo>
                <a:lnTo>
                  <a:pt x="3039" y="12128"/>
                </a:lnTo>
                <a:lnTo>
                  <a:pt x="3094" y="11907"/>
                </a:lnTo>
                <a:lnTo>
                  <a:pt x="3202" y="11774"/>
                </a:lnTo>
                <a:lnTo>
                  <a:pt x="3310" y="11597"/>
                </a:lnTo>
                <a:lnTo>
                  <a:pt x="3474" y="11509"/>
                </a:lnTo>
                <a:lnTo>
                  <a:pt x="3690" y="11420"/>
                </a:lnTo>
                <a:lnTo>
                  <a:pt x="3962" y="11332"/>
                </a:lnTo>
                <a:lnTo>
                  <a:pt x="4016" y="11332"/>
                </a:lnTo>
                <a:lnTo>
                  <a:pt x="4070" y="11287"/>
                </a:lnTo>
                <a:lnTo>
                  <a:pt x="4125" y="11199"/>
                </a:lnTo>
                <a:lnTo>
                  <a:pt x="4125" y="11110"/>
                </a:lnTo>
                <a:lnTo>
                  <a:pt x="4016" y="10889"/>
                </a:lnTo>
                <a:lnTo>
                  <a:pt x="3853" y="10668"/>
                </a:lnTo>
                <a:lnTo>
                  <a:pt x="3690" y="10490"/>
                </a:lnTo>
                <a:lnTo>
                  <a:pt x="3474" y="10268"/>
                </a:lnTo>
                <a:lnTo>
                  <a:pt x="3039" y="9960"/>
                </a:lnTo>
                <a:lnTo>
                  <a:pt x="2551" y="9605"/>
                </a:lnTo>
                <a:lnTo>
                  <a:pt x="2225" y="9427"/>
                </a:lnTo>
                <a:lnTo>
                  <a:pt x="1900" y="9207"/>
                </a:lnTo>
                <a:lnTo>
                  <a:pt x="1737" y="8986"/>
                </a:lnTo>
                <a:lnTo>
                  <a:pt x="1465" y="8808"/>
                </a:lnTo>
                <a:lnTo>
                  <a:pt x="1139" y="8631"/>
                </a:lnTo>
                <a:lnTo>
                  <a:pt x="814" y="8588"/>
                </a:lnTo>
                <a:lnTo>
                  <a:pt x="977" y="7923"/>
                </a:lnTo>
                <a:lnTo>
                  <a:pt x="1139" y="7347"/>
                </a:lnTo>
                <a:lnTo>
                  <a:pt x="1194" y="7259"/>
                </a:lnTo>
                <a:lnTo>
                  <a:pt x="1411" y="7171"/>
                </a:lnTo>
                <a:lnTo>
                  <a:pt x="1628" y="7126"/>
                </a:lnTo>
                <a:lnTo>
                  <a:pt x="1845" y="7126"/>
                </a:lnTo>
                <a:lnTo>
                  <a:pt x="2062" y="7171"/>
                </a:lnTo>
                <a:lnTo>
                  <a:pt x="2225" y="7259"/>
                </a:lnTo>
                <a:lnTo>
                  <a:pt x="2388" y="7392"/>
                </a:lnTo>
                <a:lnTo>
                  <a:pt x="2443" y="7525"/>
                </a:lnTo>
                <a:lnTo>
                  <a:pt x="2443" y="7879"/>
                </a:lnTo>
                <a:lnTo>
                  <a:pt x="2496" y="7923"/>
                </a:lnTo>
                <a:lnTo>
                  <a:pt x="2551" y="7923"/>
                </a:lnTo>
                <a:lnTo>
                  <a:pt x="2876" y="8056"/>
                </a:lnTo>
                <a:lnTo>
                  <a:pt x="3147" y="8188"/>
                </a:lnTo>
                <a:lnTo>
                  <a:pt x="3365" y="8410"/>
                </a:lnTo>
                <a:lnTo>
                  <a:pt x="3527" y="8631"/>
                </a:lnTo>
                <a:lnTo>
                  <a:pt x="3637" y="8720"/>
                </a:lnTo>
                <a:lnTo>
                  <a:pt x="3745" y="8720"/>
                </a:lnTo>
                <a:lnTo>
                  <a:pt x="3853" y="8676"/>
                </a:lnTo>
                <a:lnTo>
                  <a:pt x="3908" y="8543"/>
                </a:lnTo>
                <a:lnTo>
                  <a:pt x="3745" y="7171"/>
                </a:lnTo>
                <a:lnTo>
                  <a:pt x="4070" y="7126"/>
                </a:lnTo>
                <a:lnTo>
                  <a:pt x="4450" y="6994"/>
                </a:lnTo>
                <a:lnTo>
                  <a:pt x="4776" y="6906"/>
                </a:lnTo>
                <a:lnTo>
                  <a:pt x="5102" y="6861"/>
                </a:lnTo>
                <a:lnTo>
                  <a:pt x="5427" y="6816"/>
                </a:lnTo>
                <a:lnTo>
                  <a:pt x="5753" y="6861"/>
                </a:lnTo>
                <a:lnTo>
                  <a:pt x="6350" y="6906"/>
                </a:lnTo>
                <a:lnTo>
                  <a:pt x="7544" y="6906"/>
                </a:lnTo>
                <a:lnTo>
                  <a:pt x="7815" y="6816"/>
                </a:lnTo>
                <a:lnTo>
                  <a:pt x="8141" y="6728"/>
                </a:lnTo>
                <a:lnTo>
                  <a:pt x="8250" y="6684"/>
                </a:lnTo>
                <a:lnTo>
                  <a:pt x="8303" y="6595"/>
                </a:lnTo>
                <a:lnTo>
                  <a:pt x="8303" y="6463"/>
                </a:lnTo>
                <a:lnTo>
                  <a:pt x="8250" y="6373"/>
                </a:lnTo>
                <a:lnTo>
                  <a:pt x="7760" y="5932"/>
                </a:lnTo>
                <a:lnTo>
                  <a:pt x="7219" y="5489"/>
                </a:lnTo>
                <a:lnTo>
                  <a:pt x="6947" y="5267"/>
                </a:lnTo>
                <a:lnTo>
                  <a:pt x="6676" y="5091"/>
                </a:lnTo>
                <a:lnTo>
                  <a:pt x="6350" y="4958"/>
                </a:lnTo>
                <a:lnTo>
                  <a:pt x="5970" y="4825"/>
                </a:lnTo>
                <a:lnTo>
                  <a:pt x="5915" y="4693"/>
                </a:lnTo>
                <a:lnTo>
                  <a:pt x="5862" y="4603"/>
                </a:lnTo>
                <a:lnTo>
                  <a:pt x="5698" y="4515"/>
                </a:lnTo>
                <a:lnTo>
                  <a:pt x="5535" y="4426"/>
                </a:lnTo>
                <a:lnTo>
                  <a:pt x="4993" y="4250"/>
                </a:lnTo>
                <a:lnTo>
                  <a:pt x="4721" y="4160"/>
                </a:lnTo>
                <a:lnTo>
                  <a:pt x="4396" y="4117"/>
                </a:lnTo>
                <a:lnTo>
                  <a:pt x="5047" y="3895"/>
                </a:lnTo>
                <a:lnTo>
                  <a:pt x="5644" y="3674"/>
                </a:lnTo>
                <a:lnTo>
                  <a:pt x="6295" y="3541"/>
                </a:lnTo>
                <a:lnTo>
                  <a:pt x="6947" y="3452"/>
                </a:lnTo>
                <a:lnTo>
                  <a:pt x="7598" y="3364"/>
                </a:lnTo>
                <a:lnTo>
                  <a:pt x="9607" y="3364"/>
                </a:lnTo>
                <a:lnTo>
                  <a:pt x="9715" y="3319"/>
                </a:lnTo>
                <a:lnTo>
                  <a:pt x="9715" y="3231"/>
                </a:lnTo>
                <a:close/>
                <a:moveTo>
                  <a:pt x="7544" y="18811"/>
                </a:moveTo>
                <a:lnTo>
                  <a:pt x="7760" y="18856"/>
                </a:lnTo>
                <a:lnTo>
                  <a:pt x="8141" y="18944"/>
                </a:lnTo>
                <a:lnTo>
                  <a:pt x="7978" y="18989"/>
                </a:lnTo>
                <a:lnTo>
                  <a:pt x="7870" y="19077"/>
                </a:lnTo>
                <a:lnTo>
                  <a:pt x="7760" y="19210"/>
                </a:lnTo>
                <a:lnTo>
                  <a:pt x="7760" y="19342"/>
                </a:lnTo>
                <a:lnTo>
                  <a:pt x="7707" y="19520"/>
                </a:lnTo>
                <a:lnTo>
                  <a:pt x="7760" y="19741"/>
                </a:lnTo>
                <a:lnTo>
                  <a:pt x="7760" y="19830"/>
                </a:lnTo>
                <a:lnTo>
                  <a:pt x="7815" y="19918"/>
                </a:lnTo>
                <a:lnTo>
                  <a:pt x="7923" y="20006"/>
                </a:lnTo>
                <a:lnTo>
                  <a:pt x="8032" y="20051"/>
                </a:lnTo>
                <a:lnTo>
                  <a:pt x="8195" y="20051"/>
                </a:lnTo>
                <a:lnTo>
                  <a:pt x="8683" y="20449"/>
                </a:lnTo>
                <a:lnTo>
                  <a:pt x="9226" y="20714"/>
                </a:lnTo>
                <a:lnTo>
                  <a:pt x="9715" y="20936"/>
                </a:lnTo>
                <a:lnTo>
                  <a:pt x="9986" y="21024"/>
                </a:lnTo>
                <a:lnTo>
                  <a:pt x="5102" y="20980"/>
                </a:lnTo>
                <a:lnTo>
                  <a:pt x="5319" y="20892"/>
                </a:lnTo>
                <a:lnTo>
                  <a:pt x="5807" y="20714"/>
                </a:lnTo>
                <a:lnTo>
                  <a:pt x="6295" y="20494"/>
                </a:lnTo>
                <a:lnTo>
                  <a:pt x="6621" y="20316"/>
                </a:lnTo>
                <a:lnTo>
                  <a:pt x="6947" y="20095"/>
                </a:lnTo>
                <a:lnTo>
                  <a:pt x="7056" y="20139"/>
                </a:lnTo>
                <a:lnTo>
                  <a:pt x="7219" y="20139"/>
                </a:lnTo>
                <a:lnTo>
                  <a:pt x="7327" y="20095"/>
                </a:lnTo>
                <a:lnTo>
                  <a:pt x="7435" y="20006"/>
                </a:lnTo>
                <a:lnTo>
                  <a:pt x="7598" y="19785"/>
                </a:lnTo>
                <a:lnTo>
                  <a:pt x="7707" y="19564"/>
                </a:lnTo>
                <a:lnTo>
                  <a:pt x="7652" y="19430"/>
                </a:lnTo>
                <a:lnTo>
                  <a:pt x="7544" y="19342"/>
                </a:lnTo>
                <a:lnTo>
                  <a:pt x="7489" y="19298"/>
                </a:lnTo>
                <a:lnTo>
                  <a:pt x="7544" y="19032"/>
                </a:lnTo>
                <a:lnTo>
                  <a:pt x="7544" y="18811"/>
                </a:lnTo>
                <a:close/>
                <a:moveTo>
                  <a:pt x="14491" y="0"/>
                </a:moveTo>
                <a:lnTo>
                  <a:pt x="14273" y="89"/>
                </a:lnTo>
                <a:lnTo>
                  <a:pt x="13893" y="133"/>
                </a:lnTo>
                <a:lnTo>
                  <a:pt x="13568" y="265"/>
                </a:lnTo>
                <a:lnTo>
                  <a:pt x="13405" y="355"/>
                </a:lnTo>
                <a:lnTo>
                  <a:pt x="13297" y="487"/>
                </a:lnTo>
                <a:lnTo>
                  <a:pt x="13242" y="620"/>
                </a:lnTo>
                <a:lnTo>
                  <a:pt x="13189" y="798"/>
                </a:lnTo>
                <a:lnTo>
                  <a:pt x="13189" y="1063"/>
                </a:lnTo>
                <a:lnTo>
                  <a:pt x="13297" y="1239"/>
                </a:lnTo>
                <a:lnTo>
                  <a:pt x="13351" y="1372"/>
                </a:lnTo>
                <a:lnTo>
                  <a:pt x="12211" y="2833"/>
                </a:lnTo>
                <a:lnTo>
                  <a:pt x="11289" y="2656"/>
                </a:lnTo>
                <a:lnTo>
                  <a:pt x="10366" y="2612"/>
                </a:lnTo>
                <a:lnTo>
                  <a:pt x="9444" y="2612"/>
                </a:lnTo>
                <a:lnTo>
                  <a:pt x="8575" y="2700"/>
                </a:lnTo>
                <a:lnTo>
                  <a:pt x="8358" y="2745"/>
                </a:lnTo>
                <a:lnTo>
                  <a:pt x="8250" y="2878"/>
                </a:lnTo>
                <a:lnTo>
                  <a:pt x="7544" y="2833"/>
                </a:lnTo>
                <a:lnTo>
                  <a:pt x="6838" y="2921"/>
                </a:lnTo>
                <a:lnTo>
                  <a:pt x="6078" y="3011"/>
                </a:lnTo>
                <a:lnTo>
                  <a:pt x="5372" y="3187"/>
                </a:lnTo>
                <a:lnTo>
                  <a:pt x="4721" y="3409"/>
                </a:lnTo>
                <a:lnTo>
                  <a:pt x="4016" y="3674"/>
                </a:lnTo>
                <a:lnTo>
                  <a:pt x="3419" y="3984"/>
                </a:lnTo>
                <a:lnTo>
                  <a:pt x="2876" y="4293"/>
                </a:lnTo>
                <a:lnTo>
                  <a:pt x="2225" y="4736"/>
                </a:lnTo>
                <a:lnTo>
                  <a:pt x="1682" y="5267"/>
                </a:lnTo>
                <a:lnTo>
                  <a:pt x="1194" y="5799"/>
                </a:lnTo>
                <a:lnTo>
                  <a:pt x="814" y="6373"/>
                </a:lnTo>
                <a:lnTo>
                  <a:pt x="488" y="6994"/>
                </a:lnTo>
                <a:lnTo>
                  <a:pt x="271" y="7657"/>
                </a:lnTo>
                <a:lnTo>
                  <a:pt x="108" y="8321"/>
                </a:lnTo>
                <a:lnTo>
                  <a:pt x="0" y="8986"/>
                </a:lnTo>
                <a:lnTo>
                  <a:pt x="0" y="9649"/>
                </a:lnTo>
                <a:lnTo>
                  <a:pt x="55" y="10313"/>
                </a:lnTo>
                <a:lnTo>
                  <a:pt x="217" y="10977"/>
                </a:lnTo>
                <a:lnTo>
                  <a:pt x="434" y="11642"/>
                </a:lnTo>
                <a:lnTo>
                  <a:pt x="706" y="12261"/>
                </a:lnTo>
                <a:lnTo>
                  <a:pt x="1031" y="12836"/>
                </a:lnTo>
                <a:lnTo>
                  <a:pt x="1465" y="13412"/>
                </a:lnTo>
                <a:lnTo>
                  <a:pt x="2008" y="13943"/>
                </a:lnTo>
                <a:lnTo>
                  <a:pt x="2551" y="14429"/>
                </a:lnTo>
                <a:lnTo>
                  <a:pt x="3202" y="14872"/>
                </a:lnTo>
                <a:lnTo>
                  <a:pt x="3962" y="15270"/>
                </a:lnTo>
                <a:lnTo>
                  <a:pt x="4668" y="15580"/>
                </a:lnTo>
                <a:lnTo>
                  <a:pt x="5482" y="15846"/>
                </a:lnTo>
                <a:lnTo>
                  <a:pt x="6295" y="16023"/>
                </a:lnTo>
                <a:lnTo>
                  <a:pt x="7109" y="16156"/>
                </a:lnTo>
                <a:lnTo>
                  <a:pt x="7978" y="16244"/>
                </a:lnTo>
                <a:lnTo>
                  <a:pt x="8792" y="16244"/>
                </a:lnTo>
                <a:lnTo>
                  <a:pt x="9607" y="16200"/>
                </a:lnTo>
                <a:lnTo>
                  <a:pt x="10420" y="16111"/>
                </a:lnTo>
                <a:lnTo>
                  <a:pt x="11234" y="15935"/>
                </a:lnTo>
                <a:lnTo>
                  <a:pt x="11995" y="15713"/>
                </a:lnTo>
                <a:lnTo>
                  <a:pt x="12754" y="15447"/>
                </a:lnTo>
                <a:lnTo>
                  <a:pt x="13459" y="15094"/>
                </a:lnTo>
                <a:lnTo>
                  <a:pt x="14111" y="14739"/>
                </a:lnTo>
                <a:lnTo>
                  <a:pt x="14871" y="14208"/>
                </a:lnTo>
                <a:lnTo>
                  <a:pt x="15522" y="13589"/>
                </a:lnTo>
                <a:lnTo>
                  <a:pt x="16173" y="12924"/>
                </a:lnTo>
                <a:lnTo>
                  <a:pt x="16716" y="12261"/>
                </a:lnTo>
                <a:lnTo>
                  <a:pt x="17204" y="11509"/>
                </a:lnTo>
                <a:lnTo>
                  <a:pt x="17584" y="10756"/>
                </a:lnTo>
                <a:lnTo>
                  <a:pt x="17910" y="10003"/>
                </a:lnTo>
                <a:lnTo>
                  <a:pt x="18018" y="9561"/>
                </a:lnTo>
                <a:lnTo>
                  <a:pt x="18073" y="9162"/>
                </a:lnTo>
                <a:lnTo>
                  <a:pt x="18127" y="8543"/>
                </a:lnTo>
                <a:lnTo>
                  <a:pt x="18073" y="7967"/>
                </a:lnTo>
                <a:lnTo>
                  <a:pt x="17910" y="7392"/>
                </a:lnTo>
                <a:lnTo>
                  <a:pt x="17638" y="6816"/>
                </a:lnTo>
                <a:lnTo>
                  <a:pt x="17367" y="6241"/>
                </a:lnTo>
                <a:lnTo>
                  <a:pt x="16987" y="5710"/>
                </a:lnTo>
                <a:lnTo>
                  <a:pt x="16553" y="5224"/>
                </a:lnTo>
                <a:lnTo>
                  <a:pt x="16065" y="4781"/>
                </a:lnTo>
                <a:lnTo>
                  <a:pt x="16010" y="4648"/>
                </a:lnTo>
                <a:lnTo>
                  <a:pt x="15847" y="4603"/>
                </a:lnTo>
                <a:lnTo>
                  <a:pt x="15196" y="4072"/>
                </a:lnTo>
                <a:lnTo>
                  <a:pt x="15034" y="3984"/>
                </a:lnTo>
                <a:lnTo>
                  <a:pt x="14545" y="3719"/>
                </a:lnTo>
                <a:lnTo>
                  <a:pt x="14056" y="3452"/>
                </a:lnTo>
                <a:lnTo>
                  <a:pt x="13514" y="3231"/>
                </a:lnTo>
                <a:lnTo>
                  <a:pt x="12971" y="3054"/>
                </a:lnTo>
                <a:lnTo>
                  <a:pt x="13025" y="2966"/>
                </a:lnTo>
                <a:lnTo>
                  <a:pt x="13079" y="2921"/>
                </a:lnTo>
                <a:lnTo>
                  <a:pt x="13025" y="2833"/>
                </a:lnTo>
                <a:lnTo>
                  <a:pt x="13568" y="2258"/>
                </a:lnTo>
                <a:lnTo>
                  <a:pt x="14056" y="1682"/>
                </a:lnTo>
                <a:lnTo>
                  <a:pt x="14436" y="1682"/>
                </a:lnTo>
                <a:lnTo>
                  <a:pt x="14599" y="1639"/>
                </a:lnTo>
                <a:lnTo>
                  <a:pt x="14762" y="1549"/>
                </a:lnTo>
                <a:lnTo>
                  <a:pt x="14871" y="1461"/>
                </a:lnTo>
                <a:lnTo>
                  <a:pt x="15685" y="1771"/>
                </a:lnTo>
                <a:lnTo>
                  <a:pt x="16390" y="2170"/>
                </a:lnTo>
                <a:lnTo>
                  <a:pt x="17096" y="2568"/>
                </a:lnTo>
                <a:lnTo>
                  <a:pt x="17747" y="3054"/>
                </a:lnTo>
                <a:lnTo>
                  <a:pt x="18344" y="3586"/>
                </a:lnTo>
                <a:lnTo>
                  <a:pt x="18887" y="4117"/>
                </a:lnTo>
                <a:lnTo>
                  <a:pt x="19321" y="4736"/>
                </a:lnTo>
                <a:lnTo>
                  <a:pt x="19755" y="5356"/>
                </a:lnTo>
                <a:lnTo>
                  <a:pt x="20081" y="6020"/>
                </a:lnTo>
                <a:lnTo>
                  <a:pt x="20353" y="6684"/>
                </a:lnTo>
                <a:lnTo>
                  <a:pt x="20569" y="7392"/>
                </a:lnTo>
                <a:lnTo>
                  <a:pt x="20732" y="8100"/>
                </a:lnTo>
                <a:lnTo>
                  <a:pt x="20841" y="8808"/>
                </a:lnTo>
                <a:lnTo>
                  <a:pt x="20841" y="10268"/>
                </a:lnTo>
                <a:lnTo>
                  <a:pt x="20732" y="10977"/>
                </a:lnTo>
                <a:lnTo>
                  <a:pt x="20515" y="11774"/>
                </a:lnTo>
                <a:lnTo>
                  <a:pt x="20298" y="12526"/>
                </a:lnTo>
                <a:lnTo>
                  <a:pt x="19918" y="13279"/>
                </a:lnTo>
                <a:lnTo>
                  <a:pt x="19538" y="13987"/>
                </a:lnTo>
                <a:lnTo>
                  <a:pt x="19049" y="14696"/>
                </a:lnTo>
                <a:lnTo>
                  <a:pt x="18453" y="15315"/>
                </a:lnTo>
                <a:lnTo>
                  <a:pt x="17855" y="15935"/>
                </a:lnTo>
                <a:lnTo>
                  <a:pt x="17150" y="16510"/>
                </a:lnTo>
                <a:lnTo>
                  <a:pt x="16390" y="16952"/>
                </a:lnTo>
                <a:lnTo>
                  <a:pt x="15630" y="17395"/>
                </a:lnTo>
                <a:lnTo>
                  <a:pt x="14762" y="17750"/>
                </a:lnTo>
                <a:lnTo>
                  <a:pt x="13893" y="18059"/>
                </a:lnTo>
                <a:lnTo>
                  <a:pt x="13025" y="18281"/>
                </a:lnTo>
                <a:lnTo>
                  <a:pt x="12103" y="18413"/>
                </a:lnTo>
                <a:lnTo>
                  <a:pt x="11180" y="18501"/>
                </a:lnTo>
                <a:lnTo>
                  <a:pt x="10203" y="18546"/>
                </a:lnTo>
                <a:lnTo>
                  <a:pt x="9497" y="18501"/>
                </a:lnTo>
                <a:lnTo>
                  <a:pt x="8792" y="18457"/>
                </a:lnTo>
                <a:lnTo>
                  <a:pt x="8086" y="18324"/>
                </a:lnTo>
                <a:lnTo>
                  <a:pt x="7435" y="18191"/>
                </a:lnTo>
                <a:lnTo>
                  <a:pt x="6729" y="17970"/>
                </a:lnTo>
                <a:lnTo>
                  <a:pt x="6078" y="17705"/>
                </a:lnTo>
                <a:lnTo>
                  <a:pt x="5372" y="17440"/>
                </a:lnTo>
                <a:lnTo>
                  <a:pt x="5427" y="17395"/>
                </a:lnTo>
                <a:lnTo>
                  <a:pt x="5482" y="17307"/>
                </a:lnTo>
                <a:lnTo>
                  <a:pt x="5482" y="17129"/>
                </a:lnTo>
                <a:lnTo>
                  <a:pt x="5427" y="17041"/>
                </a:lnTo>
                <a:lnTo>
                  <a:pt x="5210" y="16909"/>
                </a:lnTo>
                <a:lnTo>
                  <a:pt x="4993" y="16819"/>
                </a:lnTo>
                <a:lnTo>
                  <a:pt x="4776" y="16776"/>
                </a:lnTo>
                <a:lnTo>
                  <a:pt x="4450" y="16776"/>
                </a:lnTo>
                <a:lnTo>
                  <a:pt x="4288" y="16819"/>
                </a:lnTo>
                <a:lnTo>
                  <a:pt x="4070" y="16909"/>
                </a:lnTo>
                <a:lnTo>
                  <a:pt x="3908" y="17041"/>
                </a:lnTo>
                <a:lnTo>
                  <a:pt x="3853" y="17217"/>
                </a:lnTo>
                <a:lnTo>
                  <a:pt x="3853" y="17395"/>
                </a:lnTo>
                <a:lnTo>
                  <a:pt x="3908" y="17572"/>
                </a:lnTo>
                <a:lnTo>
                  <a:pt x="4016" y="17750"/>
                </a:lnTo>
                <a:lnTo>
                  <a:pt x="4178" y="17882"/>
                </a:lnTo>
                <a:lnTo>
                  <a:pt x="4396" y="17926"/>
                </a:lnTo>
                <a:lnTo>
                  <a:pt x="4613" y="17970"/>
                </a:lnTo>
                <a:lnTo>
                  <a:pt x="4831" y="17926"/>
                </a:lnTo>
                <a:lnTo>
                  <a:pt x="4993" y="17793"/>
                </a:lnTo>
                <a:lnTo>
                  <a:pt x="5210" y="17926"/>
                </a:lnTo>
                <a:lnTo>
                  <a:pt x="5970" y="18281"/>
                </a:lnTo>
                <a:lnTo>
                  <a:pt x="6566" y="18501"/>
                </a:lnTo>
                <a:lnTo>
                  <a:pt x="7109" y="18679"/>
                </a:lnTo>
                <a:lnTo>
                  <a:pt x="7056" y="18767"/>
                </a:lnTo>
                <a:lnTo>
                  <a:pt x="7001" y="18811"/>
                </a:lnTo>
                <a:lnTo>
                  <a:pt x="6892" y="19077"/>
                </a:lnTo>
                <a:lnTo>
                  <a:pt x="6838" y="19342"/>
                </a:lnTo>
                <a:lnTo>
                  <a:pt x="6784" y="19873"/>
                </a:lnTo>
                <a:lnTo>
                  <a:pt x="5862" y="20095"/>
                </a:lnTo>
                <a:lnTo>
                  <a:pt x="4993" y="20404"/>
                </a:lnTo>
                <a:lnTo>
                  <a:pt x="4070" y="20714"/>
                </a:lnTo>
                <a:lnTo>
                  <a:pt x="3147" y="20980"/>
                </a:lnTo>
                <a:lnTo>
                  <a:pt x="3039" y="21024"/>
                </a:lnTo>
                <a:lnTo>
                  <a:pt x="2984" y="21113"/>
                </a:lnTo>
                <a:lnTo>
                  <a:pt x="2931" y="21202"/>
                </a:lnTo>
                <a:lnTo>
                  <a:pt x="2931" y="21290"/>
                </a:lnTo>
                <a:lnTo>
                  <a:pt x="2984" y="21378"/>
                </a:lnTo>
                <a:lnTo>
                  <a:pt x="3039" y="21467"/>
                </a:lnTo>
                <a:lnTo>
                  <a:pt x="3147" y="21512"/>
                </a:lnTo>
                <a:lnTo>
                  <a:pt x="3256" y="21555"/>
                </a:lnTo>
                <a:lnTo>
                  <a:pt x="12428" y="21600"/>
                </a:lnTo>
                <a:lnTo>
                  <a:pt x="12536" y="21600"/>
                </a:lnTo>
                <a:lnTo>
                  <a:pt x="12646" y="21555"/>
                </a:lnTo>
                <a:lnTo>
                  <a:pt x="12754" y="21467"/>
                </a:lnTo>
                <a:lnTo>
                  <a:pt x="12754" y="21202"/>
                </a:lnTo>
                <a:lnTo>
                  <a:pt x="12699" y="21113"/>
                </a:lnTo>
                <a:lnTo>
                  <a:pt x="12536" y="21024"/>
                </a:lnTo>
                <a:lnTo>
                  <a:pt x="11995" y="20847"/>
                </a:lnTo>
                <a:lnTo>
                  <a:pt x="11342" y="20714"/>
                </a:lnTo>
                <a:lnTo>
                  <a:pt x="10746" y="20582"/>
                </a:lnTo>
                <a:lnTo>
                  <a:pt x="10148" y="20449"/>
                </a:lnTo>
                <a:lnTo>
                  <a:pt x="9607" y="20228"/>
                </a:lnTo>
                <a:lnTo>
                  <a:pt x="9117" y="19963"/>
                </a:lnTo>
                <a:lnTo>
                  <a:pt x="8738" y="19697"/>
                </a:lnTo>
                <a:lnTo>
                  <a:pt x="8575" y="19564"/>
                </a:lnTo>
                <a:lnTo>
                  <a:pt x="8358" y="19475"/>
                </a:lnTo>
                <a:lnTo>
                  <a:pt x="8358" y="19430"/>
                </a:lnTo>
                <a:lnTo>
                  <a:pt x="8413" y="19210"/>
                </a:lnTo>
                <a:lnTo>
                  <a:pt x="8358" y="18989"/>
                </a:lnTo>
                <a:lnTo>
                  <a:pt x="9064" y="19077"/>
                </a:lnTo>
                <a:lnTo>
                  <a:pt x="9823" y="19122"/>
                </a:lnTo>
                <a:lnTo>
                  <a:pt x="11289" y="19122"/>
                </a:lnTo>
                <a:lnTo>
                  <a:pt x="12157" y="19032"/>
                </a:lnTo>
                <a:lnTo>
                  <a:pt x="13079" y="18856"/>
                </a:lnTo>
                <a:lnTo>
                  <a:pt x="13948" y="18679"/>
                </a:lnTo>
                <a:lnTo>
                  <a:pt x="14816" y="18413"/>
                </a:lnTo>
                <a:lnTo>
                  <a:pt x="15630" y="18059"/>
                </a:lnTo>
                <a:lnTo>
                  <a:pt x="16390" y="17705"/>
                </a:lnTo>
                <a:lnTo>
                  <a:pt x="17150" y="17262"/>
                </a:lnTo>
                <a:lnTo>
                  <a:pt x="17855" y="16776"/>
                </a:lnTo>
                <a:lnTo>
                  <a:pt x="18506" y="16244"/>
                </a:lnTo>
                <a:lnTo>
                  <a:pt x="19104" y="15669"/>
                </a:lnTo>
                <a:lnTo>
                  <a:pt x="19647" y="15049"/>
                </a:lnTo>
                <a:lnTo>
                  <a:pt x="20081" y="14386"/>
                </a:lnTo>
                <a:lnTo>
                  <a:pt x="20515" y="13722"/>
                </a:lnTo>
                <a:lnTo>
                  <a:pt x="20841" y="13014"/>
                </a:lnTo>
                <a:lnTo>
                  <a:pt x="21166" y="12305"/>
                </a:lnTo>
                <a:lnTo>
                  <a:pt x="21329" y="11552"/>
                </a:lnTo>
                <a:lnTo>
                  <a:pt x="21492" y="10801"/>
                </a:lnTo>
                <a:lnTo>
                  <a:pt x="21600" y="10048"/>
                </a:lnTo>
                <a:lnTo>
                  <a:pt x="21600" y="9295"/>
                </a:lnTo>
                <a:lnTo>
                  <a:pt x="21547" y="8543"/>
                </a:lnTo>
                <a:lnTo>
                  <a:pt x="21437" y="7790"/>
                </a:lnTo>
                <a:lnTo>
                  <a:pt x="21275" y="7038"/>
                </a:lnTo>
                <a:lnTo>
                  <a:pt x="21004" y="6285"/>
                </a:lnTo>
                <a:lnTo>
                  <a:pt x="20678" y="5577"/>
                </a:lnTo>
                <a:lnTo>
                  <a:pt x="20298" y="4825"/>
                </a:lnTo>
                <a:lnTo>
                  <a:pt x="19755" y="4117"/>
                </a:lnTo>
                <a:lnTo>
                  <a:pt x="19212" y="3452"/>
                </a:lnTo>
                <a:lnTo>
                  <a:pt x="18506" y="2789"/>
                </a:lnTo>
                <a:lnTo>
                  <a:pt x="17801" y="2213"/>
                </a:lnTo>
                <a:lnTo>
                  <a:pt x="16987" y="1682"/>
                </a:lnTo>
                <a:lnTo>
                  <a:pt x="16118" y="1239"/>
                </a:lnTo>
                <a:lnTo>
                  <a:pt x="15685" y="1063"/>
                </a:lnTo>
                <a:lnTo>
                  <a:pt x="15196" y="886"/>
                </a:lnTo>
                <a:lnTo>
                  <a:pt x="15250" y="708"/>
                </a:lnTo>
                <a:lnTo>
                  <a:pt x="15250" y="532"/>
                </a:lnTo>
                <a:lnTo>
                  <a:pt x="15196" y="355"/>
                </a:lnTo>
                <a:lnTo>
                  <a:pt x="15087" y="177"/>
                </a:lnTo>
                <a:lnTo>
                  <a:pt x="14924" y="89"/>
                </a:lnTo>
                <a:lnTo>
                  <a:pt x="14708" y="0"/>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157" name="Google Shape;480;p10"/>
          <p:cNvSpPr/>
          <p:nvPr/>
        </p:nvSpPr>
        <p:spPr>
          <a:xfrm>
            <a:off x="8743001" y="4166677"/>
            <a:ext cx="495254" cy="34023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071" y="4030"/>
                </a:moveTo>
                <a:lnTo>
                  <a:pt x="12025" y="4095"/>
                </a:lnTo>
                <a:lnTo>
                  <a:pt x="11934" y="4162"/>
                </a:lnTo>
                <a:lnTo>
                  <a:pt x="11889" y="4426"/>
                </a:lnTo>
                <a:lnTo>
                  <a:pt x="11934" y="4624"/>
                </a:lnTo>
                <a:lnTo>
                  <a:pt x="12025" y="4691"/>
                </a:lnTo>
                <a:lnTo>
                  <a:pt x="12071" y="4756"/>
                </a:lnTo>
                <a:lnTo>
                  <a:pt x="12297" y="4756"/>
                </a:lnTo>
                <a:lnTo>
                  <a:pt x="12343" y="4691"/>
                </a:lnTo>
                <a:lnTo>
                  <a:pt x="12433" y="4558"/>
                </a:lnTo>
                <a:lnTo>
                  <a:pt x="12433" y="4228"/>
                </a:lnTo>
                <a:lnTo>
                  <a:pt x="12343" y="4095"/>
                </a:lnTo>
                <a:lnTo>
                  <a:pt x="12297" y="4030"/>
                </a:lnTo>
                <a:close/>
                <a:moveTo>
                  <a:pt x="12116" y="5746"/>
                </a:moveTo>
                <a:lnTo>
                  <a:pt x="12025" y="5879"/>
                </a:lnTo>
                <a:lnTo>
                  <a:pt x="11979" y="5944"/>
                </a:lnTo>
                <a:lnTo>
                  <a:pt x="11979" y="6276"/>
                </a:lnTo>
                <a:lnTo>
                  <a:pt x="12071" y="6342"/>
                </a:lnTo>
                <a:lnTo>
                  <a:pt x="12116" y="6407"/>
                </a:lnTo>
                <a:lnTo>
                  <a:pt x="12297" y="6407"/>
                </a:lnTo>
                <a:lnTo>
                  <a:pt x="12343" y="6342"/>
                </a:lnTo>
                <a:lnTo>
                  <a:pt x="12388" y="6276"/>
                </a:lnTo>
                <a:lnTo>
                  <a:pt x="12433" y="6078"/>
                </a:lnTo>
                <a:lnTo>
                  <a:pt x="12388" y="5944"/>
                </a:lnTo>
                <a:lnTo>
                  <a:pt x="12343" y="5813"/>
                </a:lnTo>
                <a:lnTo>
                  <a:pt x="12297" y="5746"/>
                </a:lnTo>
                <a:close/>
                <a:moveTo>
                  <a:pt x="14249" y="5483"/>
                </a:moveTo>
                <a:lnTo>
                  <a:pt x="14113" y="5548"/>
                </a:lnTo>
                <a:lnTo>
                  <a:pt x="14021" y="5615"/>
                </a:lnTo>
                <a:lnTo>
                  <a:pt x="13976" y="5746"/>
                </a:lnTo>
                <a:lnTo>
                  <a:pt x="13931" y="5879"/>
                </a:lnTo>
                <a:lnTo>
                  <a:pt x="13931" y="6144"/>
                </a:lnTo>
                <a:lnTo>
                  <a:pt x="13976" y="6276"/>
                </a:lnTo>
                <a:lnTo>
                  <a:pt x="14067" y="6342"/>
                </a:lnTo>
                <a:lnTo>
                  <a:pt x="14158" y="6474"/>
                </a:lnTo>
                <a:lnTo>
                  <a:pt x="14339" y="6474"/>
                </a:lnTo>
                <a:lnTo>
                  <a:pt x="14430" y="6342"/>
                </a:lnTo>
                <a:lnTo>
                  <a:pt x="14475" y="6276"/>
                </a:lnTo>
                <a:lnTo>
                  <a:pt x="14521" y="6144"/>
                </a:lnTo>
                <a:lnTo>
                  <a:pt x="14475" y="5879"/>
                </a:lnTo>
                <a:lnTo>
                  <a:pt x="14475" y="5681"/>
                </a:lnTo>
                <a:lnTo>
                  <a:pt x="14385" y="5548"/>
                </a:lnTo>
                <a:lnTo>
                  <a:pt x="14249" y="5483"/>
                </a:lnTo>
                <a:close/>
                <a:moveTo>
                  <a:pt x="19241" y="2775"/>
                </a:moveTo>
                <a:lnTo>
                  <a:pt x="19059" y="3369"/>
                </a:lnTo>
                <a:lnTo>
                  <a:pt x="18787" y="3897"/>
                </a:lnTo>
                <a:lnTo>
                  <a:pt x="18515" y="4426"/>
                </a:lnTo>
                <a:lnTo>
                  <a:pt x="18197" y="4889"/>
                </a:lnTo>
                <a:lnTo>
                  <a:pt x="17833" y="5285"/>
                </a:lnTo>
                <a:lnTo>
                  <a:pt x="17471" y="5681"/>
                </a:lnTo>
                <a:lnTo>
                  <a:pt x="16744" y="6474"/>
                </a:lnTo>
                <a:lnTo>
                  <a:pt x="16426" y="5879"/>
                </a:lnTo>
                <a:lnTo>
                  <a:pt x="16064" y="5350"/>
                </a:lnTo>
                <a:lnTo>
                  <a:pt x="16200" y="5285"/>
                </a:lnTo>
                <a:lnTo>
                  <a:pt x="16926" y="4558"/>
                </a:lnTo>
                <a:lnTo>
                  <a:pt x="17697" y="3897"/>
                </a:lnTo>
                <a:lnTo>
                  <a:pt x="18469" y="3303"/>
                </a:lnTo>
                <a:lnTo>
                  <a:pt x="19241" y="2775"/>
                </a:lnTo>
                <a:close/>
                <a:moveTo>
                  <a:pt x="11026" y="5813"/>
                </a:moveTo>
                <a:lnTo>
                  <a:pt x="10936" y="5944"/>
                </a:lnTo>
                <a:lnTo>
                  <a:pt x="10890" y="6078"/>
                </a:lnTo>
                <a:lnTo>
                  <a:pt x="10890" y="6407"/>
                </a:lnTo>
                <a:lnTo>
                  <a:pt x="10981" y="6540"/>
                </a:lnTo>
                <a:lnTo>
                  <a:pt x="11072" y="6605"/>
                </a:lnTo>
                <a:lnTo>
                  <a:pt x="11254" y="6605"/>
                </a:lnTo>
                <a:lnTo>
                  <a:pt x="11299" y="6540"/>
                </a:lnTo>
                <a:lnTo>
                  <a:pt x="11390" y="6407"/>
                </a:lnTo>
                <a:lnTo>
                  <a:pt x="11390" y="6078"/>
                </a:lnTo>
                <a:lnTo>
                  <a:pt x="11344" y="6011"/>
                </a:lnTo>
                <a:lnTo>
                  <a:pt x="11299" y="5879"/>
                </a:lnTo>
                <a:lnTo>
                  <a:pt x="11208" y="5813"/>
                </a:lnTo>
                <a:close/>
                <a:moveTo>
                  <a:pt x="20193" y="1983"/>
                </a:moveTo>
                <a:lnTo>
                  <a:pt x="19966" y="2775"/>
                </a:lnTo>
                <a:lnTo>
                  <a:pt x="19649" y="3501"/>
                </a:lnTo>
                <a:lnTo>
                  <a:pt x="19285" y="4228"/>
                </a:lnTo>
                <a:lnTo>
                  <a:pt x="18923" y="4954"/>
                </a:lnTo>
                <a:lnTo>
                  <a:pt x="18515" y="5548"/>
                </a:lnTo>
                <a:lnTo>
                  <a:pt x="18061" y="6144"/>
                </a:lnTo>
                <a:lnTo>
                  <a:pt x="17107" y="7333"/>
                </a:lnTo>
                <a:lnTo>
                  <a:pt x="17016" y="7068"/>
                </a:lnTo>
                <a:lnTo>
                  <a:pt x="17289" y="6803"/>
                </a:lnTo>
                <a:lnTo>
                  <a:pt x="17743" y="6407"/>
                </a:lnTo>
                <a:lnTo>
                  <a:pt x="18151" y="5944"/>
                </a:lnTo>
                <a:lnTo>
                  <a:pt x="18559" y="5417"/>
                </a:lnTo>
                <a:lnTo>
                  <a:pt x="18923" y="4889"/>
                </a:lnTo>
                <a:lnTo>
                  <a:pt x="19241" y="4293"/>
                </a:lnTo>
                <a:lnTo>
                  <a:pt x="19513" y="3634"/>
                </a:lnTo>
                <a:lnTo>
                  <a:pt x="19739" y="2973"/>
                </a:lnTo>
                <a:lnTo>
                  <a:pt x="19921" y="2181"/>
                </a:lnTo>
                <a:lnTo>
                  <a:pt x="19921" y="2047"/>
                </a:lnTo>
                <a:lnTo>
                  <a:pt x="20193" y="1983"/>
                </a:lnTo>
                <a:close/>
                <a:moveTo>
                  <a:pt x="13023" y="7135"/>
                </a:moveTo>
                <a:lnTo>
                  <a:pt x="12933" y="7199"/>
                </a:lnTo>
                <a:lnTo>
                  <a:pt x="12841" y="7333"/>
                </a:lnTo>
                <a:lnTo>
                  <a:pt x="12841" y="7397"/>
                </a:lnTo>
                <a:lnTo>
                  <a:pt x="12797" y="7597"/>
                </a:lnTo>
                <a:lnTo>
                  <a:pt x="12841" y="7795"/>
                </a:lnTo>
                <a:lnTo>
                  <a:pt x="12933" y="7927"/>
                </a:lnTo>
                <a:lnTo>
                  <a:pt x="12977" y="7994"/>
                </a:lnTo>
                <a:lnTo>
                  <a:pt x="13159" y="7994"/>
                </a:lnTo>
                <a:lnTo>
                  <a:pt x="13295" y="7860"/>
                </a:lnTo>
                <a:lnTo>
                  <a:pt x="13341" y="7729"/>
                </a:lnTo>
                <a:lnTo>
                  <a:pt x="13387" y="7597"/>
                </a:lnTo>
                <a:lnTo>
                  <a:pt x="13341" y="7397"/>
                </a:lnTo>
                <a:lnTo>
                  <a:pt x="13295" y="7333"/>
                </a:lnTo>
                <a:lnTo>
                  <a:pt x="13251" y="7199"/>
                </a:lnTo>
                <a:lnTo>
                  <a:pt x="13205" y="7135"/>
                </a:lnTo>
                <a:close/>
                <a:moveTo>
                  <a:pt x="20329" y="859"/>
                </a:moveTo>
                <a:lnTo>
                  <a:pt x="20556" y="926"/>
                </a:lnTo>
                <a:lnTo>
                  <a:pt x="20738" y="1057"/>
                </a:lnTo>
                <a:lnTo>
                  <a:pt x="20828" y="1322"/>
                </a:lnTo>
                <a:lnTo>
                  <a:pt x="20920" y="1585"/>
                </a:lnTo>
                <a:lnTo>
                  <a:pt x="20964" y="1916"/>
                </a:lnTo>
                <a:lnTo>
                  <a:pt x="20964" y="2246"/>
                </a:lnTo>
                <a:lnTo>
                  <a:pt x="20920" y="2775"/>
                </a:lnTo>
                <a:lnTo>
                  <a:pt x="20738" y="3369"/>
                </a:lnTo>
                <a:lnTo>
                  <a:pt x="20466" y="3832"/>
                </a:lnTo>
                <a:lnTo>
                  <a:pt x="19921" y="4756"/>
                </a:lnTo>
                <a:lnTo>
                  <a:pt x="18651" y="6605"/>
                </a:lnTo>
                <a:lnTo>
                  <a:pt x="17425" y="8192"/>
                </a:lnTo>
                <a:lnTo>
                  <a:pt x="17334" y="7927"/>
                </a:lnTo>
                <a:lnTo>
                  <a:pt x="17471" y="7795"/>
                </a:lnTo>
                <a:lnTo>
                  <a:pt x="18515" y="6540"/>
                </a:lnTo>
                <a:lnTo>
                  <a:pt x="19013" y="5813"/>
                </a:lnTo>
                <a:lnTo>
                  <a:pt x="19467" y="5087"/>
                </a:lnTo>
                <a:lnTo>
                  <a:pt x="19875" y="4293"/>
                </a:lnTo>
                <a:lnTo>
                  <a:pt x="20239" y="3436"/>
                </a:lnTo>
                <a:lnTo>
                  <a:pt x="20556" y="2577"/>
                </a:lnTo>
                <a:lnTo>
                  <a:pt x="20738" y="1585"/>
                </a:lnTo>
                <a:lnTo>
                  <a:pt x="20738" y="1387"/>
                </a:lnTo>
                <a:lnTo>
                  <a:pt x="20692" y="1255"/>
                </a:lnTo>
                <a:lnTo>
                  <a:pt x="20602" y="1188"/>
                </a:lnTo>
                <a:lnTo>
                  <a:pt x="20466" y="1188"/>
                </a:lnTo>
                <a:lnTo>
                  <a:pt x="19694" y="1387"/>
                </a:lnTo>
                <a:lnTo>
                  <a:pt x="18967" y="1718"/>
                </a:lnTo>
                <a:lnTo>
                  <a:pt x="19285" y="1453"/>
                </a:lnTo>
                <a:lnTo>
                  <a:pt x="19649" y="1188"/>
                </a:lnTo>
                <a:lnTo>
                  <a:pt x="20012" y="990"/>
                </a:lnTo>
                <a:lnTo>
                  <a:pt x="20329" y="859"/>
                </a:lnTo>
                <a:close/>
                <a:moveTo>
                  <a:pt x="11571" y="7531"/>
                </a:moveTo>
                <a:lnTo>
                  <a:pt x="11390" y="7662"/>
                </a:lnTo>
                <a:lnTo>
                  <a:pt x="11299" y="7860"/>
                </a:lnTo>
                <a:lnTo>
                  <a:pt x="11299" y="7994"/>
                </a:lnTo>
                <a:lnTo>
                  <a:pt x="11344" y="8125"/>
                </a:lnTo>
                <a:lnTo>
                  <a:pt x="11390" y="8256"/>
                </a:lnTo>
                <a:lnTo>
                  <a:pt x="11480" y="8323"/>
                </a:lnTo>
                <a:lnTo>
                  <a:pt x="11662" y="8323"/>
                </a:lnTo>
                <a:lnTo>
                  <a:pt x="11798" y="8256"/>
                </a:lnTo>
                <a:lnTo>
                  <a:pt x="11889" y="8058"/>
                </a:lnTo>
                <a:lnTo>
                  <a:pt x="11934" y="7927"/>
                </a:lnTo>
                <a:lnTo>
                  <a:pt x="11934" y="7729"/>
                </a:lnTo>
                <a:lnTo>
                  <a:pt x="11889" y="7662"/>
                </a:lnTo>
                <a:lnTo>
                  <a:pt x="11798" y="7531"/>
                </a:lnTo>
                <a:close/>
                <a:moveTo>
                  <a:pt x="16382" y="11824"/>
                </a:moveTo>
                <a:lnTo>
                  <a:pt x="16290" y="11955"/>
                </a:lnTo>
                <a:lnTo>
                  <a:pt x="16246" y="12088"/>
                </a:lnTo>
                <a:lnTo>
                  <a:pt x="16246" y="12485"/>
                </a:lnTo>
                <a:lnTo>
                  <a:pt x="16336" y="12551"/>
                </a:lnTo>
                <a:lnTo>
                  <a:pt x="16472" y="12616"/>
                </a:lnTo>
                <a:lnTo>
                  <a:pt x="16654" y="12551"/>
                </a:lnTo>
                <a:lnTo>
                  <a:pt x="16744" y="12485"/>
                </a:lnTo>
                <a:lnTo>
                  <a:pt x="16744" y="12353"/>
                </a:lnTo>
                <a:lnTo>
                  <a:pt x="16790" y="12155"/>
                </a:lnTo>
                <a:lnTo>
                  <a:pt x="16744" y="12022"/>
                </a:lnTo>
                <a:lnTo>
                  <a:pt x="16654" y="11890"/>
                </a:lnTo>
                <a:lnTo>
                  <a:pt x="16472" y="11824"/>
                </a:lnTo>
                <a:close/>
                <a:moveTo>
                  <a:pt x="15111" y="13145"/>
                </a:moveTo>
                <a:lnTo>
                  <a:pt x="14974" y="13210"/>
                </a:lnTo>
                <a:lnTo>
                  <a:pt x="14884" y="13344"/>
                </a:lnTo>
                <a:lnTo>
                  <a:pt x="14838" y="13542"/>
                </a:lnTo>
                <a:lnTo>
                  <a:pt x="14838" y="13740"/>
                </a:lnTo>
                <a:lnTo>
                  <a:pt x="14884" y="13871"/>
                </a:lnTo>
                <a:lnTo>
                  <a:pt x="14974" y="14004"/>
                </a:lnTo>
                <a:lnTo>
                  <a:pt x="15111" y="14004"/>
                </a:lnTo>
                <a:lnTo>
                  <a:pt x="15202" y="13938"/>
                </a:lnTo>
                <a:lnTo>
                  <a:pt x="15292" y="13871"/>
                </a:lnTo>
                <a:lnTo>
                  <a:pt x="15384" y="13740"/>
                </a:lnTo>
                <a:lnTo>
                  <a:pt x="15384" y="13344"/>
                </a:lnTo>
                <a:lnTo>
                  <a:pt x="15247" y="13210"/>
                </a:lnTo>
                <a:lnTo>
                  <a:pt x="15111" y="13145"/>
                </a:lnTo>
                <a:close/>
                <a:moveTo>
                  <a:pt x="15746" y="14465"/>
                </a:moveTo>
                <a:lnTo>
                  <a:pt x="15656" y="14599"/>
                </a:lnTo>
                <a:lnTo>
                  <a:pt x="15656" y="14664"/>
                </a:lnTo>
                <a:lnTo>
                  <a:pt x="15610" y="14862"/>
                </a:lnTo>
                <a:lnTo>
                  <a:pt x="15610" y="15126"/>
                </a:lnTo>
                <a:lnTo>
                  <a:pt x="15656" y="15193"/>
                </a:lnTo>
                <a:lnTo>
                  <a:pt x="15700" y="15260"/>
                </a:lnTo>
                <a:lnTo>
                  <a:pt x="15746" y="15260"/>
                </a:lnTo>
                <a:lnTo>
                  <a:pt x="15836" y="15324"/>
                </a:lnTo>
                <a:lnTo>
                  <a:pt x="15972" y="15260"/>
                </a:lnTo>
                <a:lnTo>
                  <a:pt x="16064" y="15193"/>
                </a:lnTo>
                <a:lnTo>
                  <a:pt x="16108" y="15126"/>
                </a:lnTo>
                <a:lnTo>
                  <a:pt x="16108" y="14730"/>
                </a:lnTo>
                <a:lnTo>
                  <a:pt x="16018" y="14599"/>
                </a:lnTo>
                <a:lnTo>
                  <a:pt x="15972" y="14465"/>
                </a:lnTo>
                <a:close/>
                <a:moveTo>
                  <a:pt x="12433" y="3832"/>
                </a:moveTo>
                <a:lnTo>
                  <a:pt x="12933" y="3897"/>
                </a:lnTo>
                <a:lnTo>
                  <a:pt x="13431" y="4030"/>
                </a:lnTo>
                <a:lnTo>
                  <a:pt x="13931" y="4228"/>
                </a:lnTo>
                <a:lnTo>
                  <a:pt x="13885" y="4426"/>
                </a:lnTo>
                <a:lnTo>
                  <a:pt x="13931" y="4624"/>
                </a:lnTo>
                <a:lnTo>
                  <a:pt x="14021" y="4756"/>
                </a:lnTo>
                <a:lnTo>
                  <a:pt x="14158" y="4889"/>
                </a:lnTo>
                <a:lnTo>
                  <a:pt x="14385" y="4889"/>
                </a:lnTo>
                <a:lnTo>
                  <a:pt x="14566" y="5020"/>
                </a:lnTo>
                <a:lnTo>
                  <a:pt x="14974" y="5285"/>
                </a:lnTo>
                <a:lnTo>
                  <a:pt x="15066" y="5350"/>
                </a:lnTo>
                <a:lnTo>
                  <a:pt x="15156" y="5417"/>
                </a:lnTo>
                <a:lnTo>
                  <a:pt x="15428" y="5746"/>
                </a:lnTo>
                <a:lnTo>
                  <a:pt x="15700" y="6144"/>
                </a:lnTo>
                <a:lnTo>
                  <a:pt x="16200" y="6936"/>
                </a:lnTo>
                <a:lnTo>
                  <a:pt x="14203" y="8719"/>
                </a:lnTo>
                <a:lnTo>
                  <a:pt x="12207" y="10437"/>
                </a:lnTo>
                <a:lnTo>
                  <a:pt x="7533" y="14532"/>
                </a:lnTo>
                <a:lnTo>
                  <a:pt x="6443" y="15522"/>
                </a:lnTo>
                <a:lnTo>
                  <a:pt x="6625" y="14995"/>
                </a:lnTo>
                <a:lnTo>
                  <a:pt x="6987" y="14334"/>
                </a:lnTo>
                <a:lnTo>
                  <a:pt x="7351" y="13608"/>
                </a:lnTo>
                <a:lnTo>
                  <a:pt x="7305" y="13475"/>
                </a:lnTo>
                <a:lnTo>
                  <a:pt x="7261" y="13475"/>
                </a:lnTo>
                <a:lnTo>
                  <a:pt x="7033" y="13673"/>
                </a:lnTo>
                <a:lnTo>
                  <a:pt x="6851" y="13938"/>
                </a:lnTo>
                <a:lnTo>
                  <a:pt x="6443" y="14532"/>
                </a:lnTo>
                <a:lnTo>
                  <a:pt x="6171" y="15193"/>
                </a:lnTo>
                <a:lnTo>
                  <a:pt x="5899" y="15919"/>
                </a:lnTo>
                <a:lnTo>
                  <a:pt x="5853" y="15985"/>
                </a:lnTo>
                <a:lnTo>
                  <a:pt x="5717" y="15458"/>
                </a:lnTo>
                <a:lnTo>
                  <a:pt x="6080" y="14599"/>
                </a:lnTo>
                <a:lnTo>
                  <a:pt x="6534" y="13740"/>
                </a:lnTo>
                <a:lnTo>
                  <a:pt x="6987" y="12947"/>
                </a:lnTo>
                <a:lnTo>
                  <a:pt x="7441" y="12220"/>
                </a:lnTo>
                <a:lnTo>
                  <a:pt x="7441" y="12088"/>
                </a:lnTo>
                <a:lnTo>
                  <a:pt x="7351" y="12088"/>
                </a:lnTo>
                <a:lnTo>
                  <a:pt x="6851" y="12683"/>
                </a:lnTo>
                <a:lnTo>
                  <a:pt x="6398" y="13344"/>
                </a:lnTo>
                <a:lnTo>
                  <a:pt x="5989" y="14004"/>
                </a:lnTo>
                <a:lnTo>
                  <a:pt x="5581" y="14730"/>
                </a:lnTo>
                <a:lnTo>
                  <a:pt x="5536" y="14267"/>
                </a:lnTo>
                <a:lnTo>
                  <a:pt x="5490" y="13806"/>
                </a:lnTo>
                <a:lnTo>
                  <a:pt x="5762" y="13210"/>
                </a:lnTo>
                <a:lnTo>
                  <a:pt x="6035" y="12749"/>
                </a:lnTo>
                <a:lnTo>
                  <a:pt x="7033" y="10833"/>
                </a:lnTo>
                <a:lnTo>
                  <a:pt x="7079" y="10702"/>
                </a:lnTo>
                <a:lnTo>
                  <a:pt x="7033" y="10635"/>
                </a:lnTo>
                <a:lnTo>
                  <a:pt x="6897" y="10635"/>
                </a:lnTo>
                <a:lnTo>
                  <a:pt x="6534" y="11163"/>
                </a:lnTo>
                <a:lnTo>
                  <a:pt x="6126" y="11757"/>
                </a:lnTo>
                <a:lnTo>
                  <a:pt x="5445" y="12881"/>
                </a:lnTo>
                <a:lnTo>
                  <a:pt x="5445" y="11757"/>
                </a:lnTo>
                <a:lnTo>
                  <a:pt x="5717" y="11163"/>
                </a:lnTo>
                <a:lnTo>
                  <a:pt x="6126" y="10371"/>
                </a:lnTo>
                <a:lnTo>
                  <a:pt x="6353" y="9908"/>
                </a:lnTo>
                <a:lnTo>
                  <a:pt x="6489" y="9710"/>
                </a:lnTo>
                <a:lnTo>
                  <a:pt x="6671" y="9578"/>
                </a:lnTo>
                <a:lnTo>
                  <a:pt x="6715" y="9578"/>
                </a:lnTo>
                <a:lnTo>
                  <a:pt x="6715" y="9512"/>
                </a:lnTo>
                <a:lnTo>
                  <a:pt x="6671" y="9447"/>
                </a:lnTo>
                <a:lnTo>
                  <a:pt x="6671" y="9380"/>
                </a:lnTo>
                <a:lnTo>
                  <a:pt x="6398" y="9380"/>
                </a:lnTo>
                <a:lnTo>
                  <a:pt x="6262" y="9512"/>
                </a:lnTo>
                <a:lnTo>
                  <a:pt x="6126" y="9645"/>
                </a:lnTo>
                <a:lnTo>
                  <a:pt x="5899" y="9974"/>
                </a:lnTo>
                <a:lnTo>
                  <a:pt x="5717" y="10304"/>
                </a:lnTo>
                <a:lnTo>
                  <a:pt x="5536" y="10569"/>
                </a:lnTo>
                <a:lnTo>
                  <a:pt x="5672" y="9843"/>
                </a:lnTo>
                <a:lnTo>
                  <a:pt x="5853" y="9115"/>
                </a:lnTo>
                <a:lnTo>
                  <a:pt x="6035" y="8719"/>
                </a:lnTo>
                <a:lnTo>
                  <a:pt x="6216" y="8323"/>
                </a:lnTo>
                <a:lnTo>
                  <a:pt x="6443" y="7927"/>
                </a:lnTo>
                <a:lnTo>
                  <a:pt x="6671" y="7597"/>
                </a:lnTo>
                <a:lnTo>
                  <a:pt x="7169" y="6936"/>
                </a:lnTo>
                <a:lnTo>
                  <a:pt x="7713" y="6342"/>
                </a:lnTo>
                <a:lnTo>
                  <a:pt x="8259" y="5813"/>
                </a:lnTo>
                <a:lnTo>
                  <a:pt x="8803" y="5285"/>
                </a:lnTo>
                <a:lnTo>
                  <a:pt x="9393" y="4889"/>
                </a:lnTo>
                <a:lnTo>
                  <a:pt x="9982" y="4491"/>
                </a:lnTo>
                <a:lnTo>
                  <a:pt x="10482" y="4228"/>
                </a:lnTo>
                <a:lnTo>
                  <a:pt x="10936" y="4030"/>
                </a:lnTo>
                <a:lnTo>
                  <a:pt x="11435" y="3897"/>
                </a:lnTo>
                <a:lnTo>
                  <a:pt x="11934" y="3832"/>
                </a:lnTo>
                <a:close/>
                <a:moveTo>
                  <a:pt x="16472" y="7597"/>
                </a:moveTo>
                <a:lnTo>
                  <a:pt x="16608" y="7860"/>
                </a:lnTo>
                <a:lnTo>
                  <a:pt x="15564" y="9051"/>
                </a:lnTo>
                <a:lnTo>
                  <a:pt x="14475" y="10172"/>
                </a:lnTo>
                <a:lnTo>
                  <a:pt x="13341" y="11296"/>
                </a:lnTo>
                <a:lnTo>
                  <a:pt x="12207" y="12353"/>
                </a:lnTo>
                <a:lnTo>
                  <a:pt x="10981" y="13408"/>
                </a:lnTo>
                <a:lnTo>
                  <a:pt x="9756" y="14465"/>
                </a:lnTo>
                <a:lnTo>
                  <a:pt x="8485" y="15458"/>
                </a:lnTo>
                <a:lnTo>
                  <a:pt x="7169" y="16381"/>
                </a:lnTo>
                <a:lnTo>
                  <a:pt x="6171" y="17042"/>
                </a:lnTo>
                <a:lnTo>
                  <a:pt x="6080" y="16778"/>
                </a:lnTo>
                <a:lnTo>
                  <a:pt x="6126" y="16580"/>
                </a:lnTo>
                <a:lnTo>
                  <a:pt x="7487" y="15458"/>
                </a:lnTo>
                <a:lnTo>
                  <a:pt x="12615" y="10965"/>
                </a:lnTo>
                <a:lnTo>
                  <a:pt x="14566" y="9249"/>
                </a:lnTo>
                <a:lnTo>
                  <a:pt x="16472" y="7597"/>
                </a:lnTo>
                <a:close/>
                <a:moveTo>
                  <a:pt x="4900" y="14334"/>
                </a:moveTo>
                <a:lnTo>
                  <a:pt x="4946" y="14532"/>
                </a:lnTo>
                <a:lnTo>
                  <a:pt x="4946" y="14599"/>
                </a:lnTo>
                <a:lnTo>
                  <a:pt x="5128" y="15656"/>
                </a:lnTo>
                <a:lnTo>
                  <a:pt x="4900" y="16250"/>
                </a:lnTo>
                <a:lnTo>
                  <a:pt x="4854" y="16381"/>
                </a:lnTo>
                <a:lnTo>
                  <a:pt x="4854" y="16448"/>
                </a:lnTo>
                <a:lnTo>
                  <a:pt x="4946" y="16646"/>
                </a:lnTo>
                <a:lnTo>
                  <a:pt x="4129" y="17109"/>
                </a:lnTo>
                <a:lnTo>
                  <a:pt x="3720" y="17307"/>
                </a:lnTo>
                <a:lnTo>
                  <a:pt x="3267" y="17438"/>
                </a:lnTo>
                <a:lnTo>
                  <a:pt x="3584" y="16515"/>
                </a:lnTo>
                <a:lnTo>
                  <a:pt x="3993" y="15656"/>
                </a:lnTo>
                <a:lnTo>
                  <a:pt x="4402" y="14995"/>
                </a:lnTo>
                <a:lnTo>
                  <a:pt x="4900" y="14334"/>
                </a:lnTo>
                <a:close/>
                <a:moveTo>
                  <a:pt x="16835" y="8521"/>
                </a:moveTo>
                <a:lnTo>
                  <a:pt x="16926" y="8851"/>
                </a:lnTo>
                <a:lnTo>
                  <a:pt x="16064" y="9908"/>
                </a:lnTo>
                <a:lnTo>
                  <a:pt x="14974" y="11163"/>
                </a:lnTo>
                <a:lnTo>
                  <a:pt x="13885" y="12287"/>
                </a:lnTo>
                <a:lnTo>
                  <a:pt x="12751" y="13408"/>
                </a:lnTo>
                <a:lnTo>
                  <a:pt x="11571" y="14465"/>
                </a:lnTo>
                <a:lnTo>
                  <a:pt x="10392" y="15458"/>
                </a:lnTo>
                <a:lnTo>
                  <a:pt x="9212" y="16381"/>
                </a:lnTo>
                <a:lnTo>
                  <a:pt x="7986" y="17240"/>
                </a:lnTo>
                <a:lnTo>
                  <a:pt x="6715" y="18033"/>
                </a:lnTo>
                <a:lnTo>
                  <a:pt x="6489" y="17637"/>
                </a:lnTo>
                <a:lnTo>
                  <a:pt x="6761" y="17438"/>
                </a:lnTo>
                <a:lnTo>
                  <a:pt x="8167" y="16448"/>
                </a:lnTo>
                <a:lnTo>
                  <a:pt x="9574" y="15391"/>
                </a:lnTo>
                <a:lnTo>
                  <a:pt x="10981" y="14267"/>
                </a:lnTo>
                <a:lnTo>
                  <a:pt x="12343" y="13079"/>
                </a:lnTo>
                <a:lnTo>
                  <a:pt x="13477" y="12022"/>
                </a:lnTo>
                <a:lnTo>
                  <a:pt x="14612" y="10900"/>
                </a:lnTo>
                <a:lnTo>
                  <a:pt x="15746" y="9710"/>
                </a:lnTo>
                <a:lnTo>
                  <a:pt x="16835" y="8521"/>
                </a:lnTo>
                <a:close/>
                <a:moveTo>
                  <a:pt x="14838" y="17505"/>
                </a:moveTo>
                <a:lnTo>
                  <a:pt x="15428" y="17703"/>
                </a:lnTo>
                <a:lnTo>
                  <a:pt x="15384" y="17768"/>
                </a:lnTo>
                <a:lnTo>
                  <a:pt x="14884" y="18496"/>
                </a:lnTo>
                <a:lnTo>
                  <a:pt x="14884" y="18364"/>
                </a:lnTo>
                <a:lnTo>
                  <a:pt x="14838" y="17505"/>
                </a:lnTo>
                <a:close/>
                <a:moveTo>
                  <a:pt x="3358" y="15854"/>
                </a:moveTo>
                <a:lnTo>
                  <a:pt x="2995" y="16778"/>
                </a:lnTo>
                <a:lnTo>
                  <a:pt x="2677" y="17768"/>
                </a:lnTo>
                <a:lnTo>
                  <a:pt x="2677" y="17901"/>
                </a:lnTo>
                <a:lnTo>
                  <a:pt x="2722" y="18099"/>
                </a:lnTo>
                <a:lnTo>
                  <a:pt x="2813" y="18166"/>
                </a:lnTo>
                <a:lnTo>
                  <a:pt x="2904" y="18231"/>
                </a:lnTo>
                <a:lnTo>
                  <a:pt x="3584" y="18033"/>
                </a:lnTo>
                <a:lnTo>
                  <a:pt x="4266" y="17768"/>
                </a:lnTo>
                <a:lnTo>
                  <a:pt x="4854" y="17438"/>
                </a:lnTo>
                <a:lnTo>
                  <a:pt x="5490" y="17042"/>
                </a:lnTo>
                <a:lnTo>
                  <a:pt x="5626" y="17438"/>
                </a:lnTo>
                <a:lnTo>
                  <a:pt x="4402" y="18231"/>
                </a:lnTo>
                <a:lnTo>
                  <a:pt x="3812" y="18562"/>
                </a:lnTo>
                <a:lnTo>
                  <a:pt x="3176" y="18958"/>
                </a:lnTo>
                <a:lnTo>
                  <a:pt x="2813" y="19156"/>
                </a:lnTo>
                <a:lnTo>
                  <a:pt x="2495" y="19221"/>
                </a:lnTo>
                <a:lnTo>
                  <a:pt x="2177" y="19288"/>
                </a:lnTo>
                <a:lnTo>
                  <a:pt x="1815" y="19288"/>
                </a:lnTo>
                <a:lnTo>
                  <a:pt x="2586" y="17637"/>
                </a:lnTo>
                <a:lnTo>
                  <a:pt x="2904" y="16778"/>
                </a:lnTo>
                <a:lnTo>
                  <a:pt x="3267" y="15985"/>
                </a:lnTo>
                <a:lnTo>
                  <a:pt x="3358" y="15854"/>
                </a:lnTo>
                <a:close/>
                <a:moveTo>
                  <a:pt x="17107" y="9776"/>
                </a:moveTo>
                <a:lnTo>
                  <a:pt x="17244" y="10702"/>
                </a:lnTo>
                <a:lnTo>
                  <a:pt x="17244" y="12418"/>
                </a:lnTo>
                <a:lnTo>
                  <a:pt x="17153" y="13210"/>
                </a:lnTo>
                <a:lnTo>
                  <a:pt x="17016" y="13938"/>
                </a:lnTo>
                <a:lnTo>
                  <a:pt x="16835" y="14664"/>
                </a:lnTo>
                <a:lnTo>
                  <a:pt x="16608" y="15391"/>
                </a:lnTo>
                <a:lnTo>
                  <a:pt x="16336" y="16052"/>
                </a:lnTo>
                <a:lnTo>
                  <a:pt x="16018" y="16713"/>
                </a:lnTo>
                <a:lnTo>
                  <a:pt x="15656" y="17372"/>
                </a:lnTo>
                <a:lnTo>
                  <a:pt x="15202" y="17307"/>
                </a:lnTo>
                <a:lnTo>
                  <a:pt x="14748" y="17174"/>
                </a:lnTo>
                <a:lnTo>
                  <a:pt x="14657" y="17240"/>
                </a:lnTo>
                <a:lnTo>
                  <a:pt x="14612" y="17240"/>
                </a:lnTo>
                <a:lnTo>
                  <a:pt x="14566" y="17372"/>
                </a:lnTo>
                <a:lnTo>
                  <a:pt x="14475" y="18760"/>
                </a:lnTo>
                <a:lnTo>
                  <a:pt x="14475" y="18892"/>
                </a:lnTo>
                <a:lnTo>
                  <a:pt x="14113" y="19288"/>
                </a:lnTo>
                <a:lnTo>
                  <a:pt x="13840" y="19486"/>
                </a:lnTo>
                <a:lnTo>
                  <a:pt x="13795" y="19553"/>
                </a:lnTo>
                <a:lnTo>
                  <a:pt x="13659" y="19684"/>
                </a:lnTo>
                <a:lnTo>
                  <a:pt x="13659" y="19023"/>
                </a:lnTo>
                <a:lnTo>
                  <a:pt x="13749" y="18364"/>
                </a:lnTo>
                <a:lnTo>
                  <a:pt x="13840" y="17768"/>
                </a:lnTo>
                <a:lnTo>
                  <a:pt x="13976" y="17109"/>
                </a:lnTo>
                <a:lnTo>
                  <a:pt x="13976" y="17042"/>
                </a:lnTo>
                <a:lnTo>
                  <a:pt x="13931" y="16976"/>
                </a:lnTo>
                <a:lnTo>
                  <a:pt x="13885" y="16976"/>
                </a:lnTo>
                <a:lnTo>
                  <a:pt x="13840" y="17042"/>
                </a:lnTo>
                <a:lnTo>
                  <a:pt x="13704" y="17372"/>
                </a:lnTo>
                <a:lnTo>
                  <a:pt x="13567" y="17703"/>
                </a:lnTo>
                <a:lnTo>
                  <a:pt x="13341" y="18429"/>
                </a:lnTo>
                <a:lnTo>
                  <a:pt x="13251" y="19156"/>
                </a:lnTo>
                <a:lnTo>
                  <a:pt x="13251" y="19949"/>
                </a:lnTo>
                <a:lnTo>
                  <a:pt x="12705" y="20278"/>
                </a:lnTo>
                <a:lnTo>
                  <a:pt x="12161" y="20476"/>
                </a:lnTo>
                <a:lnTo>
                  <a:pt x="12207" y="19817"/>
                </a:lnTo>
                <a:lnTo>
                  <a:pt x="12343" y="19156"/>
                </a:lnTo>
                <a:lnTo>
                  <a:pt x="12433" y="18627"/>
                </a:lnTo>
                <a:lnTo>
                  <a:pt x="12569" y="18166"/>
                </a:lnTo>
                <a:lnTo>
                  <a:pt x="12887" y="17240"/>
                </a:lnTo>
                <a:lnTo>
                  <a:pt x="12887" y="17174"/>
                </a:lnTo>
                <a:lnTo>
                  <a:pt x="12841" y="17109"/>
                </a:lnTo>
                <a:lnTo>
                  <a:pt x="12797" y="17109"/>
                </a:lnTo>
                <a:lnTo>
                  <a:pt x="12797" y="17174"/>
                </a:lnTo>
                <a:lnTo>
                  <a:pt x="12388" y="17901"/>
                </a:lnTo>
                <a:lnTo>
                  <a:pt x="12071" y="18760"/>
                </a:lnTo>
                <a:lnTo>
                  <a:pt x="11798" y="19619"/>
                </a:lnTo>
                <a:lnTo>
                  <a:pt x="11753" y="20080"/>
                </a:lnTo>
                <a:lnTo>
                  <a:pt x="11662" y="20543"/>
                </a:lnTo>
                <a:lnTo>
                  <a:pt x="11072" y="20543"/>
                </a:lnTo>
                <a:lnTo>
                  <a:pt x="11072" y="20278"/>
                </a:lnTo>
                <a:lnTo>
                  <a:pt x="11026" y="20213"/>
                </a:lnTo>
                <a:lnTo>
                  <a:pt x="10981" y="20147"/>
                </a:lnTo>
                <a:lnTo>
                  <a:pt x="10936" y="20147"/>
                </a:lnTo>
                <a:lnTo>
                  <a:pt x="10890" y="20213"/>
                </a:lnTo>
                <a:lnTo>
                  <a:pt x="10800" y="20345"/>
                </a:lnTo>
                <a:lnTo>
                  <a:pt x="11344" y="18825"/>
                </a:lnTo>
                <a:lnTo>
                  <a:pt x="11616" y="18099"/>
                </a:lnTo>
                <a:lnTo>
                  <a:pt x="11979" y="17372"/>
                </a:lnTo>
                <a:lnTo>
                  <a:pt x="11979" y="17307"/>
                </a:lnTo>
                <a:lnTo>
                  <a:pt x="11934" y="17307"/>
                </a:lnTo>
                <a:lnTo>
                  <a:pt x="11934" y="17240"/>
                </a:lnTo>
                <a:lnTo>
                  <a:pt x="11889" y="17307"/>
                </a:lnTo>
                <a:lnTo>
                  <a:pt x="11435" y="18033"/>
                </a:lnTo>
                <a:lnTo>
                  <a:pt x="11026" y="18760"/>
                </a:lnTo>
                <a:lnTo>
                  <a:pt x="10664" y="19553"/>
                </a:lnTo>
                <a:lnTo>
                  <a:pt x="10300" y="20412"/>
                </a:lnTo>
                <a:lnTo>
                  <a:pt x="9846" y="20213"/>
                </a:lnTo>
                <a:lnTo>
                  <a:pt x="9892" y="20147"/>
                </a:lnTo>
                <a:lnTo>
                  <a:pt x="9892" y="20080"/>
                </a:lnTo>
                <a:lnTo>
                  <a:pt x="9846" y="20015"/>
                </a:lnTo>
                <a:lnTo>
                  <a:pt x="9846" y="19949"/>
                </a:lnTo>
                <a:lnTo>
                  <a:pt x="9802" y="19751"/>
                </a:lnTo>
                <a:lnTo>
                  <a:pt x="9846" y="19553"/>
                </a:lnTo>
                <a:lnTo>
                  <a:pt x="9938" y="19090"/>
                </a:lnTo>
                <a:lnTo>
                  <a:pt x="10120" y="18562"/>
                </a:lnTo>
                <a:lnTo>
                  <a:pt x="10482" y="17703"/>
                </a:lnTo>
                <a:lnTo>
                  <a:pt x="10845" y="16976"/>
                </a:lnTo>
                <a:lnTo>
                  <a:pt x="10890" y="16911"/>
                </a:lnTo>
                <a:lnTo>
                  <a:pt x="10845" y="16778"/>
                </a:lnTo>
                <a:lnTo>
                  <a:pt x="10754" y="16778"/>
                </a:lnTo>
                <a:lnTo>
                  <a:pt x="10346" y="17174"/>
                </a:lnTo>
                <a:lnTo>
                  <a:pt x="10028" y="17703"/>
                </a:lnTo>
                <a:lnTo>
                  <a:pt x="9756" y="18231"/>
                </a:lnTo>
                <a:lnTo>
                  <a:pt x="9529" y="18825"/>
                </a:lnTo>
                <a:lnTo>
                  <a:pt x="9393" y="19419"/>
                </a:lnTo>
                <a:lnTo>
                  <a:pt x="9348" y="19751"/>
                </a:lnTo>
                <a:lnTo>
                  <a:pt x="9393" y="20015"/>
                </a:lnTo>
                <a:lnTo>
                  <a:pt x="8848" y="19751"/>
                </a:lnTo>
                <a:lnTo>
                  <a:pt x="8304" y="19419"/>
                </a:lnTo>
                <a:lnTo>
                  <a:pt x="8576" y="19023"/>
                </a:lnTo>
                <a:lnTo>
                  <a:pt x="8758" y="18627"/>
                </a:lnTo>
                <a:lnTo>
                  <a:pt x="8848" y="18429"/>
                </a:lnTo>
                <a:lnTo>
                  <a:pt x="8894" y="18231"/>
                </a:lnTo>
                <a:lnTo>
                  <a:pt x="8894" y="18166"/>
                </a:lnTo>
                <a:lnTo>
                  <a:pt x="8848" y="18166"/>
                </a:lnTo>
                <a:lnTo>
                  <a:pt x="8758" y="18231"/>
                </a:lnTo>
                <a:lnTo>
                  <a:pt x="8667" y="18297"/>
                </a:lnTo>
                <a:lnTo>
                  <a:pt x="8440" y="18562"/>
                </a:lnTo>
                <a:lnTo>
                  <a:pt x="8031" y="19023"/>
                </a:lnTo>
                <a:lnTo>
                  <a:pt x="7941" y="19156"/>
                </a:lnTo>
                <a:lnTo>
                  <a:pt x="7305" y="18627"/>
                </a:lnTo>
                <a:lnTo>
                  <a:pt x="8531" y="17835"/>
                </a:lnTo>
                <a:lnTo>
                  <a:pt x="9756" y="16911"/>
                </a:lnTo>
                <a:lnTo>
                  <a:pt x="10981" y="15985"/>
                </a:lnTo>
                <a:lnTo>
                  <a:pt x="12116" y="14995"/>
                </a:lnTo>
                <a:lnTo>
                  <a:pt x="13295" y="13938"/>
                </a:lnTo>
                <a:lnTo>
                  <a:pt x="14430" y="12814"/>
                </a:lnTo>
                <a:lnTo>
                  <a:pt x="15520" y="11626"/>
                </a:lnTo>
                <a:lnTo>
                  <a:pt x="16608" y="10437"/>
                </a:lnTo>
                <a:lnTo>
                  <a:pt x="17107" y="9776"/>
                </a:lnTo>
                <a:close/>
                <a:moveTo>
                  <a:pt x="2041" y="17570"/>
                </a:moveTo>
                <a:lnTo>
                  <a:pt x="1271" y="19288"/>
                </a:lnTo>
                <a:lnTo>
                  <a:pt x="1225" y="19419"/>
                </a:lnTo>
                <a:lnTo>
                  <a:pt x="1271" y="19553"/>
                </a:lnTo>
                <a:lnTo>
                  <a:pt x="1271" y="19684"/>
                </a:lnTo>
                <a:lnTo>
                  <a:pt x="1361" y="19751"/>
                </a:lnTo>
                <a:lnTo>
                  <a:pt x="1679" y="19882"/>
                </a:lnTo>
                <a:lnTo>
                  <a:pt x="2041" y="19949"/>
                </a:lnTo>
                <a:lnTo>
                  <a:pt x="2359" y="19949"/>
                </a:lnTo>
                <a:lnTo>
                  <a:pt x="2677" y="19882"/>
                </a:lnTo>
                <a:lnTo>
                  <a:pt x="3358" y="19553"/>
                </a:lnTo>
                <a:lnTo>
                  <a:pt x="3993" y="19156"/>
                </a:lnTo>
                <a:lnTo>
                  <a:pt x="5899" y="18033"/>
                </a:lnTo>
                <a:lnTo>
                  <a:pt x="6126" y="18364"/>
                </a:lnTo>
                <a:lnTo>
                  <a:pt x="5036" y="19023"/>
                </a:lnTo>
                <a:lnTo>
                  <a:pt x="3948" y="19619"/>
                </a:lnTo>
                <a:lnTo>
                  <a:pt x="2767" y="20147"/>
                </a:lnTo>
                <a:lnTo>
                  <a:pt x="1543" y="20610"/>
                </a:lnTo>
                <a:lnTo>
                  <a:pt x="1361" y="20741"/>
                </a:lnTo>
                <a:lnTo>
                  <a:pt x="1043" y="20808"/>
                </a:lnTo>
                <a:lnTo>
                  <a:pt x="771" y="20808"/>
                </a:lnTo>
                <a:lnTo>
                  <a:pt x="680" y="20741"/>
                </a:lnTo>
                <a:lnTo>
                  <a:pt x="589" y="20674"/>
                </a:lnTo>
                <a:lnTo>
                  <a:pt x="589" y="20543"/>
                </a:lnTo>
                <a:lnTo>
                  <a:pt x="635" y="20345"/>
                </a:lnTo>
                <a:lnTo>
                  <a:pt x="816" y="19817"/>
                </a:lnTo>
                <a:lnTo>
                  <a:pt x="1225" y="19090"/>
                </a:lnTo>
                <a:lnTo>
                  <a:pt x="1633" y="18297"/>
                </a:lnTo>
                <a:lnTo>
                  <a:pt x="2041" y="17570"/>
                </a:lnTo>
                <a:close/>
                <a:moveTo>
                  <a:pt x="20193" y="0"/>
                </a:moveTo>
                <a:lnTo>
                  <a:pt x="19966" y="67"/>
                </a:lnTo>
                <a:lnTo>
                  <a:pt x="19513" y="265"/>
                </a:lnTo>
                <a:lnTo>
                  <a:pt x="19149" y="594"/>
                </a:lnTo>
                <a:lnTo>
                  <a:pt x="18105" y="1453"/>
                </a:lnTo>
                <a:lnTo>
                  <a:pt x="17153" y="2444"/>
                </a:lnTo>
                <a:lnTo>
                  <a:pt x="16154" y="3436"/>
                </a:lnTo>
                <a:lnTo>
                  <a:pt x="15202" y="4426"/>
                </a:lnTo>
                <a:lnTo>
                  <a:pt x="14884" y="4162"/>
                </a:lnTo>
                <a:lnTo>
                  <a:pt x="14612" y="4030"/>
                </a:lnTo>
                <a:lnTo>
                  <a:pt x="14385" y="4030"/>
                </a:lnTo>
                <a:lnTo>
                  <a:pt x="14067" y="3765"/>
                </a:lnTo>
                <a:lnTo>
                  <a:pt x="13749" y="3567"/>
                </a:lnTo>
                <a:lnTo>
                  <a:pt x="13431" y="3436"/>
                </a:lnTo>
                <a:lnTo>
                  <a:pt x="13069" y="3303"/>
                </a:lnTo>
                <a:lnTo>
                  <a:pt x="12388" y="3171"/>
                </a:lnTo>
                <a:lnTo>
                  <a:pt x="11707" y="3171"/>
                </a:lnTo>
                <a:lnTo>
                  <a:pt x="11026" y="3303"/>
                </a:lnTo>
                <a:lnTo>
                  <a:pt x="10346" y="3567"/>
                </a:lnTo>
                <a:lnTo>
                  <a:pt x="9666" y="3897"/>
                </a:lnTo>
                <a:lnTo>
                  <a:pt x="9030" y="4293"/>
                </a:lnTo>
                <a:lnTo>
                  <a:pt x="8259" y="4889"/>
                </a:lnTo>
                <a:lnTo>
                  <a:pt x="7533" y="5548"/>
                </a:lnTo>
                <a:lnTo>
                  <a:pt x="6807" y="6342"/>
                </a:lnTo>
                <a:lnTo>
                  <a:pt x="6171" y="7135"/>
                </a:lnTo>
                <a:lnTo>
                  <a:pt x="5899" y="7597"/>
                </a:lnTo>
                <a:lnTo>
                  <a:pt x="5626" y="8058"/>
                </a:lnTo>
                <a:lnTo>
                  <a:pt x="5445" y="8588"/>
                </a:lnTo>
                <a:lnTo>
                  <a:pt x="5264" y="9115"/>
                </a:lnTo>
                <a:lnTo>
                  <a:pt x="5128" y="9645"/>
                </a:lnTo>
                <a:lnTo>
                  <a:pt x="4991" y="10239"/>
                </a:lnTo>
                <a:lnTo>
                  <a:pt x="4946" y="10833"/>
                </a:lnTo>
                <a:lnTo>
                  <a:pt x="4854" y="11428"/>
                </a:lnTo>
                <a:lnTo>
                  <a:pt x="4810" y="12551"/>
                </a:lnTo>
                <a:lnTo>
                  <a:pt x="4854" y="13740"/>
                </a:lnTo>
                <a:lnTo>
                  <a:pt x="4129" y="14334"/>
                </a:lnTo>
                <a:lnTo>
                  <a:pt x="3403" y="14928"/>
                </a:lnTo>
                <a:lnTo>
                  <a:pt x="2767" y="15589"/>
                </a:lnTo>
                <a:lnTo>
                  <a:pt x="2133" y="16381"/>
                </a:lnTo>
                <a:lnTo>
                  <a:pt x="1543" y="17240"/>
                </a:lnTo>
                <a:lnTo>
                  <a:pt x="998" y="18099"/>
                </a:lnTo>
                <a:lnTo>
                  <a:pt x="499" y="19090"/>
                </a:lnTo>
                <a:lnTo>
                  <a:pt x="272" y="19553"/>
                </a:lnTo>
                <a:lnTo>
                  <a:pt x="90" y="20080"/>
                </a:lnTo>
                <a:lnTo>
                  <a:pt x="0" y="20476"/>
                </a:lnTo>
                <a:lnTo>
                  <a:pt x="45" y="20808"/>
                </a:lnTo>
                <a:lnTo>
                  <a:pt x="136" y="21137"/>
                </a:lnTo>
                <a:lnTo>
                  <a:pt x="226" y="21270"/>
                </a:lnTo>
                <a:lnTo>
                  <a:pt x="317" y="21402"/>
                </a:lnTo>
                <a:lnTo>
                  <a:pt x="589" y="21533"/>
                </a:lnTo>
                <a:lnTo>
                  <a:pt x="861" y="21600"/>
                </a:lnTo>
                <a:lnTo>
                  <a:pt x="1134" y="21600"/>
                </a:lnTo>
                <a:lnTo>
                  <a:pt x="1451" y="21533"/>
                </a:lnTo>
                <a:lnTo>
                  <a:pt x="2269" y="21270"/>
                </a:lnTo>
                <a:lnTo>
                  <a:pt x="3085" y="20872"/>
                </a:lnTo>
                <a:lnTo>
                  <a:pt x="4718" y="20080"/>
                </a:lnTo>
                <a:lnTo>
                  <a:pt x="5672" y="19553"/>
                </a:lnTo>
                <a:lnTo>
                  <a:pt x="6625" y="19023"/>
                </a:lnTo>
                <a:lnTo>
                  <a:pt x="7125" y="19553"/>
                </a:lnTo>
                <a:lnTo>
                  <a:pt x="7669" y="19949"/>
                </a:lnTo>
                <a:lnTo>
                  <a:pt x="7713" y="20278"/>
                </a:lnTo>
                <a:lnTo>
                  <a:pt x="7759" y="20412"/>
                </a:lnTo>
                <a:lnTo>
                  <a:pt x="7849" y="20476"/>
                </a:lnTo>
                <a:lnTo>
                  <a:pt x="8031" y="20476"/>
                </a:lnTo>
                <a:lnTo>
                  <a:pt x="8167" y="20278"/>
                </a:lnTo>
                <a:lnTo>
                  <a:pt x="9166" y="20872"/>
                </a:lnTo>
                <a:lnTo>
                  <a:pt x="9666" y="21072"/>
                </a:lnTo>
                <a:lnTo>
                  <a:pt x="10164" y="21270"/>
                </a:lnTo>
                <a:lnTo>
                  <a:pt x="10256" y="21335"/>
                </a:lnTo>
                <a:lnTo>
                  <a:pt x="10346" y="21402"/>
                </a:lnTo>
                <a:lnTo>
                  <a:pt x="10482" y="21335"/>
                </a:lnTo>
                <a:lnTo>
                  <a:pt x="10572" y="21402"/>
                </a:lnTo>
                <a:lnTo>
                  <a:pt x="10981" y="21469"/>
                </a:lnTo>
                <a:lnTo>
                  <a:pt x="11843" y="21469"/>
                </a:lnTo>
                <a:lnTo>
                  <a:pt x="12252" y="21402"/>
                </a:lnTo>
                <a:lnTo>
                  <a:pt x="12661" y="21270"/>
                </a:lnTo>
                <a:lnTo>
                  <a:pt x="13069" y="21072"/>
                </a:lnTo>
                <a:lnTo>
                  <a:pt x="13477" y="20808"/>
                </a:lnTo>
                <a:lnTo>
                  <a:pt x="13885" y="20543"/>
                </a:lnTo>
                <a:lnTo>
                  <a:pt x="14294" y="20213"/>
                </a:lnTo>
                <a:lnTo>
                  <a:pt x="14702" y="19882"/>
                </a:lnTo>
                <a:lnTo>
                  <a:pt x="15066" y="19419"/>
                </a:lnTo>
                <a:lnTo>
                  <a:pt x="15428" y="19023"/>
                </a:lnTo>
                <a:lnTo>
                  <a:pt x="15792" y="18562"/>
                </a:lnTo>
                <a:lnTo>
                  <a:pt x="16108" y="18033"/>
                </a:lnTo>
                <a:lnTo>
                  <a:pt x="16426" y="17505"/>
                </a:lnTo>
                <a:lnTo>
                  <a:pt x="16699" y="16911"/>
                </a:lnTo>
                <a:lnTo>
                  <a:pt x="16971" y="16381"/>
                </a:lnTo>
                <a:lnTo>
                  <a:pt x="17198" y="15721"/>
                </a:lnTo>
                <a:lnTo>
                  <a:pt x="17380" y="15126"/>
                </a:lnTo>
                <a:lnTo>
                  <a:pt x="17561" y="14465"/>
                </a:lnTo>
                <a:lnTo>
                  <a:pt x="17697" y="13806"/>
                </a:lnTo>
                <a:lnTo>
                  <a:pt x="17788" y="13145"/>
                </a:lnTo>
                <a:lnTo>
                  <a:pt x="17879" y="12485"/>
                </a:lnTo>
                <a:lnTo>
                  <a:pt x="17925" y="11757"/>
                </a:lnTo>
                <a:lnTo>
                  <a:pt x="17925" y="11098"/>
                </a:lnTo>
                <a:lnTo>
                  <a:pt x="17879" y="10437"/>
                </a:lnTo>
                <a:lnTo>
                  <a:pt x="17788" y="9776"/>
                </a:lnTo>
                <a:lnTo>
                  <a:pt x="17652" y="9115"/>
                </a:lnTo>
                <a:lnTo>
                  <a:pt x="18695" y="7795"/>
                </a:lnTo>
                <a:lnTo>
                  <a:pt x="19694" y="6407"/>
                </a:lnTo>
                <a:lnTo>
                  <a:pt x="20329" y="5483"/>
                </a:lnTo>
                <a:lnTo>
                  <a:pt x="20647" y="4954"/>
                </a:lnTo>
                <a:lnTo>
                  <a:pt x="20964" y="4426"/>
                </a:lnTo>
                <a:lnTo>
                  <a:pt x="21238" y="3832"/>
                </a:lnTo>
                <a:lnTo>
                  <a:pt x="21464" y="3238"/>
                </a:lnTo>
                <a:lnTo>
                  <a:pt x="21600" y="2577"/>
                </a:lnTo>
                <a:lnTo>
                  <a:pt x="21600" y="1916"/>
                </a:lnTo>
                <a:lnTo>
                  <a:pt x="21510" y="1387"/>
                </a:lnTo>
                <a:lnTo>
                  <a:pt x="21374" y="926"/>
                </a:lnTo>
                <a:lnTo>
                  <a:pt x="21146" y="463"/>
                </a:lnTo>
                <a:lnTo>
                  <a:pt x="20828" y="133"/>
                </a:lnTo>
                <a:lnTo>
                  <a:pt x="20647" y="67"/>
                </a:lnTo>
                <a:lnTo>
                  <a:pt x="20420" y="0"/>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158" name="Google Shape;481;p10"/>
          <p:cNvSpPr/>
          <p:nvPr/>
        </p:nvSpPr>
        <p:spPr>
          <a:xfrm>
            <a:off x="8360954" y="4506915"/>
            <a:ext cx="372491" cy="3849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464" y="2862"/>
                </a:moveTo>
                <a:lnTo>
                  <a:pt x="4887" y="3037"/>
                </a:lnTo>
                <a:lnTo>
                  <a:pt x="5370" y="3387"/>
                </a:lnTo>
                <a:lnTo>
                  <a:pt x="5611" y="3678"/>
                </a:lnTo>
                <a:lnTo>
                  <a:pt x="5732" y="3912"/>
                </a:lnTo>
                <a:lnTo>
                  <a:pt x="5551" y="3912"/>
                </a:lnTo>
                <a:lnTo>
                  <a:pt x="5430" y="3971"/>
                </a:lnTo>
                <a:lnTo>
                  <a:pt x="5370" y="4087"/>
                </a:lnTo>
                <a:lnTo>
                  <a:pt x="5310" y="4146"/>
                </a:lnTo>
                <a:lnTo>
                  <a:pt x="5189" y="4087"/>
                </a:lnTo>
                <a:lnTo>
                  <a:pt x="4948" y="3737"/>
                </a:lnTo>
                <a:lnTo>
                  <a:pt x="4647" y="3153"/>
                </a:lnTo>
                <a:lnTo>
                  <a:pt x="4464" y="2862"/>
                </a:lnTo>
                <a:close/>
                <a:moveTo>
                  <a:pt x="3138" y="4496"/>
                </a:moveTo>
                <a:lnTo>
                  <a:pt x="2956" y="4553"/>
                </a:lnTo>
                <a:lnTo>
                  <a:pt x="2897" y="4612"/>
                </a:lnTo>
                <a:lnTo>
                  <a:pt x="2775" y="4728"/>
                </a:lnTo>
                <a:lnTo>
                  <a:pt x="2775" y="4962"/>
                </a:lnTo>
                <a:lnTo>
                  <a:pt x="2836" y="5079"/>
                </a:lnTo>
                <a:lnTo>
                  <a:pt x="2956" y="5137"/>
                </a:lnTo>
                <a:lnTo>
                  <a:pt x="3198" y="5254"/>
                </a:lnTo>
                <a:lnTo>
                  <a:pt x="3378" y="5430"/>
                </a:lnTo>
                <a:lnTo>
                  <a:pt x="3559" y="5605"/>
                </a:lnTo>
                <a:lnTo>
                  <a:pt x="3620" y="5721"/>
                </a:lnTo>
                <a:lnTo>
                  <a:pt x="3740" y="5780"/>
                </a:lnTo>
                <a:lnTo>
                  <a:pt x="3921" y="5780"/>
                </a:lnTo>
                <a:lnTo>
                  <a:pt x="4043" y="5663"/>
                </a:lnTo>
                <a:lnTo>
                  <a:pt x="4102" y="5488"/>
                </a:lnTo>
                <a:lnTo>
                  <a:pt x="4102" y="5312"/>
                </a:lnTo>
                <a:lnTo>
                  <a:pt x="3982" y="5137"/>
                </a:lnTo>
                <a:lnTo>
                  <a:pt x="3559" y="4728"/>
                </a:lnTo>
                <a:lnTo>
                  <a:pt x="3258" y="4553"/>
                </a:lnTo>
                <a:lnTo>
                  <a:pt x="3138" y="4496"/>
                </a:lnTo>
                <a:close/>
                <a:moveTo>
                  <a:pt x="1870" y="3678"/>
                </a:moveTo>
                <a:lnTo>
                  <a:pt x="2655" y="3912"/>
                </a:lnTo>
                <a:lnTo>
                  <a:pt x="3378" y="4262"/>
                </a:lnTo>
                <a:lnTo>
                  <a:pt x="3620" y="4378"/>
                </a:lnTo>
                <a:lnTo>
                  <a:pt x="4043" y="4787"/>
                </a:lnTo>
                <a:lnTo>
                  <a:pt x="4163" y="5079"/>
                </a:lnTo>
                <a:lnTo>
                  <a:pt x="4224" y="5196"/>
                </a:lnTo>
                <a:lnTo>
                  <a:pt x="4224" y="5312"/>
                </a:lnTo>
                <a:lnTo>
                  <a:pt x="4163" y="5546"/>
                </a:lnTo>
                <a:lnTo>
                  <a:pt x="3921" y="5955"/>
                </a:lnTo>
                <a:lnTo>
                  <a:pt x="3559" y="6306"/>
                </a:lnTo>
                <a:lnTo>
                  <a:pt x="3017" y="5780"/>
                </a:lnTo>
                <a:lnTo>
                  <a:pt x="2535" y="5137"/>
                </a:lnTo>
                <a:lnTo>
                  <a:pt x="2173" y="4437"/>
                </a:lnTo>
                <a:lnTo>
                  <a:pt x="1870" y="3678"/>
                </a:lnTo>
                <a:close/>
                <a:moveTo>
                  <a:pt x="14481" y="818"/>
                </a:moveTo>
                <a:lnTo>
                  <a:pt x="14300" y="4028"/>
                </a:lnTo>
                <a:lnTo>
                  <a:pt x="14239" y="5780"/>
                </a:lnTo>
                <a:lnTo>
                  <a:pt x="14239" y="7240"/>
                </a:lnTo>
                <a:lnTo>
                  <a:pt x="12428" y="6013"/>
                </a:lnTo>
                <a:lnTo>
                  <a:pt x="11585" y="5371"/>
                </a:lnTo>
                <a:lnTo>
                  <a:pt x="10739" y="4728"/>
                </a:lnTo>
                <a:lnTo>
                  <a:pt x="10920" y="4437"/>
                </a:lnTo>
                <a:lnTo>
                  <a:pt x="11042" y="4262"/>
                </a:lnTo>
                <a:lnTo>
                  <a:pt x="12428" y="2862"/>
                </a:lnTo>
                <a:lnTo>
                  <a:pt x="13636" y="1577"/>
                </a:lnTo>
                <a:lnTo>
                  <a:pt x="13998" y="1168"/>
                </a:lnTo>
                <a:lnTo>
                  <a:pt x="14481" y="818"/>
                </a:lnTo>
                <a:close/>
                <a:moveTo>
                  <a:pt x="1086" y="6597"/>
                </a:moveTo>
                <a:lnTo>
                  <a:pt x="1447" y="6715"/>
                </a:lnTo>
                <a:lnTo>
                  <a:pt x="1750" y="6772"/>
                </a:lnTo>
                <a:lnTo>
                  <a:pt x="2051" y="6890"/>
                </a:lnTo>
                <a:lnTo>
                  <a:pt x="2232" y="7065"/>
                </a:lnTo>
                <a:lnTo>
                  <a:pt x="2354" y="7297"/>
                </a:lnTo>
                <a:lnTo>
                  <a:pt x="2413" y="7415"/>
                </a:lnTo>
                <a:lnTo>
                  <a:pt x="2413" y="7647"/>
                </a:lnTo>
                <a:lnTo>
                  <a:pt x="2293" y="7706"/>
                </a:lnTo>
                <a:lnTo>
                  <a:pt x="2112" y="7647"/>
                </a:lnTo>
                <a:lnTo>
                  <a:pt x="1992" y="7590"/>
                </a:lnTo>
                <a:lnTo>
                  <a:pt x="1628" y="7297"/>
                </a:lnTo>
                <a:lnTo>
                  <a:pt x="1388" y="7006"/>
                </a:lnTo>
                <a:lnTo>
                  <a:pt x="1086" y="6597"/>
                </a:lnTo>
                <a:close/>
                <a:moveTo>
                  <a:pt x="6517" y="4671"/>
                </a:moveTo>
                <a:lnTo>
                  <a:pt x="6938" y="5021"/>
                </a:lnTo>
                <a:lnTo>
                  <a:pt x="6637" y="5312"/>
                </a:lnTo>
                <a:lnTo>
                  <a:pt x="4344" y="7415"/>
                </a:lnTo>
                <a:lnTo>
                  <a:pt x="3801" y="7999"/>
                </a:lnTo>
                <a:lnTo>
                  <a:pt x="3378" y="8581"/>
                </a:lnTo>
                <a:lnTo>
                  <a:pt x="2956" y="8231"/>
                </a:lnTo>
                <a:lnTo>
                  <a:pt x="4887" y="6481"/>
                </a:lnTo>
                <a:lnTo>
                  <a:pt x="5732" y="5605"/>
                </a:lnTo>
                <a:lnTo>
                  <a:pt x="6155" y="5196"/>
                </a:lnTo>
                <a:lnTo>
                  <a:pt x="6517" y="4671"/>
                </a:lnTo>
                <a:close/>
                <a:moveTo>
                  <a:pt x="8206" y="8290"/>
                </a:moveTo>
                <a:lnTo>
                  <a:pt x="8810" y="9049"/>
                </a:lnTo>
                <a:lnTo>
                  <a:pt x="9353" y="9866"/>
                </a:lnTo>
                <a:lnTo>
                  <a:pt x="10196" y="11268"/>
                </a:lnTo>
                <a:lnTo>
                  <a:pt x="8688" y="10568"/>
                </a:lnTo>
                <a:lnTo>
                  <a:pt x="7180" y="9866"/>
                </a:lnTo>
                <a:lnTo>
                  <a:pt x="7422" y="9458"/>
                </a:lnTo>
                <a:lnTo>
                  <a:pt x="8206" y="8290"/>
                </a:lnTo>
                <a:close/>
                <a:moveTo>
                  <a:pt x="8025" y="7472"/>
                </a:moveTo>
                <a:lnTo>
                  <a:pt x="7903" y="7647"/>
                </a:lnTo>
                <a:lnTo>
                  <a:pt x="6938" y="8990"/>
                </a:lnTo>
                <a:lnTo>
                  <a:pt x="6517" y="9633"/>
                </a:lnTo>
                <a:lnTo>
                  <a:pt x="6336" y="9633"/>
                </a:lnTo>
                <a:lnTo>
                  <a:pt x="6214" y="9750"/>
                </a:lnTo>
                <a:lnTo>
                  <a:pt x="6155" y="9866"/>
                </a:lnTo>
                <a:lnTo>
                  <a:pt x="6094" y="9984"/>
                </a:lnTo>
                <a:lnTo>
                  <a:pt x="6155" y="10100"/>
                </a:lnTo>
                <a:lnTo>
                  <a:pt x="6214" y="10334"/>
                </a:lnTo>
                <a:lnTo>
                  <a:pt x="6336" y="10391"/>
                </a:lnTo>
                <a:lnTo>
                  <a:pt x="6456" y="10450"/>
                </a:lnTo>
                <a:lnTo>
                  <a:pt x="6576" y="10450"/>
                </a:lnTo>
                <a:lnTo>
                  <a:pt x="8507" y="11268"/>
                </a:lnTo>
                <a:lnTo>
                  <a:pt x="9412" y="11675"/>
                </a:lnTo>
                <a:lnTo>
                  <a:pt x="9956" y="11852"/>
                </a:lnTo>
                <a:lnTo>
                  <a:pt x="10438" y="11909"/>
                </a:lnTo>
                <a:lnTo>
                  <a:pt x="10558" y="11909"/>
                </a:lnTo>
                <a:lnTo>
                  <a:pt x="10680" y="11852"/>
                </a:lnTo>
                <a:lnTo>
                  <a:pt x="10739" y="11909"/>
                </a:lnTo>
                <a:lnTo>
                  <a:pt x="10861" y="11909"/>
                </a:lnTo>
                <a:lnTo>
                  <a:pt x="10920" y="11852"/>
                </a:lnTo>
                <a:lnTo>
                  <a:pt x="10920" y="11793"/>
                </a:lnTo>
                <a:lnTo>
                  <a:pt x="10800" y="11268"/>
                </a:lnTo>
                <a:lnTo>
                  <a:pt x="10619" y="10743"/>
                </a:lnTo>
                <a:lnTo>
                  <a:pt x="10318" y="10216"/>
                </a:lnTo>
                <a:lnTo>
                  <a:pt x="10015" y="9691"/>
                </a:lnTo>
                <a:lnTo>
                  <a:pt x="9292" y="8640"/>
                </a:lnTo>
                <a:lnTo>
                  <a:pt x="8446" y="7590"/>
                </a:lnTo>
                <a:lnTo>
                  <a:pt x="8326" y="7472"/>
                </a:lnTo>
                <a:close/>
                <a:moveTo>
                  <a:pt x="16049" y="15178"/>
                </a:moveTo>
                <a:lnTo>
                  <a:pt x="16170" y="15528"/>
                </a:lnTo>
                <a:lnTo>
                  <a:pt x="16230" y="15703"/>
                </a:lnTo>
                <a:lnTo>
                  <a:pt x="16230" y="15880"/>
                </a:lnTo>
                <a:lnTo>
                  <a:pt x="16170" y="16055"/>
                </a:lnTo>
                <a:lnTo>
                  <a:pt x="16110" y="15528"/>
                </a:lnTo>
                <a:lnTo>
                  <a:pt x="16049" y="15178"/>
                </a:lnTo>
                <a:close/>
                <a:moveTo>
                  <a:pt x="14721" y="14128"/>
                </a:moveTo>
                <a:lnTo>
                  <a:pt x="15144" y="14362"/>
                </a:lnTo>
                <a:lnTo>
                  <a:pt x="15144" y="14653"/>
                </a:lnTo>
                <a:lnTo>
                  <a:pt x="15266" y="14946"/>
                </a:lnTo>
                <a:lnTo>
                  <a:pt x="15447" y="15528"/>
                </a:lnTo>
                <a:lnTo>
                  <a:pt x="15748" y="16580"/>
                </a:lnTo>
                <a:lnTo>
                  <a:pt x="15567" y="16697"/>
                </a:lnTo>
                <a:lnTo>
                  <a:pt x="15447" y="16346"/>
                </a:lnTo>
                <a:lnTo>
                  <a:pt x="15266" y="16055"/>
                </a:lnTo>
                <a:lnTo>
                  <a:pt x="14662" y="14771"/>
                </a:lnTo>
                <a:lnTo>
                  <a:pt x="14540" y="14537"/>
                </a:lnTo>
                <a:lnTo>
                  <a:pt x="14420" y="14362"/>
                </a:lnTo>
                <a:lnTo>
                  <a:pt x="14721" y="14128"/>
                </a:lnTo>
                <a:close/>
                <a:moveTo>
                  <a:pt x="14058" y="14712"/>
                </a:moveTo>
                <a:lnTo>
                  <a:pt x="14058" y="14771"/>
                </a:lnTo>
                <a:lnTo>
                  <a:pt x="14239" y="14771"/>
                </a:lnTo>
                <a:lnTo>
                  <a:pt x="14300" y="14712"/>
                </a:lnTo>
                <a:lnTo>
                  <a:pt x="14239" y="14887"/>
                </a:lnTo>
                <a:lnTo>
                  <a:pt x="14239" y="15062"/>
                </a:lnTo>
                <a:lnTo>
                  <a:pt x="14420" y="15471"/>
                </a:lnTo>
                <a:lnTo>
                  <a:pt x="14843" y="16230"/>
                </a:lnTo>
                <a:lnTo>
                  <a:pt x="15083" y="16755"/>
                </a:lnTo>
                <a:lnTo>
                  <a:pt x="14481" y="16288"/>
                </a:lnTo>
                <a:lnTo>
                  <a:pt x="14481" y="16230"/>
                </a:lnTo>
                <a:lnTo>
                  <a:pt x="14420" y="15762"/>
                </a:lnTo>
                <a:lnTo>
                  <a:pt x="14239" y="15296"/>
                </a:lnTo>
                <a:lnTo>
                  <a:pt x="14119" y="15062"/>
                </a:lnTo>
                <a:lnTo>
                  <a:pt x="13938" y="14828"/>
                </a:lnTo>
                <a:lnTo>
                  <a:pt x="14058" y="14712"/>
                </a:lnTo>
                <a:close/>
                <a:moveTo>
                  <a:pt x="15567" y="16872"/>
                </a:moveTo>
                <a:lnTo>
                  <a:pt x="15748" y="16931"/>
                </a:lnTo>
                <a:lnTo>
                  <a:pt x="15567" y="16931"/>
                </a:lnTo>
                <a:lnTo>
                  <a:pt x="15567" y="16872"/>
                </a:lnTo>
                <a:close/>
                <a:moveTo>
                  <a:pt x="14601" y="13544"/>
                </a:moveTo>
                <a:lnTo>
                  <a:pt x="14119" y="13894"/>
                </a:lnTo>
                <a:lnTo>
                  <a:pt x="13697" y="14187"/>
                </a:lnTo>
                <a:lnTo>
                  <a:pt x="13394" y="14596"/>
                </a:lnTo>
                <a:lnTo>
                  <a:pt x="13274" y="14887"/>
                </a:lnTo>
                <a:lnTo>
                  <a:pt x="13154" y="15121"/>
                </a:lnTo>
                <a:lnTo>
                  <a:pt x="13154" y="15353"/>
                </a:lnTo>
                <a:lnTo>
                  <a:pt x="13213" y="15646"/>
                </a:lnTo>
                <a:lnTo>
                  <a:pt x="13274" y="15880"/>
                </a:lnTo>
                <a:lnTo>
                  <a:pt x="13394" y="16055"/>
                </a:lnTo>
                <a:lnTo>
                  <a:pt x="13756" y="16463"/>
                </a:lnTo>
                <a:lnTo>
                  <a:pt x="14119" y="16813"/>
                </a:lnTo>
                <a:lnTo>
                  <a:pt x="14662" y="17164"/>
                </a:lnTo>
                <a:lnTo>
                  <a:pt x="15205" y="17456"/>
                </a:lnTo>
                <a:lnTo>
                  <a:pt x="15447" y="17572"/>
                </a:lnTo>
                <a:lnTo>
                  <a:pt x="15687" y="17631"/>
                </a:lnTo>
                <a:lnTo>
                  <a:pt x="15929" y="17572"/>
                </a:lnTo>
                <a:lnTo>
                  <a:pt x="16230" y="17456"/>
                </a:lnTo>
                <a:lnTo>
                  <a:pt x="16532" y="17222"/>
                </a:lnTo>
                <a:lnTo>
                  <a:pt x="16833" y="16872"/>
                </a:lnTo>
                <a:lnTo>
                  <a:pt x="16894" y="16697"/>
                </a:lnTo>
                <a:lnTo>
                  <a:pt x="16894" y="16346"/>
                </a:lnTo>
                <a:lnTo>
                  <a:pt x="16774" y="16171"/>
                </a:lnTo>
                <a:lnTo>
                  <a:pt x="16774" y="15762"/>
                </a:lnTo>
                <a:lnTo>
                  <a:pt x="16713" y="15412"/>
                </a:lnTo>
                <a:lnTo>
                  <a:pt x="16593" y="15062"/>
                </a:lnTo>
                <a:lnTo>
                  <a:pt x="16411" y="14712"/>
                </a:lnTo>
                <a:lnTo>
                  <a:pt x="16170" y="14419"/>
                </a:lnTo>
                <a:lnTo>
                  <a:pt x="15868" y="14187"/>
                </a:lnTo>
                <a:lnTo>
                  <a:pt x="15567" y="13953"/>
                </a:lnTo>
                <a:lnTo>
                  <a:pt x="14902" y="13544"/>
                </a:lnTo>
                <a:close/>
                <a:moveTo>
                  <a:pt x="4283" y="13544"/>
                </a:moveTo>
                <a:lnTo>
                  <a:pt x="6275" y="15528"/>
                </a:lnTo>
                <a:lnTo>
                  <a:pt x="7060" y="16346"/>
                </a:lnTo>
                <a:lnTo>
                  <a:pt x="6336" y="16463"/>
                </a:lnTo>
                <a:lnTo>
                  <a:pt x="4405" y="16988"/>
                </a:lnTo>
                <a:lnTo>
                  <a:pt x="2594" y="17456"/>
                </a:lnTo>
                <a:lnTo>
                  <a:pt x="1750" y="17690"/>
                </a:lnTo>
                <a:lnTo>
                  <a:pt x="1146" y="17806"/>
                </a:lnTo>
                <a:lnTo>
                  <a:pt x="966" y="17806"/>
                </a:lnTo>
                <a:lnTo>
                  <a:pt x="785" y="17747"/>
                </a:lnTo>
                <a:lnTo>
                  <a:pt x="2594" y="15471"/>
                </a:lnTo>
                <a:lnTo>
                  <a:pt x="3138" y="14828"/>
                </a:lnTo>
                <a:lnTo>
                  <a:pt x="3620" y="14187"/>
                </a:lnTo>
                <a:lnTo>
                  <a:pt x="3982" y="13894"/>
                </a:lnTo>
                <a:lnTo>
                  <a:pt x="4283" y="13544"/>
                </a:lnTo>
                <a:close/>
                <a:moveTo>
                  <a:pt x="14662" y="13019"/>
                </a:moveTo>
                <a:lnTo>
                  <a:pt x="14963" y="13077"/>
                </a:lnTo>
                <a:lnTo>
                  <a:pt x="15205" y="13135"/>
                </a:lnTo>
                <a:lnTo>
                  <a:pt x="15748" y="13369"/>
                </a:lnTo>
                <a:lnTo>
                  <a:pt x="16230" y="13662"/>
                </a:lnTo>
                <a:lnTo>
                  <a:pt x="16652" y="14069"/>
                </a:lnTo>
                <a:lnTo>
                  <a:pt x="16955" y="14596"/>
                </a:lnTo>
                <a:lnTo>
                  <a:pt x="17195" y="15062"/>
                </a:lnTo>
                <a:lnTo>
                  <a:pt x="17376" y="15587"/>
                </a:lnTo>
                <a:lnTo>
                  <a:pt x="17437" y="16171"/>
                </a:lnTo>
                <a:lnTo>
                  <a:pt x="17437" y="16755"/>
                </a:lnTo>
                <a:lnTo>
                  <a:pt x="17256" y="17281"/>
                </a:lnTo>
                <a:lnTo>
                  <a:pt x="17256" y="17340"/>
                </a:lnTo>
                <a:lnTo>
                  <a:pt x="17195" y="17281"/>
                </a:lnTo>
                <a:lnTo>
                  <a:pt x="17014" y="17164"/>
                </a:lnTo>
                <a:lnTo>
                  <a:pt x="16894" y="17164"/>
                </a:lnTo>
                <a:lnTo>
                  <a:pt x="16713" y="17222"/>
                </a:lnTo>
                <a:lnTo>
                  <a:pt x="16652" y="17397"/>
                </a:lnTo>
                <a:lnTo>
                  <a:pt x="16593" y="17631"/>
                </a:lnTo>
                <a:lnTo>
                  <a:pt x="16532" y="17806"/>
                </a:lnTo>
                <a:lnTo>
                  <a:pt x="16230" y="17981"/>
                </a:lnTo>
                <a:lnTo>
                  <a:pt x="16110" y="18097"/>
                </a:lnTo>
                <a:lnTo>
                  <a:pt x="16049" y="18215"/>
                </a:lnTo>
                <a:lnTo>
                  <a:pt x="15809" y="18272"/>
                </a:lnTo>
                <a:lnTo>
                  <a:pt x="15567" y="18272"/>
                </a:lnTo>
                <a:lnTo>
                  <a:pt x="15386" y="18215"/>
                </a:lnTo>
                <a:lnTo>
                  <a:pt x="15144" y="18156"/>
                </a:lnTo>
                <a:lnTo>
                  <a:pt x="14178" y="17631"/>
                </a:lnTo>
                <a:lnTo>
                  <a:pt x="13697" y="17340"/>
                </a:lnTo>
                <a:lnTo>
                  <a:pt x="13274" y="16988"/>
                </a:lnTo>
                <a:lnTo>
                  <a:pt x="12912" y="16580"/>
                </a:lnTo>
                <a:lnTo>
                  <a:pt x="12670" y="16112"/>
                </a:lnTo>
                <a:lnTo>
                  <a:pt x="12489" y="15587"/>
                </a:lnTo>
                <a:lnTo>
                  <a:pt x="12489" y="15121"/>
                </a:lnTo>
                <a:lnTo>
                  <a:pt x="12550" y="14596"/>
                </a:lnTo>
                <a:lnTo>
                  <a:pt x="12792" y="14128"/>
                </a:lnTo>
                <a:lnTo>
                  <a:pt x="13093" y="13719"/>
                </a:lnTo>
                <a:lnTo>
                  <a:pt x="13516" y="13369"/>
                </a:lnTo>
                <a:lnTo>
                  <a:pt x="13817" y="13194"/>
                </a:lnTo>
                <a:lnTo>
                  <a:pt x="14119" y="13077"/>
                </a:lnTo>
                <a:lnTo>
                  <a:pt x="14359" y="13019"/>
                </a:lnTo>
                <a:close/>
                <a:moveTo>
                  <a:pt x="14420" y="12377"/>
                </a:moveTo>
                <a:lnTo>
                  <a:pt x="14058" y="12434"/>
                </a:lnTo>
                <a:lnTo>
                  <a:pt x="13756" y="12493"/>
                </a:lnTo>
                <a:lnTo>
                  <a:pt x="13394" y="12668"/>
                </a:lnTo>
                <a:lnTo>
                  <a:pt x="13093" y="12785"/>
                </a:lnTo>
                <a:lnTo>
                  <a:pt x="12792" y="13019"/>
                </a:lnTo>
                <a:lnTo>
                  <a:pt x="12489" y="13311"/>
                </a:lnTo>
                <a:lnTo>
                  <a:pt x="12247" y="13544"/>
                </a:lnTo>
                <a:lnTo>
                  <a:pt x="12067" y="13778"/>
                </a:lnTo>
                <a:lnTo>
                  <a:pt x="11826" y="14362"/>
                </a:lnTo>
                <a:lnTo>
                  <a:pt x="11705" y="15003"/>
                </a:lnTo>
                <a:lnTo>
                  <a:pt x="11705" y="15646"/>
                </a:lnTo>
                <a:lnTo>
                  <a:pt x="11766" y="15996"/>
                </a:lnTo>
                <a:lnTo>
                  <a:pt x="11886" y="16346"/>
                </a:lnTo>
                <a:lnTo>
                  <a:pt x="12067" y="16638"/>
                </a:lnTo>
                <a:lnTo>
                  <a:pt x="12247" y="16931"/>
                </a:lnTo>
                <a:lnTo>
                  <a:pt x="12731" y="17515"/>
                </a:lnTo>
                <a:lnTo>
                  <a:pt x="13335" y="17981"/>
                </a:lnTo>
                <a:lnTo>
                  <a:pt x="13998" y="18390"/>
                </a:lnTo>
                <a:lnTo>
                  <a:pt x="14662" y="18740"/>
                </a:lnTo>
                <a:lnTo>
                  <a:pt x="15024" y="18915"/>
                </a:lnTo>
                <a:lnTo>
                  <a:pt x="15386" y="19031"/>
                </a:lnTo>
                <a:lnTo>
                  <a:pt x="15748" y="19031"/>
                </a:lnTo>
                <a:lnTo>
                  <a:pt x="16049" y="18974"/>
                </a:lnTo>
                <a:lnTo>
                  <a:pt x="16411" y="18856"/>
                </a:lnTo>
                <a:lnTo>
                  <a:pt x="16774" y="18624"/>
                </a:lnTo>
                <a:lnTo>
                  <a:pt x="17075" y="18390"/>
                </a:lnTo>
                <a:lnTo>
                  <a:pt x="17256" y="18097"/>
                </a:lnTo>
                <a:lnTo>
                  <a:pt x="17557" y="17981"/>
                </a:lnTo>
                <a:lnTo>
                  <a:pt x="17738" y="17747"/>
                </a:lnTo>
                <a:lnTo>
                  <a:pt x="17920" y="17456"/>
                </a:lnTo>
                <a:lnTo>
                  <a:pt x="18041" y="17164"/>
                </a:lnTo>
                <a:lnTo>
                  <a:pt x="18101" y="16872"/>
                </a:lnTo>
                <a:lnTo>
                  <a:pt x="18101" y="16112"/>
                </a:lnTo>
                <a:lnTo>
                  <a:pt x="18041" y="15412"/>
                </a:lnTo>
                <a:lnTo>
                  <a:pt x="17799" y="14653"/>
                </a:lnTo>
                <a:lnTo>
                  <a:pt x="17498" y="14012"/>
                </a:lnTo>
                <a:lnTo>
                  <a:pt x="17256" y="13719"/>
                </a:lnTo>
                <a:lnTo>
                  <a:pt x="17014" y="13428"/>
                </a:lnTo>
                <a:lnTo>
                  <a:pt x="16774" y="13194"/>
                </a:lnTo>
                <a:lnTo>
                  <a:pt x="16471" y="12960"/>
                </a:lnTo>
                <a:lnTo>
                  <a:pt x="16170" y="12785"/>
                </a:lnTo>
                <a:lnTo>
                  <a:pt x="15809" y="12610"/>
                </a:lnTo>
                <a:lnTo>
                  <a:pt x="15506" y="12493"/>
                </a:lnTo>
                <a:lnTo>
                  <a:pt x="15144" y="12434"/>
                </a:lnTo>
                <a:lnTo>
                  <a:pt x="14782" y="12377"/>
                </a:lnTo>
                <a:close/>
                <a:moveTo>
                  <a:pt x="14843" y="0"/>
                </a:moveTo>
                <a:lnTo>
                  <a:pt x="14420" y="59"/>
                </a:lnTo>
                <a:lnTo>
                  <a:pt x="14058" y="175"/>
                </a:lnTo>
                <a:lnTo>
                  <a:pt x="13756" y="409"/>
                </a:lnTo>
                <a:lnTo>
                  <a:pt x="13455" y="700"/>
                </a:lnTo>
                <a:lnTo>
                  <a:pt x="12489" y="1634"/>
                </a:lnTo>
                <a:lnTo>
                  <a:pt x="11524" y="2628"/>
                </a:lnTo>
                <a:lnTo>
                  <a:pt x="10920" y="3269"/>
                </a:lnTo>
                <a:lnTo>
                  <a:pt x="10499" y="3678"/>
                </a:lnTo>
                <a:lnTo>
                  <a:pt x="10196" y="4146"/>
                </a:lnTo>
                <a:lnTo>
                  <a:pt x="9533" y="3503"/>
                </a:lnTo>
                <a:lnTo>
                  <a:pt x="9412" y="3387"/>
                </a:lnTo>
                <a:lnTo>
                  <a:pt x="9050" y="3387"/>
                </a:lnTo>
                <a:lnTo>
                  <a:pt x="8869" y="3503"/>
                </a:lnTo>
                <a:lnTo>
                  <a:pt x="8810" y="3562"/>
                </a:lnTo>
                <a:lnTo>
                  <a:pt x="8084" y="4028"/>
                </a:lnTo>
                <a:lnTo>
                  <a:pt x="7422" y="4612"/>
                </a:lnTo>
                <a:lnTo>
                  <a:pt x="7060" y="4321"/>
                </a:lnTo>
                <a:lnTo>
                  <a:pt x="6698" y="3971"/>
                </a:lnTo>
                <a:lnTo>
                  <a:pt x="6576" y="3912"/>
                </a:lnTo>
                <a:lnTo>
                  <a:pt x="6395" y="3912"/>
                </a:lnTo>
                <a:lnTo>
                  <a:pt x="6275" y="3971"/>
                </a:lnTo>
                <a:lnTo>
                  <a:pt x="6214" y="4087"/>
                </a:lnTo>
                <a:lnTo>
                  <a:pt x="6214" y="3678"/>
                </a:lnTo>
                <a:lnTo>
                  <a:pt x="6033" y="3387"/>
                </a:lnTo>
                <a:lnTo>
                  <a:pt x="5791" y="3037"/>
                </a:lnTo>
                <a:lnTo>
                  <a:pt x="5490" y="2803"/>
                </a:lnTo>
                <a:lnTo>
                  <a:pt x="5129" y="2569"/>
                </a:lnTo>
                <a:lnTo>
                  <a:pt x="4706" y="2394"/>
                </a:lnTo>
                <a:lnTo>
                  <a:pt x="4043" y="2102"/>
                </a:lnTo>
                <a:lnTo>
                  <a:pt x="3862" y="2102"/>
                </a:lnTo>
                <a:lnTo>
                  <a:pt x="3681" y="2160"/>
                </a:lnTo>
                <a:lnTo>
                  <a:pt x="3620" y="2277"/>
                </a:lnTo>
                <a:lnTo>
                  <a:pt x="3620" y="2394"/>
                </a:lnTo>
                <a:lnTo>
                  <a:pt x="4163" y="3562"/>
                </a:lnTo>
                <a:lnTo>
                  <a:pt x="4405" y="4028"/>
                </a:lnTo>
                <a:lnTo>
                  <a:pt x="4525" y="4262"/>
                </a:lnTo>
                <a:lnTo>
                  <a:pt x="4706" y="4496"/>
                </a:lnTo>
                <a:lnTo>
                  <a:pt x="4948" y="4612"/>
                </a:lnTo>
                <a:lnTo>
                  <a:pt x="5249" y="4671"/>
                </a:lnTo>
                <a:lnTo>
                  <a:pt x="5490" y="4671"/>
                </a:lnTo>
                <a:lnTo>
                  <a:pt x="5732" y="4553"/>
                </a:lnTo>
                <a:lnTo>
                  <a:pt x="5974" y="4437"/>
                </a:lnTo>
                <a:lnTo>
                  <a:pt x="5430" y="5021"/>
                </a:lnTo>
                <a:lnTo>
                  <a:pt x="4887" y="5546"/>
                </a:lnTo>
                <a:lnTo>
                  <a:pt x="4828" y="5430"/>
                </a:lnTo>
                <a:lnTo>
                  <a:pt x="4828" y="5196"/>
                </a:lnTo>
                <a:lnTo>
                  <a:pt x="4767" y="4903"/>
                </a:lnTo>
                <a:lnTo>
                  <a:pt x="4647" y="4496"/>
                </a:lnTo>
                <a:lnTo>
                  <a:pt x="4405" y="4146"/>
                </a:lnTo>
                <a:lnTo>
                  <a:pt x="4043" y="3794"/>
                </a:lnTo>
                <a:lnTo>
                  <a:pt x="3681" y="3562"/>
                </a:lnTo>
                <a:lnTo>
                  <a:pt x="3258" y="3328"/>
                </a:lnTo>
                <a:lnTo>
                  <a:pt x="2775" y="3153"/>
                </a:lnTo>
                <a:lnTo>
                  <a:pt x="2354" y="3037"/>
                </a:lnTo>
                <a:lnTo>
                  <a:pt x="1447" y="2919"/>
                </a:lnTo>
                <a:lnTo>
                  <a:pt x="1267" y="2919"/>
                </a:lnTo>
                <a:lnTo>
                  <a:pt x="1146" y="2978"/>
                </a:lnTo>
                <a:lnTo>
                  <a:pt x="1026" y="3094"/>
                </a:lnTo>
                <a:lnTo>
                  <a:pt x="1026" y="3269"/>
                </a:lnTo>
                <a:lnTo>
                  <a:pt x="1146" y="3794"/>
                </a:lnTo>
                <a:lnTo>
                  <a:pt x="1327" y="4378"/>
                </a:lnTo>
                <a:lnTo>
                  <a:pt x="1508" y="4846"/>
                </a:lnTo>
                <a:lnTo>
                  <a:pt x="1811" y="5371"/>
                </a:lnTo>
                <a:lnTo>
                  <a:pt x="2112" y="5838"/>
                </a:lnTo>
                <a:lnTo>
                  <a:pt x="2836" y="6656"/>
                </a:lnTo>
                <a:lnTo>
                  <a:pt x="3258" y="7065"/>
                </a:lnTo>
                <a:lnTo>
                  <a:pt x="3319" y="7065"/>
                </a:lnTo>
                <a:lnTo>
                  <a:pt x="2897" y="7472"/>
                </a:lnTo>
                <a:lnTo>
                  <a:pt x="2897" y="7240"/>
                </a:lnTo>
                <a:lnTo>
                  <a:pt x="2836" y="7006"/>
                </a:lnTo>
                <a:lnTo>
                  <a:pt x="2655" y="6772"/>
                </a:lnTo>
                <a:lnTo>
                  <a:pt x="2413" y="6538"/>
                </a:lnTo>
                <a:lnTo>
                  <a:pt x="2173" y="6363"/>
                </a:lnTo>
                <a:lnTo>
                  <a:pt x="1811" y="6247"/>
                </a:lnTo>
                <a:lnTo>
                  <a:pt x="1146" y="6072"/>
                </a:lnTo>
                <a:lnTo>
                  <a:pt x="543" y="5955"/>
                </a:lnTo>
                <a:lnTo>
                  <a:pt x="362" y="5955"/>
                </a:lnTo>
                <a:lnTo>
                  <a:pt x="242" y="6072"/>
                </a:lnTo>
                <a:lnTo>
                  <a:pt x="181" y="6247"/>
                </a:lnTo>
                <a:lnTo>
                  <a:pt x="242" y="6363"/>
                </a:lnTo>
                <a:lnTo>
                  <a:pt x="604" y="6890"/>
                </a:lnTo>
                <a:lnTo>
                  <a:pt x="1026" y="7531"/>
                </a:lnTo>
                <a:lnTo>
                  <a:pt x="1569" y="8056"/>
                </a:lnTo>
                <a:lnTo>
                  <a:pt x="1870" y="8231"/>
                </a:lnTo>
                <a:lnTo>
                  <a:pt x="2173" y="8349"/>
                </a:lnTo>
                <a:lnTo>
                  <a:pt x="2173" y="8406"/>
                </a:lnTo>
                <a:lnTo>
                  <a:pt x="2293" y="8524"/>
                </a:lnTo>
                <a:lnTo>
                  <a:pt x="3017" y="9166"/>
                </a:lnTo>
                <a:lnTo>
                  <a:pt x="2716" y="9750"/>
                </a:lnTo>
                <a:lnTo>
                  <a:pt x="2474" y="10334"/>
                </a:lnTo>
                <a:lnTo>
                  <a:pt x="2293" y="10975"/>
                </a:lnTo>
                <a:lnTo>
                  <a:pt x="2173" y="11034"/>
                </a:lnTo>
                <a:lnTo>
                  <a:pt x="2173" y="11384"/>
                </a:lnTo>
                <a:lnTo>
                  <a:pt x="2232" y="11559"/>
                </a:lnTo>
                <a:lnTo>
                  <a:pt x="2354" y="11734"/>
                </a:lnTo>
                <a:lnTo>
                  <a:pt x="2413" y="11793"/>
                </a:lnTo>
                <a:lnTo>
                  <a:pt x="2535" y="11852"/>
                </a:lnTo>
                <a:lnTo>
                  <a:pt x="2716" y="12084"/>
                </a:lnTo>
                <a:lnTo>
                  <a:pt x="3801" y="13077"/>
                </a:lnTo>
                <a:lnTo>
                  <a:pt x="3559" y="13253"/>
                </a:lnTo>
                <a:lnTo>
                  <a:pt x="3319" y="13428"/>
                </a:lnTo>
                <a:lnTo>
                  <a:pt x="2897" y="13837"/>
                </a:lnTo>
                <a:lnTo>
                  <a:pt x="2293" y="14653"/>
                </a:lnTo>
                <a:lnTo>
                  <a:pt x="1628" y="15471"/>
                </a:lnTo>
                <a:lnTo>
                  <a:pt x="362" y="17106"/>
                </a:lnTo>
                <a:lnTo>
                  <a:pt x="120" y="17456"/>
                </a:lnTo>
                <a:lnTo>
                  <a:pt x="0" y="17747"/>
                </a:lnTo>
                <a:lnTo>
                  <a:pt x="0" y="17865"/>
                </a:lnTo>
                <a:lnTo>
                  <a:pt x="61" y="18040"/>
                </a:lnTo>
                <a:lnTo>
                  <a:pt x="301" y="18331"/>
                </a:lnTo>
                <a:lnTo>
                  <a:pt x="423" y="18449"/>
                </a:lnTo>
                <a:lnTo>
                  <a:pt x="604" y="18506"/>
                </a:lnTo>
                <a:lnTo>
                  <a:pt x="905" y="18565"/>
                </a:lnTo>
                <a:lnTo>
                  <a:pt x="1267" y="18506"/>
                </a:lnTo>
                <a:lnTo>
                  <a:pt x="1628" y="18449"/>
                </a:lnTo>
                <a:lnTo>
                  <a:pt x="3862" y="17806"/>
                </a:lnTo>
                <a:lnTo>
                  <a:pt x="5913" y="17222"/>
                </a:lnTo>
                <a:lnTo>
                  <a:pt x="6698" y="17047"/>
                </a:lnTo>
                <a:lnTo>
                  <a:pt x="7060" y="16931"/>
                </a:lnTo>
                <a:lnTo>
                  <a:pt x="7422" y="16697"/>
                </a:lnTo>
                <a:lnTo>
                  <a:pt x="8265" y="17515"/>
                </a:lnTo>
                <a:lnTo>
                  <a:pt x="9111" y="18331"/>
                </a:lnTo>
                <a:lnTo>
                  <a:pt x="10015" y="19090"/>
                </a:lnTo>
                <a:lnTo>
                  <a:pt x="10981" y="19732"/>
                </a:lnTo>
                <a:lnTo>
                  <a:pt x="11524" y="20083"/>
                </a:lnTo>
                <a:lnTo>
                  <a:pt x="12127" y="20375"/>
                </a:lnTo>
                <a:lnTo>
                  <a:pt x="12731" y="20666"/>
                </a:lnTo>
                <a:lnTo>
                  <a:pt x="13274" y="20900"/>
                </a:lnTo>
                <a:lnTo>
                  <a:pt x="13938" y="21075"/>
                </a:lnTo>
                <a:lnTo>
                  <a:pt x="14540" y="21250"/>
                </a:lnTo>
                <a:lnTo>
                  <a:pt x="15144" y="21368"/>
                </a:lnTo>
                <a:lnTo>
                  <a:pt x="15809" y="21484"/>
                </a:lnTo>
                <a:lnTo>
                  <a:pt x="16411" y="21543"/>
                </a:lnTo>
                <a:lnTo>
                  <a:pt x="17075" y="21600"/>
                </a:lnTo>
                <a:lnTo>
                  <a:pt x="18282" y="21543"/>
                </a:lnTo>
                <a:lnTo>
                  <a:pt x="19429" y="21368"/>
                </a:lnTo>
                <a:lnTo>
                  <a:pt x="20092" y="21193"/>
                </a:lnTo>
                <a:lnTo>
                  <a:pt x="20333" y="21134"/>
                </a:lnTo>
                <a:lnTo>
                  <a:pt x="20454" y="21134"/>
                </a:lnTo>
                <a:lnTo>
                  <a:pt x="20454" y="21193"/>
                </a:lnTo>
                <a:lnTo>
                  <a:pt x="20575" y="21250"/>
                </a:lnTo>
                <a:lnTo>
                  <a:pt x="20634" y="21250"/>
                </a:lnTo>
                <a:lnTo>
                  <a:pt x="20695" y="21193"/>
                </a:lnTo>
                <a:lnTo>
                  <a:pt x="20756" y="21134"/>
                </a:lnTo>
                <a:lnTo>
                  <a:pt x="20815" y="20959"/>
                </a:lnTo>
                <a:lnTo>
                  <a:pt x="20815" y="20725"/>
                </a:lnTo>
                <a:lnTo>
                  <a:pt x="20634" y="20608"/>
                </a:lnTo>
                <a:lnTo>
                  <a:pt x="20454" y="20550"/>
                </a:lnTo>
                <a:lnTo>
                  <a:pt x="20031" y="20550"/>
                </a:lnTo>
                <a:lnTo>
                  <a:pt x="19248" y="20725"/>
                </a:lnTo>
                <a:lnTo>
                  <a:pt x="18402" y="20841"/>
                </a:lnTo>
                <a:lnTo>
                  <a:pt x="17679" y="20900"/>
                </a:lnTo>
                <a:lnTo>
                  <a:pt x="16955" y="20841"/>
                </a:lnTo>
                <a:lnTo>
                  <a:pt x="16230" y="20841"/>
                </a:lnTo>
                <a:lnTo>
                  <a:pt x="15567" y="20725"/>
                </a:lnTo>
                <a:lnTo>
                  <a:pt x="14843" y="20608"/>
                </a:lnTo>
                <a:lnTo>
                  <a:pt x="14119" y="20375"/>
                </a:lnTo>
                <a:lnTo>
                  <a:pt x="13455" y="20141"/>
                </a:lnTo>
                <a:lnTo>
                  <a:pt x="12792" y="19908"/>
                </a:lnTo>
                <a:lnTo>
                  <a:pt x="12007" y="19499"/>
                </a:lnTo>
                <a:lnTo>
                  <a:pt x="11284" y="19031"/>
                </a:lnTo>
                <a:lnTo>
                  <a:pt x="10558" y="18506"/>
                </a:lnTo>
                <a:lnTo>
                  <a:pt x="9895" y="17981"/>
                </a:lnTo>
                <a:lnTo>
                  <a:pt x="8629" y="16813"/>
                </a:lnTo>
                <a:lnTo>
                  <a:pt x="7422" y="15587"/>
                </a:lnTo>
                <a:lnTo>
                  <a:pt x="4948" y="13194"/>
                </a:lnTo>
                <a:lnTo>
                  <a:pt x="3740" y="11968"/>
                </a:lnTo>
                <a:lnTo>
                  <a:pt x="3439" y="11618"/>
                </a:lnTo>
                <a:lnTo>
                  <a:pt x="3077" y="11268"/>
                </a:lnTo>
                <a:lnTo>
                  <a:pt x="3198" y="10684"/>
                </a:lnTo>
                <a:lnTo>
                  <a:pt x="3378" y="10159"/>
                </a:lnTo>
                <a:lnTo>
                  <a:pt x="3681" y="9633"/>
                </a:lnTo>
                <a:lnTo>
                  <a:pt x="3982" y="9107"/>
                </a:lnTo>
                <a:lnTo>
                  <a:pt x="4344" y="8640"/>
                </a:lnTo>
                <a:lnTo>
                  <a:pt x="4767" y="8231"/>
                </a:lnTo>
                <a:lnTo>
                  <a:pt x="5611" y="7356"/>
                </a:lnTo>
                <a:lnTo>
                  <a:pt x="7361" y="5663"/>
                </a:lnTo>
                <a:lnTo>
                  <a:pt x="8265" y="4846"/>
                </a:lnTo>
                <a:lnTo>
                  <a:pt x="8629" y="4496"/>
                </a:lnTo>
                <a:lnTo>
                  <a:pt x="8869" y="4262"/>
                </a:lnTo>
                <a:lnTo>
                  <a:pt x="9050" y="4146"/>
                </a:lnTo>
                <a:lnTo>
                  <a:pt x="9231" y="4321"/>
                </a:lnTo>
                <a:lnTo>
                  <a:pt x="8869" y="4496"/>
                </a:lnTo>
                <a:lnTo>
                  <a:pt x="8629" y="4728"/>
                </a:lnTo>
                <a:lnTo>
                  <a:pt x="8145" y="5254"/>
                </a:lnTo>
                <a:lnTo>
                  <a:pt x="7903" y="5546"/>
                </a:lnTo>
                <a:lnTo>
                  <a:pt x="7723" y="5838"/>
                </a:lnTo>
                <a:lnTo>
                  <a:pt x="7542" y="6188"/>
                </a:lnTo>
                <a:lnTo>
                  <a:pt x="7542" y="6306"/>
                </a:lnTo>
                <a:lnTo>
                  <a:pt x="7602" y="6481"/>
                </a:lnTo>
                <a:lnTo>
                  <a:pt x="7663" y="6597"/>
                </a:lnTo>
                <a:lnTo>
                  <a:pt x="7783" y="6597"/>
                </a:lnTo>
                <a:lnTo>
                  <a:pt x="8084" y="6422"/>
                </a:lnTo>
                <a:lnTo>
                  <a:pt x="8265" y="6188"/>
                </a:lnTo>
                <a:lnTo>
                  <a:pt x="8568" y="5663"/>
                </a:lnTo>
                <a:lnTo>
                  <a:pt x="9050" y="5137"/>
                </a:lnTo>
                <a:lnTo>
                  <a:pt x="9473" y="4612"/>
                </a:lnTo>
                <a:lnTo>
                  <a:pt x="9895" y="4962"/>
                </a:lnTo>
                <a:lnTo>
                  <a:pt x="9593" y="5254"/>
                </a:lnTo>
                <a:lnTo>
                  <a:pt x="9231" y="5605"/>
                </a:lnTo>
                <a:lnTo>
                  <a:pt x="8991" y="5955"/>
                </a:lnTo>
                <a:lnTo>
                  <a:pt x="8810" y="6306"/>
                </a:lnTo>
                <a:lnTo>
                  <a:pt x="8749" y="6481"/>
                </a:lnTo>
                <a:lnTo>
                  <a:pt x="8869" y="6656"/>
                </a:lnTo>
                <a:lnTo>
                  <a:pt x="9050" y="6715"/>
                </a:lnTo>
                <a:lnTo>
                  <a:pt x="9111" y="6715"/>
                </a:lnTo>
                <a:lnTo>
                  <a:pt x="9231" y="6656"/>
                </a:lnTo>
                <a:lnTo>
                  <a:pt x="9533" y="6363"/>
                </a:lnTo>
                <a:lnTo>
                  <a:pt x="9774" y="6013"/>
                </a:lnTo>
                <a:lnTo>
                  <a:pt x="10015" y="5663"/>
                </a:lnTo>
                <a:lnTo>
                  <a:pt x="10196" y="5254"/>
                </a:lnTo>
                <a:lnTo>
                  <a:pt x="10377" y="5371"/>
                </a:lnTo>
                <a:lnTo>
                  <a:pt x="10619" y="5546"/>
                </a:lnTo>
                <a:lnTo>
                  <a:pt x="10257" y="5897"/>
                </a:lnTo>
                <a:lnTo>
                  <a:pt x="10015" y="6306"/>
                </a:lnTo>
                <a:lnTo>
                  <a:pt x="9654" y="6772"/>
                </a:lnTo>
                <a:lnTo>
                  <a:pt x="9533" y="7006"/>
                </a:lnTo>
                <a:lnTo>
                  <a:pt x="9412" y="7297"/>
                </a:lnTo>
                <a:lnTo>
                  <a:pt x="9412" y="7472"/>
                </a:lnTo>
                <a:lnTo>
                  <a:pt x="9533" y="7531"/>
                </a:lnTo>
                <a:lnTo>
                  <a:pt x="9714" y="7590"/>
                </a:lnTo>
                <a:lnTo>
                  <a:pt x="9895" y="7472"/>
                </a:lnTo>
                <a:lnTo>
                  <a:pt x="10076" y="7297"/>
                </a:lnTo>
                <a:lnTo>
                  <a:pt x="10196" y="7065"/>
                </a:lnTo>
                <a:lnTo>
                  <a:pt x="10499" y="6597"/>
                </a:lnTo>
                <a:lnTo>
                  <a:pt x="10619" y="6306"/>
                </a:lnTo>
                <a:lnTo>
                  <a:pt x="10861" y="5780"/>
                </a:lnTo>
                <a:lnTo>
                  <a:pt x="12007" y="6597"/>
                </a:lnTo>
                <a:lnTo>
                  <a:pt x="11705" y="6831"/>
                </a:lnTo>
                <a:lnTo>
                  <a:pt x="11404" y="7065"/>
                </a:lnTo>
                <a:lnTo>
                  <a:pt x="11042" y="7472"/>
                </a:lnTo>
                <a:lnTo>
                  <a:pt x="10739" y="7999"/>
                </a:lnTo>
                <a:lnTo>
                  <a:pt x="10739" y="8231"/>
                </a:lnTo>
                <a:lnTo>
                  <a:pt x="10800" y="8290"/>
                </a:lnTo>
                <a:lnTo>
                  <a:pt x="10920" y="8349"/>
                </a:lnTo>
                <a:lnTo>
                  <a:pt x="10981" y="8406"/>
                </a:lnTo>
                <a:lnTo>
                  <a:pt x="11101" y="8406"/>
                </a:lnTo>
                <a:lnTo>
                  <a:pt x="11223" y="8349"/>
                </a:lnTo>
                <a:lnTo>
                  <a:pt x="11284" y="8231"/>
                </a:lnTo>
                <a:lnTo>
                  <a:pt x="11766" y="7472"/>
                </a:lnTo>
                <a:lnTo>
                  <a:pt x="12188" y="6772"/>
                </a:lnTo>
                <a:lnTo>
                  <a:pt x="12731" y="7122"/>
                </a:lnTo>
                <a:lnTo>
                  <a:pt x="12308" y="7531"/>
                </a:lnTo>
                <a:lnTo>
                  <a:pt x="11705" y="8174"/>
                </a:lnTo>
                <a:lnTo>
                  <a:pt x="11645" y="8290"/>
                </a:lnTo>
                <a:lnTo>
                  <a:pt x="11585" y="8349"/>
                </a:lnTo>
                <a:lnTo>
                  <a:pt x="11645" y="8465"/>
                </a:lnTo>
                <a:lnTo>
                  <a:pt x="11705" y="8524"/>
                </a:lnTo>
                <a:lnTo>
                  <a:pt x="11826" y="8581"/>
                </a:lnTo>
                <a:lnTo>
                  <a:pt x="11946" y="8640"/>
                </a:lnTo>
                <a:lnTo>
                  <a:pt x="12067" y="8640"/>
                </a:lnTo>
                <a:lnTo>
                  <a:pt x="12127" y="8524"/>
                </a:lnTo>
                <a:lnTo>
                  <a:pt x="12428" y="8231"/>
                </a:lnTo>
                <a:lnTo>
                  <a:pt x="12731" y="7940"/>
                </a:lnTo>
                <a:lnTo>
                  <a:pt x="12851" y="7647"/>
                </a:lnTo>
                <a:lnTo>
                  <a:pt x="12973" y="7297"/>
                </a:lnTo>
                <a:lnTo>
                  <a:pt x="13938" y="7940"/>
                </a:lnTo>
                <a:lnTo>
                  <a:pt x="13335" y="8465"/>
                </a:lnTo>
                <a:lnTo>
                  <a:pt x="12851" y="9107"/>
                </a:lnTo>
                <a:lnTo>
                  <a:pt x="12792" y="9224"/>
                </a:lnTo>
                <a:lnTo>
                  <a:pt x="12792" y="9283"/>
                </a:lnTo>
                <a:lnTo>
                  <a:pt x="12851" y="9458"/>
                </a:lnTo>
                <a:lnTo>
                  <a:pt x="12973" y="9516"/>
                </a:lnTo>
                <a:lnTo>
                  <a:pt x="13154" y="9516"/>
                </a:lnTo>
                <a:lnTo>
                  <a:pt x="13213" y="9458"/>
                </a:lnTo>
                <a:lnTo>
                  <a:pt x="13697" y="8756"/>
                </a:lnTo>
                <a:lnTo>
                  <a:pt x="14119" y="8056"/>
                </a:lnTo>
                <a:lnTo>
                  <a:pt x="14843" y="8524"/>
                </a:lnTo>
                <a:lnTo>
                  <a:pt x="14420" y="8932"/>
                </a:lnTo>
                <a:lnTo>
                  <a:pt x="14119" y="9224"/>
                </a:lnTo>
                <a:lnTo>
                  <a:pt x="13998" y="9399"/>
                </a:lnTo>
                <a:lnTo>
                  <a:pt x="13938" y="9633"/>
                </a:lnTo>
                <a:lnTo>
                  <a:pt x="13575" y="10159"/>
                </a:lnTo>
                <a:lnTo>
                  <a:pt x="13516" y="10275"/>
                </a:lnTo>
                <a:lnTo>
                  <a:pt x="13575" y="10450"/>
                </a:lnTo>
                <a:lnTo>
                  <a:pt x="13636" y="10509"/>
                </a:lnTo>
                <a:lnTo>
                  <a:pt x="13756" y="10568"/>
                </a:lnTo>
                <a:lnTo>
                  <a:pt x="13938" y="10568"/>
                </a:lnTo>
                <a:lnTo>
                  <a:pt x="14058" y="10450"/>
                </a:lnTo>
                <a:lnTo>
                  <a:pt x="14481" y="9866"/>
                </a:lnTo>
                <a:lnTo>
                  <a:pt x="14601" y="9750"/>
                </a:lnTo>
                <a:lnTo>
                  <a:pt x="14721" y="9575"/>
                </a:lnTo>
                <a:lnTo>
                  <a:pt x="14963" y="9224"/>
                </a:lnTo>
                <a:lnTo>
                  <a:pt x="15205" y="8815"/>
                </a:lnTo>
                <a:lnTo>
                  <a:pt x="15687" y="9107"/>
                </a:lnTo>
                <a:lnTo>
                  <a:pt x="15386" y="9399"/>
                </a:lnTo>
                <a:lnTo>
                  <a:pt x="15144" y="9750"/>
                </a:lnTo>
                <a:lnTo>
                  <a:pt x="14721" y="10216"/>
                </a:lnTo>
                <a:lnTo>
                  <a:pt x="14601" y="10450"/>
                </a:lnTo>
                <a:lnTo>
                  <a:pt x="14540" y="10743"/>
                </a:lnTo>
                <a:lnTo>
                  <a:pt x="14662" y="10859"/>
                </a:lnTo>
                <a:lnTo>
                  <a:pt x="14721" y="10918"/>
                </a:lnTo>
                <a:lnTo>
                  <a:pt x="14782" y="10918"/>
                </a:lnTo>
                <a:lnTo>
                  <a:pt x="15024" y="10800"/>
                </a:lnTo>
                <a:lnTo>
                  <a:pt x="15205" y="10568"/>
                </a:lnTo>
                <a:lnTo>
                  <a:pt x="15447" y="10159"/>
                </a:lnTo>
                <a:lnTo>
                  <a:pt x="15687" y="9750"/>
                </a:lnTo>
                <a:lnTo>
                  <a:pt x="15989" y="9341"/>
                </a:lnTo>
                <a:lnTo>
                  <a:pt x="16774" y="9925"/>
                </a:lnTo>
                <a:lnTo>
                  <a:pt x="16532" y="10216"/>
                </a:lnTo>
                <a:lnTo>
                  <a:pt x="16230" y="10568"/>
                </a:lnTo>
                <a:lnTo>
                  <a:pt x="15929" y="10918"/>
                </a:lnTo>
                <a:lnTo>
                  <a:pt x="15809" y="11150"/>
                </a:lnTo>
                <a:lnTo>
                  <a:pt x="15748" y="11325"/>
                </a:lnTo>
                <a:lnTo>
                  <a:pt x="15748" y="11443"/>
                </a:lnTo>
                <a:lnTo>
                  <a:pt x="15809" y="11559"/>
                </a:lnTo>
                <a:lnTo>
                  <a:pt x="16049" y="11559"/>
                </a:lnTo>
                <a:lnTo>
                  <a:pt x="16230" y="11443"/>
                </a:lnTo>
                <a:lnTo>
                  <a:pt x="16351" y="11268"/>
                </a:lnTo>
                <a:lnTo>
                  <a:pt x="16652" y="10859"/>
                </a:lnTo>
                <a:lnTo>
                  <a:pt x="16894" y="10509"/>
                </a:lnTo>
                <a:lnTo>
                  <a:pt x="17075" y="10159"/>
                </a:lnTo>
                <a:lnTo>
                  <a:pt x="17920" y="10859"/>
                </a:lnTo>
                <a:lnTo>
                  <a:pt x="17980" y="10918"/>
                </a:lnTo>
                <a:lnTo>
                  <a:pt x="17498" y="11500"/>
                </a:lnTo>
                <a:lnTo>
                  <a:pt x="17075" y="12084"/>
                </a:lnTo>
                <a:lnTo>
                  <a:pt x="16894" y="12259"/>
                </a:lnTo>
                <a:lnTo>
                  <a:pt x="16894" y="12434"/>
                </a:lnTo>
                <a:lnTo>
                  <a:pt x="17014" y="12610"/>
                </a:lnTo>
                <a:lnTo>
                  <a:pt x="17136" y="12668"/>
                </a:lnTo>
                <a:lnTo>
                  <a:pt x="17256" y="12610"/>
                </a:lnTo>
                <a:lnTo>
                  <a:pt x="17317" y="12552"/>
                </a:lnTo>
                <a:lnTo>
                  <a:pt x="17799" y="11909"/>
                </a:lnTo>
                <a:lnTo>
                  <a:pt x="18282" y="11209"/>
                </a:lnTo>
                <a:lnTo>
                  <a:pt x="18825" y="11852"/>
                </a:lnTo>
                <a:lnTo>
                  <a:pt x="18583" y="12259"/>
                </a:lnTo>
                <a:lnTo>
                  <a:pt x="18342" y="12668"/>
                </a:lnTo>
                <a:lnTo>
                  <a:pt x="18041" y="13135"/>
                </a:lnTo>
                <a:lnTo>
                  <a:pt x="17980" y="13428"/>
                </a:lnTo>
                <a:lnTo>
                  <a:pt x="17980" y="13662"/>
                </a:lnTo>
                <a:lnTo>
                  <a:pt x="18041" y="13778"/>
                </a:lnTo>
                <a:lnTo>
                  <a:pt x="18161" y="13778"/>
                </a:lnTo>
                <a:lnTo>
                  <a:pt x="18402" y="13662"/>
                </a:lnTo>
                <a:lnTo>
                  <a:pt x="18523" y="13486"/>
                </a:lnTo>
                <a:lnTo>
                  <a:pt x="18764" y="13019"/>
                </a:lnTo>
                <a:lnTo>
                  <a:pt x="19126" y="12259"/>
                </a:lnTo>
                <a:lnTo>
                  <a:pt x="19429" y="12727"/>
                </a:lnTo>
                <a:lnTo>
                  <a:pt x="19730" y="13194"/>
                </a:lnTo>
                <a:lnTo>
                  <a:pt x="19429" y="13837"/>
                </a:lnTo>
                <a:lnTo>
                  <a:pt x="19126" y="14478"/>
                </a:lnTo>
                <a:lnTo>
                  <a:pt x="18945" y="14478"/>
                </a:lnTo>
                <a:lnTo>
                  <a:pt x="18764" y="14828"/>
                </a:lnTo>
                <a:lnTo>
                  <a:pt x="18644" y="15121"/>
                </a:lnTo>
                <a:lnTo>
                  <a:pt x="18644" y="15353"/>
                </a:lnTo>
                <a:lnTo>
                  <a:pt x="18764" y="15471"/>
                </a:lnTo>
                <a:lnTo>
                  <a:pt x="19065" y="15471"/>
                </a:lnTo>
                <a:lnTo>
                  <a:pt x="19126" y="15412"/>
                </a:lnTo>
                <a:lnTo>
                  <a:pt x="19429" y="15003"/>
                </a:lnTo>
                <a:lnTo>
                  <a:pt x="19669" y="14596"/>
                </a:lnTo>
                <a:lnTo>
                  <a:pt x="19911" y="14187"/>
                </a:lnTo>
                <a:lnTo>
                  <a:pt x="20031" y="13778"/>
                </a:lnTo>
                <a:lnTo>
                  <a:pt x="20273" y="14362"/>
                </a:lnTo>
                <a:lnTo>
                  <a:pt x="20514" y="15003"/>
                </a:lnTo>
                <a:lnTo>
                  <a:pt x="19850" y="16055"/>
                </a:lnTo>
                <a:lnTo>
                  <a:pt x="19730" y="16055"/>
                </a:lnTo>
                <a:lnTo>
                  <a:pt x="19610" y="16346"/>
                </a:lnTo>
                <a:lnTo>
                  <a:pt x="19488" y="16580"/>
                </a:lnTo>
                <a:lnTo>
                  <a:pt x="19488" y="16755"/>
                </a:lnTo>
                <a:lnTo>
                  <a:pt x="19610" y="16872"/>
                </a:lnTo>
                <a:lnTo>
                  <a:pt x="19850" y="16872"/>
                </a:lnTo>
                <a:lnTo>
                  <a:pt x="19972" y="16813"/>
                </a:lnTo>
                <a:lnTo>
                  <a:pt x="20333" y="16230"/>
                </a:lnTo>
                <a:lnTo>
                  <a:pt x="20695" y="15646"/>
                </a:lnTo>
                <a:lnTo>
                  <a:pt x="20876" y="16638"/>
                </a:lnTo>
                <a:lnTo>
                  <a:pt x="20575" y="16931"/>
                </a:lnTo>
                <a:lnTo>
                  <a:pt x="20092" y="17631"/>
                </a:lnTo>
                <a:lnTo>
                  <a:pt x="20031" y="17865"/>
                </a:lnTo>
                <a:lnTo>
                  <a:pt x="20031" y="18097"/>
                </a:lnTo>
                <a:lnTo>
                  <a:pt x="20092" y="18156"/>
                </a:lnTo>
                <a:lnTo>
                  <a:pt x="20153" y="18156"/>
                </a:lnTo>
                <a:lnTo>
                  <a:pt x="20333" y="18097"/>
                </a:lnTo>
                <a:lnTo>
                  <a:pt x="20514" y="17981"/>
                </a:lnTo>
                <a:lnTo>
                  <a:pt x="20876" y="17281"/>
                </a:lnTo>
                <a:lnTo>
                  <a:pt x="20937" y="17806"/>
                </a:lnTo>
                <a:lnTo>
                  <a:pt x="20815" y="18740"/>
                </a:lnTo>
                <a:lnTo>
                  <a:pt x="20575" y="18974"/>
                </a:lnTo>
                <a:lnTo>
                  <a:pt x="20333" y="19206"/>
                </a:lnTo>
                <a:lnTo>
                  <a:pt x="20273" y="19440"/>
                </a:lnTo>
                <a:lnTo>
                  <a:pt x="20273" y="19556"/>
                </a:lnTo>
                <a:lnTo>
                  <a:pt x="20333" y="19674"/>
                </a:lnTo>
                <a:lnTo>
                  <a:pt x="20454" y="19732"/>
                </a:lnTo>
                <a:lnTo>
                  <a:pt x="20514" y="19732"/>
                </a:lnTo>
                <a:lnTo>
                  <a:pt x="20756" y="19556"/>
                </a:lnTo>
                <a:lnTo>
                  <a:pt x="20815" y="20141"/>
                </a:lnTo>
                <a:lnTo>
                  <a:pt x="20876" y="20199"/>
                </a:lnTo>
                <a:lnTo>
                  <a:pt x="20937" y="20141"/>
                </a:lnTo>
                <a:lnTo>
                  <a:pt x="21057" y="19966"/>
                </a:lnTo>
                <a:lnTo>
                  <a:pt x="21238" y="19732"/>
                </a:lnTo>
                <a:lnTo>
                  <a:pt x="21419" y="19206"/>
                </a:lnTo>
                <a:lnTo>
                  <a:pt x="21539" y="18681"/>
                </a:lnTo>
                <a:lnTo>
                  <a:pt x="21600" y="18156"/>
                </a:lnTo>
                <a:lnTo>
                  <a:pt x="21600" y="16931"/>
                </a:lnTo>
                <a:lnTo>
                  <a:pt x="21539" y="16288"/>
                </a:lnTo>
                <a:lnTo>
                  <a:pt x="21419" y="15703"/>
                </a:lnTo>
                <a:lnTo>
                  <a:pt x="21299" y="15062"/>
                </a:lnTo>
                <a:lnTo>
                  <a:pt x="21118" y="14419"/>
                </a:lnTo>
                <a:lnTo>
                  <a:pt x="20876" y="13837"/>
                </a:lnTo>
                <a:lnTo>
                  <a:pt x="20634" y="13253"/>
                </a:lnTo>
                <a:lnTo>
                  <a:pt x="20273" y="12668"/>
                </a:lnTo>
                <a:lnTo>
                  <a:pt x="19972" y="12143"/>
                </a:lnTo>
                <a:lnTo>
                  <a:pt x="19549" y="11618"/>
                </a:lnTo>
                <a:lnTo>
                  <a:pt x="19126" y="11093"/>
                </a:lnTo>
                <a:lnTo>
                  <a:pt x="18644" y="10568"/>
                </a:lnTo>
                <a:lnTo>
                  <a:pt x="18161" y="10100"/>
                </a:lnTo>
                <a:lnTo>
                  <a:pt x="17014" y="9166"/>
                </a:lnTo>
                <a:lnTo>
                  <a:pt x="15868" y="8349"/>
                </a:lnTo>
                <a:lnTo>
                  <a:pt x="14662" y="7531"/>
                </a:lnTo>
                <a:lnTo>
                  <a:pt x="14782" y="7065"/>
                </a:lnTo>
                <a:lnTo>
                  <a:pt x="14843" y="6656"/>
                </a:lnTo>
                <a:lnTo>
                  <a:pt x="14902" y="5663"/>
                </a:lnTo>
                <a:lnTo>
                  <a:pt x="14963" y="4612"/>
                </a:lnTo>
                <a:lnTo>
                  <a:pt x="15266" y="350"/>
                </a:lnTo>
                <a:lnTo>
                  <a:pt x="15205" y="175"/>
                </a:lnTo>
                <a:lnTo>
                  <a:pt x="15144" y="59"/>
                </a:lnTo>
                <a:lnTo>
                  <a:pt x="14963" y="0"/>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159" name="Google Shape;482;p10"/>
          <p:cNvSpPr/>
          <p:nvPr/>
        </p:nvSpPr>
        <p:spPr>
          <a:xfrm>
            <a:off x="-77079" y="1488017"/>
            <a:ext cx="339603" cy="4005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307" y="860"/>
                </a:moveTo>
                <a:lnTo>
                  <a:pt x="11560" y="930"/>
                </a:lnTo>
                <a:lnTo>
                  <a:pt x="11728" y="1074"/>
                </a:lnTo>
                <a:lnTo>
                  <a:pt x="11728" y="1503"/>
                </a:lnTo>
                <a:lnTo>
                  <a:pt x="11560" y="1860"/>
                </a:lnTo>
                <a:lnTo>
                  <a:pt x="11392" y="2075"/>
                </a:lnTo>
                <a:lnTo>
                  <a:pt x="11137" y="2219"/>
                </a:lnTo>
                <a:lnTo>
                  <a:pt x="10884" y="2289"/>
                </a:lnTo>
                <a:lnTo>
                  <a:pt x="10631" y="2219"/>
                </a:lnTo>
                <a:lnTo>
                  <a:pt x="10042" y="2004"/>
                </a:lnTo>
                <a:lnTo>
                  <a:pt x="10210" y="1788"/>
                </a:lnTo>
                <a:lnTo>
                  <a:pt x="10210" y="1503"/>
                </a:lnTo>
                <a:lnTo>
                  <a:pt x="10125" y="1359"/>
                </a:lnTo>
                <a:lnTo>
                  <a:pt x="10042" y="1289"/>
                </a:lnTo>
                <a:lnTo>
                  <a:pt x="10295" y="1074"/>
                </a:lnTo>
                <a:lnTo>
                  <a:pt x="10631" y="930"/>
                </a:lnTo>
                <a:lnTo>
                  <a:pt x="10969" y="860"/>
                </a:lnTo>
                <a:close/>
                <a:moveTo>
                  <a:pt x="7763" y="12660"/>
                </a:moveTo>
                <a:lnTo>
                  <a:pt x="7763" y="12732"/>
                </a:lnTo>
                <a:lnTo>
                  <a:pt x="7680" y="12732"/>
                </a:lnTo>
                <a:lnTo>
                  <a:pt x="7763" y="12660"/>
                </a:lnTo>
                <a:close/>
                <a:moveTo>
                  <a:pt x="9872" y="13518"/>
                </a:moveTo>
                <a:lnTo>
                  <a:pt x="9789" y="13662"/>
                </a:lnTo>
                <a:lnTo>
                  <a:pt x="9704" y="13590"/>
                </a:lnTo>
                <a:lnTo>
                  <a:pt x="9872" y="13518"/>
                </a:lnTo>
                <a:close/>
                <a:moveTo>
                  <a:pt x="11981" y="8226"/>
                </a:moveTo>
                <a:lnTo>
                  <a:pt x="12487" y="8441"/>
                </a:lnTo>
                <a:lnTo>
                  <a:pt x="12993" y="8655"/>
                </a:lnTo>
                <a:lnTo>
                  <a:pt x="13078" y="8870"/>
                </a:lnTo>
                <a:lnTo>
                  <a:pt x="13163" y="8942"/>
                </a:lnTo>
                <a:lnTo>
                  <a:pt x="13331" y="8942"/>
                </a:lnTo>
                <a:lnTo>
                  <a:pt x="13837" y="9513"/>
                </a:lnTo>
                <a:lnTo>
                  <a:pt x="14175" y="10086"/>
                </a:lnTo>
                <a:lnTo>
                  <a:pt x="14260" y="10730"/>
                </a:lnTo>
                <a:lnTo>
                  <a:pt x="14260" y="11373"/>
                </a:lnTo>
                <a:lnTo>
                  <a:pt x="14007" y="11945"/>
                </a:lnTo>
                <a:lnTo>
                  <a:pt x="13669" y="12518"/>
                </a:lnTo>
                <a:lnTo>
                  <a:pt x="13331" y="12875"/>
                </a:lnTo>
                <a:lnTo>
                  <a:pt x="12993" y="13161"/>
                </a:lnTo>
                <a:lnTo>
                  <a:pt x="12993" y="12446"/>
                </a:lnTo>
                <a:lnTo>
                  <a:pt x="12910" y="12373"/>
                </a:lnTo>
                <a:lnTo>
                  <a:pt x="12825" y="12303"/>
                </a:lnTo>
                <a:lnTo>
                  <a:pt x="12740" y="12303"/>
                </a:lnTo>
                <a:lnTo>
                  <a:pt x="12657" y="12373"/>
                </a:lnTo>
                <a:lnTo>
                  <a:pt x="12404" y="12660"/>
                </a:lnTo>
                <a:lnTo>
                  <a:pt x="12319" y="13017"/>
                </a:lnTo>
                <a:lnTo>
                  <a:pt x="12234" y="13518"/>
                </a:lnTo>
                <a:lnTo>
                  <a:pt x="11728" y="13662"/>
                </a:lnTo>
                <a:lnTo>
                  <a:pt x="11728" y="13089"/>
                </a:lnTo>
                <a:lnTo>
                  <a:pt x="11813" y="12802"/>
                </a:lnTo>
                <a:lnTo>
                  <a:pt x="11981" y="12588"/>
                </a:lnTo>
                <a:lnTo>
                  <a:pt x="12066" y="12518"/>
                </a:lnTo>
                <a:lnTo>
                  <a:pt x="11981" y="12446"/>
                </a:lnTo>
                <a:lnTo>
                  <a:pt x="11898" y="12373"/>
                </a:lnTo>
                <a:lnTo>
                  <a:pt x="11813" y="12373"/>
                </a:lnTo>
                <a:lnTo>
                  <a:pt x="11392" y="12588"/>
                </a:lnTo>
                <a:lnTo>
                  <a:pt x="11137" y="12947"/>
                </a:lnTo>
                <a:lnTo>
                  <a:pt x="10969" y="13304"/>
                </a:lnTo>
                <a:lnTo>
                  <a:pt x="10969" y="13733"/>
                </a:lnTo>
                <a:lnTo>
                  <a:pt x="10801" y="13733"/>
                </a:lnTo>
                <a:lnTo>
                  <a:pt x="10716" y="13662"/>
                </a:lnTo>
                <a:lnTo>
                  <a:pt x="10631" y="13590"/>
                </a:lnTo>
                <a:lnTo>
                  <a:pt x="10548" y="13590"/>
                </a:lnTo>
                <a:lnTo>
                  <a:pt x="11560" y="11730"/>
                </a:lnTo>
                <a:lnTo>
                  <a:pt x="11560" y="11588"/>
                </a:lnTo>
                <a:lnTo>
                  <a:pt x="11475" y="11516"/>
                </a:lnTo>
                <a:lnTo>
                  <a:pt x="11392" y="11516"/>
                </a:lnTo>
                <a:lnTo>
                  <a:pt x="11307" y="11588"/>
                </a:lnTo>
                <a:lnTo>
                  <a:pt x="10125" y="13161"/>
                </a:lnTo>
                <a:lnTo>
                  <a:pt x="10042" y="13017"/>
                </a:lnTo>
                <a:lnTo>
                  <a:pt x="9957" y="12947"/>
                </a:lnTo>
                <a:lnTo>
                  <a:pt x="9789" y="12947"/>
                </a:lnTo>
                <a:lnTo>
                  <a:pt x="10210" y="12159"/>
                </a:lnTo>
                <a:lnTo>
                  <a:pt x="10716" y="11301"/>
                </a:lnTo>
                <a:lnTo>
                  <a:pt x="10801" y="11229"/>
                </a:lnTo>
                <a:lnTo>
                  <a:pt x="10716" y="11159"/>
                </a:lnTo>
                <a:lnTo>
                  <a:pt x="10548" y="11159"/>
                </a:lnTo>
                <a:lnTo>
                  <a:pt x="9619" y="12231"/>
                </a:lnTo>
                <a:lnTo>
                  <a:pt x="9198" y="12802"/>
                </a:lnTo>
                <a:lnTo>
                  <a:pt x="8860" y="13376"/>
                </a:lnTo>
                <a:lnTo>
                  <a:pt x="8439" y="13231"/>
                </a:lnTo>
                <a:lnTo>
                  <a:pt x="8692" y="13161"/>
                </a:lnTo>
                <a:lnTo>
                  <a:pt x="8860" y="12947"/>
                </a:lnTo>
                <a:lnTo>
                  <a:pt x="8945" y="12802"/>
                </a:lnTo>
                <a:lnTo>
                  <a:pt x="8945" y="12446"/>
                </a:lnTo>
                <a:lnTo>
                  <a:pt x="8775" y="12446"/>
                </a:lnTo>
                <a:lnTo>
                  <a:pt x="9198" y="12017"/>
                </a:lnTo>
                <a:lnTo>
                  <a:pt x="10378" y="10800"/>
                </a:lnTo>
                <a:lnTo>
                  <a:pt x="10378" y="10658"/>
                </a:lnTo>
                <a:lnTo>
                  <a:pt x="10295" y="10586"/>
                </a:lnTo>
                <a:lnTo>
                  <a:pt x="10125" y="10586"/>
                </a:lnTo>
                <a:lnTo>
                  <a:pt x="8692" y="11730"/>
                </a:lnTo>
                <a:lnTo>
                  <a:pt x="8354" y="11945"/>
                </a:lnTo>
                <a:lnTo>
                  <a:pt x="8269" y="11874"/>
                </a:lnTo>
                <a:lnTo>
                  <a:pt x="8186" y="11874"/>
                </a:lnTo>
                <a:lnTo>
                  <a:pt x="8016" y="11945"/>
                </a:lnTo>
                <a:lnTo>
                  <a:pt x="8439" y="11443"/>
                </a:lnTo>
                <a:lnTo>
                  <a:pt x="8945" y="11014"/>
                </a:lnTo>
                <a:lnTo>
                  <a:pt x="9536" y="10658"/>
                </a:lnTo>
                <a:lnTo>
                  <a:pt x="10125" y="10301"/>
                </a:lnTo>
                <a:lnTo>
                  <a:pt x="10210" y="10229"/>
                </a:lnTo>
                <a:lnTo>
                  <a:pt x="10125" y="10157"/>
                </a:lnTo>
                <a:lnTo>
                  <a:pt x="10125" y="10086"/>
                </a:lnTo>
                <a:lnTo>
                  <a:pt x="9957" y="10014"/>
                </a:lnTo>
                <a:lnTo>
                  <a:pt x="9113" y="10371"/>
                </a:lnTo>
                <a:lnTo>
                  <a:pt x="8354" y="10800"/>
                </a:lnTo>
                <a:lnTo>
                  <a:pt x="7680" y="11301"/>
                </a:lnTo>
                <a:lnTo>
                  <a:pt x="7089" y="11945"/>
                </a:lnTo>
                <a:lnTo>
                  <a:pt x="7004" y="11730"/>
                </a:lnTo>
                <a:lnTo>
                  <a:pt x="7089" y="11660"/>
                </a:lnTo>
                <a:lnTo>
                  <a:pt x="7680" y="10944"/>
                </a:lnTo>
                <a:lnTo>
                  <a:pt x="8354" y="10301"/>
                </a:lnTo>
                <a:lnTo>
                  <a:pt x="9113" y="9655"/>
                </a:lnTo>
                <a:lnTo>
                  <a:pt x="9872" y="9084"/>
                </a:lnTo>
                <a:lnTo>
                  <a:pt x="9872" y="9012"/>
                </a:lnTo>
                <a:lnTo>
                  <a:pt x="9789" y="8942"/>
                </a:lnTo>
                <a:lnTo>
                  <a:pt x="9704" y="8942"/>
                </a:lnTo>
                <a:lnTo>
                  <a:pt x="9028" y="9227"/>
                </a:lnTo>
                <a:lnTo>
                  <a:pt x="8354" y="9513"/>
                </a:lnTo>
                <a:lnTo>
                  <a:pt x="7763" y="9942"/>
                </a:lnTo>
                <a:lnTo>
                  <a:pt x="7257" y="10443"/>
                </a:lnTo>
                <a:lnTo>
                  <a:pt x="7425" y="10157"/>
                </a:lnTo>
                <a:lnTo>
                  <a:pt x="7680" y="9870"/>
                </a:lnTo>
                <a:lnTo>
                  <a:pt x="8186" y="9441"/>
                </a:lnTo>
                <a:lnTo>
                  <a:pt x="8860" y="9012"/>
                </a:lnTo>
                <a:lnTo>
                  <a:pt x="9536" y="8727"/>
                </a:lnTo>
                <a:lnTo>
                  <a:pt x="10125" y="8513"/>
                </a:lnTo>
                <a:lnTo>
                  <a:pt x="10716" y="8369"/>
                </a:lnTo>
                <a:lnTo>
                  <a:pt x="11392" y="8226"/>
                </a:lnTo>
                <a:close/>
                <a:moveTo>
                  <a:pt x="1856" y="17094"/>
                </a:moveTo>
                <a:lnTo>
                  <a:pt x="1856" y="17238"/>
                </a:lnTo>
                <a:lnTo>
                  <a:pt x="1941" y="17381"/>
                </a:lnTo>
                <a:lnTo>
                  <a:pt x="2111" y="17453"/>
                </a:lnTo>
                <a:lnTo>
                  <a:pt x="2617" y="17453"/>
                </a:lnTo>
                <a:lnTo>
                  <a:pt x="2785" y="17523"/>
                </a:lnTo>
                <a:lnTo>
                  <a:pt x="3038" y="17523"/>
                </a:lnTo>
                <a:lnTo>
                  <a:pt x="3038" y="17737"/>
                </a:lnTo>
                <a:lnTo>
                  <a:pt x="2870" y="17882"/>
                </a:lnTo>
                <a:lnTo>
                  <a:pt x="2700" y="17952"/>
                </a:lnTo>
                <a:lnTo>
                  <a:pt x="2194" y="18024"/>
                </a:lnTo>
                <a:lnTo>
                  <a:pt x="1941" y="17952"/>
                </a:lnTo>
                <a:lnTo>
                  <a:pt x="1603" y="17810"/>
                </a:lnTo>
                <a:lnTo>
                  <a:pt x="1350" y="17667"/>
                </a:lnTo>
                <a:lnTo>
                  <a:pt x="1267" y="17453"/>
                </a:lnTo>
                <a:lnTo>
                  <a:pt x="1520" y="17238"/>
                </a:lnTo>
                <a:lnTo>
                  <a:pt x="1856" y="17094"/>
                </a:lnTo>
                <a:close/>
                <a:moveTo>
                  <a:pt x="19576" y="16880"/>
                </a:moveTo>
                <a:lnTo>
                  <a:pt x="19829" y="16952"/>
                </a:lnTo>
                <a:lnTo>
                  <a:pt x="20082" y="17024"/>
                </a:lnTo>
                <a:lnTo>
                  <a:pt x="20335" y="17166"/>
                </a:lnTo>
                <a:lnTo>
                  <a:pt x="20588" y="17308"/>
                </a:lnTo>
                <a:lnTo>
                  <a:pt x="20671" y="17523"/>
                </a:lnTo>
                <a:lnTo>
                  <a:pt x="20756" y="17737"/>
                </a:lnTo>
                <a:lnTo>
                  <a:pt x="20756" y="17810"/>
                </a:lnTo>
                <a:lnTo>
                  <a:pt x="20671" y="17810"/>
                </a:lnTo>
                <a:lnTo>
                  <a:pt x="20418" y="17737"/>
                </a:lnTo>
                <a:lnTo>
                  <a:pt x="20250" y="17810"/>
                </a:lnTo>
                <a:lnTo>
                  <a:pt x="20082" y="17882"/>
                </a:lnTo>
                <a:lnTo>
                  <a:pt x="19829" y="18096"/>
                </a:lnTo>
                <a:lnTo>
                  <a:pt x="19491" y="18239"/>
                </a:lnTo>
                <a:lnTo>
                  <a:pt x="19153" y="18168"/>
                </a:lnTo>
                <a:lnTo>
                  <a:pt x="18985" y="18024"/>
                </a:lnTo>
                <a:lnTo>
                  <a:pt x="18900" y="17882"/>
                </a:lnTo>
                <a:lnTo>
                  <a:pt x="18900" y="17595"/>
                </a:lnTo>
                <a:lnTo>
                  <a:pt x="18985" y="17238"/>
                </a:lnTo>
                <a:lnTo>
                  <a:pt x="18985" y="16952"/>
                </a:lnTo>
                <a:lnTo>
                  <a:pt x="19576" y="16880"/>
                </a:lnTo>
                <a:close/>
                <a:moveTo>
                  <a:pt x="11560" y="18525"/>
                </a:moveTo>
                <a:lnTo>
                  <a:pt x="11645" y="18667"/>
                </a:lnTo>
                <a:lnTo>
                  <a:pt x="11475" y="18597"/>
                </a:lnTo>
                <a:lnTo>
                  <a:pt x="11560" y="18525"/>
                </a:lnTo>
                <a:close/>
                <a:moveTo>
                  <a:pt x="10801" y="19241"/>
                </a:moveTo>
                <a:lnTo>
                  <a:pt x="11392" y="19383"/>
                </a:lnTo>
                <a:lnTo>
                  <a:pt x="11307" y="19525"/>
                </a:lnTo>
                <a:lnTo>
                  <a:pt x="11222" y="20027"/>
                </a:lnTo>
                <a:lnTo>
                  <a:pt x="11137" y="20099"/>
                </a:lnTo>
                <a:lnTo>
                  <a:pt x="10463" y="20099"/>
                </a:lnTo>
                <a:lnTo>
                  <a:pt x="10210" y="19956"/>
                </a:lnTo>
                <a:lnTo>
                  <a:pt x="9957" y="19742"/>
                </a:lnTo>
                <a:lnTo>
                  <a:pt x="9872" y="19598"/>
                </a:lnTo>
                <a:lnTo>
                  <a:pt x="9789" y="19383"/>
                </a:lnTo>
                <a:lnTo>
                  <a:pt x="9957" y="19311"/>
                </a:lnTo>
                <a:lnTo>
                  <a:pt x="10210" y="19241"/>
                </a:lnTo>
                <a:close/>
                <a:moveTo>
                  <a:pt x="11054" y="0"/>
                </a:moveTo>
                <a:lnTo>
                  <a:pt x="10631" y="72"/>
                </a:lnTo>
                <a:lnTo>
                  <a:pt x="10295" y="214"/>
                </a:lnTo>
                <a:lnTo>
                  <a:pt x="9872" y="287"/>
                </a:lnTo>
                <a:lnTo>
                  <a:pt x="9536" y="501"/>
                </a:lnTo>
                <a:lnTo>
                  <a:pt x="9198" y="716"/>
                </a:lnTo>
                <a:lnTo>
                  <a:pt x="8945" y="930"/>
                </a:lnTo>
                <a:lnTo>
                  <a:pt x="8692" y="1217"/>
                </a:lnTo>
                <a:lnTo>
                  <a:pt x="8522" y="1573"/>
                </a:lnTo>
                <a:lnTo>
                  <a:pt x="8439" y="1860"/>
                </a:lnTo>
                <a:lnTo>
                  <a:pt x="8439" y="2219"/>
                </a:lnTo>
                <a:lnTo>
                  <a:pt x="8522" y="2576"/>
                </a:lnTo>
                <a:lnTo>
                  <a:pt x="8775" y="3077"/>
                </a:lnTo>
                <a:lnTo>
                  <a:pt x="9198" y="3434"/>
                </a:lnTo>
                <a:lnTo>
                  <a:pt x="9619" y="3648"/>
                </a:lnTo>
                <a:lnTo>
                  <a:pt x="10125" y="3792"/>
                </a:lnTo>
                <a:lnTo>
                  <a:pt x="10042" y="4007"/>
                </a:lnTo>
                <a:lnTo>
                  <a:pt x="9957" y="4221"/>
                </a:lnTo>
                <a:lnTo>
                  <a:pt x="9957" y="7154"/>
                </a:lnTo>
                <a:lnTo>
                  <a:pt x="10042" y="7368"/>
                </a:lnTo>
                <a:lnTo>
                  <a:pt x="9366" y="7653"/>
                </a:lnTo>
                <a:lnTo>
                  <a:pt x="8775" y="8012"/>
                </a:lnTo>
                <a:lnTo>
                  <a:pt x="8607" y="8154"/>
                </a:lnTo>
                <a:lnTo>
                  <a:pt x="8607" y="8296"/>
                </a:lnTo>
                <a:lnTo>
                  <a:pt x="8101" y="8583"/>
                </a:lnTo>
                <a:lnTo>
                  <a:pt x="7680" y="8870"/>
                </a:lnTo>
                <a:lnTo>
                  <a:pt x="7257" y="9156"/>
                </a:lnTo>
                <a:lnTo>
                  <a:pt x="6919" y="9513"/>
                </a:lnTo>
                <a:lnTo>
                  <a:pt x="6583" y="9870"/>
                </a:lnTo>
                <a:lnTo>
                  <a:pt x="6330" y="10301"/>
                </a:lnTo>
                <a:lnTo>
                  <a:pt x="6160" y="10730"/>
                </a:lnTo>
                <a:lnTo>
                  <a:pt x="6077" y="11087"/>
                </a:lnTo>
                <a:lnTo>
                  <a:pt x="6077" y="11516"/>
                </a:lnTo>
                <a:lnTo>
                  <a:pt x="6160" y="11945"/>
                </a:lnTo>
                <a:lnTo>
                  <a:pt x="6330" y="12373"/>
                </a:lnTo>
                <a:lnTo>
                  <a:pt x="6498" y="12802"/>
                </a:lnTo>
                <a:lnTo>
                  <a:pt x="6666" y="13017"/>
                </a:lnTo>
                <a:lnTo>
                  <a:pt x="5568" y="13805"/>
                </a:lnTo>
                <a:lnTo>
                  <a:pt x="4389" y="14520"/>
                </a:lnTo>
                <a:lnTo>
                  <a:pt x="3291" y="15306"/>
                </a:lnTo>
                <a:lnTo>
                  <a:pt x="2785" y="15735"/>
                </a:lnTo>
                <a:lnTo>
                  <a:pt x="2279" y="16236"/>
                </a:lnTo>
                <a:lnTo>
                  <a:pt x="1773" y="16308"/>
                </a:lnTo>
                <a:lnTo>
                  <a:pt x="1435" y="16236"/>
                </a:lnTo>
                <a:lnTo>
                  <a:pt x="1097" y="16236"/>
                </a:lnTo>
                <a:lnTo>
                  <a:pt x="844" y="16308"/>
                </a:lnTo>
                <a:lnTo>
                  <a:pt x="591" y="16451"/>
                </a:lnTo>
                <a:lnTo>
                  <a:pt x="423" y="16595"/>
                </a:lnTo>
                <a:lnTo>
                  <a:pt x="255" y="16737"/>
                </a:lnTo>
                <a:lnTo>
                  <a:pt x="85" y="17166"/>
                </a:lnTo>
                <a:lnTo>
                  <a:pt x="0" y="17667"/>
                </a:lnTo>
                <a:lnTo>
                  <a:pt x="0" y="18168"/>
                </a:lnTo>
                <a:lnTo>
                  <a:pt x="170" y="18597"/>
                </a:lnTo>
                <a:lnTo>
                  <a:pt x="591" y="18882"/>
                </a:lnTo>
                <a:lnTo>
                  <a:pt x="1097" y="19169"/>
                </a:lnTo>
                <a:lnTo>
                  <a:pt x="1603" y="19311"/>
                </a:lnTo>
                <a:lnTo>
                  <a:pt x="2194" y="19383"/>
                </a:lnTo>
                <a:lnTo>
                  <a:pt x="2700" y="19311"/>
                </a:lnTo>
                <a:lnTo>
                  <a:pt x="3291" y="19241"/>
                </a:lnTo>
                <a:lnTo>
                  <a:pt x="3797" y="19096"/>
                </a:lnTo>
                <a:lnTo>
                  <a:pt x="4136" y="18812"/>
                </a:lnTo>
                <a:lnTo>
                  <a:pt x="4389" y="18667"/>
                </a:lnTo>
                <a:lnTo>
                  <a:pt x="4474" y="18453"/>
                </a:lnTo>
                <a:lnTo>
                  <a:pt x="4556" y="18239"/>
                </a:lnTo>
                <a:lnTo>
                  <a:pt x="4556" y="17952"/>
                </a:lnTo>
                <a:lnTo>
                  <a:pt x="4389" y="17523"/>
                </a:lnTo>
                <a:lnTo>
                  <a:pt x="4136" y="17094"/>
                </a:lnTo>
                <a:lnTo>
                  <a:pt x="3797" y="16737"/>
                </a:lnTo>
                <a:lnTo>
                  <a:pt x="3291" y="16451"/>
                </a:lnTo>
                <a:lnTo>
                  <a:pt x="3206" y="16451"/>
                </a:lnTo>
                <a:lnTo>
                  <a:pt x="3630" y="16094"/>
                </a:lnTo>
                <a:lnTo>
                  <a:pt x="4050" y="15735"/>
                </a:lnTo>
                <a:lnTo>
                  <a:pt x="4980" y="15164"/>
                </a:lnTo>
                <a:lnTo>
                  <a:pt x="5568" y="14735"/>
                </a:lnTo>
                <a:lnTo>
                  <a:pt x="6077" y="14306"/>
                </a:lnTo>
                <a:lnTo>
                  <a:pt x="6583" y="13805"/>
                </a:lnTo>
                <a:lnTo>
                  <a:pt x="6919" y="13231"/>
                </a:lnTo>
                <a:lnTo>
                  <a:pt x="7172" y="13448"/>
                </a:lnTo>
                <a:lnTo>
                  <a:pt x="7595" y="13733"/>
                </a:lnTo>
                <a:lnTo>
                  <a:pt x="8354" y="14091"/>
                </a:lnTo>
                <a:lnTo>
                  <a:pt x="9198" y="14306"/>
                </a:lnTo>
                <a:lnTo>
                  <a:pt x="10042" y="14448"/>
                </a:lnTo>
                <a:lnTo>
                  <a:pt x="10210" y="14448"/>
                </a:lnTo>
                <a:lnTo>
                  <a:pt x="10125" y="15378"/>
                </a:lnTo>
                <a:lnTo>
                  <a:pt x="10125" y="16308"/>
                </a:lnTo>
                <a:lnTo>
                  <a:pt x="10210" y="18168"/>
                </a:lnTo>
                <a:lnTo>
                  <a:pt x="9789" y="18311"/>
                </a:lnTo>
                <a:lnTo>
                  <a:pt x="9451" y="18453"/>
                </a:lnTo>
                <a:lnTo>
                  <a:pt x="9198" y="18667"/>
                </a:lnTo>
                <a:lnTo>
                  <a:pt x="9028" y="18882"/>
                </a:lnTo>
                <a:lnTo>
                  <a:pt x="8945" y="19096"/>
                </a:lnTo>
                <a:lnTo>
                  <a:pt x="8860" y="19383"/>
                </a:lnTo>
                <a:lnTo>
                  <a:pt x="8775" y="19742"/>
                </a:lnTo>
                <a:lnTo>
                  <a:pt x="8860" y="20027"/>
                </a:lnTo>
                <a:lnTo>
                  <a:pt x="9028" y="20600"/>
                </a:lnTo>
                <a:lnTo>
                  <a:pt x="9366" y="21099"/>
                </a:lnTo>
                <a:lnTo>
                  <a:pt x="9619" y="21243"/>
                </a:lnTo>
                <a:lnTo>
                  <a:pt x="9957" y="21386"/>
                </a:lnTo>
                <a:lnTo>
                  <a:pt x="10210" y="21530"/>
                </a:lnTo>
                <a:lnTo>
                  <a:pt x="10548" y="21600"/>
                </a:lnTo>
                <a:lnTo>
                  <a:pt x="11222" y="21600"/>
                </a:lnTo>
                <a:lnTo>
                  <a:pt x="11898" y="21458"/>
                </a:lnTo>
                <a:lnTo>
                  <a:pt x="12151" y="21315"/>
                </a:lnTo>
                <a:lnTo>
                  <a:pt x="12404" y="21099"/>
                </a:lnTo>
                <a:lnTo>
                  <a:pt x="12572" y="20884"/>
                </a:lnTo>
                <a:lnTo>
                  <a:pt x="12657" y="20670"/>
                </a:lnTo>
                <a:lnTo>
                  <a:pt x="12825" y="20099"/>
                </a:lnTo>
                <a:lnTo>
                  <a:pt x="12740" y="19598"/>
                </a:lnTo>
                <a:lnTo>
                  <a:pt x="12657" y="19311"/>
                </a:lnTo>
                <a:lnTo>
                  <a:pt x="12404" y="19096"/>
                </a:lnTo>
                <a:lnTo>
                  <a:pt x="12234" y="18882"/>
                </a:lnTo>
                <a:lnTo>
                  <a:pt x="11898" y="18740"/>
                </a:lnTo>
                <a:lnTo>
                  <a:pt x="11813" y="18383"/>
                </a:lnTo>
                <a:lnTo>
                  <a:pt x="11728" y="18239"/>
                </a:lnTo>
                <a:lnTo>
                  <a:pt x="11137" y="18239"/>
                </a:lnTo>
                <a:lnTo>
                  <a:pt x="11054" y="16523"/>
                </a:lnTo>
                <a:lnTo>
                  <a:pt x="11054" y="15520"/>
                </a:lnTo>
                <a:lnTo>
                  <a:pt x="10969" y="14520"/>
                </a:lnTo>
                <a:lnTo>
                  <a:pt x="11813" y="14448"/>
                </a:lnTo>
                <a:lnTo>
                  <a:pt x="12657" y="14234"/>
                </a:lnTo>
                <a:lnTo>
                  <a:pt x="13416" y="13877"/>
                </a:lnTo>
                <a:lnTo>
                  <a:pt x="14090" y="13376"/>
                </a:lnTo>
                <a:lnTo>
                  <a:pt x="14260" y="13231"/>
                </a:lnTo>
                <a:lnTo>
                  <a:pt x="14513" y="13518"/>
                </a:lnTo>
                <a:lnTo>
                  <a:pt x="14934" y="13805"/>
                </a:lnTo>
                <a:lnTo>
                  <a:pt x="15358" y="14019"/>
                </a:lnTo>
                <a:lnTo>
                  <a:pt x="15779" y="14234"/>
                </a:lnTo>
                <a:lnTo>
                  <a:pt x="16199" y="14877"/>
                </a:lnTo>
                <a:lnTo>
                  <a:pt x="16705" y="15593"/>
                </a:lnTo>
                <a:lnTo>
                  <a:pt x="17382" y="16451"/>
                </a:lnTo>
                <a:lnTo>
                  <a:pt x="17635" y="16737"/>
                </a:lnTo>
                <a:lnTo>
                  <a:pt x="17382" y="17094"/>
                </a:lnTo>
                <a:lnTo>
                  <a:pt x="17214" y="17453"/>
                </a:lnTo>
                <a:lnTo>
                  <a:pt x="17129" y="17737"/>
                </a:lnTo>
                <a:lnTo>
                  <a:pt x="17129" y="18096"/>
                </a:lnTo>
                <a:lnTo>
                  <a:pt x="17214" y="18383"/>
                </a:lnTo>
                <a:lnTo>
                  <a:pt x="17297" y="18740"/>
                </a:lnTo>
                <a:lnTo>
                  <a:pt x="17467" y="19026"/>
                </a:lnTo>
                <a:lnTo>
                  <a:pt x="17720" y="19311"/>
                </a:lnTo>
                <a:lnTo>
                  <a:pt x="18056" y="19525"/>
                </a:lnTo>
                <a:lnTo>
                  <a:pt x="18309" y="19742"/>
                </a:lnTo>
                <a:lnTo>
                  <a:pt x="18647" y="19812"/>
                </a:lnTo>
                <a:lnTo>
                  <a:pt x="18985" y="19884"/>
                </a:lnTo>
                <a:lnTo>
                  <a:pt x="19659" y="19884"/>
                </a:lnTo>
                <a:lnTo>
                  <a:pt x="19997" y="19742"/>
                </a:lnTo>
                <a:lnTo>
                  <a:pt x="20418" y="19598"/>
                </a:lnTo>
                <a:lnTo>
                  <a:pt x="20926" y="19169"/>
                </a:lnTo>
                <a:lnTo>
                  <a:pt x="21347" y="18597"/>
                </a:lnTo>
                <a:lnTo>
                  <a:pt x="21515" y="18311"/>
                </a:lnTo>
                <a:lnTo>
                  <a:pt x="21600" y="18024"/>
                </a:lnTo>
                <a:lnTo>
                  <a:pt x="21600" y="17381"/>
                </a:lnTo>
                <a:lnTo>
                  <a:pt x="21432" y="17094"/>
                </a:lnTo>
                <a:lnTo>
                  <a:pt x="21262" y="16809"/>
                </a:lnTo>
                <a:lnTo>
                  <a:pt x="21009" y="16595"/>
                </a:lnTo>
                <a:lnTo>
                  <a:pt x="20671" y="16451"/>
                </a:lnTo>
                <a:lnTo>
                  <a:pt x="20335" y="16308"/>
                </a:lnTo>
                <a:lnTo>
                  <a:pt x="19997" y="16236"/>
                </a:lnTo>
                <a:lnTo>
                  <a:pt x="19238" y="16164"/>
                </a:lnTo>
                <a:lnTo>
                  <a:pt x="18815" y="16164"/>
                </a:lnTo>
                <a:lnTo>
                  <a:pt x="18394" y="16308"/>
                </a:lnTo>
                <a:lnTo>
                  <a:pt x="18226" y="16022"/>
                </a:lnTo>
                <a:lnTo>
                  <a:pt x="17973" y="15735"/>
                </a:lnTo>
                <a:lnTo>
                  <a:pt x="17382" y="14949"/>
                </a:lnTo>
                <a:lnTo>
                  <a:pt x="16791" y="14234"/>
                </a:lnTo>
                <a:lnTo>
                  <a:pt x="16623" y="13947"/>
                </a:lnTo>
                <a:lnTo>
                  <a:pt x="16452" y="13662"/>
                </a:lnTo>
                <a:lnTo>
                  <a:pt x="16199" y="13518"/>
                </a:lnTo>
                <a:lnTo>
                  <a:pt x="15864" y="13448"/>
                </a:lnTo>
                <a:lnTo>
                  <a:pt x="15272" y="13161"/>
                </a:lnTo>
                <a:lnTo>
                  <a:pt x="14596" y="12732"/>
                </a:lnTo>
                <a:lnTo>
                  <a:pt x="15019" y="12159"/>
                </a:lnTo>
                <a:lnTo>
                  <a:pt x="15187" y="11443"/>
                </a:lnTo>
                <a:lnTo>
                  <a:pt x="15187" y="10730"/>
                </a:lnTo>
                <a:lnTo>
                  <a:pt x="15105" y="10086"/>
                </a:lnTo>
                <a:lnTo>
                  <a:pt x="14849" y="9441"/>
                </a:lnTo>
                <a:lnTo>
                  <a:pt x="14513" y="8942"/>
                </a:lnTo>
                <a:lnTo>
                  <a:pt x="14090" y="8441"/>
                </a:lnTo>
                <a:lnTo>
                  <a:pt x="13501" y="8012"/>
                </a:lnTo>
                <a:lnTo>
                  <a:pt x="12910" y="7725"/>
                </a:lnTo>
                <a:lnTo>
                  <a:pt x="12319" y="7439"/>
                </a:lnTo>
                <a:lnTo>
                  <a:pt x="11560" y="7296"/>
                </a:lnTo>
                <a:lnTo>
                  <a:pt x="10884" y="7296"/>
                </a:lnTo>
                <a:lnTo>
                  <a:pt x="10884" y="6867"/>
                </a:lnTo>
                <a:lnTo>
                  <a:pt x="10801" y="5222"/>
                </a:lnTo>
                <a:lnTo>
                  <a:pt x="10884" y="4650"/>
                </a:lnTo>
                <a:lnTo>
                  <a:pt x="10801" y="4221"/>
                </a:lnTo>
                <a:lnTo>
                  <a:pt x="10716" y="3863"/>
                </a:lnTo>
                <a:lnTo>
                  <a:pt x="11137" y="3792"/>
                </a:lnTo>
                <a:lnTo>
                  <a:pt x="11645" y="3648"/>
                </a:lnTo>
                <a:lnTo>
                  <a:pt x="12066" y="3434"/>
                </a:lnTo>
                <a:lnTo>
                  <a:pt x="12404" y="3219"/>
                </a:lnTo>
                <a:lnTo>
                  <a:pt x="12740" y="2862"/>
                </a:lnTo>
                <a:lnTo>
                  <a:pt x="12910" y="2504"/>
                </a:lnTo>
                <a:lnTo>
                  <a:pt x="13078" y="2147"/>
                </a:lnTo>
                <a:lnTo>
                  <a:pt x="13078" y="1646"/>
                </a:lnTo>
                <a:lnTo>
                  <a:pt x="12910" y="1217"/>
                </a:lnTo>
                <a:lnTo>
                  <a:pt x="12657" y="788"/>
                </a:lnTo>
                <a:lnTo>
                  <a:pt x="12572" y="501"/>
                </a:lnTo>
                <a:lnTo>
                  <a:pt x="12487" y="359"/>
                </a:lnTo>
                <a:lnTo>
                  <a:pt x="12319" y="287"/>
                </a:lnTo>
                <a:lnTo>
                  <a:pt x="11981" y="287"/>
                </a:lnTo>
                <a:lnTo>
                  <a:pt x="11645" y="214"/>
                </a:lnTo>
                <a:lnTo>
                  <a:pt x="11475" y="72"/>
                </a:lnTo>
                <a:lnTo>
                  <a:pt x="11054" y="0"/>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160" name="Google Shape;483;p10"/>
          <p:cNvSpPr/>
          <p:nvPr/>
        </p:nvSpPr>
        <p:spPr>
          <a:xfrm>
            <a:off x="8052600" y="4825288"/>
            <a:ext cx="589936" cy="4141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676" y="651"/>
                </a:moveTo>
                <a:lnTo>
                  <a:pt x="5867" y="706"/>
                </a:lnTo>
                <a:lnTo>
                  <a:pt x="5791" y="706"/>
                </a:lnTo>
                <a:lnTo>
                  <a:pt x="5676" y="651"/>
                </a:lnTo>
                <a:close/>
                <a:moveTo>
                  <a:pt x="5029" y="706"/>
                </a:moveTo>
                <a:lnTo>
                  <a:pt x="4990" y="759"/>
                </a:lnTo>
                <a:lnTo>
                  <a:pt x="4762" y="814"/>
                </a:lnTo>
                <a:lnTo>
                  <a:pt x="5029" y="706"/>
                </a:lnTo>
                <a:close/>
                <a:moveTo>
                  <a:pt x="5371" y="1194"/>
                </a:moveTo>
                <a:lnTo>
                  <a:pt x="5410" y="1247"/>
                </a:lnTo>
                <a:lnTo>
                  <a:pt x="5447" y="1357"/>
                </a:lnTo>
                <a:lnTo>
                  <a:pt x="5561" y="1465"/>
                </a:lnTo>
                <a:lnTo>
                  <a:pt x="5714" y="1520"/>
                </a:lnTo>
                <a:lnTo>
                  <a:pt x="5981" y="1520"/>
                </a:lnTo>
                <a:lnTo>
                  <a:pt x="6095" y="1465"/>
                </a:lnTo>
                <a:lnTo>
                  <a:pt x="6210" y="1465"/>
                </a:lnTo>
                <a:lnTo>
                  <a:pt x="6248" y="1520"/>
                </a:lnTo>
                <a:lnTo>
                  <a:pt x="6285" y="1628"/>
                </a:lnTo>
                <a:lnTo>
                  <a:pt x="6400" y="2116"/>
                </a:lnTo>
                <a:lnTo>
                  <a:pt x="6400" y="2551"/>
                </a:lnTo>
                <a:lnTo>
                  <a:pt x="6362" y="3039"/>
                </a:lnTo>
                <a:lnTo>
                  <a:pt x="6285" y="3473"/>
                </a:lnTo>
                <a:lnTo>
                  <a:pt x="6210" y="3745"/>
                </a:lnTo>
                <a:lnTo>
                  <a:pt x="6134" y="4016"/>
                </a:lnTo>
                <a:lnTo>
                  <a:pt x="5867" y="4450"/>
                </a:lnTo>
                <a:lnTo>
                  <a:pt x="5600" y="4776"/>
                </a:lnTo>
                <a:lnTo>
                  <a:pt x="5257" y="5047"/>
                </a:lnTo>
                <a:lnTo>
                  <a:pt x="5257" y="4884"/>
                </a:lnTo>
                <a:lnTo>
                  <a:pt x="5219" y="4829"/>
                </a:lnTo>
                <a:lnTo>
                  <a:pt x="5143" y="4776"/>
                </a:lnTo>
                <a:lnTo>
                  <a:pt x="5067" y="4776"/>
                </a:lnTo>
                <a:lnTo>
                  <a:pt x="5257" y="4125"/>
                </a:lnTo>
                <a:lnTo>
                  <a:pt x="5257" y="4016"/>
                </a:lnTo>
                <a:lnTo>
                  <a:pt x="5181" y="3962"/>
                </a:lnTo>
                <a:lnTo>
                  <a:pt x="5143" y="3962"/>
                </a:lnTo>
                <a:lnTo>
                  <a:pt x="5067" y="4016"/>
                </a:lnTo>
                <a:lnTo>
                  <a:pt x="4723" y="4776"/>
                </a:lnTo>
                <a:lnTo>
                  <a:pt x="4495" y="5264"/>
                </a:lnTo>
                <a:lnTo>
                  <a:pt x="4266" y="5210"/>
                </a:lnTo>
                <a:lnTo>
                  <a:pt x="4001" y="5156"/>
                </a:lnTo>
                <a:lnTo>
                  <a:pt x="3848" y="5101"/>
                </a:lnTo>
                <a:lnTo>
                  <a:pt x="4152" y="4721"/>
                </a:lnTo>
                <a:lnTo>
                  <a:pt x="4762" y="3908"/>
                </a:lnTo>
                <a:lnTo>
                  <a:pt x="4762" y="3690"/>
                </a:lnTo>
                <a:lnTo>
                  <a:pt x="4686" y="3635"/>
                </a:lnTo>
                <a:lnTo>
                  <a:pt x="4609" y="3635"/>
                </a:lnTo>
                <a:lnTo>
                  <a:pt x="3619" y="4613"/>
                </a:lnTo>
                <a:lnTo>
                  <a:pt x="3428" y="4829"/>
                </a:lnTo>
                <a:lnTo>
                  <a:pt x="3352" y="4721"/>
                </a:lnTo>
                <a:lnTo>
                  <a:pt x="3391" y="4559"/>
                </a:lnTo>
                <a:lnTo>
                  <a:pt x="3428" y="4450"/>
                </a:lnTo>
                <a:lnTo>
                  <a:pt x="3391" y="4341"/>
                </a:lnTo>
                <a:lnTo>
                  <a:pt x="3352" y="4288"/>
                </a:lnTo>
                <a:lnTo>
                  <a:pt x="3467" y="4341"/>
                </a:lnTo>
                <a:lnTo>
                  <a:pt x="3809" y="4070"/>
                </a:lnTo>
                <a:lnTo>
                  <a:pt x="4914" y="3039"/>
                </a:lnTo>
                <a:lnTo>
                  <a:pt x="4953" y="2931"/>
                </a:lnTo>
                <a:lnTo>
                  <a:pt x="4953" y="2876"/>
                </a:lnTo>
                <a:lnTo>
                  <a:pt x="4914" y="2768"/>
                </a:lnTo>
                <a:lnTo>
                  <a:pt x="4839" y="2768"/>
                </a:lnTo>
                <a:lnTo>
                  <a:pt x="4495" y="2931"/>
                </a:lnTo>
                <a:lnTo>
                  <a:pt x="3962" y="3256"/>
                </a:lnTo>
                <a:lnTo>
                  <a:pt x="3428" y="3635"/>
                </a:lnTo>
                <a:lnTo>
                  <a:pt x="3200" y="3908"/>
                </a:lnTo>
                <a:lnTo>
                  <a:pt x="3047" y="4125"/>
                </a:lnTo>
                <a:lnTo>
                  <a:pt x="3010" y="3853"/>
                </a:lnTo>
                <a:lnTo>
                  <a:pt x="3010" y="3635"/>
                </a:lnTo>
                <a:lnTo>
                  <a:pt x="3200" y="3527"/>
                </a:lnTo>
                <a:lnTo>
                  <a:pt x="3391" y="3310"/>
                </a:lnTo>
                <a:lnTo>
                  <a:pt x="3771" y="2984"/>
                </a:lnTo>
                <a:lnTo>
                  <a:pt x="4266" y="2551"/>
                </a:lnTo>
                <a:lnTo>
                  <a:pt x="4762" y="2225"/>
                </a:lnTo>
                <a:lnTo>
                  <a:pt x="4839" y="2116"/>
                </a:lnTo>
                <a:lnTo>
                  <a:pt x="4839" y="2008"/>
                </a:lnTo>
                <a:lnTo>
                  <a:pt x="4762" y="1953"/>
                </a:lnTo>
                <a:lnTo>
                  <a:pt x="4686" y="1900"/>
                </a:lnTo>
                <a:lnTo>
                  <a:pt x="4419" y="2008"/>
                </a:lnTo>
                <a:lnTo>
                  <a:pt x="4115" y="2116"/>
                </a:lnTo>
                <a:lnTo>
                  <a:pt x="3848" y="2225"/>
                </a:lnTo>
                <a:lnTo>
                  <a:pt x="3581" y="2441"/>
                </a:lnTo>
                <a:lnTo>
                  <a:pt x="3277" y="2659"/>
                </a:lnTo>
                <a:lnTo>
                  <a:pt x="3428" y="2333"/>
                </a:lnTo>
                <a:lnTo>
                  <a:pt x="3619" y="2008"/>
                </a:lnTo>
                <a:lnTo>
                  <a:pt x="3924" y="1790"/>
                </a:lnTo>
                <a:lnTo>
                  <a:pt x="4266" y="1574"/>
                </a:lnTo>
                <a:lnTo>
                  <a:pt x="4914" y="1247"/>
                </a:lnTo>
                <a:lnTo>
                  <a:pt x="4953" y="1357"/>
                </a:lnTo>
                <a:lnTo>
                  <a:pt x="5029" y="1465"/>
                </a:lnTo>
                <a:lnTo>
                  <a:pt x="5105" y="1465"/>
                </a:lnTo>
                <a:lnTo>
                  <a:pt x="5181" y="1520"/>
                </a:lnTo>
                <a:lnTo>
                  <a:pt x="5257" y="1465"/>
                </a:lnTo>
                <a:lnTo>
                  <a:pt x="5296" y="1411"/>
                </a:lnTo>
                <a:lnTo>
                  <a:pt x="5371" y="1302"/>
                </a:lnTo>
                <a:lnTo>
                  <a:pt x="5371" y="1194"/>
                </a:lnTo>
                <a:close/>
                <a:moveTo>
                  <a:pt x="10019" y="4884"/>
                </a:moveTo>
                <a:lnTo>
                  <a:pt x="10286" y="4992"/>
                </a:lnTo>
                <a:lnTo>
                  <a:pt x="10286" y="5047"/>
                </a:lnTo>
                <a:lnTo>
                  <a:pt x="10514" y="5372"/>
                </a:lnTo>
                <a:lnTo>
                  <a:pt x="10704" y="5753"/>
                </a:lnTo>
                <a:lnTo>
                  <a:pt x="10553" y="5970"/>
                </a:lnTo>
                <a:lnTo>
                  <a:pt x="10362" y="6186"/>
                </a:lnTo>
                <a:lnTo>
                  <a:pt x="10172" y="6350"/>
                </a:lnTo>
                <a:lnTo>
                  <a:pt x="9982" y="6404"/>
                </a:lnTo>
                <a:lnTo>
                  <a:pt x="9866" y="6350"/>
                </a:lnTo>
                <a:lnTo>
                  <a:pt x="9791" y="6295"/>
                </a:lnTo>
                <a:lnTo>
                  <a:pt x="9866" y="6133"/>
                </a:lnTo>
                <a:lnTo>
                  <a:pt x="9866" y="6023"/>
                </a:lnTo>
                <a:lnTo>
                  <a:pt x="9829" y="5915"/>
                </a:lnTo>
                <a:lnTo>
                  <a:pt x="9752" y="5807"/>
                </a:lnTo>
                <a:lnTo>
                  <a:pt x="9600" y="5807"/>
                </a:lnTo>
                <a:lnTo>
                  <a:pt x="9829" y="5644"/>
                </a:lnTo>
                <a:lnTo>
                  <a:pt x="9866" y="5590"/>
                </a:lnTo>
                <a:lnTo>
                  <a:pt x="9905" y="5535"/>
                </a:lnTo>
                <a:lnTo>
                  <a:pt x="9905" y="5372"/>
                </a:lnTo>
                <a:lnTo>
                  <a:pt x="9829" y="5264"/>
                </a:lnTo>
                <a:lnTo>
                  <a:pt x="9752" y="5210"/>
                </a:lnTo>
                <a:lnTo>
                  <a:pt x="9715" y="5210"/>
                </a:lnTo>
                <a:lnTo>
                  <a:pt x="9409" y="5372"/>
                </a:lnTo>
                <a:lnTo>
                  <a:pt x="9562" y="4992"/>
                </a:lnTo>
                <a:lnTo>
                  <a:pt x="9638" y="5047"/>
                </a:lnTo>
                <a:lnTo>
                  <a:pt x="9715" y="5047"/>
                </a:lnTo>
                <a:lnTo>
                  <a:pt x="9866" y="4992"/>
                </a:lnTo>
                <a:lnTo>
                  <a:pt x="10019" y="4884"/>
                </a:lnTo>
                <a:close/>
                <a:moveTo>
                  <a:pt x="1562" y="6404"/>
                </a:moveTo>
                <a:lnTo>
                  <a:pt x="1676" y="6458"/>
                </a:lnTo>
                <a:lnTo>
                  <a:pt x="1790" y="6566"/>
                </a:lnTo>
                <a:lnTo>
                  <a:pt x="1943" y="6784"/>
                </a:lnTo>
                <a:lnTo>
                  <a:pt x="1981" y="7055"/>
                </a:lnTo>
                <a:lnTo>
                  <a:pt x="2019" y="7272"/>
                </a:lnTo>
                <a:lnTo>
                  <a:pt x="1981" y="7544"/>
                </a:lnTo>
                <a:lnTo>
                  <a:pt x="1943" y="7760"/>
                </a:lnTo>
                <a:lnTo>
                  <a:pt x="1829" y="7978"/>
                </a:lnTo>
                <a:lnTo>
                  <a:pt x="1676" y="8141"/>
                </a:lnTo>
                <a:lnTo>
                  <a:pt x="1524" y="8249"/>
                </a:lnTo>
                <a:lnTo>
                  <a:pt x="1486" y="8032"/>
                </a:lnTo>
                <a:lnTo>
                  <a:pt x="1486" y="7707"/>
                </a:lnTo>
                <a:lnTo>
                  <a:pt x="1448" y="7598"/>
                </a:lnTo>
                <a:lnTo>
                  <a:pt x="1448" y="7489"/>
                </a:lnTo>
                <a:lnTo>
                  <a:pt x="1371" y="7380"/>
                </a:lnTo>
                <a:lnTo>
                  <a:pt x="1334" y="7327"/>
                </a:lnTo>
                <a:lnTo>
                  <a:pt x="1219" y="7380"/>
                </a:lnTo>
                <a:lnTo>
                  <a:pt x="1067" y="7489"/>
                </a:lnTo>
                <a:lnTo>
                  <a:pt x="1181" y="7380"/>
                </a:lnTo>
                <a:lnTo>
                  <a:pt x="1371" y="7217"/>
                </a:lnTo>
                <a:lnTo>
                  <a:pt x="1524" y="7055"/>
                </a:lnTo>
                <a:lnTo>
                  <a:pt x="1600" y="6947"/>
                </a:lnTo>
                <a:lnTo>
                  <a:pt x="1562" y="6838"/>
                </a:lnTo>
                <a:lnTo>
                  <a:pt x="1524" y="6729"/>
                </a:lnTo>
                <a:lnTo>
                  <a:pt x="1448" y="6676"/>
                </a:lnTo>
                <a:lnTo>
                  <a:pt x="1486" y="6621"/>
                </a:lnTo>
                <a:lnTo>
                  <a:pt x="1524" y="6566"/>
                </a:lnTo>
                <a:lnTo>
                  <a:pt x="1524" y="6513"/>
                </a:lnTo>
                <a:lnTo>
                  <a:pt x="1486" y="6404"/>
                </a:lnTo>
                <a:close/>
                <a:moveTo>
                  <a:pt x="1181" y="8249"/>
                </a:moveTo>
                <a:lnTo>
                  <a:pt x="1181" y="8358"/>
                </a:lnTo>
                <a:lnTo>
                  <a:pt x="1067" y="8303"/>
                </a:lnTo>
                <a:lnTo>
                  <a:pt x="1181" y="8249"/>
                </a:lnTo>
                <a:close/>
                <a:moveTo>
                  <a:pt x="8190" y="8738"/>
                </a:moveTo>
                <a:lnTo>
                  <a:pt x="8534" y="8846"/>
                </a:lnTo>
                <a:lnTo>
                  <a:pt x="8610" y="9009"/>
                </a:lnTo>
                <a:lnTo>
                  <a:pt x="8724" y="9117"/>
                </a:lnTo>
                <a:lnTo>
                  <a:pt x="8838" y="9280"/>
                </a:lnTo>
                <a:lnTo>
                  <a:pt x="8952" y="9443"/>
                </a:lnTo>
                <a:lnTo>
                  <a:pt x="9028" y="9660"/>
                </a:lnTo>
                <a:lnTo>
                  <a:pt x="9105" y="9877"/>
                </a:lnTo>
                <a:lnTo>
                  <a:pt x="9143" y="10258"/>
                </a:lnTo>
                <a:lnTo>
                  <a:pt x="9105" y="10583"/>
                </a:lnTo>
                <a:lnTo>
                  <a:pt x="8991" y="10909"/>
                </a:lnTo>
                <a:lnTo>
                  <a:pt x="8877" y="11180"/>
                </a:lnTo>
                <a:lnTo>
                  <a:pt x="8762" y="11397"/>
                </a:lnTo>
                <a:lnTo>
                  <a:pt x="8610" y="11560"/>
                </a:lnTo>
                <a:lnTo>
                  <a:pt x="8457" y="11668"/>
                </a:lnTo>
                <a:lnTo>
                  <a:pt x="8305" y="11777"/>
                </a:lnTo>
                <a:lnTo>
                  <a:pt x="8381" y="11234"/>
                </a:lnTo>
                <a:lnTo>
                  <a:pt x="8381" y="11125"/>
                </a:lnTo>
                <a:lnTo>
                  <a:pt x="8343" y="11071"/>
                </a:lnTo>
                <a:lnTo>
                  <a:pt x="8267" y="11071"/>
                </a:lnTo>
                <a:lnTo>
                  <a:pt x="8229" y="11125"/>
                </a:lnTo>
                <a:lnTo>
                  <a:pt x="8038" y="11452"/>
                </a:lnTo>
                <a:lnTo>
                  <a:pt x="7847" y="11831"/>
                </a:lnTo>
                <a:lnTo>
                  <a:pt x="7543" y="11723"/>
                </a:lnTo>
                <a:lnTo>
                  <a:pt x="7772" y="11234"/>
                </a:lnTo>
                <a:lnTo>
                  <a:pt x="8038" y="10854"/>
                </a:lnTo>
                <a:lnTo>
                  <a:pt x="8038" y="10691"/>
                </a:lnTo>
                <a:lnTo>
                  <a:pt x="7924" y="10691"/>
                </a:lnTo>
                <a:lnTo>
                  <a:pt x="7733" y="10854"/>
                </a:lnTo>
                <a:lnTo>
                  <a:pt x="7543" y="11017"/>
                </a:lnTo>
                <a:lnTo>
                  <a:pt x="7352" y="11234"/>
                </a:lnTo>
                <a:lnTo>
                  <a:pt x="7200" y="11505"/>
                </a:lnTo>
                <a:lnTo>
                  <a:pt x="7123" y="11397"/>
                </a:lnTo>
                <a:lnTo>
                  <a:pt x="6972" y="11180"/>
                </a:lnTo>
                <a:lnTo>
                  <a:pt x="7505" y="10746"/>
                </a:lnTo>
                <a:lnTo>
                  <a:pt x="8038" y="10258"/>
                </a:lnTo>
                <a:lnTo>
                  <a:pt x="8038" y="10203"/>
                </a:lnTo>
                <a:lnTo>
                  <a:pt x="8000" y="10148"/>
                </a:lnTo>
                <a:lnTo>
                  <a:pt x="7696" y="10148"/>
                </a:lnTo>
                <a:lnTo>
                  <a:pt x="7352" y="10258"/>
                </a:lnTo>
                <a:lnTo>
                  <a:pt x="7048" y="10420"/>
                </a:lnTo>
                <a:lnTo>
                  <a:pt x="6781" y="10691"/>
                </a:lnTo>
                <a:lnTo>
                  <a:pt x="6743" y="10366"/>
                </a:lnTo>
                <a:lnTo>
                  <a:pt x="6743" y="9986"/>
                </a:lnTo>
                <a:lnTo>
                  <a:pt x="6858" y="9931"/>
                </a:lnTo>
                <a:lnTo>
                  <a:pt x="7238" y="9768"/>
                </a:lnTo>
                <a:lnTo>
                  <a:pt x="7390" y="9660"/>
                </a:lnTo>
                <a:lnTo>
                  <a:pt x="7581" y="9497"/>
                </a:lnTo>
                <a:lnTo>
                  <a:pt x="7619" y="9389"/>
                </a:lnTo>
                <a:lnTo>
                  <a:pt x="7619" y="9335"/>
                </a:lnTo>
                <a:lnTo>
                  <a:pt x="7581" y="9335"/>
                </a:lnTo>
                <a:lnTo>
                  <a:pt x="7276" y="9280"/>
                </a:lnTo>
                <a:lnTo>
                  <a:pt x="7009" y="9335"/>
                </a:lnTo>
                <a:lnTo>
                  <a:pt x="7123" y="9172"/>
                </a:lnTo>
                <a:lnTo>
                  <a:pt x="7238" y="9009"/>
                </a:lnTo>
                <a:lnTo>
                  <a:pt x="7390" y="8901"/>
                </a:lnTo>
                <a:lnTo>
                  <a:pt x="7543" y="8792"/>
                </a:lnTo>
                <a:lnTo>
                  <a:pt x="7847" y="8738"/>
                </a:lnTo>
                <a:close/>
                <a:moveTo>
                  <a:pt x="5143" y="0"/>
                </a:moveTo>
                <a:lnTo>
                  <a:pt x="4914" y="53"/>
                </a:lnTo>
                <a:lnTo>
                  <a:pt x="4648" y="163"/>
                </a:lnTo>
                <a:lnTo>
                  <a:pt x="4419" y="271"/>
                </a:lnTo>
                <a:lnTo>
                  <a:pt x="4191" y="434"/>
                </a:lnTo>
                <a:lnTo>
                  <a:pt x="3771" y="814"/>
                </a:lnTo>
                <a:lnTo>
                  <a:pt x="3428" y="1302"/>
                </a:lnTo>
                <a:lnTo>
                  <a:pt x="3086" y="1845"/>
                </a:lnTo>
                <a:lnTo>
                  <a:pt x="2781" y="2441"/>
                </a:lnTo>
                <a:lnTo>
                  <a:pt x="2667" y="2768"/>
                </a:lnTo>
                <a:lnTo>
                  <a:pt x="2590" y="3094"/>
                </a:lnTo>
                <a:lnTo>
                  <a:pt x="2514" y="3473"/>
                </a:lnTo>
                <a:lnTo>
                  <a:pt x="2476" y="3798"/>
                </a:lnTo>
                <a:lnTo>
                  <a:pt x="2514" y="4125"/>
                </a:lnTo>
                <a:lnTo>
                  <a:pt x="2553" y="4341"/>
                </a:lnTo>
                <a:lnTo>
                  <a:pt x="2629" y="4613"/>
                </a:lnTo>
                <a:lnTo>
                  <a:pt x="2704" y="4829"/>
                </a:lnTo>
                <a:lnTo>
                  <a:pt x="2590" y="4939"/>
                </a:lnTo>
                <a:lnTo>
                  <a:pt x="2095" y="5264"/>
                </a:lnTo>
                <a:lnTo>
                  <a:pt x="1866" y="5482"/>
                </a:lnTo>
                <a:lnTo>
                  <a:pt x="1752" y="5590"/>
                </a:lnTo>
                <a:lnTo>
                  <a:pt x="1638" y="5698"/>
                </a:lnTo>
                <a:lnTo>
                  <a:pt x="1105" y="5698"/>
                </a:lnTo>
                <a:lnTo>
                  <a:pt x="914" y="5807"/>
                </a:lnTo>
                <a:lnTo>
                  <a:pt x="762" y="5915"/>
                </a:lnTo>
                <a:lnTo>
                  <a:pt x="610" y="6078"/>
                </a:lnTo>
                <a:lnTo>
                  <a:pt x="495" y="6295"/>
                </a:lnTo>
                <a:lnTo>
                  <a:pt x="381" y="6513"/>
                </a:lnTo>
                <a:lnTo>
                  <a:pt x="190" y="6838"/>
                </a:lnTo>
                <a:lnTo>
                  <a:pt x="76" y="7217"/>
                </a:lnTo>
                <a:lnTo>
                  <a:pt x="38" y="7380"/>
                </a:lnTo>
                <a:lnTo>
                  <a:pt x="0" y="7598"/>
                </a:lnTo>
                <a:lnTo>
                  <a:pt x="38" y="7815"/>
                </a:lnTo>
                <a:lnTo>
                  <a:pt x="76" y="8032"/>
                </a:lnTo>
                <a:lnTo>
                  <a:pt x="190" y="8249"/>
                </a:lnTo>
                <a:lnTo>
                  <a:pt x="267" y="8466"/>
                </a:lnTo>
                <a:lnTo>
                  <a:pt x="419" y="8629"/>
                </a:lnTo>
                <a:lnTo>
                  <a:pt x="533" y="8792"/>
                </a:lnTo>
                <a:lnTo>
                  <a:pt x="685" y="8901"/>
                </a:lnTo>
                <a:lnTo>
                  <a:pt x="877" y="8954"/>
                </a:lnTo>
                <a:lnTo>
                  <a:pt x="1219" y="9064"/>
                </a:lnTo>
                <a:lnTo>
                  <a:pt x="1409" y="9064"/>
                </a:lnTo>
                <a:lnTo>
                  <a:pt x="1562" y="9009"/>
                </a:lnTo>
                <a:lnTo>
                  <a:pt x="1752" y="8954"/>
                </a:lnTo>
                <a:lnTo>
                  <a:pt x="1905" y="8846"/>
                </a:lnTo>
                <a:lnTo>
                  <a:pt x="2133" y="8521"/>
                </a:lnTo>
                <a:lnTo>
                  <a:pt x="2362" y="8141"/>
                </a:lnTo>
                <a:lnTo>
                  <a:pt x="2476" y="7707"/>
                </a:lnTo>
                <a:lnTo>
                  <a:pt x="2514" y="7489"/>
                </a:lnTo>
                <a:lnTo>
                  <a:pt x="2514" y="7217"/>
                </a:lnTo>
                <a:lnTo>
                  <a:pt x="2476" y="7001"/>
                </a:lnTo>
                <a:lnTo>
                  <a:pt x="2439" y="6784"/>
                </a:lnTo>
                <a:lnTo>
                  <a:pt x="2362" y="6513"/>
                </a:lnTo>
                <a:lnTo>
                  <a:pt x="2286" y="6295"/>
                </a:lnTo>
                <a:lnTo>
                  <a:pt x="2172" y="6133"/>
                </a:lnTo>
                <a:lnTo>
                  <a:pt x="2133" y="6078"/>
                </a:lnTo>
                <a:lnTo>
                  <a:pt x="2247" y="5970"/>
                </a:lnTo>
                <a:lnTo>
                  <a:pt x="2590" y="5644"/>
                </a:lnTo>
                <a:lnTo>
                  <a:pt x="2781" y="5427"/>
                </a:lnTo>
                <a:lnTo>
                  <a:pt x="2971" y="5210"/>
                </a:lnTo>
                <a:lnTo>
                  <a:pt x="3238" y="5482"/>
                </a:lnTo>
                <a:lnTo>
                  <a:pt x="3277" y="5590"/>
                </a:lnTo>
                <a:lnTo>
                  <a:pt x="3352" y="5644"/>
                </a:lnTo>
                <a:lnTo>
                  <a:pt x="3467" y="5644"/>
                </a:lnTo>
                <a:lnTo>
                  <a:pt x="3848" y="5861"/>
                </a:lnTo>
                <a:lnTo>
                  <a:pt x="4266" y="5970"/>
                </a:lnTo>
                <a:lnTo>
                  <a:pt x="4686" y="6023"/>
                </a:lnTo>
                <a:lnTo>
                  <a:pt x="5067" y="5915"/>
                </a:lnTo>
                <a:lnTo>
                  <a:pt x="5447" y="5753"/>
                </a:lnTo>
                <a:lnTo>
                  <a:pt x="5486" y="5861"/>
                </a:lnTo>
                <a:lnTo>
                  <a:pt x="5524" y="5970"/>
                </a:lnTo>
                <a:lnTo>
                  <a:pt x="5753" y="6241"/>
                </a:lnTo>
                <a:lnTo>
                  <a:pt x="5943" y="6566"/>
                </a:lnTo>
                <a:lnTo>
                  <a:pt x="6210" y="7272"/>
                </a:lnTo>
                <a:lnTo>
                  <a:pt x="6438" y="8032"/>
                </a:lnTo>
                <a:lnTo>
                  <a:pt x="6591" y="8358"/>
                </a:lnTo>
                <a:lnTo>
                  <a:pt x="6781" y="8683"/>
                </a:lnTo>
                <a:lnTo>
                  <a:pt x="6591" y="8901"/>
                </a:lnTo>
                <a:lnTo>
                  <a:pt x="6476" y="9172"/>
                </a:lnTo>
                <a:lnTo>
                  <a:pt x="6362" y="9443"/>
                </a:lnTo>
                <a:lnTo>
                  <a:pt x="6285" y="9715"/>
                </a:lnTo>
                <a:lnTo>
                  <a:pt x="6020" y="9931"/>
                </a:lnTo>
                <a:lnTo>
                  <a:pt x="5943" y="10095"/>
                </a:lnTo>
                <a:lnTo>
                  <a:pt x="5943" y="10258"/>
                </a:lnTo>
                <a:lnTo>
                  <a:pt x="5981" y="10420"/>
                </a:lnTo>
                <a:lnTo>
                  <a:pt x="6057" y="10474"/>
                </a:lnTo>
                <a:lnTo>
                  <a:pt x="6248" y="10474"/>
                </a:lnTo>
                <a:lnTo>
                  <a:pt x="6285" y="10799"/>
                </a:lnTo>
                <a:lnTo>
                  <a:pt x="6362" y="11125"/>
                </a:lnTo>
                <a:lnTo>
                  <a:pt x="6362" y="11452"/>
                </a:lnTo>
                <a:lnTo>
                  <a:pt x="6438" y="11560"/>
                </a:lnTo>
                <a:lnTo>
                  <a:pt x="6552" y="11614"/>
                </a:lnTo>
                <a:lnTo>
                  <a:pt x="6591" y="11614"/>
                </a:lnTo>
                <a:lnTo>
                  <a:pt x="6743" y="11885"/>
                </a:lnTo>
                <a:lnTo>
                  <a:pt x="6895" y="12048"/>
                </a:lnTo>
                <a:lnTo>
                  <a:pt x="7048" y="12211"/>
                </a:lnTo>
                <a:lnTo>
                  <a:pt x="7123" y="12265"/>
                </a:lnTo>
                <a:lnTo>
                  <a:pt x="7200" y="12319"/>
                </a:lnTo>
                <a:lnTo>
                  <a:pt x="7467" y="12483"/>
                </a:lnTo>
                <a:lnTo>
                  <a:pt x="7733" y="12536"/>
                </a:lnTo>
                <a:lnTo>
                  <a:pt x="8038" y="12536"/>
                </a:lnTo>
                <a:lnTo>
                  <a:pt x="8305" y="12483"/>
                </a:lnTo>
                <a:lnTo>
                  <a:pt x="8571" y="12374"/>
                </a:lnTo>
                <a:lnTo>
                  <a:pt x="8838" y="12211"/>
                </a:lnTo>
                <a:lnTo>
                  <a:pt x="9067" y="11940"/>
                </a:lnTo>
                <a:lnTo>
                  <a:pt x="9258" y="11668"/>
                </a:lnTo>
                <a:lnTo>
                  <a:pt x="9448" y="11289"/>
                </a:lnTo>
                <a:lnTo>
                  <a:pt x="9600" y="10799"/>
                </a:lnTo>
                <a:lnTo>
                  <a:pt x="9638" y="10366"/>
                </a:lnTo>
                <a:lnTo>
                  <a:pt x="9676" y="10095"/>
                </a:lnTo>
                <a:lnTo>
                  <a:pt x="9638" y="9877"/>
                </a:lnTo>
                <a:lnTo>
                  <a:pt x="9562" y="9552"/>
                </a:lnTo>
                <a:lnTo>
                  <a:pt x="9486" y="9172"/>
                </a:lnTo>
                <a:lnTo>
                  <a:pt x="9295" y="8846"/>
                </a:lnTo>
                <a:lnTo>
                  <a:pt x="9219" y="8738"/>
                </a:lnTo>
                <a:lnTo>
                  <a:pt x="9105" y="8629"/>
                </a:lnTo>
                <a:lnTo>
                  <a:pt x="9143" y="8411"/>
                </a:lnTo>
                <a:lnTo>
                  <a:pt x="9372" y="7760"/>
                </a:lnTo>
                <a:lnTo>
                  <a:pt x="9562" y="7055"/>
                </a:lnTo>
                <a:lnTo>
                  <a:pt x="9791" y="7109"/>
                </a:lnTo>
                <a:lnTo>
                  <a:pt x="10019" y="7109"/>
                </a:lnTo>
                <a:lnTo>
                  <a:pt x="10210" y="7001"/>
                </a:lnTo>
                <a:lnTo>
                  <a:pt x="10439" y="6892"/>
                </a:lnTo>
                <a:lnTo>
                  <a:pt x="10629" y="6729"/>
                </a:lnTo>
                <a:lnTo>
                  <a:pt x="10820" y="6513"/>
                </a:lnTo>
                <a:lnTo>
                  <a:pt x="11124" y="6078"/>
                </a:lnTo>
                <a:lnTo>
                  <a:pt x="11200" y="5861"/>
                </a:lnTo>
                <a:lnTo>
                  <a:pt x="11200" y="5644"/>
                </a:lnTo>
                <a:lnTo>
                  <a:pt x="11048" y="5264"/>
                </a:lnTo>
                <a:lnTo>
                  <a:pt x="10896" y="4939"/>
                </a:lnTo>
                <a:lnTo>
                  <a:pt x="10743" y="4667"/>
                </a:lnTo>
                <a:lnTo>
                  <a:pt x="10514" y="4396"/>
                </a:lnTo>
                <a:lnTo>
                  <a:pt x="10286" y="4178"/>
                </a:lnTo>
                <a:lnTo>
                  <a:pt x="10172" y="4125"/>
                </a:lnTo>
                <a:lnTo>
                  <a:pt x="10057" y="4070"/>
                </a:lnTo>
                <a:lnTo>
                  <a:pt x="9866" y="4233"/>
                </a:lnTo>
                <a:lnTo>
                  <a:pt x="9752" y="4178"/>
                </a:lnTo>
                <a:lnTo>
                  <a:pt x="9676" y="4233"/>
                </a:lnTo>
                <a:lnTo>
                  <a:pt x="9372" y="4450"/>
                </a:lnTo>
                <a:lnTo>
                  <a:pt x="9105" y="4721"/>
                </a:lnTo>
                <a:lnTo>
                  <a:pt x="8991" y="4884"/>
                </a:lnTo>
                <a:lnTo>
                  <a:pt x="8877" y="5101"/>
                </a:lnTo>
                <a:lnTo>
                  <a:pt x="8800" y="5264"/>
                </a:lnTo>
                <a:lnTo>
                  <a:pt x="8762" y="5535"/>
                </a:lnTo>
                <a:lnTo>
                  <a:pt x="8762" y="5861"/>
                </a:lnTo>
                <a:lnTo>
                  <a:pt x="8800" y="6186"/>
                </a:lnTo>
                <a:lnTo>
                  <a:pt x="8952" y="6513"/>
                </a:lnTo>
                <a:lnTo>
                  <a:pt x="9105" y="6729"/>
                </a:lnTo>
                <a:lnTo>
                  <a:pt x="9219" y="6838"/>
                </a:lnTo>
                <a:lnTo>
                  <a:pt x="9028" y="7217"/>
                </a:lnTo>
                <a:lnTo>
                  <a:pt x="8877" y="7598"/>
                </a:lnTo>
                <a:lnTo>
                  <a:pt x="8610" y="8303"/>
                </a:lnTo>
                <a:lnTo>
                  <a:pt x="8457" y="8195"/>
                </a:lnTo>
                <a:lnTo>
                  <a:pt x="8267" y="8141"/>
                </a:lnTo>
                <a:lnTo>
                  <a:pt x="8076" y="8086"/>
                </a:lnTo>
                <a:lnTo>
                  <a:pt x="7696" y="8086"/>
                </a:lnTo>
                <a:lnTo>
                  <a:pt x="7505" y="8141"/>
                </a:lnTo>
                <a:lnTo>
                  <a:pt x="7315" y="8195"/>
                </a:lnTo>
                <a:lnTo>
                  <a:pt x="7123" y="8358"/>
                </a:lnTo>
                <a:lnTo>
                  <a:pt x="7009" y="7870"/>
                </a:lnTo>
                <a:lnTo>
                  <a:pt x="6858" y="7435"/>
                </a:lnTo>
                <a:lnTo>
                  <a:pt x="6514" y="6621"/>
                </a:lnTo>
                <a:lnTo>
                  <a:pt x="6400" y="6295"/>
                </a:lnTo>
                <a:lnTo>
                  <a:pt x="6285" y="6023"/>
                </a:lnTo>
                <a:lnTo>
                  <a:pt x="6095" y="5753"/>
                </a:lnTo>
                <a:lnTo>
                  <a:pt x="5905" y="5590"/>
                </a:lnTo>
                <a:lnTo>
                  <a:pt x="5943" y="5482"/>
                </a:lnTo>
                <a:lnTo>
                  <a:pt x="5943" y="5372"/>
                </a:lnTo>
                <a:lnTo>
                  <a:pt x="6134" y="5156"/>
                </a:lnTo>
                <a:lnTo>
                  <a:pt x="6285" y="4939"/>
                </a:lnTo>
                <a:lnTo>
                  <a:pt x="6438" y="4667"/>
                </a:lnTo>
                <a:lnTo>
                  <a:pt x="6591" y="4396"/>
                </a:lnTo>
                <a:lnTo>
                  <a:pt x="6705" y="4070"/>
                </a:lnTo>
                <a:lnTo>
                  <a:pt x="6781" y="3745"/>
                </a:lnTo>
                <a:lnTo>
                  <a:pt x="6858" y="3419"/>
                </a:lnTo>
                <a:lnTo>
                  <a:pt x="6933" y="3039"/>
                </a:lnTo>
                <a:lnTo>
                  <a:pt x="6933" y="2008"/>
                </a:lnTo>
                <a:lnTo>
                  <a:pt x="6895" y="1682"/>
                </a:lnTo>
                <a:lnTo>
                  <a:pt x="6819" y="1302"/>
                </a:lnTo>
                <a:lnTo>
                  <a:pt x="6705" y="1031"/>
                </a:lnTo>
                <a:lnTo>
                  <a:pt x="6514" y="814"/>
                </a:lnTo>
                <a:lnTo>
                  <a:pt x="6438" y="706"/>
                </a:lnTo>
                <a:lnTo>
                  <a:pt x="6324" y="706"/>
                </a:lnTo>
                <a:lnTo>
                  <a:pt x="6248" y="488"/>
                </a:lnTo>
                <a:lnTo>
                  <a:pt x="6134" y="326"/>
                </a:lnTo>
                <a:lnTo>
                  <a:pt x="5981" y="217"/>
                </a:lnTo>
                <a:lnTo>
                  <a:pt x="5828" y="108"/>
                </a:lnTo>
                <a:lnTo>
                  <a:pt x="5486" y="0"/>
                </a:lnTo>
                <a:close/>
                <a:moveTo>
                  <a:pt x="15696" y="9986"/>
                </a:moveTo>
                <a:lnTo>
                  <a:pt x="15772" y="10040"/>
                </a:lnTo>
                <a:lnTo>
                  <a:pt x="16077" y="10203"/>
                </a:lnTo>
                <a:lnTo>
                  <a:pt x="16191" y="10311"/>
                </a:lnTo>
                <a:lnTo>
                  <a:pt x="16343" y="10420"/>
                </a:lnTo>
                <a:lnTo>
                  <a:pt x="16457" y="10637"/>
                </a:lnTo>
                <a:lnTo>
                  <a:pt x="16534" y="10854"/>
                </a:lnTo>
                <a:lnTo>
                  <a:pt x="16687" y="11342"/>
                </a:lnTo>
                <a:lnTo>
                  <a:pt x="16762" y="11885"/>
                </a:lnTo>
                <a:lnTo>
                  <a:pt x="16801" y="12483"/>
                </a:lnTo>
                <a:lnTo>
                  <a:pt x="16801" y="12754"/>
                </a:lnTo>
                <a:lnTo>
                  <a:pt x="16762" y="13025"/>
                </a:lnTo>
                <a:lnTo>
                  <a:pt x="16687" y="13297"/>
                </a:lnTo>
                <a:lnTo>
                  <a:pt x="16571" y="13513"/>
                </a:lnTo>
                <a:lnTo>
                  <a:pt x="16305" y="13840"/>
                </a:lnTo>
                <a:lnTo>
                  <a:pt x="16000" y="14165"/>
                </a:lnTo>
                <a:lnTo>
                  <a:pt x="15657" y="14436"/>
                </a:lnTo>
                <a:lnTo>
                  <a:pt x="15276" y="14653"/>
                </a:lnTo>
                <a:lnTo>
                  <a:pt x="15772" y="13622"/>
                </a:lnTo>
                <a:lnTo>
                  <a:pt x="15772" y="13513"/>
                </a:lnTo>
                <a:lnTo>
                  <a:pt x="15733" y="13459"/>
                </a:lnTo>
                <a:lnTo>
                  <a:pt x="15696" y="13405"/>
                </a:lnTo>
                <a:lnTo>
                  <a:pt x="15619" y="13459"/>
                </a:lnTo>
                <a:lnTo>
                  <a:pt x="15125" y="14111"/>
                </a:lnTo>
                <a:lnTo>
                  <a:pt x="14667" y="14762"/>
                </a:lnTo>
                <a:lnTo>
                  <a:pt x="14477" y="14762"/>
                </a:lnTo>
                <a:lnTo>
                  <a:pt x="14286" y="14653"/>
                </a:lnTo>
                <a:lnTo>
                  <a:pt x="14477" y="14273"/>
                </a:lnTo>
                <a:lnTo>
                  <a:pt x="14705" y="13893"/>
                </a:lnTo>
                <a:lnTo>
                  <a:pt x="14933" y="13513"/>
                </a:lnTo>
                <a:lnTo>
                  <a:pt x="15200" y="13187"/>
                </a:lnTo>
                <a:lnTo>
                  <a:pt x="15239" y="13079"/>
                </a:lnTo>
                <a:lnTo>
                  <a:pt x="15239" y="13025"/>
                </a:lnTo>
                <a:lnTo>
                  <a:pt x="15200" y="12917"/>
                </a:lnTo>
                <a:lnTo>
                  <a:pt x="15125" y="12917"/>
                </a:lnTo>
                <a:lnTo>
                  <a:pt x="15353" y="12699"/>
                </a:lnTo>
                <a:lnTo>
                  <a:pt x="15390" y="12591"/>
                </a:lnTo>
                <a:lnTo>
                  <a:pt x="15353" y="12483"/>
                </a:lnTo>
                <a:lnTo>
                  <a:pt x="15276" y="12428"/>
                </a:lnTo>
                <a:lnTo>
                  <a:pt x="15200" y="12428"/>
                </a:lnTo>
                <a:lnTo>
                  <a:pt x="14781" y="12754"/>
                </a:lnTo>
                <a:lnTo>
                  <a:pt x="14401" y="13079"/>
                </a:lnTo>
                <a:lnTo>
                  <a:pt x="14020" y="13405"/>
                </a:lnTo>
                <a:lnTo>
                  <a:pt x="13677" y="13785"/>
                </a:lnTo>
                <a:lnTo>
                  <a:pt x="13563" y="13459"/>
                </a:lnTo>
                <a:lnTo>
                  <a:pt x="14248" y="12808"/>
                </a:lnTo>
                <a:lnTo>
                  <a:pt x="14972" y="12265"/>
                </a:lnTo>
                <a:lnTo>
                  <a:pt x="15010" y="12156"/>
                </a:lnTo>
                <a:lnTo>
                  <a:pt x="15010" y="12048"/>
                </a:lnTo>
                <a:lnTo>
                  <a:pt x="14972" y="11993"/>
                </a:lnTo>
                <a:lnTo>
                  <a:pt x="14895" y="11993"/>
                </a:lnTo>
                <a:lnTo>
                  <a:pt x="14172" y="12374"/>
                </a:lnTo>
                <a:lnTo>
                  <a:pt x="13486" y="12808"/>
                </a:lnTo>
                <a:lnTo>
                  <a:pt x="13486" y="12536"/>
                </a:lnTo>
                <a:lnTo>
                  <a:pt x="13638" y="12428"/>
                </a:lnTo>
                <a:lnTo>
                  <a:pt x="13753" y="12319"/>
                </a:lnTo>
                <a:lnTo>
                  <a:pt x="14020" y="12048"/>
                </a:lnTo>
                <a:lnTo>
                  <a:pt x="14552" y="11723"/>
                </a:lnTo>
                <a:lnTo>
                  <a:pt x="14858" y="11560"/>
                </a:lnTo>
                <a:lnTo>
                  <a:pt x="15125" y="11505"/>
                </a:lnTo>
                <a:lnTo>
                  <a:pt x="15162" y="11452"/>
                </a:lnTo>
                <a:lnTo>
                  <a:pt x="15162" y="11397"/>
                </a:lnTo>
                <a:lnTo>
                  <a:pt x="15125" y="11342"/>
                </a:lnTo>
                <a:lnTo>
                  <a:pt x="14781" y="11342"/>
                </a:lnTo>
                <a:lnTo>
                  <a:pt x="14438" y="11397"/>
                </a:lnTo>
                <a:lnTo>
                  <a:pt x="14095" y="11505"/>
                </a:lnTo>
                <a:lnTo>
                  <a:pt x="13791" y="11614"/>
                </a:lnTo>
                <a:lnTo>
                  <a:pt x="14020" y="11234"/>
                </a:lnTo>
                <a:lnTo>
                  <a:pt x="14629" y="11071"/>
                </a:lnTo>
                <a:lnTo>
                  <a:pt x="14933" y="10962"/>
                </a:lnTo>
                <a:lnTo>
                  <a:pt x="15239" y="10746"/>
                </a:lnTo>
                <a:lnTo>
                  <a:pt x="15276" y="10691"/>
                </a:lnTo>
                <a:lnTo>
                  <a:pt x="15276" y="10583"/>
                </a:lnTo>
                <a:lnTo>
                  <a:pt x="15200" y="10529"/>
                </a:lnTo>
                <a:lnTo>
                  <a:pt x="14895" y="10474"/>
                </a:lnTo>
                <a:lnTo>
                  <a:pt x="14552" y="10474"/>
                </a:lnTo>
                <a:lnTo>
                  <a:pt x="14819" y="10258"/>
                </a:lnTo>
                <a:lnTo>
                  <a:pt x="15086" y="10095"/>
                </a:lnTo>
                <a:lnTo>
                  <a:pt x="15390" y="9986"/>
                </a:lnTo>
                <a:close/>
                <a:moveTo>
                  <a:pt x="5447" y="13459"/>
                </a:moveTo>
                <a:lnTo>
                  <a:pt x="5524" y="13622"/>
                </a:lnTo>
                <a:lnTo>
                  <a:pt x="5600" y="13677"/>
                </a:lnTo>
                <a:lnTo>
                  <a:pt x="5791" y="13677"/>
                </a:lnTo>
                <a:lnTo>
                  <a:pt x="5867" y="13730"/>
                </a:lnTo>
                <a:lnTo>
                  <a:pt x="5981" y="13785"/>
                </a:lnTo>
                <a:lnTo>
                  <a:pt x="6057" y="13893"/>
                </a:lnTo>
                <a:lnTo>
                  <a:pt x="6095" y="14002"/>
                </a:lnTo>
                <a:lnTo>
                  <a:pt x="6134" y="14111"/>
                </a:lnTo>
                <a:lnTo>
                  <a:pt x="6134" y="14273"/>
                </a:lnTo>
                <a:lnTo>
                  <a:pt x="6095" y="14436"/>
                </a:lnTo>
                <a:lnTo>
                  <a:pt x="6020" y="14544"/>
                </a:lnTo>
                <a:lnTo>
                  <a:pt x="5943" y="14653"/>
                </a:lnTo>
                <a:lnTo>
                  <a:pt x="5867" y="14762"/>
                </a:lnTo>
                <a:lnTo>
                  <a:pt x="5753" y="14816"/>
                </a:lnTo>
                <a:lnTo>
                  <a:pt x="5676" y="14599"/>
                </a:lnTo>
                <a:lnTo>
                  <a:pt x="5561" y="14436"/>
                </a:lnTo>
                <a:lnTo>
                  <a:pt x="5410" y="14328"/>
                </a:lnTo>
                <a:lnTo>
                  <a:pt x="5219" y="14273"/>
                </a:lnTo>
                <a:lnTo>
                  <a:pt x="5257" y="14273"/>
                </a:lnTo>
                <a:lnTo>
                  <a:pt x="5410" y="14165"/>
                </a:lnTo>
                <a:lnTo>
                  <a:pt x="5486" y="14111"/>
                </a:lnTo>
                <a:lnTo>
                  <a:pt x="5486" y="13840"/>
                </a:lnTo>
                <a:lnTo>
                  <a:pt x="5410" y="13677"/>
                </a:lnTo>
                <a:lnTo>
                  <a:pt x="5296" y="13677"/>
                </a:lnTo>
                <a:lnTo>
                  <a:pt x="5143" y="13730"/>
                </a:lnTo>
                <a:lnTo>
                  <a:pt x="4990" y="13840"/>
                </a:lnTo>
                <a:lnTo>
                  <a:pt x="5029" y="13730"/>
                </a:lnTo>
                <a:lnTo>
                  <a:pt x="5067" y="13622"/>
                </a:lnTo>
                <a:lnTo>
                  <a:pt x="5029" y="13568"/>
                </a:lnTo>
                <a:lnTo>
                  <a:pt x="5219" y="13513"/>
                </a:lnTo>
                <a:lnTo>
                  <a:pt x="5447" y="13459"/>
                </a:lnTo>
                <a:close/>
                <a:moveTo>
                  <a:pt x="6591" y="11885"/>
                </a:moveTo>
                <a:lnTo>
                  <a:pt x="6591" y="11940"/>
                </a:lnTo>
                <a:lnTo>
                  <a:pt x="6552" y="12103"/>
                </a:lnTo>
                <a:lnTo>
                  <a:pt x="6362" y="12211"/>
                </a:lnTo>
                <a:lnTo>
                  <a:pt x="6210" y="12374"/>
                </a:lnTo>
                <a:lnTo>
                  <a:pt x="5905" y="12754"/>
                </a:lnTo>
                <a:lnTo>
                  <a:pt x="5791" y="12754"/>
                </a:lnTo>
                <a:lnTo>
                  <a:pt x="5676" y="12862"/>
                </a:lnTo>
                <a:lnTo>
                  <a:pt x="5600" y="12971"/>
                </a:lnTo>
                <a:lnTo>
                  <a:pt x="5447" y="12917"/>
                </a:lnTo>
                <a:lnTo>
                  <a:pt x="4990" y="12917"/>
                </a:lnTo>
                <a:lnTo>
                  <a:pt x="4723" y="13079"/>
                </a:lnTo>
                <a:lnTo>
                  <a:pt x="4458" y="13350"/>
                </a:lnTo>
                <a:lnTo>
                  <a:pt x="4343" y="13568"/>
                </a:lnTo>
                <a:lnTo>
                  <a:pt x="4229" y="13840"/>
                </a:lnTo>
                <a:lnTo>
                  <a:pt x="4229" y="14381"/>
                </a:lnTo>
                <a:lnTo>
                  <a:pt x="4305" y="14544"/>
                </a:lnTo>
                <a:lnTo>
                  <a:pt x="4419" y="14762"/>
                </a:lnTo>
                <a:lnTo>
                  <a:pt x="4609" y="15034"/>
                </a:lnTo>
                <a:lnTo>
                  <a:pt x="4800" y="15250"/>
                </a:lnTo>
                <a:lnTo>
                  <a:pt x="5029" y="15359"/>
                </a:lnTo>
                <a:lnTo>
                  <a:pt x="5219" y="15467"/>
                </a:lnTo>
                <a:lnTo>
                  <a:pt x="5447" y="15522"/>
                </a:lnTo>
                <a:lnTo>
                  <a:pt x="5676" y="15522"/>
                </a:lnTo>
                <a:lnTo>
                  <a:pt x="5943" y="15467"/>
                </a:lnTo>
                <a:lnTo>
                  <a:pt x="6134" y="15305"/>
                </a:lnTo>
                <a:lnTo>
                  <a:pt x="6324" y="15142"/>
                </a:lnTo>
                <a:lnTo>
                  <a:pt x="6476" y="14871"/>
                </a:lnTo>
                <a:lnTo>
                  <a:pt x="6591" y="14599"/>
                </a:lnTo>
                <a:lnTo>
                  <a:pt x="6629" y="14165"/>
                </a:lnTo>
                <a:lnTo>
                  <a:pt x="6552" y="13840"/>
                </a:lnTo>
                <a:lnTo>
                  <a:pt x="6438" y="13513"/>
                </a:lnTo>
                <a:lnTo>
                  <a:pt x="6248" y="13242"/>
                </a:lnTo>
                <a:lnTo>
                  <a:pt x="6552" y="12808"/>
                </a:lnTo>
                <a:lnTo>
                  <a:pt x="6667" y="12646"/>
                </a:lnTo>
                <a:lnTo>
                  <a:pt x="6819" y="12428"/>
                </a:lnTo>
                <a:lnTo>
                  <a:pt x="6819" y="12211"/>
                </a:lnTo>
                <a:lnTo>
                  <a:pt x="6781" y="12156"/>
                </a:lnTo>
                <a:lnTo>
                  <a:pt x="6743" y="12103"/>
                </a:lnTo>
                <a:lnTo>
                  <a:pt x="6629" y="11940"/>
                </a:lnTo>
                <a:lnTo>
                  <a:pt x="6591" y="11885"/>
                </a:lnTo>
                <a:close/>
                <a:moveTo>
                  <a:pt x="20762" y="15413"/>
                </a:moveTo>
                <a:lnTo>
                  <a:pt x="20915" y="15522"/>
                </a:lnTo>
                <a:lnTo>
                  <a:pt x="20915" y="15685"/>
                </a:lnTo>
                <a:lnTo>
                  <a:pt x="20953" y="15738"/>
                </a:lnTo>
                <a:lnTo>
                  <a:pt x="20991" y="15738"/>
                </a:lnTo>
                <a:lnTo>
                  <a:pt x="21029" y="15685"/>
                </a:lnTo>
                <a:lnTo>
                  <a:pt x="21067" y="15956"/>
                </a:lnTo>
                <a:lnTo>
                  <a:pt x="21067" y="16553"/>
                </a:lnTo>
                <a:lnTo>
                  <a:pt x="20991" y="16824"/>
                </a:lnTo>
                <a:lnTo>
                  <a:pt x="20915" y="17041"/>
                </a:lnTo>
                <a:lnTo>
                  <a:pt x="20839" y="17258"/>
                </a:lnTo>
                <a:lnTo>
                  <a:pt x="20724" y="17475"/>
                </a:lnTo>
                <a:lnTo>
                  <a:pt x="20572" y="17584"/>
                </a:lnTo>
                <a:lnTo>
                  <a:pt x="20419" y="17693"/>
                </a:lnTo>
                <a:lnTo>
                  <a:pt x="20229" y="17693"/>
                </a:lnTo>
                <a:lnTo>
                  <a:pt x="20191" y="17584"/>
                </a:lnTo>
                <a:lnTo>
                  <a:pt x="19962" y="17422"/>
                </a:lnTo>
                <a:lnTo>
                  <a:pt x="20382" y="17312"/>
                </a:lnTo>
                <a:lnTo>
                  <a:pt x="20419" y="17258"/>
                </a:lnTo>
                <a:lnTo>
                  <a:pt x="20496" y="17204"/>
                </a:lnTo>
                <a:lnTo>
                  <a:pt x="20496" y="16987"/>
                </a:lnTo>
                <a:lnTo>
                  <a:pt x="20458" y="16824"/>
                </a:lnTo>
                <a:lnTo>
                  <a:pt x="20382" y="16769"/>
                </a:lnTo>
                <a:lnTo>
                  <a:pt x="20153" y="16769"/>
                </a:lnTo>
                <a:lnTo>
                  <a:pt x="20419" y="16499"/>
                </a:lnTo>
                <a:lnTo>
                  <a:pt x="20496" y="16444"/>
                </a:lnTo>
                <a:lnTo>
                  <a:pt x="20496" y="16173"/>
                </a:lnTo>
                <a:lnTo>
                  <a:pt x="20458" y="16064"/>
                </a:lnTo>
                <a:lnTo>
                  <a:pt x="20382" y="16010"/>
                </a:lnTo>
                <a:lnTo>
                  <a:pt x="20305" y="16010"/>
                </a:lnTo>
                <a:lnTo>
                  <a:pt x="20229" y="16064"/>
                </a:lnTo>
                <a:lnTo>
                  <a:pt x="20076" y="16118"/>
                </a:lnTo>
                <a:lnTo>
                  <a:pt x="19924" y="16173"/>
                </a:lnTo>
                <a:lnTo>
                  <a:pt x="20382" y="15901"/>
                </a:lnTo>
                <a:lnTo>
                  <a:pt x="20419" y="15847"/>
                </a:lnTo>
                <a:lnTo>
                  <a:pt x="20419" y="15793"/>
                </a:lnTo>
                <a:lnTo>
                  <a:pt x="20382" y="15738"/>
                </a:lnTo>
                <a:lnTo>
                  <a:pt x="20229" y="15685"/>
                </a:lnTo>
                <a:lnTo>
                  <a:pt x="20038" y="15685"/>
                </a:lnTo>
                <a:lnTo>
                  <a:pt x="20115" y="15630"/>
                </a:lnTo>
                <a:lnTo>
                  <a:pt x="20343" y="15467"/>
                </a:lnTo>
                <a:lnTo>
                  <a:pt x="20533" y="15413"/>
                </a:lnTo>
                <a:close/>
                <a:moveTo>
                  <a:pt x="17334" y="19810"/>
                </a:moveTo>
                <a:lnTo>
                  <a:pt x="17448" y="19918"/>
                </a:lnTo>
                <a:lnTo>
                  <a:pt x="17524" y="20026"/>
                </a:lnTo>
                <a:lnTo>
                  <a:pt x="17372" y="20189"/>
                </a:lnTo>
                <a:lnTo>
                  <a:pt x="17219" y="20351"/>
                </a:lnTo>
                <a:lnTo>
                  <a:pt x="17067" y="20569"/>
                </a:lnTo>
                <a:lnTo>
                  <a:pt x="16991" y="20786"/>
                </a:lnTo>
                <a:lnTo>
                  <a:pt x="16724" y="20732"/>
                </a:lnTo>
                <a:lnTo>
                  <a:pt x="16687" y="20677"/>
                </a:lnTo>
                <a:lnTo>
                  <a:pt x="17334" y="19810"/>
                </a:lnTo>
                <a:close/>
                <a:moveTo>
                  <a:pt x="17295" y="17693"/>
                </a:moveTo>
                <a:lnTo>
                  <a:pt x="17715" y="18235"/>
                </a:lnTo>
                <a:lnTo>
                  <a:pt x="17943" y="18561"/>
                </a:lnTo>
                <a:lnTo>
                  <a:pt x="18172" y="18941"/>
                </a:lnTo>
                <a:lnTo>
                  <a:pt x="18362" y="19320"/>
                </a:lnTo>
                <a:lnTo>
                  <a:pt x="18439" y="19483"/>
                </a:lnTo>
                <a:lnTo>
                  <a:pt x="18477" y="19646"/>
                </a:lnTo>
                <a:lnTo>
                  <a:pt x="18477" y="19863"/>
                </a:lnTo>
                <a:lnTo>
                  <a:pt x="18439" y="20026"/>
                </a:lnTo>
                <a:lnTo>
                  <a:pt x="18400" y="20189"/>
                </a:lnTo>
                <a:lnTo>
                  <a:pt x="18286" y="20351"/>
                </a:lnTo>
                <a:lnTo>
                  <a:pt x="18172" y="20514"/>
                </a:lnTo>
                <a:lnTo>
                  <a:pt x="18019" y="20623"/>
                </a:lnTo>
                <a:lnTo>
                  <a:pt x="17943" y="20514"/>
                </a:lnTo>
                <a:lnTo>
                  <a:pt x="17829" y="20514"/>
                </a:lnTo>
                <a:lnTo>
                  <a:pt x="17753" y="20569"/>
                </a:lnTo>
                <a:lnTo>
                  <a:pt x="17715" y="20623"/>
                </a:lnTo>
                <a:lnTo>
                  <a:pt x="17676" y="20623"/>
                </a:lnTo>
                <a:lnTo>
                  <a:pt x="17601" y="20677"/>
                </a:lnTo>
                <a:lnTo>
                  <a:pt x="17562" y="20786"/>
                </a:lnTo>
                <a:lnTo>
                  <a:pt x="17524" y="20786"/>
                </a:lnTo>
                <a:lnTo>
                  <a:pt x="17601" y="20623"/>
                </a:lnTo>
                <a:lnTo>
                  <a:pt x="17753" y="20406"/>
                </a:lnTo>
                <a:lnTo>
                  <a:pt x="17829" y="20243"/>
                </a:lnTo>
                <a:lnTo>
                  <a:pt x="17867" y="20080"/>
                </a:lnTo>
                <a:lnTo>
                  <a:pt x="17829" y="19972"/>
                </a:lnTo>
                <a:lnTo>
                  <a:pt x="17791" y="19863"/>
                </a:lnTo>
                <a:lnTo>
                  <a:pt x="17676" y="19700"/>
                </a:lnTo>
                <a:lnTo>
                  <a:pt x="17524" y="19538"/>
                </a:lnTo>
                <a:lnTo>
                  <a:pt x="17334" y="19483"/>
                </a:lnTo>
                <a:lnTo>
                  <a:pt x="17258" y="19483"/>
                </a:lnTo>
                <a:lnTo>
                  <a:pt x="17219" y="19538"/>
                </a:lnTo>
                <a:lnTo>
                  <a:pt x="16229" y="20406"/>
                </a:lnTo>
                <a:lnTo>
                  <a:pt x="16114" y="20351"/>
                </a:lnTo>
                <a:lnTo>
                  <a:pt x="16000" y="20189"/>
                </a:lnTo>
                <a:lnTo>
                  <a:pt x="16495" y="19755"/>
                </a:lnTo>
                <a:lnTo>
                  <a:pt x="16991" y="19375"/>
                </a:lnTo>
                <a:lnTo>
                  <a:pt x="17029" y="19267"/>
                </a:lnTo>
                <a:lnTo>
                  <a:pt x="17029" y="19212"/>
                </a:lnTo>
                <a:lnTo>
                  <a:pt x="16991" y="19104"/>
                </a:lnTo>
                <a:lnTo>
                  <a:pt x="16915" y="19104"/>
                </a:lnTo>
                <a:lnTo>
                  <a:pt x="16610" y="19157"/>
                </a:lnTo>
                <a:lnTo>
                  <a:pt x="16305" y="19320"/>
                </a:lnTo>
                <a:lnTo>
                  <a:pt x="16000" y="19483"/>
                </a:lnTo>
                <a:lnTo>
                  <a:pt x="15733" y="19646"/>
                </a:lnTo>
                <a:lnTo>
                  <a:pt x="15619" y="19267"/>
                </a:lnTo>
                <a:lnTo>
                  <a:pt x="15657" y="19212"/>
                </a:lnTo>
                <a:lnTo>
                  <a:pt x="16687" y="18344"/>
                </a:lnTo>
                <a:lnTo>
                  <a:pt x="16724" y="18289"/>
                </a:lnTo>
                <a:lnTo>
                  <a:pt x="16724" y="18235"/>
                </a:lnTo>
                <a:lnTo>
                  <a:pt x="16687" y="18181"/>
                </a:lnTo>
                <a:lnTo>
                  <a:pt x="16610" y="18126"/>
                </a:lnTo>
                <a:lnTo>
                  <a:pt x="16153" y="18289"/>
                </a:lnTo>
                <a:lnTo>
                  <a:pt x="15733" y="18452"/>
                </a:lnTo>
                <a:lnTo>
                  <a:pt x="15886" y="18235"/>
                </a:lnTo>
                <a:lnTo>
                  <a:pt x="16114" y="18018"/>
                </a:lnTo>
                <a:lnTo>
                  <a:pt x="16343" y="17855"/>
                </a:lnTo>
                <a:lnTo>
                  <a:pt x="16610" y="17747"/>
                </a:lnTo>
                <a:lnTo>
                  <a:pt x="16952" y="17693"/>
                </a:lnTo>
                <a:close/>
                <a:moveTo>
                  <a:pt x="15429" y="9335"/>
                </a:moveTo>
                <a:lnTo>
                  <a:pt x="15162" y="9389"/>
                </a:lnTo>
                <a:lnTo>
                  <a:pt x="14933" y="9443"/>
                </a:lnTo>
                <a:lnTo>
                  <a:pt x="14743" y="9552"/>
                </a:lnTo>
                <a:lnTo>
                  <a:pt x="14324" y="9877"/>
                </a:lnTo>
                <a:lnTo>
                  <a:pt x="13943" y="10311"/>
                </a:lnTo>
                <a:lnTo>
                  <a:pt x="13753" y="10583"/>
                </a:lnTo>
                <a:lnTo>
                  <a:pt x="13448" y="10637"/>
                </a:lnTo>
                <a:lnTo>
                  <a:pt x="13334" y="10691"/>
                </a:lnTo>
                <a:lnTo>
                  <a:pt x="13296" y="10799"/>
                </a:lnTo>
                <a:lnTo>
                  <a:pt x="13257" y="10909"/>
                </a:lnTo>
                <a:lnTo>
                  <a:pt x="13257" y="11017"/>
                </a:lnTo>
                <a:lnTo>
                  <a:pt x="11467" y="11289"/>
                </a:lnTo>
                <a:lnTo>
                  <a:pt x="10439" y="11342"/>
                </a:lnTo>
                <a:lnTo>
                  <a:pt x="9943" y="11397"/>
                </a:lnTo>
                <a:lnTo>
                  <a:pt x="9448" y="11452"/>
                </a:lnTo>
                <a:lnTo>
                  <a:pt x="9372" y="11505"/>
                </a:lnTo>
                <a:lnTo>
                  <a:pt x="9334" y="11560"/>
                </a:lnTo>
                <a:lnTo>
                  <a:pt x="9295" y="11723"/>
                </a:lnTo>
                <a:lnTo>
                  <a:pt x="9372" y="11885"/>
                </a:lnTo>
                <a:lnTo>
                  <a:pt x="9409" y="11940"/>
                </a:lnTo>
                <a:lnTo>
                  <a:pt x="9486" y="11993"/>
                </a:lnTo>
                <a:lnTo>
                  <a:pt x="9982" y="12048"/>
                </a:lnTo>
                <a:lnTo>
                  <a:pt x="10514" y="12048"/>
                </a:lnTo>
                <a:lnTo>
                  <a:pt x="11581" y="11940"/>
                </a:lnTo>
                <a:lnTo>
                  <a:pt x="12381" y="11885"/>
                </a:lnTo>
                <a:lnTo>
                  <a:pt x="13181" y="11777"/>
                </a:lnTo>
                <a:lnTo>
                  <a:pt x="13029" y="12211"/>
                </a:lnTo>
                <a:lnTo>
                  <a:pt x="12953" y="12483"/>
                </a:lnTo>
                <a:lnTo>
                  <a:pt x="12953" y="12699"/>
                </a:lnTo>
                <a:lnTo>
                  <a:pt x="12990" y="13187"/>
                </a:lnTo>
                <a:lnTo>
                  <a:pt x="12839" y="13350"/>
                </a:lnTo>
                <a:lnTo>
                  <a:pt x="12724" y="13513"/>
                </a:lnTo>
                <a:lnTo>
                  <a:pt x="12724" y="13677"/>
                </a:lnTo>
                <a:lnTo>
                  <a:pt x="12762" y="13840"/>
                </a:lnTo>
                <a:lnTo>
                  <a:pt x="12876" y="13948"/>
                </a:lnTo>
                <a:lnTo>
                  <a:pt x="13029" y="14002"/>
                </a:lnTo>
                <a:lnTo>
                  <a:pt x="13181" y="14002"/>
                </a:lnTo>
                <a:lnTo>
                  <a:pt x="13296" y="14328"/>
                </a:lnTo>
                <a:lnTo>
                  <a:pt x="13448" y="14599"/>
                </a:lnTo>
                <a:lnTo>
                  <a:pt x="13600" y="14871"/>
                </a:lnTo>
                <a:lnTo>
                  <a:pt x="13753" y="15087"/>
                </a:lnTo>
                <a:lnTo>
                  <a:pt x="13943" y="15250"/>
                </a:lnTo>
                <a:lnTo>
                  <a:pt x="14172" y="15413"/>
                </a:lnTo>
                <a:lnTo>
                  <a:pt x="14401" y="15467"/>
                </a:lnTo>
                <a:lnTo>
                  <a:pt x="14629" y="15522"/>
                </a:lnTo>
                <a:lnTo>
                  <a:pt x="14781" y="15522"/>
                </a:lnTo>
                <a:lnTo>
                  <a:pt x="15162" y="15413"/>
                </a:lnTo>
                <a:lnTo>
                  <a:pt x="15543" y="15305"/>
                </a:lnTo>
                <a:lnTo>
                  <a:pt x="15505" y="15467"/>
                </a:lnTo>
                <a:lnTo>
                  <a:pt x="15505" y="15685"/>
                </a:lnTo>
                <a:lnTo>
                  <a:pt x="15582" y="16118"/>
                </a:lnTo>
                <a:lnTo>
                  <a:pt x="15657" y="16390"/>
                </a:lnTo>
                <a:lnTo>
                  <a:pt x="15733" y="16716"/>
                </a:lnTo>
                <a:lnTo>
                  <a:pt x="15886" y="16987"/>
                </a:lnTo>
                <a:lnTo>
                  <a:pt x="16077" y="17204"/>
                </a:lnTo>
                <a:lnTo>
                  <a:pt x="16077" y="17258"/>
                </a:lnTo>
                <a:lnTo>
                  <a:pt x="15848" y="17367"/>
                </a:lnTo>
                <a:lnTo>
                  <a:pt x="15657" y="17584"/>
                </a:lnTo>
                <a:lnTo>
                  <a:pt x="15467" y="17747"/>
                </a:lnTo>
                <a:lnTo>
                  <a:pt x="15353" y="17963"/>
                </a:lnTo>
                <a:lnTo>
                  <a:pt x="15239" y="18235"/>
                </a:lnTo>
                <a:lnTo>
                  <a:pt x="15162" y="18506"/>
                </a:lnTo>
                <a:lnTo>
                  <a:pt x="15125" y="18778"/>
                </a:lnTo>
                <a:lnTo>
                  <a:pt x="15086" y="19049"/>
                </a:lnTo>
                <a:lnTo>
                  <a:pt x="15086" y="19320"/>
                </a:lnTo>
                <a:lnTo>
                  <a:pt x="15162" y="19755"/>
                </a:lnTo>
                <a:lnTo>
                  <a:pt x="15315" y="20135"/>
                </a:lnTo>
                <a:lnTo>
                  <a:pt x="15315" y="20298"/>
                </a:lnTo>
                <a:lnTo>
                  <a:pt x="15353" y="20461"/>
                </a:lnTo>
                <a:lnTo>
                  <a:pt x="15505" y="20569"/>
                </a:lnTo>
                <a:lnTo>
                  <a:pt x="15582" y="20677"/>
                </a:lnTo>
                <a:lnTo>
                  <a:pt x="15886" y="21004"/>
                </a:lnTo>
                <a:lnTo>
                  <a:pt x="16229" y="21274"/>
                </a:lnTo>
                <a:lnTo>
                  <a:pt x="16610" y="21492"/>
                </a:lnTo>
                <a:lnTo>
                  <a:pt x="17029" y="21600"/>
                </a:lnTo>
                <a:lnTo>
                  <a:pt x="17448" y="21600"/>
                </a:lnTo>
                <a:lnTo>
                  <a:pt x="17867" y="21492"/>
                </a:lnTo>
                <a:lnTo>
                  <a:pt x="18248" y="21329"/>
                </a:lnTo>
                <a:lnTo>
                  <a:pt x="18591" y="21057"/>
                </a:lnTo>
                <a:lnTo>
                  <a:pt x="18820" y="20732"/>
                </a:lnTo>
                <a:lnTo>
                  <a:pt x="18971" y="20406"/>
                </a:lnTo>
                <a:lnTo>
                  <a:pt x="19010" y="20026"/>
                </a:lnTo>
                <a:lnTo>
                  <a:pt x="19010" y="19700"/>
                </a:lnTo>
                <a:lnTo>
                  <a:pt x="18934" y="19320"/>
                </a:lnTo>
                <a:lnTo>
                  <a:pt x="18820" y="18941"/>
                </a:lnTo>
                <a:lnTo>
                  <a:pt x="18667" y="18561"/>
                </a:lnTo>
                <a:lnTo>
                  <a:pt x="18477" y="18235"/>
                </a:lnTo>
                <a:lnTo>
                  <a:pt x="18591" y="18181"/>
                </a:lnTo>
                <a:lnTo>
                  <a:pt x="18934" y="17910"/>
                </a:lnTo>
                <a:lnTo>
                  <a:pt x="19315" y="17530"/>
                </a:lnTo>
                <a:lnTo>
                  <a:pt x="19429" y="17801"/>
                </a:lnTo>
                <a:lnTo>
                  <a:pt x="19581" y="18018"/>
                </a:lnTo>
                <a:lnTo>
                  <a:pt x="19734" y="18181"/>
                </a:lnTo>
                <a:lnTo>
                  <a:pt x="19886" y="18289"/>
                </a:lnTo>
                <a:lnTo>
                  <a:pt x="20153" y="18398"/>
                </a:lnTo>
                <a:lnTo>
                  <a:pt x="20419" y="18344"/>
                </a:lnTo>
                <a:lnTo>
                  <a:pt x="20686" y="18235"/>
                </a:lnTo>
                <a:lnTo>
                  <a:pt x="20915" y="18018"/>
                </a:lnTo>
                <a:lnTo>
                  <a:pt x="21143" y="17747"/>
                </a:lnTo>
                <a:lnTo>
                  <a:pt x="21334" y="17422"/>
                </a:lnTo>
                <a:lnTo>
                  <a:pt x="21448" y="17041"/>
                </a:lnTo>
                <a:lnTo>
                  <a:pt x="21524" y="16607"/>
                </a:lnTo>
                <a:lnTo>
                  <a:pt x="21600" y="16064"/>
                </a:lnTo>
                <a:lnTo>
                  <a:pt x="21563" y="15793"/>
                </a:lnTo>
                <a:lnTo>
                  <a:pt x="21524" y="15575"/>
                </a:lnTo>
                <a:lnTo>
                  <a:pt x="21486" y="15359"/>
                </a:lnTo>
                <a:lnTo>
                  <a:pt x="21372" y="15196"/>
                </a:lnTo>
                <a:lnTo>
                  <a:pt x="21143" y="14924"/>
                </a:lnTo>
                <a:lnTo>
                  <a:pt x="20839" y="14762"/>
                </a:lnTo>
                <a:lnTo>
                  <a:pt x="20686" y="14707"/>
                </a:lnTo>
                <a:lnTo>
                  <a:pt x="20382" y="14707"/>
                </a:lnTo>
                <a:lnTo>
                  <a:pt x="20268" y="14816"/>
                </a:lnTo>
                <a:lnTo>
                  <a:pt x="20229" y="14924"/>
                </a:lnTo>
                <a:lnTo>
                  <a:pt x="19924" y="15087"/>
                </a:lnTo>
                <a:lnTo>
                  <a:pt x="19658" y="15250"/>
                </a:lnTo>
                <a:lnTo>
                  <a:pt x="19544" y="15413"/>
                </a:lnTo>
                <a:lnTo>
                  <a:pt x="19391" y="15575"/>
                </a:lnTo>
                <a:lnTo>
                  <a:pt x="19315" y="15793"/>
                </a:lnTo>
                <a:lnTo>
                  <a:pt x="19238" y="16010"/>
                </a:lnTo>
                <a:lnTo>
                  <a:pt x="19162" y="16444"/>
                </a:lnTo>
                <a:lnTo>
                  <a:pt x="19162" y="16879"/>
                </a:lnTo>
                <a:lnTo>
                  <a:pt x="18743" y="17312"/>
                </a:lnTo>
                <a:lnTo>
                  <a:pt x="18324" y="17747"/>
                </a:lnTo>
                <a:lnTo>
                  <a:pt x="18286" y="17801"/>
                </a:lnTo>
                <a:lnTo>
                  <a:pt x="18286" y="17910"/>
                </a:lnTo>
                <a:lnTo>
                  <a:pt x="17905" y="17422"/>
                </a:lnTo>
                <a:lnTo>
                  <a:pt x="17562" y="17041"/>
                </a:lnTo>
                <a:lnTo>
                  <a:pt x="17486" y="16987"/>
                </a:lnTo>
                <a:lnTo>
                  <a:pt x="17334" y="16987"/>
                </a:lnTo>
                <a:lnTo>
                  <a:pt x="17295" y="17095"/>
                </a:lnTo>
                <a:lnTo>
                  <a:pt x="17067" y="17041"/>
                </a:lnTo>
                <a:lnTo>
                  <a:pt x="16838" y="17041"/>
                </a:lnTo>
                <a:lnTo>
                  <a:pt x="16381" y="17095"/>
                </a:lnTo>
                <a:lnTo>
                  <a:pt x="16420" y="16932"/>
                </a:lnTo>
                <a:lnTo>
                  <a:pt x="16381" y="16769"/>
                </a:lnTo>
                <a:lnTo>
                  <a:pt x="16267" y="16499"/>
                </a:lnTo>
                <a:lnTo>
                  <a:pt x="16153" y="16281"/>
                </a:lnTo>
                <a:lnTo>
                  <a:pt x="16039" y="16010"/>
                </a:lnTo>
                <a:lnTo>
                  <a:pt x="15963" y="15685"/>
                </a:lnTo>
                <a:lnTo>
                  <a:pt x="15924" y="15413"/>
                </a:lnTo>
                <a:lnTo>
                  <a:pt x="15886" y="15250"/>
                </a:lnTo>
                <a:lnTo>
                  <a:pt x="15810" y="15142"/>
                </a:lnTo>
                <a:lnTo>
                  <a:pt x="16229" y="14816"/>
                </a:lnTo>
                <a:lnTo>
                  <a:pt x="16648" y="14436"/>
                </a:lnTo>
                <a:lnTo>
                  <a:pt x="16991" y="13948"/>
                </a:lnTo>
                <a:lnTo>
                  <a:pt x="17105" y="13730"/>
                </a:lnTo>
                <a:lnTo>
                  <a:pt x="17219" y="13459"/>
                </a:lnTo>
                <a:lnTo>
                  <a:pt x="17295" y="13134"/>
                </a:lnTo>
                <a:lnTo>
                  <a:pt x="17334" y="12754"/>
                </a:lnTo>
                <a:lnTo>
                  <a:pt x="17334" y="11993"/>
                </a:lnTo>
                <a:lnTo>
                  <a:pt x="17219" y="11289"/>
                </a:lnTo>
                <a:lnTo>
                  <a:pt x="17029" y="10637"/>
                </a:lnTo>
                <a:lnTo>
                  <a:pt x="16877" y="10203"/>
                </a:lnTo>
                <a:lnTo>
                  <a:pt x="16648" y="9823"/>
                </a:lnTo>
                <a:lnTo>
                  <a:pt x="16495" y="9660"/>
                </a:lnTo>
                <a:lnTo>
                  <a:pt x="16343" y="9552"/>
                </a:lnTo>
                <a:lnTo>
                  <a:pt x="16191" y="9497"/>
                </a:lnTo>
                <a:lnTo>
                  <a:pt x="16000" y="9443"/>
                </a:lnTo>
                <a:lnTo>
                  <a:pt x="15657" y="9335"/>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161" name="Google Shape;484;p10"/>
          <p:cNvSpPr/>
          <p:nvPr/>
        </p:nvSpPr>
        <p:spPr>
          <a:xfrm>
            <a:off x="8052576" y="4132355"/>
            <a:ext cx="388091" cy="4088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52" y="3461"/>
                </a:moveTo>
                <a:lnTo>
                  <a:pt x="14477" y="3572"/>
                </a:lnTo>
                <a:lnTo>
                  <a:pt x="14420" y="3737"/>
                </a:lnTo>
                <a:lnTo>
                  <a:pt x="14362" y="3846"/>
                </a:lnTo>
                <a:lnTo>
                  <a:pt x="14362" y="4011"/>
                </a:lnTo>
                <a:lnTo>
                  <a:pt x="14420" y="4287"/>
                </a:lnTo>
                <a:lnTo>
                  <a:pt x="14535" y="4617"/>
                </a:lnTo>
                <a:lnTo>
                  <a:pt x="14941" y="5606"/>
                </a:lnTo>
                <a:lnTo>
                  <a:pt x="15347" y="6595"/>
                </a:lnTo>
                <a:lnTo>
                  <a:pt x="15230" y="6650"/>
                </a:lnTo>
                <a:lnTo>
                  <a:pt x="14303" y="7915"/>
                </a:lnTo>
                <a:lnTo>
                  <a:pt x="13899" y="8463"/>
                </a:lnTo>
                <a:lnTo>
                  <a:pt x="13725" y="8739"/>
                </a:lnTo>
                <a:lnTo>
                  <a:pt x="13667" y="8904"/>
                </a:lnTo>
                <a:lnTo>
                  <a:pt x="13725" y="9069"/>
                </a:lnTo>
                <a:lnTo>
                  <a:pt x="13899" y="9013"/>
                </a:lnTo>
                <a:lnTo>
                  <a:pt x="14014" y="8959"/>
                </a:lnTo>
                <a:lnTo>
                  <a:pt x="14246" y="8739"/>
                </a:lnTo>
                <a:lnTo>
                  <a:pt x="14652" y="8244"/>
                </a:lnTo>
                <a:lnTo>
                  <a:pt x="15694" y="6980"/>
                </a:lnTo>
                <a:lnTo>
                  <a:pt x="15809" y="6980"/>
                </a:lnTo>
                <a:lnTo>
                  <a:pt x="15983" y="6924"/>
                </a:lnTo>
                <a:lnTo>
                  <a:pt x="16041" y="6815"/>
                </a:lnTo>
                <a:lnTo>
                  <a:pt x="16041" y="6650"/>
                </a:lnTo>
                <a:lnTo>
                  <a:pt x="15288" y="4837"/>
                </a:lnTo>
                <a:lnTo>
                  <a:pt x="14883" y="4067"/>
                </a:lnTo>
                <a:lnTo>
                  <a:pt x="14767" y="3793"/>
                </a:lnTo>
                <a:lnTo>
                  <a:pt x="14709" y="3628"/>
                </a:lnTo>
                <a:lnTo>
                  <a:pt x="14709" y="3461"/>
                </a:lnTo>
                <a:close/>
                <a:moveTo>
                  <a:pt x="13725" y="2418"/>
                </a:moveTo>
                <a:lnTo>
                  <a:pt x="13841" y="2693"/>
                </a:lnTo>
                <a:lnTo>
                  <a:pt x="13899" y="2858"/>
                </a:lnTo>
                <a:lnTo>
                  <a:pt x="14073" y="2967"/>
                </a:lnTo>
                <a:lnTo>
                  <a:pt x="14246" y="3078"/>
                </a:lnTo>
                <a:lnTo>
                  <a:pt x="14477" y="3022"/>
                </a:lnTo>
                <a:lnTo>
                  <a:pt x="14826" y="2858"/>
                </a:lnTo>
                <a:lnTo>
                  <a:pt x="15173" y="2583"/>
                </a:lnTo>
                <a:lnTo>
                  <a:pt x="15577" y="3407"/>
                </a:lnTo>
                <a:lnTo>
                  <a:pt x="16041" y="4122"/>
                </a:lnTo>
                <a:lnTo>
                  <a:pt x="16504" y="4891"/>
                </a:lnTo>
                <a:lnTo>
                  <a:pt x="16851" y="5661"/>
                </a:lnTo>
                <a:lnTo>
                  <a:pt x="16621" y="5880"/>
                </a:lnTo>
                <a:lnTo>
                  <a:pt x="16389" y="6100"/>
                </a:lnTo>
                <a:lnTo>
                  <a:pt x="16215" y="6376"/>
                </a:lnTo>
                <a:lnTo>
                  <a:pt x="16157" y="6706"/>
                </a:lnTo>
                <a:lnTo>
                  <a:pt x="16215" y="6870"/>
                </a:lnTo>
                <a:lnTo>
                  <a:pt x="16330" y="6980"/>
                </a:lnTo>
                <a:lnTo>
                  <a:pt x="16330" y="7200"/>
                </a:lnTo>
                <a:lnTo>
                  <a:pt x="16389" y="7309"/>
                </a:lnTo>
                <a:lnTo>
                  <a:pt x="16562" y="7365"/>
                </a:lnTo>
                <a:lnTo>
                  <a:pt x="16562" y="7420"/>
                </a:lnTo>
                <a:lnTo>
                  <a:pt x="16330" y="7750"/>
                </a:lnTo>
                <a:lnTo>
                  <a:pt x="15751" y="8463"/>
                </a:lnTo>
                <a:lnTo>
                  <a:pt x="15230" y="9233"/>
                </a:lnTo>
                <a:lnTo>
                  <a:pt x="14999" y="9124"/>
                </a:lnTo>
                <a:lnTo>
                  <a:pt x="14709" y="9069"/>
                </a:lnTo>
                <a:lnTo>
                  <a:pt x="14420" y="9178"/>
                </a:lnTo>
                <a:lnTo>
                  <a:pt x="14130" y="9289"/>
                </a:lnTo>
                <a:lnTo>
                  <a:pt x="13956" y="9508"/>
                </a:lnTo>
                <a:lnTo>
                  <a:pt x="13782" y="9728"/>
                </a:lnTo>
                <a:lnTo>
                  <a:pt x="13146" y="9728"/>
                </a:lnTo>
                <a:lnTo>
                  <a:pt x="11929" y="9783"/>
                </a:lnTo>
                <a:lnTo>
                  <a:pt x="11872" y="9672"/>
                </a:lnTo>
                <a:lnTo>
                  <a:pt x="11698" y="9563"/>
                </a:lnTo>
                <a:lnTo>
                  <a:pt x="11177" y="9398"/>
                </a:lnTo>
                <a:lnTo>
                  <a:pt x="11119" y="9398"/>
                </a:lnTo>
                <a:lnTo>
                  <a:pt x="11004" y="9343"/>
                </a:lnTo>
                <a:lnTo>
                  <a:pt x="10713" y="9343"/>
                </a:lnTo>
                <a:lnTo>
                  <a:pt x="10481" y="9289"/>
                </a:lnTo>
                <a:lnTo>
                  <a:pt x="9207" y="8134"/>
                </a:lnTo>
                <a:lnTo>
                  <a:pt x="8282" y="7309"/>
                </a:lnTo>
                <a:lnTo>
                  <a:pt x="8397" y="7035"/>
                </a:lnTo>
                <a:lnTo>
                  <a:pt x="8397" y="6759"/>
                </a:lnTo>
                <a:lnTo>
                  <a:pt x="8339" y="6650"/>
                </a:lnTo>
                <a:lnTo>
                  <a:pt x="8282" y="6541"/>
                </a:lnTo>
                <a:lnTo>
                  <a:pt x="8050" y="6376"/>
                </a:lnTo>
                <a:lnTo>
                  <a:pt x="8339" y="5715"/>
                </a:lnTo>
                <a:lnTo>
                  <a:pt x="9150" y="4067"/>
                </a:lnTo>
                <a:lnTo>
                  <a:pt x="9671" y="3022"/>
                </a:lnTo>
                <a:lnTo>
                  <a:pt x="9903" y="3022"/>
                </a:lnTo>
                <a:lnTo>
                  <a:pt x="10134" y="2967"/>
                </a:lnTo>
                <a:lnTo>
                  <a:pt x="10366" y="2858"/>
                </a:lnTo>
                <a:lnTo>
                  <a:pt x="10598" y="2693"/>
                </a:lnTo>
                <a:lnTo>
                  <a:pt x="10772" y="2528"/>
                </a:lnTo>
                <a:lnTo>
                  <a:pt x="11814" y="2472"/>
                </a:lnTo>
                <a:lnTo>
                  <a:pt x="13725" y="2418"/>
                </a:lnTo>
                <a:close/>
                <a:moveTo>
                  <a:pt x="10772" y="10222"/>
                </a:moveTo>
                <a:lnTo>
                  <a:pt x="10945" y="10333"/>
                </a:lnTo>
                <a:lnTo>
                  <a:pt x="10655" y="10333"/>
                </a:lnTo>
                <a:lnTo>
                  <a:pt x="10598" y="10278"/>
                </a:lnTo>
                <a:lnTo>
                  <a:pt x="10772" y="10222"/>
                </a:lnTo>
                <a:close/>
                <a:moveTo>
                  <a:pt x="4285" y="8080"/>
                </a:moveTo>
                <a:lnTo>
                  <a:pt x="4169" y="8134"/>
                </a:lnTo>
                <a:lnTo>
                  <a:pt x="3996" y="8244"/>
                </a:lnTo>
                <a:lnTo>
                  <a:pt x="3880" y="8354"/>
                </a:lnTo>
                <a:lnTo>
                  <a:pt x="3590" y="8683"/>
                </a:lnTo>
                <a:lnTo>
                  <a:pt x="3127" y="9454"/>
                </a:lnTo>
                <a:lnTo>
                  <a:pt x="2606" y="10278"/>
                </a:lnTo>
                <a:lnTo>
                  <a:pt x="2374" y="10607"/>
                </a:lnTo>
                <a:lnTo>
                  <a:pt x="2259" y="10772"/>
                </a:lnTo>
                <a:lnTo>
                  <a:pt x="2201" y="10882"/>
                </a:lnTo>
                <a:lnTo>
                  <a:pt x="2201" y="10993"/>
                </a:lnTo>
                <a:lnTo>
                  <a:pt x="2085" y="11048"/>
                </a:lnTo>
                <a:lnTo>
                  <a:pt x="2085" y="11267"/>
                </a:lnTo>
                <a:lnTo>
                  <a:pt x="2201" y="11322"/>
                </a:lnTo>
                <a:lnTo>
                  <a:pt x="2374" y="11378"/>
                </a:lnTo>
                <a:lnTo>
                  <a:pt x="2548" y="11267"/>
                </a:lnTo>
                <a:lnTo>
                  <a:pt x="2722" y="11157"/>
                </a:lnTo>
                <a:lnTo>
                  <a:pt x="2895" y="10993"/>
                </a:lnTo>
                <a:lnTo>
                  <a:pt x="3186" y="10552"/>
                </a:lnTo>
                <a:lnTo>
                  <a:pt x="3360" y="10222"/>
                </a:lnTo>
                <a:lnTo>
                  <a:pt x="4054" y="9289"/>
                </a:lnTo>
                <a:lnTo>
                  <a:pt x="4343" y="8794"/>
                </a:lnTo>
                <a:lnTo>
                  <a:pt x="4517" y="8574"/>
                </a:lnTo>
                <a:lnTo>
                  <a:pt x="4517" y="8189"/>
                </a:lnTo>
                <a:lnTo>
                  <a:pt x="4401" y="8134"/>
                </a:lnTo>
                <a:lnTo>
                  <a:pt x="4285" y="8080"/>
                </a:lnTo>
                <a:close/>
                <a:moveTo>
                  <a:pt x="6429" y="7255"/>
                </a:moveTo>
                <a:lnTo>
                  <a:pt x="6602" y="7530"/>
                </a:lnTo>
                <a:lnTo>
                  <a:pt x="6833" y="7750"/>
                </a:lnTo>
                <a:lnTo>
                  <a:pt x="7065" y="7804"/>
                </a:lnTo>
                <a:lnTo>
                  <a:pt x="7297" y="7859"/>
                </a:lnTo>
                <a:lnTo>
                  <a:pt x="7529" y="7859"/>
                </a:lnTo>
                <a:lnTo>
                  <a:pt x="7759" y="7804"/>
                </a:lnTo>
                <a:lnTo>
                  <a:pt x="8397" y="8354"/>
                </a:lnTo>
                <a:lnTo>
                  <a:pt x="9730" y="9672"/>
                </a:lnTo>
                <a:lnTo>
                  <a:pt x="9671" y="9783"/>
                </a:lnTo>
                <a:lnTo>
                  <a:pt x="9613" y="9948"/>
                </a:lnTo>
                <a:lnTo>
                  <a:pt x="9671" y="10168"/>
                </a:lnTo>
                <a:lnTo>
                  <a:pt x="9730" y="10333"/>
                </a:lnTo>
                <a:lnTo>
                  <a:pt x="9845" y="10498"/>
                </a:lnTo>
                <a:lnTo>
                  <a:pt x="9845" y="10607"/>
                </a:lnTo>
                <a:lnTo>
                  <a:pt x="9381" y="11102"/>
                </a:lnTo>
                <a:lnTo>
                  <a:pt x="8977" y="11652"/>
                </a:lnTo>
                <a:lnTo>
                  <a:pt x="8165" y="12752"/>
                </a:lnTo>
                <a:lnTo>
                  <a:pt x="7412" y="13685"/>
                </a:lnTo>
                <a:lnTo>
                  <a:pt x="7238" y="13576"/>
                </a:lnTo>
                <a:lnTo>
                  <a:pt x="7008" y="13576"/>
                </a:lnTo>
                <a:lnTo>
                  <a:pt x="6717" y="13631"/>
                </a:lnTo>
                <a:lnTo>
                  <a:pt x="6485" y="13796"/>
                </a:lnTo>
                <a:lnTo>
                  <a:pt x="6312" y="14015"/>
                </a:lnTo>
                <a:lnTo>
                  <a:pt x="6196" y="14291"/>
                </a:lnTo>
                <a:lnTo>
                  <a:pt x="5675" y="14235"/>
                </a:lnTo>
                <a:lnTo>
                  <a:pt x="4460" y="14291"/>
                </a:lnTo>
                <a:lnTo>
                  <a:pt x="4401" y="14015"/>
                </a:lnTo>
                <a:lnTo>
                  <a:pt x="4228" y="13796"/>
                </a:lnTo>
                <a:lnTo>
                  <a:pt x="3996" y="13631"/>
                </a:lnTo>
                <a:lnTo>
                  <a:pt x="3764" y="13576"/>
                </a:lnTo>
                <a:lnTo>
                  <a:pt x="3533" y="13576"/>
                </a:lnTo>
                <a:lnTo>
                  <a:pt x="3243" y="13631"/>
                </a:lnTo>
                <a:lnTo>
                  <a:pt x="2490" y="12641"/>
                </a:lnTo>
                <a:lnTo>
                  <a:pt x="2201" y="12146"/>
                </a:lnTo>
                <a:lnTo>
                  <a:pt x="1795" y="11652"/>
                </a:lnTo>
                <a:lnTo>
                  <a:pt x="1912" y="11378"/>
                </a:lnTo>
                <a:lnTo>
                  <a:pt x="1969" y="11157"/>
                </a:lnTo>
                <a:lnTo>
                  <a:pt x="1912" y="10882"/>
                </a:lnTo>
                <a:lnTo>
                  <a:pt x="1853" y="10663"/>
                </a:lnTo>
                <a:lnTo>
                  <a:pt x="1680" y="10498"/>
                </a:lnTo>
                <a:lnTo>
                  <a:pt x="1738" y="10387"/>
                </a:lnTo>
                <a:lnTo>
                  <a:pt x="1853" y="10222"/>
                </a:lnTo>
                <a:lnTo>
                  <a:pt x="1969" y="9948"/>
                </a:lnTo>
                <a:lnTo>
                  <a:pt x="2548" y="8959"/>
                </a:lnTo>
                <a:lnTo>
                  <a:pt x="3069" y="8024"/>
                </a:lnTo>
                <a:lnTo>
                  <a:pt x="3416" y="8024"/>
                </a:lnTo>
                <a:lnTo>
                  <a:pt x="3764" y="7915"/>
                </a:lnTo>
                <a:lnTo>
                  <a:pt x="3996" y="7694"/>
                </a:lnTo>
                <a:lnTo>
                  <a:pt x="4111" y="7585"/>
                </a:lnTo>
                <a:lnTo>
                  <a:pt x="4169" y="7420"/>
                </a:lnTo>
                <a:lnTo>
                  <a:pt x="4228" y="7365"/>
                </a:lnTo>
                <a:lnTo>
                  <a:pt x="4922" y="7420"/>
                </a:lnTo>
                <a:lnTo>
                  <a:pt x="5849" y="7365"/>
                </a:lnTo>
                <a:lnTo>
                  <a:pt x="6429" y="7255"/>
                </a:lnTo>
                <a:close/>
                <a:moveTo>
                  <a:pt x="14014" y="11596"/>
                </a:moveTo>
                <a:lnTo>
                  <a:pt x="14014" y="11707"/>
                </a:lnTo>
                <a:lnTo>
                  <a:pt x="14073" y="11982"/>
                </a:lnTo>
                <a:lnTo>
                  <a:pt x="14073" y="12091"/>
                </a:lnTo>
                <a:lnTo>
                  <a:pt x="14130" y="12257"/>
                </a:lnTo>
                <a:lnTo>
                  <a:pt x="14826" y="13081"/>
                </a:lnTo>
                <a:lnTo>
                  <a:pt x="15462" y="13906"/>
                </a:lnTo>
                <a:lnTo>
                  <a:pt x="15694" y="14180"/>
                </a:lnTo>
                <a:lnTo>
                  <a:pt x="15809" y="14291"/>
                </a:lnTo>
                <a:lnTo>
                  <a:pt x="15983" y="14345"/>
                </a:lnTo>
                <a:lnTo>
                  <a:pt x="16157" y="14345"/>
                </a:lnTo>
                <a:lnTo>
                  <a:pt x="16273" y="14291"/>
                </a:lnTo>
                <a:lnTo>
                  <a:pt x="16389" y="14235"/>
                </a:lnTo>
                <a:lnTo>
                  <a:pt x="16447" y="14070"/>
                </a:lnTo>
                <a:lnTo>
                  <a:pt x="16447" y="13850"/>
                </a:lnTo>
                <a:lnTo>
                  <a:pt x="16389" y="13741"/>
                </a:lnTo>
                <a:lnTo>
                  <a:pt x="16273" y="13685"/>
                </a:lnTo>
                <a:lnTo>
                  <a:pt x="16100" y="13631"/>
                </a:lnTo>
                <a:lnTo>
                  <a:pt x="15926" y="13411"/>
                </a:lnTo>
                <a:lnTo>
                  <a:pt x="15809" y="13246"/>
                </a:lnTo>
                <a:lnTo>
                  <a:pt x="15230" y="12587"/>
                </a:lnTo>
                <a:lnTo>
                  <a:pt x="14652" y="11872"/>
                </a:lnTo>
                <a:lnTo>
                  <a:pt x="14535" y="11761"/>
                </a:lnTo>
                <a:lnTo>
                  <a:pt x="14420" y="11707"/>
                </a:lnTo>
                <a:lnTo>
                  <a:pt x="14130" y="11596"/>
                </a:lnTo>
                <a:close/>
                <a:moveTo>
                  <a:pt x="3360" y="14565"/>
                </a:moveTo>
                <a:lnTo>
                  <a:pt x="3243" y="14620"/>
                </a:lnTo>
                <a:lnTo>
                  <a:pt x="3243" y="14565"/>
                </a:lnTo>
                <a:close/>
                <a:moveTo>
                  <a:pt x="8860" y="13906"/>
                </a:moveTo>
                <a:lnTo>
                  <a:pt x="8803" y="13961"/>
                </a:lnTo>
                <a:lnTo>
                  <a:pt x="8803" y="14291"/>
                </a:lnTo>
                <a:lnTo>
                  <a:pt x="8918" y="14509"/>
                </a:lnTo>
                <a:lnTo>
                  <a:pt x="9150" y="14894"/>
                </a:lnTo>
                <a:lnTo>
                  <a:pt x="9730" y="15665"/>
                </a:lnTo>
                <a:lnTo>
                  <a:pt x="10192" y="16324"/>
                </a:lnTo>
                <a:lnTo>
                  <a:pt x="10424" y="16654"/>
                </a:lnTo>
                <a:lnTo>
                  <a:pt x="10772" y="16928"/>
                </a:lnTo>
                <a:lnTo>
                  <a:pt x="10830" y="17039"/>
                </a:lnTo>
                <a:lnTo>
                  <a:pt x="11004" y="17204"/>
                </a:lnTo>
                <a:lnTo>
                  <a:pt x="11119" y="17259"/>
                </a:lnTo>
                <a:lnTo>
                  <a:pt x="11234" y="17259"/>
                </a:lnTo>
                <a:lnTo>
                  <a:pt x="11351" y="17204"/>
                </a:lnTo>
                <a:lnTo>
                  <a:pt x="11408" y="17093"/>
                </a:lnTo>
                <a:lnTo>
                  <a:pt x="11466" y="16763"/>
                </a:lnTo>
                <a:lnTo>
                  <a:pt x="11408" y="16598"/>
                </a:lnTo>
                <a:lnTo>
                  <a:pt x="11293" y="16433"/>
                </a:lnTo>
                <a:lnTo>
                  <a:pt x="11177" y="16379"/>
                </a:lnTo>
                <a:lnTo>
                  <a:pt x="11060" y="16324"/>
                </a:lnTo>
                <a:lnTo>
                  <a:pt x="10945" y="16159"/>
                </a:lnTo>
                <a:lnTo>
                  <a:pt x="10830" y="15994"/>
                </a:lnTo>
                <a:lnTo>
                  <a:pt x="10598" y="15665"/>
                </a:lnTo>
                <a:lnTo>
                  <a:pt x="9903" y="14730"/>
                </a:lnTo>
                <a:lnTo>
                  <a:pt x="9498" y="14235"/>
                </a:lnTo>
                <a:lnTo>
                  <a:pt x="9265" y="14070"/>
                </a:lnTo>
                <a:lnTo>
                  <a:pt x="9033" y="13906"/>
                </a:lnTo>
                <a:close/>
                <a:moveTo>
                  <a:pt x="13782" y="10443"/>
                </a:moveTo>
                <a:lnTo>
                  <a:pt x="13899" y="10607"/>
                </a:lnTo>
                <a:lnTo>
                  <a:pt x="14073" y="10717"/>
                </a:lnTo>
                <a:lnTo>
                  <a:pt x="14188" y="10828"/>
                </a:lnTo>
                <a:lnTo>
                  <a:pt x="14362" y="10882"/>
                </a:lnTo>
                <a:lnTo>
                  <a:pt x="14826" y="10828"/>
                </a:lnTo>
                <a:lnTo>
                  <a:pt x="14999" y="10882"/>
                </a:lnTo>
                <a:lnTo>
                  <a:pt x="15115" y="10937"/>
                </a:lnTo>
                <a:lnTo>
                  <a:pt x="15347" y="11322"/>
                </a:lnTo>
                <a:lnTo>
                  <a:pt x="15577" y="11707"/>
                </a:lnTo>
                <a:lnTo>
                  <a:pt x="16157" y="12531"/>
                </a:lnTo>
                <a:lnTo>
                  <a:pt x="16910" y="13631"/>
                </a:lnTo>
                <a:lnTo>
                  <a:pt x="16794" y="13906"/>
                </a:lnTo>
                <a:lnTo>
                  <a:pt x="16736" y="14126"/>
                </a:lnTo>
                <a:lnTo>
                  <a:pt x="16678" y="14620"/>
                </a:lnTo>
                <a:lnTo>
                  <a:pt x="16621" y="14894"/>
                </a:lnTo>
                <a:lnTo>
                  <a:pt x="16621" y="15335"/>
                </a:lnTo>
                <a:lnTo>
                  <a:pt x="16678" y="15389"/>
                </a:lnTo>
                <a:lnTo>
                  <a:pt x="16330" y="15939"/>
                </a:lnTo>
                <a:lnTo>
                  <a:pt x="15462" y="17313"/>
                </a:lnTo>
                <a:lnTo>
                  <a:pt x="15288" y="17259"/>
                </a:lnTo>
                <a:lnTo>
                  <a:pt x="15056" y="17259"/>
                </a:lnTo>
                <a:lnTo>
                  <a:pt x="14826" y="17313"/>
                </a:lnTo>
                <a:lnTo>
                  <a:pt x="14652" y="17424"/>
                </a:lnTo>
                <a:lnTo>
                  <a:pt x="14477" y="17533"/>
                </a:lnTo>
                <a:lnTo>
                  <a:pt x="14362" y="17698"/>
                </a:lnTo>
                <a:lnTo>
                  <a:pt x="14246" y="17863"/>
                </a:lnTo>
                <a:lnTo>
                  <a:pt x="14188" y="18028"/>
                </a:lnTo>
                <a:lnTo>
                  <a:pt x="13261" y="18083"/>
                </a:lnTo>
                <a:lnTo>
                  <a:pt x="11814" y="18193"/>
                </a:lnTo>
                <a:lnTo>
                  <a:pt x="11060" y="18193"/>
                </a:lnTo>
                <a:lnTo>
                  <a:pt x="11004" y="17918"/>
                </a:lnTo>
                <a:lnTo>
                  <a:pt x="10772" y="17643"/>
                </a:lnTo>
                <a:lnTo>
                  <a:pt x="10655" y="17589"/>
                </a:lnTo>
                <a:lnTo>
                  <a:pt x="10540" y="17533"/>
                </a:lnTo>
                <a:lnTo>
                  <a:pt x="10251" y="17478"/>
                </a:lnTo>
                <a:lnTo>
                  <a:pt x="10134" y="17424"/>
                </a:lnTo>
                <a:lnTo>
                  <a:pt x="10019" y="17478"/>
                </a:lnTo>
                <a:lnTo>
                  <a:pt x="9903" y="17589"/>
                </a:lnTo>
                <a:lnTo>
                  <a:pt x="9786" y="17589"/>
                </a:lnTo>
                <a:lnTo>
                  <a:pt x="9439" y="16818"/>
                </a:lnTo>
                <a:lnTo>
                  <a:pt x="9033" y="16050"/>
                </a:lnTo>
                <a:lnTo>
                  <a:pt x="8629" y="15444"/>
                </a:lnTo>
                <a:lnTo>
                  <a:pt x="8165" y="14785"/>
                </a:lnTo>
                <a:lnTo>
                  <a:pt x="8224" y="14620"/>
                </a:lnTo>
                <a:lnTo>
                  <a:pt x="8282" y="14455"/>
                </a:lnTo>
                <a:lnTo>
                  <a:pt x="8282" y="14235"/>
                </a:lnTo>
                <a:lnTo>
                  <a:pt x="8224" y="14070"/>
                </a:lnTo>
                <a:lnTo>
                  <a:pt x="8107" y="13961"/>
                </a:lnTo>
                <a:lnTo>
                  <a:pt x="8050" y="13961"/>
                </a:lnTo>
                <a:lnTo>
                  <a:pt x="8224" y="13741"/>
                </a:lnTo>
                <a:lnTo>
                  <a:pt x="9092" y="12587"/>
                </a:lnTo>
                <a:lnTo>
                  <a:pt x="9730" y="11761"/>
                </a:lnTo>
                <a:lnTo>
                  <a:pt x="10077" y="11378"/>
                </a:lnTo>
                <a:lnTo>
                  <a:pt x="10307" y="10937"/>
                </a:lnTo>
                <a:lnTo>
                  <a:pt x="10540" y="10993"/>
                </a:lnTo>
                <a:lnTo>
                  <a:pt x="10945" y="10993"/>
                </a:lnTo>
                <a:lnTo>
                  <a:pt x="11177" y="10937"/>
                </a:lnTo>
                <a:lnTo>
                  <a:pt x="11351" y="10882"/>
                </a:lnTo>
                <a:lnTo>
                  <a:pt x="11525" y="10717"/>
                </a:lnTo>
                <a:lnTo>
                  <a:pt x="11698" y="10607"/>
                </a:lnTo>
                <a:lnTo>
                  <a:pt x="11814" y="10443"/>
                </a:lnTo>
                <a:close/>
                <a:moveTo>
                  <a:pt x="7529" y="0"/>
                </a:moveTo>
                <a:lnTo>
                  <a:pt x="7529" y="54"/>
                </a:lnTo>
                <a:lnTo>
                  <a:pt x="7586" y="274"/>
                </a:lnTo>
                <a:lnTo>
                  <a:pt x="7703" y="439"/>
                </a:lnTo>
                <a:lnTo>
                  <a:pt x="7876" y="548"/>
                </a:lnTo>
                <a:lnTo>
                  <a:pt x="8050" y="604"/>
                </a:lnTo>
                <a:lnTo>
                  <a:pt x="8165" y="824"/>
                </a:lnTo>
                <a:lnTo>
                  <a:pt x="8339" y="1043"/>
                </a:lnTo>
                <a:lnTo>
                  <a:pt x="8629" y="1483"/>
                </a:lnTo>
                <a:lnTo>
                  <a:pt x="8745" y="1648"/>
                </a:lnTo>
                <a:lnTo>
                  <a:pt x="8629" y="1922"/>
                </a:lnTo>
                <a:lnTo>
                  <a:pt x="8629" y="2198"/>
                </a:lnTo>
                <a:lnTo>
                  <a:pt x="8745" y="2528"/>
                </a:lnTo>
                <a:lnTo>
                  <a:pt x="8918" y="2748"/>
                </a:lnTo>
                <a:lnTo>
                  <a:pt x="9033" y="2858"/>
                </a:lnTo>
                <a:lnTo>
                  <a:pt x="8456" y="3902"/>
                </a:lnTo>
                <a:lnTo>
                  <a:pt x="7703" y="5385"/>
                </a:lnTo>
                <a:lnTo>
                  <a:pt x="7529" y="5770"/>
                </a:lnTo>
                <a:lnTo>
                  <a:pt x="7297" y="6100"/>
                </a:lnTo>
                <a:lnTo>
                  <a:pt x="6950" y="6100"/>
                </a:lnTo>
                <a:lnTo>
                  <a:pt x="6776" y="6156"/>
                </a:lnTo>
                <a:lnTo>
                  <a:pt x="6602" y="6265"/>
                </a:lnTo>
                <a:lnTo>
                  <a:pt x="6485" y="6430"/>
                </a:lnTo>
                <a:lnTo>
                  <a:pt x="6429" y="6595"/>
                </a:lnTo>
                <a:lnTo>
                  <a:pt x="5502" y="6706"/>
                </a:lnTo>
                <a:lnTo>
                  <a:pt x="4807" y="6759"/>
                </a:lnTo>
                <a:lnTo>
                  <a:pt x="4228" y="6815"/>
                </a:lnTo>
                <a:lnTo>
                  <a:pt x="4054" y="6541"/>
                </a:lnTo>
                <a:lnTo>
                  <a:pt x="3880" y="6320"/>
                </a:lnTo>
                <a:lnTo>
                  <a:pt x="3590" y="6211"/>
                </a:lnTo>
                <a:lnTo>
                  <a:pt x="3301" y="6156"/>
                </a:lnTo>
                <a:lnTo>
                  <a:pt x="3011" y="6156"/>
                </a:lnTo>
                <a:lnTo>
                  <a:pt x="2837" y="6265"/>
                </a:lnTo>
                <a:lnTo>
                  <a:pt x="2606" y="6430"/>
                </a:lnTo>
                <a:lnTo>
                  <a:pt x="2490" y="6595"/>
                </a:lnTo>
                <a:lnTo>
                  <a:pt x="2374" y="6759"/>
                </a:lnTo>
                <a:lnTo>
                  <a:pt x="2374" y="6924"/>
                </a:lnTo>
                <a:lnTo>
                  <a:pt x="2259" y="7145"/>
                </a:lnTo>
                <a:lnTo>
                  <a:pt x="2259" y="7420"/>
                </a:lnTo>
                <a:lnTo>
                  <a:pt x="2316" y="7639"/>
                </a:lnTo>
                <a:lnTo>
                  <a:pt x="2374" y="7750"/>
                </a:lnTo>
                <a:lnTo>
                  <a:pt x="2374" y="7804"/>
                </a:lnTo>
                <a:lnTo>
                  <a:pt x="1969" y="8630"/>
                </a:lnTo>
                <a:lnTo>
                  <a:pt x="1389" y="9618"/>
                </a:lnTo>
                <a:lnTo>
                  <a:pt x="1216" y="9948"/>
                </a:lnTo>
                <a:lnTo>
                  <a:pt x="1216" y="10058"/>
                </a:lnTo>
                <a:lnTo>
                  <a:pt x="1159" y="10222"/>
                </a:lnTo>
                <a:lnTo>
                  <a:pt x="1159" y="10168"/>
                </a:lnTo>
                <a:lnTo>
                  <a:pt x="985" y="10168"/>
                </a:lnTo>
                <a:lnTo>
                  <a:pt x="868" y="10222"/>
                </a:lnTo>
                <a:lnTo>
                  <a:pt x="638" y="10387"/>
                </a:lnTo>
                <a:lnTo>
                  <a:pt x="521" y="10443"/>
                </a:lnTo>
                <a:lnTo>
                  <a:pt x="406" y="10498"/>
                </a:lnTo>
                <a:lnTo>
                  <a:pt x="289" y="10663"/>
                </a:lnTo>
                <a:lnTo>
                  <a:pt x="174" y="10828"/>
                </a:lnTo>
                <a:lnTo>
                  <a:pt x="174" y="11157"/>
                </a:lnTo>
                <a:lnTo>
                  <a:pt x="0" y="11652"/>
                </a:lnTo>
                <a:lnTo>
                  <a:pt x="58" y="11761"/>
                </a:lnTo>
                <a:lnTo>
                  <a:pt x="115" y="11817"/>
                </a:lnTo>
                <a:lnTo>
                  <a:pt x="174" y="11926"/>
                </a:lnTo>
                <a:lnTo>
                  <a:pt x="289" y="11926"/>
                </a:lnTo>
                <a:lnTo>
                  <a:pt x="579" y="12037"/>
                </a:lnTo>
                <a:lnTo>
                  <a:pt x="1042" y="12037"/>
                </a:lnTo>
                <a:lnTo>
                  <a:pt x="1042" y="11982"/>
                </a:lnTo>
                <a:lnTo>
                  <a:pt x="1216" y="11982"/>
                </a:lnTo>
                <a:lnTo>
                  <a:pt x="1389" y="12257"/>
                </a:lnTo>
                <a:lnTo>
                  <a:pt x="1563" y="12531"/>
                </a:lnTo>
                <a:lnTo>
                  <a:pt x="1912" y="12970"/>
                </a:lnTo>
                <a:lnTo>
                  <a:pt x="2606" y="13906"/>
                </a:lnTo>
                <a:lnTo>
                  <a:pt x="2663" y="14015"/>
                </a:lnTo>
                <a:lnTo>
                  <a:pt x="2606" y="14235"/>
                </a:lnTo>
                <a:lnTo>
                  <a:pt x="2548" y="14455"/>
                </a:lnTo>
                <a:lnTo>
                  <a:pt x="2490" y="14730"/>
                </a:lnTo>
                <a:lnTo>
                  <a:pt x="2490" y="14894"/>
                </a:lnTo>
                <a:lnTo>
                  <a:pt x="2548" y="15059"/>
                </a:lnTo>
                <a:lnTo>
                  <a:pt x="2433" y="15335"/>
                </a:lnTo>
                <a:lnTo>
                  <a:pt x="2259" y="15609"/>
                </a:lnTo>
                <a:lnTo>
                  <a:pt x="2142" y="15883"/>
                </a:lnTo>
                <a:lnTo>
                  <a:pt x="1912" y="16159"/>
                </a:lnTo>
                <a:lnTo>
                  <a:pt x="1795" y="16269"/>
                </a:lnTo>
                <a:lnTo>
                  <a:pt x="1795" y="16433"/>
                </a:lnTo>
                <a:lnTo>
                  <a:pt x="1853" y="16598"/>
                </a:lnTo>
                <a:lnTo>
                  <a:pt x="1969" y="16709"/>
                </a:lnTo>
                <a:lnTo>
                  <a:pt x="2142" y="16763"/>
                </a:lnTo>
                <a:lnTo>
                  <a:pt x="2316" y="16709"/>
                </a:lnTo>
                <a:lnTo>
                  <a:pt x="2433" y="16598"/>
                </a:lnTo>
                <a:lnTo>
                  <a:pt x="2490" y="16433"/>
                </a:lnTo>
                <a:lnTo>
                  <a:pt x="2548" y="16379"/>
                </a:lnTo>
                <a:lnTo>
                  <a:pt x="2663" y="16215"/>
                </a:lnTo>
                <a:lnTo>
                  <a:pt x="2780" y="15939"/>
                </a:lnTo>
                <a:lnTo>
                  <a:pt x="2895" y="15719"/>
                </a:lnTo>
                <a:lnTo>
                  <a:pt x="3011" y="15280"/>
                </a:lnTo>
                <a:lnTo>
                  <a:pt x="3416" y="15280"/>
                </a:lnTo>
                <a:lnTo>
                  <a:pt x="3707" y="15224"/>
                </a:lnTo>
                <a:lnTo>
                  <a:pt x="3937" y="15115"/>
                </a:lnTo>
                <a:lnTo>
                  <a:pt x="4169" y="15005"/>
                </a:lnTo>
                <a:lnTo>
                  <a:pt x="4285" y="14841"/>
                </a:lnTo>
                <a:lnTo>
                  <a:pt x="5270" y="14841"/>
                </a:lnTo>
                <a:lnTo>
                  <a:pt x="6312" y="14894"/>
                </a:lnTo>
                <a:lnTo>
                  <a:pt x="6370" y="15059"/>
                </a:lnTo>
                <a:lnTo>
                  <a:pt x="6429" y="15115"/>
                </a:lnTo>
                <a:lnTo>
                  <a:pt x="6544" y="15224"/>
                </a:lnTo>
                <a:lnTo>
                  <a:pt x="6776" y="15335"/>
                </a:lnTo>
                <a:lnTo>
                  <a:pt x="7008" y="15444"/>
                </a:lnTo>
                <a:lnTo>
                  <a:pt x="7297" y="15444"/>
                </a:lnTo>
                <a:lnTo>
                  <a:pt x="7586" y="15389"/>
                </a:lnTo>
                <a:lnTo>
                  <a:pt x="7703" y="15335"/>
                </a:lnTo>
                <a:lnTo>
                  <a:pt x="8339" y="16215"/>
                </a:lnTo>
                <a:lnTo>
                  <a:pt x="8571" y="16654"/>
                </a:lnTo>
                <a:lnTo>
                  <a:pt x="8803" y="17093"/>
                </a:lnTo>
                <a:lnTo>
                  <a:pt x="9150" y="17972"/>
                </a:lnTo>
                <a:lnTo>
                  <a:pt x="9092" y="18137"/>
                </a:lnTo>
                <a:lnTo>
                  <a:pt x="9092" y="18742"/>
                </a:lnTo>
                <a:lnTo>
                  <a:pt x="9033" y="18907"/>
                </a:lnTo>
                <a:lnTo>
                  <a:pt x="9033" y="19017"/>
                </a:lnTo>
                <a:lnTo>
                  <a:pt x="9092" y="19128"/>
                </a:lnTo>
                <a:lnTo>
                  <a:pt x="9439" y="19292"/>
                </a:lnTo>
                <a:lnTo>
                  <a:pt x="9092" y="19731"/>
                </a:lnTo>
                <a:lnTo>
                  <a:pt x="8860" y="20172"/>
                </a:lnTo>
                <a:lnTo>
                  <a:pt x="8686" y="20666"/>
                </a:lnTo>
                <a:lnTo>
                  <a:pt x="8571" y="21161"/>
                </a:lnTo>
                <a:lnTo>
                  <a:pt x="8512" y="21270"/>
                </a:lnTo>
                <a:lnTo>
                  <a:pt x="8571" y="21381"/>
                </a:lnTo>
                <a:lnTo>
                  <a:pt x="8686" y="21491"/>
                </a:lnTo>
                <a:lnTo>
                  <a:pt x="8803" y="21546"/>
                </a:lnTo>
                <a:lnTo>
                  <a:pt x="8918" y="21600"/>
                </a:lnTo>
                <a:lnTo>
                  <a:pt x="9033" y="21600"/>
                </a:lnTo>
                <a:lnTo>
                  <a:pt x="9092" y="21546"/>
                </a:lnTo>
                <a:lnTo>
                  <a:pt x="9207" y="21435"/>
                </a:lnTo>
                <a:lnTo>
                  <a:pt x="9207" y="21326"/>
                </a:lnTo>
                <a:lnTo>
                  <a:pt x="9265" y="21106"/>
                </a:lnTo>
                <a:lnTo>
                  <a:pt x="9439" y="20666"/>
                </a:lnTo>
                <a:lnTo>
                  <a:pt x="9613" y="20172"/>
                </a:lnTo>
                <a:lnTo>
                  <a:pt x="9960" y="19511"/>
                </a:lnTo>
                <a:lnTo>
                  <a:pt x="10366" y="19511"/>
                </a:lnTo>
                <a:lnTo>
                  <a:pt x="10598" y="19457"/>
                </a:lnTo>
                <a:lnTo>
                  <a:pt x="10713" y="19292"/>
                </a:lnTo>
                <a:lnTo>
                  <a:pt x="10830" y="18852"/>
                </a:lnTo>
                <a:lnTo>
                  <a:pt x="11987" y="18852"/>
                </a:lnTo>
                <a:lnTo>
                  <a:pt x="13029" y="18798"/>
                </a:lnTo>
                <a:lnTo>
                  <a:pt x="14073" y="18742"/>
                </a:lnTo>
                <a:lnTo>
                  <a:pt x="14130" y="18742"/>
                </a:lnTo>
                <a:lnTo>
                  <a:pt x="14130" y="18907"/>
                </a:lnTo>
                <a:lnTo>
                  <a:pt x="14246" y="19017"/>
                </a:lnTo>
                <a:lnTo>
                  <a:pt x="14477" y="19182"/>
                </a:lnTo>
                <a:lnTo>
                  <a:pt x="14767" y="19292"/>
                </a:lnTo>
                <a:lnTo>
                  <a:pt x="15056" y="19346"/>
                </a:lnTo>
                <a:lnTo>
                  <a:pt x="15230" y="19896"/>
                </a:lnTo>
                <a:lnTo>
                  <a:pt x="15462" y="20720"/>
                </a:lnTo>
                <a:lnTo>
                  <a:pt x="15636" y="21052"/>
                </a:lnTo>
                <a:lnTo>
                  <a:pt x="15751" y="21216"/>
                </a:lnTo>
                <a:lnTo>
                  <a:pt x="15868" y="21381"/>
                </a:lnTo>
                <a:lnTo>
                  <a:pt x="16100" y="21381"/>
                </a:lnTo>
                <a:lnTo>
                  <a:pt x="16215" y="21326"/>
                </a:lnTo>
                <a:lnTo>
                  <a:pt x="16273" y="21216"/>
                </a:lnTo>
                <a:lnTo>
                  <a:pt x="16273" y="20831"/>
                </a:lnTo>
                <a:lnTo>
                  <a:pt x="16100" y="20391"/>
                </a:lnTo>
                <a:lnTo>
                  <a:pt x="15751" y="19402"/>
                </a:lnTo>
                <a:lnTo>
                  <a:pt x="15636" y="19072"/>
                </a:lnTo>
                <a:lnTo>
                  <a:pt x="15751" y="18907"/>
                </a:lnTo>
                <a:lnTo>
                  <a:pt x="15926" y="18578"/>
                </a:lnTo>
                <a:lnTo>
                  <a:pt x="15983" y="18302"/>
                </a:lnTo>
                <a:lnTo>
                  <a:pt x="16041" y="18028"/>
                </a:lnTo>
                <a:lnTo>
                  <a:pt x="16041" y="17807"/>
                </a:lnTo>
                <a:lnTo>
                  <a:pt x="15983" y="17754"/>
                </a:lnTo>
                <a:lnTo>
                  <a:pt x="16736" y="16544"/>
                </a:lnTo>
                <a:lnTo>
                  <a:pt x="17547" y="15335"/>
                </a:lnTo>
                <a:lnTo>
                  <a:pt x="17952" y="15115"/>
                </a:lnTo>
                <a:lnTo>
                  <a:pt x="18184" y="14950"/>
                </a:lnTo>
                <a:lnTo>
                  <a:pt x="18357" y="14785"/>
                </a:lnTo>
                <a:lnTo>
                  <a:pt x="18416" y="14730"/>
                </a:lnTo>
                <a:lnTo>
                  <a:pt x="18531" y="14620"/>
                </a:lnTo>
                <a:lnTo>
                  <a:pt x="18648" y="14400"/>
                </a:lnTo>
                <a:lnTo>
                  <a:pt x="18763" y="14180"/>
                </a:lnTo>
                <a:lnTo>
                  <a:pt x="19052" y="14235"/>
                </a:lnTo>
                <a:lnTo>
                  <a:pt x="19399" y="14235"/>
                </a:lnTo>
                <a:lnTo>
                  <a:pt x="20326" y="14291"/>
                </a:lnTo>
                <a:lnTo>
                  <a:pt x="21196" y="14235"/>
                </a:lnTo>
                <a:lnTo>
                  <a:pt x="21311" y="14235"/>
                </a:lnTo>
                <a:lnTo>
                  <a:pt x="21426" y="14180"/>
                </a:lnTo>
                <a:lnTo>
                  <a:pt x="21543" y="14070"/>
                </a:lnTo>
                <a:lnTo>
                  <a:pt x="21543" y="13961"/>
                </a:lnTo>
                <a:lnTo>
                  <a:pt x="21600" y="13850"/>
                </a:lnTo>
                <a:lnTo>
                  <a:pt x="21543" y="13741"/>
                </a:lnTo>
                <a:lnTo>
                  <a:pt x="21485" y="13631"/>
                </a:lnTo>
                <a:lnTo>
                  <a:pt x="21370" y="13520"/>
                </a:lnTo>
                <a:lnTo>
                  <a:pt x="21196" y="13520"/>
                </a:lnTo>
                <a:lnTo>
                  <a:pt x="20616" y="13466"/>
                </a:lnTo>
                <a:lnTo>
                  <a:pt x="19979" y="13466"/>
                </a:lnTo>
                <a:lnTo>
                  <a:pt x="18763" y="13520"/>
                </a:lnTo>
                <a:lnTo>
                  <a:pt x="18648" y="13411"/>
                </a:lnTo>
                <a:lnTo>
                  <a:pt x="18531" y="13300"/>
                </a:lnTo>
                <a:lnTo>
                  <a:pt x="18184" y="13135"/>
                </a:lnTo>
                <a:lnTo>
                  <a:pt x="18068" y="13135"/>
                </a:lnTo>
                <a:lnTo>
                  <a:pt x="17895" y="13191"/>
                </a:lnTo>
                <a:lnTo>
                  <a:pt x="17721" y="13135"/>
                </a:lnTo>
                <a:lnTo>
                  <a:pt x="17489" y="13191"/>
                </a:lnTo>
                <a:lnTo>
                  <a:pt x="16794" y="12146"/>
                </a:lnTo>
                <a:lnTo>
                  <a:pt x="16215" y="11378"/>
                </a:lnTo>
                <a:lnTo>
                  <a:pt x="15926" y="10937"/>
                </a:lnTo>
                <a:lnTo>
                  <a:pt x="15636" y="10607"/>
                </a:lnTo>
                <a:lnTo>
                  <a:pt x="15751" y="10443"/>
                </a:lnTo>
                <a:lnTo>
                  <a:pt x="15868" y="10222"/>
                </a:lnTo>
                <a:lnTo>
                  <a:pt x="15926" y="10058"/>
                </a:lnTo>
                <a:lnTo>
                  <a:pt x="15983" y="9839"/>
                </a:lnTo>
                <a:lnTo>
                  <a:pt x="15926" y="9728"/>
                </a:lnTo>
                <a:lnTo>
                  <a:pt x="15868" y="9672"/>
                </a:lnTo>
                <a:lnTo>
                  <a:pt x="15694" y="9672"/>
                </a:lnTo>
                <a:lnTo>
                  <a:pt x="15983" y="9343"/>
                </a:lnTo>
                <a:lnTo>
                  <a:pt x="16273" y="8959"/>
                </a:lnTo>
                <a:lnTo>
                  <a:pt x="16794" y="8244"/>
                </a:lnTo>
                <a:lnTo>
                  <a:pt x="17374" y="7420"/>
                </a:lnTo>
                <a:lnTo>
                  <a:pt x="17489" y="7420"/>
                </a:lnTo>
                <a:lnTo>
                  <a:pt x="17604" y="7365"/>
                </a:lnTo>
                <a:lnTo>
                  <a:pt x="17721" y="7255"/>
                </a:lnTo>
                <a:lnTo>
                  <a:pt x="17836" y="7145"/>
                </a:lnTo>
                <a:lnTo>
                  <a:pt x="18184" y="6870"/>
                </a:lnTo>
                <a:lnTo>
                  <a:pt x="18299" y="6706"/>
                </a:lnTo>
                <a:lnTo>
                  <a:pt x="18416" y="6541"/>
                </a:lnTo>
                <a:lnTo>
                  <a:pt x="18474" y="6376"/>
                </a:lnTo>
                <a:lnTo>
                  <a:pt x="18474" y="6211"/>
                </a:lnTo>
                <a:lnTo>
                  <a:pt x="18416" y="5991"/>
                </a:lnTo>
                <a:lnTo>
                  <a:pt x="18299" y="5826"/>
                </a:lnTo>
                <a:lnTo>
                  <a:pt x="18184" y="5661"/>
                </a:lnTo>
                <a:lnTo>
                  <a:pt x="18010" y="5606"/>
                </a:lnTo>
                <a:lnTo>
                  <a:pt x="17836" y="5550"/>
                </a:lnTo>
                <a:lnTo>
                  <a:pt x="17604" y="5496"/>
                </a:lnTo>
                <a:lnTo>
                  <a:pt x="17257" y="4782"/>
                </a:lnTo>
                <a:lnTo>
                  <a:pt x="16851" y="4122"/>
                </a:lnTo>
                <a:lnTo>
                  <a:pt x="16330" y="3132"/>
                </a:lnTo>
                <a:lnTo>
                  <a:pt x="15983" y="2583"/>
                </a:lnTo>
                <a:lnTo>
                  <a:pt x="15636" y="2143"/>
                </a:lnTo>
                <a:lnTo>
                  <a:pt x="15694" y="1922"/>
                </a:lnTo>
                <a:lnTo>
                  <a:pt x="15694" y="1813"/>
                </a:lnTo>
                <a:lnTo>
                  <a:pt x="15751" y="1593"/>
                </a:lnTo>
                <a:lnTo>
                  <a:pt x="15694" y="1428"/>
                </a:lnTo>
                <a:lnTo>
                  <a:pt x="15636" y="1263"/>
                </a:lnTo>
                <a:lnTo>
                  <a:pt x="15520" y="1043"/>
                </a:lnTo>
                <a:lnTo>
                  <a:pt x="15347" y="878"/>
                </a:lnTo>
                <a:lnTo>
                  <a:pt x="15115" y="769"/>
                </a:lnTo>
                <a:lnTo>
                  <a:pt x="14883" y="713"/>
                </a:lnTo>
                <a:lnTo>
                  <a:pt x="14594" y="769"/>
                </a:lnTo>
                <a:lnTo>
                  <a:pt x="14362" y="824"/>
                </a:lnTo>
                <a:lnTo>
                  <a:pt x="14188" y="989"/>
                </a:lnTo>
                <a:lnTo>
                  <a:pt x="14073" y="1209"/>
                </a:lnTo>
                <a:lnTo>
                  <a:pt x="14014" y="1428"/>
                </a:lnTo>
                <a:lnTo>
                  <a:pt x="13956" y="1539"/>
                </a:lnTo>
                <a:lnTo>
                  <a:pt x="12451" y="1648"/>
                </a:lnTo>
                <a:lnTo>
                  <a:pt x="11177" y="1758"/>
                </a:lnTo>
                <a:lnTo>
                  <a:pt x="10945" y="1758"/>
                </a:lnTo>
                <a:lnTo>
                  <a:pt x="10830" y="1593"/>
                </a:lnTo>
                <a:lnTo>
                  <a:pt x="10655" y="1374"/>
                </a:lnTo>
                <a:lnTo>
                  <a:pt x="10598" y="1319"/>
                </a:lnTo>
                <a:lnTo>
                  <a:pt x="10481" y="1209"/>
                </a:lnTo>
                <a:lnTo>
                  <a:pt x="10307" y="1154"/>
                </a:lnTo>
                <a:lnTo>
                  <a:pt x="10192" y="1154"/>
                </a:lnTo>
                <a:lnTo>
                  <a:pt x="10077" y="1209"/>
                </a:lnTo>
                <a:lnTo>
                  <a:pt x="9381" y="1209"/>
                </a:lnTo>
                <a:lnTo>
                  <a:pt x="8977" y="713"/>
                </a:lnTo>
                <a:lnTo>
                  <a:pt x="8803" y="439"/>
                </a:lnTo>
                <a:lnTo>
                  <a:pt x="8629" y="165"/>
                </a:lnTo>
                <a:lnTo>
                  <a:pt x="8571" y="54"/>
                </a:lnTo>
                <a:lnTo>
                  <a:pt x="8456" y="0"/>
                </a:lnTo>
                <a:lnTo>
                  <a:pt x="8224" y="0"/>
                </a:lnTo>
                <a:lnTo>
                  <a:pt x="7933" y="54"/>
                </a:lnTo>
                <a:lnTo>
                  <a:pt x="7759" y="0"/>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162" name="Google Shape;485;p10"/>
          <p:cNvSpPr/>
          <p:nvPr/>
        </p:nvSpPr>
        <p:spPr>
          <a:xfrm>
            <a:off x="7430927" y="4873171"/>
            <a:ext cx="297578" cy="2112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028" y="5108"/>
                </a:moveTo>
                <a:lnTo>
                  <a:pt x="14651" y="5213"/>
                </a:lnTo>
                <a:lnTo>
                  <a:pt x="14198" y="5320"/>
                </a:lnTo>
                <a:lnTo>
                  <a:pt x="13819" y="5532"/>
                </a:lnTo>
                <a:lnTo>
                  <a:pt x="13443" y="5851"/>
                </a:lnTo>
                <a:lnTo>
                  <a:pt x="13140" y="6173"/>
                </a:lnTo>
                <a:lnTo>
                  <a:pt x="12913" y="6597"/>
                </a:lnTo>
                <a:lnTo>
                  <a:pt x="12763" y="7130"/>
                </a:lnTo>
                <a:lnTo>
                  <a:pt x="12763" y="7342"/>
                </a:lnTo>
                <a:lnTo>
                  <a:pt x="12839" y="7554"/>
                </a:lnTo>
                <a:lnTo>
                  <a:pt x="12990" y="7661"/>
                </a:lnTo>
                <a:lnTo>
                  <a:pt x="13140" y="7661"/>
                </a:lnTo>
                <a:lnTo>
                  <a:pt x="13443" y="7554"/>
                </a:lnTo>
                <a:lnTo>
                  <a:pt x="13669" y="7342"/>
                </a:lnTo>
                <a:lnTo>
                  <a:pt x="14122" y="6916"/>
                </a:lnTo>
                <a:lnTo>
                  <a:pt x="14425" y="6811"/>
                </a:lnTo>
                <a:lnTo>
                  <a:pt x="14727" y="6597"/>
                </a:lnTo>
                <a:lnTo>
                  <a:pt x="15407" y="6597"/>
                </a:lnTo>
                <a:lnTo>
                  <a:pt x="15784" y="6704"/>
                </a:lnTo>
                <a:lnTo>
                  <a:pt x="16162" y="6916"/>
                </a:lnTo>
                <a:lnTo>
                  <a:pt x="16313" y="7130"/>
                </a:lnTo>
                <a:lnTo>
                  <a:pt x="16389" y="7342"/>
                </a:lnTo>
                <a:lnTo>
                  <a:pt x="16463" y="7661"/>
                </a:lnTo>
                <a:lnTo>
                  <a:pt x="16463" y="7980"/>
                </a:lnTo>
                <a:lnTo>
                  <a:pt x="16389" y="8407"/>
                </a:lnTo>
                <a:lnTo>
                  <a:pt x="16237" y="8833"/>
                </a:lnTo>
                <a:lnTo>
                  <a:pt x="15784" y="9683"/>
                </a:lnTo>
                <a:lnTo>
                  <a:pt x="14801" y="11598"/>
                </a:lnTo>
                <a:lnTo>
                  <a:pt x="13819" y="13408"/>
                </a:lnTo>
                <a:lnTo>
                  <a:pt x="11705" y="17025"/>
                </a:lnTo>
                <a:lnTo>
                  <a:pt x="11555" y="17452"/>
                </a:lnTo>
                <a:lnTo>
                  <a:pt x="11631" y="17875"/>
                </a:lnTo>
                <a:lnTo>
                  <a:pt x="11705" y="18090"/>
                </a:lnTo>
                <a:lnTo>
                  <a:pt x="11781" y="18197"/>
                </a:lnTo>
                <a:lnTo>
                  <a:pt x="11931" y="18302"/>
                </a:lnTo>
                <a:lnTo>
                  <a:pt x="12084" y="18302"/>
                </a:lnTo>
                <a:lnTo>
                  <a:pt x="13519" y="18197"/>
                </a:lnTo>
                <a:lnTo>
                  <a:pt x="14954" y="18302"/>
                </a:lnTo>
                <a:lnTo>
                  <a:pt x="16539" y="18409"/>
                </a:lnTo>
                <a:lnTo>
                  <a:pt x="17295" y="18621"/>
                </a:lnTo>
                <a:lnTo>
                  <a:pt x="17595" y="18621"/>
                </a:lnTo>
                <a:lnTo>
                  <a:pt x="17974" y="18516"/>
                </a:lnTo>
                <a:lnTo>
                  <a:pt x="18201" y="18302"/>
                </a:lnTo>
                <a:lnTo>
                  <a:pt x="18277" y="17983"/>
                </a:lnTo>
                <a:lnTo>
                  <a:pt x="18277" y="17663"/>
                </a:lnTo>
                <a:lnTo>
                  <a:pt x="18050" y="17452"/>
                </a:lnTo>
                <a:lnTo>
                  <a:pt x="17824" y="17237"/>
                </a:lnTo>
                <a:lnTo>
                  <a:pt x="17445" y="17025"/>
                </a:lnTo>
                <a:lnTo>
                  <a:pt x="16690" y="16814"/>
                </a:lnTo>
                <a:lnTo>
                  <a:pt x="15254" y="16706"/>
                </a:lnTo>
                <a:lnTo>
                  <a:pt x="13292" y="16706"/>
                </a:lnTo>
                <a:lnTo>
                  <a:pt x="15557" y="12662"/>
                </a:lnTo>
                <a:lnTo>
                  <a:pt x="16162" y="11598"/>
                </a:lnTo>
                <a:lnTo>
                  <a:pt x="16766" y="10429"/>
                </a:lnTo>
                <a:lnTo>
                  <a:pt x="17068" y="9790"/>
                </a:lnTo>
                <a:lnTo>
                  <a:pt x="17295" y="9257"/>
                </a:lnTo>
                <a:lnTo>
                  <a:pt x="17445" y="8514"/>
                </a:lnTo>
                <a:lnTo>
                  <a:pt x="17521" y="7873"/>
                </a:lnTo>
                <a:lnTo>
                  <a:pt x="17521" y="7235"/>
                </a:lnTo>
                <a:lnTo>
                  <a:pt x="17369" y="6704"/>
                </a:lnTo>
                <a:lnTo>
                  <a:pt x="17142" y="6278"/>
                </a:lnTo>
                <a:lnTo>
                  <a:pt x="16916" y="5851"/>
                </a:lnTo>
                <a:lnTo>
                  <a:pt x="16615" y="5532"/>
                </a:lnTo>
                <a:lnTo>
                  <a:pt x="16237" y="5320"/>
                </a:lnTo>
                <a:lnTo>
                  <a:pt x="15784" y="5213"/>
                </a:lnTo>
                <a:lnTo>
                  <a:pt x="15407" y="5108"/>
                </a:lnTo>
                <a:close/>
                <a:moveTo>
                  <a:pt x="1962" y="0"/>
                </a:moveTo>
                <a:lnTo>
                  <a:pt x="1585" y="107"/>
                </a:lnTo>
                <a:lnTo>
                  <a:pt x="1283" y="319"/>
                </a:lnTo>
                <a:lnTo>
                  <a:pt x="906" y="531"/>
                </a:lnTo>
                <a:lnTo>
                  <a:pt x="603" y="746"/>
                </a:lnTo>
                <a:lnTo>
                  <a:pt x="301" y="1172"/>
                </a:lnTo>
                <a:lnTo>
                  <a:pt x="74" y="1491"/>
                </a:lnTo>
                <a:lnTo>
                  <a:pt x="0" y="1703"/>
                </a:lnTo>
                <a:lnTo>
                  <a:pt x="0" y="1915"/>
                </a:lnTo>
                <a:lnTo>
                  <a:pt x="150" y="2234"/>
                </a:lnTo>
                <a:lnTo>
                  <a:pt x="377" y="2448"/>
                </a:lnTo>
                <a:lnTo>
                  <a:pt x="527" y="2448"/>
                </a:lnTo>
                <a:lnTo>
                  <a:pt x="679" y="2341"/>
                </a:lnTo>
                <a:lnTo>
                  <a:pt x="1359" y="1915"/>
                </a:lnTo>
                <a:lnTo>
                  <a:pt x="1736" y="1810"/>
                </a:lnTo>
                <a:lnTo>
                  <a:pt x="2114" y="1703"/>
                </a:lnTo>
                <a:lnTo>
                  <a:pt x="2038" y="1810"/>
                </a:lnTo>
                <a:lnTo>
                  <a:pt x="2038" y="3087"/>
                </a:lnTo>
                <a:lnTo>
                  <a:pt x="2265" y="4256"/>
                </a:lnTo>
                <a:lnTo>
                  <a:pt x="2794" y="7661"/>
                </a:lnTo>
                <a:lnTo>
                  <a:pt x="4758" y="21069"/>
                </a:lnTo>
                <a:lnTo>
                  <a:pt x="4832" y="21281"/>
                </a:lnTo>
                <a:lnTo>
                  <a:pt x="4985" y="21496"/>
                </a:lnTo>
                <a:lnTo>
                  <a:pt x="5135" y="21600"/>
                </a:lnTo>
                <a:lnTo>
                  <a:pt x="5512" y="21600"/>
                </a:lnTo>
                <a:lnTo>
                  <a:pt x="5664" y="21496"/>
                </a:lnTo>
                <a:lnTo>
                  <a:pt x="5814" y="21281"/>
                </a:lnTo>
                <a:lnTo>
                  <a:pt x="5891" y="21069"/>
                </a:lnTo>
                <a:lnTo>
                  <a:pt x="8382" y="11917"/>
                </a:lnTo>
                <a:lnTo>
                  <a:pt x="10799" y="2872"/>
                </a:lnTo>
                <a:lnTo>
                  <a:pt x="13292" y="2660"/>
                </a:lnTo>
                <a:lnTo>
                  <a:pt x="15784" y="2553"/>
                </a:lnTo>
                <a:lnTo>
                  <a:pt x="18503" y="2660"/>
                </a:lnTo>
                <a:lnTo>
                  <a:pt x="19862" y="2872"/>
                </a:lnTo>
                <a:lnTo>
                  <a:pt x="20542" y="2872"/>
                </a:lnTo>
                <a:lnTo>
                  <a:pt x="21221" y="2767"/>
                </a:lnTo>
                <a:lnTo>
                  <a:pt x="21374" y="2660"/>
                </a:lnTo>
                <a:lnTo>
                  <a:pt x="21524" y="2553"/>
                </a:lnTo>
                <a:lnTo>
                  <a:pt x="21600" y="2341"/>
                </a:lnTo>
                <a:lnTo>
                  <a:pt x="21600" y="2129"/>
                </a:lnTo>
                <a:lnTo>
                  <a:pt x="21448" y="1703"/>
                </a:lnTo>
                <a:lnTo>
                  <a:pt x="21374" y="1491"/>
                </a:lnTo>
                <a:lnTo>
                  <a:pt x="21221" y="1384"/>
                </a:lnTo>
                <a:lnTo>
                  <a:pt x="20618" y="1172"/>
                </a:lnTo>
                <a:lnTo>
                  <a:pt x="20013" y="1065"/>
                </a:lnTo>
                <a:lnTo>
                  <a:pt x="18804" y="957"/>
                </a:lnTo>
                <a:lnTo>
                  <a:pt x="16086" y="850"/>
                </a:lnTo>
                <a:lnTo>
                  <a:pt x="13216" y="957"/>
                </a:lnTo>
                <a:lnTo>
                  <a:pt x="10346" y="1172"/>
                </a:lnTo>
                <a:lnTo>
                  <a:pt x="10120" y="1276"/>
                </a:lnTo>
                <a:lnTo>
                  <a:pt x="9969" y="1384"/>
                </a:lnTo>
                <a:lnTo>
                  <a:pt x="9893" y="1595"/>
                </a:lnTo>
                <a:lnTo>
                  <a:pt x="9743" y="1810"/>
                </a:lnTo>
                <a:lnTo>
                  <a:pt x="5512" y="17875"/>
                </a:lnTo>
                <a:lnTo>
                  <a:pt x="4379" y="10748"/>
                </a:lnTo>
                <a:lnTo>
                  <a:pt x="3550" y="5747"/>
                </a:lnTo>
                <a:lnTo>
                  <a:pt x="3171" y="3510"/>
                </a:lnTo>
                <a:lnTo>
                  <a:pt x="3020" y="2448"/>
                </a:lnTo>
                <a:lnTo>
                  <a:pt x="2944" y="1915"/>
                </a:lnTo>
                <a:lnTo>
                  <a:pt x="2870" y="1595"/>
                </a:lnTo>
                <a:lnTo>
                  <a:pt x="2944" y="1595"/>
                </a:lnTo>
                <a:lnTo>
                  <a:pt x="3020" y="1491"/>
                </a:lnTo>
                <a:lnTo>
                  <a:pt x="3020" y="1384"/>
                </a:lnTo>
                <a:lnTo>
                  <a:pt x="3097" y="1065"/>
                </a:lnTo>
                <a:lnTo>
                  <a:pt x="3097" y="638"/>
                </a:lnTo>
                <a:lnTo>
                  <a:pt x="3020" y="319"/>
                </a:lnTo>
                <a:lnTo>
                  <a:pt x="2870" y="212"/>
                </a:lnTo>
                <a:lnTo>
                  <a:pt x="2718" y="107"/>
                </a:lnTo>
                <a:lnTo>
                  <a:pt x="2341" y="0"/>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163" name="Google Shape;486;p10"/>
          <p:cNvSpPr/>
          <p:nvPr/>
        </p:nvSpPr>
        <p:spPr>
          <a:xfrm>
            <a:off x="8749753" y="4950153"/>
            <a:ext cx="288189" cy="18414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624" y="1950"/>
                </a:moveTo>
                <a:lnTo>
                  <a:pt x="17624" y="2319"/>
                </a:lnTo>
                <a:lnTo>
                  <a:pt x="17701" y="2562"/>
                </a:lnTo>
                <a:lnTo>
                  <a:pt x="17858" y="2685"/>
                </a:lnTo>
                <a:lnTo>
                  <a:pt x="18013" y="2685"/>
                </a:lnTo>
                <a:lnTo>
                  <a:pt x="18639" y="2562"/>
                </a:lnTo>
                <a:lnTo>
                  <a:pt x="18949" y="2562"/>
                </a:lnTo>
                <a:lnTo>
                  <a:pt x="19106" y="2685"/>
                </a:lnTo>
                <a:lnTo>
                  <a:pt x="19183" y="2805"/>
                </a:lnTo>
                <a:lnTo>
                  <a:pt x="19574" y="3660"/>
                </a:lnTo>
                <a:lnTo>
                  <a:pt x="19808" y="4392"/>
                </a:lnTo>
                <a:lnTo>
                  <a:pt x="20120" y="5370"/>
                </a:lnTo>
                <a:lnTo>
                  <a:pt x="20276" y="6222"/>
                </a:lnTo>
                <a:lnTo>
                  <a:pt x="20431" y="7200"/>
                </a:lnTo>
                <a:lnTo>
                  <a:pt x="20509" y="8175"/>
                </a:lnTo>
                <a:lnTo>
                  <a:pt x="20509" y="9030"/>
                </a:lnTo>
                <a:lnTo>
                  <a:pt x="20354" y="9885"/>
                </a:lnTo>
                <a:lnTo>
                  <a:pt x="20197" y="10740"/>
                </a:lnTo>
                <a:lnTo>
                  <a:pt x="19884" y="11592"/>
                </a:lnTo>
                <a:lnTo>
                  <a:pt x="19495" y="12204"/>
                </a:lnTo>
                <a:lnTo>
                  <a:pt x="19106" y="12813"/>
                </a:lnTo>
                <a:lnTo>
                  <a:pt x="18560" y="13179"/>
                </a:lnTo>
                <a:lnTo>
                  <a:pt x="18013" y="13302"/>
                </a:lnTo>
                <a:lnTo>
                  <a:pt x="17701" y="13302"/>
                </a:lnTo>
                <a:lnTo>
                  <a:pt x="17467" y="13056"/>
                </a:lnTo>
                <a:lnTo>
                  <a:pt x="17233" y="12813"/>
                </a:lnTo>
                <a:lnTo>
                  <a:pt x="16999" y="12447"/>
                </a:lnTo>
                <a:lnTo>
                  <a:pt x="16689" y="11592"/>
                </a:lnTo>
                <a:lnTo>
                  <a:pt x="16453" y="10740"/>
                </a:lnTo>
                <a:lnTo>
                  <a:pt x="16219" y="9762"/>
                </a:lnTo>
                <a:lnTo>
                  <a:pt x="16143" y="8664"/>
                </a:lnTo>
                <a:lnTo>
                  <a:pt x="16064" y="7686"/>
                </a:lnTo>
                <a:lnTo>
                  <a:pt x="16143" y="6588"/>
                </a:lnTo>
                <a:lnTo>
                  <a:pt x="16219" y="5247"/>
                </a:lnTo>
                <a:lnTo>
                  <a:pt x="16532" y="4026"/>
                </a:lnTo>
                <a:lnTo>
                  <a:pt x="16766" y="3417"/>
                </a:lnTo>
                <a:lnTo>
                  <a:pt x="16999" y="2805"/>
                </a:lnTo>
                <a:lnTo>
                  <a:pt x="17233" y="2319"/>
                </a:lnTo>
                <a:lnTo>
                  <a:pt x="17624" y="1950"/>
                </a:lnTo>
                <a:close/>
                <a:moveTo>
                  <a:pt x="17858" y="486"/>
                </a:moveTo>
                <a:lnTo>
                  <a:pt x="17391" y="732"/>
                </a:lnTo>
                <a:lnTo>
                  <a:pt x="16923" y="975"/>
                </a:lnTo>
                <a:lnTo>
                  <a:pt x="16610" y="1341"/>
                </a:lnTo>
                <a:lnTo>
                  <a:pt x="16298" y="1830"/>
                </a:lnTo>
                <a:lnTo>
                  <a:pt x="15985" y="2319"/>
                </a:lnTo>
                <a:lnTo>
                  <a:pt x="15751" y="2928"/>
                </a:lnTo>
                <a:lnTo>
                  <a:pt x="15441" y="4269"/>
                </a:lnTo>
                <a:lnTo>
                  <a:pt x="15207" y="5613"/>
                </a:lnTo>
                <a:lnTo>
                  <a:pt x="15129" y="6834"/>
                </a:lnTo>
                <a:lnTo>
                  <a:pt x="15050" y="8175"/>
                </a:lnTo>
                <a:lnTo>
                  <a:pt x="15207" y="9762"/>
                </a:lnTo>
                <a:lnTo>
                  <a:pt x="15441" y="11226"/>
                </a:lnTo>
                <a:lnTo>
                  <a:pt x="15751" y="12570"/>
                </a:lnTo>
                <a:lnTo>
                  <a:pt x="15985" y="13179"/>
                </a:lnTo>
                <a:lnTo>
                  <a:pt x="16298" y="13791"/>
                </a:lnTo>
                <a:lnTo>
                  <a:pt x="16610" y="14277"/>
                </a:lnTo>
                <a:lnTo>
                  <a:pt x="16923" y="14643"/>
                </a:lnTo>
                <a:lnTo>
                  <a:pt x="17312" y="14889"/>
                </a:lnTo>
                <a:lnTo>
                  <a:pt x="17780" y="15009"/>
                </a:lnTo>
                <a:lnTo>
                  <a:pt x="18247" y="15009"/>
                </a:lnTo>
                <a:lnTo>
                  <a:pt x="18639" y="14889"/>
                </a:lnTo>
                <a:lnTo>
                  <a:pt x="19106" y="14766"/>
                </a:lnTo>
                <a:lnTo>
                  <a:pt x="19417" y="14523"/>
                </a:lnTo>
                <a:lnTo>
                  <a:pt x="19808" y="14157"/>
                </a:lnTo>
                <a:lnTo>
                  <a:pt x="20120" y="13791"/>
                </a:lnTo>
                <a:lnTo>
                  <a:pt x="20665" y="12813"/>
                </a:lnTo>
                <a:lnTo>
                  <a:pt x="21056" y="11715"/>
                </a:lnTo>
                <a:lnTo>
                  <a:pt x="21366" y="10371"/>
                </a:lnTo>
                <a:lnTo>
                  <a:pt x="21600" y="9153"/>
                </a:lnTo>
                <a:lnTo>
                  <a:pt x="21600" y="7809"/>
                </a:lnTo>
                <a:lnTo>
                  <a:pt x="21523" y="6954"/>
                </a:lnTo>
                <a:lnTo>
                  <a:pt x="21366" y="5856"/>
                </a:lnTo>
                <a:lnTo>
                  <a:pt x="21132" y="4635"/>
                </a:lnTo>
                <a:lnTo>
                  <a:pt x="20743" y="3537"/>
                </a:lnTo>
                <a:lnTo>
                  <a:pt x="20354" y="2439"/>
                </a:lnTo>
                <a:lnTo>
                  <a:pt x="19884" y="1464"/>
                </a:lnTo>
                <a:lnTo>
                  <a:pt x="19650" y="1098"/>
                </a:lnTo>
                <a:lnTo>
                  <a:pt x="19340" y="852"/>
                </a:lnTo>
                <a:lnTo>
                  <a:pt x="19106" y="732"/>
                </a:lnTo>
                <a:lnTo>
                  <a:pt x="18794" y="609"/>
                </a:lnTo>
                <a:lnTo>
                  <a:pt x="18326" y="486"/>
                </a:lnTo>
                <a:close/>
                <a:moveTo>
                  <a:pt x="8500" y="0"/>
                </a:moveTo>
                <a:lnTo>
                  <a:pt x="8344" y="120"/>
                </a:lnTo>
                <a:lnTo>
                  <a:pt x="8187" y="366"/>
                </a:lnTo>
                <a:lnTo>
                  <a:pt x="8111" y="1341"/>
                </a:lnTo>
                <a:lnTo>
                  <a:pt x="8032" y="2439"/>
                </a:lnTo>
                <a:lnTo>
                  <a:pt x="7875" y="4392"/>
                </a:lnTo>
                <a:lnTo>
                  <a:pt x="7719" y="8175"/>
                </a:lnTo>
                <a:lnTo>
                  <a:pt x="6159" y="7932"/>
                </a:lnTo>
                <a:lnTo>
                  <a:pt x="4522" y="7932"/>
                </a:lnTo>
                <a:lnTo>
                  <a:pt x="2964" y="8055"/>
                </a:lnTo>
                <a:lnTo>
                  <a:pt x="2183" y="8298"/>
                </a:lnTo>
                <a:lnTo>
                  <a:pt x="1403" y="8541"/>
                </a:lnTo>
                <a:lnTo>
                  <a:pt x="1403" y="8298"/>
                </a:lnTo>
                <a:lnTo>
                  <a:pt x="1248" y="8175"/>
                </a:lnTo>
                <a:lnTo>
                  <a:pt x="1169" y="8298"/>
                </a:lnTo>
                <a:lnTo>
                  <a:pt x="1014" y="5490"/>
                </a:lnTo>
                <a:lnTo>
                  <a:pt x="935" y="3051"/>
                </a:lnTo>
                <a:lnTo>
                  <a:pt x="857" y="1830"/>
                </a:lnTo>
                <a:lnTo>
                  <a:pt x="778" y="609"/>
                </a:lnTo>
                <a:lnTo>
                  <a:pt x="702" y="366"/>
                </a:lnTo>
                <a:lnTo>
                  <a:pt x="310" y="366"/>
                </a:lnTo>
                <a:lnTo>
                  <a:pt x="234" y="609"/>
                </a:lnTo>
                <a:lnTo>
                  <a:pt x="77" y="1707"/>
                </a:lnTo>
                <a:lnTo>
                  <a:pt x="0" y="2928"/>
                </a:lnTo>
                <a:lnTo>
                  <a:pt x="0" y="5247"/>
                </a:lnTo>
                <a:lnTo>
                  <a:pt x="77" y="7566"/>
                </a:lnTo>
                <a:lnTo>
                  <a:pt x="234" y="9885"/>
                </a:lnTo>
                <a:lnTo>
                  <a:pt x="389" y="12081"/>
                </a:lnTo>
                <a:lnTo>
                  <a:pt x="623" y="14400"/>
                </a:lnTo>
                <a:lnTo>
                  <a:pt x="857" y="16596"/>
                </a:lnTo>
                <a:lnTo>
                  <a:pt x="1014" y="17817"/>
                </a:lnTo>
                <a:lnTo>
                  <a:pt x="1169" y="18306"/>
                </a:lnTo>
                <a:lnTo>
                  <a:pt x="1248" y="18795"/>
                </a:lnTo>
                <a:lnTo>
                  <a:pt x="1169" y="19038"/>
                </a:lnTo>
                <a:lnTo>
                  <a:pt x="1248" y="19404"/>
                </a:lnTo>
                <a:lnTo>
                  <a:pt x="1403" y="19647"/>
                </a:lnTo>
                <a:lnTo>
                  <a:pt x="1558" y="19770"/>
                </a:lnTo>
                <a:lnTo>
                  <a:pt x="1871" y="19770"/>
                </a:lnTo>
                <a:lnTo>
                  <a:pt x="2026" y="19647"/>
                </a:lnTo>
                <a:lnTo>
                  <a:pt x="2183" y="19404"/>
                </a:lnTo>
                <a:lnTo>
                  <a:pt x="2260" y="19161"/>
                </a:lnTo>
                <a:lnTo>
                  <a:pt x="2260" y="18183"/>
                </a:lnTo>
                <a:lnTo>
                  <a:pt x="1871" y="15621"/>
                </a:lnTo>
                <a:lnTo>
                  <a:pt x="1558" y="12936"/>
                </a:lnTo>
                <a:lnTo>
                  <a:pt x="1324" y="10251"/>
                </a:lnTo>
                <a:lnTo>
                  <a:pt x="1248" y="9762"/>
                </a:lnTo>
                <a:lnTo>
                  <a:pt x="2105" y="9885"/>
                </a:lnTo>
                <a:lnTo>
                  <a:pt x="2885" y="9762"/>
                </a:lnTo>
                <a:lnTo>
                  <a:pt x="4522" y="9639"/>
                </a:lnTo>
                <a:lnTo>
                  <a:pt x="6082" y="9639"/>
                </a:lnTo>
                <a:lnTo>
                  <a:pt x="7719" y="9885"/>
                </a:lnTo>
                <a:lnTo>
                  <a:pt x="7564" y="14157"/>
                </a:lnTo>
                <a:lnTo>
                  <a:pt x="7407" y="16110"/>
                </a:lnTo>
                <a:lnTo>
                  <a:pt x="7407" y="16596"/>
                </a:lnTo>
                <a:lnTo>
                  <a:pt x="7486" y="17208"/>
                </a:lnTo>
                <a:lnTo>
                  <a:pt x="7564" y="17574"/>
                </a:lnTo>
                <a:lnTo>
                  <a:pt x="7719" y="17940"/>
                </a:lnTo>
                <a:lnTo>
                  <a:pt x="7798" y="18060"/>
                </a:lnTo>
                <a:lnTo>
                  <a:pt x="7953" y="18183"/>
                </a:lnTo>
                <a:lnTo>
                  <a:pt x="8187" y="17940"/>
                </a:lnTo>
                <a:lnTo>
                  <a:pt x="8344" y="17694"/>
                </a:lnTo>
                <a:lnTo>
                  <a:pt x="8500" y="17328"/>
                </a:lnTo>
                <a:lnTo>
                  <a:pt x="8578" y="16353"/>
                </a:lnTo>
                <a:lnTo>
                  <a:pt x="8578" y="14523"/>
                </a:lnTo>
                <a:lnTo>
                  <a:pt x="8734" y="9762"/>
                </a:lnTo>
                <a:lnTo>
                  <a:pt x="8812" y="4881"/>
                </a:lnTo>
                <a:lnTo>
                  <a:pt x="8889" y="2562"/>
                </a:lnTo>
                <a:lnTo>
                  <a:pt x="8889" y="1464"/>
                </a:lnTo>
                <a:lnTo>
                  <a:pt x="8812" y="366"/>
                </a:lnTo>
                <a:lnTo>
                  <a:pt x="8655" y="120"/>
                </a:lnTo>
                <a:lnTo>
                  <a:pt x="8500" y="0"/>
                </a:lnTo>
                <a:close/>
                <a:moveTo>
                  <a:pt x="11697" y="12570"/>
                </a:moveTo>
                <a:lnTo>
                  <a:pt x="11151" y="12690"/>
                </a:lnTo>
                <a:lnTo>
                  <a:pt x="10683" y="13056"/>
                </a:lnTo>
                <a:lnTo>
                  <a:pt x="10371" y="13302"/>
                </a:lnTo>
                <a:lnTo>
                  <a:pt x="10215" y="13668"/>
                </a:lnTo>
                <a:lnTo>
                  <a:pt x="10215" y="13791"/>
                </a:lnTo>
                <a:lnTo>
                  <a:pt x="10294" y="13911"/>
                </a:lnTo>
                <a:lnTo>
                  <a:pt x="10449" y="14157"/>
                </a:lnTo>
                <a:lnTo>
                  <a:pt x="11151" y="14157"/>
                </a:lnTo>
                <a:lnTo>
                  <a:pt x="12165" y="14034"/>
                </a:lnTo>
                <a:lnTo>
                  <a:pt x="12086" y="14400"/>
                </a:lnTo>
                <a:lnTo>
                  <a:pt x="11852" y="14766"/>
                </a:lnTo>
                <a:lnTo>
                  <a:pt x="11463" y="15375"/>
                </a:lnTo>
                <a:lnTo>
                  <a:pt x="10683" y="16962"/>
                </a:lnTo>
                <a:lnTo>
                  <a:pt x="9903" y="18672"/>
                </a:lnTo>
                <a:lnTo>
                  <a:pt x="9280" y="20379"/>
                </a:lnTo>
                <a:lnTo>
                  <a:pt x="9201" y="20868"/>
                </a:lnTo>
                <a:lnTo>
                  <a:pt x="9280" y="21357"/>
                </a:lnTo>
                <a:lnTo>
                  <a:pt x="9514" y="21600"/>
                </a:lnTo>
                <a:lnTo>
                  <a:pt x="9826" y="21600"/>
                </a:lnTo>
                <a:lnTo>
                  <a:pt x="13413" y="20379"/>
                </a:lnTo>
                <a:lnTo>
                  <a:pt x="13568" y="20259"/>
                </a:lnTo>
                <a:lnTo>
                  <a:pt x="13725" y="20013"/>
                </a:lnTo>
                <a:lnTo>
                  <a:pt x="13802" y="19770"/>
                </a:lnTo>
                <a:lnTo>
                  <a:pt x="13725" y="19404"/>
                </a:lnTo>
                <a:lnTo>
                  <a:pt x="13647" y="19161"/>
                </a:lnTo>
                <a:lnTo>
                  <a:pt x="13568" y="18915"/>
                </a:lnTo>
                <a:lnTo>
                  <a:pt x="13334" y="18795"/>
                </a:lnTo>
                <a:lnTo>
                  <a:pt x="13100" y="18795"/>
                </a:lnTo>
                <a:lnTo>
                  <a:pt x="10683" y="19647"/>
                </a:lnTo>
                <a:lnTo>
                  <a:pt x="11306" y="18183"/>
                </a:lnTo>
                <a:lnTo>
                  <a:pt x="12010" y="16842"/>
                </a:lnTo>
                <a:lnTo>
                  <a:pt x="12477" y="15987"/>
                </a:lnTo>
                <a:lnTo>
                  <a:pt x="12866" y="15132"/>
                </a:lnTo>
                <a:lnTo>
                  <a:pt x="13022" y="14643"/>
                </a:lnTo>
                <a:lnTo>
                  <a:pt x="13179" y="14157"/>
                </a:lnTo>
                <a:lnTo>
                  <a:pt x="13179" y="13056"/>
                </a:lnTo>
                <a:lnTo>
                  <a:pt x="13100" y="12936"/>
                </a:lnTo>
                <a:lnTo>
                  <a:pt x="13022" y="12690"/>
                </a:lnTo>
                <a:lnTo>
                  <a:pt x="12711" y="12570"/>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164" name="Google Shape;487;p10"/>
          <p:cNvSpPr/>
          <p:nvPr/>
        </p:nvSpPr>
        <p:spPr>
          <a:xfrm>
            <a:off x="8522472" y="4000307"/>
            <a:ext cx="306939" cy="3849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428" y="2160"/>
                </a:moveTo>
                <a:lnTo>
                  <a:pt x="20648" y="2628"/>
                </a:lnTo>
                <a:lnTo>
                  <a:pt x="20648" y="3678"/>
                </a:lnTo>
                <a:lnTo>
                  <a:pt x="20428" y="4144"/>
                </a:lnTo>
                <a:lnTo>
                  <a:pt x="20428" y="4087"/>
                </a:lnTo>
                <a:lnTo>
                  <a:pt x="20354" y="3094"/>
                </a:lnTo>
                <a:lnTo>
                  <a:pt x="20428" y="2160"/>
                </a:lnTo>
                <a:close/>
                <a:moveTo>
                  <a:pt x="19037" y="3328"/>
                </a:moveTo>
                <a:lnTo>
                  <a:pt x="19037" y="4437"/>
                </a:lnTo>
                <a:lnTo>
                  <a:pt x="18891" y="3503"/>
                </a:lnTo>
                <a:lnTo>
                  <a:pt x="19037" y="3328"/>
                </a:lnTo>
                <a:close/>
                <a:moveTo>
                  <a:pt x="19841" y="2044"/>
                </a:moveTo>
                <a:lnTo>
                  <a:pt x="19696" y="2919"/>
                </a:lnTo>
                <a:lnTo>
                  <a:pt x="19622" y="3387"/>
                </a:lnTo>
                <a:lnTo>
                  <a:pt x="19622" y="4203"/>
                </a:lnTo>
                <a:lnTo>
                  <a:pt x="19696" y="4437"/>
                </a:lnTo>
                <a:lnTo>
                  <a:pt x="19841" y="4671"/>
                </a:lnTo>
                <a:lnTo>
                  <a:pt x="19989" y="4846"/>
                </a:lnTo>
                <a:lnTo>
                  <a:pt x="20061" y="4846"/>
                </a:lnTo>
                <a:lnTo>
                  <a:pt x="19841" y="5137"/>
                </a:lnTo>
                <a:lnTo>
                  <a:pt x="19257" y="5779"/>
                </a:lnTo>
                <a:lnTo>
                  <a:pt x="19111" y="4846"/>
                </a:lnTo>
                <a:lnTo>
                  <a:pt x="19183" y="4962"/>
                </a:lnTo>
                <a:lnTo>
                  <a:pt x="19257" y="5021"/>
                </a:lnTo>
                <a:lnTo>
                  <a:pt x="19402" y="5079"/>
                </a:lnTo>
                <a:lnTo>
                  <a:pt x="19550" y="5021"/>
                </a:lnTo>
                <a:lnTo>
                  <a:pt x="19696" y="5021"/>
                </a:lnTo>
                <a:lnTo>
                  <a:pt x="19770" y="4903"/>
                </a:lnTo>
                <a:lnTo>
                  <a:pt x="19770" y="4728"/>
                </a:lnTo>
                <a:lnTo>
                  <a:pt x="19696" y="4671"/>
                </a:lnTo>
                <a:lnTo>
                  <a:pt x="19622" y="4612"/>
                </a:lnTo>
                <a:lnTo>
                  <a:pt x="19476" y="4612"/>
                </a:lnTo>
                <a:lnTo>
                  <a:pt x="19476" y="4203"/>
                </a:lnTo>
                <a:lnTo>
                  <a:pt x="19402" y="3328"/>
                </a:lnTo>
                <a:lnTo>
                  <a:pt x="19330" y="3210"/>
                </a:lnTo>
                <a:lnTo>
                  <a:pt x="19135" y="3210"/>
                </a:lnTo>
                <a:lnTo>
                  <a:pt x="19183" y="3153"/>
                </a:lnTo>
                <a:lnTo>
                  <a:pt x="19402" y="2803"/>
                </a:lnTo>
                <a:lnTo>
                  <a:pt x="19622" y="2453"/>
                </a:lnTo>
                <a:lnTo>
                  <a:pt x="19841" y="2044"/>
                </a:lnTo>
                <a:close/>
                <a:moveTo>
                  <a:pt x="18598" y="3794"/>
                </a:moveTo>
                <a:lnTo>
                  <a:pt x="18524" y="4962"/>
                </a:lnTo>
                <a:lnTo>
                  <a:pt x="18598" y="6188"/>
                </a:lnTo>
                <a:lnTo>
                  <a:pt x="18670" y="6306"/>
                </a:lnTo>
                <a:lnTo>
                  <a:pt x="18159" y="6656"/>
                </a:lnTo>
                <a:lnTo>
                  <a:pt x="18159" y="5955"/>
                </a:lnTo>
                <a:lnTo>
                  <a:pt x="18011" y="5254"/>
                </a:lnTo>
                <a:lnTo>
                  <a:pt x="17939" y="4319"/>
                </a:lnTo>
                <a:lnTo>
                  <a:pt x="18231" y="4087"/>
                </a:lnTo>
                <a:lnTo>
                  <a:pt x="18598" y="3794"/>
                </a:lnTo>
                <a:close/>
                <a:moveTo>
                  <a:pt x="16181" y="5721"/>
                </a:moveTo>
                <a:lnTo>
                  <a:pt x="15961" y="6188"/>
                </a:lnTo>
                <a:lnTo>
                  <a:pt x="15815" y="6713"/>
                </a:lnTo>
                <a:lnTo>
                  <a:pt x="15741" y="6013"/>
                </a:lnTo>
                <a:lnTo>
                  <a:pt x="16181" y="5721"/>
                </a:lnTo>
                <a:close/>
                <a:moveTo>
                  <a:pt x="17426" y="4728"/>
                </a:moveTo>
                <a:lnTo>
                  <a:pt x="17426" y="6072"/>
                </a:lnTo>
                <a:lnTo>
                  <a:pt x="17500" y="6538"/>
                </a:lnTo>
                <a:lnTo>
                  <a:pt x="17646" y="6947"/>
                </a:lnTo>
                <a:lnTo>
                  <a:pt x="17646" y="7006"/>
                </a:lnTo>
                <a:lnTo>
                  <a:pt x="17207" y="7297"/>
                </a:lnTo>
                <a:lnTo>
                  <a:pt x="17280" y="6713"/>
                </a:lnTo>
                <a:lnTo>
                  <a:pt x="17352" y="6072"/>
                </a:lnTo>
                <a:lnTo>
                  <a:pt x="17352" y="5488"/>
                </a:lnTo>
                <a:lnTo>
                  <a:pt x="17280" y="4903"/>
                </a:lnTo>
                <a:lnTo>
                  <a:pt x="17426" y="4728"/>
                </a:lnTo>
                <a:close/>
                <a:moveTo>
                  <a:pt x="16694" y="5312"/>
                </a:moveTo>
                <a:lnTo>
                  <a:pt x="16474" y="7531"/>
                </a:lnTo>
                <a:lnTo>
                  <a:pt x="16548" y="7647"/>
                </a:lnTo>
                <a:lnTo>
                  <a:pt x="16548" y="7706"/>
                </a:lnTo>
                <a:lnTo>
                  <a:pt x="16400" y="7822"/>
                </a:lnTo>
                <a:lnTo>
                  <a:pt x="16328" y="7765"/>
                </a:lnTo>
                <a:lnTo>
                  <a:pt x="16620" y="5604"/>
                </a:lnTo>
                <a:lnTo>
                  <a:pt x="16474" y="5488"/>
                </a:lnTo>
                <a:lnTo>
                  <a:pt x="16694" y="5312"/>
                </a:lnTo>
                <a:close/>
                <a:moveTo>
                  <a:pt x="15376" y="6306"/>
                </a:moveTo>
                <a:lnTo>
                  <a:pt x="15302" y="6888"/>
                </a:lnTo>
                <a:lnTo>
                  <a:pt x="15157" y="7472"/>
                </a:lnTo>
                <a:lnTo>
                  <a:pt x="15009" y="7997"/>
                </a:lnTo>
                <a:lnTo>
                  <a:pt x="14789" y="8581"/>
                </a:lnTo>
                <a:lnTo>
                  <a:pt x="14789" y="8699"/>
                </a:lnTo>
                <a:lnTo>
                  <a:pt x="14644" y="8640"/>
                </a:lnTo>
                <a:lnTo>
                  <a:pt x="14570" y="8640"/>
                </a:lnTo>
                <a:lnTo>
                  <a:pt x="14570" y="7940"/>
                </a:lnTo>
                <a:lnTo>
                  <a:pt x="14498" y="7472"/>
                </a:lnTo>
                <a:lnTo>
                  <a:pt x="14424" y="6947"/>
                </a:lnTo>
                <a:lnTo>
                  <a:pt x="15376" y="6306"/>
                </a:lnTo>
                <a:close/>
                <a:moveTo>
                  <a:pt x="14059" y="7181"/>
                </a:moveTo>
                <a:lnTo>
                  <a:pt x="13911" y="7997"/>
                </a:lnTo>
                <a:lnTo>
                  <a:pt x="13911" y="8815"/>
                </a:lnTo>
                <a:lnTo>
                  <a:pt x="13985" y="8990"/>
                </a:lnTo>
                <a:lnTo>
                  <a:pt x="14131" y="9166"/>
                </a:lnTo>
                <a:lnTo>
                  <a:pt x="13326" y="9632"/>
                </a:lnTo>
                <a:lnTo>
                  <a:pt x="13398" y="9224"/>
                </a:lnTo>
                <a:lnTo>
                  <a:pt x="13472" y="8815"/>
                </a:lnTo>
                <a:lnTo>
                  <a:pt x="13472" y="8231"/>
                </a:lnTo>
                <a:lnTo>
                  <a:pt x="13326" y="7706"/>
                </a:lnTo>
                <a:lnTo>
                  <a:pt x="14059" y="7181"/>
                </a:lnTo>
                <a:close/>
                <a:moveTo>
                  <a:pt x="13178" y="7822"/>
                </a:moveTo>
                <a:lnTo>
                  <a:pt x="13107" y="8231"/>
                </a:lnTo>
                <a:lnTo>
                  <a:pt x="13033" y="8640"/>
                </a:lnTo>
                <a:lnTo>
                  <a:pt x="12887" y="8932"/>
                </a:lnTo>
                <a:lnTo>
                  <a:pt x="12739" y="9166"/>
                </a:lnTo>
                <a:lnTo>
                  <a:pt x="12594" y="9457"/>
                </a:lnTo>
                <a:lnTo>
                  <a:pt x="12594" y="9866"/>
                </a:lnTo>
                <a:lnTo>
                  <a:pt x="12739" y="9925"/>
                </a:lnTo>
                <a:lnTo>
                  <a:pt x="11935" y="10334"/>
                </a:lnTo>
                <a:lnTo>
                  <a:pt x="12081" y="9691"/>
                </a:lnTo>
                <a:lnTo>
                  <a:pt x="12081" y="9166"/>
                </a:lnTo>
                <a:lnTo>
                  <a:pt x="12007" y="8581"/>
                </a:lnTo>
                <a:lnTo>
                  <a:pt x="13178" y="7822"/>
                </a:lnTo>
                <a:close/>
                <a:moveTo>
                  <a:pt x="11715" y="8815"/>
                </a:moveTo>
                <a:lnTo>
                  <a:pt x="11568" y="9457"/>
                </a:lnTo>
                <a:lnTo>
                  <a:pt x="11348" y="10100"/>
                </a:lnTo>
                <a:lnTo>
                  <a:pt x="11202" y="10450"/>
                </a:lnTo>
                <a:lnTo>
                  <a:pt x="11202" y="10741"/>
                </a:lnTo>
                <a:lnTo>
                  <a:pt x="10324" y="11268"/>
                </a:lnTo>
                <a:lnTo>
                  <a:pt x="10763" y="9457"/>
                </a:lnTo>
                <a:lnTo>
                  <a:pt x="11715" y="8815"/>
                </a:lnTo>
                <a:close/>
                <a:moveTo>
                  <a:pt x="18231" y="759"/>
                </a:moveTo>
                <a:lnTo>
                  <a:pt x="18817" y="934"/>
                </a:lnTo>
                <a:lnTo>
                  <a:pt x="18598" y="1168"/>
                </a:lnTo>
                <a:lnTo>
                  <a:pt x="18598" y="1343"/>
                </a:lnTo>
                <a:lnTo>
                  <a:pt x="18670" y="1459"/>
                </a:lnTo>
                <a:lnTo>
                  <a:pt x="18817" y="1518"/>
                </a:lnTo>
                <a:lnTo>
                  <a:pt x="19037" y="1518"/>
                </a:lnTo>
                <a:lnTo>
                  <a:pt x="19037" y="1751"/>
                </a:lnTo>
                <a:lnTo>
                  <a:pt x="18891" y="2044"/>
                </a:lnTo>
                <a:lnTo>
                  <a:pt x="18598" y="2569"/>
                </a:lnTo>
                <a:lnTo>
                  <a:pt x="18231" y="3035"/>
                </a:lnTo>
                <a:lnTo>
                  <a:pt x="17791" y="3503"/>
                </a:lnTo>
                <a:lnTo>
                  <a:pt x="17646" y="3444"/>
                </a:lnTo>
                <a:lnTo>
                  <a:pt x="17572" y="3503"/>
                </a:lnTo>
                <a:lnTo>
                  <a:pt x="17500" y="3503"/>
                </a:lnTo>
                <a:lnTo>
                  <a:pt x="17426" y="3619"/>
                </a:lnTo>
                <a:lnTo>
                  <a:pt x="17426" y="3737"/>
                </a:lnTo>
                <a:lnTo>
                  <a:pt x="16694" y="4319"/>
                </a:lnTo>
                <a:lnTo>
                  <a:pt x="15448" y="5312"/>
                </a:lnTo>
                <a:lnTo>
                  <a:pt x="15302" y="5312"/>
                </a:lnTo>
                <a:lnTo>
                  <a:pt x="15302" y="5429"/>
                </a:lnTo>
                <a:lnTo>
                  <a:pt x="12959" y="7063"/>
                </a:lnTo>
                <a:lnTo>
                  <a:pt x="11276" y="8231"/>
                </a:lnTo>
                <a:lnTo>
                  <a:pt x="9591" y="9341"/>
                </a:lnTo>
                <a:lnTo>
                  <a:pt x="9517" y="9341"/>
                </a:lnTo>
                <a:lnTo>
                  <a:pt x="9446" y="9399"/>
                </a:lnTo>
                <a:lnTo>
                  <a:pt x="9226" y="9575"/>
                </a:lnTo>
                <a:lnTo>
                  <a:pt x="7761" y="10450"/>
                </a:lnTo>
                <a:lnTo>
                  <a:pt x="7687" y="10450"/>
                </a:lnTo>
                <a:lnTo>
                  <a:pt x="7615" y="10509"/>
                </a:lnTo>
                <a:lnTo>
                  <a:pt x="7248" y="10684"/>
                </a:lnTo>
                <a:lnTo>
                  <a:pt x="6663" y="10975"/>
                </a:lnTo>
                <a:lnTo>
                  <a:pt x="6296" y="11150"/>
                </a:lnTo>
                <a:lnTo>
                  <a:pt x="6076" y="11384"/>
                </a:lnTo>
                <a:lnTo>
                  <a:pt x="5930" y="11325"/>
                </a:lnTo>
                <a:lnTo>
                  <a:pt x="5198" y="10859"/>
                </a:lnTo>
                <a:lnTo>
                  <a:pt x="4613" y="10275"/>
                </a:lnTo>
                <a:lnTo>
                  <a:pt x="4246" y="9984"/>
                </a:lnTo>
                <a:lnTo>
                  <a:pt x="3880" y="9691"/>
                </a:lnTo>
                <a:lnTo>
                  <a:pt x="4393" y="9457"/>
                </a:lnTo>
                <a:lnTo>
                  <a:pt x="4904" y="9107"/>
                </a:lnTo>
                <a:lnTo>
                  <a:pt x="5198" y="9457"/>
                </a:lnTo>
                <a:lnTo>
                  <a:pt x="5637" y="9750"/>
                </a:lnTo>
                <a:lnTo>
                  <a:pt x="5857" y="9866"/>
                </a:lnTo>
                <a:lnTo>
                  <a:pt x="6150" y="9925"/>
                </a:lnTo>
                <a:lnTo>
                  <a:pt x="6443" y="9925"/>
                </a:lnTo>
                <a:lnTo>
                  <a:pt x="6663" y="9750"/>
                </a:lnTo>
                <a:lnTo>
                  <a:pt x="6735" y="9691"/>
                </a:lnTo>
                <a:lnTo>
                  <a:pt x="6809" y="9575"/>
                </a:lnTo>
                <a:lnTo>
                  <a:pt x="6735" y="9341"/>
                </a:lnTo>
                <a:lnTo>
                  <a:pt x="6663" y="9224"/>
                </a:lnTo>
                <a:lnTo>
                  <a:pt x="6515" y="9166"/>
                </a:lnTo>
                <a:lnTo>
                  <a:pt x="6224" y="9166"/>
                </a:lnTo>
                <a:lnTo>
                  <a:pt x="6150" y="9224"/>
                </a:lnTo>
                <a:lnTo>
                  <a:pt x="6150" y="9166"/>
                </a:lnTo>
                <a:lnTo>
                  <a:pt x="5857" y="8990"/>
                </a:lnTo>
                <a:lnTo>
                  <a:pt x="5491" y="8756"/>
                </a:lnTo>
                <a:lnTo>
                  <a:pt x="5637" y="8640"/>
                </a:lnTo>
                <a:lnTo>
                  <a:pt x="6589" y="7940"/>
                </a:lnTo>
                <a:lnTo>
                  <a:pt x="6735" y="8231"/>
                </a:lnTo>
                <a:lnTo>
                  <a:pt x="6883" y="8406"/>
                </a:lnTo>
                <a:lnTo>
                  <a:pt x="7102" y="8581"/>
                </a:lnTo>
                <a:lnTo>
                  <a:pt x="7322" y="8756"/>
                </a:lnTo>
                <a:lnTo>
                  <a:pt x="7615" y="8815"/>
                </a:lnTo>
                <a:lnTo>
                  <a:pt x="7835" y="8815"/>
                </a:lnTo>
                <a:lnTo>
                  <a:pt x="7980" y="8699"/>
                </a:lnTo>
                <a:lnTo>
                  <a:pt x="8054" y="8581"/>
                </a:lnTo>
                <a:lnTo>
                  <a:pt x="8054" y="8406"/>
                </a:lnTo>
                <a:lnTo>
                  <a:pt x="7761" y="8172"/>
                </a:lnTo>
                <a:lnTo>
                  <a:pt x="7467" y="7940"/>
                </a:lnTo>
                <a:lnTo>
                  <a:pt x="7248" y="7706"/>
                </a:lnTo>
                <a:lnTo>
                  <a:pt x="7174" y="7590"/>
                </a:lnTo>
                <a:lnTo>
                  <a:pt x="7174" y="7531"/>
                </a:lnTo>
                <a:lnTo>
                  <a:pt x="7835" y="7063"/>
                </a:lnTo>
                <a:lnTo>
                  <a:pt x="8274" y="6772"/>
                </a:lnTo>
                <a:lnTo>
                  <a:pt x="8346" y="7006"/>
                </a:lnTo>
                <a:lnTo>
                  <a:pt x="8493" y="7181"/>
                </a:lnTo>
                <a:lnTo>
                  <a:pt x="8639" y="7356"/>
                </a:lnTo>
                <a:lnTo>
                  <a:pt x="8859" y="7590"/>
                </a:lnTo>
                <a:lnTo>
                  <a:pt x="9152" y="7706"/>
                </a:lnTo>
                <a:lnTo>
                  <a:pt x="9372" y="7765"/>
                </a:lnTo>
                <a:lnTo>
                  <a:pt x="9591" y="7706"/>
                </a:lnTo>
                <a:lnTo>
                  <a:pt x="9665" y="7590"/>
                </a:lnTo>
                <a:lnTo>
                  <a:pt x="9737" y="7531"/>
                </a:lnTo>
                <a:lnTo>
                  <a:pt x="9737" y="7356"/>
                </a:lnTo>
                <a:lnTo>
                  <a:pt x="9665" y="7238"/>
                </a:lnTo>
                <a:lnTo>
                  <a:pt x="9517" y="7122"/>
                </a:lnTo>
                <a:lnTo>
                  <a:pt x="9226" y="6888"/>
                </a:lnTo>
                <a:lnTo>
                  <a:pt x="9006" y="6713"/>
                </a:lnTo>
                <a:lnTo>
                  <a:pt x="8933" y="6481"/>
                </a:lnTo>
                <a:lnTo>
                  <a:pt x="8933" y="6363"/>
                </a:lnTo>
                <a:lnTo>
                  <a:pt x="9957" y="5604"/>
                </a:lnTo>
                <a:lnTo>
                  <a:pt x="10104" y="5779"/>
                </a:lnTo>
                <a:lnTo>
                  <a:pt x="10324" y="6131"/>
                </a:lnTo>
                <a:lnTo>
                  <a:pt x="10689" y="6422"/>
                </a:lnTo>
                <a:lnTo>
                  <a:pt x="10837" y="6481"/>
                </a:lnTo>
                <a:lnTo>
                  <a:pt x="10983" y="6538"/>
                </a:lnTo>
                <a:lnTo>
                  <a:pt x="11128" y="6481"/>
                </a:lnTo>
                <a:lnTo>
                  <a:pt x="11276" y="6422"/>
                </a:lnTo>
                <a:lnTo>
                  <a:pt x="11348" y="6306"/>
                </a:lnTo>
                <a:lnTo>
                  <a:pt x="11348" y="6131"/>
                </a:lnTo>
                <a:lnTo>
                  <a:pt x="11276" y="6013"/>
                </a:lnTo>
                <a:lnTo>
                  <a:pt x="10470" y="5254"/>
                </a:lnTo>
                <a:lnTo>
                  <a:pt x="11935" y="4203"/>
                </a:lnTo>
                <a:lnTo>
                  <a:pt x="12007" y="4319"/>
                </a:lnTo>
                <a:lnTo>
                  <a:pt x="12300" y="4903"/>
                </a:lnTo>
                <a:lnTo>
                  <a:pt x="12374" y="5021"/>
                </a:lnTo>
                <a:lnTo>
                  <a:pt x="12448" y="5079"/>
                </a:lnTo>
                <a:lnTo>
                  <a:pt x="12739" y="5079"/>
                </a:lnTo>
                <a:lnTo>
                  <a:pt x="12887" y="5021"/>
                </a:lnTo>
                <a:lnTo>
                  <a:pt x="12959" y="4903"/>
                </a:lnTo>
                <a:lnTo>
                  <a:pt x="13033" y="4787"/>
                </a:lnTo>
                <a:lnTo>
                  <a:pt x="12959" y="4671"/>
                </a:lnTo>
                <a:lnTo>
                  <a:pt x="12739" y="4144"/>
                </a:lnTo>
                <a:lnTo>
                  <a:pt x="12520" y="3853"/>
                </a:lnTo>
                <a:lnTo>
                  <a:pt x="13985" y="2744"/>
                </a:lnTo>
                <a:lnTo>
                  <a:pt x="14059" y="3094"/>
                </a:lnTo>
                <a:lnTo>
                  <a:pt x="14131" y="3387"/>
                </a:lnTo>
                <a:lnTo>
                  <a:pt x="14278" y="3737"/>
                </a:lnTo>
                <a:lnTo>
                  <a:pt x="14424" y="4028"/>
                </a:lnTo>
                <a:lnTo>
                  <a:pt x="14570" y="4144"/>
                </a:lnTo>
                <a:lnTo>
                  <a:pt x="14789" y="4203"/>
                </a:lnTo>
                <a:lnTo>
                  <a:pt x="15083" y="4087"/>
                </a:lnTo>
                <a:lnTo>
                  <a:pt x="15228" y="3969"/>
                </a:lnTo>
                <a:lnTo>
                  <a:pt x="15302" y="3794"/>
                </a:lnTo>
                <a:lnTo>
                  <a:pt x="15302" y="3678"/>
                </a:lnTo>
                <a:lnTo>
                  <a:pt x="15228" y="3562"/>
                </a:lnTo>
                <a:lnTo>
                  <a:pt x="15083" y="3444"/>
                </a:lnTo>
                <a:lnTo>
                  <a:pt x="14937" y="3444"/>
                </a:lnTo>
                <a:lnTo>
                  <a:pt x="14644" y="2919"/>
                </a:lnTo>
                <a:lnTo>
                  <a:pt x="14424" y="2453"/>
                </a:lnTo>
                <a:lnTo>
                  <a:pt x="15448" y="1751"/>
                </a:lnTo>
                <a:lnTo>
                  <a:pt x="16400" y="1168"/>
                </a:lnTo>
                <a:lnTo>
                  <a:pt x="16694" y="993"/>
                </a:lnTo>
                <a:lnTo>
                  <a:pt x="16987" y="875"/>
                </a:lnTo>
                <a:lnTo>
                  <a:pt x="17646" y="759"/>
                </a:lnTo>
                <a:close/>
                <a:moveTo>
                  <a:pt x="6954" y="11559"/>
                </a:moveTo>
                <a:lnTo>
                  <a:pt x="6883" y="11850"/>
                </a:lnTo>
                <a:lnTo>
                  <a:pt x="6589" y="11675"/>
                </a:lnTo>
                <a:lnTo>
                  <a:pt x="6954" y="11559"/>
                </a:lnTo>
                <a:close/>
                <a:moveTo>
                  <a:pt x="10176" y="9807"/>
                </a:moveTo>
                <a:lnTo>
                  <a:pt x="9446" y="11559"/>
                </a:lnTo>
                <a:lnTo>
                  <a:pt x="9446" y="11675"/>
                </a:lnTo>
                <a:lnTo>
                  <a:pt x="9152" y="11850"/>
                </a:lnTo>
                <a:lnTo>
                  <a:pt x="9152" y="11618"/>
                </a:lnTo>
                <a:lnTo>
                  <a:pt x="9226" y="10916"/>
                </a:lnTo>
                <a:lnTo>
                  <a:pt x="9446" y="10275"/>
                </a:lnTo>
                <a:lnTo>
                  <a:pt x="10030" y="9925"/>
                </a:lnTo>
                <a:lnTo>
                  <a:pt x="10176" y="9807"/>
                </a:lnTo>
                <a:close/>
                <a:moveTo>
                  <a:pt x="8565" y="10741"/>
                </a:moveTo>
                <a:lnTo>
                  <a:pt x="8420" y="11325"/>
                </a:lnTo>
                <a:lnTo>
                  <a:pt x="8420" y="12084"/>
                </a:lnTo>
                <a:lnTo>
                  <a:pt x="8565" y="12143"/>
                </a:lnTo>
                <a:lnTo>
                  <a:pt x="7761" y="12610"/>
                </a:lnTo>
                <a:lnTo>
                  <a:pt x="7615" y="12493"/>
                </a:lnTo>
                <a:lnTo>
                  <a:pt x="7761" y="12376"/>
                </a:lnTo>
                <a:lnTo>
                  <a:pt x="7835" y="12201"/>
                </a:lnTo>
                <a:lnTo>
                  <a:pt x="7835" y="12084"/>
                </a:lnTo>
                <a:lnTo>
                  <a:pt x="7761" y="11968"/>
                </a:lnTo>
                <a:lnTo>
                  <a:pt x="7687" y="11909"/>
                </a:lnTo>
                <a:lnTo>
                  <a:pt x="7615" y="11909"/>
                </a:lnTo>
                <a:lnTo>
                  <a:pt x="7761" y="11500"/>
                </a:lnTo>
                <a:lnTo>
                  <a:pt x="7835" y="11150"/>
                </a:lnTo>
                <a:lnTo>
                  <a:pt x="7835" y="11091"/>
                </a:lnTo>
                <a:lnTo>
                  <a:pt x="8565" y="10741"/>
                </a:lnTo>
                <a:close/>
                <a:moveTo>
                  <a:pt x="2196" y="9750"/>
                </a:moveTo>
                <a:lnTo>
                  <a:pt x="2709" y="9866"/>
                </a:lnTo>
                <a:lnTo>
                  <a:pt x="3148" y="10041"/>
                </a:lnTo>
                <a:lnTo>
                  <a:pt x="3513" y="10275"/>
                </a:lnTo>
                <a:lnTo>
                  <a:pt x="3880" y="10625"/>
                </a:lnTo>
                <a:lnTo>
                  <a:pt x="4613" y="11268"/>
                </a:lnTo>
                <a:lnTo>
                  <a:pt x="5417" y="11850"/>
                </a:lnTo>
                <a:lnTo>
                  <a:pt x="6296" y="12376"/>
                </a:lnTo>
                <a:lnTo>
                  <a:pt x="6663" y="12668"/>
                </a:lnTo>
                <a:lnTo>
                  <a:pt x="7028" y="12960"/>
                </a:lnTo>
                <a:lnTo>
                  <a:pt x="7028" y="13019"/>
                </a:lnTo>
                <a:lnTo>
                  <a:pt x="6954" y="13194"/>
                </a:lnTo>
                <a:lnTo>
                  <a:pt x="6954" y="13369"/>
                </a:lnTo>
                <a:lnTo>
                  <a:pt x="7102" y="13485"/>
                </a:lnTo>
                <a:lnTo>
                  <a:pt x="7322" y="13544"/>
                </a:lnTo>
                <a:lnTo>
                  <a:pt x="7322" y="13778"/>
                </a:lnTo>
                <a:lnTo>
                  <a:pt x="7174" y="13837"/>
                </a:lnTo>
                <a:lnTo>
                  <a:pt x="6443" y="13894"/>
                </a:lnTo>
                <a:lnTo>
                  <a:pt x="6004" y="13485"/>
                </a:lnTo>
                <a:lnTo>
                  <a:pt x="5637" y="13135"/>
                </a:lnTo>
                <a:lnTo>
                  <a:pt x="4320" y="11909"/>
                </a:lnTo>
                <a:lnTo>
                  <a:pt x="3222" y="10975"/>
                </a:lnTo>
                <a:lnTo>
                  <a:pt x="2635" y="10509"/>
                </a:lnTo>
                <a:lnTo>
                  <a:pt x="2341" y="10334"/>
                </a:lnTo>
                <a:lnTo>
                  <a:pt x="1976" y="10216"/>
                </a:lnTo>
                <a:lnTo>
                  <a:pt x="2196" y="9750"/>
                </a:lnTo>
                <a:close/>
                <a:moveTo>
                  <a:pt x="17426" y="0"/>
                </a:moveTo>
                <a:lnTo>
                  <a:pt x="16913" y="116"/>
                </a:lnTo>
                <a:lnTo>
                  <a:pt x="16400" y="291"/>
                </a:lnTo>
                <a:lnTo>
                  <a:pt x="15961" y="525"/>
                </a:lnTo>
                <a:lnTo>
                  <a:pt x="15522" y="759"/>
                </a:lnTo>
                <a:lnTo>
                  <a:pt x="14278" y="1634"/>
                </a:lnTo>
                <a:lnTo>
                  <a:pt x="13033" y="2510"/>
                </a:lnTo>
                <a:lnTo>
                  <a:pt x="8054" y="6013"/>
                </a:lnTo>
                <a:lnTo>
                  <a:pt x="5637" y="7706"/>
                </a:lnTo>
                <a:lnTo>
                  <a:pt x="4613" y="8406"/>
                </a:lnTo>
                <a:lnTo>
                  <a:pt x="4174" y="8815"/>
                </a:lnTo>
                <a:lnTo>
                  <a:pt x="3733" y="9224"/>
                </a:lnTo>
                <a:lnTo>
                  <a:pt x="3513" y="9282"/>
                </a:lnTo>
                <a:lnTo>
                  <a:pt x="3441" y="9457"/>
                </a:lnTo>
                <a:lnTo>
                  <a:pt x="3074" y="9282"/>
                </a:lnTo>
                <a:lnTo>
                  <a:pt x="2709" y="9224"/>
                </a:lnTo>
                <a:lnTo>
                  <a:pt x="2341" y="9166"/>
                </a:lnTo>
                <a:lnTo>
                  <a:pt x="1902" y="9166"/>
                </a:lnTo>
                <a:lnTo>
                  <a:pt x="1683" y="9224"/>
                </a:lnTo>
                <a:lnTo>
                  <a:pt x="1537" y="9399"/>
                </a:lnTo>
                <a:lnTo>
                  <a:pt x="1244" y="10216"/>
                </a:lnTo>
                <a:lnTo>
                  <a:pt x="1244" y="10334"/>
                </a:lnTo>
                <a:lnTo>
                  <a:pt x="1317" y="10450"/>
                </a:lnTo>
                <a:lnTo>
                  <a:pt x="1391" y="10509"/>
                </a:lnTo>
                <a:lnTo>
                  <a:pt x="1537" y="10566"/>
                </a:lnTo>
                <a:lnTo>
                  <a:pt x="1830" y="10916"/>
                </a:lnTo>
                <a:lnTo>
                  <a:pt x="2196" y="11268"/>
                </a:lnTo>
                <a:lnTo>
                  <a:pt x="3002" y="11909"/>
                </a:lnTo>
                <a:lnTo>
                  <a:pt x="4759" y="13544"/>
                </a:lnTo>
                <a:lnTo>
                  <a:pt x="5417" y="14244"/>
                </a:lnTo>
                <a:lnTo>
                  <a:pt x="5857" y="14594"/>
                </a:lnTo>
                <a:lnTo>
                  <a:pt x="6296" y="14828"/>
                </a:lnTo>
                <a:lnTo>
                  <a:pt x="6589" y="14887"/>
                </a:lnTo>
                <a:lnTo>
                  <a:pt x="6809" y="14887"/>
                </a:lnTo>
                <a:lnTo>
                  <a:pt x="7028" y="14769"/>
                </a:lnTo>
                <a:lnTo>
                  <a:pt x="7174" y="14594"/>
                </a:lnTo>
                <a:lnTo>
                  <a:pt x="7615" y="14537"/>
                </a:lnTo>
                <a:lnTo>
                  <a:pt x="7907" y="14419"/>
                </a:lnTo>
                <a:lnTo>
                  <a:pt x="8126" y="14244"/>
                </a:lnTo>
                <a:lnTo>
                  <a:pt x="8274" y="14012"/>
                </a:lnTo>
                <a:lnTo>
                  <a:pt x="8274" y="13603"/>
                </a:lnTo>
                <a:lnTo>
                  <a:pt x="8200" y="13253"/>
                </a:lnTo>
                <a:lnTo>
                  <a:pt x="10617" y="12025"/>
                </a:lnTo>
                <a:lnTo>
                  <a:pt x="13033" y="10741"/>
                </a:lnTo>
                <a:lnTo>
                  <a:pt x="15302" y="9399"/>
                </a:lnTo>
                <a:lnTo>
                  <a:pt x="17572" y="7997"/>
                </a:lnTo>
                <a:lnTo>
                  <a:pt x="18524" y="7415"/>
                </a:lnTo>
                <a:lnTo>
                  <a:pt x="19402" y="6713"/>
                </a:lnTo>
                <a:lnTo>
                  <a:pt x="20209" y="5955"/>
                </a:lnTo>
                <a:lnTo>
                  <a:pt x="20574" y="5546"/>
                </a:lnTo>
                <a:lnTo>
                  <a:pt x="20867" y="5137"/>
                </a:lnTo>
                <a:lnTo>
                  <a:pt x="21161" y="4728"/>
                </a:lnTo>
                <a:lnTo>
                  <a:pt x="21380" y="4262"/>
                </a:lnTo>
                <a:lnTo>
                  <a:pt x="21526" y="3794"/>
                </a:lnTo>
                <a:lnTo>
                  <a:pt x="21600" y="3387"/>
                </a:lnTo>
                <a:lnTo>
                  <a:pt x="21600" y="2919"/>
                </a:lnTo>
                <a:lnTo>
                  <a:pt x="21526" y="2453"/>
                </a:lnTo>
                <a:lnTo>
                  <a:pt x="21307" y="1985"/>
                </a:lnTo>
                <a:lnTo>
                  <a:pt x="21013" y="1518"/>
                </a:lnTo>
                <a:lnTo>
                  <a:pt x="20722" y="1168"/>
                </a:lnTo>
                <a:lnTo>
                  <a:pt x="20354" y="818"/>
                </a:lnTo>
                <a:lnTo>
                  <a:pt x="19915" y="584"/>
                </a:lnTo>
                <a:lnTo>
                  <a:pt x="19476" y="350"/>
                </a:lnTo>
                <a:lnTo>
                  <a:pt x="18963" y="175"/>
                </a:lnTo>
                <a:lnTo>
                  <a:pt x="18524" y="59"/>
                </a:lnTo>
                <a:lnTo>
                  <a:pt x="17939" y="0"/>
                </a:lnTo>
                <a:close/>
                <a:moveTo>
                  <a:pt x="3952" y="19732"/>
                </a:moveTo>
                <a:lnTo>
                  <a:pt x="3952" y="20141"/>
                </a:lnTo>
                <a:lnTo>
                  <a:pt x="3807" y="20550"/>
                </a:lnTo>
                <a:lnTo>
                  <a:pt x="3587" y="20550"/>
                </a:lnTo>
                <a:lnTo>
                  <a:pt x="3733" y="20141"/>
                </a:lnTo>
                <a:lnTo>
                  <a:pt x="3952" y="19732"/>
                </a:lnTo>
                <a:close/>
                <a:moveTo>
                  <a:pt x="3294" y="14944"/>
                </a:moveTo>
                <a:lnTo>
                  <a:pt x="3367" y="15237"/>
                </a:lnTo>
                <a:lnTo>
                  <a:pt x="3807" y="16229"/>
                </a:lnTo>
                <a:lnTo>
                  <a:pt x="4685" y="18097"/>
                </a:lnTo>
                <a:lnTo>
                  <a:pt x="4833" y="18681"/>
                </a:lnTo>
                <a:lnTo>
                  <a:pt x="4904" y="19265"/>
                </a:lnTo>
                <a:lnTo>
                  <a:pt x="4833" y="19790"/>
                </a:lnTo>
                <a:lnTo>
                  <a:pt x="4685" y="20082"/>
                </a:lnTo>
                <a:lnTo>
                  <a:pt x="4539" y="20316"/>
                </a:lnTo>
                <a:lnTo>
                  <a:pt x="4613" y="20024"/>
                </a:lnTo>
                <a:lnTo>
                  <a:pt x="4539" y="19790"/>
                </a:lnTo>
                <a:lnTo>
                  <a:pt x="4393" y="19615"/>
                </a:lnTo>
                <a:lnTo>
                  <a:pt x="4246" y="19440"/>
                </a:lnTo>
                <a:lnTo>
                  <a:pt x="4026" y="19381"/>
                </a:lnTo>
                <a:lnTo>
                  <a:pt x="3733" y="19381"/>
                </a:lnTo>
                <a:lnTo>
                  <a:pt x="3661" y="19499"/>
                </a:lnTo>
                <a:lnTo>
                  <a:pt x="3661" y="19615"/>
                </a:lnTo>
                <a:lnTo>
                  <a:pt x="3148" y="20141"/>
                </a:lnTo>
                <a:lnTo>
                  <a:pt x="3002" y="20433"/>
                </a:lnTo>
                <a:lnTo>
                  <a:pt x="2854" y="20725"/>
                </a:lnTo>
                <a:lnTo>
                  <a:pt x="2709" y="20725"/>
                </a:lnTo>
                <a:lnTo>
                  <a:pt x="3148" y="19907"/>
                </a:lnTo>
                <a:lnTo>
                  <a:pt x="3513" y="19090"/>
                </a:lnTo>
                <a:lnTo>
                  <a:pt x="3513" y="19031"/>
                </a:lnTo>
                <a:lnTo>
                  <a:pt x="3441" y="18972"/>
                </a:lnTo>
                <a:lnTo>
                  <a:pt x="3367" y="18972"/>
                </a:lnTo>
                <a:lnTo>
                  <a:pt x="3294" y="19031"/>
                </a:lnTo>
                <a:lnTo>
                  <a:pt x="2635" y="19732"/>
                </a:lnTo>
                <a:lnTo>
                  <a:pt x="2050" y="20550"/>
                </a:lnTo>
                <a:lnTo>
                  <a:pt x="1757" y="20433"/>
                </a:lnTo>
                <a:lnTo>
                  <a:pt x="1757" y="20257"/>
                </a:lnTo>
                <a:lnTo>
                  <a:pt x="2050" y="19790"/>
                </a:lnTo>
                <a:lnTo>
                  <a:pt x="2341" y="19324"/>
                </a:lnTo>
                <a:lnTo>
                  <a:pt x="2709" y="18856"/>
                </a:lnTo>
                <a:lnTo>
                  <a:pt x="3074" y="18390"/>
                </a:lnTo>
                <a:lnTo>
                  <a:pt x="3074" y="18331"/>
                </a:lnTo>
                <a:lnTo>
                  <a:pt x="3002" y="18272"/>
                </a:lnTo>
                <a:lnTo>
                  <a:pt x="2928" y="18331"/>
                </a:lnTo>
                <a:lnTo>
                  <a:pt x="2270" y="18797"/>
                </a:lnTo>
                <a:lnTo>
                  <a:pt x="1902" y="19090"/>
                </a:lnTo>
                <a:lnTo>
                  <a:pt x="1611" y="19381"/>
                </a:lnTo>
                <a:lnTo>
                  <a:pt x="1391" y="19732"/>
                </a:lnTo>
                <a:lnTo>
                  <a:pt x="1172" y="20082"/>
                </a:lnTo>
                <a:lnTo>
                  <a:pt x="1098" y="20024"/>
                </a:lnTo>
                <a:lnTo>
                  <a:pt x="1244" y="19849"/>
                </a:lnTo>
                <a:lnTo>
                  <a:pt x="1317" y="19674"/>
                </a:lnTo>
                <a:lnTo>
                  <a:pt x="2270" y="18506"/>
                </a:lnTo>
                <a:lnTo>
                  <a:pt x="2635" y="17922"/>
                </a:lnTo>
                <a:lnTo>
                  <a:pt x="2928" y="17281"/>
                </a:lnTo>
                <a:lnTo>
                  <a:pt x="2854" y="17222"/>
                </a:lnTo>
                <a:lnTo>
                  <a:pt x="2783" y="17222"/>
                </a:lnTo>
                <a:lnTo>
                  <a:pt x="2122" y="17806"/>
                </a:lnTo>
                <a:lnTo>
                  <a:pt x="1463" y="18390"/>
                </a:lnTo>
                <a:lnTo>
                  <a:pt x="1683" y="18097"/>
                </a:lnTo>
                <a:lnTo>
                  <a:pt x="2489" y="17106"/>
                </a:lnTo>
                <a:lnTo>
                  <a:pt x="3294" y="16112"/>
                </a:lnTo>
                <a:lnTo>
                  <a:pt x="3294" y="15996"/>
                </a:lnTo>
                <a:lnTo>
                  <a:pt x="3222" y="15879"/>
                </a:lnTo>
                <a:lnTo>
                  <a:pt x="3002" y="15879"/>
                </a:lnTo>
                <a:lnTo>
                  <a:pt x="2635" y="16171"/>
                </a:lnTo>
                <a:lnTo>
                  <a:pt x="3002" y="15587"/>
                </a:lnTo>
                <a:lnTo>
                  <a:pt x="3294" y="14944"/>
                </a:lnTo>
                <a:close/>
                <a:moveTo>
                  <a:pt x="3074" y="13953"/>
                </a:moveTo>
                <a:lnTo>
                  <a:pt x="2928" y="14012"/>
                </a:lnTo>
                <a:lnTo>
                  <a:pt x="2783" y="14187"/>
                </a:lnTo>
                <a:lnTo>
                  <a:pt x="2783" y="14419"/>
                </a:lnTo>
                <a:lnTo>
                  <a:pt x="2415" y="14887"/>
                </a:lnTo>
                <a:lnTo>
                  <a:pt x="2196" y="15353"/>
                </a:lnTo>
                <a:lnTo>
                  <a:pt x="1317" y="16872"/>
                </a:lnTo>
                <a:lnTo>
                  <a:pt x="585" y="18156"/>
                </a:lnTo>
                <a:lnTo>
                  <a:pt x="291" y="18797"/>
                </a:lnTo>
                <a:lnTo>
                  <a:pt x="72" y="19499"/>
                </a:lnTo>
                <a:lnTo>
                  <a:pt x="0" y="19732"/>
                </a:lnTo>
                <a:lnTo>
                  <a:pt x="0" y="19907"/>
                </a:lnTo>
                <a:lnTo>
                  <a:pt x="146" y="20257"/>
                </a:lnTo>
                <a:lnTo>
                  <a:pt x="439" y="20550"/>
                </a:lnTo>
                <a:lnTo>
                  <a:pt x="804" y="20841"/>
                </a:lnTo>
                <a:lnTo>
                  <a:pt x="878" y="20959"/>
                </a:lnTo>
                <a:lnTo>
                  <a:pt x="1024" y="21016"/>
                </a:lnTo>
                <a:lnTo>
                  <a:pt x="1172" y="21075"/>
                </a:lnTo>
                <a:lnTo>
                  <a:pt x="1317" y="21075"/>
                </a:lnTo>
                <a:lnTo>
                  <a:pt x="1463" y="21134"/>
                </a:lnTo>
                <a:lnTo>
                  <a:pt x="1757" y="21250"/>
                </a:lnTo>
                <a:lnTo>
                  <a:pt x="1902" y="21366"/>
                </a:lnTo>
                <a:lnTo>
                  <a:pt x="2196" y="21366"/>
                </a:lnTo>
                <a:lnTo>
                  <a:pt x="2854" y="21541"/>
                </a:lnTo>
                <a:lnTo>
                  <a:pt x="2928" y="21600"/>
                </a:lnTo>
                <a:lnTo>
                  <a:pt x="3367" y="21600"/>
                </a:lnTo>
                <a:lnTo>
                  <a:pt x="3807" y="21541"/>
                </a:lnTo>
                <a:lnTo>
                  <a:pt x="4246" y="21425"/>
                </a:lnTo>
                <a:lnTo>
                  <a:pt x="4613" y="21309"/>
                </a:lnTo>
                <a:lnTo>
                  <a:pt x="4978" y="21134"/>
                </a:lnTo>
                <a:lnTo>
                  <a:pt x="5198" y="20900"/>
                </a:lnTo>
                <a:lnTo>
                  <a:pt x="5417" y="20666"/>
                </a:lnTo>
                <a:lnTo>
                  <a:pt x="5563" y="20433"/>
                </a:lnTo>
                <a:lnTo>
                  <a:pt x="5711" y="20199"/>
                </a:lnTo>
                <a:lnTo>
                  <a:pt x="5857" y="19615"/>
                </a:lnTo>
                <a:lnTo>
                  <a:pt x="5857" y="19031"/>
                </a:lnTo>
                <a:lnTo>
                  <a:pt x="5711" y="18447"/>
                </a:lnTo>
                <a:lnTo>
                  <a:pt x="5563" y="17865"/>
                </a:lnTo>
                <a:lnTo>
                  <a:pt x="5344" y="17338"/>
                </a:lnTo>
                <a:lnTo>
                  <a:pt x="4100" y="14419"/>
                </a:lnTo>
                <a:lnTo>
                  <a:pt x="3952" y="14244"/>
                </a:lnTo>
                <a:lnTo>
                  <a:pt x="3733" y="14128"/>
                </a:lnTo>
                <a:lnTo>
                  <a:pt x="3513" y="14012"/>
                </a:lnTo>
                <a:lnTo>
                  <a:pt x="3294" y="13953"/>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165" name="Google Shape;488;p10"/>
          <p:cNvSpPr/>
          <p:nvPr/>
        </p:nvSpPr>
        <p:spPr>
          <a:xfrm>
            <a:off x="8829402" y="4583896"/>
            <a:ext cx="391239" cy="28923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46" y="4506"/>
                </a:moveTo>
                <a:lnTo>
                  <a:pt x="8618" y="4584"/>
                </a:lnTo>
                <a:lnTo>
                  <a:pt x="8388" y="4739"/>
                </a:lnTo>
                <a:lnTo>
                  <a:pt x="8157" y="4895"/>
                </a:lnTo>
                <a:lnTo>
                  <a:pt x="7985" y="5128"/>
                </a:lnTo>
                <a:lnTo>
                  <a:pt x="7813" y="5361"/>
                </a:lnTo>
                <a:lnTo>
                  <a:pt x="7699" y="5594"/>
                </a:lnTo>
                <a:lnTo>
                  <a:pt x="7641" y="5904"/>
                </a:lnTo>
                <a:lnTo>
                  <a:pt x="7583" y="6215"/>
                </a:lnTo>
                <a:lnTo>
                  <a:pt x="7583" y="6605"/>
                </a:lnTo>
                <a:lnTo>
                  <a:pt x="7641" y="6914"/>
                </a:lnTo>
                <a:lnTo>
                  <a:pt x="7699" y="7147"/>
                </a:lnTo>
                <a:lnTo>
                  <a:pt x="7871" y="7380"/>
                </a:lnTo>
                <a:lnTo>
                  <a:pt x="8043" y="7458"/>
                </a:lnTo>
                <a:lnTo>
                  <a:pt x="8157" y="7458"/>
                </a:lnTo>
                <a:lnTo>
                  <a:pt x="8330" y="7304"/>
                </a:lnTo>
                <a:lnTo>
                  <a:pt x="8388" y="7147"/>
                </a:lnTo>
                <a:lnTo>
                  <a:pt x="8446" y="6605"/>
                </a:lnTo>
                <a:lnTo>
                  <a:pt x="8446" y="6139"/>
                </a:lnTo>
                <a:lnTo>
                  <a:pt x="8502" y="6448"/>
                </a:lnTo>
                <a:lnTo>
                  <a:pt x="8560" y="6838"/>
                </a:lnTo>
                <a:lnTo>
                  <a:pt x="8618" y="7691"/>
                </a:lnTo>
                <a:lnTo>
                  <a:pt x="8732" y="8314"/>
                </a:lnTo>
                <a:lnTo>
                  <a:pt x="8790" y="8623"/>
                </a:lnTo>
                <a:lnTo>
                  <a:pt x="8962" y="8935"/>
                </a:lnTo>
                <a:lnTo>
                  <a:pt x="9077" y="9013"/>
                </a:lnTo>
                <a:lnTo>
                  <a:pt x="9135" y="9013"/>
                </a:lnTo>
                <a:lnTo>
                  <a:pt x="9249" y="8935"/>
                </a:lnTo>
                <a:lnTo>
                  <a:pt x="9307" y="8780"/>
                </a:lnTo>
                <a:lnTo>
                  <a:pt x="9365" y="8547"/>
                </a:lnTo>
                <a:lnTo>
                  <a:pt x="9365" y="8314"/>
                </a:lnTo>
                <a:lnTo>
                  <a:pt x="9307" y="7770"/>
                </a:lnTo>
                <a:lnTo>
                  <a:pt x="9135" y="6526"/>
                </a:lnTo>
                <a:lnTo>
                  <a:pt x="9019" y="5982"/>
                </a:lnTo>
                <a:lnTo>
                  <a:pt x="8904" y="5749"/>
                </a:lnTo>
                <a:lnTo>
                  <a:pt x="8790" y="5594"/>
                </a:lnTo>
                <a:lnTo>
                  <a:pt x="8962" y="5516"/>
                </a:lnTo>
                <a:lnTo>
                  <a:pt x="9421" y="5516"/>
                </a:lnTo>
                <a:lnTo>
                  <a:pt x="9651" y="5594"/>
                </a:lnTo>
                <a:lnTo>
                  <a:pt x="9882" y="6448"/>
                </a:lnTo>
                <a:lnTo>
                  <a:pt x="10110" y="7458"/>
                </a:lnTo>
                <a:lnTo>
                  <a:pt x="10340" y="8469"/>
                </a:lnTo>
                <a:lnTo>
                  <a:pt x="10398" y="8623"/>
                </a:lnTo>
                <a:lnTo>
                  <a:pt x="10456" y="8702"/>
                </a:lnTo>
                <a:lnTo>
                  <a:pt x="10571" y="8780"/>
                </a:lnTo>
                <a:lnTo>
                  <a:pt x="10685" y="8702"/>
                </a:lnTo>
                <a:lnTo>
                  <a:pt x="10801" y="8623"/>
                </a:lnTo>
                <a:lnTo>
                  <a:pt x="10915" y="8547"/>
                </a:lnTo>
                <a:lnTo>
                  <a:pt x="10973" y="8314"/>
                </a:lnTo>
                <a:lnTo>
                  <a:pt x="10973" y="8157"/>
                </a:lnTo>
                <a:lnTo>
                  <a:pt x="10743" y="7225"/>
                </a:lnTo>
                <a:lnTo>
                  <a:pt x="10571" y="6372"/>
                </a:lnTo>
                <a:lnTo>
                  <a:pt x="10456" y="6060"/>
                </a:lnTo>
                <a:lnTo>
                  <a:pt x="10915" y="6448"/>
                </a:lnTo>
                <a:lnTo>
                  <a:pt x="11318" y="6838"/>
                </a:lnTo>
                <a:lnTo>
                  <a:pt x="11318" y="7304"/>
                </a:lnTo>
                <a:lnTo>
                  <a:pt x="11374" y="7770"/>
                </a:lnTo>
                <a:lnTo>
                  <a:pt x="11604" y="8623"/>
                </a:lnTo>
                <a:lnTo>
                  <a:pt x="11720" y="8780"/>
                </a:lnTo>
                <a:lnTo>
                  <a:pt x="11776" y="8856"/>
                </a:lnTo>
                <a:lnTo>
                  <a:pt x="12007" y="8856"/>
                </a:lnTo>
                <a:lnTo>
                  <a:pt x="12121" y="8780"/>
                </a:lnTo>
                <a:lnTo>
                  <a:pt x="12179" y="8702"/>
                </a:lnTo>
                <a:lnTo>
                  <a:pt x="12237" y="8547"/>
                </a:lnTo>
                <a:lnTo>
                  <a:pt x="12179" y="8314"/>
                </a:lnTo>
                <a:lnTo>
                  <a:pt x="12065" y="7770"/>
                </a:lnTo>
                <a:lnTo>
                  <a:pt x="12581" y="8390"/>
                </a:lnTo>
                <a:lnTo>
                  <a:pt x="12638" y="8469"/>
                </a:lnTo>
                <a:lnTo>
                  <a:pt x="12696" y="8469"/>
                </a:lnTo>
                <a:lnTo>
                  <a:pt x="12754" y="8390"/>
                </a:lnTo>
                <a:lnTo>
                  <a:pt x="12754" y="7924"/>
                </a:lnTo>
                <a:lnTo>
                  <a:pt x="12696" y="7613"/>
                </a:lnTo>
                <a:lnTo>
                  <a:pt x="12465" y="6992"/>
                </a:lnTo>
                <a:lnTo>
                  <a:pt x="12121" y="6372"/>
                </a:lnTo>
                <a:lnTo>
                  <a:pt x="11720" y="5904"/>
                </a:lnTo>
                <a:lnTo>
                  <a:pt x="11260" y="5438"/>
                </a:lnTo>
                <a:lnTo>
                  <a:pt x="10801" y="5128"/>
                </a:lnTo>
                <a:lnTo>
                  <a:pt x="10282" y="4817"/>
                </a:lnTo>
                <a:lnTo>
                  <a:pt x="9824" y="4584"/>
                </a:lnTo>
                <a:lnTo>
                  <a:pt x="9307" y="4506"/>
                </a:lnTo>
                <a:close/>
                <a:moveTo>
                  <a:pt x="19129" y="7380"/>
                </a:moveTo>
                <a:lnTo>
                  <a:pt x="19015" y="7458"/>
                </a:lnTo>
                <a:lnTo>
                  <a:pt x="19015" y="8314"/>
                </a:lnTo>
                <a:lnTo>
                  <a:pt x="19187" y="9089"/>
                </a:lnTo>
                <a:lnTo>
                  <a:pt x="19475" y="10100"/>
                </a:lnTo>
                <a:lnTo>
                  <a:pt x="19704" y="10877"/>
                </a:lnTo>
                <a:lnTo>
                  <a:pt x="19647" y="11032"/>
                </a:lnTo>
                <a:lnTo>
                  <a:pt x="19647" y="11267"/>
                </a:lnTo>
                <a:lnTo>
                  <a:pt x="19704" y="11343"/>
                </a:lnTo>
                <a:lnTo>
                  <a:pt x="19704" y="11500"/>
                </a:lnTo>
                <a:lnTo>
                  <a:pt x="18612" y="11888"/>
                </a:lnTo>
                <a:lnTo>
                  <a:pt x="18612" y="11500"/>
                </a:lnTo>
                <a:lnTo>
                  <a:pt x="18556" y="11110"/>
                </a:lnTo>
                <a:lnTo>
                  <a:pt x="18325" y="10257"/>
                </a:lnTo>
                <a:lnTo>
                  <a:pt x="18211" y="9634"/>
                </a:lnTo>
                <a:lnTo>
                  <a:pt x="17981" y="9013"/>
                </a:lnTo>
                <a:lnTo>
                  <a:pt x="17751" y="8469"/>
                </a:lnTo>
                <a:lnTo>
                  <a:pt x="17406" y="7924"/>
                </a:lnTo>
                <a:lnTo>
                  <a:pt x="17234" y="7924"/>
                </a:lnTo>
                <a:lnTo>
                  <a:pt x="17176" y="8003"/>
                </a:lnTo>
                <a:lnTo>
                  <a:pt x="17120" y="8157"/>
                </a:lnTo>
                <a:lnTo>
                  <a:pt x="17176" y="8702"/>
                </a:lnTo>
                <a:lnTo>
                  <a:pt x="17348" y="9246"/>
                </a:lnTo>
                <a:lnTo>
                  <a:pt x="17636" y="10333"/>
                </a:lnTo>
                <a:lnTo>
                  <a:pt x="17809" y="11267"/>
                </a:lnTo>
                <a:lnTo>
                  <a:pt x="17923" y="11733"/>
                </a:lnTo>
                <a:lnTo>
                  <a:pt x="18095" y="12042"/>
                </a:lnTo>
                <a:lnTo>
                  <a:pt x="17981" y="12121"/>
                </a:lnTo>
                <a:lnTo>
                  <a:pt x="17809" y="12121"/>
                </a:lnTo>
                <a:lnTo>
                  <a:pt x="17636" y="12042"/>
                </a:lnTo>
                <a:lnTo>
                  <a:pt x="17464" y="11966"/>
                </a:lnTo>
                <a:lnTo>
                  <a:pt x="17348" y="11809"/>
                </a:lnTo>
                <a:lnTo>
                  <a:pt x="17062" y="11422"/>
                </a:lnTo>
                <a:lnTo>
                  <a:pt x="16889" y="11032"/>
                </a:lnTo>
                <a:lnTo>
                  <a:pt x="16775" y="10956"/>
                </a:lnTo>
                <a:lnTo>
                  <a:pt x="16717" y="10411"/>
                </a:lnTo>
                <a:lnTo>
                  <a:pt x="16601" y="9945"/>
                </a:lnTo>
                <a:lnTo>
                  <a:pt x="16315" y="9089"/>
                </a:lnTo>
                <a:lnTo>
                  <a:pt x="16257" y="9013"/>
                </a:lnTo>
                <a:lnTo>
                  <a:pt x="16200" y="8935"/>
                </a:lnTo>
                <a:lnTo>
                  <a:pt x="15970" y="8935"/>
                </a:lnTo>
                <a:lnTo>
                  <a:pt x="15856" y="9089"/>
                </a:lnTo>
                <a:lnTo>
                  <a:pt x="15798" y="9246"/>
                </a:lnTo>
                <a:lnTo>
                  <a:pt x="15798" y="9323"/>
                </a:lnTo>
                <a:lnTo>
                  <a:pt x="15856" y="9867"/>
                </a:lnTo>
                <a:lnTo>
                  <a:pt x="15740" y="9791"/>
                </a:lnTo>
                <a:lnTo>
                  <a:pt x="15568" y="9712"/>
                </a:lnTo>
                <a:lnTo>
                  <a:pt x="15453" y="9791"/>
                </a:lnTo>
                <a:lnTo>
                  <a:pt x="15338" y="9945"/>
                </a:lnTo>
                <a:lnTo>
                  <a:pt x="15223" y="10178"/>
                </a:lnTo>
                <a:lnTo>
                  <a:pt x="15165" y="10411"/>
                </a:lnTo>
                <a:lnTo>
                  <a:pt x="15223" y="10644"/>
                </a:lnTo>
                <a:lnTo>
                  <a:pt x="15281" y="10799"/>
                </a:lnTo>
                <a:lnTo>
                  <a:pt x="15511" y="11110"/>
                </a:lnTo>
                <a:lnTo>
                  <a:pt x="15856" y="11343"/>
                </a:lnTo>
                <a:lnTo>
                  <a:pt x="16085" y="11500"/>
                </a:lnTo>
                <a:lnTo>
                  <a:pt x="16200" y="11733"/>
                </a:lnTo>
                <a:lnTo>
                  <a:pt x="16487" y="12275"/>
                </a:lnTo>
                <a:lnTo>
                  <a:pt x="16775" y="12665"/>
                </a:lnTo>
                <a:lnTo>
                  <a:pt x="17120" y="13053"/>
                </a:lnTo>
                <a:lnTo>
                  <a:pt x="17348" y="13131"/>
                </a:lnTo>
                <a:lnTo>
                  <a:pt x="17578" y="13210"/>
                </a:lnTo>
                <a:lnTo>
                  <a:pt x="18039" y="13210"/>
                </a:lnTo>
                <a:lnTo>
                  <a:pt x="18556" y="13053"/>
                </a:lnTo>
                <a:lnTo>
                  <a:pt x="19015" y="12898"/>
                </a:lnTo>
                <a:lnTo>
                  <a:pt x="20336" y="12354"/>
                </a:lnTo>
                <a:lnTo>
                  <a:pt x="20911" y="12042"/>
                </a:lnTo>
                <a:lnTo>
                  <a:pt x="21198" y="11888"/>
                </a:lnTo>
                <a:lnTo>
                  <a:pt x="21484" y="11733"/>
                </a:lnTo>
                <a:lnTo>
                  <a:pt x="21600" y="11576"/>
                </a:lnTo>
                <a:lnTo>
                  <a:pt x="21600" y="11343"/>
                </a:lnTo>
                <a:lnTo>
                  <a:pt x="21542" y="11189"/>
                </a:lnTo>
                <a:lnTo>
                  <a:pt x="21370" y="11110"/>
                </a:lnTo>
                <a:lnTo>
                  <a:pt x="20911" y="11110"/>
                </a:lnTo>
                <a:lnTo>
                  <a:pt x="20451" y="11267"/>
                </a:lnTo>
                <a:lnTo>
                  <a:pt x="20451" y="10799"/>
                </a:lnTo>
                <a:lnTo>
                  <a:pt x="20336" y="10333"/>
                </a:lnTo>
                <a:lnTo>
                  <a:pt x="20106" y="9558"/>
                </a:lnTo>
                <a:lnTo>
                  <a:pt x="19762" y="8390"/>
                </a:lnTo>
                <a:lnTo>
                  <a:pt x="19589" y="7848"/>
                </a:lnTo>
                <a:lnTo>
                  <a:pt x="19303" y="7380"/>
                </a:lnTo>
                <a:close/>
                <a:moveTo>
                  <a:pt x="18900" y="0"/>
                </a:moveTo>
                <a:lnTo>
                  <a:pt x="18325" y="76"/>
                </a:lnTo>
                <a:lnTo>
                  <a:pt x="17751" y="309"/>
                </a:lnTo>
                <a:lnTo>
                  <a:pt x="16659" y="777"/>
                </a:lnTo>
                <a:lnTo>
                  <a:pt x="15511" y="1243"/>
                </a:lnTo>
                <a:lnTo>
                  <a:pt x="14937" y="1476"/>
                </a:lnTo>
                <a:lnTo>
                  <a:pt x="14362" y="1786"/>
                </a:lnTo>
                <a:lnTo>
                  <a:pt x="13959" y="2175"/>
                </a:lnTo>
                <a:lnTo>
                  <a:pt x="13615" y="2563"/>
                </a:lnTo>
                <a:lnTo>
                  <a:pt x="13385" y="3029"/>
                </a:lnTo>
                <a:lnTo>
                  <a:pt x="13212" y="3574"/>
                </a:lnTo>
                <a:lnTo>
                  <a:pt x="13156" y="4118"/>
                </a:lnTo>
                <a:lnTo>
                  <a:pt x="13156" y="5361"/>
                </a:lnTo>
                <a:lnTo>
                  <a:pt x="13270" y="5982"/>
                </a:lnTo>
                <a:lnTo>
                  <a:pt x="13787" y="9323"/>
                </a:lnTo>
                <a:lnTo>
                  <a:pt x="14017" y="10956"/>
                </a:lnTo>
                <a:lnTo>
                  <a:pt x="14248" y="12665"/>
                </a:lnTo>
                <a:lnTo>
                  <a:pt x="14304" y="13443"/>
                </a:lnTo>
                <a:lnTo>
                  <a:pt x="14304" y="14218"/>
                </a:lnTo>
                <a:lnTo>
                  <a:pt x="13959" y="12974"/>
                </a:lnTo>
                <a:lnTo>
                  <a:pt x="13845" y="12275"/>
                </a:lnTo>
                <a:lnTo>
                  <a:pt x="13673" y="11500"/>
                </a:lnTo>
                <a:lnTo>
                  <a:pt x="13557" y="11110"/>
                </a:lnTo>
                <a:lnTo>
                  <a:pt x="13385" y="10799"/>
                </a:lnTo>
                <a:lnTo>
                  <a:pt x="13212" y="10490"/>
                </a:lnTo>
                <a:lnTo>
                  <a:pt x="13040" y="10333"/>
                </a:lnTo>
                <a:lnTo>
                  <a:pt x="12926" y="10333"/>
                </a:lnTo>
                <a:lnTo>
                  <a:pt x="12868" y="10411"/>
                </a:lnTo>
                <a:lnTo>
                  <a:pt x="12810" y="10644"/>
                </a:lnTo>
                <a:lnTo>
                  <a:pt x="12810" y="10877"/>
                </a:lnTo>
                <a:lnTo>
                  <a:pt x="12868" y="11422"/>
                </a:lnTo>
                <a:lnTo>
                  <a:pt x="13098" y="12508"/>
                </a:lnTo>
                <a:lnTo>
                  <a:pt x="13443" y="13909"/>
                </a:lnTo>
                <a:lnTo>
                  <a:pt x="13729" y="15307"/>
                </a:lnTo>
                <a:lnTo>
                  <a:pt x="13673" y="15618"/>
                </a:lnTo>
                <a:lnTo>
                  <a:pt x="13673" y="15927"/>
                </a:lnTo>
                <a:lnTo>
                  <a:pt x="13787" y="16084"/>
                </a:lnTo>
                <a:lnTo>
                  <a:pt x="13615" y="16393"/>
                </a:lnTo>
                <a:lnTo>
                  <a:pt x="13385" y="16705"/>
                </a:lnTo>
                <a:lnTo>
                  <a:pt x="13156" y="16938"/>
                </a:lnTo>
                <a:lnTo>
                  <a:pt x="12810" y="17171"/>
                </a:lnTo>
                <a:lnTo>
                  <a:pt x="12754" y="17016"/>
                </a:lnTo>
                <a:lnTo>
                  <a:pt x="12754" y="16938"/>
                </a:lnTo>
                <a:lnTo>
                  <a:pt x="12638" y="16861"/>
                </a:lnTo>
                <a:lnTo>
                  <a:pt x="11949" y="13830"/>
                </a:lnTo>
                <a:lnTo>
                  <a:pt x="11490" y="11966"/>
                </a:lnTo>
                <a:lnTo>
                  <a:pt x="11202" y="11189"/>
                </a:lnTo>
                <a:lnTo>
                  <a:pt x="11087" y="10644"/>
                </a:lnTo>
                <a:lnTo>
                  <a:pt x="11087" y="10333"/>
                </a:lnTo>
                <a:lnTo>
                  <a:pt x="11145" y="10178"/>
                </a:lnTo>
                <a:lnTo>
                  <a:pt x="11202" y="10024"/>
                </a:lnTo>
                <a:lnTo>
                  <a:pt x="11145" y="9867"/>
                </a:lnTo>
                <a:lnTo>
                  <a:pt x="11087" y="9791"/>
                </a:lnTo>
                <a:lnTo>
                  <a:pt x="10743" y="9479"/>
                </a:lnTo>
                <a:lnTo>
                  <a:pt x="10571" y="9401"/>
                </a:lnTo>
                <a:lnTo>
                  <a:pt x="10398" y="9479"/>
                </a:lnTo>
                <a:lnTo>
                  <a:pt x="10340" y="9634"/>
                </a:lnTo>
                <a:lnTo>
                  <a:pt x="10340" y="9791"/>
                </a:lnTo>
                <a:lnTo>
                  <a:pt x="10398" y="9867"/>
                </a:lnTo>
                <a:lnTo>
                  <a:pt x="10456" y="10100"/>
                </a:lnTo>
                <a:lnTo>
                  <a:pt x="10398" y="10333"/>
                </a:lnTo>
                <a:lnTo>
                  <a:pt x="10398" y="10723"/>
                </a:lnTo>
                <a:lnTo>
                  <a:pt x="10513" y="11267"/>
                </a:lnTo>
                <a:lnTo>
                  <a:pt x="10629" y="11809"/>
                </a:lnTo>
                <a:lnTo>
                  <a:pt x="10915" y="12898"/>
                </a:lnTo>
                <a:lnTo>
                  <a:pt x="12007" y="17482"/>
                </a:lnTo>
                <a:lnTo>
                  <a:pt x="11432" y="17482"/>
                </a:lnTo>
                <a:lnTo>
                  <a:pt x="10915" y="17327"/>
                </a:lnTo>
                <a:lnTo>
                  <a:pt x="10915" y="17016"/>
                </a:lnTo>
                <a:lnTo>
                  <a:pt x="10801" y="16938"/>
                </a:lnTo>
                <a:lnTo>
                  <a:pt x="10226" y="13519"/>
                </a:lnTo>
                <a:lnTo>
                  <a:pt x="9882" y="11655"/>
                </a:lnTo>
                <a:lnTo>
                  <a:pt x="9709" y="10799"/>
                </a:lnTo>
                <a:lnTo>
                  <a:pt x="9537" y="10411"/>
                </a:lnTo>
                <a:lnTo>
                  <a:pt x="9365" y="10024"/>
                </a:lnTo>
                <a:lnTo>
                  <a:pt x="9307" y="9945"/>
                </a:lnTo>
                <a:lnTo>
                  <a:pt x="9249" y="9945"/>
                </a:lnTo>
                <a:lnTo>
                  <a:pt x="9135" y="10024"/>
                </a:lnTo>
                <a:lnTo>
                  <a:pt x="9135" y="10100"/>
                </a:lnTo>
                <a:lnTo>
                  <a:pt x="9077" y="10566"/>
                </a:lnTo>
                <a:lnTo>
                  <a:pt x="9077" y="10956"/>
                </a:lnTo>
                <a:lnTo>
                  <a:pt x="9192" y="11809"/>
                </a:lnTo>
                <a:lnTo>
                  <a:pt x="9479" y="13519"/>
                </a:lnTo>
                <a:lnTo>
                  <a:pt x="10054" y="16705"/>
                </a:lnTo>
                <a:lnTo>
                  <a:pt x="9651" y="16393"/>
                </a:lnTo>
                <a:lnTo>
                  <a:pt x="9365" y="15927"/>
                </a:lnTo>
                <a:lnTo>
                  <a:pt x="9019" y="15307"/>
                </a:lnTo>
                <a:lnTo>
                  <a:pt x="8732" y="14608"/>
                </a:lnTo>
                <a:lnTo>
                  <a:pt x="8560" y="13909"/>
                </a:lnTo>
                <a:lnTo>
                  <a:pt x="8446" y="13210"/>
                </a:lnTo>
                <a:lnTo>
                  <a:pt x="8215" y="11733"/>
                </a:lnTo>
                <a:lnTo>
                  <a:pt x="8101" y="11032"/>
                </a:lnTo>
                <a:lnTo>
                  <a:pt x="7929" y="10333"/>
                </a:lnTo>
                <a:lnTo>
                  <a:pt x="7699" y="9712"/>
                </a:lnTo>
                <a:lnTo>
                  <a:pt x="7410" y="9246"/>
                </a:lnTo>
                <a:lnTo>
                  <a:pt x="7066" y="8780"/>
                </a:lnTo>
                <a:lnTo>
                  <a:pt x="6721" y="8390"/>
                </a:lnTo>
                <a:lnTo>
                  <a:pt x="6319" y="8081"/>
                </a:lnTo>
                <a:lnTo>
                  <a:pt x="5918" y="7848"/>
                </a:lnTo>
                <a:lnTo>
                  <a:pt x="5458" y="7613"/>
                </a:lnTo>
                <a:lnTo>
                  <a:pt x="4999" y="7458"/>
                </a:lnTo>
                <a:lnTo>
                  <a:pt x="4482" y="7304"/>
                </a:lnTo>
                <a:lnTo>
                  <a:pt x="3332" y="7304"/>
                </a:lnTo>
                <a:lnTo>
                  <a:pt x="2816" y="7458"/>
                </a:lnTo>
                <a:lnTo>
                  <a:pt x="1724" y="7770"/>
                </a:lnTo>
                <a:lnTo>
                  <a:pt x="633" y="8236"/>
                </a:lnTo>
                <a:lnTo>
                  <a:pt x="288" y="8390"/>
                </a:lnTo>
                <a:lnTo>
                  <a:pt x="116" y="8547"/>
                </a:lnTo>
                <a:lnTo>
                  <a:pt x="0" y="8702"/>
                </a:lnTo>
                <a:lnTo>
                  <a:pt x="0" y="9323"/>
                </a:lnTo>
                <a:lnTo>
                  <a:pt x="58" y="9401"/>
                </a:lnTo>
                <a:lnTo>
                  <a:pt x="116" y="9558"/>
                </a:lnTo>
                <a:lnTo>
                  <a:pt x="402" y="9712"/>
                </a:lnTo>
                <a:lnTo>
                  <a:pt x="633" y="9712"/>
                </a:lnTo>
                <a:lnTo>
                  <a:pt x="805" y="9558"/>
                </a:lnTo>
                <a:lnTo>
                  <a:pt x="977" y="9401"/>
                </a:lnTo>
                <a:lnTo>
                  <a:pt x="1380" y="9168"/>
                </a:lnTo>
                <a:lnTo>
                  <a:pt x="1380" y="9945"/>
                </a:lnTo>
                <a:lnTo>
                  <a:pt x="1494" y="10644"/>
                </a:lnTo>
                <a:lnTo>
                  <a:pt x="1896" y="12042"/>
                </a:lnTo>
                <a:lnTo>
                  <a:pt x="2299" y="13752"/>
                </a:lnTo>
                <a:lnTo>
                  <a:pt x="2758" y="15461"/>
                </a:lnTo>
                <a:lnTo>
                  <a:pt x="2816" y="15618"/>
                </a:lnTo>
                <a:lnTo>
                  <a:pt x="2930" y="15773"/>
                </a:lnTo>
                <a:lnTo>
                  <a:pt x="3218" y="15773"/>
                </a:lnTo>
                <a:lnTo>
                  <a:pt x="3332" y="15694"/>
                </a:lnTo>
                <a:lnTo>
                  <a:pt x="3390" y="15540"/>
                </a:lnTo>
                <a:lnTo>
                  <a:pt x="3447" y="15307"/>
                </a:lnTo>
                <a:lnTo>
                  <a:pt x="3447" y="15152"/>
                </a:lnTo>
                <a:lnTo>
                  <a:pt x="3046" y="13519"/>
                </a:lnTo>
                <a:lnTo>
                  <a:pt x="2643" y="11966"/>
                </a:lnTo>
                <a:lnTo>
                  <a:pt x="2299" y="10566"/>
                </a:lnTo>
                <a:lnTo>
                  <a:pt x="2069" y="9945"/>
                </a:lnTo>
                <a:lnTo>
                  <a:pt x="1782" y="9323"/>
                </a:lnTo>
                <a:lnTo>
                  <a:pt x="1896" y="9168"/>
                </a:lnTo>
                <a:lnTo>
                  <a:pt x="1954" y="9168"/>
                </a:lnTo>
                <a:lnTo>
                  <a:pt x="1954" y="9089"/>
                </a:lnTo>
                <a:lnTo>
                  <a:pt x="1896" y="9089"/>
                </a:lnTo>
                <a:lnTo>
                  <a:pt x="1838" y="9013"/>
                </a:lnTo>
                <a:lnTo>
                  <a:pt x="1782" y="9013"/>
                </a:lnTo>
                <a:lnTo>
                  <a:pt x="2355" y="8856"/>
                </a:lnTo>
                <a:lnTo>
                  <a:pt x="2930" y="8702"/>
                </a:lnTo>
                <a:lnTo>
                  <a:pt x="3046" y="9013"/>
                </a:lnTo>
                <a:lnTo>
                  <a:pt x="3218" y="9401"/>
                </a:lnTo>
                <a:lnTo>
                  <a:pt x="3505" y="10333"/>
                </a:lnTo>
                <a:lnTo>
                  <a:pt x="3791" y="11267"/>
                </a:lnTo>
                <a:lnTo>
                  <a:pt x="3907" y="12199"/>
                </a:lnTo>
                <a:lnTo>
                  <a:pt x="4079" y="13131"/>
                </a:lnTo>
                <a:lnTo>
                  <a:pt x="4252" y="13597"/>
                </a:lnTo>
                <a:lnTo>
                  <a:pt x="4366" y="13985"/>
                </a:lnTo>
                <a:lnTo>
                  <a:pt x="4596" y="14375"/>
                </a:lnTo>
                <a:lnTo>
                  <a:pt x="4826" y="14684"/>
                </a:lnTo>
                <a:lnTo>
                  <a:pt x="5055" y="14762"/>
                </a:lnTo>
                <a:lnTo>
                  <a:pt x="5171" y="14684"/>
                </a:lnTo>
                <a:lnTo>
                  <a:pt x="5285" y="14529"/>
                </a:lnTo>
                <a:lnTo>
                  <a:pt x="5285" y="14296"/>
                </a:lnTo>
                <a:lnTo>
                  <a:pt x="5171" y="13830"/>
                </a:lnTo>
                <a:lnTo>
                  <a:pt x="4999" y="13443"/>
                </a:lnTo>
                <a:lnTo>
                  <a:pt x="4826" y="12974"/>
                </a:lnTo>
                <a:lnTo>
                  <a:pt x="4711" y="12587"/>
                </a:lnTo>
                <a:lnTo>
                  <a:pt x="4538" y="11655"/>
                </a:lnTo>
                <a:lnTo>
                  <a:pt x="4366" y="10723"/>
                </a:lnTo>
                <a:lnTo>
                  <a:pt x="4079" y="9634"/>
                </a:lnTo>
                <a:lnTo>
                  <a:pt x="3849" y="9089"/>
                </a:lnTo>
                <a:lnTo>
                  <a:pt x="3619" y="8547"/>
                </a:lnTo>
                <a:lnTo>
                  <a:pt x="4310" y="8547"/>
                </a:lnTo>
                <a:lnTo>
                  <a:pt x="4999" y="8702"/>
                </a:lnTo>
                <a:lnTo>
                  <a:pt x="4999" y="8935"/>
                </a:lnTo>
                <a:lnTo>
                  <a:pt x="5055" y="9246"/>
                </a:lnTo>
                <a:lnTo>
                  <a:pt x="5171" y="9791"/>
                </a:lnTo>
                <a:lnTo>
                  <a:pt x="5515" y="10723"/>
                </a:lnTo>
                <a:lnTo>
                  <a:pt x="5918" y="12354"/>
                </a:lnTo>
                <a:lnTo>
                  <a:pt x="6032" y="12587"/>
                </a:lnTo>
                <a:lnTo>
                  <a:pt x="6090" y="12741"/>
                </a:lnTo>
                <a:lnTo>
                  <a:pt x="6205" y="12898"/>
                </a:lnTo>
                <a:lnTo>
                  <a:pt x="6435" y="12974"/>
                </a:lnTo>
                <a:lnTo>
                  <a:pt x="6493" y="12898"/>
                </a:lnTo>
                <a:lnTo>
                  <a:pt x="6607" y="12820"/>
                </a:lnTo>
                <a:lnTo>
                  <a:pt x="6721" y="12587"/>
                </a:lnTo>
                <a:lnTo>
                  <a:pt x="6721" y="12275"/>
                </a:lnTo>
                <a:lnTo>
                  <a:pt x="6665" y="12042"/>
                </a:lnTo>
                <a:lnTo>
                  <a:pt x="6549" y="11733"/>
                </a:lnTo>
                <a:lnTo>
                  <a:pt x="6032" y="9867"/>
                </a:lnTo>
                <a:lnTo>
                  <a:pt x="5746" y="9089"/>
                </a:lnTo>
                <a:lnTo>
                  <a:pt x="6319" y="9558"/>
                </a:lnTo>
                <a:lnTo>
                  <a:pt x="6549" y="9791"/>
                </a:lnTo>
                <a:lnTo>
                  <a:pt x="6779" y="10100"/>
                </a:lnTo>
                <a:lnTo>
                  <a:pt x="6952" y="10490"/>
                </a:lnTo>
                <a:lnTo>
                  <a:pt x="7066" y="10877"/>
                </a:lnTo>
                <a:lnTo>
                  <a:pt x="7296" y="11733"/>
                </a:lnTo>
                <a:lnTo>
                  <a:pt x="7526" y="13443"/>
                </a:lnTo>
                <a:lnTo>
                  <a:pt x="7583" y="14063"/>
                </a:lnTo>
                <a:lnTo>
                  <a:pt x="7755" y="14684"/>
                </a:lnTo>
                <a:lnTo>
                  <a:pt x="7929" y="15228"/>
                </a:lnTo>
                <a:lnTo>
                  <a:pt x="8157" y="15773"/>
                </a:lnTo>
                <a:lnTo>
                  <a:pt x="8446" y="16317"/>
                </a:lnTo>
                <a:lnTo>
                  <a:pt x="8732" y="16783"/>
                </a:lnTo>
                <a:lnTo>
                  <a:pt x="9019" y="17249"/>
                </a:lnTo>
                <a:lnTo>
                  <a:pt x="9365" y="17637"/>
                </a:lnTo>
                <a:lnTo>
                  <a:pt x="9766" y="17948"/>
                </a:lnTo>
                <a:lnTo>
                  <a:pt x="10168" y="18259"/>
                </a:lnTo>
                <a:lnTo>
                  <a:pt x="10571" y="18414"/>
                </a:lnTo>
                <a:lnTo>
                  <a:pt x="11029" y="18571"/>
                </a:lnTo>
                <a:lnTo>
                  <a:pt x="11432" y="18647"/>
                </a:lnTo>
                <a:lnTo>
                  <a:pt x="12409" y="18647"/>
                </a:lnTo>
                <a:lnTo>
                  <a:pt x="12868" y="18414"/>
                </a:lnTo>
                <a:lnTo>
                  <a:pt x="13328" y="18259"/>
                </a:lnTo>
                <a:lnTo>
                  <a:pt x="13673" y="17948"/>
                </a:lnTo>
                <a:lnTo>
                  <a:pt x="14017" y="17560"/>
                </a:lnTo>
                <a:lnTo>
                  <a:pt x="14362" y="17171"/>
                </a:lnTo>
                <a:lnTo>
                  <a:pt x="14648" y="16705"/>
                </a:lnTo>
                <a:lnTo>
                  <a:pt x="14821" y="16239"/>
                </a:lnTo>
                <a:lnTo>
                  <a:pt x="15051" y="15694"/>
                </a:lnTo>
                <a:lnTo>
                  <a:pt x="15165" y="15074"/>
                </a:lnTo>
                <a:lnTo>
                  <a:pt x="15223" y="14375"/>
                </a:lnTo>
                <a:lnTo>
                  <a:pt x="15281" y="13676"/>
                </a:lnTo>
                <a:lnTo>
                  <a:pt x="15223" y="12898"/>
                </a:lnTo>
                <a:lnTo>
                  <a:pt x="15165" y="12199"/>
                </a:lnTo>
                <a:lnTo>
                  <a:pt x="14937" y="10723"/>
                </a:lnTo>
                <a:lnTo>
                  <a:pt x="14648" y="9246"/>
                </a:lnTo>
                <a:lnTo>
                  <a:pt x="14132" y="5904"/>
                </a:lnTo>
                <a:lnTo>
                  <a:pt x="14017" y="5128"/>
                </a:lnTo>
                <a:lnTo>
                  <a:pt x="14017" y="4351"/>
                </a:lnTo>
                <a:lnTo>
                  <a:pt x="14132" y="4972"/>
                </a:lnTo>
                <a:lnTo>
                  <a:pt x="14248" y="5438"/>
                </a:lnTo>
                <a:lnTo>
                  <a:pt x="14476" y="5904"/>
                </a:lnTo>
                <a:lnTo>
                  <a:pt x="14706" y="6372"/>
                </a:lnTo>
                <a:lnTo>
                  <a:pt x="14879" y="6526"/>
                </a:lnTo>
                <a:lnTo>
                  <a:pt x="15051" y="6605"/>
                </a:lnTo>
                <a:lnTo>
                  <a:pt x="15165" y="6605"/>
                </a:lnTo>
                <a:lnTo>
                  <a:pt x="15281" y="6526"/>
                </a:lnTo>
                <a:lnTo>
                  <a:pt x="15338" y="6448"/>
                </a:lnTo>
                <a:lnTo>
                  <a:pt x="15395" y="6293"/>
                </a:lnTo>
                <a:lnTo>
                  <a:pt x="15281" y="5904"/>
                </a:lnTo>
                <a:lnTo>
                  <a:pt x="15109" y="5516"/>
                </a:lnTo>
                <a:lnTo>
                  <a:pt x="14821" y="4817"/>
                </a:lnTo>
                <a:lnTo>
                  <a:pt x="14592" y="4040"/>
                </a:lnTo>
                <a:lnTo>
                  <a:pt x="14476" y="3652"/>
                </a:lnTo>
                <a:lnTo>
                  <a:pt x="14304" y="3262"/>
                </a:lnTo>
                <a:lnTo>
                  <a:pt x="14362" y="3186"/>
                </a:lnTo>
                <a:lnTo>
                  <a:pt x="14648" y="2874"/>
                </a:lnTo>
                <a:lnTo>
                  <a:pt x="14937" y="2641"/>
                </a:lnTo>
                <a:lnTo>
                  <a:pt x="15626" y="2330"/>
                </a:lnTo>
                <a:lnTo>
                  <a:pt x="15740" y="2953"/>
                </a:lnTo>
                <a:lnTo>
                  <a:pt x="15856" y="3574"/>
                </a:lnTo>
                <a:lnTo>
                  <a:pt x="16200" y="4739"/>
                </a:lnTo>
                <a:lnTo>
                  <a:pt x="16315" y="5283"/>
                </a:lnTo>
                <a:lnTo>
                  <a:pt x="16429" y="5982"/>
                </a:lnTo>
                <a:lnTo>
                  <a:pt x="16545" y="6293"/>
                </a:lnTo>
                <a:lnTo>
                  <a:pt x="16659" y="6526"/>
                </a:lnTo>
                <a:lnTo>
                  <a:pt x="16831" y="6759"/>
                </a:lnTo>
                <a:lnTo>
                  <a:pt x="17004" y="6838"/>
                </a:lnTo>
                <a:lnTo>
                  <a:pt x="17176" y="6838"/>
                </a:lnTo>
                <a:lnTo>
                  <a:pt x="17292" y="6759"/>
                </a:lnTo>
                <a:lnTo>
                  <a:pt x="17406" y="6605"/>
                </a:lnTo>
                <a:lnTo>
                  <a:pt x="17406" y="6293"/>
                </a:lnTo>
                <a:lnTo>
                  <a:pt x="17348" y="6139"/>
                </a:lnTo>
                <a:lnTo>
                  <a:pt x="17234" y="5982"/>
                </a:lnTo>
                <a:lnTo>
                  <a:pt x="17120" y="5594"/>
                </a:lnTo>
                <a:lnTo>
                  <a:pt x="17062" y="5205"/>
                </a:lnTo>
                <a:lnTo>
                  <a:pt x="16717" y="3885"/>
                </a:lnTo>
                <a:lnTo>
                  <a:pt x="16487" y="2953"/>
                </a:lnTo>
                <a:lnTo>
                  <a:pt x="16315" y="2485"/>
                </a:lnTo>
                <a:lnTo>
                  <a:pt x="16142" y="2097"/>
                </a:lnTo>
                <a:lnTo>
                  <a:pt x="16373" y="1942"/>
                </a:lnTo>
                <a:lnTo>
                  <a:pt x="17234" y="1553"/>
                </a:lnTo>
                <a:lnTo>
                  <a:pt x="17464" y="2485"/>
                </a:lnTo>
                <a:lnTo>
                  <a:pt x="17693" y="3419"/>
                </a:lnTo>
                <a:lnTo>
                  <a:pt x="18095" y="4972"/>
                </a:lnTo>
                <a:lnTo>
                  <a:pt x="18325" y="5671"/>
                </a:lnTo>
                <a:lnTo>
                  <a:pt x="18440" y="5904"/>
                </a:lnTo>
                <a:lnTo>
                  <a:pt x="18670" y="6139"/>
                </a:lnTo>
                <a:lnTo>
                  <a:pt x="18728" y="6215"/>
                </a:lnTo>
                <a:lnTo>
                  <a:pt x="18842" y="6139"/>
                </a:lnTo>
                <a:lnTo>
                  <a:pt x="18900" y="6139"/>
                </a:lnTo>
                <a:lnTo>
                  <a:pt x="18957" y="5982"/>
                </a:lnTo>
                <a:lnTo>
                  <a:pt x="19015" y="5749"/>
                </a:lnTo>
                <a:lnTo>
                  <a:pt x="19015" y="5438"/>
                </a:lnTo>
                <a:lnTo>
                  <a:pt x="18900" y="4817"/>
                </a:lnTo>
                <a:lnTo>
                  <a:pt x="18498" y="3574"/>
                </a:lnTo>
                <a:lnTo>
                  <a:pt x="18153" y="2330"/>
                </a:lnTo>
                <a:lnTo>
                  <a:pt x="17923" y="1476"/>
                </a:lnTo>
                <a:lnTo>
                  <a:pt x="17809" y="1243"/>
                </a:lnTo>
                <a:lnTo>
                  <a:pt x="18268" y="932"/>
                </a:lnTo>
                <a:lnTo>
                  <a:pt x="18670" y="621"/>
                </a:lnTo>
                <a:lnTo>
                  <a:pt x="18957" y="309"/>
                </a:lnTo>
                <a:lnTo>
                  <a:pt x="19015" y="233"/>
                </a:lnTo>
                <a:lnTo>
                  <a:pt x="19015" y="155"/>
                </a:lnTo>
                <a:lnTo>
                  <a:pt x="18957" y="76"/>
                </a:lnTo>
                <a:lnTo>
                  <a:pt x="18900" y="0"/>
                </a:lnTo>
                <a:close/>
                <a:moveTo>
                  <a:pt x="6377" y="14995"/>
                </a:moveTo>
                <a:lnTo>
                  <a:pt x="6319" y="15074"/>
                </a:lnTo>
                <a:lnTo>
                  <a:pt x="6262" y="15152"/>
                </a:lnTo>
                <a:lnTo>
                  <a:pt x="6262" y="16006"/>
                </a:lnTo>
                <a:lnTo>
                  <a:pt x="6377" y="16861"/>
                </a:lnTo>
                <a:lnTo>
                  <a:pt x="6607" y="17637"/>
                </a:lnTo>
                <a:lnTo>
                  <a:pt x="6837" y="18492"/>
                </a:lnTo>
                <a:lnTo>
                  <a:pt x="6952" y="18647"/>
                </a:lnTo>
                <a:lnTo>
                  <a:pt x="6549" y="19037"/>
                </a:lnTo>
                <a:lnTo>
                  <a:pt x="6090" y="19270"/>
                </a:lnTo>
                <a:lnTo>
                  <a:pt x="6032" y="18959"/>
                </a:lnTo>
                <a:lnTo>
                  <a:pt x="5974" y="18647"/>
                </a:lnTo>
                <a:lnTo>
                  <a:pt x="5746" y="18026"/>
                </a:lnTo>
                <a:lnTo>
                  <a:pt x="5515" y="17094"/>
                </a:lnTo>
                <a:lnTo>
                  <a:pt x="5401" y="16705"/>
                </a:lnTo>
                <a:lnTo>
                  <a:pt x="5229" y="16239"/>
                </a:lnTo>
                <a:lnTo>
                  <a:pt x="5055" y="16160"/>
                </a:lnTo>
                <a:lnTo>
                  <a:pt x="4941" y="16160"/>
                </a:lnTo>
                <a:lnTo>
                  <a:pt x="4769" y="16317"/>
                </a:lnTo>
                <a:lnTo>
                  <a:pt x="4769" y="16472"/>
                </a:lnTo>
                <a:lnTo>
                  <a:pt x="4826" y="16938"/>
                </a:lnTo>
                <a:lnTo>
                  <a:pt x="4883" y="17404"/>
                </a:lnTo>
                <a:lnTo>
                  <a:pt x="5113" y="18338"/>
                </a:lnTo>
                <a:lnTo>
                  <a:pt x="5229" y="18959"/>
                </a:lnTo>
                <a:lnTo>
                  <a:pt x="5343" y="19270"/>
                </a:lnTo>
                <a:lnTo>
                  <a:pt x="5458" y="19579"/>
                </a:lnTo>
                <a:lnTo>
                  <a:pt x="4424" y="19969"/>
                </a:lnTo>
                <a:lnTo>
                  <a:pt x="4366" y="19658"/>
                </a:lnTo>
                <a:lnTo>
                  <a:pt x="4137" y="18571"/>
                </a:lnTo>
                <a:lnTo>
                  <a:pt x="3965" y="18103"/>
                </a:lnTo>
                <a:lnTo>
                  <a:pt x="3735" y="17637"/>
                </a:lnTo>
                <a:lnTo>
                  <a:pt x="3735" y="17404"/>
                </a:lnTo>
                <a:lnTo>
                  <a:pt x="3791" y="17327"/>
                </a:lnTo>
                <a:lnTo>
                  <a:pt x="3791" y="17171"/>
                </a:lnTo>
                <a:lnTo>
                  <a:pt x="3735" y="17171"/>
                </a:lnTo>
                <a:lnTo>
                  <a:pt x="3563" y="17249"/>
                </a:lnTo>
                <a:lnTo>
                  <a:pt x="3332" y="17249"/>
                </a:lnTo>
                <a:lnTo>
                  <a:pt x="3218" y="17327"/>
                </a:lnTo>
                <a:lnTo>
                  <a:pt x="3160" y="17482"/>
                </a:lnTo>
                <a:lnTo>
                  <a:pt x="3102" y="17637"/>
                </a:lnTo>
                <a:lnTo>
                  <a:pt x="3102" y="17793"/>
                </a:lnTo>
                <a:lnTo>
                  <a:pt x="3390" y="18726"/>
                </a:lnTo>
                <a:lnTo>
                  <a:pt x="3677" y="19736"/>
                </a:lnTo>
                <a:lnTo>
                  <a:pt x="3735" y="20280"/>
                </a:lnTo>
                <a:lnTo>
                  <a:pt x="3046" y="20513"/>
                </a:lnTo>
                <a:lnTo>
                  <a:pt x="2930" y="20590"/>
                </a:lnTo>
                <a:lnTo>
                  <a:pt x="2816" y="20746"/>
                </a:lnTo>
                <a:lnTo>
                  <a:pt x="2816" y="20901"/>
                </a:lnTo>
                <a:lnTo>
                  <a:pt x="2758" y="21056"/>
                </a:lnTo>
                <a:lnTo>
                  <a:pt x="2816" y="21212"/>
                </a:lnTo>
                <a:lnTo>
                  <a:pt x="2874" y="21367"/>
                </a:lnTo>
                <a:lnTo>
                  <a:pt x="2988" y="21522"/>
                </a:lnTo>
                <a:lnTo>
                  <a:pt x="3102" y="21600"/>
                </a:lnTo>
                <a:lnTo>
                  <a:pt x="3563" y="21600"/>
                </a:lnTo>
                <a:lnTo>
                  <a:pt x="3735" y="21445"/>
                </a:lnTo>
                <a:lnTo>
                  <a:pt x="3907" y="21367"/>
                </a:lnTo>
                <a:lnTo>
                  <a:pt x="3965" y="21289"/>
                </a:lnTo>
                <a:lnTo>
                  <a:pt x="4022" y="21367"/>
                </a:lnTo>
                <a:lnTo>
                  <a:pt x="4079" y="21445"/>
                </a:lnTo>
                <a:lnTo>
                  <a:pt x="4194" y="21445"/>
                </a:lnTo>
                <a:lnTo>
                  <a:pt x="4366" y="21367"/>
                </a:lnTo>
                <a:lnTo>
                  <a:pt x="4424" y="21134"/>
                </a:lnTo>
                <a:lnTo>
                  <a:pt x="5113" y="20901"/>
                </a:lnTo>
                <a:lnTo>
                  <a:pt x="5860" y="20590"/>
                </a:lnTo>
                <a:lnTo>
                  <a:pt x="6493" y="20280"/>
                </a:lnTo>
                <a:lnTo>
                  <a:pt x="7124" y="19812"/>
                </a:lnTo>
                <a:lnTo>
                  <a:pt x="7410" y="19503"/>
                </a:lnTo>
                <a:lnTo>
                  <a:pt x="7641" y="19192"/>
                </a:lnTo>
                <a:lnTo>
                  <a:pt x="7871" y="18726"/>
                </a:lnTo>
                <a:lnTo>
                  <a:pt x="8043" y="18259"/>
                </a:lnTo>
                <a:lnTo>
                  <a:pt x="8157" y="17793"/>
                </a:lnTo>
                <a:lnTo>
                  <a:pt x="8101" y="17327"/>
                </a:lnTo>
                <a:lnTo>
                  <a:pt x="7985" y="16938"/>
                </a:lnTo>
                <a:lnTo>
                  <a:pt x="7871" y="16705"/>
                </a:lnTo>
                <a:lnTo>
                  <a:pt x="7755" y="16550"/>
                </a:lnTo>
                <a:lnTo>
                  <a:pt x="7583" y="16550"/>
                </a:lnTo>
                <a:lnTo>
                  <a:pt x="7526" y="16628"/>
                </a:lnTo>
                <a:lnTo>
                  <a:pt x="7526" y="16705"/>
                </a:lnTo>
                <a:lnTo>
                  <a:pt x="7410" y="17637"/>
                </a:lnTo>
                <a:lnTo>
                  <a:pt x="7066" y="16239"/>
                </a:lnTo>
                <a:lnTo>
                  <a:pt x="6837" y="15618"/>
                </a:lnTo>
                <a:lnTo>
                  <a:pt x="6549" y="15074"/>
                </a:lnTo>
                <a:lnTo>
                  <a:pt x="6493" y="14995"/>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166" name="Google Shape;489;p10"/>
          <p:cNvSpPr/>
          <p:nvPr/>
        </p:nvSpPr>
        <p:spPr>
          <a:xfrm>
            <a:off x="8964007" y="1338717"/>
            <a:ext cx="180006" cy="37354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98" y="541"/>
                </a:moveTo>
                <a:lnTo>
                  <a:pt x="2747" y="602"/>
                </a:lnTo>
                <a:lnTo>
                  <a:pt x="3496" y="722"/>
                </a:lnTo>
                <a:lnTo>
                  <a:pt x="4119" y="902"/>
                </a:lnTo>
                <a:lnTo>
                  <a:pt x="4745" y="1204"/>
                </a:lnTo>
                <a:lnTo>
                  <a:pt x="5368" y="1504"/>
                </a:lnTo>
                <a:lnTo>
                  <a:pt x="5742" y="1806"/>
                </a:lnTo>
                <a:lnTo>
                  <a:pt x="6116" y="2167"/>
                </a:lnTo>
                <a:lnTo>
                  <a:pt x="6491" y="2528"/>
                </a:lnTo>
                <a:lnTo>
                  <a:pt x="6743" y="2888"/>
                </a:lnTo>
                <a:lnTo>
                  <a:pt x="6865" y="3310"/>
                </a:lnTo>
                <a:lnTo>
                  <a:pt x="6865" y="4092"/>
                </a:lnTo>
                <a:lnTo>
                  <a:pt x="6743" y="3971"/>
                </a:lnTo>
                <a:lnTo>
                  <a:pt x="5994" y="3189"/>
                </a:lnTo>
                <a:lnTo>
                  <a:pt x="5494" y="2828"/>
                </a:lnTo>
                <a:lnTo>
                  <a:pt x="4871" y="2467"/>
                </a:lnTo>
                <a:lnTo>
                  <a:pt x="4745" y="2406"/>
                </a:lnTo>
                <a:lnTo>
                  <a:pt x="4496" y="2406"/>
                </a:lnTo>
                <a:lnTo>
                  <a:pt x="4370" y="2467"/>
                </a:lnTo>
                <a:lnTo>
                  <a:pt x="4370" y="2588"/>
                </a:lnTo>
                <a:lnTo>
                  <a:pt x="4496" y="3008"/>
                </a:lnTo>
                <a:lnTo>
                  <a:pt x="4745" y="3490"/>
                </a:lnTo>
                <a:lnTo>
                  <a:pt x="5494" y="4332"/>
                </a:lnTo>
                <a:lnTo>
                  <a:pt x="5868" y="4814"/>
                </a:lnTo>
                <a:lnTo>
                  <a:pt x="5494" y="4693"/>
                </a:lnTo>
                <a:lnTo>
                  <a:pt x="4993" y="4453"/>
                </a:lnTo>
                <a:lnTo>
                  <a:pt x="4244" y="3851"/>
                </a:lnTo>
                <a:lnTo>
                  <a:pt x="3622" y="3249"/>
                </a:lnTo>
                <a:lnTo>
                  <a:pt x="3247" y="2828"/>
                </a:lnTo>
                <a:lnTo>
                  <a:pt x="2873" y="2286"/>
                </a:lnTo>
                <a:lnTo>
                  <a:pt x="2498" y="1685"/>
                </a:lnTo>
                <a:lnTo>
                  <a:pt x="2246" y="1143"/>
                </a:lnTo>
                <a:lnTo>
                  <a:pt x="1998" y="541"/>
                </a:lnTo>
                <a:close/>
                <a:moveTo>
                  <a:pt x="12611" y="4634"/>
                </a:moveTo>
                <a:lnTo>
                  <a:pt x="13360" y="4693"/>
                </a:lnTo>
                <a:lnTo>
                  <a:pt x="13982" y="4814"/>
                </a:lnTo>
                <a:lnTo>
                  <a:pt x="16106" y="5114"/>
                </a:lnTo>
                <a:lnTo>
                  <a:pt x="16981" y="5295"/>
                </a:lnTo>
                <a:lnTo>
                  <a:pt x="17978" y="5536"/>
                </a:lnTo>
                <a:lnTo>
                  <a:pt x="18727" y="5777"/>
                </a:lnTo>
                <a:lnTo>
                  <a:pt x="19354" y="6016"/>
                </a:lnTo>
                <a:lnTo>
                  <a:pt x="18853" y="5957"/>
                </a:lnTo>
                <a:lnTo>
                  <a:pt x="18605" y="5957"/>
                </a:lnTo>
                <a:lnTo>
                  <a:pt x="18353" y="6077"/>
                </a:lnTo>
                <a:lnTo>
                  <a:pt x="18227" y="6197"/>
                </a:lnTo>
                <a:lnTo>
                  <a:pt x="18353" y="6377"/>
                </a:lnTo>
                <a:lnTo>
                  <a:pt x="17104" y="6618"/>
                </a:lnTo>
                <a:lnTo>
                  <a:pt x="15858" y="6740"/>
                </a:lnTo>
                <a:lnTo>
                  <a:pt x="14609" y="6859"/>
                </a:lnTo>
                <a:lnTo>
                  <a:pt x="13234" y="6859"/>
                </a:lnTo>
                <a:lnTo>
                  <a:pt x="11736" y="6740"/>
                </a:lnTo>
                <a:lnTo>
                  <a:pt x="10364" y="6559"/>
                </a:lnTo>
                <a:lnTo>
                  <a:pt x="9738" y="6438"/>
                </a:lnTo>
                <a:lnTo>
                  <a:pt x="8989" y="6257"/>
                </a:lnTo>
                <a:lnTo>
                  <a:pt x="8366" y="6016"/>
                </a:lnTo>
                <a:lnTo>
                  <a:pt x="7992" y="5897"/>
                </a:lnTo>
                <a:lnTo>
                  <a:pt x="7866" y="5777"/>
                </a:lnTo>
                <a:lnTo>
                  <a:pt x="8615" y="6016"/>
                </a:lnTo>
                <a:lnTo>
                  <a:pt x="9490" y="6257"/>
                </a:lnTo>
                <a:lnTo>
                  <a:pt x="10364" y="6377"/>
                </a:lnTo>
                <a:lnTo>
                  <a:pt x="11362" y="6559"/>
                </a:lnTo>
                <a:lnTo>
                  <a:pt x="12236" y="6618"/>
                </a:lnTo>
                <a:lnTo>
                  <a:pt x="13234" y="6740"/>
                </a:lnTo>
                <a:lnTo>
                  <a:pt x="13860" y="6740"/>
                </a:lnTo>
                <a:lnTo>
                  <a:pt x="14234" y="6679"/>
                </a:lnTo>
                <a:lnTo>
                  <a:pt x="14731" y="6618"/>
                </a:lnTo>
                <a:lnTo>
                  <a:pt x="15106" y="6499"/>
                </a:lnTo>
                <a:lnTo>
                  <a:pt x="15232" y="6377"/>
                </a:lnTo>
                <a:lnTo>
                  <a:pt x="15106" y="6197"/>
                </a:lnTo>
                <a:lnTo>
                  <a:pt x="14731" y="6077"/>
                </a:lnTo>
                <a:lnTo>
                  <a:pt x="14357" y="5957"/>
                </a:lnTo>
                <a:lnTo>
                  <a:pt x="13486" y="5897"/>
                </a:lnTo>
                <a:lnTo>
                  <a:pt x="12611" y="5836"/>
                </a:lnTo>
                <a:lnTo>
                  <a:pt x="11736" y="5777"/>
                </a:lnTo>
                <a:lnTo>
                  <a:pt x="9238" y="5475"/>
                </a:lnTo>
                <a:lnTo>
                  <a:pt x="9738" y="5295"/>
                </a:lnTo>
                <a:lnTo>
                  <a:pt x="10487" y="5054"/>
                </a:lnTo>
                <a:lnTo>
                  <a:pt x="11236" y="4814"/>
                </a:lnTo>
                <a:lnTo>
                  <a:pt x="11862" y="4693"/>
                </a:lnTo>
                <a:lnTo>
                  <a:pt x="12611" y="4634"/>
                </a:lnTo>
                <a:close/>
                <a:moveTo>
                  <a:pt x="4370" y="9326"/>
                </a:moveTo>
                <a:lnTo>
                  <a:pt x="5868" y="9387"/>
                </a:lnTo>
                <a:lnTo>
                  <a:pt x="5994" y="9387"/>
                </a:lnTo>
                <a:lnTo>
                  <a:pt x="6242" y="9626"/>
                </a:lnTo>
                <a:lnTo>
                  <a:pt x="6491" y="9748"/>
                </a:lnTo>
                <a:lnTo>
                  <a:pt x="6865" y="9748"/>
                </a:lnTo>
                <a:lnTo>
                  <a:pt x="7243" y="9626"/>
                </a:lnTo>
                <a:lnTo>
                  <a:pt x="7366" y="9446"/>
                </a:lnTo>
                <a:lnTo>
                  <a:pt x="8989" y="9507"/>
                </a:lnTo>
                <a:lnTo>
                  <a:pt x="10487" y="9507"/>
                </a:lnTo>
                <a:lnTo>
                  <a:pt x="11362" y="9567"/>
                </a:lnTo>
                <a:lnTo>
                  <a:pt x="11984" y="9626"/>
                </a:lnTo>
                <a:lnTo>
                  <a:pt x="11984" y="9868"/>
                </a:lnTo>
                <a:lnTo>
                  <a:pt x="11488" y="9807"/>
                </a:lnTo>
                <a:lnTo>
                  <a:pt x="11113" y="9868"/>
                </a:lnTo>
                <a:lnTo>
                  <a:pt x="10613" y="9987"/>
                </a:lnTo>
                <a:lnTo>
                  <a:pt x="10487" y="10109"/>
                </a:lnTo>
                <a:lnTo>
                  <a:pt x="10487" y="10228"/>
                </a:lnTo>
                <a:lnTo>
                  <a:pt x="9364" y="10228"/>
                </a:lnTo>
                <a:lnTo>
                  <a:pt x="4496" y="10109"/>
                </a:lnTo>
                <a:lnTo>
                  <a:pt x="2747" y="9987"/>
                </a:lnTo>
                <a:lnTo>
                  <a:pt x="1750" y="9928"/>
                </a:lnTo>
                <a:lnTo>
                  <a:pt x="875" y="9987"/>
                </a:lnTo>
                <a:lnTo>
                  <a:pt x="1249" y="9748"/>
                </a:lnTo>
                <a:lnTo>
                  <a:pt x="1750" y="9567"/>
                </a:lnTo>
                <a:lnTo>
                  <a:pt x="2246" y="9387"/>
                </a:lnTo>
                <a:lnTo>
                  <a:pt x="2747" y="9326"/>
                </a:lnTo>
                <a:close/>
                <a:moveTo>
                  <a:pt x="7618" y="10950"/>
                </a:moveTo>
                <a:lnTo>
                  <a:pt x="10238" y="11011"/>
                </a:lnTo>
                <a:lnTo>
                  <a:pt x="10739" y="11071"/>
                </a:lnTo>
                <a:lnTo>
                  <a:pt x="10739" y="13117"/>
                </a:lnTo>
                <a:lnTo>
                  <a:pt x="10613" y="15162"/>
                </a:lnTo>
                <a:lnTo>
                  <a:pt x="8240" y="15343"/>
                </a:lnTo>
                <a:lnTo>
                  <a:pt x="8240" y="14682"/>
                </a:lnTo>
                <a:lnTo>
                  <a:pt x="7866" y="12515"/>
                </a:lnTo>
                <a:lnTo>
                  <a:pt x="7740" y="11372"/>
                </a:lnTo>
                <a:lnTo>
                  <a:pt x="7618" y="10950"/>
                </a:lnTo>
                <a:close/>
                <a:moveTo>
                  <a:pt x="3622" y="10770"/>
                </a:moveTo>
                <a:lnTo>
                  <a:pt x="6368" y="10950"/>
                </a:lnTo>
                <a:lnTo>
                  <a:pt x="6242" y="11131"/>
                </a:lnTo>
                <a:lnTo>
                  <a:pt x="6242" y="11372"/>
                </a:lnTo>
                <a:lnTo>
                  <a:pt x="6368" y="11852"/>
                </a:lnTo>
                <a:lnTo>
                  <a:pt x="6617" y="14440"/>
                </a:lnTo>
                <a:lnTo>
                  <a:pt x="6743" y="15403"/>
                </a:lnTo>
                <a:lnTo>
                  <a:pt x="5245" y="15403"/>
                </a:lnTo>
                <a:lnTo>
                  <a:pt x="3744" y="15462"/>
                </a:lnTo>
                <a:lnTo>
                  <a:pt x="3496" y="13538"/>
                </a:lnTo>
                <a:lnTo>
                  <a:pt x="3247" y="12154"/>
                </a:lnTo>
                <a:lnTo>
                  <a:pt x="3121" y="11432"/>
                </a:lnTo>
                <a:lnTo>
                  <a:pt x="2747" y="10770"/>
                </a:lnTo>
                <a:close/>
                <a:moveTo>
                  <a:pt x="10487" y="15945"/>
                </a:moveTo>
                <a:lnTo>
                  <a:pt x="10238" y="17147"/>
                </a:lnTo>
                <a:lnTo>
                  <a:pt x="10112" y="17147"/>
                </a:lnTo>
                <a:lnTo>
                  <a:pt x="9738" y="17088"/>
                </a:lnTo>
                <a:lnTo>
                  <a:pt x="9364" y="17088"/>
                </a:lnTo>
                <a:lnTo>
                  <a:pt x="8863" y="17147"/>
                </a:lnTo>
                <a:lnTo>
                  <a:pt x="8489" y="17268"/>
                </a:lnTo>
                <a:lnTo>
                  <a:pt x="8489" y="17088"/>
                </a:lnTo>
                <a:lnTo>
                  <a:pt x="8366" y="16125"/>
                </a:lnTo>
                <a:lnTo>
                  <a:pt x="9490" y="16064"/>
                </a:lnTo>
                <a:lnTo>
                  <a:pt x="10487" y="15945"/>
                </a:lnTo>
                <a:close/>
                <a:moveTo>
                  <a:pt x="3870" y="16005"/>
                </a:moveTo>
                <a:lnTo>
                  <a:pt x="4619" y="16125"/>
                </a:lnTo>
                <a:lnTo>
                  <a:pt x="5245" y="16125"/>
                </a:lnTo>
                <a:lnTo>
                  <a:pt x="6743" y="16186"/>
                </a:lnTo>
                <a:lnTo>
                  <a:pt x="6865" y="16546"/>
                </a:lnTo>
                <a:lnTo>
                  <a:pt x="6743" y="16606"/>
                </a:lnTo>
                <a:lnTo>
                  <a:pt x="5742" y="16546"/>
                </a:lnTo>
                <a:lnTo>
                  <a:pt x="5494" y="16606"/>
                </a:lnTo>
                <a:lnTo>
                  <a:pt x="5245" y="16666"/>
                </a:lnTo>
                <a:lnTo>
                  <a:pt x="5245" y="16786"/>
                </a:lnTo>
                <a:lnTo>
                  <a:pt x="5368" y="16907"/>
                </a:lnTo>
                <a:lnTo>
                  <a:pt x="5868" y="17147"/>
                </a:lnTo>
                <a:lnTo>
                  <a:pt x="6617" y="17208"/>
                </a:lnTo>
                <a:lnTo>
                  <a:pt x="6865" y="17208"/>
                </a:lnTo>
                <a:lnTo>
                  <a:pt x="6865" y="17629"/>
                </a:lnTo>
                <a:lnTo>
                  <a:pt x="6116" y="17690"/>
                </a:lnTo>
                <a:lnTo>
                  <a:pt x="6116" y="17629"/>
                </a:lnTo>
                <a:lnTo>
                  <a:pt x="5994" y="17629"/>
                </a:lnTo>
                <a:lnTo>
                  <a:pt x="5742" y="17690"/>
                </a:lnTo>
                <a:lnTo>
                  <a:pt x="5494" y="17749"/>
                </a:lnTo>
                <a:lnTo>
                  <a:pt x="5245" y="17870"/>
                </a:lnTo>
                <a:lnTo>
                  <a:pt x="5119" y="18051"/>
                </a:lnTo>
                <a:lnTo>
                  <a:pt x="5245" y="18170"/>
                </a:lnTo>
                <a:lnTo>
                  <a:pt x="5620" y="18290"/>
                </a:lnTo>
                <a:lnTo>
                  <a:pt x="6991" y="18290"/>
                </a:lnTo>
                <a:lnTo>
                  <a:pt x="7243" y="18712"/>
                </a:lnTo>
                <a:lnTo>
                  <a:pt x="7618" y="19013"/>
                </a:lnTo>
                <a:lnTo>
                  <a:pt x="7740" y="19072"/>
                </a:lnTo>
                <a:lnTo>
                  <a:pt x="7992" y="19072"/>
                </a:lnTo>
                <a:lnTo>
                  <a:pt x="8240" y="19013"/>
                </a:lnTo>
                <a:lnTo>
                  <a:pt x="8366" y="18953"/>
                </a:lnTo>
                <a:lnTo>
                  <a:pt x="8615" y="18651"/>
                </a:lnTo>
                <a:lnTo>
                  <a:pt x="8741" y="18351"/>
                </a:lnTo>
                <a:lnTo>
                  <a:pt x="8741" y="18051"/>
                </a:lnTo>
                <a:lnTo>
                  <a:pt x="8615" y="17690"/>
                </a:lnTo>
                <a:lnTo>
                  <a:pt x="9115" y="17749"/>
                </a:lnTo>
                <a:lnTo>
                  <a:pt x="10238" y="17749"/>
                </a:lnTo>
                <a:lnTo>
                  <a:pt x="9990" y="18712"/>
                </a:lnTo>
                <a:lnTo>
                  <a:pt x="9738" y="19374"/>
                </a:lnTo>
                <a:lnTo>
                  <a:pt x="9612" y="19674"/>
                </a:lnTo>
                <a:lnTo>
                  <a:pt x="9364" y="19975"/>
                </a:lnTo>
                <a:lnTo>
                  <a:pt x="8989" y="20276"/>
                </a:lnTo>
                <a:lnTo>
                  <a:pt x="8615" y="20457"/>
                </a:lnTo>
                <a:lnTo>
                  <a:pt x="7992" y="20637"/>
                </a:lnTo>
                <a:lnTo>
                  <a:pt x="7243" y="20698"/>
                </a:lnTo>
                <a:lnTo>
                  <a:pt x="6617" y="20698"/>
                </a:lnTo>
                <a:lnTo>
                  <a:pt x="6116" y="20637"/>
                </a:lnTo>
                <a:lnTo>
                  <a:pt x="5620" y="20457"/>
                </a:lnTo>
                <a:lnTo>
                  <a:pt x="5119" y="20276"/>
                </a:lnTo>
                <a:lnTo>
                  <a:pt x="4871" y="20035"/>
                </a:lnTo>
                <a:lnTo>
                  <a:pt x="4496" y="19794"/>
                </a:lnTo>
                <a:lnTo>
                  <a:pt x="4119" y="19253"/>
                </a:lnTo>
                <a:lnTo>
                  <a:pt x="3870" y="18592"/>
                </a:lnTo>
                <a:lnTo>
                  <a:pt x="3870" y="16005"/>
                </a:lnTo>
                <a:close/>
                <a:moveTo>
                  <a:pt x="2124" y="0"/>
                </a:moveTo>
                <a:lnTo>
                  <a:pt x="1624" y="61"/>
                </a:lnTo>
                <a:lnTo>
                  <a:pt x="1123" y="180"/>
                </a:lnTo>
                <a:lnTo>
                  <a:pt x="997" y="302"/>
                </a:lnTo>
                <a:lnTo>
                  <a:pt x="997" y="482"/>
                </a:lnTo>
                <a:lnTo>
                  <a:pt x="1123" y="541"/>
                </a:lnTo>
                <a:lnTo>
                  <a:pt x="997" y="963"/>
                </a:lnTo>
                <a:lnTo>
                  <a:pt x="997" y="1384"/>
                </a:lnTo>
                <a:lnTo>
                  <a:pt x="1123" y="1806"/>
                </a:lnTo>
                <a:lnTo>
                  <a:pt x="1249" y="2167"/>
                </a:lnTo>
                <a:lnTo>
                  <a:pt x="1872" y="3008"/>
                </a:lnTo>
                <a:lnTo>
                  <a:pt x="2498" y="3730"/>
                </a:lnTo>
                <a:lnTo>
                  <a:pt x="3121" y="4332"/>
                </a:lnTo>
                <a:lnTo>
                  <a:pt x="3996" y="4934"/>
                </a:lnTo>
                <a:lnTo>
                  <a:pt x="4496" y="5175"/>
                </a:lnTo>
                <a:lnTo>
                  <a:pt x="5119" y="5355"/>
                </a:lnTo>
                <a:lnTo>
                  <a:pt x="5620" y="5536"/>
                </a:lnTo>
                <a:lnTo>
                  <a:pt x="6368" y="5536"/>
                </a:lnTo>
                <a:lnTo>
                  <a:pt x="6116" y="6257"/>
                </a:lnTo>
                <a:lnTo>
                  <a:pt x="5868" y="7160"/>
                </a:lnTo>
                <a:lnTo>
                  <a:pt x="5868" y="7642"/>
                </a:lnTo>
                <a:lnTo>
                  <a:pt x="5994" y="7883"/>
                </a:lnTo>
                <a:lnTo>
                  <a:pt x="6116" y="8063"/>
                </a:lnTo>
                <a:lnTo>
                  <a:pt x="5994" y="8724"/>
                </a:lnTo>
                <a:lnTo>
                  <a:pt x="5494" y="8724"/>
                </a:lnTo>
                <a:lnTo>
                  <a:pt x="3870" y="8664"/>
                </a:lnTo>
                <a:lnTo>
                  <a:pt x="3121" y="8605"/>
                </a:lnTo>
                <a:lnTo>
                  <a:pt x="2372" y="8664"/>
                </a:lnTo>
                <a:lnTo>
                  <a:pt x="1372" y="8844"/>
                </a:lnTo>
                <a:lnTo>
                  <a:pt x="997" y="8965"/>
                </a:lnTo>
                <a:lnTo>
                  <a:pt x="623" y="9146"/>
                </a:lnTo>
                <a:lnTo>
                  <a:pt x="374" y="9326"/>
                </a:lnTo>
                <a:lnTo>
                  <a:pt x="248" y="9507"/>
                </a:lnTo>
                <a:lnTo>
                  <a:pt x="126" y="9748"/>
                </a:lnTo>
                <a:lnTo>
                  <a:pt x="0" y="9987"/>
                </a:lnTo>
                <a:lnTo>
                  <a:pt x="126" y="10109"/>
                </a:lnTo>
                <a:lnTo>
                  <a:pt x="374" y="10168"/>
                </a:lnTo>
                <a:lnTo>
                  <a:pt x="126" y="10289"/>
                </a:lnTo>
                <a:lnTo>
                  <a:pt x="126" y="10589"/>
                </a:lnTo>
                <a:lnTo>
                  <a:pt x="374" y="10711"/>
                </a:lnTo>
                <a:lnTo>
                  <a:pt x="623" y="10770"/>
                </a:lnTo>
                <a:lnTo>
                  <a:pt x="997" y="10770"/>
                </a:lnTo>
                <a:lnTo>
                  <a:pt x="1249" y="10650"/>
                </a:lnTo>
                <a:lnTo>
                  <a:pt x="1498" y="10650"/>
                </a:lnTo>
                <a:lnTo>
                  <a:pt x="1498" y="11613"/>
                </a:lnTo>
                <a:lnTo>
                  <a:pt x="1750" y="12454"/>
                </a:lnTo>
                <a:lnTo>
                  <a:pt x="1998" y="14199"/>
                </a:lnTo>
                <a:lnTo>
                  <a:pt x="2124" y="15945"/>
                </a:lnTo>
                <a:lnTo>
                  <a:pt x="2124" y="17690"/>
                </a:lnTo>
                <a:lnTo>
                  <a:pt x="2246" y="18411"/>
                </a:lnTo>
                <a:lnTo>
                  <a:pt x="2372" y="19133"/>
                </a:lnTo>
                <a:lnTo>
                  <a:pt x="2747" y="19855"/>
                </a:lnTo>
                <a:lnTo>
                  <a:pt x="2995" y="20157"/>
                </a:lnTo>
                <a:lnTo>
                  <a:pt x="3370" y="20517"/>
                </a:lnTo>
                <a:lnTo>
                  <a:pt x="3622" y="20757"/>
                </a:lnTo>
                <a:lnTo>
                  <a:pt x="3996" y="20937"/>
                </a:lnTo>
                <a:lnTo>
                  <a:pt x="4496" y="21178"/>
                </a:lnTo>
                <a:lnTo>
                  <a:pt x="4993" y="21298"/>
                </a:lnTo>
                <a:lnTo>
                  <a:pt x="5494" y="21420"/>
                </a:lnTo>
                <a:lnTo>
                  <a:pt x="6116" y="21480"/>
                </a:lnTo>
                <a:lnTo>
                  <a:pt x="6617" y="21539"/>
                </a:lnTo>
                <a:lnTo>
                  <a:pt x="7243" y="21600"/>
                </a:lnTo>
                <a:lnTo>
                  <a:pt x="7992" y="21539"/>
                </a:lnTo>
                <a:lnTo>
                  <a:pt x="8741" y="21480"/>
                </a:lnTo>
                <a:lnTo>
                  <a:pt x="9364" y="21298"/>
                </a:lnTo>
                <a:lnTo>
                  <a:pt x="9864" y="21118"/>
                </a:lnTo>
                <a:lnTo>
                  <a:pt x="10238" y="20937"/>
                </a:lnTo>
                <a:lnTo>
                  <a:pt x="10613" y="20637"/>
                </a:lnTo>
                <a:lnTo>
                  <a:pt x="11236" y="20035"/>
                </a:lnTo>
                <a:lnTo>
                  <a:pt x="11610" y="19374"/>
                </a:lnTo>
                <a:lnTo>
                  <a:pt x="11736" y="18712"/>
                </a:lnTo>
                <a:lnTo>
                  <a:pt x="11984" y="17388"/>
                </a:lnTo>
                <a:lnTo>
                  <a:pt x="12359" y="15823"/>
                </a:lnTo>
                <a:lnTo>
                  <a:pt x="12485" y="14199"/>
                </a:lnTo>
                <a:lnTo>
                  <a:pt x="12485" y="10950"/>
                </a:lnTo>
                <a:lnTo>
                  <a:pt x="12737" y="10830"/>
                </a:lnTo>
                <a:lnTo>
                  <a:pt x="12859" y="10711"/>
                </a:lnTo>
                <a:lnTo>
                  <a:pt x="12859" y="10589"/>
                </a:lnTo>
                <a:lnTo>
                  <a:pt x="13234" y="10289"/>
                </a:lnTo>
                <a:lnTo>
                  <a:pt x="13486" y="9928"/>
                </a:lnTo>
                <a:lnTo>
                  <a:pt x="13608" y="9567"/>
                </a:lnTo>
                <a:lnTo>
                  <a:pt x="13486" y="9387"/>
                </a:lnTo>
                <a:lnTo>
                  <a:pt x="13360" y="9205"/>
                </a:lnTo>
                <a:lnTo>
                  <a:pt x="12985" y="9024"/>
                </a:lnTo>
                <a:lnTo>
                  <a:pt x="12485" y="8905"/>
                </a:lnTo>
                <a:lnTo>
                  <a:pt x="11862" y="8844"/>
                </a:lnTo>
                <a:lnTo>
                  <a:pt x="11113" y="8785"/>
                </a:lnTo>
                <a:lnTo>
                  <a:pt x="8615" y="8785"/>
                </a:lnTo>
                <a:lnTo>
                  <a:pt x="7366" y="8724"/>
                </a:lnTo>
                <a:lnTo>
                  <a:pt x="7117" y="7883"/>
                </a:lnTo>
                <a:lnTo>
                  <a:pt x="7366" y="7520"/>
                </a:lnTo>
                <a:lnTo>
                  <a:pt x="7366" y="7160"/>
                </a:lnTo>
                <a:lnTo>
                  <a:pt x="7492" y="6499"/>
                </a:lnTo>
                <a:lnTo>
                  <a:pt x="8366" y="6799"/>
                </a:lnTo>
                <a:lnTo>
                  <a:pt x="9238" y="7040"/>
                </a:lnTo>
                <a:lnTo>
                  <a:pt x="10112" y="7220"/>
                </a:lnTo>
                <a:lnTo>
                  <a:pt x="11113" y="7340"/>
                </a:lnTo>
                <a:lnTo>
                  <a:pt x="11984" y="7461"/>
                </a:lnTo>
                <a:lnTo>
                  <a:pt x="12985" y="7520"/>
                </a:lnTo>
                <a:lnTo>
                  <a:pt x="14983" y="7520"/>
                </a:lnTo>
                <a:lnTo>
                  <a:pt x="15858" y="7461"/>
                </a:lnTo>
                <a:lnTo>
                  <a:pt x="16855" y="7340"/>
                </a:lnTo>
                <a:lnTo>
                  <a:pt x="17730" y="7220"/>
                </a:lnTo>
                <a:lnTo>
                  <a:pt x="18727" y="7040"/>
                </a:lnTo>
                <a:lnTo>
                  <a:pt x="19602" y="6859"/>
                </a:lnTo>
                <a:lnTo>
                  <a:pt x="19850" y="6740"/>
                </a:lnTo>
                <a:lnTo>
                  <a:pt x="19850" y="6377"/>
                </a:lnTo>
                <a:lnTo>
                  <a:pt x="19728" y="6197"/>
                </a:lnTo>
                <a:lnTo>
                  <a:pt x="19850" y="6257"/>
                </a:lnTo>
                <a:lnTo>
                  <a:pt x="20351" y="6499"/>
                </a:lnTo>
                <a:lnTo>
                  <a:pt x="20599" y="6559"/>
                </a:lnTo>
                <a:lnTo>
                  <a:pt x="21100" y="6618"/>
                </a:lnTo>
                <a:lnTo>
                  <a:pt x="21226" y="6618"/>
                </a:lnTo>
                <a:lnTo>
                  <a:pt x="21352" y="6559"/>
                </a:lnTo>
                <a:lnTo>
                  <a:pt x="21600" y="6377"/>
                </a:lnTo>
                <a:lnTo>
                  <a:pt x="21474" y="6138"/>
                </a:lnTo>
                <a:lnTo>
                  <a:pt x="21352" y="5957"/>
                </a:lnTo>
                <a:lnTo>
                  <a:pt x="21100" y="5777"/>
                </a:lnTo>
                <a:lnTo>
                  <a:pt x="20725" y="5536"/>
                </a:lnTo>
                <a:lnTo>
                  <a:pt x="19850" y="5236"/>
                </a:lnTo>
                <a:lnTo>
                  <a:pt x="19102" y="4994"/>
                </a:lnTo>
                <a:lnTo>
                  <a:pt x="17978" y="4693"/>
                </a:lnTo>
                <a:lnTo>
                  <a:pt x="16855" y="4453"/>
                </a:lnTo>
                <a:lnTo>
                  <a:pt x="14483" y="4092"/>
                </a:lnTo>
                <a:lnTo>
                  <a:pt x="13360" y="3971"/>
                </a:lnTo>
                <a:lnTo>
                  <a:pt x="12236" y="3912"/>
                </a:lnTo>
                <a:lnTo>
                  <a:pt x="11236" y="4032"/>
                </a:lnTo>
                <a:lnTo>
                  <a:pt x="10112" y="4273"/>
                </a:lnTo>
                <a:lnTo>
                  <a:pt x="9115" y="4573"/>
                </a:lnTo>
                <a:lnTo>
                  <a:pt x="7992" y="5054"/>
                </a:lnTo>
                <a:lnTo>
                  <a:pt x="7992" y="4994"/>
                </a:lnTo>
                <a:lnTo>
                  <a:pt x="8114" y="4573"/>
                </a:lnTo>
                <a:lnTo>
                  <a:pt x="8366" y="4212"/>
                </a:lnTo>
                <a:lnTo>
                  <a:pt x="8489" y="4032"/>
                </a:lnTo>
                <a:lnTo>
                  <a:pt x="8489" y="3610"/>
                </a:lnTo>
                <a:lnTo>
                  <a:pt x="8240" y="3490"/>
                </a:lnTo>
                <a:lnTo>
                  <a:pt x="8114" y="3069"/>
                </a:lnTo>
                <a:lnTo>
                  <a:pt x="7866" y="2647"/>
                </a:lnTo>
                <a:lnTo>
                  <a:pt x="7243" y="1865"/>
                </a:lnTo>
                <a:lnTo>
                  <a:pt x="6865" y="1504"/>
                </a:lnTo>
                <a:lnTo>
                  <a:pt x="6242" y="1084"/>
                </a:lnTo>
                <a:lnTo>
                  <a:pt x="5620" y="722"/>
                </a:lnTo>
                <a:lnTo>
                  <a:pt x="4745" y="361"/>
                </a:lnTo>
                <a:lnTo>
                  <a:pt x="3870" y="121"/>
                </a:lnTo>
                <a:lnTo>
                  <a:pt x="2995" y="0"/>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167" name="Google Shape;490;p10"/>
          <p:cNvSpPr/>
          <p:nvPr/>
        </p:nvSpPr>
        <p:spPr>
          <a:xfrm rot="19173880">
            <a:off x="7110131" y="4877039"/>
            <a:ext cx="279911" cy="3579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154" y="1130"/>
                </a:moveTo>
                <a:lnTo>
                  <a:pt x="9154" y="2448"/>
                </a:lnTo>
                <a:lnTo>
                  <a:pt x="9073" y="3768"/>
                </a:lnTo>
                <a:lnTo>
                  <a:pt x="8591" y="3704"/>
                </a:lnTo>
                <a:lnTo>
                  <a:pt x="8672" y="3453"/>
                </a:lnTo>
                <a:lnTo>
                  <a:pt x="8672" y="3140"/>
                </a:lnTo>
                <a:lnTo>
                  <a:pt x="8513" y="2511"/>
                </a:lnTo>
                <a:lnTo>
                  <a:pt x="8432" y="1883"/>
                </a:lnTo>
                <a:lnTo>
                  <a:pt x="8513" y="1570"/>
                </a:lnTo>
                <a:lnTo>
                  <a:pt x="8672" y="1318"/>
                </a:lnTo>
                <a:lnTo>
                  <a:pt x="8753" y="1193"/>
                </a:lnTo>
                <a:lnTo>
                  <a:pt x="8913" y="1130"/>
                </a:lnTo>
                <a:close/>
                <a:moveTo>
                  <a:pt x="3373" y="690"/>
                </a:moveTo>
                <a:lnTo>
                  <a:pt x="3454" y="753"/>
                </a:lnTo>
                <a:lnTo>
                  <a:pt x="3533" y="878"/>
                </a:lnTo>
                <a:lnTo>
                  <a:pt x="3533" y="1946"/>
                </a:lnTo>
                <a:lnTo>
                  <a:pt x="3695" y="3768"/>
                </a:lnTo>
                <a:lnTo>
                  <a:pt x="2811" y="3829"/>
                </a:lnTo>
                <a:lnTo>
                  <a:pt x="2651" y="3829"/>
                </a:lnTo>
                <a:lnTo>
                  <a:pt x="2651" y="3201"/>
                </a:lnTo>
                <a:lnTo>
                  <a:pt x="2570" y="2575"/>
                </a:lnTo>
                <a:lnTo>
                  <a:pt x="2651" y="2071"/>
                </a:lnTo>
                <a:lnTo>
                  <a:pt x="2732" y="1631"/>
                </a:lnTo>
                <a:lnTo>
                  <a:pt x="2973" y="690"/>
                </a:lnTo>
                <a:close/>
                <a:moveTo>
                  <a:pt x="8351" y="4583"/>
                </a:moveTo>
                <a:lnTo>
                  <a:pt x="9716" y="4646"/>
                </a:lnTo>
                <a:lnTo>
                  <a:pt x="11001" y="4773"/>
                </a:lnTo>
                <a:lnTo>
                  <a:pt x="11001" y="4834"/>
                </a:lnTo>
                <a:lnTo>
                  <a:pt x="11242" y="5964"/>
                </a:lnTo>
                <a:lnTo>
                  <a:pt x="8591" y="6091"/>
                </a:lnTo>
                <a:lnTo>
                  <a:pt x="5862" y="6216"/>
                </a:lnTo>
                <a:lnTo>
                  <a:pt x="2973" y="6279"/>
                </a:lnTo>
                <a:lnTo>
                  <a:pt x="2007" y="6342"/>
                </a:lnTo>
                <a:lnTo>
                  <a:pt x="1044" y="6404"/>
                </a:lnTo>
                <a:lnTo>
                  <a:pt x="965" y="5526"/>
                </a:lnTo>
                <a:lnTo>
                  <a:pt x="965" y="5086"/>
                </a:lnTo>
                <a:lnTo>
                  <a:pt x="884" y="4898"/>
                </a:lnTo>
                <a:lnTo>
                  <a:pt x="725" y="4709"/>
                </a:lnTo>
                <a:lnTo>
                  <a:pt x="1285" y="4773"/>
                </a:lnTo>
                <a:lnTo>
                  <a:pt x="1766" y="4773"/>
                </a:lnTo>
                <a:lnTo>
                  <a:pt x="2811" y="4709"/>
                </a:lnTo>
                <a:lnTo>
                  <a:pt x="4257" y="4583"/>
                </a:lnTo>
                <a:close/>
                <a:moveTo>
                  <a:pt x="10761" y="6844"/>
                </a:moveTo>
                <a:lnTo>
                  <a:pt x="10920" y="6969"/>
                </a:lnTo>
                <a:lnTo>
                  <a:pt x="11242" y="7032"/>
                </a:lnTo>
                <a:lnTo>
                  <a:pt x="11402" y="6969"/>
                </a:lnTo>
                <a:lnTo>
                  <a:pt x="11483" y="7912"/>
                </a:lnTo>
                <a:lnTo>
                  <a:pt x="11402" y="8854"/>
                </a:lnTo>
                <a:lnTo>
                  <a:pt x="11323" y="9294"/>
                </a:lnTo>
                <a:lnTo>
                  <a:pt x="11161" y="9795"/>
                </a:lnTo>
                <a:lnTo>
                  <a:pt x="10920" y="10235"/>
                </a:lnTo>
                <a:lnTo>
                  <a:pt x="10520" y="10612"/>
                </a:lnTo>
                <a:lnTo>
                  <a:pt x="10198" y="10800"/>
                </a:lnTo>
                <a:lnTo>
                  <a:pt x="9797" y="10988"/>
                </a:lnTo>
                <a:lnTo>
                  <a:pt x="9395" y="11052"/>
                </a:lnTo>
                <a:lnTo>
                  <a:pt x="8913" y="11113"/>
                </a:lnTo>
                <a:lnTo>
                  <a:pt x="7950" y="11177"/>
                </a:lnTo>
                <a:lnTo>
                  <a:pt x="7147" y="11240"/>
                </a:lnTo>
                <a:lnTo>
                  <a:pt x="5702" y="11240"/>
                </a:lnTo>
                <a:lnTo>
                  <a:pt x="5783" y="11113"/>
                </a:lnTo>
                <a:lnTo>
                  <a:pt x="5862" y="10925"/>
                </a:lnTo>
                <a:lnTo>
                  <a:pt x="6103" y="10800"/>
                </a:lnTo>
                <a:lnTo>
                  <a:pt x="6184" y="10737"/>
                </a:lnTo>
                <a:lnTo>
                  <a:pt x="6184" y="10675"/>
                </a:lnTo>
                <a:lnTo>
                  <a:pt x="6103" y="10612"/>
                </a:lnTo>
                <a:lnTo>
                  <a:pt x="5943" y="10612"/>
                </a:lnTo>
                <a:lnTo>
                  <a:pt x="5702" y="10675"/>
                </a:lnTo>
                <a:lnTo>
                  <a:pt x="5380" y="10800"/>
                </a:lnTo>
                <a:lnTo>
                  <a:pt x="5140" y="10988"/>
                </a:lnTo>
                <a:lnTo>
                  <a:pt x="5059" y="11240"/>
                </a:lnTo>
                <a:lnTo>
                  <a:pt x="3774" y="11113"/>
                </a:lnTo>
                <a:lnTo>
                  <a:pt x="3373" y="11052"/>
                </a:lnTo>
                <a:lnTo>
                  <a:pt x="3695" y="10988"/>
                </a:lnTo>
                <a:lnTo>
                  <a:pt x="4498" y="10925"/>
                </a:lnTo>
                <a:lnTo>
                  <a:pt x="4818" y="10800"/>
                </a:lnTo>
                <a:lnTo>
                  <a:pt x="4980" y="10675"/>
                </a:lnTo>
                <a:lnTo>
                  <a:pt x="5059" y="10548"/>
                </a:lnTo>
                <a:lnTo>
                  <a:pt x="5059" y="10423"/>
                </a:lnTo>
                <a:lnTo>
                  <a:pt x="4980" y="10297"/>
                </a:lnTo>
                <a:lnTo>
                  <a:pt x="4899" y="10235"/>
                </a:lnTo>
                <a:lnTo>
                  <a:pt x="4818" y="10172"/>
                </a:lnTo>
                <a:lnTo>
                  <a:pt x="4498" y="10172"/>
                </a:lnTo>
                <a:lnTo>
                  <a:pt x="4336" y="10297"/>
                </a:lnTo>
                <a:lnTo>
                  <a:pt x="3936" y="10360"/>
                </a:lnTo>
                <a:lnTo>
                  <a:pt x="3051" y="10487"/>
                </a:lnTo>
                <a:lnTo>
                  <a:pt x="2491" y="10612"/>
                </a:lnTo>
                <a:lnTo>
                  <a:pt x="2007" y="10737"/>
                </a:lnTo>
                <a:lnTo>
                  <a:pt x="1766" y="10612"/>
                </a:lnTo>
                <a:lnTo>
                  <a:pt x="1526" y="10487"/>
                </a:lnTo>
                <a:lnTo>
                  <a:pt x="1447" y="10235"/>
                </a:lnTo>
                <a:lnTo>
                  <a:pt x="1366" y="10047"/>
                </a:lnTo>
                <a:lnTo>
                  <a:pt x="1847" y="10108"/>
                </a:lnTo>
                <a:lnTo>
                  <a:pt x="3292" y="10108"/>
                </a:lnTo>
                <a:lnTo>
                  <a:pt x="3774" y="10047"/>
                </a:lnTo>
                <a:lnTo>
                  <a:pt x="4257" y="9983"/>
                </a:lnTo>
                <a:lnTo>
                  <a:pt x="4336" y="9920"/>
                </a:lnTo>
                <a:lnTo>
                  <a:pt x="4417" y="9858"/>
                </a:lnTo>
                <a:lnTo>
                  <a:pt x="4498" y="9670"/>
                </a:lnTo>
                <a:lnTo>
                  <a:pt x="4336" y="9482"/>
                </a:lnTo>
                <a:lnTo>
                  <a:pt x="4257" y="9419"/>
                </a:lnTo>
                <a:lnTo>
                  <a:pt x="3292" y="9419"/>
                </a:lnTo>
                <a:lnTo>
                  <a:pt x="2410" y="9482"/>
                </a:lnTo>
                <a:lnTo>
                  <a:pt x="1847" y="9544"/>
                </a:lnTo>
                <a:lnTo>
                  <a:pt x="1285" y="9544"/>
                </a:lnTo>
                <a:lnTo>
                  <a:pt x="1285" y="9167"/>
                </a:lnTo>
                <a:lnTo>
                  <a:pt x="1607" y="9294"/>
                </a:lnTo>
                <a:lnTo>
                  <a:pt x="1928" y="9355"/>
                </a:lnTo>
                <a:lnTo>
                  <a:pt x="2651" y="9355"/>
                </a:lnTo>
                <a:lnTo>
                  <a:pt x="3373" y="9230"/>
                </a:lnTo>
                <a:lnTo>
                  <a:pt x="4017" y="8979"/>
                </a:lnTo>
                <a:lnTo>
                  <a:pt x="4095" y="8854"/>
                </a:lnTo>
                <a:lnTo>
                  <a:pt x="4176" y="8727"/>
                </a:lnTo>
                <a:lnTo>
                  <a:pt x="4176" y="8602"/>
                </a:lnTo>
                <a:lnTo>
                  <a:pt x="4095" y="8477"/>
                </a:lnTo>
                <a:lnTo>
                  <a:pt x="4017" y="8414"/>
                </a:lnTo>
                <a:lnTo>
                  <a:pt x="3855" y="8350"/>
                </a:lnTo>
                <a:lnTo>
                  <a:pt x="3774" y="8350"/>
                </a:lnTo>
                <a:lnTo>
                  <a:pt x="3533" y="8414"/>
                </a:lnTo>
                <a:lnTo>
                  <a:pt x="2973" y="8602"/>
                </a:lnTo>
                <a:lnTo>
                  <a:pt x="2410" y="8727"/>
                </a:lnTo>
                <a:lnTo>
                  <a:pt x="1847" y="8727"/>
                </a:lnTo>
                <a:lnTo>
                  <a:pt x="1206" y="8665"/>
                </a:lnTo>
                <a:lnTo>
                  <a:pt x="1206" y="8414"/>
                </a:lnTo>
                <a:lnTo>
                  <a:pt x="1847" y="8350"/>
                </a:lnTo>
                <a:lnTo>
                  <a:pt x="2491" y="8350"/>
                </a:lnTo>
                <a:lnTo>
                  <a:pt x="3774" y="8162"/>
                </a:lnTo>
                <a:lnTo>
                  <a:pt x="4176" y="8037"/>
                </a:lnTo>
                <a:lnTo>
                  <a:pt x="4577" y="7849"/>
                </a:lnTo>
                <a:lnTo>
                  <a:pt x="4658" y="7724"/>
                </a:lnTo>
                <a:lnTo>
                  <a:pt x="4739" y="7597"/>
                </a:lnTo>
                <a:lnTo>
                  <a:pt x="4658" y="7409"/>
                </a:lnTo>
                <a:lnTo>
                  <a:pt x="4498" y="7284"/>
                </a:lnTo>
                <a:lnTo>
                  <a:pt x="4257" y="7157"/>
                </a:lnTo>
                <a:lnTo>
                  <a:pt x="4095" y="7157"/>
                </a:lnTo>
                <a:lnTo>
                  <a:pt x="4017" y="7221"/>
                </a:lnTo>
                <a:lnTo>
                  <a:pt x="3855" y="7284"/>
                </a:lnTo>
                <a:lnTo>
                  <a:pt x="3774" y="7409"/>
                </a:lnTo>
                <a:lnTo>
                  <a:pt x="3213" y="7536"/>
                </a:lnTo>
                <a:lnTo>
                  <a:pt x="2169" y="7660"/>
                </a:lnTo>
                <a:lnTo>
                  <a:pt x="1206" y="7849"/>
                </a:lnTo>
                <a:lnTo>
                  <a:pt x="1125" y="7096"/>
                </a:lnTo>
                <a:lnTo>
                  <a:pt x="2973" y="7096"/>
                </a:lnTo>
                <a:lnTo>
                  <a:pt x="5862" y="7032"/>
                </a:lnTo>
                <a:lnTo>
                  <a:pt x="8351" y="6969"/>
                </a:lnTo>
                <a:lnTo>
                  <a:pt x="10761" y="6844"/>
                </a:lnTo>
                <a:close/>
                <a:moveTo>
                  <a:pt x="2651" y="0"/>
                </a:moveTo>
                <a:lnTo>
                  <a:pt x="2410" y="62"/>
                </a:lnTo>
                <a:lnTo>
                  <a:pt x="2250" y="250"/>
                </a:lnTo>
                <a:lnTo>
                  <a:pt x="1928" y="1318"/>
                </a:lnTo>
                <a:lnTo>
                  <a:pt x="1766" y="2386"/>
                </a:lnTo>
                <a:lnTo>
                  <a:pt x="1766" y="3579"/>
                </a:lnTo>
                <a:lnTo>
                  <a:pt x="1928" y="3956"/>
                </a:lnTo>
                <a:lnTo>
                  <a:pt x="1206" y="4081"/>
                </a:lnTo>
                <a:lnTo>
                  <a:pt x="803" y="4206"/>
                </a:lnTo>
                <a:lnTo>
                  <a:pt x="484" y="4394"/>
                </a:lnTo>
                <a:lnTo>
                  <a:pt x="403" y="4458"/>
                </a:lnTo>
                <a:lnTo>
                  <a:pt x="322" y="4583"/>
                </a:lnTo>
                <a:lnTo>
                  <a:pt x="81" y="4834"/>
                </a:lnTo>
                <a:lnTo>
                  <a:pt x="81" y="6656"/>
                </a:lnTo>
                <a:lnTo>
                  <a:pt x="0" y="6781"/>
                </a:lnTo>
                <a:lnTo>
                  <a:pt x="81" y="6969"/>
                </a:lnTo>
                <a:lnTo>
                  <a:pt x="162" y="7597"/>
                </a:lnTo>
                <a:lnTo>
                  <a:pt x="241" y="9482"/>
                </a:lnTo>
                <a:lnTo>
                  <a:pt x="241" y="10172"/>
                </a:lnTo>
                <a:lnTo>
                  <a:pt x="403" y="10487"/>
                </a:lnTo>
                <a:lnTo>
                  <a:pt x="563" y="10800"/>
                </a:lnTo>
                <a:lnTo>
                  <a:pt x="803" y="11052"/>
                </a:lnTo>
                <a:lnTo>
                  <a:pt x="1044" y="11240"/>
                </a:lnTo>
                <a:lnTo>
                  <a:pt x="1366" y="11428"/>
                </a:lnTo>
                <a:lnTo>
                  <a:pt x="1688" y="11553"/>
                </a:lnTo>
                <a:lnTo>
                  <a:pt x="2410" y="11742"/>
                </a:lnTo>
                <a:lnTo>
                  <a:pt x="3213" y="11868"/>
                </a:lnTo>
                <a:lnTo>
                  <a:pt x="4577" y="11993"/>
                </a:lnTo>
                <a:lnTo>
                  <a:pt x="5862" y="12056"/>
                </a:lnTo>
                <a:lnTo>
                  <a:pt x="5702" y="12433"/>
                </a:lnTo>
                <a:lnTo>
                  <a:pt x="5702" y="14631"/>
                </a:lnTo>
                <a:lnTo>
                  <a:pt x="5862" y="15761"/>
                </a:lnTo>
                <a:lnTo>
                  <a:pt x="6184" y="17896"/>
                </a:lnTo>
                <a:lnTo>
                  <a:pt x="6665" y="19967"/>
                </a:lnTo>
                <a:lnTo>
                  <a:pt x="6825" y="20407"/>
                </a:lnTo>
                <a:lnTo>
                  <a:pt x="7066" y="20722"/>
                </a:lnTo>
                <a:lnTo>
                  <a:pt x="7388" y="20972"/>
                </a:lnTo>
                <a:lnTo>
                  <a:pt x="7869" y="21223"/>
                </a:lnTo>
                <a:lnTo>
                  <a:pt x="8272" y="21348"/>
                </a:lnTo>
                <a:lnTo>
                  <a:pt x="8753" y="21475"/>
                </a:lnTo>
                <a:lnTo>
                  <a:pt x="9797" y="21600"/>
                </a:lnTo>
                <a:lnTo>
                  <a:pt x="10358" y="21537"/>
                </a:lnTo>
                <a:lnTo>
                  <a:pt x="10839" y="21412"/>
                </a:lnTo>
                <a:lnTo>
                  <a:pt x="11242" y="21223"/>
                </a:lnTo>
                <a:lnTo>
                  <a:pt x="11564" y="20910"/>
                </a:lnTo>
                <a:lnTo>
                  <a:pt x="11884" y="20595"/>
                </a:lnTo>
                <a:lnTo>
                  <a:pt x="12045" y="20219"/>
                </a:lnTo>
                <a:lnTo>
                  <a:pt x="12205" y="19842"/>
                </a:lnTo>
                <a:lnTo>
                  <a:pt x="12286" y="19465"/>
                </a:lnTo>
                <a:lnTo>
                  <a:pt x="12286" y="18460"/>
                </a:lnTo>
                <a:lnTo>
                  <a:pt x="12124" y="17394"/>
                </a:lnTo>
                <a:lnTo>
                  <a:pt x="12124" y="16326"/>
                </a:lnTo>
                <a:lnTo>
                  <a:pt x="12365" y="15321"/>
                </a:lnTo>
                <a:lnTo>
                  <a:pt x="12527" y="14819"/>
                </a:lnTo>
                <a:lnTo>
                  <a:pt x="12768" y="14316"/>
                </a:lnTo>
                <a:lnTo>
                  <a:pt x="13090" y="13815"/>
                </a:lnTo>
                <a:lnTo>
                  <a:pt x="13330" y="13626"/>
                </a:lnTo>
                <a:lnTo>
                  <a:pt x="13571" y="13438"/>
                </a:lnTo>
                <a:lnTo>
                  <a:pt x="13731" y="13375"/>
                </a:lnTo>
                <a:lnTo>
                  <a:pt x="13812" y="13375"/>
                </a:lnTo>
                <a:lnTo>
                  <a:pt x="14131" y="13500"/>
                </a:lnTo>
                <a:lnTo>
                  <a:pt x="14293" y="13688"/>
                </a:lnTo>
                <a:lnTo>
                  <a:pt x="14453" y="13940"/>
                </a:lnTo>
                <a:lnTo>
                  <a:pt x="14534" y="14191"/>
                </a:lnTo>
                <a:lnTo>
                  <a:pt x="14453" y="14504"/>
                </a:lnTo>
                <a:lnTo>
                  <a:pt x="14372" y="15069"/>
                </a:lnTo>
                <a:lnTo>
                  <a:pt x="14293" y="15761"/>
                </a:lnTo>
                <a:lnTo>
                  <a:pt x="14372" y="16138"/>
                </a:lnTo>
                <a:lnTo>
                  <a:pt x="14453" y="16514"/>
                </a:lnTo>
                <a:lnTo>
                  <a:pt x="14613" y="16891"/>
                </a:lnTo>
                <a:lnTo>
                  <a:pt x="14856" y="17204"/>
                </a:lnTo>
                <a:lnTo>
                  <a:pt x="15257" y="17394"/>
                </a:lnTo>
                <a:lnTo>
                  <a:pt x="15657" y="17582"/>
                </a:lnTo>
                <a:lnTo>
                  <a:pt x="16301" y="17707"/>
                </a:lnTo>
                <a:lnTo>
                  <a:pt x="17023" y="17771"/>
                </a:lnTo>
                <a:lnTo>
                  <a:pt x="18468" y="17771"/>
                </a:lnTo>
                <a:lnTo>
                  <a:pt x="19834" y="17644"/>
                </a:lnTo>
                <a:lnTo>
                  <a:pt x="21197" y="17394"/>
                </a:lnTo>
                <a:lnTo>
                  <a:pt x="21359" y="17331"/>
                </a:lnTo>
                <a:lnTo>
                  <a:pt x="21519" y="17204"/>
                </a:lnTo>
                <a:lnTo>
                  <a:pt x="21600" y="17016"/>
                </a:lnTo>
                <a:lnTo>
                  <a:pt x="21519" y="16891"/>
                </a:lnTo>
                <a:lnTo>
                  <a:pt x="21438" y="16702"/>
                </a:lnTo>
                <a:lnTo>
                  <a:pt x="21278" y="16577"/>
                </a:lnTo>
                <a:lnTo>
                  <a:pt x="21118" y="16514"/>
                </a:lnTo>
                <a:lnTo>
                  <a:pt x="20878" y="16514"/>
                </a:lnTo>
                <a:lnTo>
                  <a:pt x="19593" y="16702"/>
                </a:lnTo>
                <a:lnTo>
                  <a:pt x="18227" y="16827"/>
                </a:lnTo>
                <a:lnTo>
                  <a:pt x="16942" y="16827"/>
                </a:lnTo>
                <a:lnTo>
                  <a:pt x="16301" y="16766"/>
                </a:lnTo>
                <a:lnTo>
                  <a:pt x="15979" y="16639"/>
                </a:lnTo>
                <a:lnTo>
                  <a:pt x="15738" y="16514"/>
                </a:lnTo>
                <a:lnTo>
                  <a:pt x="15578" y="16389"/>
                </a:lnTo>
                <a:lnTo>
                  <a:pt x="15497" y="16201"/>
                </a:lnTo>
                <a:lnTo>
                  <a:pt x="15497" y="15258"/>
                </a:lnTo>
                <a:lnTo>
                  <a:pt x="15578" y="14881"/>
                </a:lnTo>
                <a:lnTo>
                  <a:pt x="15657" y="14504"/>
                </a:lnTo>
                <a:lnTo>
                  <a:pt x="15657" y="14128"/>
                </a:lnTo>
                <a:lnTo>
                  <a:pt x="15578" y="13751"/>
                </a:lnTo>
                <a:lnTo>
                  <a:pt x="15416" y="13438"/>
                </a:lnTo>
                <a:lnTo>
                  <a:pt x="15257" y="13123"/>
                </a:lnTo>
                <a:lnTo>
                  <a:pt x="14935" y="12871"/>
                </a:lnTo>
                <a:lnTo>
                  <a:pt x="14613" y="12683"/>
                </a:lnTo>
                <a:lnTo>
                  <a:pt x="14293" y="12558"/>
                </a:lnTo>
                <a:lnTo>
                  <a:pt x="13972" y="12495"/>
                </a:lnTo>
                <a:lnTo>
                  <a:pt x="13571" y="12495"/>
                </a:lnTo>
                <a:lnTo>
                  <a:pt x="13168" y="12558"/>
                </a:lnTo>
                <a:lnTo>
                  <a:pt x="12768" y="12746"/>
                </a:lnTo>
                <a:lnTo>
                  <a:pt x="12365" y="12998"/>
                </a:lnTo>
                <a:lnTo>
                  <a:pt x="12045" y="13375"/>
                </a:lnTo>
                <a:lnTo>
                  <a:pt x="11805" y="13751"/>
                </a:lnTo>
                <a:lnTo>
                  <a:pt x="11564" y="14191"/>
                </a:lnTo>
                <a:lnTo>
                  <a:pt x="11242" y="15008"/>
                </a:lnTo>
                <a:lnTo>
                  <a:pt x="11001" y="15886"/>
                </a:lnTo>
                <a:lnTo>
                  <a:pt x="10920" y="16766"/>
                </a:lnTo>
                <a:lnTo>
                  <a:pt x="11001" y="17644"/>
                </a:lnTo>
                <a:lnTo>
                  <a:pt x="11080" y="18585"/>
                </a:lnTo>
                <a:lnTo>
                  <a:pt x="11080" y="19717"/>
                </a:lnTo>
                <a:lnTo>
                  <a:pt x="11001" y="19967"/>
                </a:lnTo>
                <a:lnTo>
                  <a:pt x="10839" y="20155"/>
                </a:lnTo>
                <a:lnTo>
                  <a:pt x="10680" y="20345"/>
                </a:lnTo>
                <a:lnTo>
                  <a:pt x="10439" y="20470"/>
                </a:lnTo>
                <a:lnTo>
                  <a:pt x="10198" y="20595"/>
                </a:lnTo>
                <a:lnTo>
                  <a:pt x="9876" y="20658"/>
                </a:lnTo>
                <a:lnTo>
                  <a:pt x="9557" y="20658"/>
                </a:lnTo>
                <a:lnTo>
                  <a:pt x="8994" y="20534"/>
                </a:lnTo>
                <a:lnTo>
                  <a:pt x="8351" y="20407"/>
                </a:lnTo>
                <a:lnTo>
                  <a:pt x="8110" y="20282"/>
                </a:lnTo>
                <a:lnTo>
                  <a:pt x="7869" y="20094"/>
                </a:lnTo>
                <a:lnTo>
                  <a:pt x="7790" y="19842"/>
                </a:lnTo>
                <a:lnTo>
                  <a:pt x="7709" y="19590"/>
                </a:lnTo>
                <a:lnTo>
                  <a:pt x="7228" y="17582"/>
                </a:lnTo>
                <a:lnTo>
                  <a:pt x="6906" y="15509"/>
                </a:lnTo>
                <a:lnTo>
                  <a:pt x="6665" y="13500"/>
                </a:lnTo>
                <a:lnTo>
                  <a:pt x="6665" y="12810"/>
                </a:lnTo>
                <a:lnTo>
                  <a:pt x="6584" y="12433"/>
                </a:lnTo>
                <a:lnTo>
                  <a:pt x="6424" y="12056"/>
                </a:lnTo>
                <a:lnTo>
                  <a:pt x="7388" y="12056"/>
                </a:lnTo>
                <a:lnTo>
                  <a:pt x="8272" y="11993"/>
                </a:lnTo>
                <a:lnTo>
                  <a:pt x="9235" y="11930"/>
                </a:lnTo>
                <a:lnTo>
                  <a:pt x="10117" y="11742"/>
                </a:lnTo>
                <a:lnTo>
                  <a:pt x="10520" y="11617"/>
                </a:lnTo>
                <a:lnTo>
                  <a:pt x="10839" y="11428"/>
                </a:lnTo>
                <a:lnTo>
                  <a:pt x="11161" y="11302"/>
                </a:lnTo>
                <a:lnTo>
                  <a:pt x="11402" y="11113"/>
                </a:lnTo>
                <a:lnTo>
                  <a:pt x="11884" y="10612"/>
                </a:lnTo>
                <a:lnTo>
                  <a:pt x="12124" y="10108"/>
                </a:lnTo>
                <a:lnTo>
                  <a:pt x="12365" y="9544"/>
                </a:lnTo>
                <a:lnTo>
                  <a:pt x="12527" y="8917"/>
                </a:lnTo>
                <a:lnTo>
                  <a:pt x="12527" y="8225"/>
                </a:lnTo>
                <a:lnTo>
                  <a:pt x="12446" y="6907"/>
                </a:lnTo>
                <a:lnTo>
                  <a:pt x="12365" y="6091"/>
                </a:lnTo>
                <a:lnTo>
                  <a:pt x="12205" y="5274"/>
                </a:lnTo>
                <a:lnTo>
                  <a:pt x="12124" y="4773"/>
                </a:lnTo>
                <a:lnTo>
                  <a:pt x="12045" y="4583"/>
                </a:lnTo>
                <a:lnTo>
                  <a:pt x="11964" y="4394"/>
                </a:lnTo>
                <a:lnTo>
                  <a:pt x="11884" y="4144"/>
                </a:lnTo>
                <a:lnTo>
                  <a:pt x="11724" y="4018"/>
                </a:lnTo>
                <a:lnTo>
                  <a:pt x="11323" y="3829"/>
                </a:lnTo>
                <a:lnTo>
                  <a:pt x="11001" y="3768"/>
                </a:lnTo>
                <a:lnTo>
                  <a:pt x="10761" y="3768"/>
                </a:lnTo>
                <a:lnTo>
                  <a:pt x="10680" y="3829"/>
                </a:lnTo>
                <a:lnTo>
                  <a:pt x="10038" y="3829"/>
                </a:lnTo>
                <a:lnTo>
                  <a:pt x="10117" y="1381"/>
                </a:lnTo>
                <a:lnTo>
                  <a:pt x="10038" y="942"/>
                </a:lnTo>
                <a:lnTo>
                  <a:pt x="9957" y="753"/>
                </a:lnTo>
                <a:lnTo>
                  <a:pt x="9876" y="565"/>
                </a:lnTo>
                <a:lnTo>
                  <a:pt x="9716" y="440"/>
                </a:lnTo>
                <a:lnTo>
                  <a:pt x="9476" y="377"/>
                </a:lnTo>
                <a:lnTo>
                  <a:pt x="9235" y="313"/>
                </a:lnTo>
                <a:lnTo>
                  <a:pt x="8913" y="377"/>
                </a:lnTo>
                <a:lnTo>
                  <a:pt x="8351" y="565"/>
                </a:lnTo>
                <a:lnTo>
                  <a:pt x="8110" y="690"/>
                </a:lnTo>
                <a:lnTo>
                  <a:pt x="7950" y="878"/>
                </a:lnTo>
                <a:lnTo>
                  <a:pt x="7709" y="1255"/>
                </a:lnTo>
                <a:lnTo>
                  <a:pt x="7549" y="1695"/>
                </a:lnTo>
                <a:lnTo>
                  <a:pt x="7628" y="2260"/>
                </a:lnTo>
                <a:lnTo>
                  <a:pt x="7709" y="2825"/>
                </a:lnTo>
                <a:lnTo>
                  <a:pt x="7790" y="3264"/>
                </a:lnTo>
                <a:lnTo>
                  <a:pt x="8031" y="3704"/>
                </a:lnTo>
                <a:lnTo>
                  <a:pt x="4577" y="3704"/>
                </a:lnTo>
                <a:lnTo>
                  <a:pt x="4498" y="2323"/>
                </a:lnTo>
                <a:lnTo>
                  <a:pt x="4417" y="878"/>
                </a:lnTo>
                <a:lnTo>
                  <a:pt x="4417" y="628"/>
                </a:lnTo>
                <a:lnTo>
                  <a:pt x="4257" y="377"/>
                </a:lnTo>
                <a:lnTo>
                  <a:pt x="4095" y="250"/>
                </a:lnTo>
                <a:lnTo>
                  <a:pt x="3855" y="125"/>
                </a:lnTo>
                <a:lnTo>
                  <a:pt x="3614" y="62"/>
                </a:lnTo>
                <a:lnTo>
                  <a:pt x="3292" y="0"/>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168" name="Google Shape;491;p10"/>
          <p:cNvSpPr/>
          <p:nvPr/>
        </p:nvSpPr>
        <p:spPr>
          <a:xfrm>
            <a:off x="7659647" y="4370224"/>
            <a:ext cx="377709" cy="4265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66" y="0"/>
                </a:moveTo>
                <a:lnTo>
                  <a:pt x="8866" y="53"/>
                </a:lnTo>
                <a:lnTo>
                  <a:pt x="9045" y="1791"/>
                </a:lnTo>
                <a:lnTo>
                  <a:pt x="9103" y="1896"/>
                </a:lnTo>
                <a:lnTo>
                  <a:pt x="9163" y="2002"/>
                </a:lnTo>
                <a:lnTo>
                  <a:pt x="9342" y="2054"/>
                </a:lnTo>
                <a:lnTo>
                  <a:pt x="9462" y="2002"/>
                </a:lnTo>
                <a:lnTo>
                  <a:pt x="10889" y="1264"/>
                </a:lnTo>
                <a:lnTo>
                  <a:pt x="10771" y="1844"/>
                </a:lnTo>
                <a:lnTo>
                  <a:pt x="10711" y="2371"/>
                </a:lnTo>
                <a:lnTo>
                  <a:pt x="10711" y="2950"/>
                </a:lnTo>
                <a:lnTo>
                  <a:pt x="10771" y="3530"/>
                </a:lnTo>
                <a:lnTo>
                  <a:pt x="10829" y="3688"/>
                </a:lnTo>
                <a:lnTo>
                  <a:pt x="10949" y="3740"/>
                </a:lnTo>
                <a:lnTo>
                  <a:pt x="11068" y="3793"/>
                </a:lnTo>
                <a:lnTo>
                  <a:pt x="11186" y="3846"/>
                </a:lnTo>
                <a:lnTo>
                  <a:pt x="11306" y="3793"/>
                </a:lnTo>
                <a:lnTo>
                  <a:pt x="11425" y="3740"/>
                </a:lnTo>
                <a:lnTo>
                  <a:pt x="11485" y="3635"/>
                </a:lnTo>
                <a:lnTo>
                  <a:pt x="11485" y="3530"/>
                </a:lnTo>
                <a:lnTo>
                  <a:pt x="11425" y="3266"/>
                </a:lnTo>
                <a:lnTo>
                  <a:pt x="11364" y="2634"/>
                </a:lnTo>
                <a:lnTo>
                  <a:pt x="11425" y="2002"/>
                </a:lnTo>
                <a:lnTo>
                  <a:pt x="11543" y="1370"/>
                </a:lnTo>
                <a:lnTo>
                  <a:pt x="11721" y="737"/>
                </a:lnTo>
                <a:lnTo>
                  <a:pt x="11663" y="579"/>
                </a:lnTo>
                <a:lnTo>
                  <a:pt x="11603" y="421"/>
                </a:lnTo>
                <a:lnTo>
                  <a:pt x="11425" y="369"/>
                </a:lnTo>
                <a:lnTo>
                  <a:pt x="11246" y="421"/>
                </a:lnTo>
                <a:lnTo>
                  <a:pt x="9580" y="1317"/>
                </a:lnTo>
                <a:lnTo>
                  <a:pt x="9520" y="1001"/>
                </a:lnTo>
                <a:lnTo>
                  <a:pt x="9402" y="685"/>
                </a:lnTo>
                <a:lnTo>
                  <a:pt x="9223" y="316"/>
                </a:lnTo>
                <a:lnTo>
                  <a:pt x="9045" y="0"/>
                </a:lnTo>
                <a:close/>
                <a:moveTo>
                  <a:pt x="14339" y="5479"/>
                </a:moveTo>
                <a:lnTo>
                  <a:pt x="14161" y="5531"/>
                </a:lnTo>
                <a:lnTo>
                  <a:pt x="14043" y="5637"/>
                </a:lnTo>
                <a:lnTo>
                  <a:pt x="13804" y="5953"/>
                </a:lnTo>
                <a:lnTo>
                  <a:pt x="13567" y="6164"/>
                </a:lnTo>
                <a:lnTo>
                  <a:pt x="13209" y="6427"/>
                </a:lnTo>
                <a:lnTo>
                  <a:pt x="12972" y="6690"/>
                </a:lnTo>
                <a:lnTo>
                  <a:pt x="12972" y="6848"/>
                </a:lnTo>
                <a:lnTo>
                  <a:pt x="13030" y="6901"/>
                </a:lnTo>
                <a:lnTo>
                  <a:pt x="13090" y="6954"/>
                </a:lnTo>
                <a:lnTo>
                  <a:pt x="13387" y="6954"/>
                </a:lnTo>
                <a:lnTo>
                  <a:pt x="13626" y="6901"/>
                </a:lnTo>
                <a:lnTo>
                  <a:pt x="13864" y="6796"/>
                </a:lnTo>
                <a:lnTo>
                  <a:pt x="14103" y="6690"/>
                </a:lnTo>
                <a:lnTo>
                  <a:pt x="14459" y="6322"/>
                </a:lnTo>
                <a:lnTo>
                  <a:pt x="14756" y="5953"/>
                </a:lnTo>
                <a:lnTo>
                  <a:pt x="14816" y="5848"/>
                </a:lnTo>
                <a:lnTo>
                  <a:pt x="14816" y="5690"/>
                </a:lnTo>
                <a:lnTo>
                  <a:pt x="14756" y="5584"/>
                </a:lnTo>
                <a:lnTo>
                  <a:pt x="14638" y="5531"/>
                </a:lnTo>
                <a:lnTo>
                  <a:pt x="14459" y="5479"/>
                </a:lnTo>
                <a:close/>
                <a:moveTo>
                  <a:pt x="238" y="4267"/>
                </a:moveTo>
                <a:lnTo>
                  <a:pt x="118" y="4320"/>
                </a:lnTo>
                <a:lnTo>
                  <a:pt x="60" y="4425"/>
                </a:lnTo>
                <a:lnTo>
                  <a:pt x="0" y="4636"/>
                </a:lnTo>
                <a:lnTo>
                  <a:pt x="60" y="5110"/>
                </a:lnTo>
                <a:lnTo>
                  <a:pt x="178" y="5848"/>
                </a:lnTo>
                <a:lnTo>
                  <a:pt x="357" y="6532"/>
                </a:lnTo>
                <a:lnTo>
                  <a:pt x="417" y="6638"/>
                </a:lnTo>
                <a:lnTo>
                  <a:pt x="535" y="6743"/>
                </a:lnTo>
                <a:lnTo>
                  <a:pt x="834" y="6743"/>
                </a:lnTo>
                <a:lnTo>
                  <a:pt x="1904" y="6058"/>
                </a:lnTo>
                <a:lnTo>
                  <a:pt x="2023" y="6954"/>
                </a:lnTo>
                <a:lnTo>
                  <a:pt x="2083" y="7166"/>
                </a:lnTo>
                <a:lnTo>
                  <a:pt x="2143" y="7428"/>
                </a:lnTo>
                <a:lnTo>
                  <a:pt x="2261" y="7639"/>
                </a:lnTo>
                <a:lnTo>
                  <a:pt x="2321" y="7691"/>
                </a:lnTo>
                <a:lnTo>
                  <a:pt x="2500" y="7744"/>
                </a:lnTo>
                <a:lnTo>
                  <a:pt x="2618" y="7744"/>
                </a:lnTo>
                <a:lnTo>
                  <a:pt x="2736" y="7691"/>
                </a:lnTo>
                <a:lnTo>
                  <a:pt x="2797" y="7639"/>
                </a:lnTo>
                <a:lnTo>
                  <a:pt x="2857" y="7533"/>
                </a:lnTo>
                <a:lnTo>
                  <a:pt x="2857" y="7428"/>
                </a:lnTo>
                <a:lnTo>
                  <a:pt x="2797" y="7270"/>
                </a:lnTo>
                <a:lnTo>
                  <a:pt x="2797" y="7217"/>
                </a:lnTo>
                <a:lnTo>
                  <a:pt x="2736" y="7112"/>
                </a:lnTo>
                <a:lnTo>
                  <a:pt x="2678" y="6532"/>
                </a:lnTo>
                <a:lnTo>
                  <a:pt x="2618" y="6006"/>
                </a:lnTo>
                <a:lnTo>
                  <a:pt x="2558" y="5479"/>
                </a:lnTo>
                <a:lnTo>
                  <a:pt x="2558" y="5321"/>
                </a:lnTo>
                <a:lnTo>
                  <a:pt x="2380" y="5215"/>
                </a:lnTo>
                <a:lnTo>
                  <a:pt x="2201" y="5215"/>
                </a:lnTo>
                <a:lnTo>
                  <a:pt x="2023" y="5268"/>
                </a:lnTo>
                <a:lnTo>
                  <a:pt x="1427" y="5584"/>
                </a:lnTo>
                <a:lnTo>
                  <a:pt x="892" y="5953"/>
                </a:lnTo>
                <a:lnTo>
                  <a:pt x="535" y="4741"/>
                </a:lnTo>
                <a:lnTo>
                  <a:pt x="477" y="4425"/>
                </a:lnTo>
                <a:lnTo>
                  <a:pt x="357" y="4267"/>
                </a:lnTo>
                <a:close/>
                <a:moveTo>
                  <a:pt x="13626" y="3846"/>
                </a:moveTo>
                <a:lnTo>
                  <a:pt x="16422" y="7428"/>
                </a:lnTo>
                <a:lnTo>
                  <a:pt x="16482" y="7482"/>
                </a:lnTo>
                <a:lnTo>
                  <a:pt x="16422" y="7533"/>
                </a:lnTo>
                <a:lnTo>
                  <a:pt x="15709" y="8060"/>
                </a:lnTo>
                <a:lnTo>
                  <a:pt x="14935" y="8641"/>
                </a:lnTo>
                <a:lnTo>
                  <a:pt x="14281" y="9061"/>
                </a:lnTo>
                <a:lnTo>
                  <a:pt x="13924" y="8641"/>
                </a:lnTo>
                <a:lnTo>
                  <a:pt x="11306" y="5531"/>
                </a:lnTo>
                <a:lnTo>
                  <a:pt x="12495" y="4794"/>
                </a:lnTo>
                <a:lnTo>
                  <a:pt x="13030" y="4372"/>
                </a:lnTo>
                <a:lnTo>
                  <a:pt x="13567" y="3951"/>
                </a:lnTo>
                <a:lnTo>
                  <a:pt x="13626" y="3846"/>
                </a:lnTo>
                <a:close/>
                <a:moveTo>
                  <a:pt x="4046" y="10378"/>
                </a:moveTo>
                <a:lnTo>
                  <a:pt x="3927" y="10485"/>
                </a:lnTo>
                <a:lnTo>
                  <a:pt x="3927" y="10643"/>
                </a:lnTo>
                <a:lnTo>
                  <a:pt x="4344" y="11326"/>
                </a:lnTo>
                <a:lnTo>
                  <a:pt x="4046" y="11538"/>
                </a:lnTo>
                <a:lnTo>
                  <a:pt x="3987" y="11644"/>
                </a:lnTo>
                <a:lnTo>
                  <a:pt x="3927" y="11802"/>
                </a:lnTo>
                <a:lnTo>
                  <a:pt x="3927" y="11907"/>
                </a:lnTo>
                <a:lnTo>
                  <a:pt x="4046" y="11960"/>
                </a:lnTo>
                <a:lnTo>
                  <a:pt x="4226" y="12011"/>
                </a:lnTo>
                <a:lnTo>
                  <a:pt x="4344" y="11960"/>
                </a:lnTo>
                <a:lnTo>
                  <a:pt x="4641" y="11854"/>
                </a:lnTo>
                <a:lnTo>
                  <a:pt x="4761" y="12011"/>
                </a:lnTo>
                <a:lnTo>
                  <a:pt x="5118" y="12485"/>
                </a:lnTo>
                <a:lnTo>
                  <a:pt x="5355" y="12697"/>
                </a:lnTo>
                <a:lnTo>
                  <a:pt x="5475" y="12750"/>
                </a:lnTo>
                <a:lnTo>
                  <a:pt x="5653" y="12803"/>
                </a:lnTo>
                <a:lnTo>
                  <a:pt x="5771" y="12750"/>
                </a:lnTo>
                <a:lnTo>
                  <a:pt x="5831" y="12643"/>
                </a:lnTo>
                <a:lnTo>
                  <a:pt x="5891" y="12539"/>
                </a:lnTo>
                <a:lnTo>
                  <a:pt x="5831" y="12381"/>
                </a:lnTo>
                <a:lnTo>
                  <a:pt x="5771" y="12118"/>
                </a:lnTo>
                <a:lnTo>
                  <a:pt x="5355" y="11644"/>
                </a:lnTo>
                <a:lnTo>
                  <a:pt x="5236" y="11484"/>
                </a:lnTo>
                <a:lnTo>
                  <a:pt x="5771" y="11064"/>
                </a:lnTo>
                <a:lnTo>
                  <a:pt x="5831" y="10906"/>
                </a:lnTo>
                <a:lnTo>
                  <a:pt x="5831" y="10748"/>
                </a:lnTo>
                <a:lnTo>
                  <a:pt x="5771" y="10643"/>
                </a:lnTo>
                <a:lnTo>
                  <a:pt x="5653" y="10590"/>
                </a:lnTo>
                <a:lnTo>
                  <a:pt x="5535" y="10536"/>
                </a:lnTo>
                <a:lnTo>
                  <a:pt x="5415" y="10536"/>
                </a:lnTo>
                <a:lnTo>
                  <a:pt x="5236" y="10643"/>
                </a:lnTo>
                <a:lnTo>
                  <a:pt x="4819" y="10959"/>
                </a:lnTo>
                <a:lnTo>
                  <a:pt x="4284" y="10432"/>
                </a:lnTo>
                <a:lnTo>
                  <a:pt x="4166" y="10378"/>
                </a:lnTo>
                <a:close/>
                <a:moveTo>
                  <a:pt x="5176" y="8745"/>
                </a:moveTo>
                <a:lnTo>
                  <a:pt x="5831" y="9851"/>
                </a:lnTo>
                <a:lnTo>
                  <a:pt x="6485" y="10906"/>
                </a:lnTo>
                <a:lnTo>
                  <a:pt x="7201" y="11960"/>
                </a:lnTo>
                <a:lnTo>
                  <a:pt x="7973" y="12961"/>
                </a:lnTo>
                <a:lnTo>
                  <a:pt x="7736" y="13066"/>
                </a:lnTo>
                <a:lnTo>
                  <a:pt x="7497" y="13171"/>
                </a:lnTo>
                <a:lnTo>
                  <a:pt x="7081" y="13435"/>
                </a:lnTo>
                <a:lnTo>
                  <a:pt x="6128" y="13961"/>
                </a:lnTo>
                <a:lnTo>
                  <a:pt x="5713" y="14225"/>
                </a:lnTo>
                <a:lnTo>
                  <a:pt x="5535" y="14383"/>
                </a:lnTo>
                <a:lnTo>
                  <a:pt x="5296" y="14436"/>
                </a:lnTo>
                <a:lnTo>
                  <a:pt x="5236" y="14436"/>
                </a:lnTo>
                <a:lnTo>
                  <a:pt x="5176" y="14488"/>
                </a:lnTo>
                <a:lnTo>
                  <a:pt x="5176" y="14594"/>
                </a:lnTo>
                <a:lnTo>
                  <a:pt x="3927" y="12961"/>
                </a:lnTo>
                <a:lnTo>
                  <a:pt x="2857" y="11484"/>
                </a:lnTo>
                <a:lnTo>
                  <a:pt x="1726" y="10062"/>
                </a:lnTo>
                <a:lnTo>
                  <a:pt x="2261" y="9904"/>
                </a:lnTo>
                <a:lnTo>
                  <a:pt x="2797" y="9642"/>
                </a:lnTo>
                <a:lnTo>
                  <a:pt x="3809" y="9166"/>
                </a:lnTo>
                <a:lnTo>
                  <a:pt x="4046" y="9061"/>
                </a:lnTo>
                <a:lnTo>
                  <a:pt x="4284" y="9008"/>
                </a:lnTo>
                <a:lnTo>
                  <a:pt x="4761" y="8957"/>
                </a:lnTo>
                <a:lnTo>
                  <a:pt x="4998" y="8903"/>
                </a:lnTo>
                <a:lnTo>
                  <a:pt x="5176" y="8745"/>
                </a:lnTo>
                <a:close/>
                <a:moveTo>
                  <a:pt x="20648" y="15805"/>
                </a:moveTo>
                <a:lnTo>
                  <a:pt x="20528" y="16121"/>
                </a:lnTo>
                <a:lnTo>
                  <a:pt x="20409" y="15963"/>
                </a:lnTo>
                <a:lnTo>
                  <a:pt x="20648" y="15805"/>
                </a:lnTo>
                <a:close/>
                <a:moveTo>
                  <a:pt x="15648" y="18597"/>
                </a:moveTo>
                <a:lnTo>
                  <a:pt x="15769" y="18808"/>
                </a:lnTo>
                <a:lnTo>
                  <a:pt x="15947" y="19072"/>
                </a:lnTo>
                <a:lnTo>
                  <a:pt x="16125" y="19335"/>
                </a:lnTo>
                <a:lnTo>
                  <a:pt x="16364" y="19493"/>
                </a:lnTo>
                <a:lnTo>
                  <a:pt x="16304" y="19493"/>
                </a:lnTo>
                <a:lnTo>
                  <a:pt x="15648" y="19756"/>
                </a:lnTo>
                <a:lnTo>
                  <a:pt x="15648" y="19598"/>
                </a:lnTo>
                <a:lnTo>
                  <a:pt x="15530" y="19440"/>
                </a:lnTo>
                <a:lnTo>
                  <a:pt x="15292" y="19282"/>
                </a:lnTo>
                <a:lnTo>
                  <a:pt x="15173" y="19072"/>
                </a:lnTo>
                <a:lnTo>
                  <a:pt x="15055" y="18861"/>
                </a:lnTo>
                <a:lnTo>
                  <a:pt x="14995" y="18650"/>
                </a:lnTo>
                <a:lnTo>
                  <a:pt x="15648" y="18597"/>
                </a:lnTo>
                <a:close/>
                <a:moveTo>
                  <a:pt x="10771" y="18439"/>
                </a:moveTo>
                <a:lnTo>
                  <a:pt x="10532" y="19282"/>
                </a:lnTo>
                <a:lnTo>
                  <a:pt x="10412" y="20125"/>
                </a:lnTo>
                <a:lnTo>
                  <a:pt x="10412" y="20336"/>
                </a:lnTo>
                <a:lnTo>
                  <a:pt x="9997" y="20020"/>
                </a:lnTo>
                <a:lnTo>
                  <a:pt x="9937" y="20020"/>
                </a:lnTo>
                <a:lnTo>
                  <a:pt x="9937" y="19598"/>
                </a:lnTo>
                <a:lnTo>
                  <a:pt x="9997" y="19177"/>
                </a:lnTo>
                <a:lnTo>
                  <a:pt x="10115" y="18808"/>
                </a:lnTo>
                <a:lnTo>
                  <a:pt x="10294" y="18492"/>
                </a:lnTo>
                <a:lnTo>
                  <a:pt x="10771" y="18439"/>
                </a:lnTo>
                <a:close/>
                <a:moveTo>
                  <a:pt x="11900" y="18914"/>
                </a:moveTo>
                <a:lnTo>
                  <a:pt x="11781" y="18966"/>
                </a:lnTo>
                <a:lnTo>
                  <a:pt x="11721" y="19019"/>
                </a:lnTo>
                <a:lnTo>
                  <a:pt x="11485" y="19704"/>
                </a:lnTo>
                <a:lnTo>
                  <a:pt x="11364" y="20073"/>
                </a:lnTo>
                <a:lnTo>
                  <a:pt x="11364" y="20547"/>
                </a:lnTo>
                <a:lnTo>
                  <a:pt x="11425" y="20652"/>
                </a:lnTo>
                <a:lnTo>
                  <a:pt x="11543" y="20757"/>
                </a:lnTo>
                <a:lnTo>
                  <a:pt x="11663" y="20810"/>
                </a:lnTo>
                <a:lnTo>
                  <a:pt x="11781" y="20863"/>
                </a:lnTo>
                <a:lnTo>
                  <a:pt x="11900" y="20863"/>
                </a:lnTo>
                <a:lnTo>
                  <a:pt x="12020" y="20757"/>
                </a:lnTo>
                <a:lnTo>
                  <a:pt x="12138" y="20652"/>
                </a:lnTo>
                <a:lnTo>
                  <a:pt x="12138" y="20494"/>
                </a:lnTo>
                <a:lnTo>
                  <a:pt x="12078" y="20336"/>
                </a:lnTo>
                <a:lnTo>
                  <a:pt x="11960" y="20283"/>
                </a:lnTo>
                <a:lnTo>
                  <a:pt x="11960" y="19862"/>
                </a:lnTo>
                <a:lnTo>
                  <a:pt x="12020" y="19072"/>
                </a:lnTo>
                <a:lnTo>
                  <a:pt x="11960" y="18966"/>
                </a:lnTo>
                <a:lnTo>
                  <a:pt x="11900" y="18914"/>
                </a:lnTo>
                <a:close/>
                <a:moveTo>
                  <a:pt x="16899" y="8060"/>
                </a:moveTo>
                <a:lnTo>
                  <a:pt x="18148" y="9642"/>
                </a:lnTo>
                <a:lnTo>
                  <a:pt x="18743" y="10432"/>
                </a:lnTo>
                <a:lnTo>
                  <a:pt x="19339" y="11222"/>
                </a:lnTo>
                <a:lnTo>
                  <a:pt x="19874" y="12169"/>
                </a:lnTo>
                <a:lnTo>
                  <a:pt x="20113" y="12697"/>
                </a:lnTo>
                <a:lnTo>
                  <a:pt x="20349" y="13224"/>
                </a:lnTo>
                <a:lnTo>
                  <a:pt x="20469" y="13751"/>
                </a:lnTo>
                <a:lnTo>
                  <a:pt x="20588" y="14278"/>
                </a:lnTo>
                <a:lnTo>
                  <a:pt x="20648" y="14804"/>
                </a:lnTo>
                <a:lnTo>
                  <a:pt x="20648" y="15331"/>
                </a:lnTo>
                <a:lnTo>
                  <a:pt x="19992" y="15700"/>
                </a:lnTo>
                <a:lnTo>
                  <a:pt x="19932" y="15753"/>
                </a:lnTo>
                <a:lnTo>
                  <a:pt x="19874" y="15858"/>
                </a:lnTo>
                <a:lnTo>
                  <a:pt x="19932" y="15911"/>
                </a:lnTo>
                <a:lnTo>
                  <a:pt x="19992" y="16016"/>
                </a:lnTo>
                <a:lnTo>
                  <a:pt x="20171" y="16332"/>
                </a:lnTo>
                <a:lnTo>
                  <a:pt x="20291" y="16438"/>
                </a:lnTo>
                <a:lnTo>
                  <a:pt x="20409" y="16543"/>
                </a:lnTo>
                <a:lnTo>
                  <a:pt x="20231" y="16912"/>
                </a:lnTo>
                <a:lnTo>
                  <a:pt x="19992" y="17280"/>
                </a:lnTo>
                <a:lnTo>
                  <a:pt x="19219" y="16754"/>
                </a:lnTo>
                <a:lnTo>
                  <a:pt x="19100" y="16701"/>
                </a:lnTo>
                <a:lnTo>
                  <a:pt x="18982" y="16754"/>
                </a:lnTo>
                <a:lnTo>
                  <a:pt x="18922" y="16859"/>
                </a:lnTo>
                <a:lnTo>
                  <a:pt x="18982" y="16964"/>
                </a:lnTo>
                <a:lnTo>
                  <a:pt x="19696" y="17702"/>
                </a:lnTo>
                <a:lnTo>
                  <a:pt x="19219" y="18123"/>
                </a:lnTo>
                <a:lnTo>
                  <a:pt x="19160" y="18018"/>
                </a:lnTo>
                <a:lnTo>
                  <a:pt x="18922" y="17807"/>
                </a:lnTo>
                <a:lnTo>
                  <a:pt x="18683" y="17597"/>
                </a:lnTo>
                <a:lnTo>
                  <a:pt x="18445" y="17333"/>
                </a:lnTo>
                <a:lnTo>
                  <a:pt x="18327" y="17070"/>
                </a:lnTo>
                <a:lnTo>
                  <a:pt x="18208" y="17017"/>
                </a:lnTo>
                <a:lnTo>
                  <a:pt x="18148" y="16964"/>
                </a:lnTo>
                <a:lnTo>
                  <a:pt x="18030" y="17017"/>
                </a:lnTo>
                <a:lnTo>
                  <a:pt x="17970" y="17122"/>
                </a:lnTo>
                <a:lnTo>
                  <a:pt x="17970" y="17386"/>
                </a:lnTo>
                <a:lnTo>
                  <a:pt x="18030" y="17597"/>
                </a:lnTo>
                <a:lnTo>
                  <a:pt x="18148" y="17860"/>
                </a:lnTo>
                <a:lnTo>
                  <a:pt x="18267" y="18071"/>
                </a:lnTo>
                <a:lnTo>
                  <a:pt x="18445" y="18281"/>
                </a:lnTo>
                <a:lnTo>
                  <a:pt x="18683" y="18492"/>
                </a:lnTo>
                <a:lnTo>
                  <a:pt x="18030" y="18808"/>
                </a:lnTo>
                <a:lnTo>
                  <a:pt x="18088" y="18650"/>
                </a:lnTo>
                <a:lnTo>
                  <a:pt x="18088" y="18439"/>
                </a:lnTo>
                <a:lnTo>
                  <a:pt x="17970" y="18334"/>
                </a:lnTo>
                <a:lnTo>
                  <a:pt x="17791" y="18176"/>
                </a:lnTo>
                <a:lnTo>
                  <a:pt x="17731" y="18176"/>
                </a:lnTo>
                <a:lnTo>
                  <a:pt x="17613" y="18229"/>
                </a:lnTo>
                <a:lnTo>
                  <a:pt x="17613" y="18334"/>
                </a:lnTo>
                <a:lnTo>
                  <a:pt x="17553" y="18281"/>
                </a:lnTo>
                <a:lnTo>
                  <a:pt x="17018" y="17860"/>
                </a:lnTo>
                <a:lnTo>
                  <a:pt x="16899" y="17755"/>
                </a:lnTo>
                <a:lnTo>
                  <a:pt x="16779" y="17807"/>
                </a:lnTo>
                <a:lnTo>
                  <a:pt x="16721" y="17913"/>
                </a:lnTo>
                <a:lnTo>
                  <a:pt x="16721" y="18018"/>
                </a:lnTo>
                <a:lnTo>
                  <a:pt x="17018" y="18439"/>
                </a:lnTo>
                <a:lnTo>
                  <a:pt x="17374" y="18966"/>
                </a:lnTo>
                <a:lnTo>
                  <a:pt x="17494" y="19072"/>
                </a:lnTo>
                <a:lnTo>
                  <a:pt x="16839" y="19282"/>
                </a:lnTo>
                <a:lnTo>
                  <a:pt x="16839" y="19177"/>
                </a:lnTo>
                <a:lnTo>
                  <a:pt x="16779" y="19072"/>
                </a:lnTo>
                <a:lnTo>
                  <a:pt x="16601" y="18861"/>
                </a:lnTo>
                <a:lnTo>
                  <a:pt x="16304" y="18545"/>
                </a:lnTo>
                <a:lnTo>
                  <a:pt x="16065" y="18229"/>
                </a:lnTo>
                <a:lnTo>
                  <a:pt x="15947" y="18123"/>
                </a:lnTo>
                <a:lnTo>
                  <a:pt x="15769" y="18123"/>
                </a:lnTo>
                <a:lnTo>
                  <a:pt x="15233" y="18229"/>
                </a:lnTo>
                <a:lnTo>
                  <a:pt x="14756" y="18281"/>
                </a:lnTo>
                <a:lnTo>
                  <a:pt x="14638" y="18334"/>
                </a:lnTo>
                <a:lnTo>
                  <a:pt x="14578" y="18439"/>
                </a:lnTo>
                <a:lnTo>
                  <a:pt x="14578" y="18545"/>
                </a:lnTo>
                <a:lnTo>
                  <a:pt x="14638" y="18650"/>
                </a:lnTo>
                <a:lnTo>
                  <a:pt x="14638" y="19019"/>
                </a:lnTo>
                <a:lnTo>
                  <a:pt x="14756" y="19388"/>
                </a:lnTo>
                <a:lnTo>
                  <a:pt x="14816" y="19598"/>
                </a:lnTo>
                <a:lnTo>
                  <a:pt x="14935" y="19756"/>
                </a:lnTo>
                <a:lnTo>
                  <a:pt x="15113" y="19862"/>
                </a:lnTo>
                <a:lnTo>
                  <a:pt x="15292" y="19915"/>
                </a:lnTo>
                <a:lnTo>
                  <a:pt x="14578" y="20178"/>
                </a:lnTo>
                <a:lnTo>
                  <a:pt x="14518" y="20073"/>
                </a:lnTo>
                <a:lnTo>
                  <a:pt x="14281" y="19967"/>
                </a:lnTo>
                <a:lnTo>
                  <a:pt x="14221" y="19967"/>
                </a:lnTo>
                <a:lnTo>
                  <a:pt x="13983" y="19440"/>
                </a:lnTo>
                <a:lnTo>
                  <a:pt x="13804" y="19230"/>
                </a:lnTo>
                <a:lnTo>
                  <a:pt x="13567" y="18966"/>
                </a:lnTo>
                <a:lnTo>
                  <a:pt x="13507" y="18966"/>
                </a:lnTo>
                <a:lnTo>
                  <a:pt x="13507" y="19388"/>
                </a:lnTo>
                <a:lnTo>
                  <a:pt x="13567" y="19756"/>
                </a:lnTo>
                <a:lnTo>
                  <a:pt x="13804" y="20494"/>
                </a:lnTo>
                <a:lnTo>
                  <a:pt x="13090" y="20757"/>
                </a:lnTo>
                <a:lnTo>
                  <a:pt x="13030" y="20336"/>
                </a:lnTo>
                <a:lnTo>
                  <a:pt x="12912" y="19967"/>
                </a:lnTo>
                <a:lnTo>
                  <a:pt x="12852" y="19440"/>
                </a:lnTo>
                <a:lnTo>
                  <a:pt x="12852" y="18966"/>
                </a:lnTo>
                <a:lnTo>
                  <a:pt x="12794" y="18861"/>
                </a:lnTo>
                <a:lnTo>
                  <a:pt x="12674" y="18808"/>
                </a:lnTo>
                <a:lnTo>
                  <a:pt x="12615" y="18808"/>
                </a:lnTo>
                <a:lnTo>
                  <a:pt x="12495" y="18914"/>
                </a:lnTo>
                <a:lnTo>
                  <a:pt x="12437" y="19440"/>
                </a:lnTo>
                <a:lnTo>
                  <a:pt x="12377" y="19967"/>
                </a:lnTo>
                <a:lnTo>
                  <a:pt x="12437" y="20441"/>
                </a:lnTo>
                <a:lnTo>
                  <a:pt x="12437" y="20652"/>
                </a:lnTo>
                <a:lnTo>
                  <a:pt x="12555" y="20863"/>
                </a:lnTo>
                <a:lnTo>
                  <a:pt x="12138" y="20915"/>
                </a:lnTo>
                <a:lnTo>
                  <a:pt x="11663" y="20863"/>
                </a:lnTo>
                <a:lnTo>
                  <a:pt x="11364" y="20757"/>
                </a:lnTo>
                <a:lnTo>
                  <a:pt x="11008" y="20652"/>
                </a:lnTo>
                <a:lnTo>
                  <a:pt x="11068" y="20336"/>
                </a:lnTo>
                <a:lnTo>
                  <a:pt x="11128" y="19598"/>
                </a:lnTo>
                <a:lnTo>
                  <a:pt x="11128" y="18334"/>
                </a:lnTo>
                <a:lnTo>
                  <a:pt x="11068" y="18229"/>
                </a:lnTo>
                <a:lnTo>
                  <a:pt x="10889" y="18176"/>
                </a:lnTo>
                <a:lnTo>
                  <a:pt x="10294" y="18229"/>
                </a:lnTo>
                <a:lnTo>
                  <a:pt x="10234" y="18176"/>
                </a:lnTo>
                <a:lnTo>
                  <a:pt x="10115" y="18229"/>
                </a:lnTo>
                <a:lnTo>
                  <a:pt x="9877" y="18545"/>
                </a:lnTo>
                <a:lnTo>
                  <a:pt x="9640" y="18861"/>
                </a:lnTo>
                <a:lnTo>
                  <a:pt x="9520" y="19230"/>
                </a:lnTo>
                <a:lnTo>
                  <a:pt x="9402" y="19546"/>
                </a:lnTo>
                <a:lnTo>
                  <a:pt x="8746" y="18966"/>
                </a:lnTo>
                <a:lnTo>
                  <a:pt x="9223" y="18439"/>
                </a:lnTo>
                <a:lnTo>
                  <a:pt x="9640" y="17913"/>
                </a:lnTo>
                <a:lnTo>
                  <a:pt x="9640" y="17649"/>
                </a:lnTo>
                <a:lnTo>
                  <a:pt x="9520" y="17544"/>
                </a:lnTo>
                <a:lnTo>
                  <a:pt x="9223" y="17544"/>
                </a:lnTo>
                <a:lnTo>
                  <a:pt x="9103" y="17649"/>
                </a:lnTo>
                <a:lnTo>
                  <a:pt x="8450" y="18597"/>
                </a:lnTo>
                <a:lnTo>
                  <a:pt x="8033" y="18123"/>
                </a:lnTo>
                <a:lnTo>
                  <a:pt x="8331" y="17913"/>
                </a:lnTo>
                <a:lnTo>
                  <a:pt x="8628" y="17649"/>
                </a:lnTo>
                <a:lnTo>
                  <a:pt x="8866" y="17333"/>
                </a:lnTo>
                <a:lnTo>
                  <a:pt x="9045" y="17017"/>
                </a:lnTo>
                <a:lnTo>
                  <a:pt x="9045" y="16859"/>
                </a:lnTo>
                <a:lnTo>
                  <a:pt x="8985" y="16754"/>
                </a:lnTo>
                <a:lnTo>
                  <a:pt x="8925" y="16701"/>
                </a:lnTo>
                <a:lnTo>
                  <a:pt x="8628" y="16701"/>
                </a:lnTo>
                <a:lnTo>
                  <a:pt x="8568" y="16806"/>
                </a:lnTo>
                <a:lnTo>
                  <a:pt x="7794" y="17807"/>
                </a:lnTo>
                <a:lnTo>
                  <a:pt x="7201" y="17122"/>
                </a:lnTo>
                <a:lnTo>
                  <a:pt x="7379" y="16964"/>
                </a:lnTo>
                <a:lnTo>
                  <a:pt x="7914" y="16385"/>
                </a:lnTo>
                <a:lnTo>
                  <a:pt x="8450" y="15753"/>
                </a:lnTo>
                <a:lnTo>
                  <a:pt x="8450" y="15647"/>
                </a:lnTo>
                <a:lnTo>
                  <a:pt x="8510" y="15595"/>
                </a:lnTo>
                <a:lnTo>
                  <a:pt x="8568" y="15489"/>
                </a:lnTo>
                <a:lnTo>
                  <a:pt x="8568" y="15384"/>
                </a:lnTo>
                <a:lnTo>
                  <a:pt x="8450" y="15279"/>
                </a:lnTo>
                <a:lnTo>
                  <a:pt x="8271" y="15226"/>
                </a:lnTo>
                <a:lnTo>
                  <a:pt x="8153" y="15226"/>
                </a:lnTo>
                <a:lnTo>
                  <a:pt x="8033" y="15279"/>
                </a:lnTo>
                <a:lnTo>
                  <a:pt x="7379" y="16121"/>
                </a:lnTo>
                <a:lnTo>
                  <a:pt x="7022" y="16596"/>
                </a:lnTo>
                <a:lnTo>
                  <a:pt x="6962" y="16490"/>
                </a:lnTo>
                <a:lnTo>
                  <a:pt x="6724" y="16490"/>
                </a:lnTo>
                <a:lnTo>
                  <a:pt x="6307" y="16016"/>
                </a:lnTo>
                <a:lnTo>
                  <a:pt x="7022" y="15542"/>
                </a:lnTo>
                <a:lnTo>
                  <a:pt x="7379" y="15331"/>
                </a:lnTo>
                <a:lnTo>
                  <a:pt x="7676" y="15015"/>
                </a:lnTo>
                <a:lnTo>
                  <a:pt x="7736" y="14962"/>
                </a:lnTo>
                <a:lnTo>
                  <a:pt x="7794" y="14857"/>
                </a:lnTo>
                <a:lnTo>
                  <a:pt x="7676" y="14699"/>
                </a:lnTo>
                <a:lnTo>
                  <a:pt x="7557" y="14594"/>
                </a:lnTo>
                <a:lnTo>
                  <a:pt x="7437" y="14594"/>
                </a:lnTo>
                <a:lnTo>
                  <a:pt x="7319" y="14646"/>
                </a:lnTo>
                <a:lnTo>
                  <a:pt x="6962" y="14857"/>
                </a:lnTo>
                <a:lnTo>
                  <a:pt x="6605" y="15120"/>
                </a:lnTo>
                <a:lnTo>
                  <a:pt x="6010" y="15647"/>
                </a:lnTo>
                <a:lnTo>
                  <a:pt x="5282" y="14704"/>
                </a:lnTo>
                <a:lnTo>
                  <a:pt x="5653" y="14752"/>
                </a:lnTo>
                <a:lnTo>
                  <a:pt x="6070" y="14699"/>
                </a:lnTo>
                <a:lnTo>
                  <a:pt x="6307" y="14594"/>
                </a:lnTo>
                <a:lnTo>
                  <a:pt x="6605" y="14436"/>
                </a:lnTo>
                <a:lnTo>
                  <a:pt x="7081" y="14172"/>
                </a:lnTo>
                <a:lnTo>
                  <a:pt x="7736" y="13856"/>
                </a:lnTo>
                <a:lnTo>
                  <a:pt x="8093" y="13698"/>
                </a:lnTo>
                <a:lnTo>
                  <a:pt x="8390" y="13487"/>
                </a:lnTo>
                <a:lnTo>
                  <a:pt x="9819" y="15331"/>
                </a:lnTo>
                <a:lnTo>
                  <a:pt x="10354" y="15963"/>
                </a:lnTo>
                <a:lnTo>
                  <a:pt x="10889" y="16596"/>
                </a:lnTo>
                <a:lnTo>
                  <a:pt x="11186" y="16859"/>
                </a:lnTo>
                <a:lnTo>
                  <a:pt x="11543" y="17122"/>
                </a:lnTo>
                <a:lnTo>
                  <a:pt x="11900" y="17333"/>
                </a:lnTo>
                <a:lnTo>
                  <a:pt x="12317" y="17491"/>
                </a:lnTo>
                <a:lnTo>
                  <a:pt x="12674" y="17597"/>
                </a:lnTo>
                <a:lnTo>
                  <a:pt x="13090" y="17649"/>
                </a:lnTo>
                <a:lnTo>
                  <a:pt x="13864" y="17649"/>
                </a:lnTo>
                <a:lnTo>
                  <a:pt x="14221" y="17597"/>
                </a:lnTo>
                <a:lnTo>
                  <a:pt x="14578" y="17491"/>
                </a:lnTo>
                <a:lnTo>
                  <a:pt x="14935" y="17386"/>
                </a:lnTo>
                <a:lnTo>
                  <a:pt x="15292" y="17228"/>
                </a:lnTo>
                <a:lnTo>
                  <a:pt x="15709" y="17017"/>
                </a:lnTo>
                <a:lnTo>
                  <a:pt x="16005" y="16754"/>
                </a:lnTo>
                <a:lnTo>
                  <a:pt x="16304" y="16490"/>
                </a:lnTo>
                <a:lnTo>
                  <a:pt x="16542" y="16174"/>
                </a:lnTo>
                <a:lnTo>
                  <a:pt x="16721" y="15858"/>
                </a:lnTo>
                <a:lnTo>
                  <a:pt x="16899" y="15542"/>
                </a:lnTo>
                <a:lnTo>
                  <a:pt x="17018" y="15173"/>
                </a:lnTo>
                <a:lnTo>
                  <a:pt x="17078" y="14857"/>
                </a:lnTo>
                <a:lnTo>
                  <a:pt x="17136" y="14120"/>
                </a:lnTo>
                <a:lnTo>
                  <a:pt x="17078" y="13382"/>
                </a:lnTo>
                <a:lnTo>
                  <a:pt x="16899" y="12643"/>
                </a:lnTo>
                <a:lnTo>
                  <a:pt x="16601" y="11960"/>
                </a:lnTo>
                <a:lnTo>
                  <a:pt x="16185" y="11326"/>
                </a:lnTo>
                <a:lnTo>
                  <a:pt x="15709" y="10748"/>
                </a:lnTo>
                <a:lnTo>
                  <a:pt x="14756" y="9535"/>
                </a:lnTo>
                <a:lnTo>
                  <a:pt x="15173" y="9326"/>
                </a:lnTo>
                <a:lnTo>
                  <a:pt x="15530" y="9115"/>
                </a:lnTo>
                <a:lnTo>
                  <a:pt x="16244" y="8587"/>
                </a:lnTo>
                <a:lnTo>
                  <a:pt x="16899" y="8060"/>
                </a:lnTo>
                <a:close/>
                <a:moveTo>
                  <a:pt x="13626" y="2950"/>
                </a:moveTo>
                <a:lnTo>
                  <a:pt x="13447" y="3003"/>
                </a:lnTo>
                <a:lnTo>
                  <a:pt x="13329" y="3108"/>
                </a:lnTo>
                <a:lnTo>
                  <a:pt x="13269" y="3161"/>
                </a:lnTo>
                <a:lnTo>
                  <a:pt x="13269" y="3424"/>
                </a:lnTo>
                <a:lnTo>
                  <a:pt x="13150" y="3477"/>
                </a:lnTo>
                <a:lnTo>
                  <a:pt x="13030" y="3530"/>
                </a:lnTo>
                <a:lnTo>
                  <a:pt x="11841" y="4372"/>
                </a:lnTo>
                <a:lnTo>
                  <a:pt x="11186" y="4794"/>
                </a:lnTo>
                <a:lnTo>
                  <a:pt x="10591" y="5163"/>
                </a:lnTo>
                <a:lnTo>
                  <a:pt x="10472" y="5268"/>
                </a:lnTo>
                <a:lnTo>
                  <a:pt x="10412" y="5373"/>
                </a:lnTo>
                <a:lnTo>
                  <a:pt x="10412" y="5637"/>
                </a:lnTo>
                <a:lnTo>
                  <a:pt x="13864" y="9589"/>
                </a:lnTo>
                <a:lnTo>
                  <a:pt x="13864" y="9693"/>
                </a:lnTo>
                <a:lnTo>
                  <a:pt x="13983" y="9746"/>
                </a:lnTo>
                <a:lnTo>
                  <a:pt x="15233" y="11275"/>
                </a:lnTo>
                <a:lnTo>
                  <a:pt x="15709" y="11907"/>
                </a:lnTo>
                <a:lnTo>
                  <a:pt x="16065" y="12592"/>
                </a:lnTo>
                <a:lnTo>
                  <a:pt x="16244" y="12961"/>
                </a:lnTo>
                <a:lnTo>
                  <a:pt x="16364" y="13329"/>
                </a:lnTo>
                <a:lnTo>
                  <a:pt x="16422" y="13698"/>
                </a:lnTo>
                <a:lnTo>
                  <a:pt x="16422" y="14488"/>
                </a:lnTo>
                <a:lnTo>
                  <a:pt x="16364" y="14804"/>
                </a:lnTo>
                <a:lnTo>
                  <a:pt x="16244" y="15173"/>
                </a:lnTo>
                <a:lnTo>
                  <a:pt x="16065" y="15489"/>
                </a:lnTo>
                <a:lnTo>
                  <a:pt x="15887" y="15805"/>
                </a:lnTo>
                <a:lnTo>
                  <a:pt x="15648" y="16069"/>
                </a:lnTo>
                <a:lnTo>
                  <a:pt x="15352" y="16332"/>
                </a:lnTo>
                <a:lnTo>
                  <a:pt x="15055" y="16596"/>
                </a:lnTo>
                <a:lnTo>
                  <a:pt x="14756" y="16754"/>
                </a:lnTo>
                <a:lnTo>
                  <a:pt x="14399" y="16859"/>
                </a:lnTo>
                <a:lnTo>
                  <a:pt x="14043" y="16912"/>
                </a:lnTo>
                <a:lnTo>
                  <a:pt x="13686" y="16964"/>
                </a:lnTo>
                <a:lnTo>
                  <a:pt x="12972" y="16964"/>
                </a:lnTo>
                <a:lnTo>
                  <a:pt x="12674" y="16859"/>
                </a:lnTo>
                <a:lnTo>
                  <a:pt x="12317" y="16754"/>
                </a:lnTo>
                <a:lnTo>
                  <a:pt x="11960" y="16543"/>
                </a:lnTo>
                <a:lnTo>
                  <a:pt x="11603" y="16332"/>
                </a:lnTo>
                <a:lnTo>
                  <a:pt x="11306" y="16016"/>
                </a:lnTo>
                <a:lnTo>
                  <a:pt x="11068" y="15700"/>
                </a:lnTo>
                <a:lnTo>
                  <a:pt x="9819" y="14225"/>
                </a:lnTo>
                <a:lnTo>
                  <a:pt x="8688" y="12750"/>
                </a:lnTo>
                <a:lnTo>
                  <a:pt x="7557" y="11222"/>
                </a:lnTo>
                <a:lnTo>
                  <a:pt x="6545" y="9642"/>
                </a:lnTo>
                <a:lnTo>
                  <a:pt x="6070" y="8850"/>
                </a:lnTo>
                <a:lnTo>
                  <a:pt x="5653" y="8060"/>
                </a:lnTo>
                <a:lnTo>
                  <a:pt x="5535" y="7955"/>
                </a:lnTo>
                <a:lnTo>
                  <a:pt x="5355" y="7902"/>
                </a:lnTo>
                <a:lnTo>
                  <a:pt x="5176" y="7902"/>
                </a:lnTo>
                <a:lnTo>
                  <a:pt x="5058" y="8007"/>
                </a:lnTo>
                <a:lnTo>
                  <a:pt x="4879" y="8167"/>
                </a:lnTo>
                <a:lnTo>
                  <a:pt x="4641" y="8271"/>
                </a:lnTo>
                <a:lnTo>
                  <a:pt x="4404" y="8376"/>
                </a:lnTo>
                <a:lnTo>
                  <a:pt x="4166" y="8376"/>
                </a:lnTo>
                <a:lnTo>
                  <a:pt x="3927" y="8429"/>
                </a:lnTo>
                <a:lnTo>
                  <a:pt x="3689" y="8483"/>
                </a:lnTo>
                <a:lnTo>
                  <a:pt x="3273" y="8692"/>
                </a:lnTo>
                <a:lnTo>
                  <a:pt x="2321" y="9219"/>
                </a:lnTo>
                <a:lnTo>
                  <a:pt x="1844" y="9484"/>
                </a:lnTo>
                <a:lnTo>
                  <a:pt x="1427" y="9800"/>
                </a:lnTo>
                <a:lnTo>
                  <a:pt x="1249" y="9800"/>
                </a:lnTo>
                <a:lnTo>
                  <a:pt x="1131" y="9904"/>
                </a:lnTo>
                <a:lnTo>
                  <a:pt x="1071" y="10009"/>
                </a:lnTo>
                <a:lnTo>
                  <a:pt x="1131" y="10167"/>
                </a:lnTo>
                <a:lnTo>
                  <a:pt x="1786" y="11222"/>
                </a:lnTo>
                <a:lnTo>
                  <a:pt x="2500" y="12276"/>
                </a:lnTo>
                <a:lnTo>
                  <a:pt x="3987" y="14278"/>
                </a:lnTo>
                <a:lnTo>
                  <a:pt x="5535" y="16279"/>
                </a:lnTo>
                <a:lnTo>
                  <a:pt x="7141" y="18229"/>
                </a:lnTo>
                <a:lnTo>
                  <a:pt x="8093" y="19282"/>
                </a:lnTo>
                <a:lnTo>
                  <a:pt x="8033" y="19282"/>
                </a:lnTo>
                <a:lnTo>
                  <a:pt x="8033" y="19388"/>
                </a:lnTo>
                <a:lnTo>
                  <a:pt x="8093" y="19440"/>
                </a:lnTo>
                <a:lnTo>
                  <a:pt x="8153" y="19493"/>
                </a:lnTo>
                <a:lnTo>
                  <a:pt x="8271" y="19440"/>
                </a:lnTo>
                <a:lnTo>
                  <a:pt x="8806" y="20020"/>
                </a:lnTo>
                <a:lnTo>
                  <a:pt x="9402" y="20547"/>
                </a:lnTo>
                <a:lnTo>
                  <a:pt x="9462" y="20599"/>
                </a:lnTo>
                <a:lnTo>
                  <a:pt x="9580" y="20652"/>
                </a:lnTo>
                <a:lnTo>
                  <a:pt x="9937" y="20915"/>
                </a:lnTo>
                <a:lnTo>
                  <a:pt x="10354" y="21126"/>
                </a:lnTo>
                <a:lnTo>
                  <a:pt x="10771" y="21337"/>
                </a:lnTo>
                <a:lnTo>
                  <a:pt x="11246" y="21495"/>
                </a:lnTo>
                <a:lnTo>
                  <a:pt x="11721" y="21600"/>
                </a:lnTo>
                <a:lnTo>
                  <a:pt x="12734" y="21600"/>
                </a:lnTo>
                <a:lnTo>
                  <a:pt x="13269" y="21495"/>
                </a:lnTo>
                <a:lnTo>
                  <a:pt x="13804" y="21284"/>
                </a:lnTo>
                <a:lnTo>
                  <a:pt x="14399" y="21073"/>
                </a:lnTo>
                <a:lnTo>
                  <a:pt x="15530" y="20599"/>
                </a:lnTo>
                <a:lnTo>
                  <a:pt x="18030" y="19651"/>
                </a:lnTo>
                <a:lnTo>
                  <a:pt x="18803" y="19282"/>
                </a:lnTo>
                <a:lnTo>
                  <a:pt x="19457" y="18914"/>
                </a:lnTo>
                <a:lnTo>
                  <a:pt x="20113" y="18439"/>
                </a:lnTo>
                <a:lnTo>
                  <a:pt x="20648" y="17860"/>
                </a:lnTo>
                <a:lnTo>
                  <a:pt x="20945" y="17438"/>
                </a:lnTo>
                <a:lnTo>
                  <a:pt x="21183" y="17017"/>
                </a:lnTo>
                <a:lnTo>
                  <a:pt x="21362" y="16543"/>
                </a:lnTo>
                <a:lnTo>
                  <a:pt x="21480" y="16069"/>
                </a:lnTo>
                <a:lnTo>
                  <a:pt x="21540" y="15595"/>
                </a:lnTo>
                <a:lnTo>
                  <a:pt x="21600" y="15120"/>
                </a:lnTo>
                <a:lnTo>
                  <a:pt x="21540" y="14646"/>
                </a:lnTo>
                <a:lnTo>
                  <a:pt x="21480" y="14172"/>
                </a:lnTo>
                <a:lnTo>
                  <a:pt x="21362" y="13698"/>
                </a:lnTo>
                <a:lnTo>
                  <a:pt x="21242" y="13224"/>
                </a:lnTo>
                <a:lnTo>
                  <a:pt x="20885" y="12327"/>
                </a:lnTo>
                <a:lnTo>
                  <a:pt x="20409" y="11433"/>
                </a:lnTo>
                <a:lnTo>
                  <a:pt x="19874" y="10590"/>
                </a:lnTo>
                <a:lnTo>
                  <a:pt x="19279" y="9800"/>
                </a:lnTo>
                <a:lnTo>
                  <a:pt x="16661" y="6427"/>
                </a:lnTo>
                <a:lnTo>
                  <a:pt x="14043" y="3108"/>
                </a:lnTo>
                <a:lnTo>
                  <a:pt x="13924" y="3003"/>
                </a:lnTo>
                <a:lnTo>
                  <a:pt x="13746" y="2950"/>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169" name="Google Shape;492;p10"/>
          <p:cNvSpPr/>
          <p:nvPr/>
        </p:nvSpPr>
        <p:spPr>
          <a:xfrm>
            <a:off x="8797587" y="3078732"/>
            <a:ext cx="386021" cy="25803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453" y="0"/>
                </a:moveTo>
                <a:lnTo>
                  <a:pt x="7279" y="176"/>
                </a:lnTo>
                <a:lnTo>
                  <a:pt x="6755" y="1045"/>
                </a:lnTo>
                <a:lnTo>
                  <a:pt x="6347" y="2004"/>
                </a:lnTo>
                <a:lnTo>
                  <a:pt x="5939" y="2961"/>
                </a:lnTo>
                <a:lnTo>
                  <a:pt x="5590" y="4008"/>
                </a:lnTo>
                <a:lnTo>
                  <a:pt x="5300" y="5053"/>
                </a:lnTo>
                <a:lnTo>
                  <a:pt x="5123" y="6185"/>
                </a:lnTo>
                <a:lnTo>
                  <a:pt x="4949" y="7316"/>
                </a:lnTo>
                <a:lnTo>
                  <a:pt x="4833" y="8536"/>
                </a:lnTo>
                <a:lnTo>
                  <a:pt x="4774" y="9146"/>
                </a:lnTo>
                <a:lnTo>
                  <a:pt x="4658" y="9669"/>
                </a:lnTo>
                <a:lnTo>
                  <a:pt x="4484" y="10279"/>
                </a:lnTo>
                <a:lnTo>
                  <a:pt x="4250" y="10713"/>
                </a:lnTo>
                <a:lnTo>
                  <a:pt x="4135" y="10975"/>
                </a:lnTo>
                <a:lnTo>
                  <a:pt x="3960" y="11062"/>
                </a:lnTo>
                <a:lnTo>
                  <a:pt x="3611" y="11236"/>
                </a:lnTo>
                <a:lnTo>
                  <a:pt x="2912" y="11236"/>
                </a:lnTo>
                <a:lnTo>
                  <a:pt x="2446" y="11062"/>
                </a:lnTo>
                <a:lnTo>
                  <a:pt x="1573" y="11062"/>
                </a:lnTo>
                <a:lnTo>
                  <a:pt x="1398" y="11236"/>
                </a:lnTo>
                <a:lnTo>
                  <a:pt x="1224" y="11324"/>
                </a:lnTo>
                <a:lnTo>
                  <a:pt x="932" y="11236"/>
                </a:lnTo>
                <a:lnTo>
                  <a:pt x="641" y="11236"/>
                </a:lnTo>
                <a:lnTo>
                  <a:pt x="408" y="11409"/>
                </a:lnTo>
                <a:lnTo>
                  <a:pt x="117" y="11585"/>
                </a:lnTo>
                <a:lnTo>
                  <a:pt x="59" y="11758"/>
                </a:lnTo>
                <a:lnTo>
                  <a:pt x="0" y="11934"/>
                </a:lnTo>
                <a:lnTo>
                  <a:pt x="0" y="12280"/>
                </a:lnTo>
                <a:lnTo>
                  <a:pt x="59" y="12368"/>
                </a:lnTo>
                <a:lnTo>
                  <a:pt x="117" y="12456"/>
                </a:lnTo>
                <a:lnTo>
                  <a:pt x="233" y="12542"/>
                </a:lnTo>
                <a:lnTo>
                  <a:pt x="351" y="12456"/>
                </a:lnTo>
                <a:lnTo>
                  <a:pt x="816" y="12280"/>
                </a:lnTo>
                <a:lnTo>
                  <a:pt x="932" y="12542"/>
                </a:lnTo>
                <a:lnTo>
                  <a:pt x="1106" y="12717"/>
                </a:lnTo>
                <a:lnTo>
                  <a:pt x="1281" y="12717"/>
                </a:lnTo>
                <a:lnTo>
                  <a:pt x="1398" y="12629"/>
                </a:lnTo>
                <a:lnTo>
                  <a:pt x="1457" y="12542"/>
                </a:lnTo>
                <a:lnTo>
                  <a:pt x="1573" y="12368"/>
                </a:lnTo>
                <a:lnTo>
                  <a:pt x="1689" y="12280"/>
                </a:lnTo>
                <a:lnTo>
                  <a:pt x="1981" y="12195"/>
                </a:lnTo>
                <a:lnTo>
                  <a:pt x="2271" y="12280"/>
                </a:lnTo>
                <a:lnTo>
                  <a:pt x="2562" y="12368"/>
                </a:lnTo>
                <a:lnTo>
                  <a:pt x="3144" y="12542"/>
                </a:lnTo>
                <a:lnTo>
                  <a:pt x="3493" y="12542"/>
                </a:lnTo>
                <a:lnTo>
                  <a:pt x="3785" y="12456"/>
                </a:lnTo>
                <a:lnTo>
                  <a:pt x="4135" y="12368"/>
                </a:lnTo>
                <a:lnTo>
                  <a:pt x="4368" y="12195"/>
                </a:lnTo>
                <a:lnTo>
                  <a:pt x="4658" y="11934"/>
                </a:lnTo>
                <a:lnTo>
                  <a:pt x="4892" y="11585"/>
                </a:lnTo>
                <a:lnTo>
                  <a:pt x="5066" y="11236"/>
                </a:lnTo>
                <a:lnTo>
                  <a:pt x="5241" y="10801"/>
                </a:lnTo>
                <a:lnTo>
                  <a:pt x="5474" y="9930"/>
                </a:lnTo>
                <a:lnTo>
                  <a:pt x="5590" y="9320"/>
                </a:lnTo>
                <a:lnTo>
                  <a:pt x="5649" y="8709"/>
                </a:lnTo>
                <a:lnTo>
                  <a:pt x="5765" y="7403"/>
                </a:lnTo>
                <a:lnTo>
                  <a:pt x="5939" y="6271"/>
                </a:lnTo>
                <a:lnTo>
                  <a:pt x="6173" y="5226"/>
                </a:lnTo>
                <a:lnTo>
                  <a:pt x="6404" y="4355"/>
                </a:lnTo>
                <a:lnTo>
                  <a:pt x="6696" y="3483"/>
                </a:lnTo>
                <a:lnTo>
                  <a:pt x="6987" y="2700"/>
                </a:lnTo>
                <a:lnTo>
                  <a:pt x="7395" y="2004"/>
                </a:lnTo>
                <a:lnTo>
                  <a:pt x="8211" y="6793"/>
                </a:lnTo>
                <a:lnTo>
                  <a:pt x="8966" y="11497"/>
                </a:lnTo>
                <a:lnTo>
                  <a:pt x="9723" y="16288"/>
                </a:lnTo>
                <a:lnTo>
                  <a:pt x="10423" y="21165"/>
                </a:lnTo>
                <a:lnTo>
                  <a:pt x="10480" y="21339"/>
                </a:lnTo>
                <a:lnTo>
                  <a:pt x="10655" y="21515"/>
                </a:lnTo>
                <a:lnTo>
                  <a:pt x="10772" y="21600"/>
                </a:lnTo>
                <a:lnTo>
                  <a:pt x="10947" y="21600"/>
                </a:lnTo>
                <a:lnTo>
                  <a:pt x="11353" y="21339"/>
                </a:lnTo>
                <a:lnTo>
                  <a:pt x="11704" y="20904"/>
                </a:lnTo>
                <a:lnTo>
                  <a:pt x="11936" y="20467"/>
                </a:lnTo>
                <a:lnTo>
                  <a:pt x="12169" y="19860"/>
                </a:lnTo>
                <a:lnTo>
                  <a:pt x="12402" y="18988"/>
                </a:lnTo>
                <a:lnTo>
                  <a:pt x="12577" y="18029"/>
                </a:lnTo>
                <a:lnTo>
                  <a:pt x="12985" y="16201"/>
                </a:lnTo>
                <a:lnTo>
                  <a:pt x="14381" y="9407"/>
                </a:lnTo>
                <a:lnTo>
                  <a:pt x="14615" y="10540"/>
                </a:lnTo>
                <a:lnTo>
                  <a:pt x="14789" y="11758"/>
                </a:lnTo>
                <a:lnTo>
                  <a:pt x="14789" y="12019"/>
                </a:lnTo>
                <a:lnTo>
                  <a:pt x="14905" y="12195"/>
                </a:lnTo>
                <a:lnTo>
                  <a:pt x="15021" y="12368"/>
                </a:lnTo>
                <a:lnTo>
                  <a:pt x="15196" y="12368"/>
                </a:lnTo>
                <a:lnTo>
                  <a:pt x="19097" y="12019"/>
                </a:lnTo>
                <a:lnTo>
                  <a:pt x="19156" y="12195"/>
                </a:lnTo>
                <a:lnTo>
                  <a:pt x="19213" y="12368"/>
                </a:lnTo>
                <a:lnTo>
                  <a:pt x="19564" y="12717"/>
                </a:lnTo>
                <a:lnTo>
                  <a:pt x="19970" y="12891"/>
                </a:lnTo>
                <a:lnTo>
                  <a:pt x="20029" y="12979"/>
                </a:lnTo>
                <a:lnTo>
                  <a:pt x="20494" y="12979"/>
                </a:lnTo>
                <a:lnTo>
                  <a:pt x="20727" y="12891"/>
                </a:lnTo>
                <a:lnTo>
                  <a:pt x="20960" y="12629"/>
                </a:lnTo>
                <a:lnTo>
                  <a:pt x="21135" y="12368"/>
                </a:lnTo>
                <a:lnTo>
                  <a:pt x="21310" y="12019"/>
                </a:lnTo>
                <a:lnTo>
                  <a:pt x="21484" y="11670"/>
                </a:lnTo>
                <a:lnTo>
                  <a:pt x="21600" y="11236"/>
                </a:lnTo>
                <a:lnTo>
                  <a:pt x="21600" y="10801"/>
                </a:lnTo>
                <a:lnTo>
                  <a:pt x="21484" y="10540"/>
                </a:lnTo>
                <a:lnTo>
                  <a:pt x="21310" y="10191"/>
                </a:lnTo>
                <a:lnTo>
                  <a:pt x="21076" y="10018"/>
                </a:lnTo>
                <a:lnTo>
                  <a:pt x="20844" y="9842"/>
                </a:lnTo>
                <a:lnTo>
                  <a:pt x="20552" y="9669"/>
                </a:lnTo>
                <a:lnTo>
                  <a:pt x="20319" y="9669"/>
                </a:lnTo>
                <a:lnTo>
                  <a:pt x="20029" y="9754"/>
                </a:lnTo>
                <a:lnTo>
                  <a:pt x="19738" y="9930"/>
                </a:lnTo>
                <a:lnTo>
                  <a:pt x="19564" y="10103"/>
                </a:lnTo>
                <a:lnTo>
                  <a:pt x="19446" y="10279"/>
                </a:lnTo>
                <a:lnTo>
                  <a:pt x="19272" y="10713"/>
                </a:lnTo>
                <a:lnTo>
                  <a:pt x="15545" y="11062"/>
                </a:lnTo>
                <a:lnTo>
                  <a:pt x="15429" y="10103"/>
                </a:lnTo>
                <a:lnTo>
                  <a:pt x="15254" y="9146"/>
                </a:lnTo>
                <a:lnTo>
                  <a:pt x="15021" y="8187"/>
                </a:lnTo>
                <a:lnTo>
                  <a:pt x="14731" y="7230"/>
                </a:lnTo>
                <a:lnTo>
                  <a:pt x="14615" y="7054"/>
                </a:lnTo>
                <a:lnTo>
                  <a:pt x="14497" y="6969"/>
                </a:lnTo>
                <a:lnTo>
                  <a:pt x="14264" y="6969"/>
                </a:lnTo>
                <a:lnTo>
                  <a:pt x="14032" y="7054"/>
                </a:lnTo>
                <a:lnTo>
                  <a:pt x="13974" y="7230"/>
                </a:lnTo>
                <a:lnTo>
                  <a:pt x="13915" y="7403"/>
                </a:lnTo>
                <a:lnTo>
                  <a:pt x="12459" y="14284"/>
                </a:lnTo>
                <a:lnTo>
                  <a:pt x="11704" y="17943"/>
                </a:lnTo>
                <a:lnTo>
                  <a:pt x="11471" y="18988"/>
                </a:lnTo>
                <a:lnTo>
                  <a:pt x="11353" y="19511"/>
                </a:lnTo>
                <a:lnTo>
                  <a:pt x="11121" y="19945"/>
                </a:lnTo>
                <a:lnTo>
                  <a:pt x="10423" y="15068"/>
                </a:lnTo>
                <a:lnTo>
                  <a:pt x="9666" y="10191"/>
                </a:lnTo>
                <a:lnTo>
                  <a:pt x="8850" y="5314"/>
                </a:lnTo>
                <a:lnTo>
                  <a:pt x="7977" y="522"/>
                </a:lnTo>
                <a:lnTo>
                  <a:pt x="7861" y="176"/>
                </a:lnTo>
                <a:lnTo>
                  <a:pt x="7685" y="88"/>
                </a:lnTo>
                <a:lnTo>
                  <a:pt x="7453" y="0"/>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170" name="Google Shape;493;p10"/>
          <p:cNvSpPr/>
          <p:nvPr/>
        </p:nvSpPr>
        <p:spPr>
          <a:xfrm>
            <a:off x="7782448" y="4885132"/>
            <a:ext cx="174787" cy="1872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885" y="0"/>
                </a:moveTo>
                <a:lnTo>
                  <a:pt x="13759" y="121"/>
                </a:lnTo>
                <a:lnTo>
                  <a:pt x="13629" y="242"/>
                </a:lnTo>
                <a:lnTo>
                  <a:pt x="13629" y="481"/>
                </a:lnTo>
                <a:lnTo>
                  <a:pt x="12342" y="1560"/>
                </a:lnTo>
                <a:lnTo>
                  <a:pt x="11315" y="2640"/>
                </a:lnTo>
                <a:lnTo>
                  <a:pt x="9769" y="4200"/>
                </a:lnTo>
                <a:lnTo>
                  <a:pt x="8613" y="5401"/>
                </a:lnTo>
                <a:lnTo>
                  <a:pt x="7712" y="5162"/>
                </a:lnTo>
                <a:lnTo>
                  <a:pt x="4627" y="4321"/>
                </a:lnTo>
                <a:lnTo>
                  <a:pt x="3986" y="4200"/>
                </a:lnTo>
                <a:lnTo>
                  <a:pt x="2829" y="3961"/>
                </a:lnTo>
                <a:lnTo>
                  <a:pt x="2314" y="3840"/>
                </a:lnTo>
                <a:lnTo>
                  <a:pt x="1798" y="3961"/>
                </a:lnTo>
                <a:lnTo>
                  <a:pt x="1542" y="4083"/>
                </a:lnTo>
                <a:lnTo>
                  <a:pt x="1542" y="4442"/>
                </a:lnTo>
                <a:lnTo>
                  <a:pt x="1669" y="4802"/>
                </a:lnTo>
                <a:lnTo>
                  <a:pt x="1928" y="5041"/>
                </a:lnTo>
                <a:lnTo>
                  <a:pt x="2314" y="5280"/>
                </a:lnTo>
                <a:lnTo>
                  <a:pt x="2699" y="5401"/>
                </a:lnTo>
                <a:lnTo>
                  <a:pt x="3726" y="5761"/>
                </a:lnTo>
                <a:lnTo>
                  <a:pt x="4497" y="5882"/>
                </a:lnTo>
                <a:lnTo>
                  <a:pt x="7200" y="6601"/>
                </a:lnTo>
                <a:lnTo>
                  <a:pt x="7200" y="6840"/>
                </a:lnTo>
                <a:lnTo>
                  <a:pt x="7326" y="7082"/>
                </a:lnTo>
                <a:lnTo>
                  <a:pt x="7586" y="7321"/>
                </a:lnTo>
                <a:lnTo>
                  <a:pt x="7712" y="7321"/>
                </a:lnTo>
                <a:lnTo>
                  <a:pt x="7971" y="7442"/>
                </a:lnTo>
                <a:lnTo>
                  <a:pt x="8357" y="7321"/>
                </a:lnTo>
                <a:lnTo>
                  <a:pt x="8872" y="7082"/>
                </a:lnTo>
                <a:lnTo>
                  <a:pt x="9384" y="6961"/>
                </a:lnTo>
                <a:lnTo>
                  <a:pt x="9643" y="6840"/>
                </a:lnTo>
                <a:lnTo>
                  <a:pt x="9769" y="6722"/>
                </a:lnTo>
                <a:lnTo>
                  <a:pt x="9769" y="6242"/>
                </a:lnTo>
                <a:lnTo>
                  <a:pt x="10285" y="5761"/>
                </a:lnTo>
                <a:lnTo>
                  <a:pt x="11827" y="4200"/>
                </a:lnTo>
                <a:lnTo>
                  <a:pt x="13369" y="2522"/>
                </a:lnTo>
                <a:lnTo>
                  <a:pt x="13499" y="4560"/>
                </a:lnTo>
                <a:lnTo>
                  <a:pt x="13499" y="6840"/>
                </a:lnTo>
                <a:lnTo>
                  <a:pt x="13629" y="7920"/>
                </a:lnTo>
                <a:lnTo>
                  <a:pt x="13885" y="8522"/>
                </a:lnTo>
                <a:lnTo>
                  <a:pt x="14144" y="8999"/>
                </a:lnTo>
                <a:lnTo>
                  <a:pt x="14400" y="9241"/>
                </a:lnTo>
                <a:lnTo>
                  <a:pt x="14786" y="9241"/>
                </a:lnTo>
                <a:lnTo>
                  <a:pt x="15686" y="9840"/>
                </a:lnTo>
                <a:lnTo>
                  <a:pt x="16584" y="10321"/>
                </a:lnTo>
                <a:lnTo>
                  <a:pt x="17744" y="10681"/>
                </a:lnTo>
                <a:lnTo>
                  <a:pt x="18771" y="10919"/>
                </a:lnTo>
                <a:lnTo>
                  <a:pt x="18386" y="11161"/>
                </a:lnTo>
                <a:lnTo>
                  <a:pt x="16584" y="12002"/>
                </a:lnTo>
                <a:lnTo>
                  <a:pt x="15813" y="12362"/>
                </a:lnTo>
                <a:lnTo>
                  <a:pt x="15041" y="12840"/>
                </a:lnTo>
                <a:lnTo>
                  <a:pt x="14786" y="12840"/>
                </a:lnTo>
                <a:lnTo>
                  <a:pt x="14656" y="12961"/>
                </a:lnTo>
                <a:lnTo>
                  <a:pt x="14270" y="13320"/>
                </a:lnTo>
                <a:lnTo>
                  <a:pt x="13885" y="14040"/>
                </a:lnTo>
                <a:lnTo>
                  <a:pt x="13629" y="14881"/>
                </a:lnTo>
                <a:lnTo>
                  <a:pt x="13499" y="17282"/>
                </a:lnTo>
                <a:lnTo>
                  <a:pt x="13499" y="19801"/>
                </a:lnTo>
                <a:lnTo>
                  <a:pt x="12472" y="18721"/>
                </a:lnTo>
                <a:lnTo>
                  <a:pt x="11315" y="17642"/>
                </a:lnTo>
                <a:lnTo>
                  <a:pt x="9258" y="15601"/>
                </a:lnTo>
                <a:lnTo>
                  <a:pt x="8998" y="15241"/>
                </a:lnTo>
                <a:lnTo>
                  <a:pt x="8742" y="15002"/>
                </a:lnTo>
                <a:lnTo>
                  <a:pt x="8357" y="15002"/>
                </a:lnTo>
                <a:lnTo>
                  <a:pt x="8357" y="15120"/>
                </a:lnTo>
                <a:lnTo>
                  <a:pt x="8101" y="15120"/>
                </a:lnTo>
                <a:lnTo>
                  <a:pt x="6685" y="15601"/>
                </a:lnTo>
                <a:lnTo>
                  <a:pt x="5142" y="15839"/>
                </a:lnTo>
                <a:lnTo>
                  <a:pt x="3726" y="16081"/>
                </a:lnTo>
                <a:lnTo>
                  <a:pt x="2184" y="16199"/>
                </a:lnTo>
                <a:lnTo>
                  <a:pt x="3986" y="14161"/>
                </a:lnTo>
                <a:lnTo>
                  <a:pt x="4757" y="13082"/>
                </a:lnTo>
                <a:lnTo>
                  <a:pt x="5398" y="11881"/>
                </a:lnTo>
                <a:lnTo>
                  <a:pt x="5914" y="11760"/>
                </a:lnTo>
                <a:lnTo>
                  <a:pt x="6043" y="11639"/>
                </a:lnTo>
                <a:lnTo>
                  <a:pt x="6169" y="11400"/>
                </a:lnTo>
                <a:lnTo>
                  <a:pt x="6299" y="11279"/>
                </a:lnTo>
                <a:lnTo>
                  <a:pt x="6299" y="11040"/>
                </a:lnTo>
                <a:lnTo>
                  <a:pt x="6169" y="10802"/>
                </a:lnTo>
                <a:lnTo>
                  <a:pt x="6043" y="10681"/>
                </a:lnTo>
                <a:lnTo>
                  <a:pt x="5784" y="10560"/>
                </a:lnTo>
                <a:lnTo>
                  <a:pt x="5398" y="9961"/>
                </a:lnTo>
                <a:lnTo>
                  <a:pt x="4241" y="8041"/>
                </a:lnTo>
                <a:lnTo>
                  <a:pt x="2955" y="6242"/>
                </a:lnTo>
                <a:lnTo>
                  <a:pt x="2184" y="5401"/>
                </a:lnTo>
                <a:lnTo>
                  <a:pt x="1283" y="4681"/>
                </a:lnTo>
                <a:lnTo>
                  <a:pt x="897" y="4560"/>
                </a:lnTo>
                <a:lnTo>
                  <a:pt x="641" y="4681"/>
                </a:lnTo>
                <a:lnTo>
                  <a:pt x="386" y="4920"/>
                </a:lnTo>
                <a:lnTo>
                  <a:pt x="386" y="5280"/>
                </a:lnTo>
                <a:lnTo>
                  <a:pt x="1157" y="6363"/>
                </a:lnTo>
                <a:lnTo>
                  <a:pt x="1928" y="7321"/>
                </a:lnTo>
                <a:lnTo>
                  <a:pt x="2699" y="8280"/>
                </a:lnTo>
                <a:lnTo>
                  <a:pt x="3341" y="9241"/>
                </a:lnTo>
                <a:lnTo>
                  <a:pt x="3856" y="10321"/>
                </a:lnTo>
                <a:lnTo>
                  <a:pt x="4112" y="10919"/>
                </a:lnTo>
                <a:lnTo>
                  <a:pt x="4497" y="11521"/>
                </a:lnTo>
                <a:lnTo>
                  <a:pt x="3856" y="12002"/>
                </a:lnTo>
                <a:lnTo>
                  <a:pt x="3214" y="12480"/>
                </a:lnTo>
                <a:lnTo>
                  <a:pt x="2054" y="13801"/>
                </a:lnTo>
                <a:lnTo>
                  <a:pt x="1027" y="15120"/>
                </a:lnTo>
                <a:lnTo>
                  <a:pt x="126" y="16559"/>
                </a:lnTo>
                <a:lnTo>
                  <a:pt x="0" y="16919"/>
                </a:lnTo>
                <a:lnTo>
                  <a:pt x="0" y="17282"/>
                </a:lnTo>
                <a:lnTo>
                  <a:pt x="256" y="17521"/>
                </a:lnTo>
                <a:lnTo>
                  <a:pt x="641" y="17642"/>
                </a:lnTo>
                <a:lnTo>
                  <a:pt x="2569" y="17642"/>
                </a:lnTo>
                <a:lnTo>
                  <a:pt x="4497" y="17521"/>
                </a:lnTo>
                <a:lnTo>
                  <a:pt x="6429" y="17161"/>
                </a:lnTo>
                <a:lnTo>
                  <a:pt x="8227" y="16559"/>
                </a:lnTo>
                <a:lnTo>
                  <a:pt x="8998" y="17521"/>
                </a:lnTo>
                <a:lnTo>
                  <a:pt x="9769" y="18240"/>
                </a:lnTo>
                <a:lnTo>
                  <a:pt x="11315" y="20161"/>
                </a:lnTo>
                <a:lnTo>
                  <a:pt x="12213" y="20880"/>
                </a:lnTo>
                <a:lnTo>
                  <a:pt x="12728" y="21240"/>
                </a:lnTo>
                <a:lnTo>
                  <a:pt x="13243" y="21479"/>
                </a:lnTo>
                <a:lnTo>
                  <a:pt x="13629" y="21479"/>
                </a:lnTo>
                <a:lnTo>
                  <a:pt x="14144" y="21361"/>
                </a:lnTo>
                <a:lnTo>
                  <a:pt x="14530" y="21600"/>
                </a:lnTo>
                <a:lnTo>
                  <a:pt x="15041" y="21600"/>
                </a:lnTo>
                <a:lnTo>
                  <a:pt x="15301" y="21361"/>
                </a:lnTo>
                <a:lnTo>
                  <a:pt x="15427" y="21119"/>
                </a:lnTo>
                <a:lnTo>
                  <a:pt x="15557" y="20880"/>
                </a:lnTo>
                <a:lnTo>
                  <a:pt x="15427" y="20642"/>
                </a:lnTo>
                <a:lnTo>
                  <a:pt x="15301" y="20520"/>
                </a:lnTo>
                <a:lnTo>
                  <a:pt x="15171" y="20399"/>
                </a:lnTo>
                <a:lnTo>
                  <a:pt x="15041" y="19801"/>
                </a:lnTo>
                <a:lnTo>
                  <a:pt x="15041" y="19081"/>
                </a:lnTo>
                <a:lnTo>
                  <a:pt x="14915" y="16919"/>
                </a:lnTo>
                <a:lnTo>
                  <a:pt x="14915" y="14400"/>
                </a:lnTo>
                <a:lnTo>
                  <a:pt x="15427" y="14400"/>
                </a:lnTo>
                <a:lnTo>
                  <a:pt x="15686" y="14279"/>
                </a:lnTo>
                <a:lnTo>
                  <a:pt x="15942" y="14040"/>
                </a:lnTo>
                <a:lnTo>
                  <a:pt x="15942" y="13919"/>
                </a:lnTo>
                <a:lnTo>
                  <a:pt x="16198" y="13801"/>
                </a:lnTo>
                <a:lnTo>
                  <a:pt x="18256" y="12722"/>
                </a:lnTo>
                <a:lnTo>
                  <a:pt x="19413" y="12120"/>
                </a:lnTo>
                <a:lnTo>
                  <a:pt x="19928" y="11760"/>
                </a:lnTo>
                <a:lnTo>
                  <a:pt x="20443" y="11400"/>
                </a:lnTo>
                <a:lnTo>
                  <a:pt x="20959" y="11400"/>
                </a:lnTo>
                <a:lnTo>
                  <a:pt x="21344" y="11279"/>
                </a:lnTo>
                <a:lnTo>
                  <a:pt x="21470" y="11040"/>
                </a:lnTo>
                <a:lnTo>
                  <a:pt x="21600" y="10802"/>
                </a:lnTo>
                <a:lnTo>
                  <a:pt x="21600" y="10560"/>
                </a:lnTo>
                <a:lnTo>
                  <a:pt x="21470" y="10200"/>
                </a:lnTo>
                <a:lnTo>
                  <a:pt x="21344" y="9961"/>
                </a:lnTo>
                <a:lnTo>
                  <a:pt x="20959" y="9840"/>
                </a:lnTo>
                <a:lnTo>
                  <a:pt x="19542" y="9601"/>
                </a:lnTo>
                <a:lnTo>
                  <a:pt x="18130" y="9120"/>
                </a:lnTo>
                <a:lnTo>
                  <a:pt x="16714" y="8760"/>
                </a:lnTo>
                <a:lnTo>
                  <a:pt x="15301" y="8401"/>
                </a:lnTo>
                <a:lnTo>
                  <a:pt x="15301" y="7442"/>
                </a:lnTo>
                <a:lnTo>
                  <a:pt x="15171" y="6601"/>
                </a:lnTo>
                <a:lnTo>
                  <a:pt x="14915" y="4802"/>
                </a:lnTo>
                <a:lnTo>
                  <a:pt x="14915" y="2882"/>
                </a:lnTo>
                <a:lnTo>
                  <a:pt x="14786" y="1802"/>
                </a:lnTo>
                <a:lnTo>
                  <a:pt x="14656" y="841"/>
                </a:lnTo>
                <a:lnTo>
                  <a:pt x="14786" y="602"/>
                </a:lnTo>
                <a:lnTo>
                  <a:pt x="14915" y="360"/>
                </a:lnTo>
                <a:lnTo>
                  <a:pt x="14786" y="121"/>
                </a:lnTo>
                <a:lnTo>
                  <a:pt x="14656" y="0"/>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171" name="Google Shape;494;p10"/>
          <p:cNvSpPr/>
          <p:nvPr/>
        </p:nvSpPr>
        <p:spPr>
          <a:xfrm>
            <a:off x="346905" y="608643"/>
            <a:ext cx="210157" cy="4588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732" y="195"/>
                </a:moveTo>
                <a:lnTo>
                  <a:pt x="9411" y="588"/>
                </a:lnTo>
                <a:lnTo>
                  <a:pt x="9195" y="979"/>
                </a:lnTo>
                <a:lnTo>
                  <a:pt x="9090" y="1812"/>
                </a:lnTo>
                <a:lnTo>
                  <a:pt x="8982" y="3967"/>
                </a:lnTo>
                <a:lnTo>
                  <a:pt x="9090" y="5976"/>
                </a:lnTo>
                <a:lnTo>
                  <a:pt x="9090" y="7444"/>
                </a:lnTo>
                <a:lnTo>
                  <a:pt x="9195" y="7641"/>
                </a:lnTo>
                <a:lnTo>
                  <a:pt x="9411" y="7837"/>
                </a:lnTo>
                <a:lnTo>
                  <a:pt x="9516" y="7885"/>
                </a:lnTo>
                <a:lnTo>
                  <a:pt x="9732" y="7934"/>
                </a:lnTo>
                <a:lnTo>
                  <a:pt x="9836" y="7934"/>
                </a:lnTo>
                <a:lnTo>
                  <a:pt x="10052" y="7837"/>
                </a:lnTo>
                <a:lnTo>
                  <a:pt x="10160" y="7690"/>
                </a:lnTo>
                <a:lnTo>
                  <a:pt x="10265" y="7542"/>
                </a:lnTo>
                <a:lnTo>
                  <a:pt x="10265" y="6122"/>
                </a:lnTo>
                <a:lnTo>
                  <a:pt x="10160" y="3967"/>
                </a:lnTo>
                <a:lnTo>
                  <a:pt x="10265" y="2007"/>
                </a:lnTo>
                <a:lnTo>
                  <a:pt x="10265" y="1078"/>
                </a:lnTo>
                <a:lnTo>
                  <a:pt x="10160" y="636"/>
                </a:lnTo>
                <a:lnTo>
                  <a:pt x="9944" y="391"/>
                </a:lnTo>
                <a:lnTo>
                  <a:pt x="9836" y="195"/>
                </a:lnTo>
                <a:close/>
                <a:moveTo>
                  <a:pt x="5026" y="0"/>
                </a:moveTo>
                <a:lnTo>
                  <a:pt x="4918" y="48"/>
                </a:lnTo>
                <a:lnTo>
                  <a:pt x="4705" y="195"/>
                </a:lnTo>
                <a:lnTo>
                  <a:pt x="4598" y="391"/>
                </a:lnTo>
                <a:lnTo>
                  <a:pt x="4490" y="832"/>
                </a:lnTo>
                <a:lnTo>
                  <a:pt x="4598" y="1713"/>
                </a:lnTo>
                <a:lnTo>
                  <a:pt x="4705" y="3868"/>
                </a:lnTo>
                <a:lnTo>
                  <a:pt x="5026" y="8326"/>
                </a:lnTo>
                <a:lnTo>
                  <a:pt x="5131" y="8473"/>
                </a:lnTo>
                <a:lnTo>
                  <a:pt x="5239" y="8522"/>
                </a:lnTo>
                <a:lnTo>
                  <a:pt x="5455" y="8571"/>
                </a:lnTo>
                <a:lnTo>
                  <a:pt x="5667" y="8619"/>
                </a:lnTo>
                <a:lnTo>
                  <a:pt x="5880" y="8571"/>
                </a:lnTo>
                <a:lnTo>
                  <a:pt x="6096" y="8522"/>
                </a:lnTo>
                <a:lnTo>
                  <a:pt x="6309" y="8473"/>
                </a:lnTo>
                <a:lnTo>
                  <a:pt x="6309" y="7934"/>
                </a:lnTo>
                <a:lnTo>
                  <a:pt x="5988" y="4015"/>
                </a:lnTo>
                <a:lnTo>
                  <a:pt x="5775" y="1860"/>
                </a:lnTo>
                <a:lnTo>
                  <a:pt x="5667" y="782"/>
                </a:lnTo>
                <a:lnTo>
                  <a:pt x="5560" y="391"/>
                </a:lnTo>
                <a:lnTo>
                  <a:pt x="5455" y="195"/>
                </a:lnTo>
                <a:lnTo>
                  <a:pt x="5131" y="48"/>
                </a:lnTo>
                <a:lnTo>
                  <a:pt x="5026" y="0"/>
                </a:lnTo>
                <a:close/>
                <a:moveTo>
                  <a:pt x="14437" y="244"/>
                </a:moveTo>
                <a:lnTo>
                  <a:pt x="14221" y="294"/>
                </a:lnTo>
                <a:lnTo>
                  <a:pt x="14116" y="342"/>
                </a:lnTo>
                <a:lnTo>
                  <a:pt x="14116" y="441"/>
                </a:lnTo>
                <a:lnTo>
                  <a:pt x="13900" y="1469"/>
                </a:lnTo>
                <a:lnTo>
                  <a:pt x="13796" y="2546"/>
                </a:lnTo>
                <a:lnTo>
                  <a:pt x="13796" y="6857"/>
                </a:lnTo>
                <a:lnTo>
                  <a:pt x="13688" y="7837"/>
                </a:lnTo>
                <a:lnTo>
                  <a:pt x="13688" y="8375"/>
                </a:lnTo>
                <a:lnTo>
                  <a:pt x="13900" y="8865"/>
                </a:lnTo>
                <a:lnTo>
                  <a:pt x="14008" y="8963"/>
                </a:lnTo>
                <a:lnTo>
                  <a:pt x="14329" y="9012"/>
                </a:lnTo>
                <a:lnTo>
                  <a:pt x="14650" y="8963"/>
                </a:lnTo>
                <a:lnTo>
                  <a:pt x="14865" y="8865"/>
                </a:lnTo>
                <a:lnTo>
                  <a:pt x="15078" y="8375"/>
                </a:lnTo>
                <a:lnTo>
                  <a:pt x="15078" y="7837"/>
                </a:lnTo>
                <a:lnTo>
                  <a:pt x="14970" y="6857"/>
                </a:lnTo>
                <a:lnTo>
                  <a:pt x="14970" y="4702"/>
                </a:lnTo>
                <a:lnTo>
                  <a:pt x="15078" y="2546"/>
                </a:lnTo>
                <a:lnTo>
                  <a:pt x="14970" y="1518"/>
                </a:lnTo>
                <a:lnTo>
                  <a:pt x="14865" y="441"/>
                </a:lnTo>
                <a:lnTo>
                  <a:pt x="14865" y="342"/>
                </a:lnTo>
                <a:lnTo>
                  <a:pt x="14758" y="294"/>
                </a:lnTo>
                <a:lnTo>
                  <a:pt x="14437" y="244"/>
                </a:lnTo>
                <a:close/>
                <a:moveTo>
                  <a:pt x="18285" y="3575"/>
                </a:moveTo>
                <a:lnTo>
                  <a:pt x="18285" y="3624"/>
                </a:lnTo>
                <a:lnTo>
                  <a:pt x="18072" y="4015"/>
                </a:lnTo>
                <a:lnTo>
                  <a:pt x="17965" y="4408"/>
                </a:lnTo>
                <a:lnTo>
                  <a:pt x="17860" y="5240"/>
                </a:lnTo>
                <a:lnTo>
                  <a:pt x="17860" y="6906"/>
                </a:lnTo>
                <a:lnTo>
                  <a:pt x="17752" y="10236"/>
                </a:lnTo>
                <a:lnTo>
                  <a:pt x="17752" y="10530"/>
                </a:lnTo>
                <a:lnTo>
                  <a:pt x="17860" y="10628"/>
                </a:lnTo>
                <a:lnTo>
                  <a:pt x="17965" y="10727"/>
                </a:lnTo>
                <a:lnTo>
                  <a:pt x="18180" y="10775"/>
                </a:lnTo>
                <a:lnTo>
                  <a:pt x="18606" y="10775"/>
                </a:lnTo>
                <a:lnTo>
                  <a:pt x="18822" y="10727"/>
                </a:lnTo>
                <a:lnTo>
                  <a:pt x="18927" y="10628"/>
                </a:lnTo>
                <a:lnTo>
                  <a:pt x="19034" y="10530"/>
                </a:lnTo>
                <a:lnTo>
                  <a:pt x="19034" y="5289"/>
                </a:lnTo>
                <a:lnTo>
                  <a:pt x="18927" y="4457"/>
                </a:lnTo>
                <a:lnTo>
                  <a:pt x="18822" y="4015"/>
                </a:lnTo>
                <a:lnTo>
                  <a:pt x="18606" y="3624"/>
                </a:lnTo>
                <a:lnTo>
                  <a:pt x="18501" y="3575"/>
                </a:lnTo>
                <a:close/>
                <a:moveTo>
                  <a:pt x="9516" y="10530"/>
                </a:moveTo>
                <a:lnTo>
                  <a:pt x="8982" y="10824"/>
                </a:lnTo>
                <a:lnTo>
                  <a:pt x="8341" y="11070"/>
                </a:lnTo>
                <a:lnTo>
                  <a:pt x="7807" y="11217"/>
                </a:lnTo>
                <a:lnTo>
                  <a:pt x="7163" y="11314"/>
                </a:lnTo>
                <a:lnTo>
                  <a:pt x="7592" y="11070"/>
                </a:lnTo>
                <a:lnTo>
                  <a:pt x="8020" y="10873"/>
                </a:lnTo>
                <a:lnTo>
                  <a:pt x="8662" y="10677"/>
                </a:lnTo>
                <a:lnTo>
                  <a:pt x="9303" y="10580"/>
                </a:lnTo>
                <a:lnTo>
                  <a:pt x="9516" y="10530"/>
                </a:lnTo>
                <a:close/>
                <a:moveTo>
                  <a:pt x="14008" y="12685"/>
                </a:moveTo>
                <a:lnTo>
                  <a:pt x="13154" y="12735"/>
                </a:lnTo>
                <a:lnTo>
                  <a:pt x="12618" y="12783"/>
                </a:lnTo>
                <a:lnTo>
                  <a:pt x="11868" y="12783"/>
                </a:lnTo>
                <a:lnTo>
                  <a:pt x="11868" y="12930"/>
                </a:lnTo>
                <a:lnTo>
                  <a:pt x="11976" y="13029"/>
                </a:lnTo>
                <a:lnTo>
                  <a:pt x="12084" y="13126"/>
                </a:lnTo>
                <a:lnTo>
                  <a:pt x="12297" y="13176"/>
                </a:lnTo>
                <a:lnTo>
                  <a:pt x="12513" y="13225"/>
                </a:lnTo>
                <a:lnTo>
                  <a:pt x="13046" y="13273"/>
                </a:lnTo>
                <a:lnTo>
                  <a:pt x="13580" y="13225"/>
                </a:lnTo>
                <a:lnTo>
                  <a:pt x="14008" y="13273"/>
                </a:lnTo>
                <a:lnTo>
                  <a:pt x="14437" y="13322"/>
                </a:lnTo>
                <a:lnTo>
                  <a:pt x="14865" y="13372"/>
                </a:lnTo>
                <a:lnTo>
                  <a:pt x="15291" y="13519"/>
                </a:lnTo>
                <a:lnTo>
                  <a:pt x="15507" y="13666"/>
                </a:lnTo>
                <a:lnTo>
                  <a:pt x="15828" y="13861"/>
                </a:lnTo>
                <a:lnTo>
                  <a:pt x="15933" y="14057"/>
                </a:lnTo>
                <a:lnTo>
                  <a:pt x="16040" y="14253"/>
                </a:lnTo>
                <a:lnTo>
                  <a:pt x="16148" y="14351"/>
                </a:lnTo>
                <a:lnTo>
                  <a:pt x="16361" y="14449"/>
                </a:lnTo>
                <a:lnTo>
                  <a:pt x="17002" y="14449"/>
                </a:lnTo>
                <a:lnTo>
                  <a:pt x="17218" y="14351"/>
                </a:lnTo>
                <a:lnTo>
                  <a:pt x="17323" y="14301"/>
                </a:lnTo>
                <a:lnTo>
                  <a:pt x="17431" y="14154"/>
                </a:lnTo>
                <a:lnTo>
                  <a:pt x="17218" y="13763"/>
                </a:lnTo>
                <a:lnTo>
                  <a:pt x="16790" y="13420"/>
                </a:lnTo>
                <a:lnTo>
                  <a:pt x="16253" y="13126"/>
                </a:lnTo>
                <a:lnTo>
                  <a:pt x="15612" y="12882"/>
                </a:lnTo>
                <a:lnTo>
                  <a:pt x="14865" y="12735"/>
                </a:lnTo>
                <a:lnTo>
                  <a:pt x="14008" y="12685"/>
                </a:lnTo>
                <a:close/>
                <a:moveTo>
                  <a:pt x="14221" y="11412"/>
                </a:moveTo>
                <a:lnTo>
                  <a:pt x="14970" y="11510"/>
                </a:lnTo>
                <a:lnTo>
                  <a:pt x="15720" y="11657"/>
                </a:lnTo>
                <a:lnTo>
                  <a:pt x="16469" y="11852"/>
                </a:lnTo>
                <a:lnTo>
                  <a:pt x="17218" y="12098"/>
                </a:lnTo>
                <a:lnTo>
                  <a:pt x="17752" y="12342"/>
                </a:lnTo>
                <a:lnTo>
                  <a:pt x="18393" y="12636"/>
                </a:lnTo>
                <a:lnTo>
                  <a:pt x="18822" y="12930"/>
                </a:lnTo>
                <a:lnTo>
                  <a:pt x="19247" y="13273"/>
                </a:lnTo>
                <a:lnTo>
                  <a:pt x="19571" y="13616"/>
                </a:lnTo>
                <a:lnTo>
                  <a:pt x="19784" y="14007"/>
                </a:lnTo>
                <a:lnTo>
                  <a:pt x="19997" y="14351"/>
                </a:lnTo>
                <a:lnTo>
                  <a:pt x="20212" y="14791"/>
                </a:lnTo>
                <a:lnTo>
                  <a:pt x="20212" y="16016"/>
                </a:lnTo>
                <a:lnTo>
                  <a:pt x="19892" y="16849"/>
                </a:lnTo>
                <a:lnTo>
                  <a:pt x="19463" y="17633"/>
                </a:lnTo>
                <a:lnTo>
                  <a:pt x="19034" y="18024"/>
                </a:lnTo>
                <a:lnTo>
                  <a:pt x="18606" y="18417"/>
                </a:lnTo>
                <a:lnTo>
                  <a:pt x="18393" y="18612"/>
                </a:lnTo>
                <a:lnTo>
                  <a:pt x="17965" y="18760"/>
                </a:lnTo>
                <a:lnTo>
                  <a:pt x="17218" y="19054"/>
                </a:lnTo>
                <a:lnTo>
                  <a:pt x="16148" y="19395"/>
                </a:lnTo>
                <a:lnTo>
                  <a:pt x="15078" y="19837"/>
                </a:lnTo>
                <a:lnTo>
                  <a:pt x="14650" y="19984"/>
                </a:lnTo>
                <a:lnTo>
                  <a:pt x="13580" y="20278"/>
                </a:lnTo>
                <a:lnTo>
                  <a:pt x="14008" y="19837"/>
                </a:lnTo>
                <a:lnTo>
                  <a:pt x="14329" y="19542"/>
                </a:lnTo>
                <a:lnTo>
                  <a:pt x="14437" y="19347"/>
                </a:lnTo>
                <a:lnTo>
                  <a:pt x="14542" y="19200"/>
                </a:lnTo>
                <a:lnTo>
                  <a:pt x="14437" y="19054"/>
                </a:lnTo>
                <a:lnTo>
                  <a:pt x="14329" y="18907"/>
                </a:lnTo>
                <a:lnTo>
                  <a:pt x="14116" y="18857"/>
                </a:lnTo>
                <a:lnTo>
                  <a:pt x="13580" y="18857"/>
                </a:lnTo>
                <a:lnTo>
                  <a:pt x="13367" y="18907"/>
                </a:lnTo>
                <a:lnTo>
                  <a:pt x="13259" y="19004"/>
                </a:lnTo>
                <a:lnTo>
                  <a:pt x="13154" y="19151"/>
                </a:lnTo>
                <a:lnTo>
                  <a:pt x="13259" y="19298"/>
                </a:lnTo>
                <a:lnTo>
                  <a:pt x="13154" y="19395"/>
                </a:lnTo>
                <a:lnTo>
                  <a:pt x="12938" y="19739"/>
                </a:lnTo>
                <a:lnTo>
                  <a:pt x="12726" y="20032"/>
                </a:lnTo>
                <a:lnTo>
                  <a:pt x="12618" y="20376"/>
                </a:lnTo>
                <a:lnTo>
                  <a:pt x="12726" y="20473"/>
                </a:lnTo>
                <a:lnTo>
                  <a:pt x="12513" y="20522"/>
                </a:lnTo>
                <a:lnTo>
                  <a:pt x="11656" y="20669"/>
                </a:lnTo>
                <a:lnTo>
                  <a:pt x="10586" y="20816"/>
                </a:lnTo>
                <a:lnTo>
                  <a:pt x="11122" y="20473"/>
                </a:lnTo>
                <a:lnTo>
                  <a:pt x="11976" y="19689"/>
                </a:lnTo>
                <a:lnTo>
                  <a:pt x="11976" y="19494"/>
                </a:lnTo>
                <a:lnTo>
                  <a:pt x="11868" y="19395"/>
                </a:lnTo>
                <a:lnTo>
                  <a:pt x="11764" y="19347"/>
                </a:lnTo>
                <a:lnTo>
                  <a:pt x="11548" y="19298"/>
                </a:lnTo>
                <a:lnTo>
                  <a:pt x="11335" y="19298"/>
                </a:lnTo>
                <a:lnTo>
                  <a:pt x="11122" y="19347"/>
                </a:lnTo>
                <a:lnTo>
                  <a:pt x="11014" y="19445"/>
                </a:lnTo>
                <a:lnTo>
                  <a:pt x="10160" y="20229"/>
                </a:lnTo>
                <a:lnTo>
                  <a:pt x="9732" y="20572"/>
                </a:lnTo>
                <a:lnTo>
                  <a:pt x="9411" y="20914"/>
                </a:lnTo>
                <a:lnTo>
                  <a:pt x="8449" y="20963"/>
                </a:lnTo>
                <a:lnTo>
                  <a:pt x="7379" y="20866"/>
                </a:lnTo>
                <a:lnTo>
                  <a:pt x="8020" y="20572"/>
                </a:lnTo>
                <a:lnTo>
                  <a:pt x="8554" y="20278"/>
                </a:lnTo>
                <a:lnTo>
                  <a:pt x="9090" y="19885"/>
                </a:lnTo>
                <a:lnTo>
                  <a:pt x="9516" y="19494"/>
                </a:lnTo>
                <a:lnTo>
                  <a:pt x="9732" y="19494"/>
                </a:lnTo>
                <a:lnTo>
                  <a:pt x="9836" y="19395"/>
                </a:lnTo>
                <a:lnTo>
                  <a:pt x="9944" y="19347"/>
                </a:lnTo>
                <a:lnTo>
                  <a:pt x="10052" y="19200"/>
                </a:lnTo>
                <a:lnTo>
                  <a:pt x="9944" y="19151"/>
                </a:lnTo>
                <a:lnTo>
                  <a:pt x="9944" y="19054"/>
                </a:lnTo>
                <a:lnTo>
                  <a:pt x="9732" y="19004"/>
                </a:lnTo>
                <a:lnTo>
                  <a:pt x="9411" y="18955"/>
                </a:lnTo>
                <a:lnTo>
                  <a:pt x="9195" y="18955"/>
                </a:lnTo>
                <a:lnTo>
                  <a:pt x="8874" y="19004"/>
                </a:lnTo>
                <a:lnTo>
                  <a:pt x="8554" y="19200"/>
                </a:lnTo>
                <a:lnTo>
                  <a:pt x="8020" y="19592"/>
                </a:lnTo>
                <a:lnTo>
                  <a:pt x="7271" y="20131"/>
                </a:lnTo>
                <a:lnTo>
                  <a:pt x="6522" y="20620"/>
                </a:lnTo>
                <a:lnTo>
                  <a:pt x="6417" y="20767"/>
                </a:lnTo>
                <a:lnTo>
                  <a:pt x="5560" y="20522"/>
                </a:lnTo>
                <a:lnTo>
                  <a:pt x="4705" y="20278"/>
                </a:lnTo>
                <a:lnTo>
                  <a:pt x="5131" y="20131"/>
                </a:lnTo>
                <a:lnTo>
                  <a:pt x="5455" y="19984"/>
                </a:lnTo>
                <a:lnTo>
                  <a:pt x="6522" y="19445"/>
                </a:lnTo>
                <a:lnTo>
                  <a:pt x="7484" y="18955"/>
                </a:lnTo>
                <a:lnTo>
                  <a:pt x="7912" y="18661"/>
                </a:lnTo>
                <a:lnTo>
                  <a:pt x="8128" y="18367"/>
                </a:lnTo>
                <a:lnTo>
                  <a:pt x="8128" y="18270"/>
                </a:lnTo>
                <a:lnTo>
                  <a:pt x="8020" y="18171"/>
                </a:lnTo>
                <a:lnTo>
                  <a:pt x="7700" y="18171"/>
                </a:lnTo>
                <a:lnTo>
                  <a:pt x="7058" y="18318"/>
                </a:lnTo>
                <a:lnTo>
                  <a:pt x="6522" y="18514"/>
                </a:lnTo>
                <a:lnTo>
                  <a:pt x="5667" y="19004"/>
                </a:lnTo>
                <a:lnTo>
                  <a:pt x="4598" y="19592"/>
                </a:lnTo>
                <a:lnTo>
                  <a:pt x="4385" y="19788"/>
                </a:lnTo>
                <a:lnTo>
                  <a:pt x="4169" y="20032"/>
                </a:lnTo>
                <a:lnTo>
                  <a:pt x="3315" y="19542"/>
                </a:lnTo>
                <a:lnTo>
                  <a:pt x="4277" y="19102"/>
                </a:lnTo>
                <a:lnTo>
                  <a:pt x="5131" y="18612"/>
                </a:lnTo>
                <a:lnTo>
                  <a:pt x="6737" y="17633"/>
                </a:lnTo>
                <a:lnTo>
                  <a:pt x="6737" y="17436"/>
                </a:lnTo>
                <a:lnTo>
                  <a:pt x="6522" y="17290"/>
                </a:lnTo>
                <a:lnTo>
                  <a:pt x="6417" y="17240"/>
                </a:lnTo>
                <a:lnTo>
                  <a:pt x="5988" y="17240"/>
                </a:lnTo>
                <a:lnTo>
                  <a:pt x="5775" y="17290"/>
                </a:lnTo>
                <a:lnTo>
                  <a:pt x="4169" y="18220"/>
                </a:lnTo>
                <a:lnTo>
                  <a:pt x="3528" y="18710"/>
                </a:lnTo>
                <a:lnTo>
                  <a:pt x="2886" y="19200"/>
                </a:lnTo>
                <a:lnTo>
                  <a:pt x="2458" y="18760"/>
                </a:lnTo>
                <a:lnTo>
                  <a:pt x="2032" y="18318"/>
                </a:lnTo>
                <a:lnTo>
                  <a:pt x="2994" y="17927"/>
                </a:lnTo>
                <a:lnTo>
                  <a:pt x="3956" y="17486"/>
                </a:lnTo>
                <a:lnTo>
                  <a:pt x="5455" y="16605"/>
                </a:lnTo>
                <a:lnTo>
                  <a:pt x="5560" y="16506"/>
                </a:lnTo>
                <a:lnTo>
                  <a:pt x="5560" y="16408"/>
                </a:lnTo>
                <a:lnTo>
                  <a:pt x="5455" y="16309"/>
                </a:lnTo>
                <a:lnTo>
                  <a:pt x="5347" y="16261"/>
                </a:lnTo>
                <a:lnTo>
                  <a:pt x="5131" y="16212"/>
                </a:lnTo>
                <a:lnTo>
                  <a:pt x="4918" y="16163"/>
                </a:lnTo>
                <a:lnTo>
                  <a:pt x="4705" y="16163"/>
                </a:lnTo>
                <a:lnTo>
                  <a:pt x="4490" y="16261"/>
                </a:lnTo>
                <a:lnTo>
                  <a:pt x="3102" y="16996"/>
                </a:lnTo>
                <a:lnTo>
                  <a:pt x="2353" y="17387"/>
                </a:lnTo>
                <a:lnTo>
                  <a:pt x="1816" y="17829"/>
                </a:lnTo>
                <a:lnTo>
                  <a:pt x="1711" y="17633"/>
                </a:lnTo>
                <a:lnTo>
                  <a:pt x="1603" y="17192"/>
                </a:lnTo>
                <a:lnTo>
                  <a:pt x="2245" y="16898"/>
                </a:lnTo>
                <a:lnTo>
                  <a:pt x="2994" y="16555"/>
                </a:lnTo>
                <a:lnTo>
                  <a:pt x="3848" y="16115"/>
                </a:lnTo>
                <a:lnTo>
                  <a:pt x="4277" y="15869"/>
                </a:lnTo>
                <a:lnTo>
                  <a:pt x="4385" y="15722"/>
                </a:lnTo>
                <a:lnTo>
                  <a:pt x="4385" y="15478"/>
                </a:lnTo>
                <a:lnTo>
                  <a:pt x="4277" y="15428"/>
                </a:lnTo>
                <a:lnTo>
                  <a:pt x="4064" y="15379"/>
                </a:lnTo>
                <a:lnTo>
                  <a:pt x="3956" y="15428"/>
                </a:lnTo>
                <a:lnTo>
                  <a:pt x="3423" y="15527"/>
                </a:lnTo>
                <a:lnTo>
                  <a:pt x="2994" y="15722"/>
                </a:lnTo>
                <a:lnTo>
                  <a:pt x="2245" y="16163"/>
                </a:lnTo>
                <a:lnTo>
                  <a:pt x="1496" y="16605"/>
                </a:lnTo>
                <a:lnTo>
                  <a:pt x="1496" y="15918"/>
                </a:lnTo>
                <a:lnTo>
                  <a:pt x="1816" y="15771"/>
                </a:lnTo>
                <a:lnTo>
                  <a:pt x="2137" y="15624"/>
                </a:lnTo>
                <a:lnTo>
                  <a:pt x="2353" y="15331"/>
                </a:lnTo>
                <a:lnTo>
                  <a:pt x="2886" y="15281"/>
                </a:lnTo>
                <a:lnTo>
                  <a:pt x="3315" y="15232"/>
                </a:lnTo>
                <a:lnTo>
                  <a:pt x="3635" y="15085"/>
                </a:lnTo>
                <a:lnTo>
                  <a:pt x="3956" y="14938"/>
                </a:lnTo>
                <a:lnTo>
                  <a:pt x="4277" y="14791"/>
                </a:lnTo>
                <a:lnTo>
                  <a:pt x="4385" y="14596"/>
                </a:lnTo>
                <a:lnTo>
                  <a:pt x="4385" y="14400"/>
                </a:lnTo>
                <a:lnTo>
                  <a:pt x="4277" y="14301"/>
                </a:lnTo>
                <a:lnTo>
                  <a:pt x="4064" y="14253"/>
                </a:lnTo>
                <a:lnTo>
                  <a:pt x="3423" y="14253"/>
                </a:lnTo>
                <a:lnTo>
                  <a:pt x="3207" y="14351"/>
                </a:lnTo>
                <a:lnTo>
                  <a:pt x="3102" y="14449"/>
                </a:lnTo>
                <a:lnTo>
                  <a:pt x="2994" y="14596"/>
                </a:lnTo>
                <a:lnTo>
                  <a:pt x="2778" y="14694"/>
                </a:lnTo>
                <a:lnTo>
                  <a:pt x="2458" y="14743"/>
                </a:lnTo>
                <a:lnTo>
                  <a:pt x="2032" y="14791"/>
                </a:lnTo>
                <a:lnTo>
                  <a:pt x="2566" y="14400"/>
                </a:lnTo>
                <a:lnTo>
                  <a:pt x="2778" y="14253"/>
                </a:lnTo>
                <a:lnTo>
                  <a:pt x="3207" y="14106"/>
                </a:lnTo>
                <a:lnTo>
                  <a:pt x="3528" y="13959"/>
                </a:lnTo>
                <a:lnTo>
                  <a:pt x="4064" y="13910"/>
                </a:lnTo>
                <a:lnTo>
                  <a:pt x="4490" y="13812"/>
                </a:lnTo>
                <a:lnTo>
                  <a:pt x="5026" y="13812"/>
                </a:lnTo>
                <a:lnTo>
                  <a:pt x="6096" y="13763"/>
                </a:lnTo>
                <a:lnTo>
                  <a:pt x="7058" y="13714"/>
                </a:lnTo>
                <a:lnTo>
                  <a:pt x="7912" y="13567"/>
                </a:lnTo>
                <a:lnTo>
                  <a:pt x="8769" y="13322"/>
                </a:lnTo>
                <a:lnTo>
                  <a:pt x="9411" y="12979"/>
                </a:lnTo>
                <a:lnTo>
                  <a:pt x="9944" y="12636"/>
                </a:lnTo>
                <a:lnTo>
                  <a:pt x="10373" y="12245"/>
                </a:lnTo>
                <a:lnTo>
                  <a:pt x="10801" y="11804"/>
                </a:lnTo>
                <a:lnTo>
                  <a:pt x="10801" y="11705"/>
                </a:lnTo>
                <a:lnTo>
                  <a:pt x="11443" y="11657"/>
                </a:lnTo>
                <a:lnTo>
                  <a:pt x="12084" y="11558"/>
                </a:lnTo>
                <a:lnTo>
                  <a:pt x="12726" y="11461"/>
                </a:lnTo>
                <a:lnTo>
                  <a:pt x="13367" y="11412"/>
                </a:lnTo>
                <a:close/>
                <a:moveTo>
                  <a:pt x="9516" y="9992"/>
                </a:moveTo>
                <a:lnTo>
                  <a:pt x="8769" y="10090"/>
                </a:lnTo>
                <a:lnTo>
                  <a:pt x="8128" y="10286"/>
                </a:lnTo>
                <a:lnTo>
                  <a:pt x="7484" y="10481"/>
                </a:lnTo>
                <a:lnTo>
                  <a:pt x="7058" y="10677"/>
                </a:lnTo>
                <a:lnTo>
                  <a:pt x="6630" y="10922"/>
                </a:lnTo>
                <a:lnTo>
                  <a:pt x="6309" y="11167"/>
                </a:lnTo>
                <a:lnTo>
                  <a:pt x="6096" y="11461"/>
                </a:lnTo>
                <a:lnTo>
                  <a:pt x="5880" y="11020"/>
                </a:lnTo>
                <a:lnTo>
                  <a:pt x="5667" y="10580"/>
                </a:lnTo>
                <a:lnTo>
                  <a:pt x="5455" y="10481"/>
                </a:lnTo>
                <a:lnTo>
                  <a:pt x="5347" y="10481"/>
                </a:lnTo>
                <a:lnTo>
                  <a:pt x="5131" y="10530"/>
                </a:lnTo>
                <a:lnTo>
                  <a:pt x="4918" y="10677"/>
                </a:lnTo>
                <a:lnTo>
                  <a:pt x="4810" y="10824"/>
                </a:lnTo>
                <a:lnTo>
                  <a:pt x="4705" y="11167"/>
                </a:lnTo>
                <a:lnTo>
                  <a:pt x="4810" y="11558"/>
                </a:lnTo>
                <a:lnTo>
                  <a:pt x="5026" y="11902"/>
                </a:lnTo>
                <a:lnTo>
                  <a:pt x="5455" y="12294"/>
                </a:lnTo>
                <a:lnTo>
                  <a:pt x="5988" y="12588"/>
                </a:lnTo>
                <a:lnTo>
                  <a:pt x="6630" y="12832"/>
                </a:lnTo>
                <a:lnTo>
                  <a:pt x="7271" y="13029"/>
                </a:lnTo>
                <a:lnTo>
                  <a:pt x="6737" y="13126"/>
                </a:lnTo>
                <a:lnTo>
                  <a:pt x="6201" y="13176"/>
                </a:lnTo>
                <a:lnTo>
                  <a:pt x="4918" y="13176"/>
                </a:lnTo>
                <a:lnTo>
                  <a:pt x="4277" y="13225"/>
                </a:lnTo>
                <a:lnTo>
                  <a:pt x="3635" y="13273"/>
                </a:lnTo>
                <a:lnTo>
                  <a:pt x="3102" y="13372"/>
                </a:lnTo>
                <a:lnTo>
                  <a:pt x="2566" y="13519"/>
                </a:lnTo>
                <a:lnTo>
                  <a:pt x="1711" y="13861"/>
                </a:lnTo>
                <a:lnTo>
                  <a:pt x="1283" y="14057"/>
                </a:lnTo>
                <a:lnTo>
                  <a:pt x="962" y="14301"/>
                </a:lnTo>
                <a:lnTo>
                  <a:pt x="641" y="14596"/>
                </a:lnTo>
                <a:lnTo>
                  <a:pt x="426" y="14841"/>
                </a:lnTo>
                <a:lnTo>
                  <a:pt x="105" y="15478"/>
                </a:lnTo>
                <a:lnTo>
                  <a:pt x="0" y="16115"/>
                </a:lnTo>
                <a:lnTo>
                  <a:pt x="0" y="16751"/>
                </a:lnTo>
                <a:lnTo>
                  <a:pt x="213" y="17387"/>
                </a:lnTo>
                <a:lnTo>
                  <a:pt x="426" y="17976"/>
                </a:lnTo>
                <a:lnTo>
                  <a:pt x="749" y="18564"/>
                </a:lnTo>
                <a:lnTo>
                  <a:pt x="1175" y="19054"/>
                </a:lnTo>
                <a:lnTo>
                  <a:pt x="1711" y="19592"/>
                </a:lnTo>
                <a:lnTo>
                  <a:pt x="2458" y="20082"/>
                </a:lnTo>
                <a:lnTo>
                  <a:pt x="3207" y="20473"/>
                </a:lnTo>
                <a:lnTo>
                  <a:pt x="4169" y="20866"/>
                </a:lnTo>
                <a:lnTo>
                  <a:pt x="5131" y="21159"/>
                </a:lnTo>
                <a:lnTo>
                  <a:pt x="6309" y="21404"/>
                </a:lnTo>
                <a:lnTo>
                  <a:pt x="7484" y="21551"/>
                </a:lnTo>
                <a:lnTo>
                  <a:pt x="8128" y="21600"/>
                </a:lnTo>
                <a:lnTo>
                  <a:pt x="8769" y="21600"/>
                </a:lnTo>
                <a:lnTo>
                  <a:pt x="10160" y="21551"/>
                </a:lnTo>
                <a:lnTo>
                  <a:pt x="11443" y="21404"/>
                </a:lnTo>
                <a:lnTo>
                  <a:pt x="12618" y="21209"/>
                </a:lnTo>
                <a:lnTo>
                  <a:pt x="13688" y="20963"/>
                </a:lnTo>
                <a:lnTo>
                  <a:pt x="14865" y="20719"/>
                </a:lnTo>
                <a:lnTo>
                  <a:pt x="15828" y="20425"/>
                </a:lnTo>
                <a:lnTo>
                  <a:pt x="16361" y="20229"/>
                </a:lnTo>
                <a:lnTo>
                  <a:pt x="16682" y="20032"/>
                </a:lnTo>
                <a:lnTo>
                  <a:pt x="18393" y="19347"/>
                </a:lnTo>
                <a:lnTo>
                  <a:pt x="19142" y="19054"/>
                </a:lnTo>
                <a:lnTo>
                  <a:pt x="19571" y="18907"/>
                </a:lnTo>
                <a:lnTo>
                  <a:pt x="19784" y="18710"/>
                </a:lnTo>
                <a:lnTo>
                  <a:pt x="20317" y="18270"/>
                </a:lnTo>
                <a:lnTo>
                  <a:pt x="20746" y="17780"/>
                </a:lnTo>
                <a:lnTo>
                  <a:pt x="21066" y="17290"/>
                </a:lnTo>
                <a:lnTo>
                  <a:pt x="21279" y="16849"/>
                </a:lnTo>
                <a:lnTo>
                  <a:pt x="21495" y="16359"/>
                </a:lnTo>
                <a:lnTo>
                  <a:pt x="21600" y="15869"/>
                </a:lnTo>
                <a:lnTo>
                  <a:pt x="21600" y="15379"/>
                </a:lnTo>
                <a:lnTo>
                  <a:pt x="21495" y="14890"/>
                </a:lnTo>
                <a:lnTo>
                  <a:pt x="21387" y="14400"/>
                </a:lnTo>
                <a:lnTo>
                  <a:pt x="21174" y="13910"/>
                </a:lnTo>
                <a:lnTo>
                  <a:pt x="20854" y="13519"/>
                </a:lnTo>
                <a:lnTo>
                  <a:pt x="20425" y="13077"/>
                </a:lnTo>
                <a:lnTo>
                  <a:pt x="19997" y="12735"/>
                </a:lnTo>
                <a:lnTo>
                  <a:pt x="19463" y="12342"/>
                </a:lnTo>
                <a:lnTo>
                  <a:pt x="18822" y="11999"/>
                </a:lnTo>
                <a:lnTo>
                  <a:pt x="18180" y="11705"/>
                </a:lnTo>
                <a:lnTo>
                  <a:pt x="17431" y="11461"/>
                </a:lnTo>
                <a:lnTo>
                  <a:pt x="16574" y="11217"/>
                </a:lnTo>
                <a:lnTo>
                  <a:pt x="15720" y="11070"/>
                </a:lnTo>
                <a:lnTo>
                  <a:pt x="14865" y="10922"/>
                </a:lnTo>
                <a:lnTo>
                  <a:pt x="13900" y="10873"/>
                </a:lnTo>
                <a:lnTo>
                  <a:pt x="13046" y="10873"/>
                </a:lnTo>
                <a:lnTo>
                  <a:pt x="12297" y="10922"/>
                </a:lnTo>
                <a:lnTo>
                  <a:pt x="11443" y="11070"/>
                </a:lnTo>
                <a:lnTo>
                  <a:pt x="11122" y="11167"/>
                </a:lnTo>
                <a:lnTo>
                  <a:pt x="10801" y="11265"/>
                </a:lnTo>
                <a:lnTo>
                  <a:pt x="10586" y="11412"/>
                </a:lnTo>
                <a:lnTo>
                  <a:pt x="10373" y="11558"/>
                </a:lnTo>
                <a:lnTo>
                  <a:pt x="10373" y="11608"/>
                </a:lnTo>
                <a:lnTo>
                  <a:pt x="10265" y="11657"/>
                </a:lnTo>
                <a:lnTo>
                  <a:pt x="10160" y="11705"/>
                </a:lnTo>
                <a:lnTo>
                  <a:pt x="9303" y="12245"/>
                </a:lnTo>
                <a:lnTo>
                  <a:pt x="8769" y="12489"/>
                </a:lnTo>
                <a:lnTo>
                  <a:pt x="8233" y="12735"/>
                </a:lnTo>
                <a:lnTo>
                  <a:pt x="8128" y="12636"/>
                </a:lnTo>
                <a:lnTo>
                  <a:pt x="7163" y="12245"/>
                </a:lnTo>
                <a:lnTo>
                  <a:pt x="6842" y="12049"/>
                </a:lnTo>
                <a:lnTo>
                  <a:pt x="6417" y="11852"/>
                </a:lnTo>
                <a:lnTo>
                  <a:pt x="6630" y="11852"/>
                </a:lnTo>
                <a:lnTo>
                  <a:pt x="6737" y="11804"/>
                </a:lnTo>
                <a:lnTo>
                  <a:pt x="7379" y="11804"/>
                </a:lnTo>
                <a:lnTo>
                  <a:pt x="7912" y="11755"/>
                </a:lnTo>
                <a:lnTo>
                  <a:pt x="8449" y="11657"/>
                </a:lnTo>
                <a:lnTo>
                  <a:pt x="8874" y="11510"/>
                </a:lnTo>
                <a:lnTo>
                  <a:pt x="9516" y="11314"/>
                </a:lnTo>
                <a:lnTo>
                  <a:pt x="10160" y="11020"/>
                </a:lnTo>
                <a:lnTo>
                  <a:pt x="10694" y="10727"/>
                </a:lnTo>
                <a:lnTo>
                  <a:pt x="11122" y="10433"/>
                </a:lnTo>
                <a:lnTo>
                  <a:pt x="11227" y="10334"/>
                </a:lnTo>
                <a:lnTo>
                  <a:pt x="11227" y="10236"/>
                </a:lnTo>
                <a:lnTo>
                  <a:pt x="11014" y="10090"/>
                </a:lnTo>
                <a:lnTo>
                  <a:pt x="10694" y="9992"/>
                </a:lnTo>
                <a:lnTo>
                  <a:pt x="10481" y="9992"/>
                </a:lnTo>
                <a:lnTo>
                  <a:pt x="10265" y="10040"/>
                </a:lnTo>
                <a:lnTo>
                  <a:pt x="9944" y="9992"/>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172" name="Google Shape;495;p10"/>
          <p:cNvSpPr/>
          <p:nvPr/>
        </p:nvSpPr>
        <p:spPr>
          <a:xfrm>
            <a:off x="645038" y="355960"/>
            <a:ext cx="414101" cy="5077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522" y="5224"/>
                </a:moveTo>
                <a:lnTo>
                  <a:pt x="16065" y="5754"/>
                </a:lnTo>
                <a:lnTo>
                  <a:pt x="15847" y="5754"/>
                </a:lnTo>
                <a:lnTo>
                  <a:pt x="15847" y="5666"/>
                </a:lnTo>
                <a:lnTo>
                  <a:pt x="15793" y="5577"/>
                </a:lnTo>
                <a:lnTo>
                  <a:pt x="15739" y="5577"/>
                </a:lnTo>
                <a:lnTo>
                  <a:pt x="15685" y="5489"/>
                </a:lnTo>
                <a:lnTo>
                  <a:pt x="15630" y="5444"/>
                </a:lnTo>
                <a:lnTo>
                  <a:pt x="15467" y="5400"/>
                </a:lnTo>
                <a:lnTo>
                  <a:pt x="15305" y="5444"/>
                </a:lnTo>
                <a:lnTo>
                  <a:pt x="15250" y="5489"/>
                </a:lnTo>
                <a:lnTo>
                  <a:pt x="15196" y="5577"/>
                </a:lnTo>
                <a:lnTo>
                  <a:pt x="15196" y="5666"/>
                </a:lnTo>
                <a:lnTo>
                  <a:pt x="14871" y="5577"/>
                </a:lnTo>
                <a:lnTo>
                  <a:pt x="15522" y="5224"/>
                </a:lnTo>
                <a:close/>
                <a:moveTo>
                  <a:pt x="10203" y="4160"/>
                </a:moveTo>
                <a:lnTo>
                  <a:pt x="10420" y="4205"/>
                </a:lnTo>
                <a:lnTo>
                  <a:pt x="10691" y="4250"/>
                </a:lnTo>
                <a:lnTo>
                  <a:pt x="10909" y="4338"/>
                </a:lnTo>
                <a:lnTo>
                  <a:pt x="11071" y="4471"/>
                </a:lnTo>
                <a:lnTo>
                  <a:pt x="11126" y="4603"/>
                </a:lnTo>
                <a:lnTo>
                  <a:pt x="11126" y="4693"/>
                </a:lnTo>
                <a:lnTo>
                  <a:pt x="11071" y="4825"/>
                </a:lnTo>
                <a:lnTo>
                  <a:pt x="11017" y="4958"/>
                </a:lnTo>
                <a:lnTo>
                  <a:pt x="10746" y="5179"/>
                </a:lnTo>
                <a:lnTo>
                  <a:pt x="10583" y="5356"/>
                </a:lnTo>
                <a:lnTo>
                  <a:pt x="10258" y="5710"/>
                </a:lnTo>
                <a:lnTo>
                  <a:pt x="9932" y="5975"/>
                </a:lnTo>
                <a:lnTo>
                  <a:pt x="9607" y="6153"/>
                </a:lnTo>
                <a:lnTo>
                  <a:pt x="9444" y="6197"/>
                </a:lnTo>
                <a:lnTo>
                  <a:pt x="9335" y="6197"/>
                </a:lnTo>
                <a:lnTo>
                  <a:pt x="9226" y="6108"/>
                </a:lnTo>
                <a:lnTo>
                  <a:pt x="9172" y="6020"/>
                </a:lnTo>
                <a:lnTo>
                  <a:pt x="9117" y="5799"/>
                </a:lnTo>
                <a:lnTo>
                  <a:pt x="9117" y="5002"/>
                </a:lnTo>
                <a:lnTo>
                  <a:pt x="9064" y="4338"/>
                </a:lnTo>
                <a:lnTo>
                  <a:pt x="9280" y="4250"/>
                </a:lnTo>
                <a:lnTo>
                  <a:pt x="9497" y="4205"/>
                </a:lnTo>
                <a:lnTo>
                  <a:pt x="9715" y="4160"/>
                </a:lnTo>
                <a:close/>
                <a:moveTo>
                  <a:pt x="9552" y="3762"/>
                </a:moveTo>
                <a:lnTo>
                  <a:pt x="9226" y="3852"/>
                </a:lnTo>
                <a:lnTo>
                  <a:pt x="8901" y="3940"/>
                </a:lnTo>
                <a:lnTo>
                  <a:pt x="8629" y="4072"/>
                </a:lnTo>
                <a:lnTo>
                  <a:pt x="8466" y="4293"/>
                </a:lnTo>
                <a:lnTo>
                  <a:pt x="8466" y="4383"/>
                </a:lnTo>
                <a:lnTo>
                  <a:pt x="8521" y="4426"/>
                </a:lnTo>
                <a:lnTo>
                  <a:pt x="8575" y="4471"/>
                </a:lnTo>
                <a:lnTo>
                  <a:pt x="8683" y="4471"/>
                </a:lnTo>
                <a:lnTo>
                  <a:pt x="8846" y="4426"/>
                </a:lnTo>
                <a:lnTo>
                  <a:pt x="8792" y="5091"/>
                </a:lnTo>
                <a:lnTo>
                  <a:pt x="8792" y="5975"/>
                </a:lnTo>
                <a:lnTo>
                  <a:pt x="8846" y="6153"/>
                </a:lnTo>
                <a:lnTo>
                  <a:pt x="8954" y="6285"/>
                </a:lnTo>
                <a:lnTo>
                  <a:pt x="9117" y="6418"/>
                </a:lnTo>
                <a:lnTo>
                  <a:pt x="9226" y="6507"/>
                </a:lnTo>
                <a:lnTo>
                  <a:pt x="9660" y="6507"/>
                </a:lnTo>
                <a:lnTo>
                  <a:pt x="9932" y="6373"/>
                </a:lnTo>
                <a:lnTo>
                  <a:pt x="10203" y="6197"/>
                </a:lnTo>
                <a:lnTo>
                  <a:pt x="10691" y="5799"/>
                </a:lnTo>
                <a:lnTo>
                  <a:pt x="11017" y="5444"/>
                </a:lnTo>
                <a:lnTo>
                  <a:pt x="11234" y="5224"/>
                </a:lnTo>
                <a:lnTo>
                  <a:pt x="11452" y="5046"/>
                </a:lnTo>
                <a:lnTo>
                  <a:pt x="11560" y="4781"/>
                </a:lnTo>
                <a:lnTo>
                  <a:pt x="11614" y="4648"/>
                </a:lnTo>
                <a:lnTo>
                  <a:pt x="11614" y="4515"/>
                </a:lnTo>
                <a:lnTo>
                  <a:pt x="11505" y="4338"/>
                </a:lnTo>
                <a:lnTo>
                  <a:pt x="11342" y="4160"/>
                </a:lnTo>
                <a:lnTo>
                  <a:pt x="11126" y="3984"/>
                </a:lnTo>
                <a:lnTo>
                  <a:pt x="10909" y="3895"/>
                </a:lnTo>
                <a:lnTo>
                  <a:pt x="10637" y="3807"/>
                </a:lnTo>
                <a:lnTo>
                  <a:pt x="10311" y="3762"/>
                </a:lnTo>
                <a:close/>
                <a:moveTo>
                  <a:pt x="4125" y="4250"/>
                </a:moveTo>
                <a:lnTo>
                  <a:pt x="4341" y="4426"/>
                </a:lnTo>
                <a:lnTo>
                  <a:pt x="4559" y="4560"/>
                </a:lnTo>
                <a:lnTo>
                  <a:pt x="5102" y="4736"/>
                </a:lnTo>
                <a:lnTo>
                  <a:pt x="5372" y="4825"/>
                </a:lnTo>
                <a:lnTo>
                  <a:pt x="5427" y="4913"/>
                </a:lnTo>
                <a:lnTo>
                  <a:pt x="5482" y="5002"/>
                </a:lnTo>
                <a:lnTo>
                  <a:pt x="5482" y="5091"/>
                </a:lnTo>
                <a:lnTo>
                  <a:pt x="5535" y="5134"/>
                </a:lnTo>
                <a:lnTo>
                  <a:pt x="5590" y="5179"/>
                </a:lnTo>
                <a:lnTo>
                  <a:pt x="5698" y="5224"/>
                </a:lnTo>
                <a:lnTo>
                  <a:pt x="5970" y="5312"/>
                </a:lnTo>
                <a:lnTo>
                  <a:pt x="6241" y="5400"/>
                </a:lnTo>
                <a:lnTo>
                  <a:pt x="6513" y="5534"/>
                </a:lnTo>
                <a:lnTo>
                  <a:pt x="6729" y="5666"/>
                </a:lnTo>
                <a:lnTo>
                  <a:pt x="7164" y="6065"/>
                </a:lnTo>
                <a:lnTo>
                  <a:pt x="7544" y="6418"/>
                </a:lnTo>
                <a:lnTo>
                  <a:pt x="7056" y="6463"/>
                </a:lnTo>
                <a:lnTo>
                  <a:pt x="6621" y="6463"/>
                </a:lnTo>
                <a:lnTo>
                  <a:pt x="5644" y="6418"/>
                </a:lnTo>
                <a:lnTo>
                  <a:pt x="5156" y="6418"/>
                </a:lnTo>
                <a:lnTo>
                  <a:pt x="4668" y="6507"/>
                </a:lnTo>
                <a:lnTo>
                  <a:pt x="4396" y="6595"/>
                </a:lnTo>
                <a:lnTo>
                  <a:pt x="4125" y="6728"/>
                </a:lnTo>
                <a:lnTo>
                  <a:pt x="3853" y="6816"/>
                </a:lnTo>
                <a:lnTo>
                  <a:pt x="3690" y="6861"/>
                </a:lnTo>
                <a:lnTo>
                  <a:pt x="3474" y="6861"/>
                </a:lnTo>
                <a:lnTo>
                  <a:pt x="3419" y="6906"/>
                </a:lnTo>
                <a:lnTo>
                  <a:pt x="3365" y="6994"/>
                </a:lnTo>
                <a:lnTo>
                  <a:pt x="3365" y="7038"/>
                </a:lnTo>
                <a:lnTo>
                  <a:pt x="3474" y="8056"/>
                </a:lnTo>
                <a:lnTo>
                  <a:pt x="3147" y="7835"/>
                </a:lnTo>
                <a:lnTo>
                  <a:pt x="2822" y="7702"/>
                </a:lnTo>
                <a:lnTo>
                  <a:pt x="2822" y="7392"/>
                </a:lnTo>
                <a:lnTo>
                  <a:pt x="2714" y="7126"/>
                </a:lnTo>
                <a:lnTo>
                  <a:pt x="2551" y="6994"/>
                </a:lnTo>
                <a:lnTo>
                  <a:pt x="2333" y="6906"/>
                </a:lnTo>
                <a:lnTo>
                  <a:pt x="1900" y="6816"/>
                </a:lnTo>
                <a:lnTo>
                  <a:pt x="1628" y="6816"/>
                </a:lnTo>
                <a:lnTo>
                  <a:pt x="1357" y="6861"/>
                </a:lnTo>
                <a:lnTo>
                  <a:pt x="1628" y="6463"/>
                </a:lnTo>
                <a:lnTo>
                  <a:pt x="1900" y="6065"/>
                </a:lnTo>
                <a:lnTo>
                  <a:pt x="2171" y="5710"/>
                </a:lnTo>
                <a:lnTo>
                  <a:pt x="2496" y="5356"/>
                </a:lnTo>
                <a:lnTo>
                  <a:pt x="2876" y="5046"/>
                </a:lnTo>
                <a:lnTo>
                  <a:pt x="3256" y="4781"/>
                </a:lnTo>
                <a:lnTo>
                  <a:pt x="3690" y="4515"/>
                </a:lnTo>
                <a:lnTo>
                  <a:pt x="4125" y="4250"/>
                </a:lnTo>
                <a:close/>
                <a:moveTo>
                  <a:pt x="15739" y="9074"/>
                </a:moveTo>
                <a:lnTo>
                  <a:pt x="16336" y="9295"/>
                </a:lnTo>
                <a:lnTo>
                  <a:pt x="16771" y="9472"/>
                </a:lnTo>
                <a:lnTo>
                  <a:pt x="16987" y="9561"/>
                </a:lnTo>
                <a:lnTo>
                  <a:pt x="17204" y="9605"/>
                </a:lnTo>
                <a:lnTo>
                  <a:pt x="17096" y="9960"/>
                </a:lnTo>
                <a:lnTo>
                  <a:pt x="16607" y="9782"/>
                </a:lnTo>
                <a:lnTo>
                  <a:pt x="16118" y="9605"/>
                </a:lnTo>
                <a:lnTo>
                  <a:pt x="15956" y="9517"/>
                </a:lnTo>
                <a:lnTo>
                  <a:pt x="15739" y="9074"/>
                </a:lnTo>
                <a:close/>
                <a:moveTo>
                  <a:pt x="15196" y="9738"/>
                </a:moveTo>
                <a:lnTo>
                  <a:pt x="15359" y="9827"/>
                </a:lnTo>
                <a:lnTo>
                  <a:pt x="15577" y="9915"/>
                </a:lnTo>
                <a:lnTo>
                  <a:pt x="15630" y="10048"/>
                </a:lnTo>
                <a:lnTo>
                  <a:pt x="15685" y="10136"/>
                </a:lnTo>
                <a:lnTo>
                  <a:pt x="15847" y="10180"/>
                </a:lnTo>
                <a:lnTo>
                  <a:pt x="16173" y="10268"/>
                </a:lnTo>
                <a:lnTo>
                  <a:pt x="16336" y="10313"/>
                </a:lnTo>
                <a:lnTo>
                  <a:pt x="16336" y="10446"/>
                </a:lnTo>
                <a:lnTo>
                  <a:pt x="16390" y="10535"/>
                </a:lnTo>
                <a:lnTo>
                  <a:pt x="16499" y="10623"/>
                </a:lnTo>
                <a:lnTo>
                  <a:pt x="16771" y="10668"/>
                </a:lnTo>
                <a:lnTo>
                  <a:pt x="16499" y="11154"/>
                </a:lnTo>
                <a:lnTo>
                  <a:pt x="16390" y="11066"/>
                </a:lnTo>
                <a:lnTo>
                  <a:pt x="15685" y="10579"/>
                </a:lnTo>
                <a:lnTo>
                  <a:pt x="15685" y="10313"/>
                </a:lnTo>
                <a:lnTo>
                  <a:pt x="15630" y="10092"/>
                </a:lnTo>
                <a:lnTo>
                  <a:pt x="15522" y="9960"/>
                </a:lnTo>
                <a:lnTo>
                  <a:pt x="15305" y="9870"/>
                </a:lnTo>
                <a:lnTo>
                  <a:pt x="15196" y="9738"/>
                </a:lnTo>
                <a:close/>
                <a:moveTo>
                  <a:pt x="13514" y="5799"/>
                </a:moveTo>
                <a:lnTo>
                  <a:pt x="14056" y="5843"/>
                </a:lnTo>
                <a:lnTo>
                  <a:pt x="14165" y="5887"/>
                </a:lnTo>
                <a:lnTo>
                  <a:pt x="14219" y="5843"/>
                </a:lnTo>
                <a:lnTo>
                  <a:pt x="14653" y="5932"/>
                </a:lnTo>
                <a:lnTo>
                  <a:pt x="15087" y="6065"/>
                </a:lnTo>
                <a:lnTo>
                  <a:pt x="14816" y="6330"/>
                </a:lnTo>
                <a:lnTo>
                  <a:pt x="14816" y="6418"/>
                </a:lnTo>
                <a:lnTo>
                  <a:pt x="14871" y="6507"/>
                </a:lnTo>
                <a:lnTo>
                  <a:pt x="14979" y="6551"/>
                </a:lnTo>
                <a:lnTo>
                  <a:pt x="15087" y="6551"/>
                </a:lnTo>
                <a:lnTo>
                  <a:pt x="15413" y="6418"/>
                </a:lnTo>
                <a:lnTo>
                  <a:pt x="15739" y="6330"/>
                </a:lnTo>
                <a:lnTo>
                  <a:pt x="16065" y="6285"/>
                </a:lnTo>
                <a:lnTo>
                  <a:pt x="16444" y="6241"/>
                </a:lnTo>
                <a:lnTo>
                  <a:pt x="16771" y="6773"/>
                </a:lnTo>
                <a:lnTo>
                  <a:pt x="16065" y="6906"/>
                </a:lnTo>
                <a:lnTo>
                  <a:pt x="15685" y="6994"/>
                </a:lnTo>
                <a:lnTo>
                  <a:pt x="15359" y="7126"/>
                </a:lnTo>
                <a:lnTo>
                  <a:pt x="15305" y="7171"/>
                </a:lnTo>
                <a:lnTo>
                  <a:pt x="15305" y="7259"/>
                </a:lnTo>
                <a:lnTo>
                  <a:pt x="15359" y="7304"/>
                </a:lnTo>
                <a:lnTo>
                  <a:pt x="15739" y="7392"/>
                </a:lnTo>
                <a:lnTo>
                  <a:pt x="16173" y="7392"/>
                </a:lnTo>
                <a:lnTo>
                  <a:pt x="16607" y="7347"/>
                </a:lnTo>
                <a:lnTo>
                  <a:pt x="16987" y="7259"/>
                </a:lnTo>
                <a:lnTo>
                  <a:pt x="17204" y="7923"/>
                </a:lnTo>
                <a:lnTo>
                  <a:pt x="17259" y="8012"/>
                </a:lnTo>
                <a:lnTo>
                  <a:pt x="16661" y="7879"/>
                </a:lnTo>
                <a:lnTo>
                  <a:pt x="16173" y="7790"/>
                </a:lnTo>
                <a:lnTo>
                  <a:pt x="15902" y="7747"/>
                </a:lnTo>
                <a:lnTo>
                  <a:pt x="15630" y="7790"/>
                </a:lnTo>
                <a:lnTo>
                  <a:pt x="15577" y="7790"/>
                </a:lnTo>
                <a:lnTo>
                  <a:pt x="15630" y="7879"/>
                </a:lnTo>
                <a:lnTo>
                  <a:pt x="15847" y="8012"/>
                </a:lnTo>
                <a:lnTo>
                  <a:pt x="16118" y="8145"/>
                </a:lnTo>
                <a:lnTo>
                  <a:pt x="16771" y="8366"/>
                </a:lnTo>
                <a:lnTo>
                  <a:pt x="17312" y="8498"/>
                </a:lnTo>
                <a:lnTo>
                  <a:pt x="17259" y="9162"/>
                </a:lnTo>
                <a:lnTo>
                  <a:pt x="16987" y="9074"/>
                </a:lnTo>
                <a:lnTo>
                  <a:pt x="16716" y="8986"/>
                </a:lnTo>
                <a:lnTo>
                  <a:pt x="15956" y="8720"/>
                </a:lnTo>
                <a:lnTo>
                  <a:pt x="15577" y="8631"/>
                </a:lnTo>
                <a:lnTo>
                  <a:pt x="15142" y="8588"/>
                </a:lnTo>
                <a:lnTo>
                  <a:pt x="15087" y="8588"/>
                </a:lnTo>
                <a:lnTo>
                  <a:pt x="15087" y="8720"/>
                </a:lnTo>
                <a:lnTo>
                  <a:pt x="15522" y="8941"/>
                </a:lnTo>
                <a:lnTo>
                  <a:pt x="15413" y="8986"/>
                </a:lnTo>
                <a:lnTo>
                  <a:pt x="14816" y="9162"/>
                </a:lnTo>
                <a:lnTo>
                  <a:pt x="14653" y="9029"/>
                </a:lnTo>
                <a:lnTo>
                  <a:pt x="14545" y="8986"/>
                </a:lnTo>
                <a:lnTo>
                  <a:pt x="14491" y="9029"/>
                </a:lnTo>
                <a:lnTo>
                  <a:pt x="14436" y="9074"/>
                </a:lnTo>
                <a:lnTo>
                  <a:pt x="14383" y="9119"/>
                </a:lnTo>
                <a:lnTo>
                  <a:pt x="14383" y="9295"/>
                </a:lnTo>
                <a:lnTo>
                  <a:pt x="14328" y="9339"/>
                </a:lnTo>
                <a:lnTo>
                  <a:pt x="14328" y="9427"/>
                </a:lnTo>
                <a:lnTo>
                  <a:pt x="14383" y="9561"/>
                </a:lnTo>
                <a:lnTo>
                  <a:pt x="14708" y="9870"/>
                </a:lnTo>
                <a:lnTo>
                  <a:pt x="14219" y="9605"/>
                </a:lnTo>
                <a:lnTo>
                  <a:pt x="13730" y="9384"/>
                </a:lnTo>
                <a:lnTo>
                  <a:pt x="13677" y="9384"/>
                </a:lnTo>
                <a:lnTo>
                  <a:pt x="13622" y="9427"/>
                </a:lnTo>
                <a:lnTo>
                  <a:pt x="13568" y="9472"/>
                </a:lnTo>
                <a:lnTo>
                  <a:pt x="13568" y="9561"/>
                </a:lnTo>
                <a:lnTo>
                  <a:pt x="13893" y="9870"/>
                </a:lnTo>
                <a:lnTo>
                  <a:pt x="14273" y="10180"/>
                </a:lnTo>
                <a:lnTo>
                  <a:pt x="15034" y="10711"/>
                </a:lnTo>
                <a:lnTo>
                  <a:pt x="15142" y="10801"/>
                </a:lnTo>
                <a:lnTo>
                  <a:pt x="15034" y="11021"/>
                </a:lnTo>
                <a:lnTo>
                  <a:pt x="14871" y="11242"/>
                </a:lnTo>
                <a:lnTo>
                  <a:pt x="14653" y="11332"/>
                </a:lnTo>
                <a:lnTo>
                  <a:pt x="14545" y="11287"/>
                </a:lnTo>
                <a:lnTo>
                  <a:pt x="13948" y="10977"/>
                </a:lnTo>
                <a:lnTo>
                  <a:pt x="13785" y="10756"/>
                </a:lnTo>
                <a:lnTo>
                  <a:pt x="13568" y="10490"/>
                </a:lnTo>
                <a:lnTo>
                  <a:pt x="13242" y="10313"/>
                </a:lnTo>
                <a:lnTo>
                  <a:pt x="12971" y="10136"/>
                </a:lnTo>
                <a:lnTo>
                  <a:pt x="12808" y="10003"/>
                </a:lnTo>
                <a:lnTo>
                  <a:pt x="12646" y="9782"/>
                </a:lnTo>
                <a:lnTo>
                  <a:pt x="12591" y="9517"/>
                </a:lnTo>
                <a:lnTo>
                  <a:pt x="12536" y="9517"/>
                </a:lnTo>
                <a:lnTo>
                  <a:pt x="12536" y="9384"/>
                </a:lnTo>
                <a:lnTo>
                  <a:pt x="12483" y="9339"/>
                </a:lnTo>
                <a:lnTo>
                  <a:pt x="12374" y="9339"/>
                </a:lnTo>
                <a:lnTo>
                  <a:pt x="11668" y="9251"/>
                </a:lnTo>
                <a:lnTo>
                  <a:pt x="10909" y="9207"/>
                </a:lnTo>
                <a:lnTo>
                  <a:pt x="10529" y="9207"/>
                </a:lnTo>
                <a:lnTo>
                  <a:pt x="10148" y="9251"/>
                </a:lnTo>
                <a:lnTo>
                  <a:pt x="9823" y="9339"/>
                </a:lnTo>
                <a:lnTo>
                  <a:pt x="9552" y="9517"/>
                </a:lnTo>
                <a:lnTo>
                  <a:pt x="9444" y="9384"/>
                </a:lnTo>
                <a:lnTo>
                  <a:pt x="9389" y="9295"/>
                </a:lnTo>
                <a:lnTo>
                  <a:pt x="9444" y="9207"/>
                </a:lnTo>
                <a:lnTo>
                  <a:pt x="9497" y="9119"/>
                </a:lnTo>
                <a:lnTo>
                  <a:pt x="9769" y="8941"/>
                </a:lnTo>
                <a:lnTo>
                  <a:pt x="10040" y="8853"/>
                </a:lnTo>
                <a:lnTo>
                  <a:pt x="10474" y="8808"/>
                </a:lnTo>
                <a:lnTo>
                  <a:pt x="10909" y="8720"/>
                </a:lnTo>
                <a:lnTo>
                  <a:pt x="11126" y="8631"/>
                </a:lnTo>
                <a:lnTo>
                  <a:pt x="11397" y="8454"/>
                </a:lnTo>
                <a:lnTo>
                  <a:pt x="11452" y="8321"/>
                </a:lnTo>
                <a:lnTo>
                  <a:pt x="11505" y="8233"/>
                </a:lnTo>
                <a:lnTo>
                  <a:pt x="11452" y="8145"/>
                </a:lnTo>
                <a:lnTo>
                  <a:pt x="11342" y="8056"/>
                </a:lnTo>
                <a:lnTo>
                  <a:pt x="11234" y="7967"/>
                </a:lnTo>
                <a:lnTo>
                  <a:pt x="11071" y="7967"/>
                </a:lnTo>
                <a:lnTo>
                  <a:pt x="10691" y="8012"/>
                </a:lnTo>
                <a:lnTo>
                  <a:pt x="10366" y="8100"/>
                </a:lnTo>
                <a:lnTo>
                  <a:pt x="10040" y="8188"/>
                </a:lnTo>
                <a:lnTo>
                  <a:pt x="9932" y="8188"/>
                </a:lnTo>
                <a:lnTo>
                  <a:pt x="9823" y="8145"/>
                </a:lnTo>
                <a:lnTo>
                  <a:pt x="9823" y="8056"/>
                </a:lnTo>
                <a:lnTo>
                  <a:pt x="9877" y="7967"/>
                </a:lnTo>
                <a:lnTo>
                  <a:pt x="9986" y="7790"/>
                </a:lnTo>
                <a:lnTo>
                  <a:pt x="10095" y="7657"/>
                </a:lnTo>
                <a:lnTo>
                  <a:pt x="10474" y="7480"/>
                </a:lnTo>
                <a:lnTo>
                  <a:pt x="10854" y="7259"/>
                </a:lnTo>
                <a:lnTo>
                  <a:pt x="11397" y="6949"/>
                </a:lnTo>
                <a:lnTo>
                  <a:pt x="11995" y="6595"/>
                </a:lnTo>
                <a:lnTo>
                  <a:pt x="12103" y="6684"/>
                </a:lnTo>
                <a:lnTo>
                  <a:pt x="12157" y="6684"/>
                </a:lnTo>
                <a:lnTo>
                  <a:pt x="12211" y="6640"/>
                </a:lnTo>
                <a:lnTo>
                  <a:pt x="12591" y="6241"/>
                </a:lnTo>
                <a:lnTo>
                  <a:pt x="12917" y="5799"/>
                </a:lnTo>
                <a:close/>
                <a:moveTo>
                  <a:pt x="15522" y="11066"/>
                </a:moveTo>
                <a:lnTo>
                  <a:pt x="15902" y="11332"/>
                </a:lnTo>
                <a:lnTo>
                  <a:pt x="16228" y="11597"/>
                </a:lnTo>
                <a:lnTo>
                  <a:pt x="15793" y="12216"/>
                </a:lnTo>
                <a:lnTo>
                  <a:pt x="15685" y="12305"/>
                </a:lnTo>
                <a:lnTo>
                  <a:pt x="15630" y="12261"/>
                </a:lnTo>
                <a:lnTo>
                  <a:pt x="15577" y="12173"/>
                </a:lnTo>
                <a:lnTo>
                  <a:pt x="15413" y="11995"/>
                </a:lnTo>
                <a:lnTo>
                  <a:pt x="15250" y="11774"/>
                </a:lnTo>
                <a:lnTo>
                  <a:pt x="15034" y="11597"/>
                </a:lnTo>
                <a:lnTo>
                  <a:pt x="15196" y="11464"/>
                </a:lnTo>
                <a:lnTo>
                  <a:pt x="15305" y="11375"/>
                </a:lnTo>
                <a:lnTo>
                  <a:pt x="15522" y="11066"/>
                </a:lnTo>
                <a:close/>
                <a:moveTo>
                  <a:pt x="814" y="8808"/>
                </a:moveTo>
                <a:lnTo>
                  <a:pt x="1194" y="9029"/>
                </a:lnTo>
                <a:lnTo>
                  <a:pt x="1465" y="9295"/>
                </a:lnTo>
                <a:lnTo>
                  <a:pt x="1790" y="9561"/>
                </a:lnTo>
                <a:lnTo>
                  <a:pt x="2116" y="9827"/>
                </a:lnTo>
                <a:lnTo>
                  <a:pt x="2931" y="10358"/>
                </a:lnTo>
                <a:lnTo>
                  <a:pt x="3310" y="10668"/>
                </a:lnTo>
                <a:lnTo>
                  <a:pt x="3474" y="10844"/>
                </a:lnTo>
                <a:lnTo>
                  <a:pt x="3582" y="11021"/>
                </a:lnTo>
                <a:lnTo>
                  <a:pt x="3256" y="11199"/>
                </a:lnTo>
                <a:lnTo>
                  <a:pt x="2984" y="11420"/>
                </a:lnTo>
                <a:lnTo>
                  <a:pt x="2768" y="11685"/>
                </a:lnTo>
                <a:lnTo>
                  <a:pt x="2605" y="12040"/>
                </a:lnTo>
                <a:lnTo>
                  <a:pt x="2551" y="12481"/>
                </a:lnTo>
                <a:lnTo>
                  <a:pt x="2605" y="12881"/>
                </a:lnTo>
                <a:lnTo>
                  <a:pt x="2822" y="13765"/>
                </a:lnTo>
                <a:lnTo>
                  <a:pt x="2280" y="13234"/>
                </a:lnTo>
                <a:lnTo>
                  <a:pt x="1845" y="12703"/>
                </a:lnTo>
                <a:lnTo>
                  <a:pt x="1465" y="12083"/>
                </a:lnTo>
                <a:lnTo>
                  <a:pt x="1194" y="11464"/>
                </a:lnTo>
                <a:lnTo>
                  <a:pt x="977" y="10801"/>
                </a:lnTo>
                <a:lnTo>
                  <a:pt x="814" y="10136"/>
                </a:lnTo>
                <a:lnTo>
                  <a:pt x="759" y="9472"/>
                </a:lnTo>
                <a:lnTo>
                  <a:pt x="814" y="8808"/>
                </a:lnTo>
                <a:close/>
                <a:moveTo>
                  <a:pt x="10203" y="10401"/>
                </a:moveTo>
                <a:lnTo>
                  <a:pt x="10258" y="10490"/>
                </a:lnTo>
                <a:lnTo>
                  <a:pt x="10366" y="10535"/>
                </a:lnTo>
                <a:lnTo>
                  <a:pt x="10746" y="10711"/>
                </a:lnTo>
                <a:lnTo>
                  <a:pt x="11071" y="10889"/>
                </a:lnTo>
                <a:lnTo>
                  <a:pt x="11397" y="11110"/>
                </a:lnTo>
                <a:lnTo>
                  <a:pt x="11668" y="11375"/>
                </a:lnTo>
                <a:lnTo>
                  <a:pt x="11885" y="11642"/>
                </a:lnTo>
                <a:lnTo>
                  <a:pt x="12103" y="11951"/>
                </a:lnTo>
                <a:lnTo>
                  <a:pt x="12211" y="12261"/>
                </a:lnTo>
                <a:lnTo>
                  <a:pt x="12211" y="12571"/>
                </a:lnTo>
                <a:lnTo>
                  <a:pt x="12157" y="12836"/>
                </a:lnTo>
                <a:lnTo>
                  <a:pt x="11397" y="12173"/>
                </a:lnTo>
                <a:lnTo>
                  <a:pt x="10583" y="11597"/>
                </a:lnTo>
                <a:lnTo>
                  <a:pt x="10474" y="11597"/>
                </a:lnTo>
                <a:lnTo>
                  <a:pt x="10420" y="11642"/>
                </a:lnTo>
                <a:lnTo>
                  <a:pt x="10474" y="11685"/>
                </a:lnTo>
                <a:lnTo>
                  <a:pt x="11180" y="12481"/>
                </a:lnTo>
                <a:lnTo>
                  <a:pt x="11940" y="13234"/>
                </a:lnTo>
                <a:lnTo>
                  <a:pt x="11668" y="13500"/>
                </a:lnTo>
                <a:lnTo>
                  <a:pt x="11452" y="13765"/>
                </a:lnTo>
                <a:lnTo>
                  <a:pt x="11126" y="14031"/>
                </a:lnTo>
                <a:lnTo>
                  <a:pt x="10691" y="13722"/>
                </a:lnTo>
                <a:lnTo>
                  <a:pt x="10148" y="13279"/>
                </a:lnTo>
                <a:lnTo>
                  <a:pt x="10040" y="12969"/>
                </a:lnTo>
                <a:lnTo>
                  <a:pt x="9986" y="12659"/>
                </a:lnTo>
                <a:lnTo>
                  <a:pt x="9823" y="12349"/>
                </a:lnTo>
                <a:lnTo>
                  <a:pt x="9660" y="12040"/>
                </a:lnTo>
                <a:lnTo>
                  <a:pt x="9552" y="11907"/>
                </a:lnTo>
                <a:lnTo>
                  <a:pt x="9335" y="11907"/>
                </a:lnTo>
                <a:lnTo>
                  <a:pt x="8683" y="12083"/>
                </a:lnTo>
                <a:lnTo>
                  <a:pt x="8358" y="12173"/>
                </a:lnTo>
                <a:lnTo>
                  <a:pt x="8250" y="12173"/>
                </a:lnTo>
                <a:lnTo>
                  <a:pt x="8086" y="12083"/>
                </a:lnTo>
                <a:lnTo>
                  <a:pt x="7707" y="11951"/>
                </a:lnTo>
                <a:lnTo>
                  <a:pt x="7435" y="11774"/>
                </a:lnTo>
                <a:lnTo>
                  <a:pt x="7327" y="11642"/>
                </a:lnTo>
                <a:lnTo>
                  <a:pt x="7219" y="11509"/>
                </a:lnTo>
                <a:lnTo>
                  <a:pt x="7164" y="11375"/>
                </a:lnTo>
                <a:lnTo>
                  <a:pt x="7164" y="11199"/>
                </a:lnTo>
                <a:lnTo>
                  <a:pt x="7219" y="11021"/>
                </a:lnTo>
                <a:lnTo>
                  <a:pt x="7327" y="10844"/>
                </a:lnTo>
                <a:lnTo>
                  <a:pt x="7489" y="10711"/>
                </a:lnTo>
                <a:lnTo>
                  <a:pt x="7707" y="10623"/>
                </a:lnTo>
                <a:lnTo>
                  <a:pt x="8250" y="10490"/>
                </a:lnTo>
                <a:lnTo>
                  <a:pt x="8683" y="10446"/>
                </a:lnTo>
                <a:lnTo>
                  <a:pt x="9444" y="10446"/>
                </a:lnTo>
                <a:lnTo>
                  <a:pt x="10203" y="10401"/>
                </a:lnTo>
                <a:close/>
                <a:moveTo>
                  <a:pt x="12754" y="12173"/>
                </a:moveTo>
                <a:lnTo>
                  <a:pt x="13840" y="12748"/>
                </a:lnTo>
                <a:lnTo>
                  <a:pt x="14056" y="12924"/>
                </a:lnTo>
                <a:lnTo>
                  <a:pt x="14273" y="13102"/>
                </a:lnTo>
                <a:lnTo>
                  <a:pt x="14436" y="13279"/>
                </a:lnTo>
                <a:lnTo>
                  <a:pt x="14599" y="13455"/>
                </a:lnTo>
                <a:lnTo>
                  <a:pt x="13840" y="14031"/>
                </a:lnTo>
                <a:lnTo>
                  <a:pt x="13785" y="13987"/>
                </a:lnTo>
                <a:lnTo>
                  <a:pt x="13622" y="13855"/>
                </a:lnTo>
                <a:lnTo>
                  <a:pt x="13405" y="13765"/>
                </a:lnTo>
                <a:lnTo>
                  <a:pt x="13134" y="13633"/>
                </a:lnTo>
                <a:lnTo>
                  <a:pt x="12971" y="13500"/>
                </a:lnTo>
                <a:lnTo>
                  <a:pt x="12591" y="13190"/>
                </a:lnTo>
                <a:lnTo>
                  <a:pt x="12646" y="13057"/>
                </a:lnTo>
                <a:lnTo>
                  <a:pt x="12754" y="12836"/>
                </a:lnTo>
                <a:lnTo>
                  <a:pt x="12808" y="12615"/>
                </a:lnTo>
                <a:lnTo>
                  <a:pt x="12808" y="12393"/>
                </a:lnTo>
                <a:lnTo>
                  <a:pt x="12754" y="12173"/>
                </a:lnTo>
                <a:close/>
                <a:moveTo>
                  <a:pt x="10148" y="13943"/>
                </a:moveTo>
                <a:lnTo>
                  <a:pt x="10637" y="14341"/>
                </a:lnTo>
                <a:lnTo>
                  <a:pt x="10366" y="14429"/>
                </a:lnTo>
                <a:lnTo>
                  <a:pt x="10203" y="14429"/>
                </a:lnTo>
                <a:lnTo>
                  <a:pt x="10040" y="14386"/>
                </a:lnTo>
                <a:lnTo>
                  <a:pt x="10148" y="13943"/>
                </a:lnTo>
                <a:close/>
                <a:moveTo>
                  <a:pt x="12320" y="13589"/>
                </a:moveTo>
                <a:lnTo>
                  <a:pt x="12536" y="13810"/>
                </a:lnTo>
                <a:lnTo>
                  <a:pt x="12808" y="14031"/>
                </a:lnTo>
                <a:lnTo>
                  <a:pt x="13134" y="14208"/>
                </a:lnTo>
                <a:lnTo>
                  <a:pt x="13297" y="14253"/>
                </a:lnTo>
                <a:lnTo>
                  <a:pt x="13459" y="14296"/>
                </a:lnTo>
                <a:lnTo>
                  <a:pt x="12917" y="14606"/>
                </a:lnTo>
                <a:lnTo>
                  <a:pt x="12320" y="14872"/>
                </a:lnTo>
                <a:lnTo>
                  <a:pt x="12265" y="14828"/>
                </a:lnTo>
                <a:lnTo>
                  <a:pt x="11560" y="14341"/>
                </a:lnTo>
                <a:lnTo>
                  <a:pt x="11940" y="13987"/>
                </a:lnTo>
                <a:lnTo>
                  <a:pt x="12320" y="13589"/>
                </a:lnTo>
                <a:close/>
                <a:moveTo>
                  <a:pt x="10311" y="3231"/>
                </a:moveTo>
                <a:lnTo>
                  <a:pt x="10909" y="3276"/>
                </a:lnTo>
                <a:lnTo>
                  <a:pt x="11505" y="3364"/>
                </a:lnTo>
                <a:lnTo>
                  <a:pt x="12103" y="3497"/>
                </a:lnTo>
                <a:lnTo>
                  <a:pt x="12646" y="3630"/>
                </a:lnTo>
                <a:lnTo>
                  <a:pt x="13189" y="3852"/>
                </a:lnTo>
                <a:lnTo>
                  <a:pt x="13730" y="4072"/>
                </a:lnTo>
                <a:lnTo>
                  <a:pt x="14219" y="4338"/>
                </a:lnTo>
                <a:lnTo>
                  <a:pt x="14056" y="4383"/>
                </a:lnTo>
                <a:lnTo>
                  <a:pt x="13730" y="4603"/>
                </a:lnTo>
                <a:lnTo>
                  <a:pt x="13568" y="4736"/>
                </a:lnTo>
                <a:lnTo>
                  <a:pt x="13405" y="4869"/>
                </a:lnTo>
                <a:lnTo>
                  <a:pt x="13405" y="4958"/>
                </a:lnTo>
                <a:lnTo>
                  <a:pt x="13514" y="4958"/>
                </a:lnTo>
                <a:lnTo>
                  <a:pt x="13677" y="4913"/>
                </a:lnTo>
                <a:lnTo>
                  <a:pt x="13840" y="4913"/>
                </a:lnTo>
                <a:lnTo>
                  <a:pt x="14328" y="4736"/>
                </a:lnTo>
                <a:lnTo>
                  <a:pt x="14653" y="4603"/>
                </a:lnTo>
                <a:lnTo>
                  <a:pt x="15087" y="4869"/>
                </a:lnTo>
                <a:lnTo>
                  <a:pt x="14653" y="5134"/>
                </a:lnTo>
                <a:lnTo>
                  <a:pt x="14219" y="5444"/>
                </a:lnTo>
                <a:lnTo>
                  <a:pt x="13730" y="5400"/>
                </a:lnTo>
                <a:lnTo>
                  <a:pt x="12917" y="5400"/>
                </a:lnTo>
                <a:lnTo>
                  <a:pt x="12699" y="5444"/>
                </a:lnTo>
                <a:lnTo>
                  <a:pt x="12646" y="5489"/>
                </a:lnTo>
                <a:lnTo>
                  <a:pt x="12591" y="5577"/>
                </a:lnTo>
                <a:lnTo>
                  <a:pt x="12320" y="6020"/>
                </a:lnTo>
                <a:lnTo>
                  <a:pt x="11995" y="6463"/>
                </a:lnTo>
                <a:lnTo>
                  <a:pt x="11614" y="6595"/>
                </a:lnTo>
                <a:lnTo>
                  <a:pt x="11234" y="6773"/>
                </a:lnTo>
                <a:lnTo>
                  <a:pt x="10529" y="7126"/>
                </a:lnTo>
                <a:lnTo>
                  <a:pt x="9932" y="7437"/>
                </a:lnTo>
                <a:lnTo>
                  <a:pt x="9660" y="7614"/>
                </a:lnTo>
                <a:lnTo>
                  <a:pt x="9552" y="7702"/>
                </a:lnTo>
                <a:lnTo>
                  <a:pt x="9497" y="7835"/>
                </a:lnTo>
                <a:lnTo>
                  <a:pt x="9444" y="8056"/>
                </a:lnTo>
                <a:lnTo>
                  <a:pt x="9497" y="8188"/>
                </a:lnTo>
                <a:lnTo>
                  <a:pt x="9552" y="8321"/>
                </a:lnTo>
                <a:lnTo>
                  <a:pt x="9715" y="8410"/>
                </a:lnTo>
                <a:lnTo>
                  <a:pt x="9877" y="8410"/>
                </a:lnTo>
                <a:lnTo>
                  <a:pt x="10095" y="8454"/>
                </a:lnTo>
                <a:lnTo>
                  <a:pt x="10529" y="8366"/>
                </a:lnTo>
                <a:lnTo>
                  <a:pt x="10801" y="8278"/>
                </a:lnTo>
                <a:lnTo>
                  <a:pt x="11017" y="8233"/>
                </a:lnTo>
                <a:lnTo>
                  <a:pt x="11071" y="8278"/>
                </a:lnTo>
                <a:lnTo>
                  <a:pt x="10963" y="8321"/>
                </a:lnTo>
                <a:lnTo>
                  <a:pt x="10691" y="8454"/>
                </a:lnTo>
                <a:lnTo>
                  <a:pt x="10148" y="8543"/>
                </a:lnTo>
                <a:lnTo>
                  <a:pt x="9660" y="8631"/>
                </a:lnTo>
                <a:lnTo>
                  <a:pt x="9389" y="8720"/>
                </a:lnTo>
                <a:lnTo>
                  <a:pt x="9226" y="8853"/>
                </a:lnTo>
                <a:lnTo>
                  <a:pt x="9117" y="9029"/>
                </a:lnTo>
                <a:lnTo>
                  <a:pt x="9064" y="9207"/>
                </a:lnTo>
                <a:lnTo>
                  <a:pt x="9064" y="9384"/>
                </a:lnTo>
                <a:lnTo>
                  <a:pt x="9117" y="9561"/>
                </a:lnTo>
                <a:lnTo>
                  <a:pt x="9226" y="9738"/>
                </a:lnTo>
                <a:lnTo>
                  <a:pt x="9444" y="9870"/>
                </a:lnTo>
                <a:lnTo>
                  <a:pt x="9607" y="9870"/>
                </a:lnTo>
                <a:lnTo>
                  <a:pt x="9715" y="9827"/>
                </a:lnTo>
                <a:lnTo>
                  <a:pt x="9823" y="9738"/>
                </a:lnTo>
                <a:lnTo>
                  <a:pt x="9932" y="9649"/>
                </a:lnTo>
                <a:lnTo>
                  <a:pt x="10203" y="9561"/>
                </a:lnTo>
                <a:lnTo>
                  <a:pt x="10854" y="9561"/>
                </a:lnTo>
                <a:lnTo>
                  <a:pt x="12320" y="9649"/>
                </a:lnTo>
                <a:lnTo>
                  <a:pt x="12320" y="9827"/>
                </a:lnTo>
                <a:lnTo>
                  <a:pt x="12374" y="10048"/>
                </a:lnTo>
                <a:lnTo>
                  <a:pt x="12483" y="10225"/>
                </a:lnTo>
                <a:lnTo>
                  <a:pt x="12646" y="10358"/>
                </a:lnTo>
                <a:lnTo>
                  <a:pt x="12971" y="10579"/>
                </a:lnTo>
                <a:lnTo>
                  <a:pt x="12646" y="10490"/>
                </a:lnTo>
                <a:lnTo>
                  <a:pt x="12320" y="10446"/>
                </a:lnTo>
                <a:lnTo>
                  <a:pt x="12265" y="10446"/>
                </a:lnTo>
                <a:lnTo>
                  <a:pt x="12265" y="10535"/>
                </a:lnTo>
                <a:lnTo>
                  <a:pt x="12591" y="10801"/>
                </a:lnTo>
                <a:lnTo>
                  <a:pt x="12971" y="11066"/>
                </a:lnTo>
                <a:lnTo>
                  <a:pt x="13840" y="11464"/>
                </a:lnTo>
                <a:lnTo>
                  <a:pt x="13948" y="11552"/>
                </a:lnTo>
                <a:lnTo>
                  <a:pt x="14111" y="11642"/>
                </a:lnTo>
                <a:lnTo>
                  <a:pt x="14273" y="11685"/>
                </a:lnTo>
                <a:lnTo>
                  <a:pt x="14491" y="11818"/>
                </a:lnTo>
                <a:lnTo>
                  <a:pt x="14708" y="11995"/>
                </a:lnTo>
                <a:lnTo>
                  <a:pt x="14979" y="12305"/>
                </a:lnTo>
                <a:lnTo>
                  <a:pt x="15196" y="12481"/>
                </a:lnTo>
                <a:lnTo>
                  <a:pt x="15413" y="12659"/>
                </a:lnTo>
                <a:lnTo>
                  <a:pt x="14979" y="13102"/>
                </a:lnTo>
                <a:lnTo>
                  <a:pt x="14762" y="12836"/>
                </a:lnTo>
                <a:lnTo>
                  <a:pt x="14491" y="12615"/>
                </a:lnTo>
                <a:lnTo>
                  <a:pt x="13948" y="12261"/>
                </a:lnTo>
                <a:lnTo>
                  <a:pt x="13297" y="11951"/>
                </a:lnTo>
                <a:lnTo>
                  <a:pt x="12428" y="11464"/>
                </a:lnTo>
                <a:lnTo>
                  <a:pt x="12048" y="11066"/>
                </a:lnTo>
                <a:lnTo>
                  <a:pt x="11614" y="10711"/>
                </a:lnTo>
                <a:lnTo>
                  <a:pt x="11180" y="10446"/>
                </a:lnTo>
                <a:lnTo>
                  <a:pt x="10691" y="10180"/>
                </a:lnTo>
                <a:lnTo>
                  <a:pt x="10637" y="10180"/>
                </a:lnTo>
                <a:lnTo>
                  <a:pt x="10637" y="10136"/>
                </a:lnTo>
                <a:lnTo>
                  <a:pt x="10583" y="10136"/>
                </a:lnTo>
                <a:lnTo>
                  <a:pt x="10420" y="10092"/>
                </a:lnTo>
                <a:lnTo>
                  <a:pt x="9877" y="10048"/>
                </a:lnTo>
                <a:lnTo>
                  <a:pt x="9280" y="10003"/>
                </a:lnTo>
                <a:lnTo>
                  <a:pt x="8683" y="10048"/>
                </a:lnTo>
                <a:lnTo>
                  <a:pt x="8086" y="10092"/>
                </a:lnTo>
                <a:lnTo>
                  <a:pt x="7652" y="10180"/>
                </a:lnTo>
                <a:lnTo>
                  <a:pt x="7381" y="10268"/>
                </a:lnTo>
                <a:lnTo>
                  <a:pt x="7164" y="10401"/>
                </a:lnTo>
                <a:lnTo>
                  <a:pt x="7001" y="10535"/>
                </a:lnTo>
                <a:lnTo>
                  <a:pt x="6838" y="10668"/>
                </a:lnTo>
                <a:lnTo>
                  <a:pt x="6729" y="10844"/>
                </a:lnTo>
                <a:lnTo>
                  <a:pt x="6621" y="11066"/>
                </a:lnTo>
                <a:lnTo>
                  <a:pt x="6621" y="11420"/>
                </a:lnTo>
                <a:lnTo>
                  <a:pt x="6676" y="11597"/>
                </a:lnTo>
                <a:lnTo>
                  <a:pt x="6729" y="11730"/>
                </a:lnTo>
                <a:lnTo>
                  <a:pt x="7001" y="12040"/>
                </a:lnTo>
                <a:lnTo>
                  <a:pt x="7327" y="12261"/>
                </a:lnTo>
                <a:lnTo>
                  <a:pt x="7760" y="12481"/>
                </a:lnTo>
                <a:lnTo>
                  <a:pt x="8250" y="12659"/>
                </a:lnTo>
                <a:lnTo>
                  <a:pt x="8413" y="12659"/>
                </a:lnTo>
                <a:lnTo>
                  <a:pt x="8575" y="12571"/>
                </a:lnTo>
                <a:lnTo>
                  <a:pt x="9009" y="12438"/>
                </a:lnTo>
                <a:lnTo>
                  <a:pt x="9009" y="12703"/>
                </a:lnTo>
                <a:lnTo>
                  <a:pt x="9117" y="13014"/>
                </a:lnTo>
                <a:lnTo>
                  <a:pt x="9335" y="13234"/>
                </a:lnTo>
                <a:lnTo>
                  <a:pt x="9607" y="13500"/>
                </a:lnTo>
                <a:lnTo>
                  <a:pt x="9607" y="13987"/>
                </a:lnTo>
                <a:lnTo>
                  <a:pt x="9497" y="14429"/>
                </a:lnTo>
                <a:lnTo>
                  <a:pt x="9444" y="14606"/>
                </a:lnTo>
                <a:lnTo>
                  <a:pt x="9497" y="14651"/>
                </a:lnTo>
                <a:lnTo>
                  <a:pt x="9552" y="14696"/>
                </a:lnTo>
                <a:lnTo>
                  <a:pt x="9932" y="14828"/>
                </a:lnTo>
                <a:lnTo>
                  <a:pt x="10311" y="14872"/>
                </a:lnTo>
                <a:lnTo>
                  <a:pt x="10691" y="14784"/>
                </a:lnTo>
                <a:lnTo>
                  <a:pt x="11017" y="14651"/>
                </a:lnTo>
                <a:lnTo>
                  <a:pt x="11723" y="15094"/>
                </a:lnTo>
                <a:lnTo>
                  <a:pt x="11071" y="15270"/>
                </a:lnTo>
                <a:lnTo>
                  <a:pt x="10420" y="15447"/>
                </a:lnTo>
                <a:lnTo>
                  <a:pt x="9932" y="15537"/>
                </a:lnTo>
                <a:lnTo>
                  <a:pt x="9769" y="15403"/>
                </a:lnTo>
                <a:lnTo>
                  <a:pt x="9607" y="15182"/>
                </a:lnTo>
                <a:lnTo>
                  <a:pt x="9335" y="14828"/>
                </a:lnTo>
                <a:lnTo>
                  <a:pt x="9009" y="14518"/>
                </a:lnTo>
                <a:lnTo>
                  <a:pt x="8683" y="14253"/>
                </a:lnTo>
                <a:lnTo>
                  <a:pt x="8086" y="13722"/>
                </a:lnTo>
                <a:lnTo>
                  <a:pt x="7544" y="13146"/>
                </a:lnTo>
                <a:lnTo>
                  <a:pt x="7489" y="13102"/>
                </a:lnTo>
                <a:lnTo>
                  <a:pt x="7381" y="13102"/>
                </a:lnTo>
                <a:lnTo>
                  <a:pt x="7327" y="13146"/>
                </a:lnTo>
                <a:lnTo>
                  <a:pt x="7327" y="13455"/>
                </a:lnTo>
                <a:lnTo>
                  <a:pt x="7435" y="13677"/>
                </a:lnTo>
                <a:lnTo>
                  <a:pt x="7544" y="13898"/>
                </a:lnTo>
                <a:lnTo>
                  <a:pt x="7760" y="14120"/>
                </a:lnTo>
                <a:lnTo>
                  <a:pt x="8195" y="14518"/>
                </a:lnTo>
                <a:lnTo>
                  <a:pt x="8629" y="14872"/>
                </a:lnTo>
                <a:lnTo>
                  <a:pt x="8901" y="15182"/>
                </a:lnTo>
                <a:lnTo>
                  <a:pt x="9172" y="15580"/>
                </a:lnTo>
                <a:lnTo>
                  <a:pt x="8358" y="15625"/>
                </a:lnTo>
                <a:lnTo>
                  <a:pt x="7435" y="14916"/>
                </a:lnTo>
                <a:lnTo>
                  <a:pt x="6892" y="14474"/>
                </a:lnTo>
                <a:lnTo>
                  <a:pt x="6676" y="14253"/>
                </a:lnTo>
                <a:lnTo>
                  <a:pt x="6566" y="13943"/>
                </a:lnTo>
                <a:lnTo>
                  <a:pt x="6513" y="13898"/>
                </a:lnTo>
                <a:lnTo>
                  <a:pt x="6404" y="13855"/>
                </a:lnTo>
                <a:lnTo>
                  <a:pt x="6295" y="13855"/>
                </a:lnTo>
                <a:lnTo>
                  <a:pt x="6241" y="13943"/>
                </a:lnTo>
                <a:lnTo>
                  <a:pt x="6241" y="14253"/>
                </a:lnTo>
                <a:lnTo>
                  <a:pt x="6350" y="14518"/>
                </a:lnTo>
                <a:lnTo>
                  <a:pt x="6513" y="14784"/>
                </a:lnTo>
                <a:lnTo>
                  <a:pt x="6784" y="15005"/>
                </a:lnTo>
                <a:lnTo>
                  <a:pt x="7327" y="15537"/>
                </a:lnTo>
                <a:lnTo>
                  <a:pt x="7219" y="15537"/>
                </a:lnTo>
                <a:lnTo>
                  <a:pt x="7219" y="15447"/>
                </a:lnTo>
                <a:lnTo>
                  <a:pt x="7164" y="15403"/>
                </a:lnTo>
                <a:lnTo>
                  <a:pt x="6729" y="15315"/>
                </a:lnTo>
                <a:lnTo>
                  <a:pt x="6566" y="15270"/>
                </a:lnTo>
                <a:lnTo>
                  <a:pt x="6458" y="15137"/>
                </a:lnTo>
                <a:lnTo>
                  <a:pt x="6350" y="14916"/>
                </a:lnTo>
                <a:lnTo>
                  <a:pt x="6025" y="14474"/>
                </a:lnTo>
                <a:lnTo>
                  <a:pt x="5807" y="14296"/>
                </a:lnTo>
                <a:lnTo>
                  <a:pt x="5644" y="14163"/>
                </a:lnTo>
                <a:lnTo>
                  <a:pt x="5644" y="13987"/>
                </a:lnTo>
                <a:lnTo>
                  <a:pt x="5590" y="13943"/>
                </a:lnTo>
                <a:lnTo>
                  <a:pt x="5535" y="13898"/>
                </a:lnTo>
                <a:lnTo>
                  <a:pt x="5427" y="13943"/>
                </a:lnTo>
                <a:lnTo>
                  <a:pt x="5264" y="14031"/>
                </a:lnTo>
                <a:lnTo>
                  <a:pt x="5210" y="14120"/>
                </a:lnTo>
                <a:lnTo>
                  <a:pt x="5210" y="14296"/>
                </a:lnTo>
                <a:lnTo>
                  <a:pt x="5264" y="14429"/>
                </a:lnTo>
                <a:lnTo>
                  <a:pt x="5427" y="14606"/>
                </a:lnTo>
                <a:lnTo>
                  <a:pt x="5590" y="14784"/>
                </a:lnTo>
                <a:lnTo>
                  <a:pt x="5753" y="15005"/>
                </a:lnTo>
                <a:lnTo>
                  <a:pt x="5862" y="15270"/>
                </a:lnTo>
                <a:lnTo>
                  <a:pt x="4993" y="15005"/>
                </a:lnTo>
                <a:lnTo>
                  <a:pt x="4178" y="14606"/>
                </a:lnTo>
                <a:lnTo>
                  <a:pt x="4125" y="14563"/>
                </a:lnTo>
                <a:lnTo>
                  <a:pt x="4016" y="14429"/>
                </a:lnTo>
                <a:lnTo>
                  <a:pt x="3853" y="14341"/>
                </a:lnTo>
                <a:lnTo>
                  <a:pt x="3474" y="14253"/>
                </a:lnTo>
                <a:lnTo>
                  <a:pt x="3419" y="14163"/>
                </a:lnTo>
                <a:lnTo>
                  <a:pt x="3202" y="13412"/>
                </a:lnTo>
                <a:lnTo>
                  <a:pt x="3094" y="12969"/>
                </a:lnTo>
                <a:lnTo>
                  <a:pt x="3039" y="12526"/>
                </a:lnTo>
                <a:lnTo>
                  <a:pt x="3039" y="12128"/>
                </a:lnTo>
                <a:lnTo>
                  <a:pt x="3094" y="11907"/>
                </a:lnTo>
                <a:lnTo>
                  <a:pt x="3202" y="11774"/>
                </a:lnTo>
                <a:lnTo>
                  <a:pt x="3310" y="11597"/>
                </a:lnTo>
                <a:lnTo>
                  <a:pt x="3474" y="11509"/>
                </a:lnTo>
                <a:lnTo>
                  <a:pt x="3690" y="11420"/>
                </a:lnTo>
                <a:lnTo>
                  <a:pt x="3962" y="11332"/>
                </a:lnTo>
                <a:lnTo>
                  <a:pt x="4016" y="11332"/>
                </a:lnTo>
                <a:lnTo>
                  <a:pt x="4070" y="11287"/>
                </a:lnTo>
                <a:lnTo>
                  <a:pt x="4125" y="11199"/>
                </a:lnTo>
                <a:lnTo>
                  <a:pt x="4125" y="11110"/>
                </a:lnTo>
                <a:lnTo>
                  <a:pt x="4016" y="10889"/>
                </a:lnTo>
                <a:lnTo>
                  <a:pt x="3853" y="10668"/>
                </a:lnTo>
                <a:lnTo>
                  <a:pt x="3690" y="10490"/>
                </a:lnTo>
                <a:lnTo>
                  <a:pt x="3474" y="10268"/>
                </a:lnTo>
                <a:lnTo>
                  <a:pt x="3039" y="9960"/>
                </a:lnTo>
                <a:lnTo>
                  <a:pt x="2551" y="9605"/>
                </a:lnTo>
                <a:lnTo>
                  <a:pt x="2225" y="9427"/>
                </a:lnTo>
                <a:lnTo>
                  <a:pt x="1900" y="9207"/>
                </a:lnTo>
                <a:lnTo>
                  <a:pt x="1737" y="8986"/>
                </a:lnTo>
                <a:lnTo>
                  <a:pt x="1465" y="8808"/>
                </a:lnTo>
                <a:lnTo>
                  <a:pt x="1139" y="8631"/>
                </a:lnTo>
                <a:lnTo>
                  <a:pt x="814" y="8588"/>
                </a:lnTo>
                <a:lnTo>
                  <a:pt x="977" y="7923"/>
                </a:lnTo>
                <a:lnTo>
                  <a:pt x="1139" y="7347"/>
                </a:lnTo>
                <a:lnTo>
                  <a:pt x="1194" y="7259"/>
                </a:lnTo>
                <a:lnTo>
                  <a:pt x="1411" y="7171"/>
                </a:lnTo>
                <a:lnTo>
                  <a:pt x="1628" y="7126"/>
                </a:lnTo>
                <a:lnTo>
                  <a:pt x="1845" y="7126"/>
                </a:lnTo>
                <a:lnTo>
                  <a:pt x="2062" y="7171"/>
                </a:lnTo>
                <a:lnTo>
                  <a:pt x="2225" y="7259"/>
                </a:lnTo>
                <a:lnTo>
                  <a:pt x="2388" y="7392"/>
                </a:lnTo>
                <a:lnTo>
                  <a:pt x="2443" y="7525"/>
                </a:lnTo>
                <a:lnTo>
                  <a:pt x="2443" y="7879"/>
                </a:lnTo>
                <a:lnTo>
                  <a:pt x="2496" y="7923"/>
                </a:lnTo>
                <a:lnTo>
                  <a:pt x="2551" y="7923"/>
                </a:lnTo>
                <a:lnTo>
                  <a:pt x="2876" y="8056"/>
                </a:lnTo>
                <a:lnTo>
                  <a:pt x="3147" y="8188"/>
                </a:lnTo>
                <a:lnTo>
                  <a:pt x="3365" y="8410"/>
                </a:lnTo>
                <a:lnTo>
                  <a:pt x="3527" y="8631"/>
                </a:lnTo>
                <a:lnTo>
                  <a:pt x="3637" y="8720"/>
                </a:lnTo>
                <a:lnTo>
                  <a:pt x="3745" y="8720"/>
                </a:lnTo>
                <a:lnTo>
                  <a:pt x="3853" y="8676"/>
                </a:lnTo>
                <a:lnTo>
                  <a:pt x="3908" y="8543"/>
                </a:lnTo>
                <a:lnTo>
                  <a:pt x="3745" y="7171"/>
                </a:lnTo>
                <a:lnTo>
                  <a:pt x="4070" y="7126"/>
                </a:lnTo>
                <a:lnTo>
                  <a:pt x="4450" y="6994"/>
                </a:lnTo>
                <a:lnTo>
                  <a:pt x="4776" y="6906"/>
                </a:lnTo>
                <a:lnTo>
                  <a:pt x="5102" y="6861"/>
                </a:lnTo>
                <a:lnTo>
                  <a:pt x="5427" y="6816"/>
                </a:lnTo>
                <a:lnTo>
                  <a:pt x="5753" y="6861"/>
                </a:lnTo>
                <a:lnTo>
                  <a:pt x="6350" y="6906"/>
                </a:lnTo>
                <a:lnTo>
                  <a:pt x="7544" y="6906"/>
                </a:lnTo>
                <a:lnTo>
                  <a:pt x="7815" y="6816"/>
                </a:lnTo>
                <a:lnTo>
                  <a:pt x="8141" y="6728"/>
                </a:lnTo>
                <a:lnTo>
                  <a:pt x="8250" y="6684"/>
                </a:lnTo>
                <a:lnTo>
                  <a:pt x="8303" y="6595"/>
                </a:lnTo>
                <a:lnTo>
                  <a:pt x="8303" y="6463"/>
                </a:lnTo>
                <a:lnTo>
                  <a:pt x="8250" y="6373"/>
                </a:lnTo>
                <a:lnTo>
                  <a:pt x="7760" y="5932"/>
                </a:lnTo>
                <a:lnTo>
                  <a:pt x="7219" y="5489"/>
                </a:lnTo>
                <a:lnTo>
                  <a:pt x="6947" y="5267"/>
                </a:lnTo>
                <a:lnTo>
                  <a:pt x="6676" y="5091"/>
                </a:lnTo>
                <a:lnTo>
                  <a:pt x="6350" y="4958"/>
                </a:lnTo>
                <a:lnTo>
                  <a:pt x="5970" y="4825"/>
                </a:lnTo>
                <a:lnTo>
                  <a:pt x="5915" y="4693"/>
                </a:lnTo>
                <a:lnTo>
                  <a:pt x="5862" y="4603"/>
                </a:lnTo>
                <a:lnTo>
                  <a:pt x="5698" y="4515"/>
                </a:lnTo>
                <a:lnTo>
                  <a:pt x="5535" y="4426"/>
                </a:lnTo>
                <a:lnTo>
                  <a:pt x="4993" y="4250"/>
                </a:lnTo>
                <a:lnTo>
                  <a:pt x="4721" y="4160"/>
                </a:lnTo>
                <a:lnTo>
                  <a:pt x="4396" y="4117"/>
                </a:lnTo>
                <a:lnTo>
                  <a:pt x="5047" y="3895"/>
                </a:lnTo>
                <a:lnTo>
                  <a:pt x="5644" y="3674"/>
                </a:lnTo>
                <a:lnTo>
                  <a:pt x="6295" y="3541"/>
                </a:lnTo>
                <a:lnTo>
                  <a:pt x="6947" y="3452"/>
                </a:lnTo>
                <a:lnTo>
                  <a:pt x="7598" y="3364"/>
                </a:lnTo>
                <a:lnTo>
                  <a:pt x="9607" y="3364"/>
                </a:lnTo>
                <a:lnTo>
                  <a:pt x="9715" y="3319"/>
                </a:lnTo>
                <a:lnTo>
                  <a:pt x="9715" y="3231"/>
                </a:lnTo>
                <a:close/>
                <a:moveTo>
                  <a:pt x="7544" y="18811"/>
                </a:moveTo>
                <a:lnTo>
                  <a:pt x="7760" y="18856"/>
                </a:lnTo>
                <a:lnTo>
                  <a:pt x="8141" y="18944"/>
                </a:lnTo>
                <a:lnTo>
                  <a:pt x="7978" y="18989"/>
                </a:lnTo>
                <a:lnTo>
                  <a:pt x="7870" y="19077"/>
                </a:lnTo>
                <a:lnTo>
                  <a:pt x="7760" y="19210"/>
                </a:lnTo>
                <a:lnTo>
                  <a:pt x="7760" y="19342"/>
                </a:lnTo>
                <a:lnTo>
                  <a:pt x="7707" y="19520"/>
                </a:lnTo>
                <a:lnTo>
                  <a:pt x="7760" y="19741"/>
                </a:lnTo>
                <a:lnTo>
                  <a:pt x="7760" y="19830"/>
                </a:lnTo>
                <a:lnTo>
                  <a:pt x="7815" y="19918"/>
                </a:lnTo>
                <a:lnTo>
                  <a:pt x="7923" y="20006"/>
                </a:lnTo>
                <a:lnTo>
                  <a:pt x="8032" y="20051"/>
                </a:lnTo>
                <a:lnTo>
                  <a:pt x="8195" y="20051"/>
                </a:lnTo>
                <a:lnTo>
                  <a:pt x="8683" y="20449"/>
                </a:lnTo>
                <a:lnTo>
                  <a:pt x="9226" y="20714"/>
                </a:lnTo>
                <a:lnTo>
                  <a:pt x="9715" y="20936"/>
                </a:lnTo>
                <a:lnTo>
                  <a:pt x="9986" y="21024"/>
                </a:lnTo>
                <a:lnTo>
                  <a:pt x="5102" y="20980"/>
                </a:lnTo>
                <a:lnTo>
                  <a:pt x="5319" y="20892"/>
                </a:lnTo>
                <a:lnTo>
                  <a:pt x="5807" y="20714"/>
                </a:lnTo>
                <a:lnTo>
                  <a:pt x="6295" y="20494"/>
                </a:lnTo>
                <a:lnTo>
                  <a:pt x="6621" y="20316"/>
                </a:lnTo>
                <a:lnTo>
                  <a:pt x="6947" y="20095"/>
                </a:lnTo>
                <a:lnTo>
                  <a:pt x="7056" y="20139"/>
                </a:lnTo>
                <a:lnTo>
                  <a:pt x="7219" y="20139"/>
                </a:lnTo>
                <a:lnTo>
                  <a:pt x="7327" y="20095"/>
                </a:lnTo>
                <a:lnTo>
                  <a:pt x="7435" y="20006"/>
                </a:lnTo>
                <a:lnTo>
                  <a:pt x="7598" y="19785"/>
                </a:lnTo>
                <a:lnTo>
                  <a:pt x="7707" y="19564"/>
                </a:lnTo>
                <a:lnTo>
                  <a:pt x="7652" y="19430"/>
                </a:lnTo>
                <a:lnTo>
                  <a:pt x="7544" y="19342"/>
                </a:lnTo>
                <a:lnTo>
                  <a:pt x="7489" y="19298"/>
                </a:lnTo>
                <a:lnTo>
                  <a:pt x="7544" y="19032"/>
                </a:lnTo>
                <a:lnTo>
                  <a:pt x="7544" y="18811"/>
                </a:lnTo>
                <a:close/>
                <a:moveTo>
                  <a:pt x="14491" y="0"/>
                </a:moveTo>
                <a:lnTo>
                  <a:pt x="14273" y="89"/>
                </a:lnTo>
                <a:lnTo>
                  <a:pt x="13893" y="133"/>
                </a:lnTo>
                <a:lnTo>
                  <a:pt x="13568" y="265"/>
                </a:lnTo>
                <a:lnTo>
                  <a:pt x="13405" y="355"/>
                </a:lnTo>
                <a:lnTo>
                  <a:pt x="13297" y="487"/>
                </a:lnTo>
                <a:lnTo>
                  <a:pt x="13242" y="620"/>
                </a:lnTo>
                <a:lnTo>
                  <a:pt x="13189" y="798"/>
                </a:lnTo>
                <a:lnTo>
                  <a:pt x="13189" y="1063"/>
                </a:lnTo>
                <a:lnTo>
                  <a:pt x="13297" y="1239"/>
                </a:lnTo>
                <a:lnTo>
                  <a:pt x="13351" y="1372"/>
                </a:lnTo>
                <a:lnTo>
                  <a:pt x="12211" y="2833"/>
                </a:lnTo>
                <a:lnTo>
                  <a:pt x="11289" y="2656"/>
                </a:lnTo>
                <a:lnTo>
                  <a:pt x="10366" y="2612"/>
                </a:lnTo>
                <a:lnTo>
                  <a:pt x="9444" y="2612"/>
                </a:lnTo>
                <a:lnTo>
                  <a:pt x="8575" y="2700"/>
                </a:lnTo>
                <a:lnTo>
                  <a:pt x="8358" y="2745"/>
                </a:lnTo>
                <a:lnTo>
                  <a:pt x="8250" y="2878"/>
                </a:lnTo>
                <a:lnTo>
                  <a:pt x="7544" y="2833"/>
                </a:lnTo>
                <a:lnTo>
                  <a:pt x="6838" y="2921"/>
                </a:lnTo>
                <a:lnTo>
                  <a:pt x="6078" y="3011"/>
                </a:lnTo>
                <a:lnTo>
                  <a:pt x="5372" y="3187"/>
                </a:lnTo>
                <a:lnTo>
                  <a:pt x="4721" y="3409"/>
                </a:lnTo>
                <a:lnTo>
                  <a:pt x="4016" y="3674"/>
                </a:lnTo>
                <a:lnTo>
                  <a:pt x="3419" y="3984"/>
                </a:lnTo>
                <a:lnTo>
                  <a:pt x="2876" y="4293"/>
                </a:lnTo>
                <a:lnTo>
                  <a:pt x="2225" y="4736"/>
                </a:lnTo>
                <a:lnTo>
                  <a:pt x="1682" y="5267"/>
                </a:lnTo>
                <a:lnTo>
                  <a:pt x="1194" y="5799"/>
                </a:lnTo>
                <a:lnTo>
                  <a:pt x="814" y="6373"/>
                </a:lnTo>
                <a:lnTo>
                  <a:pt x="488" y="6994"/>
                </a:lnTo>
                <a:lnTo>
                  <a:pt x="271" y="7657"/>
                </a:lnTo>
                <a:lnTo>
                  <a:pt x="108" y="8321"/>
                </a:lnTo>
                <a:lnTo>
                  <a:pt x="0" y="8986"/>
                </a:lnTo>
                <a:lnTo>
                  <a:pt x="0" y="9649"/>
                </a:lnTo>
                <a:lnTo>
                  <a:pt x="55" y="10313"/>
                </a:lnTo>
                <a:lnTo>
                  <a:pt x="217" y="10977"/>
                </a:lnTo>
                <a:lnTo>
                  <a:pt x="434" y="11642"/>
                </a:lnTo>
                <a:lnTo>
                  <a:pt x="706" y="12261"/>
                </a:lnTo>
                <a:lnTo>
                  <a:pt x="1031" y="12836"/>
                </a:lnTo>
                <a:lnTo>
                  <a:pt x="1465" y="13412"/>
                </a:lnTo>
                <a:lnTo>
                  <a:pt x="2008" y="13943"/>
                </a:lnTo>
                <a:lnTo>
                  <a:pt x="2551" y="14429"/>
                </a:lnTo>
                <a:lnTo>
                  <a:pt x="3202" y="14872"/>
                </a:lnTo>
                <a:lnTo>
                  <a:pt x="3962" y="15270"/>
                </a:lnTo>
                <a:lnTo>
                  <a:pt x="4668" y="15580"/>
                </a:lnTo>
                <a:lnTo>
                  <a:pt x="5482" y="15846"/>
                </a:lnTo>
                <a:lnTo>
                  <a:pt x="6295" y="16023"/>
                </a:lnTo>
                <a:lnTo>
                  <a:pt x="7109" y="16156"/>
                </a:lnTo>
                <a:lnTo>
                  <a:pt x="7978" y="16244"/>
                </a:lnTo>
                <a:lnTo>
                  <a:pt x="8792" y="16244"/>
                </a:lnTo>
                <a:lnTo>
                  <a:pt x="9607" y="16200"/>
                </a:lnTo>
                <a:lnTo>
                  <a:pt x="10420" y="16111"/>
                </a:lnTo>
                <a:lnTo>
                  <a:pt x="11234" y="15935"/>
                </a:lnTo>
                <a:lnTo>
                  <a:pt x="11995" y="15713"/>
                </a:lnTo>
                <a:lnTo>
                  <a:pt x="12754" y="15447"/>
                </a:lnTo>
                <a:lnTo>
                  <a:pt x="13459" y="15094"/>
                </a:lnTo>
                <a:lnTo>
                  <a:pt x="14111" y="14739"/>
                </a:lnTo>
                <a:lnTo>
                  <a:pt x="14871" y="14208"/>
                </a:lnTo>
                <a:lnTo>
                  <a:pt x="15522" y="13589"/>
                </a:lnTo>
                <a:lnTo>
                  <a:pt x="16173" y="12924"/>
                </a:lnTo>
                <a:lnTo>
                  <a:pt x="16716" y="12261"/>
                </a:lnTo>
                <a:lnTo>
                  <a:pt x="17204" y="11509"/>
                </a:lnTo>
                <a:lnTo>
                  <a:pt x="17584" y="10756"/>
                </a:lnTo>
                <a:lnTo>
                  <a:pt x="17910" y="10003"/>
                </a:lnTo>
                <a:lnTo>
                  <a:pt x="18018" y="9561"/>
                </a:lnTo>
                <a:lnTo>
                  <a:pt x="18073" y="9162"/>
                </a:lnTo>
                <a:lnTo>
                  <a:pt x="18127" y="8543"/>
                </a:lnTo>
                <a:lnTo>
                  <a:pt x="18073" y="7967"/>
                </a:lnTo>
                <a:lnTo>
                  <a:pt x="17910" y="7392"/>
                </a:lnTo>
                <a:lnTo>
                  <a:pt x="17638" y="6816"/>
                </a:lnTo>
                <a:lnTo>
                  <a:pt x="17367" y="6241"/>
                </a:lnTo>
                <a:lnTo>
                  <a:pt x="16987" y="5710"/>
                </a:lnTo>
                <a:lnTo>
                  <a:pt x="16553" y="5224"/>
                </a:lnTo>
                <a:lnTo>
                  <a:pt x="16065" y="4781"/>
                </a:lnTo>
                <a:lnTo>
                  <a:pt x="16010" y="4648"/>
                </a:lnTo>
                <a:lnTo>
                  <a:pt x="15847" y="4603"/>
                </a:lnTo>
                <a:lnTo>
                  <a:pt x="15196" y="4072"/>
                </a:lnTo>
                <a:lnTo>
                  <a:pt x="15034" y="3984"/>
                </a:lnTo>
                <a:lnTo>
                  <a:pt x="14545" y="3719"/>
                </a:lnTo>
                <a:lnTo>
                  <a:pt x="14056" y="3452"/>
                </a:lnTo>
                <a:lnTo>
                  <a:pt x="13514" y="3231"/>
                </a:lnTo>
                <a:lnTo>
                  <a:pt x="12971" y="3054"/>
                </a:lnTo>
                <a:lnTo>
                  <a:pt x="13025" y="2966"/>
                </a:lnTo>
                <a:lnTo>
                  <a:pt x="13079" y="2921"/>
                </a:lnTo>
                <a:lnTo>
                  <a:pt x="13025" y="2833"/>
                </a:lnTo>
                <a:lnTo>
                  <a:pt x="13568" y="2258"/>
                </a:lnTo>
                <a:lnTo>
                  <a:pt x="14056" y="1682"/>
                </a:lnTo>
                <a:lnTo>
                  <a:pt x="14436" y="1682"/>
                </a:lnTo>
                <a:lnTo>
                  <a:pt x="14599" y="1639"/>
                </a:lnTo>
                <a:lnTo>
                  <a:pt x="14762" y="1549"/>
                </a:lnTo>
                <a:lnTo>
                  <a:pt x="14871" y="1461"/>
                </a:lnTo>
                <a:lnTo>
                  <a:pt x="15685" y="1771"/>
                </a:lnTo>
                <a:lnTo>
                  <a:pt x="16390" y="2170"/>
                </a:lnTo>
                <a:lnTo>
                  <a:pt x="17096" y="2568"/>
                </a:lnTo>
                <a:lnTo>
                  <a:pt x="17747" y="3054"/>
                </a:lnTo>
                <a:lnTo>
                  <a:pt x="18344" y="3586"/>
                </a:lnTo>
                <a:lnTo>
                  <a:pt x="18887" y="4117"/>
                </a:lnTo>
                <a:lnTo>
                  <a:pt x="19321" y="4736"/>
                </a:lnTo>
                <a:lnTo>
                  <a:pt x="19755" y="5356"/>
                </a:lnTo>
                <a:lnTo>
                  <a:pt x="20081" y="6020"/>
                </a:lnTo>
                <a:lnTo>
                  <a:pt x="20353" y="6684"/>
                </a:lnTo>
                <a:lnTo>
                  <a:pt x="20569" y="7392"/>
                </a:lnTo>
                <a:lnTo>
                  <a:pt x="20732" y="8100"/>
                </a:lnTo>
                <a:lnTo>
                  <a:pt x="20841" y="8808"/>
                </a:lnTo>
                <a:lnTo>
                  <a:pt x="20841" y="10268"/>
                </a:lnTo>
                <a:lnTo>
                  <a:pt x="20732" y="10977"/>
                </a:lnTo>
                <a:lnTo>
                  <a:pt x="20515" y="11774"/>
                </a:lnTo>
                <a:lnTo>
                  <a:pt x="20298" y="12526"/>
                </a:lnTo>
                <a:lnTo>
                  <a:pt x="19918" y="13279"/>
                </a:lnTo>
                <a:lnTo>
                  <a:pt x="19538" y="13987"/>
                </a:lnTo>
                <a:lnTo>
                  <a:pt x="19049" y="14696"/>
                </a:lnTo>
                <a:lnTo>
                  <a:pt x="18453" y="15315"/>
                </a:lnTo>
                <a:lnTo>
                  <a:pt x="17855" y="15935"/>
                </a:lnTo>
                <a:lnTo>
                  <a:pt x="17150" y="16510"/>
                </a:lnTo>
                <a:lnTo>
                  <a:pt x="16390" y="16952"/>
                </a:lnTo>
                <a:lnTo>
                  <a:pt x="15630" y="17395"/>
                </a:lnTo>
                <a:lnTo>
                  <a:pt x="14762" y="17750"/>
                </a:lnTo>
                <a:lnTo>
                  <a:pt x="13893" y="18059"/>
                </a:lnTo>
                <a:lnTo>
                  <a:pt x="13025" y="18281"/>
                </a:lnTo>
                <a:lnTo>
                  <a:pt x="12103" y="18413"/>
                </a:lnTo>
                <a:lnTo>
                  <a:pt x="11180" y="18501"/>
                </a:lnTo>
                <a:lnTo>
                  <a:pt x="10203" y="18546"/>
                </a:lnTo>
                <a:lnTo>
                  <a:pt x="9497" y="18501"/>
                </a:lnTo>
                <a:lnTo>
                  <a:pt x="8792" y="18457"/>
                </a:lnTo>
                <a:lnTo>
                  <a:pt x="8086" y="18324"/>
                </a:lnTo>
                <a:lnTo>
                  <a:pt x="7435" y="18191"/>
                </a:lnTo>
                <a:lnTo>
                  <a:pt x="6729" y="17970"/>
                </a:lnTo>
                <a:lnTo>
                  <a:pt x="6078" y="17705"/>
                </a:lnTo>
                <a:lnTo>
                  <a:pt x="5372" y="17440"/>
                </a:lnTo>
                <a:lnTo>
                  <a:pt x="5427" y="17395"/>
                </a:lnTo>
                <a:lnTo>
                  <a:pt x="5482" y="17307"/>
                </a:lnTo>
                <a:lnTo>
                  <a:pt x="5482" y="17129"/>
                </a:lnTo>
                <a:lnTo>
                  <a:pt x="5427" y="17041"/>
                </a:lnTo>
                <a:lnTo>
                  <a:pt x="5210" y="16909"/>
                </a:lnTo>
                <a:lnTo>
                  <a:pt x="4993" y="16819"/>
                </a:lnTo>
                <a:lnTo>
                  <a:pt x="4776" y="16776"/>
                </a:lnTo>
                <a:lnTo>
                  <a:pt x="4450" y="16776"/>
                </a:lnTo>
                <a:lnTo>
                  <a:pt x="4288" y="16819"/>
                </a:lnTo>
                <a:lnTo>
                  <a:pt x="4070" y="16909"/>
                </a:lnTo>
                <a:lnTo>
                  <a:pt x="3908" y="17041"/>
                </a:lnTo>
                <a:lnTo>
                  <a:pt x="3853" y="17217"/>
                </a:lnTo>
                <a:lnTo>
                  <a:pt x="3853" y="17395"/>
                </a:lnTo>
                <a:lnTo>
                  <a:pt x="3908" y="17572"/>
                </a:lnTo>
                <a:lnTo>
                  <a:pt x="4016" y="17750"/>
                </a:lnTo>
                <a:lnTo>
                  <a:pt x="4178" y="17882"/>
                </a:lnTo>
                <a:lnTo>
                  <a:pt x="4396" y="17926"/>
                </a:lnTo>
                <a:lnTo>
                  <a:pt x="4613" y="17970"/>
                </a:lnTo>
                <a:lnTo>
                  <a:pt x="4831" y="17926"/>
                </a:lnTo>
                <a:lnTo>
                  <a:pt x="4993" y="17793"/>
                </a:lnTo>
                <a:lnTo>
                  <a:pt x="5210" y="17926"/>
                </a:lnTo>
                <a:lnTo>
                  <a:pt x="5970" y="18281"/>
                </a:lnTo>
                <a:lnTo>
                  <a:pt x="6566" y="18501"/>
                </a:lnTo>
                <a:lnTo>
                  <a:pt x="7109" y="18679"/>
                </a:lnTo>
                <a:lnTo>
                  <a:pt x="7056" y="18767"/>
                </a:lnTo>
                <a:lnTo>
                  <a:pt x="7001" y="18811"/>
                </a:lnTo>
                <a:lnTo>
                  <a:pt x="6892" y="19077"/>
                </a:lnTo>
                <a:lnTo>
                  <a:pt x="6838" y="19342"/>
                </a:lnTo>
                <a:lnTo>
                  <a:pt x="6784" y="19873"/>
                </a:lnTo>
                <a:lnTo>
                  <a:pt x="5862" y="20095"/>
                </a:lnTo>
                <a:lnTo>
                  <a:pt x="4993" y="20404"/>
                </a:lnTo>
                <a:lnTo>
                  <a:pt x="4070" y="20714"/>
                </a:lnTo>
                <a:lnTo>
                  <a:pt x="3147" y="20980"/>
                </a:lnTo>
                <a:lnTo>
                  <a:pt x="3039" y="21024"/>
                </a:lnTo>
                <a:lnTo>
                  <a:pt x="2984" y="21113"/>
                </a:lnTo>
                <a:lnTo>
                  <a:pt x="2931" y="21202"/>
                </a:lnTo>
                <a:lnTo>
                  <a:pt x="2931" y="21290"/>
                </a:lnTo>
                <a:lnTo>
                  <a:pt x="2984" y="21378"/>
                </a:lnTo>
                <a:lnTo>
                  <a:pt x="3039" y="21467"/>
                </a:lnTo>
                <a:lnTo>
                  <a:pt x="3147" y="21512"/>
                </a:lnTo>
                <a:lnTo>
                  <a:pt x="3256" y="21555"/>
                </a:lnTo>
                <a:lnTo>
                  <a:pt x="12428" y="21600"/>
                </a:lnTo>
                <a:lnTo>
                  <a:pt x="12536" y="21600"/>
                </a:lnTo>
                <a:lnTo>
                  <a:pt x="12646" y="21555"/>
                </a:lnTo>
                <a:lnTo>
                  <a:pt x="12754" y="21467"/>
                </a:lnTo>
                <a:lnTo>
                  <a:pt x="12754" y="21202"/>
                </a:lnTo>
                <a:lnTo>
                  <a:pt x="12699" y="21113"/>
                </a:lnTo>
                <a:lnTo>
                  <a:pt x="12536" y="21024"/>
                </a:lnTo>
                <a:lnTo>
                  <a:pt x="11995" y="20847"/>
                </a:lnTo>
                <a:lnTo>
                  <a:pt x="11342" y="20714"/>
                </a:lnTo>
                <a:lnTo>
                  <a:pt x="10746" y="20582"/>
                </a:lnTo>
                <a:lnTo>
                  <a:pt x="10148" y="20449"/>
                </a:lnTo>
                <a:lnTo>
                  <a:pt x="9607" y="20228"/>
                </a:lnTo>
                <a:lnTo>
                  <a:pt x="9117" y="19963"/>
                </a:lnTo>
                <a:lnTo>
                  <a:pt x="8738" y="19697"/>
                </a:lnTo>
                <a:lnTo>
                  <a:pt x="8575" y="19564"/>
                </a:lnTo>
                <a:lnTo>
                  <a:pt x="8358" y="19475"/>
                </a:lnTo>
                <a:lnTo>
                  <a:pt x="8358" y="19430"/>
                </a:lnTo>
                <a:lnTo>
                  <a:pt x="8413" y="19210"/>
                </a:lnTo>
                <a:lnTo>
                  <a:pt x="8358" y="18989"/>
                </a:lnTo>
                <a:lnTo>
                  <a:pt x="9064" y="19077"/>
                </a:lnTo>
                <a:lnTo>
                  <a:pt x="9823" y="19122"/>
                </a:lnTo>
                <a:lnTo>
                  <a:pt x="11289" y="19122"/>
                </a:lnTo>
                <a:lnTo>
                  <a:pt x="12157" y="19032"/>
                </a:lnTo>
                <a:lnTo>
                  <a:pt x="13079" y="18856"/>
                </a:lnTo>
                <a:lnTo>
                  <a:pt x="13948" y="18679"/>
                </a:lnTo>
                <a:lnTo>
                  <a:pt x="14816" y="18413"/>
                </a:lnTo>
                <a:lnTo>
                  <a:pt x="15630" y="18059"/>
                </a:lnTo>
                <a:lnTo>
                  <a:pt x="16390" y="17705"/>
                </a:lnTo>
                <a:lnTo>
                  <a:pt x="17150" y="17262"/>
                </a:lnTo>
                <a:lnTo>
                  <a:pt x="17855" y="16776"/>
                </a:lnTo>
                <a:lnTo>
                  <a:pt x="18506" y="16244"/>
                </a:lnTo>
                <a:lnTo>
                  <a:pt x="19104" y="15669"/>
                </a:lnTo>
                <a:lnTo>
                  <a:pt x="19647" y="15049"/>
                </a:lnTo>
                <a:lnTo>
                  <a:pt x="20081" y="14386"/>
                </a:lnTo>
                <a:lnTo>
                  <a:pt x="20515" y="13722"/>
                </a:lnTo>
                <a:lnTo>
                  <a:pt x="20841" y="13014"/>
                </a:lnTo>
                <a:lnTo>
                  <a:pt x="21166" y="12305"/>
                </a:lnTo>
                <a:lnTo>
                  <a:pt x="21329" y="11552"/>
                </a:lnTo>
                <a:lnTo>
                  <a:pt x="21492" y="10801"/>
                </a:lnTo>
                <a:lnTo>
                  <a:pt x="21600" y="10048"/>
                </a:lnTo>
                <a:lnTo>
                  <a:pt x="21600" y="9295"/>
                </a:lnTo>
                <a:lnTo>
                  <a:pt x="21547" y="8543"/>
                </a:lnTo>
                <a:lnTo>
                  <a:pt x="21437" y="7790"/>
                </a:lnTo>
                <a:lnTo>
                  <a:pt x="21275" y="7038"/>
                </a:lnTo>
                <a:lnTo>
                  <a:pt x="21004" y="6285"/>
                </a:lnTo>
                <a:lnTo>
                  <a:pt x="20678" y="5577"/>
                </a:lnTo>
                <a:lnTo>
                  <a:pt x="20298" y="4825"/>
                </a:lnTo>
                <a:lnTo>
                  <a:pt x="19755" y="4117"/>
                </a:lnTo>
                <a:lnTo>
                  <a:pt x="19212" y="3452"/>
                </a:lnTo>
                <a:lnTo>
                  <a:pt x="18506" y="2789"/>
                </a:lnTo>
                <a:lnTo>
                  <a:pt x="17801" y="2213"/>
                </a:lnTo>
                <a:lnTo>
                  <a:pt x="16987" y="1682"/>
                </a:lnTo>
                <a:lnTo>
                  <a:pt x="16118" y="1239"/>
                </a:lnTo>
                <a:lnTo>
                  <a:pt x="15685" y="1063"/>
                </a:lnTo>
                <a:lnTo>
                  <a:pt x="15196" y="886"/>
                </a:lnTo>
                <a:lnTo>
                  <a:pt x="15250" y="708"/>
                </a:lnTo>
                <a:lnTo>
                  <a:pt x="15250" y="532"/>
                </a:lnTo>
                <a:lnTo>
                  <a:pt x="15196" y="355"/>
                </a:lnTo>
                <a:lnTo>
                  <a:pt x="15087" y="177"/>
                </a:lnTo>
                <a:lnTo>
                  <a:pt x="14924" y="89"/>
                </a:lnTo>
                <a:lnTo>
                  <a:pt x="14708" y="0"/>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173" name="Google Shape;496;p10"/>
          <p:cNvSpPr/>
          <p:nvPr/>
        </p:nvSpPr>
        <p:spPr>
          <a:xfrm>
            <a:off x="8318838" y="-29822"/>
            <a:ext cx="456763" cy="4255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664" y="845"/>
                </a:moveTo>
                <a:lnTo>
                  <a:pt x="17713" y="898"/>
                </a:lnTo>
                <a:lnTo>
                  <a:pt x="17812" y="952"/>
                </a:lnTo>
                <a:lnTo>
                  <a:pt x="17910" y="1003"/>
                </a:lnTo>
                <a:lnTo>
                  <a:pt x="18255" y="1110"/>
                </a:lnTo>
                <a:lnTo>
                  <a:pt x="18550" y="1215"/>
                </a:lnTo>
                <a:lnTo>
                  <a:pt x="18795" y="1373"/>
                </a:lnTo>
                <a:lnTo>
                  <a:pt x="18992" y="1690"/>
                </a:lnTo>
                <a:lnTo>
                  <a:pt x="19190" y="2007"/>
                </a:lnTo>
                <a:lnTo>
                  <a:pt x="19238" y="2377"/>
                </a:lnTo>
                <a:lnTo>
                  <a:pt x="19190" y="2747"/>
                </a:lnTo>
                <a:lnTo>
                  <a:pt x="19090" y="3064"/>
                </a:lnTo>
                <a:lnTo>
                  <a:pt x="18894" y="3380"/>
                </a:lnTo>
                <a:lnTo>
                  <a:pt x="18648" y="3644"/>
                </a:lnTo>
                <a:lnTo>
                  <a:pt x="18353" y="3856"/>
                </a:lnTo>
                <a:lnTo>
                  <a:pt x="18057" y="4014"/>
                </a:lnTo>
                <a:lnTo>
                  <a:pt x="17664" y="4067"/>
                </a:lnTo>
                <a:lnTo>
                  <a:pt x="17222" y="4014"/>
                </a:lnTo>
                <a:lnTo>
                  <a:pt x="16975" y="3961"/>
                </a:lnTo>
                <a:lnTo>
                  <a:pt x="16827" y="3909"/>
                </a:lnTo>
                <a:lnTo>
                  <a:pt x="16680" y="3802"/>
                </a:lnTo>
                <a:lnTo>
                  <a:pt x="16582" y="3592"/>
                </a:lnTo>
                <a:lnTo>
                  <a:pt x="16483" y="3592"/>
                </a:lnTo>
                <a:lnTo>
                  <a:pt x="16434" y="3275"/>
                </a:lnTo>
                <a:lnTo>
                  <a:pt x="16434" y="2694"/>
                </a:lnTo>
                <a:lnTo>
                  <a:pt x="16483" y="2482"/>
                </a:lnTo>
                <a:lnTo>
                  <a:pt x="16630" y="2007"/>
                </a:lnTo>
                <a:lnTo>
                  <a:pt x="16877" y="1532"/>
                </a:lnTo>
                <a:lnTo>
                  <a:pt x="17222" y="1162"/>
                </a:lnTo>
                <a:lnTo>
                  <a:pt x="17418" y="1003"/>
                </a:lnTo>
                <a:lnTo>
                  <a:pt x="17664" y="845"/>
                </a:lnTo>
                <a:close/>
                <a:moveTo>
                  <a:pt x="12153" y="4806"/>
                </a:moveTo>
                <a:lnTo>
                  <a:pt x="12400" y="4912"/>
                </a:lnTo>
                <a:lnTo>
                  <a:pt x="12400" y="4964"/>
                </a:lnTo>
                <a:lnTo>
                  <a:pt x="12300" y="5229"/>
                </a:lnTo>
                <a:lnTo>
                  <a:pt x="12300" y="5281"/>
                </a:lnTo>
                <a:lnTo>
                  <a:pt x="12252" y="5229"/>
                </a:lnTo>
                <a:lnTo>
                  <a:pt x="12153" y="5071"/>
                </a:lnTo>
                <a:lnTo>
                  <a:pt x="12055" y="4964"/>
                </a:lnTo>
                <a:lnTo>
                  <a:pt x="12055" y="4859"/>
                </a:lnTo>
                <a:lnTo>
                  <a:pt x="12153" y="4806"/>
                </a:lnTo>
                <a:close/>
                <a:moveTo>
                  <a:pt x="18943" y="633"/>
                </a:moveTo>
                <a:lnTo>
                  <a:pt x="19090" y="687"/>
                </a:lnTo>
                <a:lnTo>
                  <a:pt x="19190" y="845"/>
                </a:lnTo>
                <a:lnTo>
                  <a:pt x="19337" y="952"/>
                </a:lnTo>
                <a:lnTo>
                  <a:pt x="19387" y="1162"/>
                </a:lnTo>
                <a:lnTo>
                  <a:pt x="19485" y="1162"/>
                </a:lnTo>
                <a:lnTo>
                  <a:pt x="19435" y="898"/>
                </a:lnTo>
                <a:lnTo>
                  <a:pt x="19387" y="687"/>
                </a:lnTo>
                <a:lnTo>
                  <a:pt x="19583" y="793"/>
                </a:lnTo>
                <a:lnTo>
                  <a:pt x="19829" y="898"/>
                </a:lnTo>
                <a:lnTo>
                  <a:pt x="20075" y="1110"/>
                </a:lnTo>
                <a:lnTo>
                  <a:pt x="20272" y="1268"/>
                </a:lnTo>
                <a:lnTo>
                  <a:pt x="20420" y="1532"/>
                </a:lnTo>
                <a:lnTo>
                  <a:pt x="20567" y="1743"/>
                </a:lnTo>
                <a:lnTo>
                  <a:pt x="20715" y="2272"/>
                </a:lnTo>
                <a:lnTo>
                  <a:pt x="20862" y="2799"/>
                </a:lnTo>
                <a:lnTo>
                  <a:pt x="20960" y="3434"/>
                </a:lnTo>
                <a:lnTo>
                  <a:pt x="21010" y="3697"/>
                </a:lnTo>
                <a:lnTo>
                  <a:pt x="20960" y="4014"/>
                </a:lnTo>
                <a:lnTo>
                  <a:pt x="20912" y="4279"/>
                </a:lnTo>
                <a:lnTo>
                  <a:pt x="20764" y="4489"/>
                </a:lnTo>
                <a:lnTo>
                  <a:pt x="20370" y="4912"/>
                </a:lnTo>
                <a:lnTo>
                  <a:pt x="20025" y="5176"/>
                </a:lnTo>
                <a:lnTo>
                  <a:pt x="19583" y="5334"/>
                </a:lnTo>
                <a:lnTo>
                  <a:pt x="19140" y="5441"/>
                </a:lnTo>
                <a:lnTo>
                  <a:pt x="18697" y="5493"/>
                </a:lnTo>
                <a:lnTo>
                  <a:pt x="18402" y="5441"/>
                </a:lnTo>
                <a:lnTo>
                  <a:pt x="18107" y="5387"/>
                </a:lnTo>
                <a:lnTo>
                  <a:pt x="17860" y="5281"/>
                </a:lnTo>
                <a:lnTo>
                  <a:pt x="17615" y="5176"/>
                </a:lnTo>
                <a:lnTo>
                  <a:pt x="17369" y="5017"/>
                </a:lnTo>
                <a:lnTo>
                  <a:pt x="17172" y="4806"/>
                </a:lnTo>
                <a:lnTo>
                  <a:pt x="16975" y="4596"/>
                </a:lnTo>
                <a:lnTo>
                  <a:pt x="16827" y="4384"/>
                </a:lnTo>
                <a:lnTo>
                  <a:pt x="17222" y="4489"/>
                </a:lnTo>
                <a:lnTo>
                  <a:pt x="17615" y="4542"/>
                </a:lnTo>
                <a:lnTo>
                  <a:pt x="18008" y="4489"/>
                </a:lnTo>
                <a:lnTo>
                  <a:pt x="18402" y="4384"/>
                </a:lnTo>
                <a:lnTo>
                  <a:pt x="18747" y="4226"/>
                </a:lnTo>
                <a:lnTo>
                  <a:pt x="19090" y="3961"/>
                </a:lnTo>
                <a:lnTo>
                  <a:pt x="19337" y="3592"/>
                </a:lnTo>
                <a:lnTo>
                  <a:pt x="19583" y="3222"/>
                </a:lnTo>
                <a:lnTo>
                  <a:pt x="19682" y="2852"/>
                </a:lnTo>
                <a:lnTo>
                  <a:pt x="19730" y="2482"/>
                </a:lnTo>
                <a:lnTo>
                  <a:pt x="19682" y="2113"/>
                </a:lnTo>
                <a:lnTo>
                  <a:pt x="19583" y="1743"/>
                </a:lnTo>
                <a:lnTo>
                  <a:pt x="19435" y="1427"/>
                </a:lnTo>
                <a:lnTo>
                  <a:pt x="19238" y="1110"/>
                </a:lnTo>
                <a:lnTo>
                  <a:pt x="18992" y="845"/>
                </a:lnTo>
                <a:lnTo>
                  <a:pt x="18697" y="633"/>
                </a:lnTo>
                <a:close/>
                <a:moveTo>
                  <a:pt x="18452" y="0"/>
                </a:moveTo>
                <a:lnTo>
                  <a:pt x="18255" y="107"/>
                </a:lnTo>
                <a:lnTo>
                  <a:pt x="17910" y="158"/>
                </a:lnTo>
                <a:lnTo>
                  <a:pt x="17615" y="212"/>
                </a:lnTo>
                <a:lnTo>
                  <a:pt x="17320" y="370"/>
                </a:lnTo>
                <a:lnTo>
                  <a:pt x="17073" y="582"/>
                </a:lnTo>
                <a:lnTo>
                  <a:pt x="16778" y="793"/>
                </a:lnTo>
                <a:lnTo>
                  <a:pt x="16582" y="1057"/>
                </a:lnTo>
                <a:lnTo>
                  <a:pt x="16385" y="1320"/>
                </a:lnTo>
                <a:lnTo>
                  <a:pt x="16188" y="1637"/>
                </a:lnTo>
                <a:lnTo>
                  <a:pt x="16090" y="1902"/>
                </a:lnTo>
                <a:lnTo>
                  <a:pt x="15990" y="2272"/>
                </a:lnTo>
                <a:lnTo>
                  <a:pt x="15892" y="2589"/>
                </a:lnTo>
                <a:lnTo>
                  <a:pt x="15892" y="3275"/>
                </a:lnTo>
                <a:lnTo>
                  <a:pt x="15942" y="3644"/>
                </a:lnTo>
                <a:lnTo>
                  <a:pt x="16040" y="3961"/>
                </a:lnTo>
                <a:lnTo>
                  <a:pt x="16139" y="4279"/>
                </a:lnTo>
                <a:lnTo>
                  <a:pt x="16287" y="4596"/>
                </a:lnTo>
                <a:lnTo>
                  <a:pt x="16434" y="4859"/>
                </a:lnTo>
                <a:lnTo>
                  <a:pt x="16630" y="5122"/>
                </a:lnTo>
                <a:lnTo>
                  <a:pt x="16877" y="5334"/>
                </a:lnTo>
                <a:lnTo>
                  <a:pt x="17123" y="5546"/>
                </a:lnTo>
                <a:lnTo>
                  <a:pt x="17418" y="5757"/>
                </a:lnTo>
                <a:lnTo>
                  <a:pt x="17713" y="5863"/>
                </a:lnTo>
                <a:lnTo>
                  <a:pt x="18008" y="5968"/>
                </a:lnTo>
                <a:lnTo>
                  <a:pt x="18353" y="6074"/>
                </a:lnTo>
                <a:lnTo>
                  <a:pt x="18943" y="6074"/>
                </a:lnTo>
                <a:lnTo>
                  <a:pt x="19534" y="5968"/>
                </a:lnTo>
                <a:lnTo>
                  <a:pt x="20124" y="5757"/>
                </a:lnTo>
                <a:lnTo>
                  <a:pt x="20617" y="5441"/>
                </a:lnTo>
                <a:lnTo>
                  <a:pt x="20912" y="5229"/>
                </a:lnTo>
                <a:lnTo>
                  <a:pt x="21108" y="4964"/>
                </a:lnTo>
                <a:lnTo>
                  <a:pt x="21305" y="4701"/>
                </a:lnTo>
                <a:lnTo>
                  <a:pt x="21452" y="4384"/>
                </a:lnTo>
                <a:lnTo>
                  <a:pt x="21550" y="4014"/>
                </a:lnTo>
                <a:lnTo>
                  <a:pt x="21600" y="3592"/>
                </a:lnTo>
                <a:lnTo>
                  <a:pt x="21550" y="3222"/>
                </a:lnTo>
                <a:lnTo>
                  <a:pt x="21452" y="2852"/>
                </a:lnTo>
                <a:lnTo>
                  <a:pt x="21305" y="2060"/>
                </a:lnTo>
                <a:lnTo>
                  <a:pt x="21157" y="1690"/>
                </a:lnTo>
                <a:lnTo>
                  <a:pt x="21010" y="1373"/>
                </a:lnTo>
                <a:lnTo>
                  <a:pt x="20813" y="1057"/>
                </a:lnTo>
                <a:lnTo>
                  <a:pt x="20617" y="793"/>
                </a:lnTo>
                <a:lnTo>
                  <a:pt x="20320" y="528"/>
                </a:lnTo>
                <a:lnTo>
                  <a:pt x="20025" y="317"/>
                </a:lnTo>
                <a:lnTo>
                  <a:pt x="19632" y="107"/>
                </a:lnTo>
                <a:lnTo>
                  <a:pt x="19140" y="0"/>
                </a:lnTo>
                <a:close/>
                <a:moveTo>
                  <a:pt x="14908" y="6549"/>
                </a:moveTo>
                <a:lnTo>
                  <a:pt x="15352" y="6971"/>
                </a:lnTo>
                <a:lnTo>
                  <a:pt x="15155" y="7129"/>
                </a:lnTo>
                <a:lnTo>
                  <a:pt x="14908" y="7078"/>
                </a:lnTo>
                <a:lnTo>
                  <a:pt x="14662" y="7078"/>
                </a:lnTo>
                <a:lnTo>
                  <a:pt x="14269" y="7129"/>
                </a:lnTo>
                <a:lnTo>
                  <a:pt x="14565" y="6813"/>
                </a:lnTo>
                <a:lnTo>
                  <a:pt x="14908" y="6549"/>
                </a:lnTo>
                <a:close/>
                <a:moveTo>
                  <a:pt x="9200" y="5229"/>
                </a:moveTo>
                <a:lnTo>
                  <a:pt x="9398" y="5281"/>
                </a:lnTo>
                <a:lnTo>
                  <a:pt x="9447" y="5334"/>
                </a:lnTo>
                <a:lnTo>
                  <a:pt x="9447" y="5441"/>
                </a:lnTo>
                <a:lnTo>
                  <a:pt x="9496" y="5546"/>
                </a:lnTo>
                <a:lnTo>
                  <a:pt x="9644" y="5599"/>
                </a:lnTo>
                <a:lnTo>
                  <a:pt x="9890" y="5599"/>
                </a:lnTo>
                <a:lnTo>
                  <a:pt x="9940" y="5651"/>
                </a:lnTo>
                <a:lnTo>
                  <a:pt x="9988" y="5809"/>
                </a:lnTo>
                <a:lnTo>
                  <a:pt x="10037" y="5968"/>
                </a:lnTo>
                <a:lnTo>
                  <a:pt x="10037" y="6126"/>
                </a:lnTo>
                <a:lnTo>
                  <a:pt x="9988" y="6496"/>
                </a:lnTo>
                <a:lnTo>
                  <a:pt x="9890" y="6866"/>
                </a:lnTo>
                <a:lnTo>
                  <a:pt x="9693" y="7236"/>
                </a:lnTo>
                <a:lnTo>
                  <a:pt x="9595" y="7394"/>
                </a:lnTo>
                <a:lnTo>
                  <a:pt x="9447" y="7499"/>
                </a:lnTo>
                <a:lnTo>
                  <a:pt x="9300" y="7553"/>
                </a:lnTo>
                <a:lnTo>
                  <a:pt x="9103" y="7553"/>
                </a:lnTo>
                <a:lnTo>
                  <a:pt x="9103" y="7183"/>
                </a:lnTo>
                <a:lnTo>
                  <a:pt x="9053" y="6866"/>
                </a:lnTo>
                <a:lnTo>
                  <a:pt x="8905" y="6549"/>
                </a:lnTo>
                <a:lnTo>
                  <a:pt x="8709" y="6233"/>
                </a:lnTo>
                <a:lnTo>
                  <a:pt x="8463" y="5968"/>
                </a:lnTo>
                <a:lnTo>
                  <a:pt x="8168" y="5809"/>
                </a:lnTo>
                <a:lnTo>
                  <a:pt x="8168" y="5651"/>
                </a:lnTo>
                <a:lnTo>
                  <a:pt x="8265" y="5546"/>
                </a:lnTo>
                <a:lnTo>
                  <a:pt x="8365" y="5441"/>
                </a:lnTo>
                <a:lnTo>
                  <a:pt x="8512" y="5387"/>
                </a:lnTo>
                <a:lnTo>
                  <a:pt x="8807" y="5334"/>
                </a:lnTo>
                <a:lnTo>
                  <a:pt x="9200" y="5229"/>
                </a:lnTo>
                <a:close/>
                <a:moveTo>
                  <a:pt x="8758" y="4596"/>
                </a:moveTo>
                <a:lnTo>
                  <a:pt x="8709" y="4647"/>
                </a:lnTo>
                <a:lnTo>
                  <a:pt x="8660" y="4754"/>
                </a:lnTo>
                <a:lnTo>
                  <a:pt x="8660" y="4912"/>
                </a:lnTo>
                <a:lnTo>
                  <a:pt x="8315" y="5017"/>
                </a:lnTo>
                <a:lnTo>
                  <a:pt x="8020" y="5122"/>
                </a:lnTo>
                <a:lnTo>
                  <a:pt x="7775" y="5387"/>
                </a:lnTo>
                <a:lnTo>
                  <a:pt x="7725" y="5493"/>
                </a:lnTo>
                <a:lnTo>
                  <a:pt x="7627" y="5651"/>
                </a:lnTo>
                <a:lnTo>
                  <a:pt x="7627" y="5863"/>
                </a:lnTo>
                <a:lnTo>
                  <a:pt x="7775" y="6074"/>
                </a:lnTo>
                <a:lnTo>
                  <a:pt x="7922" y="6179"/>
                </a:lnTo>
                <a:lnTo>
                  <a:pt x="8118" y="6284"/>
                </a:lnTo>
                <a:lnTo>
                  <a:pt x="8265" y="6391"/>
                </a:lnTo>
                <a:lnTo>
                  <a:pt x="8414" y="6496"/>
                </a:lnTo>
                <a:lnTo>
                  <a:pt x="8512" y="6654"/>
                </a:lnTo>
                <a:lnTo>
                  <a:pt x="8610" y="6866"/>
                </a:lnTo>
                <a:lnTo>
                  <a:pt x="8709" y="7236"/>
                </a:lnTo>
                <a:lnTo>
                  <a:pt x="8660" y="7605"/>
                </a:lnTo>
                <a:lnTo>
                  <a:pt x="8709" y="7763"/>
                </a:lnTo>
                <a:lnTo>
                  <a:pt x="8758" y="7869"/>
                </a:lnTo>
                <a:lnTo>
                  <a:pt x="9053" y="7975"/>
                </a:lnTo>
                <a:lnTo>
                  <a:pt x="9300" y="7975"/>
                </a:lnTo>
                <a:lnTo>
                  <a:pt x="9545" y="7923"/>
                </a:lnTo>
                <a:lnTo>
                  <a:pt x="9742" y="7816"/>
                </a:lnTo>
                <a:lnTo>
                  <a:pt x="9940" y="7605"/>
                </a:lnTo>
                <a:lnTo>
                  <a:pt x="10087" y="7394"/>
                </a:lnTo>
                <a:lnTo>
                  <a:pt x="10235" y="7129"/>
                </a:lnTo>
                <a:lnTo>
                  <a:pt x="10333" y="6866"/>
                </a:lnTo>
                <a:lnTo>
                  <a:pt x="10382" y="6601"/>
                </a:lnTo>
                <a:lnTo>
                  <a:pt x="10430" y="6284"/>
                </a:lnTo>
                <a:lnTo>
                  <a:pt x="10430" y="5651"/>
                </a:lnTo>
                <a:lnTo>
                  <a:pt x="10333" y="5441"/>
                </a:lnTo>
                <a:lnTo>
                  <a:pt x="10235" y="5281"/>
                </a:lnTo>
                <a:lnTo>
                  <a:pt x="10037" y="5176"/>
                </a:lnTo>
                <a:lnTo>
                  <a:pt x="9840" y="5176"/>
                </a:lnTo>
                <a:lnTo>
                  <a:pt x="9792" y="5017"/>
                </a:lnTo>
                <a:lnTo>
                  <a:pt x="9693" y="4964"/>
                </a:lnTo>
                <a:lnTo>
                  <a:pt x="9447" y="4859"/>
                </a:lnTo>
                <a:lnTo>
                  <a:pt x="9152" y="4754"/>
                </a:lnTo>
                <a:lnTo>
                  <a:pt x="8955" y="4647"/>
                </a:lnTo>
                <a:lnTo>
                  <a:pt x="8807" y="4596"/>
                </a:lnTo>
                <a:close/>
                <a:moveTo>
                  <a:pt x="15745" y="7394"/>
                </a:moveTo>
                <a:lnTo>
                  <a:pt x="16335" y="8186"/>
                </a:lnTo>
                <a:lnTo>
                  <a:pt x="15795" y="8345"/>
                </a:lnTo>
                <a:lnTo>
                  <a:pt x="15302" y="8661"/>
                </a:lnTo>
                <a:lnTo>
                  <a:pt x="14810" y="8978"/>
                </a:lnTo>
                <a:lnTo>
                  <a:pt x="14613" y="9190"/>
                </a:lnTo>
                <a:lnTo>
                  <a:pt x="14465" y="9453"/>
                </a:lnTo>
                <a:lnTo>
                  <a:pt x="14417" y="9560"/>
                </a:lnTo>
                <a:lnTo>
                  <a:pt x="14465" y="9612"/>
                </a:lnTo>
                <a:lnTo>
                  <a:pt x="14565" y="9665"/>
                </a:lnTo>
                <a:lnTo>
                  <a:pt x="14662" y="9665"/>
                </a:lnTo>
                <a:lnTo>
                  <a:pt x="15105" y="9348"/>
                </a:lnTo>
                <a:lnTo>
                  <a:pt x="15499" y="9085"/>
                </a:lnTo>
                <a:lnTo>
                  <a:pt x="15892" y="8925"/>
                </a:lnTo>
                <a:lnTo>
                  <a:pt x="16287" y="8766"/>
                </a:lnTo>
                <a:lnTo>
                  <a:pt x="16434" y="8715"/>
                </a:lnTo>
                <a:lnTo>
                  <a:pt x="16582" y="8661"/>
                </a:lnTo>
                <a:lnTo>
                  <a:pt x="16630" y="8608"/>
                </a:lnTo>
                <a:lnTo>
                  <a:pt x="16925" y="9295"/>
                </a:lnTo>
                <a:lnTo>
                  <a:pt x="17222" y="9928"/>
                </a:lnTo>
                <a:lnTo>
                  <a:pt x="17172" y="9982"/>
                </a:lnTo>
                <a:lnTo>
                  <a:pt x="16532" y="10140"/>
                </a:lnTo>
                <a:lnTo>
                  <a:pt x="15843" y="10246"/>
                </a:lnTo>
                <a:lnTo>
                  <a:pt x="15155" y="10246"/>
                </a:lnTo>
                <a:lnTo>
                  <a:pt x="14417" y="10193"/>
                </a:lnTo>
                <a:lnTo>
                  <a:pt x="14318" y="10246"/>
                </a:lnTo>
                <a:lnTo>
                  <a:pt x="14269" y="10298"/>
                </a:lnTo>
                <a:lnTo>
                  <a:pt x="14269" y="10405"/>
                </a:lnTo>
                <a:lnTo>
                  <a:pt x="14367" y="10510"/>
                </a:lnTo>
                <a:lnTo>
                  <a:pt x="14662" y="10615"/>
                </a:lnTo>
                <a:lnTo>
                  <a:pt x="15007" y="10722"/>
                </a:lnTo>
                <a:lnTo>
                  <a:pt x="15695" y="10773"/>
                </a:lnTo>
                <a:lnTo>
                  <a:pt x="16040" y="10773"/>
                </a:lnTo>
                <a:lnTo>
                  <a:pt x="16385" y="10722"/>
                </a:lnTo>
                <a:lnTo>
                  <a:pt x="16877" y="10615"/>
                </a:lnTo>
                <a:lnTo>
                  <a:pt x="17025" y="10615"/>
                </a:lnTo>
                <a:lnTo>
                  <a:pt x="17123" y="10563"/>
                </a:lnTo>
                <a:lnTo>
                  <a:pt x="17172" y="10668"/>
                </a:lnTo>
                <a:lnTo>
                  <a:pt x="17222" y="10722"/>
                </a:lnTo>
                <a:lnTo>
                  <a:pt x="17270" y="10773"/>
                </a:lnTo>
                <a:lnTo>
                  <a:pt x="17418" y="10827"/>
                </a:lnTo>
                <a:lnTo>
                  <a:pt x="17467" y="11197"/>
                </a:lnTo>
                <a:lnTo>
                  <a:pt x="17517" y="11618"/>
                </a:lnTo>
                <a:lnTo>
                  <a:pt x="17418" y="11672"/>
                </a:lnTo>
                <a:lnTo>
                  <a:pt x="17025" y="11513"/>
                </a:lnTo>
                <a:lnTo>
                  <a:pt x="16730" y="11355"/>
                </a:lnTo>
                <a:lnTo>
                  <a:pt x="16434" y="11197"/>
                </a:lnTo>
                <a:lnTo>
                  <a:pt x="15942" y="11197"/>
                </a:lnTo>
                <a:lnTo>
                  <a:pt x="15795" y="11248"/>
                </a:lnTo>
                <a:lnTo>
                  <a:pt x="15057" y="11197"/>
                </a:lnTo>
                <a:lnTo>
                  <a:pt x="14613" y="11143"/>
                </a:lnTo>
                <a:lnTo>
                  <a:pt x="14417" y="11143"/>
                </a:lnTo>
                <a:lnTo>
                  <a:pt x="14318" y="11090"/>
                </a:lnTo>
                <a:lnTo>
                  <a:pt x="14170" y="10773"/>
                </a:lnTo>
                <a:lnTo>
                  <a:pt x="14122" y="10773"/>
                </a:lnTo>
                <a:lnTo>
                  <a:pt x="14122" y="11460"/>
                </a:lnTo>
                <a:lnTo>
                  <a:pt x="14220" y="11513"/>
                </a:lnTo>
                <a:lnTo>
                  <a:pt x="14810" y="11672"/>
                </a:lnTo>
                <a:lnTo>
                  <a:pt x="15400" y="11725"/>
                </a:lnTo>
                <a:lnTo>
                  <a:pt x="15400" y="11988"/>
                </a:lnTo>
                <a:lnTo>
                  <a:pt x="15450" y="12200"/>
                </a:lnTo>
                <a:lnTo>
                  <a:pt x="15548" y="12305"/>
                </a:lnTo>
                <a:lnTo>
                  <a:pt x="15597" y="12358"/>
                </a:lnTo>
                <a:lnTo>
                  <a:pt x="15795" y="12464"/>
                </a:lnTo>
                <a:lnTo>
                  <a:pt x="16040" y="12622"/>
                </a:lnTo>
                <a:lnTo>
                  <a:pt x="15302" y="12464"/>
                </a:lnTo>
                <a:lnTo>
                  <a:pt x="14712" y="12200"/>
                </a:lnTo>
                <a:lnTo>
                  <a:pt x="14367" y="12147"/>
                </a:lnTo>
                <a:lnTo>
                  <a:pt x="14023" y="12094"/>
                </a:lnTo>
                <a:lnTo>
                  <a:pt x="13678" y="11830"/>
                </a:lnTo>
                <a:lnTo>
                  <a:pt x="13482" y="11777"/>
                </a:lnTo>
                <a:lnTo>
                  <a:pt x="13335" y="11725"/>
                </a:lnTo>
                <a:lnTo>
                  <a:pt x="13039" y="11777"/>
                </a:lnTo>
                <a:lnTo>
                  <a:pt x="12842" y="11883"/>
                </a:lnTo>
                <a:lnTo>
                  <a:pt x="12695" y="12042"/>
                </a:lnTo>
                <a:lnTo>
                  <a:pt x="12547" y="12252"/>
                </a:lnTo>
                <a:lnTo>
                  <a:pt x="12400" y="12358"/>
                </a:lnTo>
                <a:lnTo>
                  <a:pt x="12202" y="12410"/>
                </a:lnTo>
                <a:lnTo>
                  <a:pt x="11858" y="12358"/>
                </a:lnTo>
                <a:lnTo>
                  <a:pt x="11563" y="12410"/>
                </a:lnTo>
                <a:lnTo>
                  <a:pt x="11267" y="12517"/>
                </a:lnTo>
                <a:lnTo>
                  <a:pt x="10972" y="12675"/>
                </a:lnTo>
                <a:lnTo>
                  <a:pt x="10628" y="12675"/>
                </a:lnTo>
                <a:lnTo>
                  <a:pt x="10530" y="12622"/>
                </a:lnTo>
                <a:lnTo>
                  <a:pt x="10480" y="12569"/>
                </a:lnTo>
                <a:lnTo>
                  <a:pt x="10480" y="12517"/>
                </a:lnTo>
                <a:lnTo>
                  <a:pt x="10578" y="12410"/>
                </a:lnTo>
                <a:lnTo>
                  <a:pt x="10727" y="12252"/>
                </a:lnTo>
                <a:lnTo>
                  <a:pt x="10923" y="12147"/>
                </a:lnTo>
                <a:lnTo>
                  <a:pt x="11267" y="11988"/>
                </a:lnTo>
                <a:lnTo>
                  <a:pt x="11710" y="11777"/>
                </a:lnTo>
                <a:lnTo>
                  <a:pt x="11957" y="11618"/>
                </a:lnTo>
                <a:lnTo>
                  <a:pt x="12104" y="11408"/>
                </a:lnTo>
                <a:lnTo>
                  <a:pt x="12252" y="11197"/>
                </a:lnTo>
                <a:lnTo>
                  <a:pt x="12350" y="10985"/>
                </a:lnTo>
                <a:lnTo>
                  <a:pt x="12350" y="10722"/>
                </a:lnTo>
                <a:lnTo>
                  <a:pt x="12300" y="10405"/>
                </a:lnTo>
                <a:lnTo>
                  <a:pt x="12202" y="10246"/>
                </a:lnTo>
                <a:lnTo>
                  <a:pt x="12055" y="10087"/>
                </a:lnTo>
                <a:lnTo>
                  <a:pt x="11858" y="9928"/>
                </a:lnTo>
                <a:lnTo>
                  <a:pt x="11660" y="9876"/>
                </a:lnTo>
                <a:lnTo>
                  <a:pt x="11465" y="9823"/>
                </a:lnTo>
                <a:lnTo>
                  <a:pt x="11267" y="9823"/>
                </a:lnTo>
                <a:lnTo>
                  <a:pt x="11070" y="9876"/>
                </a:lnTo>
                <a:lnTo>
                  <a:pt x="10874" y="9982"/>
                </a:lnTo>
                <a:lnTo>
                  <a:pt x="10628" y="10246"/>
                </a:lnTo>
                <a:lnTo>
                  <a:pt x="10727" y="10035"/>
                </a:lnTo>
                <a:lnTo>
                  <a:pt x="10874" y="9876"/>
                </a:lnTo>
                <a:lnTo>
                  <a:pt x="11120" y="9506"/>
                </a:lnTo>
                <a:lnTo>
                  <a:pt x="11415" y="9190"/>
                </a:lnTo>
                <a:lnTo>
                  <a:pt x="11760" y="8820"/>
                </a:lnTo>
                <a:lnTo>
                  <a:pt x="12005" y="8556"/>
                </a:lnTo>
                <a:lnTo>
                  <a:pt x="12252" y="8345"/>
                </a:lnTo>
                <a:lnTo>
                  <a:pt x="12300" y="8345"/>
                </a:lnTo>
                <a:lnTo>
                  <a:pt x="12595" y="8291"/>
                </a:lnTo>
                <a:lnTo>
                  <a:pt x="12892" y="8186"/>
                </a:lnTo>
                <a:lnTo>
                  <a:pt x="13482" y="7975"/>
                </a:lnTo>
                <a:lnTo>
                  <a:pt x="14023" y="7711"/>
                </a:lnTo>
                <a:lnTo>
                  <a:pt x="14269" y="7605"/>
                </a:lnTo>
                <a:lnTo>
                  <a:pt x="14613" y="7553"/>
                </a:lnTo>
                <a:lnTo>
                  <a:pt x="14220" y="7923"/>
                </a:lnTo>
                <a:lnTo>
                  <a:pt x="14072" y="8133"/>
                </a:lnTo>
                <a:lnTo>
                  <a:pt x="13974" y="8398"/>
                </a:lnTo>
                <a:lnTo>
                  <a:pt x="14023" y="8450"/>
                </a:lnTo>
                <a:lnTo>
                  <a:pt x="14269" y="8345"/>
                </a:lnTo>
                <a:lnTo>
                  <a:pt x="14515" y="8239"/>
                </a:lnTo>
                <a:lnTo>
                  <a:pt x="14958" y="7923"/>
                </a:lnTo>
                <a:lnTo>
                  <a:pt x="15745" y="7394"/>
                </a:lnTo>
                <a:close/>
                <a:moveTo>
                  <a:pt x="16090" y="11883"/>
                </a:moveTo>
                <a:lnTo>
                  <a:pt x="16827" y="12094"/>
                </a:lnTo>
                <a:lnTo>
                  <a:pt x="17073" y="12358"/>
                </a:lnTo>
                <a:lnTo>
                  <a:pt x="17172" y="12410"/>
                </a:lnTo>
                <a:lnTo>
                  <a:pt x="17270" y="12464"/>
                </a:lnTo>
                <a:lnTo>
                  <a:pt x="17369" y="12410"/>
                </a:lnTo>
                <a:lnTo>
                  <a:pt x="17467" y="12358"/>
                </a:lnTo>
                <a:lnTo>
                  <a:pt x="17369" y="12992"/>
                </a:lnTo>
                <a:lnTo>
                  <a:pt x="16778" y="12834"/>
                </a:lnTo>
                <a:lnTo>
                  <a:pt x="16630" y="12464"/>
                </a:lnTo>
                <a:lnTo>
                  <a:pt x="16385" y="12200"/>
                </a:lnTo>
                <a:lnTo>
                  <a:pt x="16139" y="11988"/>
                </a:lnTo>
                <a:lnTo>
                  <a:pt x="16040" y="11935"/>
                </a:lnTo>
                <a:lnTo>
                  <a:pt x="16090" y="11883"/>
                </a:lnTo>
                <a:close/>
                <a:moveTo>
                  <a:pt x="14662" y="12728"/>
                </a:moveTo>
                <a:lnTo>
                  <a:pt x="15450" y="13097"/>
                </a:lnTo>
                <a:lnTo>
                  <a:pt x="16237" y="13309"/>
                </a:lnTo>
                <a:lnTo>
                  <a:pt x="16139" y="13520"/>
                </a:lnTo>
                <a:lnTo>
                  <a:pt x="15990" y="13731"/>
                </a:lnTo>
                <a:lnTo>
                  <a:pt x="15795" y="13837"/>
                </a:lnTo>
                <a:lnTo>
                  <a:pt x="15695" y="13837"/>
                </a:lnTo>
                <a:lnTo>
                  <a:pt x="15597" y="13784"/>
                </a:lnTo>
                <a:lnTo>
                  <a:pt x="15450" y="13731"/>
                </a:lnTo>
                <a:lnTo>
                  <a:pt x="15302" y="13572"/>
                </a:lnTo>
                <a:lnTo>
                  <a:pt x="15057" y="13309"/>
                </a:lnTo>
                <a:lnTo>
                  <a:pt x="14662" y="12728"/>
                </a:lnTo>
                <a:close/>
                <a:moveTo>
                  <a:pt x="16778" y="13467"/>
                </a:moveTo>
                <a:lnTo>
                  <a:pt x="17270" y="13520"/>
                </a:lnTo>
                <a:lnTo>
                  <a:pt x="16975" y="14629"/>
                </a:lnTo>
                <a:lnTo>
                  <a:pt x="16877" y="14524"/>
                </a:lnTo>
                <a:lnTo>
                  <a:pt x="16582" y="14524"/>
                </a:lnTo>
                <a:lnTo>
                  <a:pt x="16385" y="14471"/>
                </a:lnTo>
                <a:lnTo>
                  <a:pt x="15942" y="14365"/>
                </a:lnTo>
                <a:lnTo>
                  <a:pt x="16237" y="14207"/>
                </a:lnTo>
                <a:lnTo>
                  <a:pt x="16483" y="14049"/>
                </a:lnTo>
                <a:lnTo>
                  <a:pt x="16630" y="13784"/>
                </a:lnTo>
                <a:lnTo>
                  <a:pt x="16778" y="13467"/>
                </a:lnTo>
                <a:close/>
                <a:moveTo>
                  <a:pt x="13925" y="13995"/>
                </a:moveTo>
                <a:lnTo>
                  <a:pt x="15302" y="14629"/>
                </a:lnTo>
                <a:lnTo>
                  <a:pt x="15990" y="14946"/>
                </a:lnTo>
                <a:lnTo>
                  <a:pt x="16434" y="15104"/>
                </a:lnTo>
                <a:lnTo>
                  <a:pt x="16630" y="15104"/>
                </a:lnTo>
                <a:lnTo>
                  <a:pt x="16778" y="15052"/>
                </a:lnTo>
                <a:lnTo>
                  <a:pt x="16532" y="15791"/>
                </a:lnTo>
                <a:lnTo>
                  <a:pt x="16139" y="15632"/>
                </a:lnTo>
                <a:lnTo>
                  <a:pt x="15942" y="15527"/>
                </a:lnTo>
                <a:lnTo>
                  <a:pt x="15795" y="15421"/>
                </a:lnTo>
                <a:lnTo>
                  <a:pt x="15450" y="15157"/>
                </a:lnTo>
                <a:lnTo>
                  <a:pt x="15302" y="14999"/>
                </a:lnTo>
                <a:lnTo>
                  <a:pt x="15105" y="14892"/>
                </a:lnTo>
                <a:lnTo>
                  <a:pt x="14860" y="14841"/>
                </a:lnTo>
                <a:lnTo>
                  <a:pt x="14613" y="14787"/>
                </a:lnTo>
                <a:lnTo>
                  <a:pt x="14072" y="14734"/>
                </a:lnTo>
                <a:lnTo>
                  <a:pt x="14023" y="14365"/>
                </a:lnTo>
                <a:lnTo>
                  <a:pt x="13925" y="13995"/>
                </a:lnTo>
                <a:close/>
                <a:moveTo>
                  <a:pt x="14023" y="15157"/>
                </a:moveTo>
                <a:lnTo>
                  <a:pt x="14465" y="15262"/>
                </a:lnTo>
                <a:lnTo>
                  <a:pt x="14712" y="15316"/>
                </a:lnTo>
                <a:lnTo>
                  <a:pt x="14908" y="15421"/>
                </a:lnTo>
                <a:lnTo>
                  <a:pt x="15204" y="15579"/>
                </a:lnTo>
                <a:lnTo>
                  <a:pt x="15450" y="15791"/>
                </a:lnTo>
                <a:lnTo>
                  <a:pt x="15695" y="16002"/>
                </a:lnTo>
                <a:lnTo>
                  <a:pt x="15942" y="16214"/>
                </a:lnTo>
                <a:lnTo>
                  <a:pt x="16237" y="16319"/>
                </a:lnTo>
                <a:lnTo>
                  <a:pt x="15745" y="17164"/>
                </a:lnTo>
                <a:lnTo>
                  <a:pt x="15597" y="17164"/>
                </a:lnTo>
                <a:lnTo>
                  <a:pt x="15400" y="17111"/>
                </a:lnTo>
                <a:lnTo>
                  <a:pt x="15057" y="16899"/>
                </a:lnTo>
                <a:lnTo>
                  <a:pt x="14170" y="16531"/>
                </a:lnTo>
                <a:lnTo>
                  <a:pt x="13777" y="16319"/>
                </a:lnTo>
                <a:lnTo>
                  <a:pt x="13925" y="15791"/>
                </a:lnTo>
                <a:lnTo>
                  <a:pt x="14023" y="15262"/>
                </a:lnTo>
                <a:lnTo>
                  <a:pt x="14023" y="15157"/>
                </a:lnTo>
                <a:close/>
                <a:moveTo>
                  <a:pt x="13580" y="16794"/>
                </a:moveTo>
                <a:lnTo>
                  <a:pt x="14465" y="17216"/>
                </a:lnTo>
                <a:lnTo>
                  <a:pt x="14908" y="17481"/>
                </a:lnTo>
                <a:lnTo>
                  <a:pt x="15155" y="17586"/>
                </a:lnTo>
                <a:lnTo>
                  <a:pt x="15400" y="17693"/>
                </a:lnTo>
                <a:lnTo>
                  <a:pt x="15057" y="18220"/>
                </a:lnTo>
                <a:lnTo>
                  <a:pt x="14613" y="18061"/>
                </a:lnTo>
                <a:lnTo>
                  <a:pt x="14023" y="17851"/>
                </a:lnTo>
                <a:lnTo>
                  <a:pt x="13482" y="17639"/>
                </a:lnTo>
                <a:lnTo>
                  <a:pt x="13235" y="17481"/>
                </a:lnTo>
                <a:lnTo>
                  <a:pt x="13580" y="16794"/>
                </a:lnTo>
                <a:close/>
                <a:moveTo>
                  <a:pt x="12547" y="13784"/>
                </a:moveTo>
                <a:lnTo>
                  <a:pt x="12842" y="13837"/>
                </a:lnTo>
                <a:lnTo>
                  <a:pt x="13137" y="13890"/>
                </a:lnTo>
                <a:lnTo>
                  <a:pt x="13383" y="14049"/>
                </a:lnTo>
                <a:lnTo>
                  <a:pt x="13482" y="14207"/>
                </a:lnTo>
                <a:lnTo>
                  <a:pt x="13530" y="14312"/>
                </a:lnTo>
                <a:lnTo>
                  <a:pt x="13580" y="14524"/>
                </a:lnTo>
                <a:lnTo>
                  <a:pt x="13580" y="14682"/>
                </a:lnTo>
                <a:lnTo>
                  <a:pt x="13187" y="14629"/>
                </a:lnTo>
                <a:lnTo>
                  <a:pt x="13137" y="14682"/>
                </a:lnTo>
                <a:lnTo>
                  <a:pt x="13137" y="14734"/>
                </a:lnTo>
                <a:lnTo>
                  <a:pt x="13335" y="14892"/>
                </a:lnTo>
                <a:lnTo>
                  <a:pt x="13530" y="15052"/>
                </a:lnTo>
                <a:lnTo>
                  <a:pt x="13432" y="15527"/>
                </a:lnTo>
                <a:lnTo>
                  <a:pt x="13335" y="15949"/>
                </a:lnTo>
                <a:lnTo>
                  <a:pt x="13285" y="16107"/>
                </a:lnTo>
                <a:lnTo>
                  <a:pt x="12940" y="16002"/>
                </a:lnTo>
                <a:lnTo>
                  <a:pt x="12595" y="15949"/>
                </a:lnTo>
                <a:lnTo>
                  <a:pt x="12547" y="15949"/>
                </a:lnTo>
                <a:lnTo>
                  <a:pt x="12497" y="16002"/>
                </a:lnTo>
                <a:lnTo>
                  <a:pt x="12497" y="16054"/>
                </a:lnTo>
                <a:lnTo>
                  <a:pt x="12547" y="16107"/>
                </a:lnTo>
                <a:lnTo>
                  <a:pt x="12793" y="16372"/>
                </a:lnTo>
                <a:lnTo>
                  <a:pt x="13137" y="16583"/>
                </a:lnTo>
                <a:lnTo>
                  <a:pt x="12743" y="17269"/>
                </a:lnTo>
                <a:lnTo>
                  <a:pt x="12153" y="17006"/>
                </a:lnTo>
                <a:lnTo>
                  <a:pt x="11513" y="16741"/>
                </a:lnTo>
                <a:lnTo>
                  <a:pt x="11465" y="16741"/>
                </a:lnTo>
                <a:lnTo>
                  <a:pt x="11465" y="16848"/>
                </a:lnTo>
                <a:lnTo>
                  <a:pt x="11710" y="17058"/>
                </a:lnTo>
                <a:lnTo>
                  <a:pt x="11957" y="17323"/>
                </a:lnTo>
                <a:lnTo>
                  <a:pt x="12497" y="17693"/>
                </a:lnTo>
                <a:lnTo>
                  <a:pt x="12153" y="18114"/>
                </a:lnTo>
                <a:lnTo>
                  <a:pt x="11809" y="18431"/>
                </a:lnTo>
                <a:lnTo>
                  <a:pt x="11465" y="18273"/>
                </a:lnTo>
                <a:lnTo>
                  <a:pt x="11267" y="17376"/>
                </a:lnTo>
                <a:lnTo>
                  <a:pt x="11120" y="16478"/>
                </a:lnTo>
                <a:lnTo>
                  <a:pt x="11022" y="16266"/>
                </a:lnTo>
                <a:lnTo>
                  <a:pt x="10923" y="16107"/>
                </a:lnTo>
                <a:lnTo>
                  <a:pt x="10775" y="16002"/>
                </a:lnTo>
                <a:lnTo>
                  <a:pt x="9890" y="16002"/>
                </a:lnTo>
                <a:lnTo>
                  <a:pt x="9742" y="15949"/>
                </a:lnTo>
                <a:lnTo>
                  <a:pt x="9595" y="15896"/>
                </a:lnTo>
                <a:lnTo>
                  <a:pt x="9398" y="15686"/>
                </a:lnTo>
                <a:lnTo>
                  <a:pt x="9250" y="15369"/>
                </a:lnTo>
                <a:lnTo>
                  <a:pt x="9200" y="15052"/>
                </a:lnTo>
                <a:lnTo>
                  <a:pt x="9200" y="14892"/>
                </a:lnTo>
                <a:lnTo>
                  <a:pt x="9250" y="14734"/>
                </a:lnTo>
                <a:lnTo>
                  <a:pt x="9300" y="14576"/>
                </a:lnTo>
                <a:lnTo>
                  <a:pt x="9398" y="14471"/>
                </a:lnTo>
                <a:lnTo>
                  <a:pt x="9693" y="14365"/>
                </a:lnTo>
                <a:lnTo>
                  <a:pt x="9988" y="14259"/>
                </a:lnTo>
                <a:lnTo>
                  <a:pt x="11170" y="13995"/>
                </a:lnTo>
                <a:lnTo>
                  <a:pt x="11267" y="14049"/>
                </a:lnTo>
                <a:lnTo>
                  <a:pt x="11465" y="14049"/>
                </a:lnTo>
                <a:lnTo>
                  <a:pt x="11858" y="13890"/>
                </a:lnTo>
                <a:lnTo>
                  <a:pt x="12252" y="13784"/>
                </a:lnTo>
                <a:close/>
                <a:moveTo>
                  <a:pt x="1378" y="10615"/>
                </a:moveTo>
                <a:lnTo>
                  <a:pt x="1378" y="11355"/>
                </a:lnTo>
                <a:lnTo>
                  <a:pt x="1476" y="12147"/>
                </a:lnTo>
                <a:lnTo>
                  <a:pt x="1525" y="12200"/>
                </a:lnTo>
                <a:lnTo>
                  <a:pt x="1623" y="12252"/>
                </a:lnTo>
                <a:lnTo>
                  <a:pt x="1722" y="12252"/>
                </a:lnTo>
                <a:lnTo>
                  <a:pt x="1820" y="12200"/>
                </a:lnTo>
                <a:lnTo>
                  <a:pt x="2510" y="11618"/>
                </a:lnTo>
                <a:lnTo>
                  <a:pt x="2608" y="12887"/>
                </a:lnTo>
                <a:lnTo>
                  <a:pt x="2657" y="13837"/>
                </a:lnTo>
                <a:lnTo>
                  <a:pt x="2657" y="14259"/>
                </a:lnTo>
                <a:lnTo>
                  <a:pt x="2510" y="14417"/>
                </a:lnTo>
                <a:lnTo>
                  <a:pt x="2362" y="14524"/>
                </a:lnTo>
                <a:lnTo>
                  <a:pt x="2165" y="14787"/>
                </a:lnTo>
                <a:lnTo>
                  <a:pt x="2017" y="15052"/>
                </a:lnTo>
                <a:lnTo>
                  <a:pt x="1968" y="15316"/>
                </a:lnTo>
                <a:lnTo>
                  <a:pt x="1968" y="15632"/>
                </a:lnTo>
                <a:lnTo>
                  <a:pt x="2017" y="15949"/>
                </a:lnTo>
                <a:lnTo>
                  <a:pt x="2115" y="16266"/>
                </a:lnTo>
                <a:lnTo>
                  <a:pt x="2263" y="16848"/>
                </a:lnTo>
                <a:lnTo>
                  <a:pt x="2903" y="18538"/>
                </a:lnTo>
                <a:lnTo>
                  <a:pt x="2460" y="18009"/>
                </a:lnTo>
                <a:lnTo>
                  <a:pt x="2017" y="17481"/>
                </a:lnTo>
                <a:lnTo>
                  <a:pt x="1623" y="16794"/>
                </a:lnTo>
                <a:lnTo>
                  <a:pt x="1230" y="16107"/>
                </a:lnTo>
                <a:lnTo>
                  <a:pt x="985" y="15369"/>
                </a:lnTo>
                <a:lnTo>
                  <a:pt x="787" y="14629"/>
                </a:lnTo>
                <a:lnTo>
                  <a:pt x="738" y="14154"/>
                </a:lnTo>
                <a:lnTo>
                  <a:pt x="688" y="13679"/>
                </a:lnTo>
                <a:lnTo>
                  <a:pt x="738" y="13204"/>
                </a:lnTo>
                <a:lnTo>
                  <a:pt x="787" y="12728"/>
                </a:lnTo>
                <a:lnTo>
                  <a:pt x="1033" y="11777"/>
                </a:lnTo>
                <a:lnTo>
                  <a:pt x="1280" y="10880"/>
                </a:lnTo>
                <a:lnTo>
                  <a:pt x="1378" y="10615"/>
                </a:lnTo>
                <a:close/>
                <a:moveTo>
                  <a:pt x="12892" y="17956"/>
                </a:moveTo>
                <a:lnTo>
                  <a:pt x="13335" y="18168"/>
                </a:lnTo>
                <a:lnTo>
                  <a:pt x="14318" y="18590"/>
                </a:lnTo>
                <a:lnTo>
                  <a:pt x="14613" y="18696"/>
                </a:lnTo>
                <a:lnTo>
                  <a:pt x="14122" y="19171"/>
                </a:lnTo>
                <a:lnTo>
                  <a:pt x="13630" y="19593"/>
                </a:lnTo>
                <a:lnTo>
                  <a:pt x="12990" y="19118"/>
                </a:lnTo>
                <a:lnTo>
                  <a:pt x="12300" y="18696"/>
                </a:lnTo>
                <a:lnTo>
                  <a:pt x="12595" y="18326"/>
                </a:lnTo>
                <a:lnTo>
                  <a:pt x="12892" y="17956"/>
                </a:lnTo>
                <a:close/>
                <a:moveTo>
                  <a:pt x="3445" y="7499"/>
                </a:moveTo>
                <a:lnTo>
                  <a:pt x="3887" y="7658"/>
                </a:lnTo>
                <a:lnTo>
                  <a:pt x="4380" y="7711"/>
                </a:lnTo>
                <a:lnTo>
                  <a:pt x="5363" y="7711"/>
                </a:lnTo>
                <a:lnTo>
                  <a:pt x="6347" y="7816"/>
                </a:lnTo>
                <a:lnTo>
                  <a:pt x="7332" y="7975"/>
                </a:lnTo>
                <a:lnTo>
                  <a:pt x="7135" y="8133"/>
                </a:lnTo>
                <a:lnTo>
                  <a:pt x="6938" y="8239"/>
                </a:lnTo>
                <a:lnTo>
                  <a:pt x="6545" y="8398"/>
                </a:lnTo>
                <a:lnTo>
                  <a:pt x="6298" y="8556"/>
                </a:lnTo>
                <a:lnTo>
                  <a:pt x="6052" y="8715"/>
                </a:lnTo>
                <a:lnTo>
                  <a:pt x="5855" y="8978"/>
                </a:lnTo>
                <a:lnTo>
                  <a:pt x="5757" y="9243"/>
                </a:lnTo>
                <a:lnTo>
                  <a:pt x="5708" y="9348"/>
                </a:lnTo>
                <a:lnTo>
                  <a:pt x="5757" y="9506"/>
                </a:lnTo>
                <a:lnTo>
                  <a:pt x="5805" y="9612"/>
                </a:lnTo>
                <a:lnTo>
                  <a:pt x="5855" y="9718"/>
                </a:lnTo>
                <a:lnTo>
                  <a:pt x="5953" y="9823"/>
                </a:lnTo>
                <a:lnTo>
                  <a:pt x="6101" y="9823"/>
                </a:lnTo>
                <a:lnTo>
                  <a:pt x="6249" y="9876"/>
                </a:lnTo>
                <a:lnTo>
                  <a:pt x="6298" y="9982"/>
                </a:lnTo>
                <a:lnTo>
                  <a:pt x="6347" y="10246"/>
                </a:lnTo>
                <a:lnTo>
                  <a:pt x="6397" y="10510"/>
                </a:lnTo>
                <a:lnTo>
                  <a:pt x="6397" y="11038"/>
                </a:lnTo>
                <a:lnTo>
                  <a:pt x="6445" y="11248"/>
                </a:lnTo>
                <a:lnTo>
                  <a:pt x="6150" y="10827"/>
                </a:lnTo>
                <a:lnTo>
                  <a:pt x="5855" y="10457"/>
                </a:lnTo>
                <a:lnTo>
                  <a:pt x="5708" y="10352"/>
                </a:lnTo>
                <a:lnTo>
                  <a:pt x="5560" y="10298"/>
                </a:lnTo>
                <a:lnTo>
                  <a:pt x="5363" y="10246"/>
                </a:lnTo>
                <a:lnTo>
                  <a:pt x="5215" y="10298"/>
                </a:lnTo>
                <a:lnTo>
                  <a:pt x="4870" y="10405"/>
                </a:lnTo>
                <a:lnTo>
                  <a:pt x="4575" y="10615"/>
                </a:lnTo>
                <a:lnTo>
                  <a:pt x="4280" y="10932"/>
                </a:lnTo>
                <a:lnTo>
                  <a:pt x="3985" y="11248"/>
                </a:lnTo>
                <a:lnTo>
                  <a:pt x="3788" y="11618"/>
                </a:lnTo>
                <a:lnTo>
                  <a:pt x="3640" y="12042"/>
                </a:lnTo>
                <a:lnTo>
                  <a:pt x="3543" y="12464"/>
                </a:lnTo>
                <a:lnTo>
                  <a:pt x="3493" y="12887"/>
                </a:lnTo>
                <a:lnTo>
                  <a:pt x="3493" y="13309"/>
                </a:lnTo>
                <a:lnTo>
                  <a:pt x="3592" y="13731"/>
                </a:lnTo>
                <a:lnTo>
                  <a:pt x="3592" y="13837"/>
                </a:lnTo>
                <a:lnTo>
                  <a:pt x="3690" y="13890"/>
                </a:lnTo>
                <a:lnTo>
                  <a:pt x="3740" y="13942"/>
                </a:lnTo>
                <a:lnTo>
                  <a:pt x="4232" y="13942"/>
                </a:lnTo>
                <a:lnTo>
                  <a:pt x="4625" y="14049"/>
                </a:lnTo>
                <a:lnTo>
                  <a:pt x="4970" y="14207"/>
                </a:lnTo>
                <a:lnTo>
                  <a:pt x="5314" y="14417"/>
                </a:lnTo>
                <a:lnTo>
                  <a:pt x="5610" y="14682"/>
                </a:lnTo>
                <a:lnTo>
                  <a:pt x="5905" y="14999"/>
                </a:lnTo>
                <a:lnTo>
                  <a:pt x="6397" y="15632"/>
                </a:lnTo>
                <a:lnTo>
                  <a:pt x="5905" y="16054"/>
                </a:lnTo>
                <a:lnTo>
                  <a:pt x="5510" y="16478"/>
                </a:lnTo>
                <a:lnTo>
                  <a:pt x="5117" y="16953"/>
                </a:lnTo>
                <a:lnTo>
                  <a:pt x="4822" y="17481"/>
                </a:lnTo>
                <a:lnTo>
                  <a:pt x="4575" y="18061"/>
                </a:lnTo>
                <a:lnTo>
                  <a:pt x="4380" y="18696"/>
                </a:lnTo>
                <a:lnTo>
                  <a:pt x="4280" y="19330"/>
                </a:lnTo>
                <a:lnTo>
                  <a:pt x="4232" y="19963"/>
                </a:lnTo>
                <a:lnTo>
                  <a:pt x="4133" y="19910"/>
                </a:lnTo>
                <a:lnTo>
                  <a:pt x="3985" y="19751"/>
                </a:lnTo>
                <a:lnTo>
                  <a:pt x="3887" y="19540"/>
                </a:lnTo>
                <a:lnTo>
                  <a:pt x="3297" y="18114"/>
                </a:lnTo>
                <a:lnTo>
                  <a:pt x="2805" y="16848"/>
                </a:lnTo>
                <a:lnTo>
                  <a:pt x="2608" y="16214"/>
                </a:lnTo>
                <a:lnTo>
                  <a:pt x="2510" y="15579"/>
                </a:lnTo>
                <a:lnTo>
                  <a:pt x="2510" y="15316"/>
                </a:lnTo>
                <a:lnTo>
                  <a:pt x="2608" y="15104"/>
                </a:lnTo>
                <a:lnTo>
                  <a:pt x="2755" y="14946"/>
                </a:lnTo>
                <a:lnTo>
                  <a:pt x="2952" y="14787"/>
                </a:lnTo>
                <a:lnTo>
                  <a:pt x="3100" y="14629"/>
                </a:lnTo>
                <a:lnTo>
                  <a:pt x="3198" y="14471"/>
                </a:lnTo>
                <a:lnTo>
                  <a:pt x="3198" y="13995"/>
                </a:lnTo>
                <a:lnTo>
                  <a:pt x="3100" y="12569"/>
                </a:lnTo>
                <a:lnTo>
                  <a:pt x="2903" y="11143"/>
                </a:lnTo>
                <a:lnTo>
                  <a:pt x="2903" y="11038"/>
                </a:lnTo>
                <a:lnTo>
                  <a:pt x="2805" y="10932"/>
                </a:lnTo>
                <a:lnTo>
                  <a:pt x="2608" y="10932"/>
                </a:lnTo>
                <a:lnTo>
                  <a:pt x="1820" y="11618"/>
                </a:lnTo>
                <a:lnTo>
                  <a:pt x="1771" y="11038"/>
                </a:lnTo>
                <a:lnTo>
                  <a:pt x="1820" y="10457"/>
                </a:lnTo>
                <a:lnTo>
                  <a:pt x="1870" y="9876"/>
                </a:lnTo>
                <a:lnTo>
                  <a:pt x="2017" y="9295"/>
                </a:lnTo>
                <a:lnTo>
                  <a:pt x="2017" y="9190"/>
                </a:lnTo>
                <a:lnTo>
                  <a:pt x="1968" y="9085"/>
                </a:lnTo>
                <a:lnTo>
                  <a:pt x="2313" y="8345"/>
                </a:lnTo>
                <a:lnTo>
                  <a:pt x="2657" y="7658"/>
                </a:lnTo>
                <a:lnTo>
                  <a:pt x="3002" y="7711"/>
                </a:lnTo>
                <a:lnTo>
                  <a:pt x="3345" y="7763"/>
                </a:lnTo>
                <a:lnTo>
                  <a:pt x="3445" y="7711"/>
                </a:lnTo>
                <a:lnTo>
                  <a:pt x="3493" y="7658"/>
                </a:lnTo>
                <a:lnTo>
                  <a:pt x="3493" y="7605"/>
                </a:lnTo>
                <a:lnTo>
                  <a:pt x="3445" y="7499"/>
                </a:lnTo>
                <a:close/>
                <a:moveTo>
                  <a:pt x="11809" y="20068"/>
                </a:moveTo>
                <a:lnTo>
                  <a:pt x="12202" y="20121"/>
                </a:lnTo>
                <a:lnTo>
                  <a:pt x="12595" y="20227"/>
                </a:lnTo>
                <a:lnTo>
                  <a:pt x="12350" y="20280"/>
                </a:lnTo>
                <a:lnTo>
                  <a:pt x="12300" y="20227"/>
                </a:lnTo>
                <a:lnTo>
                  <a:pt x="12153" y="20227"/>
                </a:lnTo>
                <a:lnTo>
                  <a:pt x="12055" y="20121"/>
                </a:lnTo>
                <a:lnTo>
                  <a:pt x="11809" y="20068"/>
                </a:lnTo>
                <a:close/>
                <a:moveTo>
                  <a:pt x="7799" y="20412"/>
                </a:moveTo>
                <a:lnTo>
                  <a:pt x="7775" y="20438"/>
                </a:lnTo>
                <a:lnTo>
                  <a:pt x="7725" y="20438"/>
                </a:lnTo>
                <a:lnTo>
                  <a:pt x="7799" y="20412"/>
                </a:lnTo>
                <a:close/>
                <a:moveTo>
                  <a:pt x="9595" y="4226"/>
                </a:moveTo>
                <a:lnTo>
                  <a:pt x="10185" y="4331"/>
                </a:lnTo>
                <a:lnTo>
                  <a:pt x="10775" y="4437"/>
                </a:lnTo>
                <a:lnTo>
                  <a:pt x="11317" y="4542"/>
                </a:lnTo>
                <a:lnTo>
                  <a:pt x="11267" y="4596"/>
                </a:lnTo>
                <a:lnTo>
                  <a:pt x="11267" y="4701"/>
                </a:lnTo>
                <a:lnTo>
                  <a:pt x="11317" y="4701"/>
                </a:lnTo>
                <a:lnTo>
                  <a:pt x="11563" y="4647"/>
                </a:lnTo>
                <a:lnTo>
                  <a:pt x="11760" y="4701"/>
                </a:lnTo>
                <a:lnTo>
                  <a:pt x="11809" y="4701"/>
                </a:lnTo>
                <a:lnTo>
                  <a:pt x="11760" y="4806"/>
                </a:lnTo>
                <a:lnTo>
                  <a:pt x="11760" y="4964"/>
                </a:lnTo>
                <a:lnTo>
                  <a:pt x="11809" y="5017"/>
                </a:lnTo>
                <a:lnTo>
                  <a:pt x="11858" y="5017"/>
                </a:lnTo>
                <a:lnTo>
                  <a:pt x="11957" y="5071"/>
                </a:lnTo>
                <a:lnTo>
                  <a:pt x="12055" y="5122"/>
                </a:lnTo>
                <a:lnTo>
                  <a:pt x="12202" y="5281"/>
                </a:lnTo>
                <a:lnTo>
                  <a:pt x="12350" y="5493"/>
                </a:lnTo>
                <a:lnTo>
                  <a:pt x="12400" y="5546"/>
                </a:lnTo>
                <a:lnTo>
                  <a:pt x="12448" y="5599"/>
                </a:lnTo>
                <a:lnTo>
                  <a:pt x="12497" y="5546"/>
                </a:lnTo>
                <a:lnTo>
                  <a:pt x="12595" y="5387"/>
                </a:lnTo>
                <a:lnTo>
                  <a:pt x="12695" y="5229"/>
                </a:lnTo>
                <a:lnTo>
                  <a:pt x="12793" y="5122"/>
                </a:lnTo>
                <a:lnTo>
                  <a:pt x="13088" y="5229"/>
                </a:lnTo>
                <a:lnTo>
                  <a:pt x="12892" y="5493"/>
                </a:lnTo>
                <a:lnTo>
                  <a:pt x="12743" y="5757"/>
                </a:lnTo>
                <a:lnTo>
                  <a:pt x="12695" y="5863"/>
                </a:lnTo>
                <a:lnTo>
                  <a:pt x="12695" y="6021"/>
                </a:lnTo>
                <a:lnTo>
                  <a:pt x="12842" y="6021"/>
                </a:lnTo>
                <a:lnTo>
                  <a:pt x="12940" y="5968"/>
                </a:lnTo>
                <a:lnTo>
                  <a:pt x="13137" y="5809"/>
                </a:lnTo>
                <a:lnTo>
                  <a:pt x="13482" y="5493"/>
                </a:lnTo>
                <a:lnTo>
                  <a:pt x="13825" y="5704"/>
                </a:lnTo>
                <a:lnTo>
                  <a:pt x="13728" y="5809"/>
                </a:lnTo>
                <a:lnTo>
                  <a:pt x="13383" y="6284"/>
                </a:lnTo>
                <a:lnTo>
                  <a:pt x="13235" y="6496"/>
                </a:lnTo>
                <a:lnTo>
                  <a:pt x="13137" y="6761"/>
                </a:lnTo>
                <a:lnTo>
                  <a:pt x="13137" y="6813"/>
                </a:lnTo>
                <a:lnTo>
                  <a:pt x="13187" y="6813"/>
                </a:lnTo>
                <a:lnTo>
                  <a:pt x="13432" y="6708"/>
                </a:lnTo>
                <a:lnTo>
                  <a:pt x="13678" y="6549"/>
                </a:lnTo>
                <a:lnTo>
                  <a:pt x="14072" y="6233"/>
                </a:lnTo>
                <a:lnTo>
                  <a:pt x="14269" y="6021"/>
                </a:lnTo>
                <a:lnTo>
                  <a:pt x="14515" y="6179"/>
                </a:lnTo>
                <a:lnTo>
                  <a:pt x="14170" y="6549"/>
                </a:lnTo>
                <a:lnTo>
                  <a:pt x="13777" y="7024"/>
                </a:lnTo>
                <a:lnTo>
                  <a:pt x="13482" y="7499"/>
                </a:lnTo>
                <a:lnTo>
                  <a:pt x="13335" y="7553"/>
                </a:lnTo>
                <a:lnTo>
                  <a:pt x="12940" y="7763"/>
                </a:lnTo>
                <a:lnTo>
                  <a:pt x="12595" y="7975"/>
                </a:lnTo>
                <a:lnTo>
                  <a:pt x="12448" y="7975"/>
                </a:lnTo>
                <a:lnTo>
                  <a:pt x="12252" y="8028"/>
                </a:lnTo>
                <a:lnTo>
                  <a:pt x="11809" y="8291"/>
                </a:lnTo>
                <a:lnTo>
                  <a:pt x="11465" y="8608"/>
                </a:lnTo>
                <a:lnTo>
                  <a:pt x="11218" y="8766"/>
                </a:lnTo>
                <a:lnTo>
                  <a:pt x="10825" y="9136"/>
                </a:lnTo>
                <a:lnTo>
                  <a:pt x="10628" y="9453"/>
                </a:lnTo>
                <a:lnTo>
                  <a:pt x="10382" y="9718"/>
                </a:lnTo>
                <a:lnTo>
                  <a:pt x="10235" y="10035"/>
                </a:lnTo>
                <a:lnTo>
                  <a:pt x="10185" y="10298"/>
                </a:lnTo>
                <a:lnTo>
                  <a:pt x="10235" y="10405"/>
                </a:lnTo>
                <a:lnTo>
                  <a:pt x="10283" y="10510"/>
                </a:lnTo>
                <a:lnTo>
                  <a:pt x="10382" y="10615"/>
                </a:lnTo>
                <a:lnTo>
                  <a:pt x="10530" y="10668"/>
                </a:lnTo>
                <a:lnTo>
                  <a:pt x="10727" y="10668"/>
                </a:lnTo>
                <a:lnTo>
                  <a:pt x="10923" y="10563"/>
                </a:lnTo>
                <a:lnTo>
                  <a:pt x="11267" y="10352"/>
                </a:lnTo>
                <a:lnTo>
                  <a:pt x="11465" y="10298"/>
                </a:lnTo>
                <a:lnTo>
                  <a:pt x="11710" y="10405"/>
                </a:lnTo>
                <a:lnTo>
                  <a:pt x="11809" y="10457"/>
                </a:lnTo>
                <a:lnTo>
                  <a:pt x="11907" y="10563"/>
                </a:lnTo>
                <a:lnTo>
                  <a:pt x="11957" y="10668"/>
                </a:lnTo>
                <a:lnTo>
                  <a:pt x="11957" y="10773"/>
                </a:lnTo>
                <a:lnTo>
                  <a:pt x="11858" y="10932"/>
                </a:lnTo>
                <a:lnTo>
                  <a:pt x="11710" y="11143"/>
                </a:lnTo>
                <a:lnTo>
                  <a:pt x="11513" y="11302"/>
                </a:lnTo>
                <a:lnTo>
                  <a:pt x="11267" y="11460"/>
                </a:lnTo>
                <a:lnTo>
                  <a:pt x="10923" y="11618"/>
                </a:lnTo>
                <a:lnTo>
                  <a:pt x="10677" y="11725"/>
                </a:lnTo>
                <a:lnTo>
                  <a:pt x="10382" y="11883"/>
                </a:lnTo>
                <a:lnTo>
                  <a:pt x="10135" y="12094"/>
                </a:lnTo>
                <a:lnTo>
                  <a:pt x="10087" y="12200"/>
                </a:lnTo>
                <a:lnTo>
                  <a:pt x="10037" y="12358"/>
                </a:lnTo>
                <a:lnTo>
                  <a:pt x="9988" y="12622"/>
                </a:lnTo>
                <a:lnTo>
                  <a:pt x="10087" y="12834"/>
                </a:lnTo>
                <a:lnTo>
                  <a:pt x="10235" y="13045"/>
                </a:lnTo>
                <a:lnTo>
                  <a:pt x="10430" y="13150"/>
                </a:lnTo>
                <a:lnTo>
                  <a:pt x="10578" y="13204"/>
                </a:lnTo>
                <a:lnTo>
                  <a:pt x="10775" y="13255"/>
                </a:lnTo>
                <a:lnTo>
                  <a:pt x="11070" y="13150"/>
                </a:lnTo>
                <a:lnTo>
                  <a:pt x="11660" y="12887"/>
                </a:lnTo>
                <a:lnTo>
                  <a:pt x="12350" y="12887"/>
                </a:lnTo>
                <a:lnTo>
                  <a:pt x="12595" y="12780"/>
                </a:lnTo>
                <a:lnTo>
                  <a:pt x="12842" y="12622"/>
                </a:lnTo>
                <a:lnTo>
                  <a:pt x="12990" y="12464"/>
                </a:lnTo>
                <a:lnTo>
                  <a:pt x="13137" y="12305"/>
                </a:lnTo>
                <a:lnTo>
                  <a:pt x="13285" y="12305"/>
                </a:lnTo>
                <a:lnTo>
                  <a:pt x="13482" y="12358"/>
                </a:lnTo>
                <a:lnTo>
                  <a:pt x="13530" y="12410"/>
                </a:lnTo>
                <a:lnTo>
                  <a:pt x="13580" y="12410"/>
                </a:lnTo>
                <a:lnTo>
                  <a:pt x="13678" y="12464"/>
                </a:lnTo>
                <a:lnTo>
                  <a:pt x="13925" y="12675"/>
                </a:lnTo>
                <a:lnTo>
                  <a:pt x="14170" y="12939"/>
                </a:lnTo>
                <a:lnTo>
                  <a:pt x="14908" y="13890"/>
                </a:lnTo>
                <a:lnTo>
                  <a:pt x="13925" y="13520"/>
                </a:lnTo>
                <a:lnTo>
                  <a:pt x="13432" y="13362"/>
                </a:lnTo>
                <a:lnTo>
                  <a:pt x="12940" y="13204"/>
                </a:lnTo>
                <a:lnTo>
                  <a:pt x="12892" y="13255"/>
                </a:lnTo>
                <a:lnTo>
                  <a:pt x="12448" y="13204"/>
                </a:lnTo>
                <a:lnTo>
                  <a:pt x="12005" y="13255"/>
                </a:lnTo>
                <a:lnTo>
                  <a:pt x="11563" y="13362"/>
                </a:lnTo>
                <a:lnTo>
                  <a:pt x="11170" y="13520"/>
                </a:lnTo>
                <a:lnTo>
                  <a:pt x="11120" y="13572"/>
                </a:lnTo>
                <a:lnTo>
                  <a:pt x="10923" y="13572"/>
                </a:lnTo>
                <a:lnTo>
                  <a:pt x="10235" y="13731"/>
                </a:lnTo>
                <a:lnTo>
                  <a:pt x="9545" y="13890"/>
                </a:lnTo>
                <a:lnTo>
                  <a:pt x="9300" y="13942"/>
                </a:lnTo>
                <a:lnTo>
                  <a:pt x="9103" y="14101"/>
                </a:lnTo>
                <a:lnTo>
                  <a:pt x="8955" y="14259"/>
                </a:lnTo>
                <a:lnTo>
                  <a:pt x="8807" y="14524"/>
                </a:lnTo>
                <a:lnTo>
                  <a:pt x="8709" y="14787"/>
                </a:lnTo>
                <a:lnTo>
                  <a:pt x="8709" y="15262"/>
                </a:lnTo>
                <a:lnTo>
                  <a:pt x="8758" y="15527"/>
                </a:lnTo>
                <a:lnTo>
                  <a:pt x="8857" y="15791"/>
                </a:lnTo>
                <a:lnTo>
                  <a:pt x="9005" y="16002"/>
                </a:lnTo>
                <a:lnTo>
                  <a:pt x="9152" y="16161"/>
                </a:lnTo>
                <a:lnTo>
                  <a:pt x="9348" y="16319"/>
                </a:lnTo>
                <a:lnTo>
                  <a:pt x="9545" y="16424"/>
                </a:lnTo>
                <a:lnTo>
                  <a:pt x="9792" y="16478"/>
                </a:lnTo>
                <a:lnTo>
                  <a:pt x="10037" y="16531"/>
                </a:lnTo>
                <a:lnTo>
                  <a:pt x="10430" y="16531"/>
                </a:lnTo>
                <a:lnTo>
                  <a:pt x="10530" y="16636"/>
                </a:lnTo>
                <a:lnTo>
                  <a:pt x="10628" y="16794"/>
                </a:lnTo>
                <a:lnTo>
                  <a:pt x="10677" y="17006"/>
                </a:lnTo>
                <a:lnTo>
                  <a:pt x="10775" y="17428"/>
                </a:lnTo>
                <a:lnTo>
                  <a:pt x="10825" y="17798"/>
                </a:lnTo>
                <a:lnTo>
                  <a:pt x="10874" y="18009"/>
                </a:lnTo>
                <a:lnTo>
                  <a:pt x="10530" y="17903"/>
                </a:lnTo>
                <a:lnTo>
                  <a:pt x="10235" y="17851"/>
                </a:lnTo>
                <a:lnTo>
                  <a:pt x="10135" y="17798"/>
                </a:lnTo>
                <a:lnTo>
                  <a:pt x="10087" y="17586"/>
                </a:lnTo>
                <a:lnTo>
                  <a:pt x="10087" y="17534"/>
                </a:lnTo>
                <a:lnTo>
                  <a:pt x="9988" y="17534"/>
                </a:lnTo>
                <a:lnTo>
                  <a:pt x="9988" y="17586"/>
                </a:lnTo>
                <a:lnTo>
                  <a:pt x="9940" y="17956"/>
                </a:lnTo>
                <a:lnTo>
                  <a:pt x="9940" y="18009"/>
                </a:lnTo>
                <a:lnTo>
                  <a:pt x="9988" y="18061"/>
                </a:lnTo>
                <a:lnTo>
                  <a:pt x="10530" y="18326"/>
                </a:lnTo>
                <a:lnTo>
                  <a:pt x="11070" y="18643"/>
                </a:lnTo>
                <a:lnTo>
                  <a:pt x="11317" y="19171"/>
                </a:lnTo>
                <a:lnTo>
                  <a:pt x="11365" y="19276"/>
                </a:lnTo>
                <a:lnTo>
                  <a:pt x="11465" y="19330"/>
                </a:lnTo>
                <a:lnTo>
                  <a:pt x="11563" y="19330"/>
                </a:lnTo>
                <a:lnTo>
                  <a:pt x="11660" y="19276"/>
                </a:lnTo>
                <a:lnTo>
                  <a:pt x="11858" y="19118"/>
                </a:lnTo>
                <a:lnTo>
                  <a:pt x="12645" y="19593"/>
                </a:lnTo>
                <a:lnTo>
                  <a:pt x="12448" y="19593"/>
                </a:lnTo>
                <a:lnTo>
                  <a:pt x="11465" y="19488"/>
                </a:lnTo>
                <a:lnTo>
                  <a:pt x="10530" y="19488"/>
                </a:lnTo>
                <a:lnTo>
                  <a:pt x="9890" y="19013"/>
                </a:lnTo>
                <a:lnTo>
                  <a:pt x="9200" y="18590"/>
                </a:lnTo>
                <a:lnTo>
                  <a:pt x="9152" y="18538"/>
                </a:lnTo>
                <a:lnTo>
                  <a:pt x="9053" y="18590"/>
                </a:lnTo>
                <a:lnTo>
                  <a:pt x="9053" y="18748"/>
                </a:lnTo>
                <a:lnTo>
                  <a:pt x="9348" y="19171"/>
                </a:lnTo>
                <a:lnTo>
                  <a:pt x="9693" y="19540"/>
                </a:lnTo>
                <a:lnTo>
                  <a:pt x="9250" y="19593"/>
                </a:lnTo>
                <a:lnTo>
                  <a:pt x="8807" y="19646"/>
                </a:lnTo>
                <a:lnTo>
                  <a:pt x="8463" y="19330"/>
                </a:lnTo>
                <a:lnTo>
                  <a:pt x="8168" y="18960"/>
                </a:lnTo>
                <a:lnTo>
                  <a:pt x="8070" y="18960"/>
                </a:lnTo>
                <a:lnTo>
                  <a:pt x="7970" y="19065"/>
                </a:lnTo>
                <a:lnTo>
                  <a:pt x="7922" y="19276"/>
                </a:lnTo>
                <a:lnTo>
                  <a:pt x="7970" y="19435"/>
                </a:lnTo>
                <a:lnTo>
                  <a:pt x="8020" y="19646"/>
                </a:lnTo>
                <a:lnTo>
                  <a:pt x="8168" y="19805"/>
                </a:lnTo>
                <a:lnTo>
                  <a:pt x="7725" y="19910"/>
                </a:lnTo>
                <a:lnTo>
                  <a:pt x="7282" y="20068"/>
                </a:lnTo>
                <a:lnTo>
                  <a:pt x="7233" y="20016"/>
                </a:lnTo>
                <a:lnTo>
                  <a:pt x="6938" y="19698"/>
                </a:lnTo>
                <a:lnTo>
                  <a:pt x="6740" y="19593"/>
                </a:lnTo>
                <a:lnTo>
                  <a:pt x="6593" y="19540"/>
                </a:lnTo>
                <a:lnTo>
                  <a:pt x="6545" y="19540"/>
                </a:lnTo>
                <a:lnTo>
                  <a:pt x="6545" y="19698"/>
                </a:lnTo>
                <a:lnTo>
                  <a:pt x="6593" y="19858"/>
                </a:lnTo>
                <a:lnTo>
                  <a:pt x="6692" y="20068"/>
                </a:lnTo>
                <a:lnTo>
                  <a:pt x="6840" y="20280"/>
                </a:lnTo>
                <a:lnTo>
                  <a:pt x="6888" y="20280"/>
                </a:lnTo>
                <a:lnTo>
                  <a:pt x="6495" y="20597"/>
                </a:lnTo>
                <a:lnTo>
                  <a:pt x="6200" y="20543"/>
                </a:lnTo>
                <a:lnTo>
                  <a:pt x="5510" y="20438"/>
                </a:lnTo>
                <a:lnTo>
                  <a:pt x="5167" y="20385"/>
                </a:lnTo>
                <a:lnTo>
                  <a:pt x="4822" y="20280"/>
                </a:lnTo>
                <a:lnTo>
                  <a:pt x="4920" y="20175"/>
                </a:lnTo>
                <a:lnTo>
                  <a:pt x="4970" y="20016"/>
                </a:lnTo>
                <a:lnTo>
                  <a:pt x="4970" y="19910"/>
                </a:lnTo>
                <a:lnTo>
                  <a:pt x="4920" y="19751"/>
                </a:lnTo>
                <a:lnTo>
                  <a:pt x="4870" y="19646"/>
                </a:lnTo>
                <a:lnTo>
                  <a:pt x="4773" y="19593"/>
                </a:lnTo>
                <a:lnTo>
                  <a:pt x="4870" y="19065"/>
                </a:lnTo>
                <a:lnTo>
                  <a:pt x="5018" y="18538"/>
                </a:lnTo>
                <a:lnTo>
                  <a:pt x="5215" y="18009"/>
                </a:lnTo>
                <a:lnTo>
                  <a:pt x="5462" y="17534"/>
                </a:lnTo>
                <a:lnTo>
                  <a:pt x="5757" y="17058"/>
                </a:lnTo>
                <a:lnTo>
                  <a:pt x="6101" y="16636"/>
                </a:lnTo>
                <a:lnTo>
                  <a:pt x="6495" y="16266"/>
                </a:lnTo>
                <a:lnTo>
                  <a:pt x="6938" y="16002"/>
                </a:lnTo>
                <a:lnTo>
                  <a:pt x="7035" y="15896"/>
                </a:lnTo>
                <a:lnTo>
                  <a:pt x="7085" y="15737"/>
                </a:lnTo>
                <a:lnTo>
                  <a:pt x="7085" y="15632"/>
                </a:lnTo>
                <a:lnTo>
                  <a:pt x="6987" y="15527"/>
                </a:lnTo>
                <a:lnTo>
                  <a:pt x="6397" y="14734"/>
                </a:lnTo>
                <a:lnTo>
                  <a:pt x="6101" y="14365"/>
                </a:lnTo>
                <a:lnTo>
                  <a:pt x="5757" y="14049"/>
                </a:lnTo>
                <a:lnTo>
                  <a:pt x="5363" y="13784"/>
                </a:lnTo>
                <a:lnTo>
                  <a:pt x="4970" y="13572"/>
                </a:lnTo>
                <a:lnTo>
                  <a:pt x="4527" y="13414"/>
                </a:lnTo>
                <a:lnTo>
                  <a:pt x="4084" y="13362"/>
                </a:lnTo>
                <a:lnTo>
                  <a:pt x="4084" y="12780"/>
                </a:lnTo>
                <a:lnTo>
                  <a:pt x="4182" y="12252"/>
                </a:lnTo>
                <a:lnTo>
                  <a:pt x="4380" y="11777"/>
                </a:lnTo>
                <a:lnTo>
                  <a:pt x="4675" y="11355"/>
                </a:lnTo>
                <a:lnTo>
                  <a:pt x="4870" y="11143"/>
                </a:lnTo>
                <a:lnTo>
                  <a:pt x="5117" y="10932"/>
                </a:lnTo>
                <a:lnTo>
                  <a:pt x="5215" y="10880"/>
                </a:lnTo>
                <a:lnTo>
                  <a:pt x="5314" y="10880"/>
                </a:lnTo>
                <a:lnTo>
                  <a:pt x="5412" y="10932"/>
                </a:lnTo>
                <a:lnTo>
                  <a:pt x="5510" y="10985"/>
                </a:lnTo>
                <a:lnTo>
                  <a:pt x="5658" y="11143"/>
                </a:lnTo>
                <a:lnTo>
                  <a:pt x="5805" y="11355"/>
                </a:lnTo>
                <a:lnTo>
                  <a:pt x="6593" y="12464"/>
                </a:lnTo>
                <a:lnTo>
                  <a:pt x="6740" y="12569"/>
                </a:lnTo>
                <a:lnTo>
                  <a:pt x="6888" y="12622"/>
                </a:lnTo>
                <a:lnTo>
                  <a:pt x="6987" y="12569"/>
                </a:lnTo>
                <a:lnTo>
                  <a:pt x="7035" y="12517"/>
                </a:lnTo>
                <a:lnTo>
                  <a:pt x="7085" y="12410"/>
                </a:lnTo>
                <a:lnTo>
                  <a:pt x="7085" y="12305"/>
                </a:lnTo>
                <a:lnTo>
                  <a:pt x="6888" y="10087"/>
                </a:lnTo>
                <a:lnTo>
                  <a:pt x="6840" y="9823"/>
                </a:lnTo>
                <a:lnTo>
                  <a:pt x="6692" y="9560"/>
                </a:lnTo>
                <a:lnTo>
                  <a:pt x="6545" y="9348"/>
                </a:lnTo>
                <a:lnTo>
                  <a:pt x="6249" y="9295"/>
                </a:lnTo>
                <a:lnTo>
                  <a:pt x="6347" y="9243"/>
                </a:lnTo>
                <a:lnTo>
                  <a:pt x="6495" y="9136"/>
                </a:lnTo>
                <a:lnTo>
                  <a:pt x="6740" y="8925"/>
                </a:lnTo>
                <a:lnTo>
                  <a:pt x="7282" y="8661"/>
                </a:lnTo>
                <a:lnTo>
                  <a:pt x="7528" y="8556"/>
                </a:lnTo>
                <a:lnTo>
                  <a:pt x="7725" y="8345"/>
                </a:lnTo>
                <a:lnTo>
                  <a:pt x="7872" y="8133"/>
                </a:lnTo>
                <a:lnTo>
                  <a:pt x="8020" y="7869"/>
                </a:lnTo>
                <a:lnTo>
                  <a:pt x="8020" y="7763"/>
                </a:lnTo>
                <a:lnTo>
                  <a:pt x="7970" y="7658"/>
                </a:lnTo>
                <a:lnTo>
                  <a:pt x="7922" y="7553"/>
                </a:lnTo>
                <a:lnTo>
                  <a:pt x="7823" y="7499"/>
                </a:lnTo>
                <a:lnTo>
                  <a:pt x="6692" y="7341"/>
                </a:lnTo>
                <a:lnTo>
                  <a:pt x="5510" y="7183"/>
                </a:lnTo>
                <a:lnTo>
                  <a:pt x="5018" y="7183"/>
                </a:lnTo>
                <a:lnTo>
                  <a:pt x="4428" y="7129"/>
                </a:lnTo>
                <a:lnTo>
                  <a:pt x="3887" y="7183"/>
                </a:lnTo>
                <a:lnTo>
                  <a:pt x="3640" y="7236"/>
                </a:lnTo>
                <a:lnTo>
                  <a:pt x="3395" y="7341"/>
                </a:lnTo>
                <a:lnTo>
                  <a:pt x="3345" y="7394"/>
                </a:lnTo>
                <a:lnTo>
                  <a:pt x="3395" y="7499"/>
                </a:lnTo>
                <a:lnTo>
                  <a:pt x="2903" y="7288"/>
                </a:lnTo>
                <a:lnTo>
                  <a:pt x="3297" y="6813"/>
                </a:lnTo>
                <a:lnTo>
                  <a:pt x="3690" y="6338"/>
                </a:lnTo>
                <a:lnTo>
                  <a:pt x="4133" y="5968"/>
                </a:lnTo>
                <a:lnTo>
                  <a:pt x="4625" y="5599"/>
                </a:lnTo>
                <a:lnTo>
                  <a:pt x="5117" y="5281"/>
                </a:lnTo>
                <a:lnTo>
                  <a:pt x="5658" y="4964"/>
                </a:lnTo>
                <a:lnTo>
                  <a:pt x="6200" y="4754"/>
                </a:lnTo>
                <a:lnTo>
                  <a:pt x="6740" y="4542"/>
                </a:lnTo>
                <a:lnTo>
                  <a:pt x="7332" y="4384"/>
                </a:lnTo>
                <a:lnTo>
                  <a:pt x="7922" y="4279"/>
                </a:lnTo>
                <a:lnTo>
                  <a:pt x="8463" y="4226"/>
                </a:lnTo>
                <a:close/>
                <a:moveTo>
                  <a:pt x="7233" y="20650"/>
                </a:moveTo>
                <a:lnTo>
                  <a:pt x="7282" y="20702"/>
                </a:lnTo>
                <a:lnTo>
                  <a:pt x="7183" y="20702"/>
                </a:lnTo>
                <a:lnTo>
                  <a:pt x="7233" y="20650"/>
                </a:lnTo>
                <a:close/>
                <a:moveTo>
                  <a:pt x="10333" y="20016"/>
                </a:moveTo>
                <a:lnTo>
                  <a:pt x="10677" y="20227"/>
                </a:lnTo>
                <a:lnTo>
                  <a:pt x="11120" y="20438"/>
                </a:lnTo>
                <a:lnTo>
                  <a:pt x="11513" y="20597"/>
                </a:lnTo>
                <a:lnTo>
                  <a:pt x="10972" y="20702"/>
                </a:lnTo>
                <a:lnTo>
                  <a:pt x="10382" y="20755"/>
                </a:lnTo>
                <a:lnTo>
                  <a:pt x="10333" y="20597"/>
                </a:lnTo>
                <a:lnTo>
                  <a:pt x="10235" y="20491"/>
                </a:lnTo>
                <a:lnTo>
                  <a:pt x="9742" y="20333"/>
                </a:lnTo>
                <a:lnTo>
                  <a:pt x="9348" y="20068"/>
                </a:lnTo>
                <a:lnTo>
                  <a:pt x="10087" y="20016"/>
                </a:lnTo>
                <a:close/>
                <a:moveTo>
                  <a:pt x="8610" y="20175"/>
                </a:moveTo>
                <a:lnTo>
                  <a:pt x="8807" y="20333"/>
                </a:lnTo>
                <a:lnTo>
                  <a:pt x="9103" y="20597"/>
                </a:lnTo>
                <a:lnTo>
                  <a:pt x="9398" y="20808"/>
                </a:lnTo>
                <a:lnTo>
                  <a:pt x="8118" y="20755"/>
                </a:lnTo>
                <a:lnTo>
                  <a:pt x="8118" y="20543"/>
                </a:lnTo>
                <a:lnTo>
                  <a:pt x="8020" y="20438"/>
                </a:lnTo>
                <a:lnTo>
                  <a:pt x="7922" y="20385"/>
                </a:lnTo>
                <a:lnTo>
                  <a:pt x="7872" y="20385"/>
                </a:lnTo>
                <a:lnTo>
                  <a:pt x="8020" y="20333"/>
                </a:lnTo>
                <a:lnTo>
                  <a:pt x="8610" y="20175"/>
                </a:lnTo>
                <a:close/>
                <a:moveTo>
                  <a:pt x="9152" y="3434"/>
                </a:moveTo>
                <a:lnTo>
                  <a:pt x="9053" y="3486"/>
                </a:lnTo>
                <a:lnTo>
                  <a:pt x="8955" y="3592"/>
                </a:lnTo>
                <a:lnTo>
                  <a:pt x="8217" y="3644"/>
                </a:lnTo>
                <a:lnTo>
                  <a:pt x="7430" y="3750"/>
                </a:lnTo>
                <a:lnTo>
                  <a:pt x="6740" y="3909"/>
                </a:lnTo>
                <a:lnTo>
                  <a:pt x="6003" y="4119"/>
                </a:lnTo>
                <a:lnTo>
                  <a:pt x="5265" y="4437"/>
                </a:lnTo>
                <a:lnTo>
                  <a:pt x="4527" y="4859"/>
                </a:lnTo>
                <a:lnTo>
                  <a:pt x="3887" y="5334"/>
                </a:lnTo>
                <a:lnTo>
                  <a:pt x="3297" y="5916"/>
                </a:lnTo>
                <a:lnTo>
                  <a:pt x="2706" y="6496"/>
                </a:lnTo>
                <a:lnTo>
                  <a:pt x="2215" y="7183"/>
                </a:lnTo>
                <a:lnTo>
                  <a:pt x="1771" y="7869"/>
                </a:lnTo>
                <a:lnTo>
                  <a:pt x="1427" y="8661"/>
                </a:lnTo>
                <a:lnTo>
                  <a:pt x="985" y="9665"/>
                </a:lnTo>
                <a:lnTo>
                  <a:pt x="640" y="10722"/>
                </a:lnTo>
                <a:lnTo>
                  <a:pt x="295" y="11777"/>
                </a:lnTo>
                <a:lnTo>
                  <a:pt x="98" y="12834"/>
                </a:lnTo>
                <a:lnTo>
                  <a:pt x="50" y="13309"/>
                </a:lnTo>
                <a:lnTo>
                  <a:pt x="0" y="13837"/>
                </a:lnTo>
                <a:lnTo>
                  <a:pt x="50" y="14312"/>
                </a:lnTo>
                <a:lnTo>
                  <a:pt x="98" y="14787"/>
                </a:lnTo>
                <a:lnTo>
                  <a:pt x="197" y="15262"/>
                </a:lnTo>
                <a:lnTo>
                  <a:pt x="345" y="15737"/>
                </a:lnTo>
                <a:lnTo>
                  <a:pt x="492" y="16214"/>
                </a:lnTo>
                <a:lnTo>
                  <a:pt x="688" y="16636"/>
                </a:lnTo>
                <a:lnTo>
                  <a:pt x="1180" y="17481"/>
                </a:lnTo>
                <a:lnTo>
                  <a:pt x="1722" y="18273"/>
                </a:lnTo>
                <a:lnTo>
                  <a:pt x="2313" y="19013"/>
                </a:lnTo>
                <a:lnTo>
                  <a:pt x="2952" y="19751"/>
                </a:lnTo>
                <a:lnTo>
                  <a:pt x="3297" y="20121"/>
                </a:lnTo>
                <a:lnTo>
                  <a:pt x="3690" y="20491"/>
                </a:lnTo>
                <a:lnTo>
                  <a:pt x="3788" y="20650"/>
                </a:lnTo>
                <a:lnTo>
                  <a:pt x="3887" y="20755"/>
                </a:lnTo>
                <a:lnTo>
                  <a:pt x="4035" y="20808"/>
                </a:lnTo>
                <a:lnTo>
                  <a:pt x="4182" y="20808"/>
                </a:lnTo>
                <a:lnTo>
                  <a:pt x="4280" y="20913"/>
                </a:lnTo>
                <a:lnTo>
                  <a:pt x="4773" y="21072"/>
                </a:lnTo>
                <a:lnTo>
                  <a:pt x="5215" y="21230"/>
                </a:lnTo>
                <a:lnTo>
                  <a:pt x="6200" y="21337"/>
                </a:lnTo>
                <a:lnTo>
                  <a:pt x="8070" y="21547"/>
                </a:lnTo>
                <a:lnTo>
                  <a:pt x="9005" y="21600"/>
                </a:lnTo>
                <a:lnTo>
                  <a:pt x="9940" y="21600"/>
                </a:lnTo>
                <a:lnTo>
                  <a:pt x="10874" y="21495"/>
                </a:lnTo>
                <a:lnTo>
                  <a:pt x="11760" y="21283"/>
                </a:lnTo>
                <a:lnTo>
                  <a:pt x="12695" y="21020"/>
                </a:lnTo>
                <a:lnTo>
                  <a:pt x="13088" y="20808"/>
                </a:lnTo>
                <a:lnTo>
                  <a:pt x="13530" y="20597"/>
                </a:lnTo>
                <a:lnTo>
                  <a:pt x="13925" y="20385"/>
                </a:lnTo>
                <a:lnTo>
                  <a:pt x="14318" y="20121"/>
                </a:lnTo>
                <a:lnTo>
                  <a:pt x="14958" y="19488"/>
                </a:lnTo>
                <a:lnTo>
                  <a:pt x="15597" y="18801"/>
                </a:lnTo>
                <a:lnTo>
                  <a:pt x="16139" y="18009"/>
                </a:lnTo>
                <a:lnTo>
                  <a:pt x="16630" y="17216"/>
                </a:lnTo>
                <a:lnTo>
                  <a:pt x="17073" y="16372"/>
                </a:lnTo>
                <a:lnTo>
                  <a:pt x="17418" y="15474"/>
                </a:lnTo>
                <a:lnTo>
                  <a:pt x="17762" y="14629"/>
                </a:lnTo>
                <a:lnTo>
                  <a:pt x="18008" y="13625"/>
                </a:lnTo>
                <a:lnTo>
                  <a:pt x="18107" y="13097"/>
                </a:lnTo>
                <a:lnTo>
                  <a:pt x="18205" y="12569"/>
                </a:lnTo>
                <a:lnTo>
                  <a:pt x="18205" y="11038"/>
                </a:lnTo>
                <a:lnTo>
                  <a:pt x="18107" y="10510"/>
                </a:lnTo>
                <a:lnTo>
                  <a:pt x="18008" y="10035"/>
                </a:lnTo>
                <a:lnTo>
                  <a:pt x="17910" y="9560"/>
                </a:lnTo>
                <a:lnTo>
                  <a:pt x="17713" y="9136"/>
                </a:lnTo>
                <a:lnTo>
                  <a:pt x="17517" y="8715"/>
                </a:lnTo>
                <a:lnTo>
                  <a:pt x="17025" y="7869"/>
                </a:lnTo>
                <a:lnTo>
                  <a:pt x="16483" y="7078"/>
                </a:lnTo>
                <a:lnTo>
                  <a:pt x="15892" y="6443"/>
                </a:lnTo>
                <a:lnTo>
                  <a:pt x="15253" y="5809"/>
                </a:lnTo>
                <a:lnTo>
                  <a:pt x="14613" y="5281"/>
                </a:lnTo>
                <a:lnTo>
                  <a:pt x="13875" y="4806"/>
                </a:lnTo>
                <a:lnTo>
                  <a:pt x="13137" y="4384"/>
                </a:lnTo>
                <a:lnTo>
                  <a:pt x="12350" y="4014"/>
                </a:lnTo>
                <a:lnTo>
                  <a:pt x="11513" y="3750"/>
                </a:lnTo>
                <a:lnTo>
                  <a:pt x="10727" y="3539"/>
                </a:lnTo>
                <a:lnTo>
                  <a:pt x="9988" y="3434"/>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174" name="Google Shape;497;p10"/>
          <p:cNvSpPr/>
          <p:nvPr/>
        </p:nvSpPr>
        <p:spPr>
          <a:xfrm>
            <a:off x="-9" y="1013365"/>
            <a:ext cx="372491" cy="3849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464" y="2862"/>
                </a:moveTo>
                <a:lnTo>
                  <a:pt x="4887" y="3037"/>
                </a:lnTo>
                <a:lnTo>
                  <a:pt x="5370" y="3387"/>
                </a:lnTo>
                <a:lnTo>
                  <a:pt x="5611" y="3678"/>
                </a:lnTo>
                <a:lnTo>
                  <a:pt x="5732" y="3912"/>
                </a:lnTo>
                <a:lnTo>
                  <a:pt x="5551" y="3912"/>
                </a:lnTo>
                <a:lnTo>
                  <a:pt x="5430" y="3971"/>
                </a:lnTo>
                <a:lnTo>
                  <a:pt x="5370" y="4087"/>
                </a:lnTo>
                <a:lnTo>
                  <a:pt x="5310" y="4146"/>
                </a:lnTo>
                <a:lnTo>
                  <a:pt x="5189" y="4087"/>
                </a:lnTo>
                <a:lnTo>
                  <a:pt x="4948" y="3737"/>
                </a:lnTo>
                <a:lnTo>
                  <a:pt x="4647" y="3153"/>
                </a:lnTo>
                <a:lnTo>
                  <a:pt x="4464" y="2862"/>
                </a:lnTo>
                <a:close/>
                <a:moveTo>
                  <a:pt x="3138" y="4496"/>
                </a:moveTo>
                <a:lnTo>
                  <a:pt x="2956" y="4553"/>
                </a:lnTo>
                <a:lnTo>
                  <a:pt x="2897" y="4612"/>
                </a:lnTo>
                <a:lnTo>
                  <a:pt x="2775" y="4728"/>
                </a:lnTo>
                <a:lnTo>
                  <a:pt x="2775" y="4962"/>
                </a:lnTo>
                <a:lnTo>
                  <a:pt x="2836" y="5079"/>
                </a:lnTo>
                <a:lnTo>
                  <a:pt x="2956" y="5137"/>
                </a:lnTo>
                <a:lnTo>
                  <a:pt x="3198" y="5254"/>
                </a:lnTo>
                <a:lnTo>
                  <a:pt x="3378" y="5430"/>
                </a:lnTo>
                <a:lnTo>
                  <a:pt x="3559" y="5605"/>
                </a:lnTo>
                <a:lnTo>
                  <a:pt x="3620" y="5721"/>
                </a:lnTo>
                <a:lnTo>
                  <a:pt x="3740" y="5780"/>
                </a:lnTo>
                <a:lnTo>
                  <a:pt x="3921" y="5780"/>
                </a:lnTo>
                <a:lnTo>
                  <a:pt x="4043" y="5663"/>
                </a:lnTo>
                <a:lnTo>
                  <a:pt x="4102" y="5488"/>
                </a:lnTo>
                <a:lnTo>
                  <a:pt x="4102" y="5312"/>
                </a:lnTo>
                <a:lnTo>
                  <a:pt x="3982" y="5137"/>
                </a:lnTo>
                <a:lnTo>
                  <a:pt x="3559" y="4728"/>
                </a:lnTo>
                <a:lnTo>
                  <a:pt x="3258" y="4553"/>
                </a:lnTo>
                <a:lnTo>
                  <a:pt x="3138" y="4496"/>
                </a:lnTo>
                <a:close/>
                <a:moveTo>
                  <a:pt x="1870" y="3678"/>
                </a:moveTo>
                <a:lnTo>
                  <a:pt x="2655" y="3912"/>
                </a:lnTo>
                <a:lnTo>
                  <a:pt x="3378" y="4262"/>
                </a:lnTo>
                <a:lnTo>
                  <a:pt x="3620" y="4378"/>
                </a:lnTo>
                <a:lnTo>
                  <a:pt x="4043" y="4787"/>
                </a:lnTo>
                <a:lnTo>
                  <a:pt x="4163" y="5079"/>
                </a:lnTo>
                <a:lnTo>
                  <a:pt x="4224" y="5196"/>
                </a:lnTo>
                <a:lnTo>
                  <a:pt x="4224" y="5312"/>
                </a:lnTo>
                <a:lnTo>
                  <a:pt x="4163" y="5546"/>
                </a:lnTo>
                <a:lnTo>
                  <a:pt x="3921" y="5955"/>
                </a:lnTo>
                <a:lnTo>
                  <a:pt x="3559" y="6306"/>
                </a:lnTo>
                <a:lnTo>
                  <a:pt x="3017" y="5780"/>
                </a:lnTo>
                <a:lnTo>
                  <a:pt x="2535" y="5137"/>
                </a:lnTo>
                <a:lnTo>
                  <a:pt x="2173" y="4437"/>
                </a:lnTo>
                <a:lnTo>
                  <a:pt x="1870" y="3678"/>
                </a:lnTo>
                <a:close/>
                <a:moveTo>
                  <a:pt x="14481" y="818"/>
                </a:moveTo>
                <a:lnTo>
                  <a:pt x="14300" y="4028"/>
                </a:lnTo>
                <a:lnTo>
                  <a:pt x="14239" y="5780"/>
                </a:lnTo>
                <a:lnTo>
                  <a:pt x="14239" y="7240"/>
                </a:lnTo>
                <a:lnTo>
                  <a:pt x="12428" y="6013"/>
                </a:lnTo>
                <a:lnTo>
                  <a:pt x="11585" y="5371"/>
                </a:lnTo>
                <a:lnTo>
                  <a:pt x="10739" y="4728"/>
                </a:lnTo>
                <a:lnTo>
                  <a:pt x="10920" y="4437"/>
                </a:lnTo>
                <a:lnTo>
                  <a:pt x="11042" y="4262"/>
                </a:lnTo>
                <a:lnTo>
                  <a:pt x="12428" y="2862"/>
                </a:lnTo>
                <a:lnTo>
                  <a:pt x="13636" y="1577"/>
                </a:lnTo>
                <a:lnTo>
                  <a:pt x="13998" y="1168"/>
                </a:lnTo>
                <a:lnTo>
                  <a:pt x="14481" y="818"/>
                </a:lnTo>
                <a:close/>
                <a:moveTo>
                  <a:pt x="1086" y="6597"/>
                </a:moveTo>
                <a:lnTo>
                  <a:pt x="1447" y="6715"/>
                </a:lnTo>
                <a:lnTo>
                  <a:pt x="1750" y="6772"/>
                </a:lnTo>
                <a:lnTo>
                  <a:pt x="2051" y="6890"/>
                </a:lnTo>
                <a:lnTo>
                  <a:pt x="2232" y="7065"/>
                </a:lnTo>
                <a:lnTo>
                  <a:pt x="2354" y="7297"/>
                </a:lnTo>
                <a:lnTo>
                  <a:pt x="2413" y="7415"/>
                </a:lnTo>
                <a:lnTo>
                  <a:pt x="2413" y="7647"/>
                </a:lnTo>
                <a:lnTo>
                  <a:pt x="2293" y="7706"/>
                </a:lnTo>
                <a:lnTo>
                  <a:pt x="2112" y="7647"/>
                </a:lnTo>
                <a:lnTo>
                  <a:pt x="1992" y="7590"/>
                </a:lnTo>
                <a:lnTo>
                  <a:pt x="1628" y="7297"/>
                </a:lnTo>
                <a:lnTo>
                  <a:pt x="1388" y="7006"/>
                </a:lnTo>
                <a:lnTo>
                  <a:pt x="1086" y="6597"/>
                </a:lnTo>
                <a:close/>
                <a:moveTo>
                  <a:pt x="6517" y="4671"/>
                </a:moveTo>
                <a:lnTo>
                  <a:pt x="6938" y="5021"/>
                </a:lnTo>
                <a:lnTo>
                  <a:pt x="6637" y="5312"/>
                </a:lnTo>
                <a:lnTo>
                  <a:pt x="4344" y="7415"/>
                </a:lnTo>
                <a:lnTo>
                  <a:pt x="3801" y="7999"/>
                </a:lnTo>
                <a:lnTo>
                  <a:pt x="3378" y="8581"/>
                </a:lnTo>
                <a:lnTo>
                  <a:pt x="2956" y="8231"/>
                </a:lnTo>
                <a:lnTo>
                  <a:pt x="4887" y="6481"/>
                </a:lnTo>
                <a:lnTo>
                  <a:pt x="5732" y="5605"/>
                </a:lnTo>
                <a:lnTo>
                  <a:pt x="6155" y="5196"/>
                </a:lnTo>
                <a:lnTo>
                  <a:pt x="6517" y="4671"/>
                </a:lnTo>
                <a:close/>
                <a:moveTo>
                  <a:pt x="8206" y="8290"/>
                </a:moveTo>
                <a:lnTo>
                  <a:pt x="8810" y="9049"/>
                </a:lnTo>
                <a:lnTo>
                  <a:pt x="9353" y="9866"/>
                </a:lnTo>
                <a:lnTo>
                  <a:pt x="10196" y="11268"/>
                </a:lnTo>
                <a:lnTo>
                  <a:pt x="8688" y="10568"/>
                </a:lnTo>
                <a:lnTo>
                  <a:pt x="7180" y="9866"/>
                </a:lnTo>
                <a:lnTo>
                  <a:pt x="7422" y="9458"/>
                </a:lnTo>
                <a:lnTo>
                  <a:pt x="8206" y="8290"/>
                </a:lnTo>
                <a:close/>
                <a:moveTo>
                  <a:pt x="8025" y="7472"/>
                </a:moveTo>
                <a:lnTo>
                  <a:pt x="7903" y="7647"/>
                </a:lnTo>
                <a:lnTo>
                  <a:pt x="6938" y="8990"/>
                </a:lnTo>
                <a:lnTo>
                  <a:pt x="6517" y="9633"/>
                </a:lnTo>
                <a:lnTo>
                  <a:pt x="6336" y="9633"/>
                </a:lnTo>
                <a:lnTo>
                  <a:pt x="6214" y="9750"/>
                </a:lnTo>
                <a:lnTo>
                  <a:pt x="6155" y="9866"/>
                </a:lnTo>
                <a:lnTo>
                  <a:pt x="6094" y="9984"/>
                </a:lnTo>
                <a:lnTo>
                  <a:pt x="6155" y="10100"/>
                </a:lnTo>
                <a:lnTo>
                  <a:pt x="6214" y="10334"/>
                </a:lnTo>
                <a:lnTo>
                  <a:pt x="6336" y="10391"/>
                </a:lnTo>
                <a:lnTo>
                  <a:pt x="6456" y="10450"/>
                </a:lnTo>
                <a:lnTo>
                  <a:pt x="6576" y="10450"/>
                </a:lnTo>
                <a:lnTo>
                  <a:pt x="8507" y="11268"/>
                </a:lnTo>
                <a:lnTo>
                  <a:pt x="9412" y="11675"/>
                </a:lnTo>
                <a:lnTo>
                  <a:pt x="9956" y="11852"/>
                </a:lnTo>
                <a:lnTo>
                  <a:pt x="10438" y="11909"/>
                </a:lnTo>
                <a:lnTo>
                  <a:pt x="10558" y="11909"/>
                </a:lnTo>
                <a:lnTo>
                  <a:pt x="10680" y="11852"/>
                </a:lnTo>
                <a:lnTo>
                  <a:pt x="10739" y="11909"/>
                </a:lnTo>
                <a:lnTo>
                  <a:pt x="10861" y="11909"/>
                </a:lnTo>
                <a:lnTo>
                  <a:pt x="10920" y="11852"/>
                </a:lnTo>
                <a:lnTo>
                  <a:pt x="10920" y="11793"/>
                </a:lnTo>
                <a:lnTo>
                  <a:pt x="10800" y="11268"/>
                </a:lnTo>
                <a:lnTo>
                  <a:pt x="10619" y="10743"/>
                </a:lnTo>
                <a:lnTo>
                  <a:pt x="10318" y="10216"/>
                </a:lnTo>
                <a:lnTo>
                  <a:pt x="10015" y="9691"/>
                </a:lnTo>
                <a:lnTo>
                  <a:pt x="9292" y="8640"/>
                </a:lnTo>
                <a:lnTo>
                  <a:pt x="8446" y="7590"/>
                </a:lnTo>
                <a:lnTo>
                  <a:pt x="8326" y="7472"/>
                </a:lnTo>
                <a:close/>
                <a:moveTo>
                  <a:pt x="16049" y="15178"/>
                </a:moveTo>
                <a:lnTo>
                  <a:pt x="16170" y="15528"/>
                </a:lnTo>
                <a:lnTo>
                  <a:pt x="16230" y="15703"/>
                </a:lnTo>
                <a:lnTo>
                  <a:pt x="16230" y="15880"/>
                </a:lnTo>
                <a:lnTo>
                  <a:pt x="16170" y="16055"/>
                </a:lnTo>
                <a:lnTo>
                  <a:pt x="16110" y="15528"/>
                </a:lnTo>
                <a:lnTo>
                  <a:pt x="16049" y="15178"/>
                </a:lnTo>
                <a:close/>
                <a:moveTo>
                  <a:pt x="14721" y="14128"/>
                </a:moveTo>
                <a:lnTo>
                  <a:pt x="15144" y="14362"/>
                </a:lnTo>
                <a:lnTo>
                  <a:pt x="15144" y="14653"/>
                </a:lnTo>
                <a:lnTo>
                  <a:pt x="15266" y="14946"/>
                </a:lnTo>
                <a:lnTo>
                  <a:pt x="15447" y="15528"/>
                </a:lnTo>
                <a:lnTo>
                  <a:pt x="15748" y="16580"/>
                </a:lnTo>
                <a:lnTo>
                  <a:pt x="15567" y="16697"/>
                </a:lnTo>
                <a:lnTo>
                  <a:pt x="15447" y="16346"/>
                </a:lnTo>
                <a:lnTo>
                  <a:pt x="15266" y="16055"/>
                </a:lnTo>
                <a:lnTo>
                  <a:pt x="14662" y="14771"/>
                </a:lnTo>
                <a:lnTo>
                  <a:pt x="14540" y="14537"/>
                </a:lnTo>
                <a:lnTo>
                  <a:pt x="14420" y="14362"/>
                </a:lnTo>
                <a:lnTo>
                  <a:pt x="14721" y="14128"/>
                </a:lnTo>
                <a:close/>
                <a:moveTo>
                  <a:pt x="14058" y="14712"/>
                </a:moveTo>
                <a:lnTo>
                  <a:pt x="14058" y="14771"/>
                </a:lnTo>
                <a:lnTo>
                  <a:pt x="14239" y="14771"/>
                </a:lnTo>
                <a:lnTo>
                  <a:pt x="14300" y="14712"/>
                </a:lnTo>
                <a:lnTo>
                  <a:pt x="14239" y="14887"/>
                </a:lnTo>
                <a:lnTo>
                  <a:pt x="14239" y="15062"/>
                </a:lnTo>
                <a:lnTo>
                  <a:pt x="14420" y="15471"/>
                </a:lnTo>
                <a:lnTo>
                  <a:pt x="14843" y="16230"/>
                </a:lnTo>
                <a:lnTo>
                  <a:pt x="15083" y="16755"/>
                </a:lnTo>
                <a:lnTo>
                  <a:pt x="14481" y="16288"/>
                </a:lnTo>
                <a:lnTo>
                  <a:pt x="14481" y="16230"/>
                </a:lnTo>
                <a:lnTo>
                  <a:pt x="14420" y="15762"/>
                </a:lnTo>
                <a:lnTo>
                  <a:pt x="14239" y="15296"/>
                </a:lnTo>
                <a:lnTo>
                  <a:pt x="14119" y="15062"/>
                </a:lnTo>
                <a:lnTo>
                  <a:pt x="13938" y="14828"/>
                </a:lnTo>
                <a:lnTo>
                  <a:pt x="14058" y="14712"/>
                </a:lnTo>
                <a:close/>
                <a:moveTo>
                  <a:pt x="15567" y="16872"/>
                </a:moveTo>
                <a:lnTo>
                  <a:pt x="15748" y="16931"/>
                </a:lnTo>
                <a:lnTo>
                  <a:pt x="15567" y="16931"/>
                </a:lnTo>
                <a:lnTo>
                  <a:pt x="15567" y="16872"/>
                </a:lnTo>
                <a:close/>
                <a:moveTo>
                  <a:pt x="14601" y="13544"/>
                </a:moveTo>
                <a:lnTo>
                  <a:pt x="14119" y="13894"/>
                </a:lnTo>
                <a:lnTo>
                  <a:pt x="13697" y="14187"/>
                </a:lnTo>
                <a:lnTo>
                  <a:pt x="13394" y="14596"/>
                </a:lnTo>
                <a:lnTo>
                  <a:pt x="13274" y="14887"/>
                </a:lnTo>
                <a:lnTo>
                  <a:pt x="13154" y="15121"/>
                </a:lnTo>
                <a:lnTo>
                  <a:pt x="13154" y="15353"/>
                </a:lnTo>
                <a:lnTo>
                  <a:pt x="13213" y="15646"/>
                </a:lnTo>
                <a:lnTo>
                  <a:pt x="13274" y="15880"/>
                </a:lnTo>
                <a:lnTo>
                  <a:pt x="13394" y="16055"/>
                </a:lnTo>
                <a:lnTo>
                  <a:pt x="13756" y="16463"/>
                </a:lnTo>
                <a:lnTo>
                  <a:pt x="14119" y="16813"/>
                </a:lnTo>
                <a:lnTo>
                  <a:pt x="14662" y="17164"/>
                </a:lnTo>
                <a:lnTo>
                  <a:pt x="15205" y="17456"/>
                </a:lnTo>
                <a:lnTo>
                  <a:pt x="15447" y="17572"/>
                </a:lnTo>
                <a:lnTo>
                  <a:pt x="15687" y="17631"/>
                </a:lnTo>
                <a:lnTo>
                  <a:pt x="15929" y="17572"/>
                </a:lnTo>
                <a:lnTo>
                  <a:pt x="16230" y="17456"/>
                </a:lnTo>
                <a:lnTo>
                  <a:pt x="16532" y="17222"/>
                </a:lnTo>
                <a:lnTo>
                  <a:pt x="16833" y="16872"/>
                </a:lnTo>
                <a:lnTo>
                  <a:pt x="16894" y="16697"/>
                </a:lnTo>
                <a:lnTo>
                  <a:pt x="16894" y="16346"/>
                </a:lnTo>
                <a:lnTo>
                  <a:pt x="16774" y="16171"/>
                </a:lnTo>
                <a:lnTo>
                  <a:pt x="16774" y="15762"/>
                </a:lnTo>
                <a:lnTo>
                  <a:pt x="16713" y="15412"/>
                </a:lnTo>
                <a:lnTo>
                  <a:pt x="16593" y="15062"/>
                </a:lnTo>
                <a:lnTo>
                  <a:pt x="16411" y="14712"/>
                </a:lnTo>
                <a:lnTo>
                  <a:pt x="16170" y="14419"/>
                </a:lnTo>
                <a:lnTo>
                  <a:pt x="15868" y="14187"/>
                </a:lnTo>
                <a:lnTo>
                  <a:pt x="15567" y="13953"/>
                </a:lnTo>
                <a:lnTo>
                  <a:pt x="14902" y="13544"/>
                </a:lnTo>
                <a:close/>
                <a:moveTo>
                  <a:pt x="4283" y="13544"/>
                </a:moveTo>
                <a:lnTo>
                  <a:pt x="6275" y="15528"/>
                </a:lnTo>
                <a:lnTo>
                  <a:pt x="7060" y="16346"/>
                </a:lnTo>
                <a:lnTo>
                  <a:pt x="6336" y="16463"/>
                </a:lnTo>
                <a:lnTo>
                  <a:pt x="4405" y="16988"/>
                </a:lnTo>
                <a:lnTo>
                  <a:pt x="2594" y="17456"/>
                </a:lnTo>
                <a:lnTo>
                  <a:pt x="1750" y="17690"/>
                </a:lnTo>
                <a:lnTo>
                  <a:pt x="1146" y="17806"/>
                </a:lnTo>
                <a:lnTo>
                  <a:pt x="966" y="17806"/>
                </a:lnTo>
                <a:lnTo>
                  <a:pt x="785" y="17747"/>
                </a:lnTo>
                <a:lnTo>
                  <a:pt x="2594" y="15471"/>
                </a:lnTo>
                <a:lnTo>
                  <a:pt x="3138" y="14828"/>
                </a:lnTo>
                <a:lnTo>
                  <a:pt x="3620" y="14187"/>
                </a:lnTo>
                <a:lnTo>
                  <a:pt x="3982" y="13894"/>
                </a:lnTo>
                <a:lnTo>
                  <a:pt x="4283" y="13544"/>
                </a:lnTo>
                <a:close/>
                <a:moveTo>
                  <a:pt x="14662" y="13019"/>
                </a:moveTo>
                <a:lnTo>
                  <a:pt x="14963" y="13077"/>
                </a:lnTo>
                <a:lnTo>
                  <a:pt x="15205" y="13135"/>
                </a:lnTo>
                <a:lnTo>
                  <a:pt x="15748" y="13369"/>
                </a:lnTo>
                <a:lnTo>
                  <a:pt x="16230" y="13662"/>
                </a:lnTo>
                <a:lnTo>
                  <a:pt x="16652" y="14069"/>
                </a:lnTo>
                <a:lnTo>
                  <a:pt x="16955" y="14596"/>
                </a:lnTo>
                <a:lnTo>
                  <a:pt x="17195" y="15062"/>
                </a:lnTo>
                <a:lnTo>
                  <a:pt x="17376" y="15587"/>
                </a:lnTo>
                <a:lnTo>
                  <a:pt x="17437" y="16171"/>
                </a:lnTo>
                <a:lnTo>
                  <a:pt x="17437" y="16755"/>
                </a:lnTo>
                <a:lnTo>
                  <a:pt x="17256" y="17281"/>
                </a:lnTo>
                <a:lnTo>
                  <a:pt x="17256" y="17340"/>
                </a:lnTo>
                <a:lnTo>
                  <a:pt x="17195" y="17281"/>
                </a:lnTo>
                <a:lnTo>
                  <a:pt x="17014" y="17164"/>
                </a:lnTo>
                <a:lnTo>
                  <a:pt x="16894" y="17164"/>
                </a:lnTo>
                <a:lnTo>
                  <a:pt x="16713" y="17222"/>
                </a:lnTo>
                <a:lnTo>
                  <a:pt x="16652" y="17397"/>
                </a:lnTo>
                <a:lnTo>
                  <a:pt x="16593" y="17631"/>
                </a:lnTo>
                <a:lnTo>
                  <a:pt x="16532" y="17806"/>
                </a:lnTo>
                <a:lnTo>
                  <a:pt x="16230" y="17981"/>
                </a:lnTo>
                <a:lnTo>
                  <a:pt x="16110" y="18097"/>
                </a:lnTo>
                <a:lnTo>
                  <a:pt x="16049" y="18215"/>
                </a:lnTo>
                <a:lnTo>
                  <a:pt x="15809" y="18272"/>
                </a:lnTo>
                <a:lnTo>
                  <a:pt x="15567" y="18272"/>
                </a:lnTo>
                <a:lnTo>
                  <a:pt x="15386" y="18215"/>
                </a:lnTo>
                <a:lnTo>
                  <a:pt x="15144" y="18156"/>
                </a:lnTo>
                <a:lnTo>
                  <a:pt x="14178" y="17631"/>
                </a:lnTo>
                <a:lnTo>
                  <a:pt x="13697" y="17340"/>
                </a:lnTo>
                <a:lnTo>
                  <a:pt x="13274" y="16988"/>
                </a:lnTo>
                <a:lnTo>
                  <a:pt x="12912" y="16580"/>
                </a:lnTo>
                <a:lnTo>
                  <a:pt x="12670" y="16112"/>
                </a:lnTo>
                <a:lnTo>
                  <a:pt x="12489" y="15587"/>
                </a:lnTo>
                <a:lnTo>
                  <a:pt x="12489" y="15121"/>
                </a:lnTo>
                <a:lnTo>
                  <a:pt x="12550" y="14596"/>
                </a:lnTo>
                <a:lnTo>
                  <a:pt x="12792" y="14128"/>
                </a:lnTo>
                <a:lnTo>
                  <a:pt x="13093" y="13719"/>
                </a:lnTo>
                <a:lnTo>
                  <a:pt x="13516" y="13369"/>
                </a:lnTo>
                <a:lnTo>
                  <a:pt x="13817" y="13194"/>
                </a:lnTo>
                <a:lnTo>
                  <a:pt x="14119" y="13077"/>
                </a:lnTo>
                <a:lnTo>
                  <a:pt x="14359" y="13019"/>
                </a:lnTo>
                <a:close/>
                <a:moveTo>
                  <a:pt x="14420" y="12377"/>
                </a:moveTo>
                <a:lnTo>
                  <a:pt x="14058" y="12434"/>
                </a:lnTo>
                <a:lnTo>
                  <a:pt x="13756" y="12493"/>
                </a:lnTo>
                <a:lnTo>
                  <a:pt x="13394" y="12668"/>
                </a:lnTo>
                <a:lnTo>
                  <a:pt x="13093" y="12785"/>
                </a:lnTo>
                <a:lnTo>
                  <a:pt x="12792" y="13019"/>
                </a:lnTo>
                <a:lnTo>
                  <a:pt x="12489" y="13311"/>
                </a:lnTo>
                <a:lnTo>
                  <a:pt x="12247" y="13544"/>
                </a:lnTo>
                <a:lnTo>
                  <a:pt x="12067" y="13778"/>
                </a:lnTo>
                <a:lnTo>
                  <a:pt x="11826" y="14362"/>
                </a:lnTo>
                <a:lnTo>
                  <a:pt x="11705" y="15003"/>
                </a:lnTo>
                <a:lnTo>
                  <a:pt x="11705" y="15646"/>
                </a:lnTo>
                <a:lnTo>
                  <a:pt x="11766" y="15996"/>
                </a:lnTo>
                <a:lnTo>
                  <a:pt x="11886" y="16346"/>
                </a:lnTo>
                <a:lnTo>
                  <a:pt x="12067" y="16638"/>
                </a:lnTo>
                <a:lnTo>
                  <a:pt x="12247" y="16931"/>
                </a:lnTo>
                <a:lnTo>
                  <a:pt x="12731" y="17515"/>
                </a:lnTo>
                <a:lnTo>
                  <a:pt x="13335" y="17981"/>
                </a:lnTo>
                <a:lnTo>
                  <a:pt x="13998" y="18390"/>
                </a:lnTo>
                <a:lnTo>
                  <a:pt x="14662" y="18740"/>
                </a:lnTo>
                <a:lnTo>
                  <a:pt x="15024" y="18915"/>
                </a:lnTo>
                <a:lnTo>
                  <a:pt x="15386" y="19031"/>
                </a:lnTo>
                <a:lnTo>
                  <a:pt x="15748" y="19031"/>
                </a:lnTo>
                <a:lnTo>
                  <a:pt x="16049" y="18974"/>
                </a:lnTo>
                <a:lnTo>
                  <a:pt x="16411" y="18856"/>
                </a:lnTo>
                <a:lnTo>
                  <a:pt x="16774" y="18624"/>
                </a:lnTo>
                <a:lnTo>
                  <a:pt x="17075" y="18390"/>
                </a:lnTo>
                <a:lnTo>
                  <a:pt x="17256" y="18097"/>
                </a:lnTo>
                <a:lnTo>
                  <a:pt x="17557" y="17981"/>
                </a:lnTo>
                <a:lnTo>
                  <a:pt x="17738" y="17747"/>
                </a:lnTo>
                <a:lnTo>
                  <a:pt x="17920" y="17456"/>
                </a:lnTo>
                <a:lnTo>
                  <a:pt x="18041" y="17164"/>
                </a:lnTo>
                <a:lnTo>
                  <a:pt x="18101" y="16872"/>
                </a:lnTo>
                <a:lnTo>
                  <a:pt x="18101" y="16112"/>
                </a:lnTo>
                <a:lnTo>
                  <a:pt x="18041" y="15412"/>
                </a:lnTo>
                <a:lnTo>
                  <a:pt x="17799" y="14653"/>
                </a:lnTo>
                <a:lnTo>
                  <a:pt x="17498" y="14012"/>
                </a:lnTo>
                <a:lnTo>
                  <a:pt x="17256" y="13719"/>
                </a:lnTo>
                <a:lnTo>
                  <a:pt x="17014" y="13428"/>
                </a:lnTo>
                <a:lnTo>
                  <a:pt x="16774" y="13194"/>
                </a:lnTo>
                <a:lnTo>
                  <a:pt x="16471" y="12960"/>
                </a:lnTo>
                <a:lnTo>
                  <a:pt x="16170" y="12785"/>
                </a:lnTo>
                <a:lnTo>
                  <a:pt x="15809" y="12610"/>
                </a:lnTo>
                <a:lnTo>
                  <a:pt x="15506" y="12493"/>
                </a:lnTo>
                <a:lnTo>
                  <a:pt x="15144" y="12434"/>
                </a:lnTo>
                <a:lnTo>
                  <a:pt x="14782" y="12377"/>
                </a:lnTo>
                <a:close/>
                <a:moveTo>
                  <a:pt x="14843" y="0"/>
                </a:moveTo>
                <a:lnTo>
                  <a:pt x="14420" y="59"/>
                </a:lnTo>
                <a:lnTo>
                  <a:pt x="14058" y="175"/>
                </a:lnTo>
                <a:lnTo>
                  <a:pt x="13756" y="409"/>
                </a:lnTo>
                <a:lnTo>
                  <a:pt x="13455" y="700"/>
                </a:lnTo>
                <a:lnTo>
                  <a:pt x="12489" y="1634"/>
                </a:lnTo>
                <a:lnTo>
                  <a:pt x="11524" y="2628"/>
                </a:lnTo>
                <a:lnTo>
                  <a:pt x="10920" y="3269"/>
                </a:lnTo>
                <a:lnTo>
                  <a:pt x="10499" y="3678"/>
                </a:lnTo>
                <a:lnTo>
                  <a:pt x="10196" y="4146"/>
                </a:lnTo>
                <a:lnTo>
                  <a:pt x="9533" y="3503"/>
                </a:lnTo>
                <a:lnTo>
                  <a:pt x="9412" y="3387"/>
                </a:lnTo>
                <a:lnTo>
                  <a:pt x="9050" y="3387"/>
                </a:lnTo>
                <a:lnTo>
                  <a:pt x="8869" y="3503"/>
                </a:lnTo>
                <a:lnTo>
                  <a:pt x="8810" y="3562"/>
                </a:lnTo>
                <a:lnTo>
                  <a:pt x="8084" y="4028"/>
                </a:lnTo>
                <a:lnTo>
                  <a:pt x="7422" y="4612"/>
                </a:lnTo>
                <a:lnTo>
                  <a:pt x="7060" y="4321"/>
                </a:lnTo>
                <a:lnTo>
                  <a:pt x="6698" y="3971"/>
                </a:lnTo>
                <a:lnTo>
                  <a:pt x="6576" y="3912"/>
                </a:lnTo>
                <a:lnTo>
                  <a:pt x="6395" y="3912"/>
                </a:lnTo>
                <a:lnTo>
                  <a:pt x="6275" y="3971"/>
                </a:lnTo>
                <a:lnTo>
                  <a:pt x="6214" y="4087"/>
                </a:lnTo>
                <a:lnTo>
                  <a:pt x="6214" y="3678"/>
                </a:lnTo>
                <a:lnTo>
                  <a:pt x="6033" y="3387"/>
                </a:lnTo>
                <a:lnTo>
                  <a:pt x="5791" y="3037"/>
                </a:lnTo>
                <a:lnTo>
                  <a:pt x="5490" y="2803"/>
                </a:lnTo>
                <a:lnTo>
                  <a:pt x="5129" y="2569"/>
                </a:lnTo>
                <a:lnTo>
                  <a:pt x="4706" y="2394"/>
                </a:lnTo>
                <a:lnTo>
                  <a:pt x="4043" y="2102"/>
                </a:lnTo>
                <a:lnTo>
                  <a:pt x="3862" y="2102"/>
                </a:lnTo>
                <a:lnTo>
                  <a:pt x="3681" y="2160"/>
                </a:lnTo>
                <a:lnTo>
                  <a:pt x="3620" y="2277"/>
                </a:lnTo>
                <a:lnTo>
                  <a:pt x="3620" y="2394"/>
                </a:lnTo>
                <a:lnTo>
                  <a:pt x="4163" y="3562"/>
                </a:lnTo>
                <a:lnTo>
                  <a:pt x="4405" y="4028"/>
                </a:lnTo>
                <a:lnTo>
                  <a:pt x="4525" y="4262"/>
                </a:lnTo>
                <a:lnTo>
                  <a:pt x="4706" y="4496"/>
                </a:lnTo>
                <a:lnTo>
                  <a:pt x="4948" y="4612"/>
                </a:lnTo>
                <a:lnTo>
                  <a:pt x="5249" y="4671"/>
                </a:lnTo>
                <a:lnTo>
                  <a:pt x="5490" y="4671"/>
                </a:lnTo>
                <a:lnTo>
                  <a:pt x="5732" y="4553"/>
                </a:lnTo>
                <a:lnTo>
                  <a:pt x="5974" y="4437"/>
                </a:lnTo>
                <a:lnTo>
                  <a:pt x="5430" y="5021"/>
                </a:lnTo>
                <a:lnTo>
                  <a:pt x="4887" y="5546"/>
                </a:lnTo>
                <a:lnTo>
                  <a:pt x="4828" y="5430"/>
                </a:lnTo>
                <a:lnTo>
                  <a:pt x="4828" y="5196"/>
                </a:lnTo>
                <a:lnTo>
                  <a:pt x="4767" y="4903"/>
                </a:lnTo>
                <a:lnTo>
                  <a:pt x="4647" y="4496"/>
                </a:lnTo>
                <a:lnTo>
                  <a:pt x="4405" y="4146"/>
                </a:lnTo>
                <a:lnTo>
                  <a:pt x="4043" y="3794"/>
                </a:lnTo>
                <a:lnTo>
                  <a:pt x="3681" y="3562"/>
                </a:lnTo>
                <a:lnTo>
                  <a:pt x="3258" y="3328"/>
                </a:lnTo>
                <a:lnTo>
                  <a:pt x="2775" y="3153"/>
                </a:lnTo>
                <a:lnTo>
                  <a:pt x="2354" y="3037"/>
                </a:lnTo>
                <a:lnTo>
                  <a:pt x="1447" y="2919"/>
                </a:lnTo>
                <a:lnTo>
                  <a:pt x="1267" y="2919"/>
                </a:lnTo>
                <a:lnTo>
                  <a:pt x="1146" y="2978"/>
                </a:lnTo>
                <a:lnTo>
                  <a:pt x="1026" y="3094"/>
                </a:lnTo>
                <a:lnTo>
                  <a:pt x="1026" y="3269"/>
                </a:lnTo>
                <a:lnTo>
                  <a:pt x="1146" y="3794"/>
                </a:lnTo>
                <a:lnTo>
                  <a:pt x="1327" y="4378"/>
                </a:lnTo>
                <a:lnTo>
                  <a:pt x="1508" y="4846"/>
                </a:lnTo>
                <a:lnTo>
                  <a:pt x="1811" y="5371"/>
                </a:lnTo>
                <a:lnTo>
                  <a:pt x="2112" y="5838"/>
                </a:lnTo>
                <a:lnTo>
                  <a:pt x="2836" y="6656"/>
                </a:lnTo>
                <a:lnTo>
                  <a:pt x="3258" y="7065"/>
                </a:lnTo>
                <a:lnTo>
                  <a:pt x="3319" y="7065"/>
                </a:lnTo>
                <a:lnTo>
                  <a:pt x="2897" y="7472"/>
                </a:lnTo>
                <a:lnTo>
                  <a:pt x="2897" y="7240"/>
                </a:lnTo>
                <a:lnTo>
                  <a:pt x="2836" y="7006"/>
                </a:lnTo>
                <a:lnTo>
                  <a:pt x="2655" y="6772"/>
                </a:lnTo>
                <a:lnTo>
                  <a:pt x="2413" y="6538"/>
                </a:lnTo>
                <a:lnTo>
                  <a:pt x="2173" y="6363"/>
                </a:lnTo>
                <a:lnTo>
                  <a:pt x="1811" y="6247"/>
                </a:lnTo>
                <a:lnTo>
                  <a:pt x="1146" y="6072"/>
                </a:lnTo>
                <a:lnTo>
                  <a:pt x="543" y="5955"/>
                </a:lnTo>
                <a:lnTo>
                  <a:pt x="362" y="5955"/>
                </a:lnTo>
                <a:lnTo>
                  <a:pt x="242" y="6072"/>
                </a:lnTo>
                <a:lnTo>
                  <a:pt x="181" y="6247"/>
                </a:lnTo>
                <a:lnTo>
                  <a:pt x="242" y="6363"/>
                </a:lnTo>
                <a:lnTo>
                  <a:pt x="604" y="6890"/>
                </a:lnTo>
                <a:lnTo>
                  <a:pt x="1026" y="7531"/>
                </a:lnTo>
                <a:lnTo>
                  <a:pt x="1569" y="8056"/>
                </a:lnTo>
                <a:lnTo>
                  <a:pt x="1870" y="8231"/>
                </a:lnTo>
                <a:lnTo>
                  <a:pt x="2173" y="8349"/>
                </a:lnTo>
                <a:lnTo>
                  <a:pt x="2173" y="8406"/>
                </a:lnTo>
                <a:lnTo>
                  <a:pt x="2293" y="8524"/>
                </a:lnTo>
                <a:lnTo>
                  <a:pt x="3017" y="9166"/>
                </a:lnTo>
                <a:lnTo>
                  <a:pt x="2716" y="9750"/>
                </a:lnTo>
                <a:lnTo>
                  <a:pt x="2474" y="10334"/>
                </a:lnTo>
                <a:lnTo>
                  <a:pt x="2293" y="10975"/>
                </a:lnTo>
                <a:lnTo>
                  <a:pt x="2173" y="11034"/>
                </a:lnTo>
                <a:lnTo>
                  <a:pt x="2173" y="11384"/>
                </a:lnTo>
                <a:lnTo>
                  <a:pt x="2232" y="11559"/>
                </a:lnTo>
                <a:lnTo>
                  <a:pt x="2354" y="11734"/>
                </a:lnTo>
                <a:lnTo>
                  <a:pt x="2413" y="11793"/>
                </a:lnTo>
                <a:lnTo>
                  <a:pt x="2535" y="11852"/>
                </a:lnTo>
                <a:lnTo>
                  <a:pt x="2716" y="12084"/>
                </a:lnTo>
                <a:lnTo>
                  <a:pt x="3801" y="13077"/>
                </a:lnTo>
                <a:lnTo>
                  <a:pt x="3559" y="13253"/>
                </a:lnTo>
                <a:lnTo>
                  <a:pt x="3319" y="13428"/>
                </a:lnTo>
                <a:lnTo>
                  <a:pt x="2897" y="13837"/>
                </a:lnTo>
                <a:lnTo>
                  <a:pt x="2293" y="14653"/>
                </a:lnTo>
                <a:lnTo>
                  <a:pt x="1628" y="15471"/>
                </a:lnTo>
                <a:lnTo>
                  <a:pt x="362" y="17106"/>
                </a:lnTo>
                <a:lnTo>
                  <a:pt x="120" y="17456"/>
                </a:lnTo>
                <a:lnTo>
                  <a:pt x="0" y="17747"/>
                </a:lnTo>
                <a:lnTo>
                  <a:pt x="0" y="17865"/>
                </a:lnTo>
                <a:lnTo>
                  <a:pt x="61" y="18040"/>
                </a:lnTo>
                <a:lnTo>
                  <a:pt x="301" y="18331"/>
                </a:lnTo>
                <a:lnTo>
                  <a:pt x="423" y="18449"/>
                </a:lnTo>
                <a:lnTo>
                  <a:pt x="604" y="18506"/>
                </a:lnTo>
                <a:lnTo>
                  <a:pt x="905" y="18565"/>
                </a:lnTo>
                <a:lnTo>
                  <a:pt x="1267" y="18506"/>
                </a:lnTo>
                <a:lnTo>
                  <a:pt x="1628" y="18449"/>
                </a:lnTo>
                <a:lnTo>
                  <a:pt x="3862" y="17806"/>
                </a:lnTo>
                <a:lnTo>
                  <a:pt x="5913" y="17222"/>
                </a:lnTo>
                <a:lnTo>
                  <a:pt x="6698" y="17047"/>
                </a:lnTo>
                <a:lnTo>
                  <a:pt x="7060" y="16931"/>
                </a:lnTo>
                <a:lnTo>
                  <a:pt x="7422" y="16697"/>
                </a:lnTo>
                <a:lnTo>
                  <a:pt x="8265" y="17515"/>
                </a:lnTo>
                <a:lnTo>
                  <a:pt x="9111" y="18331"/>
                </a:lnTo>
                <a:lnTo>
                  <a:pt x="10015" y="19090"/>
                </a:lnTo>
                <a:lnTo>
                  <a:pt x="10981" y="19732"/>
                </a:lnTo>
                <a:lnTo>
                  <a:pt x="11524" y="20083"/>
                </a:lnTo>
                <a:lnTo>
                  <a:pt x="12127" y="20375"/>
                </a:lnTo>
                <a:lnTo>
                  <a:pt x="12731" y="20666"/>
                </a:lnTo>
                <a:lnTo>
                  <a:pt x="13274" y="20900"/>
                </a:lnTo>
                <a:lnTo>
                  <a:pt x="13938" y="21075"/>
                </a:lnTo>
                <a:lnTo>
                  <a:pt x="14540" y="21250"/>
                </a:lnTo>
                <a:lnTo>
                  <a:pt x="15144" y="21368"/>
                </a:lnTo>
                <a:lnTo>
                  <a:pt x="15809" y="21484"/>
                </a:lnTo>
                <a:lnTo>
                  <a:pt x="16411" y="21543"/>
                </a:lnTo>
                <a:lnTo>
                  <a:pt x="17075" y="21600"/>
                </a:lnTo>
                <a:lnTo>
                  <a:pt x="18282" y="21543"/>
                </a:lnTo>
                <a:lnTo>
                  <a:pt x="19429" y="21368"/>
                </a:lnTo>
                <a:lnTo>
                  <a:pt x="20092" y="21193"/>
                </a:lnTo>
                <a:lnTo>
                  <a:pt x="20333" y="21134"/>
                </a:lnTo>
                <a:lnTo>
                  <a:pt x="20454" y="21134"/>
                </a:lnTo>
                <a:lnTo>
                  <a:pt x="20454" y="21193"/>
                </a:lnTo>
                <a:lnTo>
                  <a:pt x="20575" y="21250"/>
                </a:lnTo>
                <a:lnTo>
                  <a:pt x="20634" y="21250"/>
                </a:lnTo>
                <a:lnTo>
                  <a:pt x="20695" y="21193"/>
                </a:lnTo>
                <a:lnTo>
                  <a:pt x="20756" y="21134"/>
                </a:lnTo>
                <a:lnTo>
                  <a:pt x="20815" y="20959"/>
                </a:lnTo>
                <a:lnTo>
                  <a:pt x="20815" y="20725"/>
                </a:lnTo>
                <a:lnTo>
                  <a:pt x="20634" y="20608"/>
                </a:lnTo>
                <a:lnTo>
                  <a:pt x="20454" y="20550"/>
                </a:lnTo>
                <a:lnTo>
                  <a:pt x="20031" y="20550"/>
                </a:lnTo>
                <a:lnTo>
                  <a:pt x="19248" y="20725"/>
                </a:lnTo>
                <a:lnTo>
                  <a:pt x="18402" y="20841"/>
                </a:lnTo>
                <a:lnTo>
                  <a:pt x="17679" y="20900"/>
                </a:lnTo>
                <a:lnTo>
                  <a:pt x="16955" y="20841"/>
                </a:lnTo>
                <a:lnTo>
                  <a:pt x="16230" y="20841"/>
                </a:lnTo>
                <a:lnTo>
                  <a:pt x="15567" y="20725"/>
                </a:lnTo>
                <a:lnTo>
                  <a:pt x="14843" y="20608"/>
                </a:lnTo>
                <a:lnTo>
                  <a:pt x="14119" y="20375"/>
                </a:lnTo>
                <a:lnTo>
                  <a:pt x="13455" y="20141"/>
                </a:lnTo>
                <a:lnTo>
                  <a:pt x="12792" y="19908"/>
                </a:lnTo>
                <a:lnTo>
                  <a:pt x="12007" y="19499"/>
                </a:lnTo>
                <a:lnTo>
                  <a:pt x="11284" y="19031"/>
                </a:lnTo>
                <a:lnTo>
                  <a:pt x="10558" y="18506"/>
                </a:lnTo>
                <a:lnTo>
                  <a:pt x="9895" y="17981"/>
                </a:lnTo>
                <a:lnTo>
                  <a:pt x="8629" y="16813"/>
                </a:lnTo>
                <a:lnTo>
                  <a:pt x="7422" y="15587"/>
                </a:lnTo>
                <a:lnTo>
                  <a:pt x="4948" y="13194"/>
                </a:lnTo>
                <a:lnTo>
                  <a:pt x="3740" y="11968"/>
                </a:lnTo>
                <a:lnTo>
                  <a:pt x="3439" y="11618"/>
                </a:lnTo>
                <a:lnTo>
                  <a:pt x="3077" y="11268"/>
                </a:lnTo>
                <a:lnTo>
                  <a:pt x="3198" y="10684"/>
                </a:lnTo>
                <a:lnTo>
                  <a:pt x="3378" y="10159"/>
                </a:lnTo>
                <a:lnTo>
                  <a:pt x="3681" y="9633"/>
                </a:lnTo>
                <a:lnTo>
                  <a:pt x="3982" y="9107"/>
                </a:lnTo>
                <a:lnTo>
                  <a:pt x="4344" y="8640"/>
                </a:lnTo>
                <a:lnTo>
                  <a:pt x="4767" y="8231"/>
                </a:lnTo>
                <a:lnTo>
                  <a:pt x="5611" y="7356"/>
                </a:lnTo>
                <a:lnTo>
                  <a:pt x="7361" y="5663"/>
                </a:lnTo>
                <a:lnTo>
                  <a:pt x="8265" y="4846"/>
                </a:lnTo>
                <a:lnTo>
                  <a:pt x="8629" y="4496"/>
                </a:lnTo>
                <a:lnTo>
                  <a:pt x="8869" y="4262"/>
                </a:lnTo>
                <a:lnTo>
                  <a:pt x="9050" y="4146"/>
                </a:lnTo>
                <a:lnTo>
                  <a:pt x="9231" y="4321"/>
                </a:lnTo>
                <a:lnTo>
                  <a:pt x="8869" y="4496"/>
                </a:lnTo>
                <a:lnTo>
                  <a:pt x="8629" y="4728"/>
                </a:lnTo>
                <a:lnTo>
                  <a:pt x="8145" y="5254"/>
                </a:lnTo>
                <a:lnTo>
                  <a:pt x="7903" y="5546"/>
                </a:lnTo>
                <a:lnTo>
                  <a:pt x="7723" y="5838"/>
                </a:lnTo>
                <a:lnTo>
                  <a:pt x="7542" y="6188"/>
                </a:lnTo>
                <a:lnTo>
                  <a:pt x="7542" y="6306"/>
                </a:lnTo>
                <a:lnTo>
                  <a:pt x="7602" y="6481"/>
                </a:lnTo>
                <a:lnTo>
                  <a:pt x="7663" y="6597"/>
                </a:lnTo>
                <a:lnTo>
                  <a:pt x="7783" y="6597"/>
                </a:lnTo>
                <a:lnTo>
                  <a:pt x="8084" y="6422"/>
                </a:lnTo>
                <a:lnTo>
                  <a:pt x="8265" y="6188"/>
                </a:lnTo>
                <a:lnTo>
                  <a:pt x="8568" y="5663"/>
                </a:lnTo>
                <a:lnTo>
                  <a:pt x="9050" y="5137"/>
                </a:lnTo>
                <a:lnTo>
                  <a:pt x="9473" y="4612"/>
                </a:lnTo>
                <a:lnTo>
                  <a:pt x="9895" y="4962"/>
                </a:lnTo>
                <a:lnTo>
                  <a:pt x="9593" y="5254"/>
                </a:lnTo>
                <a:lnTo>
                  <a:pt x="9231" y="5605"/>
                </a:lnTo>
                <a:lnTo>
                  <a:pt x="8991" y="5955"/>
                </a:lnTo>
                <a:lnTo>
                  <a:pt x="8810" y="6306"/>
                </a:lnTo>
                <a:lnTo>
                  <a:pt x="8749" y="6481"/>
                </a:lnTo>
                <a:lnTo>
                  <a:pt x="8869" y="6656"/>
                </a:lnTo>
                <a:lnTo>
                  <a:pt x="9050" y="6715"/>
                </a:lnTo>
                <a:lnTo>
                  <a:pt x="9111" y="6715"/>
                </a:lnTo>
                <a:lnTo>
                  <a:pt x="9231" y="6656"/>
                </a:lnTo>
                <a:lnTo>
                  <a:pt x="9533" y="6363"/>
                </a:lnTo>
                <a:lnTo>
                  <a:pt x="9774" y="6013"/>
                </a:lnTo>
                <a:lnTo>
                  <a:pt x="10015" y="5663"/>
                </a:lnTo>
                <a:lnTo>
                  <a:pt x="10196" y="5254"/>
                </a:lnTo>
                <a:lnTo>
                  <a:pt x="10377" y="5371"/>
                </a:lnTo>
                <a:lnTo>
                  <a:pt x="10619" y="5546"/>
                </a:lnTo>
                <a:lnTo>
                  <a:pt x="10257" y="5897"/>
                </a:lnTo>
                <a:lnTo>
                  <a:pt x="10015" y="6306"/>
                </a:lnTo>
                <a:lnTo>
                  <a:pt x="9654" y="6772"/>
                </a:lnTo>
                <a:lnTo>
                  <a:pt x="9533" y="7006"/>
                </a:lnTo>
                <a:lnTo>
                  <a:pt x="9412" y="7297"/>
                </a:lnTo>
                <a:lnTo>
                  <a:pt x="9412" y="7472"/>
                </a:lnTo>
                <a:lnTo>
                  <a:pt x="9533" y="7531"/>
                </a:lnTo>
                <a:lnTo>
                  <a:pt x="9714" y="7590"/>
                </a:lnTo>
                <a:lnTo>
                  <a:pt x="9895" y="7472"/>
                </a:lnTo>
                <a:lnTo>
                  <a:pt x="10076" y="7297"/>
                </a:lnTo>
                <a:lnTo>
                  <a:pt x="10196" y="7065"/>
                </a:lnTo>
                <a:lnTo>
                  <a:pt x="10499" y="6597"/>
                </a:lnTo>
                <a:lnTo>
                  <a:pt x="10619" y="6306"/>
                </a:lnTo>
                <a:lnTo>
                  <a:pt x="10861" y="5780"/>
                </a:lnTo>
                <a:lnTo>
                  <a:pt x="12007" y="6597"/>
                </a:lnTo>
                <a:lnTo>
                  <a:pt x="11705" y="6831"/>
                </a:lnTo>
                <a:lnTo>
                  <a:pt x="11404" y="7065"/>
                </a:lnTo>
                <a:lnTo>
                  <a:pt x="11042" y="7472"/>
                </a:lnTo>
                <a:lnTo>
                  <a:pt x="10739" y="7999"/>
                </a:lnTo>
                <a:lnTo>
                  <a:pt x="10739" y="8231"/>
                </a:lnTo>
                <a:lnTo>
                  <a:pt x="10800" y="8290"/>
                </a:lnTo>
                <a:lnTo>
                  <a:pt x="10920" y="8349"/>
                </a:lnTo>
                <a:lnTo>
                  <a:pt x="10981" y="8406"/>
                </a:lnTo>
                <a:lnTo>
                  <a:pt x="11101" y="8406"/>
                </a:lnTo>
                <a:lnTo>
                  <a:pt x="11223" y="8349"/>
                </a:lnTo>
                <a:lnTo>
                  <a:pt x="11284" y="8231"/>
                </a:lnTo>
                <a:lnTo>
                  <a:pt x="11766" y="7472"/>
                </a:lnTo>
                <a:lnTo>
                  <a:pt x="12188" y="6772"/>
                </a:lnTo>
                <a:lnTo>
                  <a:pt x="12731" y="7122"/>
                </a:lnTo>
                <a:lnTo>
                  <a:pt x="12308" y="7531"/>
                </a:lnTo>
                <a:lnTo>
                  <a:pt x="11705" y="8174"/>
                </a:lnTo>
                <a:lnTo>
                  <a:pt x="11645" y="8290"/>
                </a:lnTo>
                <a:lnTo>
                  <a:pt x="11585" y="8349"/>
                </a:lnTo>
                <a:lnTo>
                  <a:pt x="11645" y="8465"/>
                </a:lnTo>
                <a:lnTo>
                  <a:pt x="11705" y="8524"/>
                </a:lnTo>
                <a:lnTo>
                  <a:pt x="11826" y="8581"/>
                </a:lnTo>
                <a:lnTo>
                  <a:pt x="11946" y="8640"/>
                </a:lnTo>
                <a:lnTo>
                  <a:pt x="12067" y="8640"/>
                </a:lnTo>
                <a:lnTo>
                  <a:pt x="12127" y="8524"/>
                </a:lnTo>
                <a:lnTo>
                  <a:pt x="12428" y="8231"/>
                </a:lnTo>
                <a:lnTo>
                  <a:pt x="12731" y="7940"/>
                </a:lnTo>
                <a:lnTo>
                  <a:pt x="12851" y="7647"/>
                </a:lnTo>
                <a:lnTo>
                  <a:pt x="12973" y="7297"/>
                </a:lnTo>
                <a:lnTo>
                  <a:pt x="13938" y="7940"/>
                </a:lnTo>
                <a:lnTo>
                  <a:pt x="13335" y="8465"/>
                </a:lnTo>
                <a:lnTo>
                  <a:pt x="12851" y="9107"/>
                </a:lnTo>
                <a:lnTo>
                  <a:pt x="12792" y="9224"/>
                </a:lnTo>
                <a:lnTo>
                  <a:pt x="12792" y="9283"/>
                </a:lnTo>
                <a:lnTo>
                  <a:pt x="12851" y="9458"/>
                </a:lnTo>
                <a:lnTo>
                  <a:pt x="12973" y="9516"/>
                </a:lnTo>
                <a:lnTo>
                  <a:pt x="13154" y="9516"/>
                </a:lnTo>
                <a:lnTo>
                  <a:pt x="13213" y="9458"/>
                </a:lnTo>
                <a:lnTo>
                  <a:pt x="13697" y="8756"/>
                </a:lnTo>
                <a:lnTo>
                  <a:pt x="14119" y="8056"/>
                </a:lnTo>
                <a:lnTo>
                  <a:pt x="14843" y="8524"/>
                </a:lnTo>
                <a:lnTo>
                  <a:pt x="14420" y="8932"/>
                </a:lnTo>
                <a:lnTo>
                  <a:pt x="14119" y="9224"/>
                </a:lnTo>
                <a:lnTo>
                  <a:pt x="13998" y="9399"/>
                </a:lnTo>
                <a:lnTo>
                  <a:pt x="13938" y="9633"/>
                </a:lnTo>
                <a:lnTo>
                  <a:pt x="13575" y="10159"/>
                </a:lnTo>
                <a:lnTo>
                  <a:pt x="13516" y="10275"/>
                </a:lnTo>
                <a:lnTo>
                  <a:pt x="13575" y="10450"/>
                </a:lnTo>
                <a:lnTo>
                  <a:pt x="13636" y="10509"/>
                </a:lnTo>
                <a:lnTo>
                  <a:pt x="13756" y="10568"/>
                </a:lnTo>
                <a:lnTo>
                  <a:pt x="13938" y="10568"/>
                </a:lnTo>
                <a:lnTo>
                  <a:pt x="14058" y="10450"/>
                </a:lnTo>
                <a:lnTo>
                  <a:pt x="14481" y="9866"/>
                </a:lnTo>
                <a:lnTo>
                  <a:pt x="14601" y="9750"/>
                </a:lnTo>
                <a:lnTo>
                  <a:pt x="14721" y="9575"/>
                </a:lnTo>
                <a:lnTo>
                  <a:pt x="14963" y="9224"/>
                </a:lnTo>
                <a:lnTo>
                  <a:pt x="15205" y="8815"/>
                </a:lnTo>
                <a:lnTo>
                  <a:pt x="15687" y="9107"/>
                </a:lnTo>
                <a:lnTo>
                  <a:pt x="15386" y="9399"/>
                </a:lnTo>
                <a:lnTo>
                  <a:pt x="15144" y="9750"/>
                </a:lnTo>
                <a:lnTo>
                  <a:pt x="14721" y="10216"/>
                </a:lnTo>
                <a:lnTo>
                  <a:pt x="14601" y="10450"/>
                </a:lnTo>
                <a:lnTo>
                  <a:pt x="14540" y="10743"/>
                </a:lnTo>
                <a:lnTo>
                  <a:pt x="14662" y="10859"/>
                </a:lnTo>
                <a:lnTo>
                  <a:pt x="14721" y="10918"/>
                </a:lnTo>
                <a:lnTo>
                  <a:pt x="14782" y="10918"/>
                </a:lnTo>
                <a:lnTo>
                  <a:pt x="15024" y="10800"/>
                </a:lnTo>
                <a:lnTo>
                  <a:pt x="15205" y="10568"/>
                </a:lnTo>
                <a:lnTo>
                  <a:pt x="15447" y="10159"/>
                </a:lnTo>
                <a:lnTo>
                  <a:pt x="15687" y="9750"/>
                </a:lnTo>
                <a:lnTo>
                  <a:pt x="15989" y="9341"/>
                </a:lnTo>
                <a:lnTo>
                  <a:pt x="16774" y="9925"/>
                </a:lnTo>
                <a:lnTo>
                  <a:pt x="16532" y="10216"/>
                </a:lnTo>
                <a:lnTo>
                  <a:pt x="16230" y="10568"/>
                </a:lnTo>
                <a:lnTo>
                  <a:pt x="15929" y="10918"/>
                </a:lnTo>
                <a:lnTo>
                  <a:pt x="15809" y="11150"/>
                </a:lnTo>
                <a:lnTo>
                  <a:pt x="15748" y="11325"/>
                </a:lnTo>
                <a:lnTo>
                  <a:pt x="15748" y="11443"/>
                </a:lnTo>
                <a:lnTo>
                  <a:pt x="15809" y="11559"/>
                </a:lnTo>
                <a:lnTo>
                  <a:pt x="16049" y="11559"/>
                </a:lnTo>
                <a:lnTo>
                  <a:pt x="16230" y="11443"/>
                </a:lnTo>
                <a:lnTo>
                  <a:pt x="16351" y="11268"/>
                </a:lnTo>
                <a:lnTo>
                  <a:pt x="16652" y="10859"/>
                </a:lnTo>
                <a:lnTo>
                  <a:pt x="16894" y="10509"/>
                </a:lnTo>
                <a:lnTo>
                  <a:pt x="17075" y="10159"/>
                </a:lnTo>
                <a:lnTo>
                  <a:pt x="17920" y="10859"/>
                </a:lnTo>
                <a:lnTo>
                  <a:pt x="17980" y="10918"/>
                </a:lnTo>
                <a:lnTo>
                  <a:pt x="17498" y="11500"/>
                </a:lnTo>
                <a:lnTo>
                  <a:pt x="17075" y="12084"/>
                </a:lnTo>
                <a:lnTo>
                  <a:pt x="16894" y="12259"/>
                </a:lnTo>
                <a:lnTo>
                  <a:pt x="16894" y="12434"/>
                </a:lnTo>
                <a:lnTo>
                  <a:pt x="17014" y="12610"/>
                </a:lnTo>
                <a:lnTo>
                  <a:pt x="17136" y="12668"/>
                </a:lnTo>
                <a:lnTo>
                  <a:pt x="17256" y="12610"/>
                </a:lnTo>
                <a:lnTo>
                  <a:pt x="17317" y="12552"/>
                </a:lnTo>
                <a:lnTo>
                  <a:pt x="17799" y="11909"/>
                </a:lnTo>
                <a:lnTo>
                  <a:pt x="18282" y="11209"/>
                </a:lnTo>
                <a:lnTo>
                  <a:pt x="18825" y="11852"/>
                </a:lnTo>
                <a:lnTo>
                  <a:pt x="18583" y="12259"/>
                </a:lnTo>
                <a:lnTo>
                  <a:pt x="18342" y="12668"/>
                </a:lnTo>
                <a:lnTo>
                  <a:pt x="18041" y="13135"/>
                </a:lnTo>
                <a:lnTo>
                  <a:pt x="17980" y="13428"/>
                </a:lnTo>
                <a:lnTo>
                  <a:pt x="17980" y="13662"/>
                </a:lnTo>
                <a:lnTo>
                  <a:pt x="18041" y="13778"/>
                </a:lnTo>
                <a:lnTo>
                  <a:pt x="18161" y="13778"/>
                </a:lnTo>
                <a:lnTo>
                  <a:pt x="18402" y="13662"/>
                </a:lnTo>
                <a:lnTo>
                  <a:pt x="18523" y="13486"/>
                </a:lnTo>
                <a:lnTo>
                  <a:pt x="18764" y="13019"/>
                </a:lnTo>
                <a:lnTo>
                  <a:pt x="19126" y="12259"/>
                </a:lnTo>
                <a:lnTo>
                  <a:pt x="19429" y="12727"/>
                </a:lnTo>
                <a:lnTo>
                  <a:pt x="19730" y="13194"/>
                </a:lnTo>
                <a:lnTo>
                  <a:pt x="19429" y="13837"/>
                </a:lnTo>
                <a:lnTo>
                  <a:pt x="19126" y="14478"/>
                </a:lnTo>
                <a:lnTo>
                  <a:pt x="18945" y="14478"/>
                </a:lnTo>
                <a:lnTo>
                  <a:pt x="18764" y="14828"/>
                </a:lnTo>
                <a:lnTo>
                  <a:pt x="18644" y="15121"/>
                </a:lnTo>
                <a:lnTo>
                  <a:pt x="18644" y="15353"/>
                </a:lnTo>
                <a:lnTo>
                  <a:pt x="18764" y="15471"/>
                </a:lnTo>
                <a:lnTo>
                  <a:pt x="19065" y="15471"/>
                </a:lnTo>
                <a:lnTo>
                  <a:pt x="19126" y="15412"/>
                </a:lnTo>
                <a:lnTo>
                  <a:pt x="19429" y="15003"/>
                </a:lnTo>
                <a:lnTo>
                  <a:pt x="19669" y="14596"/>
                </a:lnTo>
                <a:lnTo>
                  <a:pt x="19911" y="14187"/>
                </a:lnTo>
                <a:lnTo>
                  <a:pt x="20031" y="13778"/>
                </a:lnTo>
                <a:lnTo>
                  <a:pt x="20273" y="14362"/>
                </a:lnTo>
                <a:lnTo>
                  <a:pt x="20514" y="15003"/>
                </a:lnTo>
                <a:lnTo>
                  <a:pt x="19850" y="16055"/>
                </a:lnTo>
                <a:lnTo>
                  <a:pt x="19730" y="16055"/>
                </a:lnTo>
                <a:lnTo>
                  <a:pt x="19610" y="16346"/>
                </a:lnTo>
                <a:lnTo>
                  <a:pt x="19488" y="16580"/>
                </a:lnTo>
                <a:lnTo>
                  <a:pt x="19488" y="16755"/>
                </a:lnTo>
                <a:lnTo>
                  <a:pt x="19610" y="16872"/>
                </a:lnTo>
                <a:lnTo>
                  <a:pt x="19850" y="16872"/>
                </a:lnTo>
                <a:lnTo>
                  <a:pt x="19972" y="16813"/>
                </a:lnTo>
                <a:lnTo>
                  <a:pt x="20333" y="16230"/>
                </a:lnTo>
                <a:lnTo>
                  <a:pt x="20695" y="15646"/>
                </a:lnTo>
                <a:lnTo>
                  <a:pt x="20876" y="16638"/>
                </a:lnTo>
                <a:lnTo>
                  <a:pt x="20575" y="16931"/>
                </a:lnTo>
                <a:lnTo>
                  <a:pt x="20092" y="17631"/>
                </a:lnTo>
                <a:lnTo>
                  <a:pt x="20031" y="17865"/>
                </a:lnTo>
                <a:lnTo>
                  <a:pt x="20031" y="18097"/>
                </a:lnTo>
                <a:lnTo>
                  <a:pt x="20092" y="18156"/>
                </a:lnTo>
                <a:lnTo>
                  <a:pt x="20153" y="18156"/>
                </a:lnTo>
                <a:lnTo>
                  <a:pt x="20333" y="18097"/>
                </a:lnTo>
                <a:lnTo>
                  <a:pt x="20514" y="17981"/>
                </a:lnTo>
                <a:lnTo>
                  <a:pt x="20876" y="17281"/>
                </a:lnTo>
                <a:lnTo>
                  <a:pt x="20937" y="17806"/>
                </a:lnTo>
                <a:lnTo>
                  <a:pt x="20815" y="18740"/>
                </a:lnTo>
                <a:lnTo>
                  <a:pt x="20575" y="18974"/>
                </a:lnTo>
                <a:lnTo>
                  <a:pt x="20333" y="19206"/>
                </a:lnTo>
                <a:lnTo>
                  <a:pt x="20273" y="19440"/>
                </a:lnTo>
                <a:lnTo>
                  <a:pt x="20273" y="19556"/>
                </a:lnTo>
                <a:lnTo>
                  <a:pt x="20333" y="19674"/>
                </a:lnTo>
                <a:lnTo>
                  <a:pt x="20454" y="19732"/>
                </a:lnTo>
                <a:lnTo>
                  <a:pt x="20514" y="19732"/>
                </a:lnTo>
                <a:lnTo>
                  <a:pt x="20756" y="19556"/>
                </a:lnTo>
                <a:lnTo>
                  <a:pt x="20815" y="20141"/>
                </a:lnTo>
                <a:lnTo>
                  <a:pt x="20876" y="20199"/>
                </a:lnTo>
                <a:lnTo>
                  <a:pt x="20937" y="20141"/>
                </a:lnTo>
                <a:lnTo>
                  <a:pt x="21057" y="19966"/>
                </a:lnTo>
                <a:lnTo>
                  <a:pt x="21238" y="19732"/>
                </a:lnTo>
                <a:lnTo>
                  <a:pt x="21419" y="19206"/>
                </a:lnTo>
                <a:lnTo>
                  <a:pt x="21539" y="18681"/>
                </a:lnTo>
                <a:lnTo>
                  <a:pt x="21600" y="18156"/>
                </a:lnTo>
                <a:lnTo>
                  <a:pt x="21600" y="16931"/>
                </a:lnTo>
                <a:lnTo>
                  <a:pt x="21539" y="16288"/>
                </a:lnTo>
                <a:lnTo>
                  <a:pt x="21419" y="15703"/>
                </a:lnTo>
                <a:lnTo>
                  <a:pt x="21299" y="15062"/>
                </a:lnTo>
                <a:lnTo>
                  <a:pt x="21118" y="14419"/>
                </a:lnTo>
                <a:lnTo>
                  <a:pt x="20876" y="13837"/>
                </a:lnTo>
                <a:lnTo>
                  <a:pt x="20634" y="13253"/>
                </a:lnTo>
                <a:lnTo>
                  <a:pt x="20273" y="12668"/>
                </a:lnTo>
                <a:lnTo>
                  <a:pt x="19972" y="12143"/>
                </a:lnTo>
                <a:lnTo>
                  <a:pt x="19549" y="11618"/>
                </a:lnTo>
                <a:lnTo>
                  <a:pt x="19126" y="11093"/>
                </a:lnTo>
                <a:lnTo>
                  <a:pt x="18644" y="10568"/>
                </a:lnTo>
                <a:lnTo>
                  <a:pt x="18161" y="10100"/>
                </a:lnTo>
                <a:lnTo>
                  <a:pt x="17014" y="9166"/>
                </a:lnTo>
                <a:lnTo>
                  <a:pt x="15868" y="8349"/>
                </a:lnTo>
                <a:lnTo>
                  <a:pt x="14662" y="7531"/>
                </a:lnTo>
                <a:lnTo>
                  <a:pt x="14782" y="7065"/>
                </a:lnTo>
                <a:lnTo>
                  <a:pt x="14843" y="6656"/>
                </a:lnTo>
                <a:lnTo>
                  <a:pt x="14902" y="5663"/>
                </a:lnTo>
                <a:lnTo>
                  <a:pt x="14963" y="4612"/>
                </a:lnTo>
                <a:lnTo>
                  <a:pt x="15266" y="350"/>
                </a:lnTo>
                <a:lnTo>
                  <a:pt x="15205" y="175"/>
                </a:lnTo>
                <a:lnTo>
                  <a:pt x="15144" y="59"/>
                </a:lnTo>
                <a:lnTo>
                  <a:pt x="14963" y="0"/>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175" name="Google Shape;498;p10"/>
          <p:cNvSpPr/>
          <p:nvPr/>
        </p:nvSpPr>
        <p:spPr>
          <a:xfrm>
            <a:off x="8699355" y="179112"/>
            <a:ext cx="521293" cy="53896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211" y="6172"/>
                </a:moveTo>
                <a:lnTo>
                  <a:pt x="16081" y="6214"/>
                </a:lnTo>
                <a:lnTo>
                  <a:pt x="15951" y="6255"/>
                </a:lnTo>
                <a:lnTo>
                  <a:pt x="15866" y="6339"/>
                </a:lnTo>
                <a:lnTo>
                  <a:pt x="15693" y="6547"/>
                </a:lnTo>
                <a:lnTo>
                  <a:pt x="15693" y="6797"/>
                </a:lnTo>
                <a:lnTo>
                  <a:pt x="15736" y="6839"/>
                </a:lnTo>
                <a:lnTo>
                  <a:pt x="15780" y="6881"/>
                </a:lnTo>
                <a:lnTo>
                  <a:pt x="15866" y="6881"/>
                </a:lnTo>
                <a:lnTo>
                  <a:pt x="15951" y="6797"/>
                </a:lnTo>
                <a:lnTo>
                  <a:pt x="16038" y="6756"/>
                </a:lnTo>
                <a:lnTo>
                  <a:pt x="16124" y="6589"/>
                </a:lnTo>
                <a:lnTo>
                  <a:pt x="16253" y="6422"/>
                </a:lnTo>
                <a:lnTo>
                  <a:pt x="16340" y="6255"/>
                </a:lnTo>
                <a:lnTo>
                  <a:pt x="16340" y="6172"/>
                </a:lnTo>
                <a:close/>
                <a:moveTo>
                  <a:pt x="15564" y="6922"/>
                </a:moveTo>
                <a:lnTo>
                  <a:pt x="15478" y="6964"/>
                </a:lnTo>
                <a:lnTo>
                  <a:pt x="15305" y="7172"/>
                </a:lnTo>
                <a:lnTo>
                  <a:pt x="15176" y="7381"/>
                </a:lnTo>
                <a:lnTo>
                  <a:pt x="15132" y="7422"/>
                </a:lnTo>
                <a:lnTo>
                  <a:pt x="15132" y="7506"/>
                </a:lnTo>
                <a:lnTo>
                  <a:pt x="15219" y="7589"/>
                </a:lnTo>
                <a:lnTo>
                  <a:pt x="15305" y="7631"/>
                </a:lnTo>
                <a:lnTo>
                  <a:pt x="15392" y="7589"/>
                </a:lnTo>
                <a:lnTo>
                  <a:pt x="15434" y="7547"/>
                </a:lnTo>
                <a:lnTo>
                  <a:pt x="15564" y="7339"/>
                </a:lnTo>
                <a:lnTo>
                  <a:pt x="15693" y="7131"/>
                </a:lnTo>
                <a:lnTo>
                  <a:pt x="15736" y="7047"/>
                </a:lnTo>
                <a:lnTo>
                  <a:pt x="15651" y="6964"/>
                </a:lnTo>
                <a:lnTo>
                  <a:pt x="15564" y="6922"/>
                </a:lnTo>
                <a:close/>
                <a:moveTo>
                  <a:pt x="20264" y="7297"/>
                </a:moveTo>
                <a:lnTo>
                  <a:pt x="20608" y="7631"/>
                </a:lnTo>
                <a:lnTo>
                  <a:pt x="20565" y="7631"/>
                </a:lnTo>
                <a:lnTo>
                  <a:pt x="20435" y="7756"/>
                </a:lnTo>
                <a:lnTo>
                  <a:pt x="20393" y="7589"/>
                </a:lnTo>
                <a:lnTo>
                  <a:pt x="20264" y="7297"/>
                </a:lnTo>
                <a:close/>
                <a:moveTo>
                  <a:pt x="14917" y="7714"/>
                </a:moveTo>
                <a:lnTo>
                  <a:pt x="14788" y="7798"/>
                </a:lnTo>
                <a:lnTo>
                  <a:pt x="14615" y="7923"/>
                </a:lnTo>
                <a:lnTo>
                  <a:pt x="14573" y="8089"/>
                </a:lnTo>
                <a:lnTo>
                  <a:pt x="14529" y="8173"/>
                </a:lnTo>
                <a:lnTo>
                  <a:pt x="14573" y="8214"/>
                </a:lnTo>
                <a:lnTo>
                  <a:pt x="14659" y="8299"/>
                </a:lnTo>
                <a:lnTo>
                  <a:pt x="14788" y="8299"/>
                </a:lnTo>
                <a:lnTo>
                  <a:pt x="14831" y="8256"/>
                </a:lnTo>
                <a:lnTo>
                  <a:pt x="14874" y="8173"/>
                </a:lnTo>
                <a:lnTo>
                  <a:pt x="14961" y="8006"/>
                </a:lnTo>
                <a:lnTo>
                  <a:pt x="15046" y="7964"/>
                </a:lnTo>
                <a:lnTo>
                  <a:pt x="15090" y="7881"/>
                </a:lnTo>
                <a:lnTo>
                  <a:pt x="15132" y="7798"/>
                </a:lnTo>
                <a:lnTo>
                  <a:pt x="15132" y="7756"/>
                </a:lnTo>
                <a:lnTo>
                  <a:pt x="15090" y="7756"/>
                </a:lnTo>
                <a:lnTo>
                  <a:pt x="15003" y="7714"/>
                </a:lnTo>
                <a:close/>
                <a:moveTo>
                  <a:pt x="20652" y="7673"/>
                </a:moveTo>
                <a:lnTo>
                  <a:pt x="20954" y="8006"/>
                </a:lnTo>
                <a:lnTo>
                  <a:pt x="21212" y="8381"/>
                </a:lnTo>
                <a:lnTo>
                  <a:pt x="20954" y="8632"/>
                </a:lnTo>
                <a:lnTo>
                  <a:pt x="20954" y="8549"/>
                </a:lnTo>
                <a:lnTo>
                  <a:pt x="20996" y="8339"/>
                </a:lnTo>
                <a:lnTo>
                  <a:pt x="20954" y="8089"/>
                </a:lnTo>
                <a:lnTo>
                  <a:pt x="20954" y="8048"/>
                </a:lnTo>
                <a:lnTo>
                  <a:pt x="20867" y="7964"/>
                </a:lnTo>
                <a:lnTo>
                  <a:pt x="20781" y="7964"/>
                </a:lnTo>
                <a:lnTo>
                  <a:pt x="20737" y="8006"/>
                </a:lnTo>
                <a:lnTo>
                  <a:pt x="20781" y="8048"/>
                </a:lnTo>
                <a:lnTo>
                  <a:pt x="20737" y="8214"/>
                </a:lnTo>
                <a:lnTo>
                  <a:pt x="20694" y="8464"/>
                </a:lnTo>
                <a:lnTo>
                  <a:pt x="20608" y="8716"/>
                </a:lnTo>
                <a:lnTo>
                  <a:pt x="20608" y="9049"/>
                </a:lnTo>
                <a:lnTo>
                  <a:pt x="20134" y="9758"/>
                </a:lnTo>
                <a:lnTo>
                  <a:pt x="20177" y="9341"/>
                </a:lnTo>
                <a:lnTo>
                  <a:pt x="20264" y="8924"/>
                </a:lnTo>
                <a:lnTo>
                  <a:pt x="20435" y="8674"/>
                </a:lnTo>
                <a:lnTo>
                  <a:pt x="20435" y="8549"/>
                </a:lnTo>
                <a:lnTo>
                  <a:pt x="20522" y="8507"/>
                </a:lnTo>
                <a:lnTo>
                  <a:pt x="20565" y="8464"/>
                </a:lnTo>
                <a:lnTo>
                  <a:pt x="20608" y="8381"/>
                </a:lnTo>
                <a:lnTo>
                  <a:pt x="20608" y="8256"/>
                </a:lnTo>
                <a:lnTo>
                  <a:pt x="20565" y="8048"/>
                </a:lnTo>
                <a:lnTo>
                  <a:pt x="20652" y="7673"/>
                </a:lnTo>
                <a:close/>
                <a:moveTo>
                  <a:pt x="19832" y="10049"/>
                </a:moveTo>
                <a:lnTo>
                  <a:pt x="19918" y="10091"/>
                </a:lnTo>
                <a:lnTo>
                  <a:pt x="19832" y="10174"/>
                </a:lnTo>
                <a:lnTo>
                  <a:pt x="19832" y="10049"/>
                </a:lnTo>
                <a:close/>
                <a:moveTo>
                  <a:pt x="13452" y="9758"/>
                </a:moveTo>
                <a:lnTo>
                  <a:pt x="13408" y="9799"/>
                </a:lnTo>
                <a:lnTo>
                  <a:pt x="13279" y="9841"/>
                </a:lnTo>
                <a:lnTo>
                  <a:pt x="13149" y="10008"/>
                </a:lnTo>
                <a:lnTo>
                  <a:pt x="13149" y="10216"/>
                </a:lnTo>
                <a:lnTo>
                  <a:pt x="13193" y="10258"/>
                </a:lnTo>
                <a:lnTo>
                  <a:pt x="13408" y="10258"/>
                </a:lnTo>
                <a:lnTo>
                  <a:pt x="13452" y="10216"/>
                </a:lnTo>
                <a:lnTo>
                  <a:pt x="13581" y="10008"/>
                </a:lnTo>
                <a:lnTo>
                  <a:pt x="13581" y="9841"/>
                </a:lnTo>
                <a:lnTo>
                  <a:pt x="13537" y="9799"/>
                </a:lnTo>
                <a:lnTo>
                  <a:pt x="13452" y="9758"/>
                </a:lnTo>
                <a:close/>
                <a:moveTo>
                  <a:pt x="19487" y="10008"/>
                </a:moveTo>
                <a:lnTo>
                  <a:pt x="19487" y="10299"/>
                </a:lnTo>
                <a:lnTo>
                  <a:pt x="19530" y="10424"/>
                </a:lnTo>
                <a:lnTo>
                  <a:pt x="19574" y="10508"/>
                </a:lnTo>
                <a:lnTo>
                  <a:pt x="19272" y="10926"/>
                </a:lnTo>
                <a:lnTo>
                  <a:pt x="19228" y="10676"/>
                </a:lnTo>
                <a:lnTo>
                  <a:pt x="19186" y="10424"/>
                </a:lnTo>
                <a:lnTo>
                  <a:pt x="19186" y="10341"/>
                </a:lnTo>
                <a:lnTo>
                  <a:pt x="19487" y="10008"/>
                </a:lnTo>
                <a:close/>
                <a:moveTo>
                  <a:pt x="18884" y="10676"/>
                </a:moveTo>
                <a:lnTo>
                  <a:pt x="18884" y="11009"/>
                </a:lnTo>
                <a:lnTo>
                  <a:pt x="18926" y="11134"/>
                </a:lnTo>
                <a:lnTo>
                  <a:pt x="19013" y="11301"/>
                </a:lnTo>
                <a:lnTo>
                  <a:pt x="18797" y="11551"/>
                </a:lnTo>
                <a:lnTo>
                  <a:pt x="18711" y="11718"/>
                </a:lnTo>
                <a:lnTo>
                  <a:pt x="18755" y="11217"/>
                </a:lnTo>
                <a:lnTo>
                  <a:pt x="18711" y="11134"/>
                </a:lnTo>
                <a:lnTo>
                  <a:pt x="18625" y="11092"/>
                </a:lnTo>
                <a:lnTo>
                  <a:pt x="18582" y="11051"/>
                </a:lnTo>
                <a:lnTo>
                  <a:pt x="18884" y="10676"/>
                </a:lnTo>
                <a:close/>
                <a:moveTo>
                  <a:pt x="11296" y="2669"/>
                </a:moveTo>
                <a:lnTo>
                  <a:pt x="11252" y="2752"/>
                </a:lnTo>
                <a:lnTo>
                  <a:pt x="10735" y="3252"/>
                </a:lnTo>
                <a:lnTo>
                  <a:pt x="10304" y="3837"/>
                </a:lnTo>
                <a:lnTo>
                  <a:pt x="9399" y="4962"/>
                </a:lnTo>
                <a:lnTo>
                  <a:pt x="8968" y="5546"/>
                </a:lnTo>
                <a:lnTo>
                  <a:pt x="8494" y="6089"/>
                </a:lnTo>
                <a:lnTo>
                  <a:pt x="8019" y="6630"/>
                </a:lnTo>
                <a:lnTo>
                  <a:pt x="7459" y="7131"/>
                </a:lnTo>
                <a:lnTo>
                  <a:pt x="7373" y="7214"/>
                </a:lnTo>
                <a:lnTo>
                  <a:pt x="7373" y="7339"/>
                </a:lnTo>
                <a:lnTo>
                  <a:pt x="7329" y="7339"/>
                </a:lnTo>
                <a:lnTo>
                  <a:pt x="7243" y="7381"/>
                </a:lnTo>
                <a:lnTo>
                  <a:pt x="7243" y="7464"/>
                </a:lnTo>
                <a:lnTo>
                  <a:pt x="7286" y="7506"/>
                </a:lnTo>
                <a:lnTo>
                  <a:pt x="7415" y="7714"/>
                </a:lnTo>
                <a:lnTo>
                  <a:pt x="7631" y="7923"/>
                </a:lnTo>
                <a:lnTo>
                  <a:pt x="8019" y="8256"/>
                </a:lnTo>
                <a:lnTo>
                  <a:pt x="8924" y="8882"/>
                </a:lnTo>
                <a:lnTo>
                  <a:pt x="9916" y="9507"/>
                </a:lnTo>
                <a:lnTo>
                  <a:pt x="10131" y="9674"/>
                </a:lnTo>
                <a:lnTo>
                  <a:pt x="10304" y="9883"/>
                </a:lnTo>
                <a:lnTo>
                  <a:pt x="10650" y="10299"/>
                </a:lnTo>
                <a:lnTo>
                  <a:pt x="10821" y="10466"/>
                </a:lnTo>
                <a:lnTo>
                  <a:pt x="11037" y="10633"/>
                </a:lnTo>
                <a:lnTo>
                  <a:pt x="11469" y="10884"/>
                </a:lnTo>
                <a:lnTo>
                  <a:pt x="12503" y="11551"/>
                </a:lnTo>
                <a:lnTo>
                  <a:pt x="13495" y="12259"/>
                </a:lnTo>
                <a:lnTo>
                  <a:pt x="14443" y="12968"/>
                </a:lnTo>
                <a:lnTo>
                  <a:pt x="14529" y="13010"/>
                </a:lnTo>
                <a:lnTo>
                  <a:pt x="14659" y="13010"/>
                </a:lnTo>
                <a:lnTo>
                  <a:pt x="14744" y="12968"/>
                </a:lnTo>
                <a:lnTo>
                  <a:pt x="14788" y="12926"/>
                </a:lnTo>
                <a:lnTo>
                  <a:pt x="14831" y="12843"/>
                </a:lnTo>
                <a:lnTo>
                  <a:pt x="14874" y="12718"/>
                </a:lnTo>
                <a:lnTo>
                  <a:pt x="14831" y="12635"/>
                </a:lnTo>
                <a:lnTo>
                  <a:pt x="14744" y="12551"/>
                </a:lnTo>
                <a:lnTo>
                  <a:pt x="13839" y="11843"/>
                </a:lnTo>
                <a:lnTo>
                  <a:pt x="13883" y="11801"/>
                </a:lnTo>
                <a:lnTo>
                  <a:pt x="14012" y="11593"/>
                </a:lnTo>
                <a:lnTo>
                  <a:pt x="14098" y="11384"/>
                </a:lnTo>
                <a:lnTo>
                  <a:pt x="14098" y="11301"/>
                </a:lnTo>
                <a:lnTo>
                  <a:pt x="14054" y="11259"/>
                </a:lnTo>
                <a:lnTo>
                  <a:pt x="13969" y="11259"/>
                </a:lnTo>
                <a:lnTo>
                  <a:pt x="13796" y="11426"/>
                </a:lnTo>
                <a:lnTo>
                  <a:pt x="13624" y="11634"/>
                </a:lnTo>
                <a:lnTo>
                  <a:pt x="13581" y="11676"/>
                </a:lnTo>
                <a:lnTo>
                  <a:pt x="12934" y="11217"/>
                </a:lnTo>
                <a:lnTo>
                  <a:pt x="12718" y="11092"/>
                </a:lnTo>
                <a:lnTo>
                  <a:pt x="12762" y="11009"/>
                </a:lnTo>
                <a:lnTo>
                  <a:pt x="12805" y="10926"/>
                </a:lnTo>
                <a:lnTo>
                  <a:pt x="12977" y="10759"/>
                </a:lnTo>
                <a:lnTo>
                  <a:pt x="13020" y="10716"/>
                </a:lnTo>
                <a:lnTo>
                  <a:pt x="13020" y="10591"/>
                </a:lnTo>
                <a:lnTo>
                  <a:pt x="12934" y="10550"/>
                </a:lnTo>
                <a:lnTo>
                  <a:pt x="12891" y="10591"/>
                </a:lnTo>
                <a:lnTo>
                  <a:pt x="12805" y="10550"/>
                </a:lnTo>
                <a:lnTo>
                  <a:pt x="12718" y="10591"/>
                </a:lnTo>
                <a:lnTo>
                  <a:pt x="12589" y="10716"/>
                </a:lnTo>
                <a:lnTo>
                  <a:pt x="12460" y="10884"/>
                </a:lnTo>
                <a:lnTo>
                  <a:pt x="11899" y="10550"/>
                </a:lnTo>
                <a:lnTo>
                  <a:pt x="11813" y="10466"/>
                </a:lnTo>
                <a:lnTo>
                  <a:pt x="12028" y="10133"/>
                </a:lnTo>
                <a:lnTo>
                  <a:pt x="12028" y="10008"/>
                </a:lnTo>
                <a:lnTo>
                  <a:pt x="11986" y="9924"/>
                </a:lnTo>
                <a:lnTo>
                  <a:pt x="11857" y="9883"/>
                </a:lnTo>
                <a:lnTo>
                  <a:pt x="11813" y="9924"/>
                </a:lnTo>
                <a:lnTo>
                  <a:pt x="11770" y="9966"/>
                </a:lnTo>
                <a:lnTo>
                  <a:pt x="11469" y="10299"/>
                </a:lnTo>
                <a:lnTo>
                  <a:pt x="11209" y="10091"/>
                </a:lnTo>
                <a:lnTo>
                  <a:pt x="10994" y="9883"/>
                </a:lnTo>
                <a:lnTo>
                  <a:pt x="10735" y="9591"/>
                </a:lnTo>
                <a:lnTo>
                  <a:pt x="10821" y="9466"/>
                </a:lnTo>
                <a:lnTo>
                  <a:pt x="10908" y="9341"/>
                </a:lnTo>
                <a:lnTo>
                  <a:pt x="10994" y="9049"/>
                </a:lnTo>
                <a:lnTo>
                  <a:pt x="10994" y="8966"/>
                </a:lnTo>
                <a:lnTo>
                  <a:pt x="10950" y="8924"/>
                </a:lnTo>
                <a:lnTo>
                  <a:pt x="10865" y="8924"/>
                </a:lnTo>
                <a:lnTo>
                  <a:pt x="10779" y="8966"/>
                </a:lnTo>
                <a:lnTo>
                  <a:pt x="10563" y="9216"/>
                </a:lnTo>
                <a:lnTo>
                  <a:pt x="10520" y="9299"/>
                </a:lnTo>
                <a:lnTo>
                  <a:pt x="10304" y="9132"/>
                </a:lnTo>
                <a:lnTo>
                  <a:pt x="9787" y="8799"/>
                </a:lnTo>
                <a:lnTo>
                  <a:pt x="9830" y="8464"/>
                </a:lnTo>
                <a:lnTo>
                  <a:pt x="9830" y="8424"/>
                </a:lnTo>
                <a:lnTo>
                  <a:pt x="9787" y="8339"/>
                </a:lnTo>
                <a:lnTo>
                  <a:pt x="9743" y="8299"/>
                </a:lnTo>
                <a:lnTo>
                  <a:pt x="9614" y="8299"/>
                </a:lnTo>
                <a:lnTo>
                  <a:pt x="9528" y="8339"/>
                </a:lnTo>
                <a:lnTo>
                  <a:pt x="9485" y="8464"/>
                </a:lnTo>
                <a:lnTo>
                  <a:pt x="9443" y="8590"/>
                </a:lnTo>
                <a:lnTo>
                  <a:pt x="9356" y="8549"/>
                </a:lnTo>
                <a:lnTo>
                  <a:pt x="8709" y="8089"/>
                </a:lnTo>
                <a:lnTo>
                  <a:pt x="8753" y="8048"/>
                </a:lnTo>
                <a:lnTo>
                  <a:pt x="8838" y="7923"/>
                </a:lnTo>
                <a:lnTo>
                  <a:pt x="8838" y="7798"/>
                </a:lnTo>
                <a:lnTo>
                  <a:pt x="8882" y="7673"/>
                </a:lnTo>
                <a:lnTo>
                  <a:pt x="8838" y="7631"/>
                </a:lnTo>
                <a:lnTo>
                  <a:pt x="8795" y="7631"/>
                </a:lnTo>
                <a:lnTo>
                  <a:pt x="8709" y="7673"/>
                </a:lnTo>
                <a:lnTo>
                  <a:pt x="8623" y="7673"/>
                </a:lnTo>
                <a:lnTo>
                  <a:pt x="8494" y="7756"/>
                </a:lnTo>
                <a:lnTo>
                  <a:pt x="8364" y="7839"/>
                </a:lnTo>
                <a:lnTo>
                  <a:pt x="7804" y="7547"/>
                </a:lnTo>
                <a:lnTo>
                  <a:pt x="7804" y="7506"/>
                </a:lnTo>
                <a:lnTo>
                  <a:pt x="8364" y="7006"/>
                </a:lnTo>
                <a:lnTo>
                  <a:pt x="8882" y="6422"/>
                </a:lnTo>
                <a:lnTo>
                  <a:pt x="8924" y="6505"/>
                </a:lnTo>
                <a:lnTo>
                  <a:pt x="8968" y="6547"/>
                </a:lnTo>
                <a:lnTo>
                  <a:pt x="9097" y="6547"/>
                </a:lnTo>
                <a:lnTo>
                  <a:pt x="9443" y="6339"/>
                </a:lnTo>
                <a:lnTo>
                  <a:pt x="9787" y="6130"/>
                </a:lnTo>
                <a:lnTo>
                  <a:pt x="10131" y="5921"/>
                </a:lnTo>
                <a:lnTo>
                  <a:pt x="10477" y="5712"/>
                </a:lnTo>
                <a:lnTo>
                  <a:pt x="10865" y="5546"/>
                </a:lnTo>
                <a:lnTo>
                  <a:pt x="11252" y="5379"/>
                </a:lnTo>
                <a:lnTo>
                  <a:pt x="11684" y="5296"/>
                </a:lnTo>
                <a:lnTo>
                  <a:pt x="12115" y="5254"/>
                </a:lnTo>
                <a:lnTo>
                  <a:pt x="12330" y="5254"/>
                </a:lnTo>
                <a:lnTo>
                  <a:pt x="12547" y="5296"/>
                </a:lnTo>
                <a:lnTo>
                  <a:pt x="12718" y="5379"/>
                </a:lnTo>
                <a:lnTo>
                  <a:pt x="12847" y="5504"/>
                </a:lnTo>
                <a:lnTo>
                  <a:pt x="12977" y="5671"/>
                </a:lnTo>
                <a:lnTo>
                  <a:pt x="13020" y="5839"/>
                </a:lnTo>
                <a:lnTo>
                  <a:pt x="13106" y="6255"/>
                </a:lnTo>
                <a:lnTo>
                  <a:pt x="13106" y="7589"/>
                </a:lnTo>
                <a:lnTo>
                  <a:pt x="13149" y="7964"/>
                </a:lnTo>
                <a:lnTo>
                  <a:pt x="13235" y="8381"/>
                </a:lnTo>
                <a:lnTo>
                  <a:pt x="13452" y="8757"/>
                </a:lnTo>
                <a:lnTo>
                  <a:pt x="13408" y="8882"/>
                </a:lnTo>
                <a:lnTo>
                  <a:pt x="13366" y="9007"/>
                </a:lnTo>
                <a:lnTo>
                  <a:pt x="13366" y="9257"/>
                </a:lnTo>
                <a:lnTo>
                  <a:pt x="13452" y="9382"/>
                </a:lnTo>
                <a:lnTo>
                  <a:pt x="13495" y="9466"/>
                </a:lnTo>
                <a:lnTo>
                  <a:pt x="13624" y="9549"/>
                </a:lnTo>
                <a:lnTo>
                  <a:pt x="13710" y="9633"/>
                </a:lnTo>
                <a:lnTo>
                  <a:pt x="13839" y="9674"/>
                </a:lnTo>
                <a:lnTo>
                  <a:pt x="14227" y="9674"/>
                </a:lnTo>
                <a:lnTo>
                  <a:pt x="14615" y="9883"/>
                </a:lnTo>
                <a:lnTo>
                  <a:pt x="15003" y="10049"/>
                </a:lnTo>
                <a:lnTo>
                  <a:pt x="15305" y="10091"/>
                </a:lnTo>
                <a:lnTo>
                  <a:pt x="15651" y="10091"/>
                </a:lnTo>
                <a:lnTo>
                  <a:pt x="16038" y="10008"/>
                </a:lnTo>
                <a:lnTo>
                  <a:pt x="16383" y="9883"/>
                </a:lnTo>
                <a:lnTo>
                  <a:pt x="16728" y="9758"/>
                </a:lnTo>
                <a:lnTo>
                  <a:pt x="17029" y="9549"/>
                </a:lnTo>
                <a:lnTo>
                  <a:pt x="17331" y="9341"/>
                </a:lnTo>
                <a:lnTo>
                  <a:pt x="17548" y="9132"/>
                </a:lnTo>
                <a:lnTo>
                  <a:pt x="17590" y="9091"/>
                </a:lnTo>
                <a:lnTo>
                  <a:pt x="17590" y="9007"/>
                </a:lnTo>
                <a:lnTo>
                  <a:pt x="17548" y="8882"/>
                </a:lnTo>
                <a:lnTo>
                  <a:pt x="17418" y="8841"/>
                </a:lnTo>
                <a:lnTo>
                  <a:pt x="17289" y="8841"/>
                </a:lnTo>
                <a:lnTo>
                  <a:pt x="16599" y="9257"/>
                </a:lnTo>
                <a:lnTo>
                  <a:pt x="16253" y="9424"/>
                </a:lnTo>
                <a:lnTo>
                  <a:pt x="15822" y="9549"/>
                </a:lnTo>
                <a:lnTo>
                  <a:pt x="15521" y="9633"/>
                </a:lnTo>
                <a:lnTo>
                  <a:pt x="15176" y="9591"/>
                </a:lnTo>
                <a:lnTo>
                  <a:pt x="14917" y="9507"/>
                </a:lnTo>
                <a:lnTo>
                  <a:pt x="14659" y="9341"/>
                </a:lnTo>
                <a:lnTo>
                  <a:pt x="14744" y="9216"/>
                </a:lnTo>
                <a:lnTo>
                  <a:pt x="14788" y="9049"/>
                </a:lnTo>
                <a:lnTo>
                  <a:pt x="14788" y="8924"/>
                </a:lnTo>
                <a:lnTo>
                  <a:pt x="14744" y="8841"/>
                </a:lnTo>
                <a:lnTo>
                  <a:pt x="14702" y="8799"/>
                </a:lnTo>
                <a:lnTo>
                  <a:pt x="14486" y="8674"/>
                </a:lnTo>
                <a:lnTo>
                  <a:pt x="14271" y="8549"/>
                </a:lnTo>
                <a:lnTo>
                  <a:pt x="13883" y="8549"/>
                </a:lnTo>
                <a:lnTo>
                  <a:pt x="13667" y="8089"/>
                </a:lnTo>
                <a:lnTo>
                  <a:pt x="13537" y="7631"/>
                </a:lnTo>
                <a:lnTo>
                  <a:pt x="13537" y="6839"/>
                </a:lnTo>
                <a:lnTo>
                  <a:pt x="13581" y="6422"/>
                </a:lnTo>
                <a:lnTo>
                  <a:pt x="13537" y="6004"/>
                </a:lnTo>
                <a:lnTo>
                  <a:pt x="13452" y="5671"/>
                </a:lnTo>
                <a:lnTo>
                  <a:pt x="13322" y="5379"/>
                </a:lnTo>
                <a:lnTo>
                  <a:pt x="13149" y="5171"/>
                </a:lnTo>
                <a:lnTo>
                  <a:pt x="12934" y="5004"/>
                </a:lnTo>
                <a:lnTo>
                  <a:pt x="12676" y="4921"/>
                </a:lnTo>
                <a:lnTo>
                  <a:pt x="12417" y="4837"/>
                </a:lnTo>
                <a:lnTo>
                  <a:pt x="11813" y="4837"/>
                </a:lnTo>
                <a:lnTo>
                  <a:pt x="11469" y="4879"/>
                </a:lnTo>
                <a:lnTo>
                  <a:pt x="11123" y="4962"/>
                </a:lnTo>
                <a:lnTo>
                  <a:pt x="10477" y="5212"/>
                </a:lnTo>
                <a:lnTo>
                  <a:pt x="9873" y="5546"/>
                </a:lnTo>
                <a:lnTo>
                  <a:pt x="9356" y="5921"/>
                </a:lnTo>
                <a:lnTo>
                  <a:pt x="9743" y="5421"/>
                </a:lnTo>
                <a:lnTo>
                  <a:pt x="10650" y="4254"/>
                </a:lnTo>
                <a:lnTo>
                  <a:pt x="11123" y="3627"/>
                </a:lnTo>
                <a:lnTo>
                  <a:pt x="11555" y="3002"/>
                </a:lnTo>
                <a:lnTo>
                  <a:pt x="11598" y="2919"/>
                </a:lnTo>
                <a:lnTo>
                  <a:pt x="11598" y="2877"/>
                </a:lnTo>
                <a:lnTo>
                  <a:pt x="11511" y="2752"/>
                </a:lnTo>
                <a:lnTo>
                  <a:pt x="11425" y="2710"/>
                </a:lnTo>
                <a:lnTo>
                  <a:pt x="11382" y="2669"/>
                </a:lnTo>
                <a:close/>
                <a:moveTo>
                  <a:pt x="18409" y="11217"/>
                </a:moveTo>
                <a:lnTo>
                  <a:pt x="18452" y="11259"/>
                </a:lnTo>
                <a:lnTo>
                  <a:pt x="18367" y="11801"/>
                </a:lnTo>
                <a:lnTo>
                  <a:pt x="18409" y="11843"/>
                </a:lnTo>
                <a:lnTo>
                  <a:pt x="18409" y="11884"/>
                </a:lnTo>
                <a:lnTo>
                  <a:pt x="18538" y="11926"/>
                </a:lnTo>
                <a:lnTo>
                  <a:pt x="18150" y="12385"/>
                </a:lnTo>
                <a:lnTo>
                  <a:pt x="18150" y="12301"/>
                </a:lnTo>
                <a:lnTo>
                  <a:pt x="18021" y="11926"/>
                </a:lnTo>
                <a:lnTo>
                  <a:pt x="17978" y="11884"/>
                </a:lnTo>
                <a:lnTo>
                  <a:pt x="17935" y="11884"/>
                </a:lnTo>
                <a:lnTo>
                  <a:pt x="17892" y="11926"/>
                </a:lnTo>
                <a:lnTo>
                  <a:pt x="17892" y="11968"/>
                </a:lnTo>
                <a:lnTo>
                  <a:pt x="17848" y="12301"/>
                </a:lnTo>
                <a:lnTo>
                  <a:pt x="17848" y="12718"/>
                </a:lnTo>
                <a:lnTo>
                  <a:pt x="17892" y="12760"/>
                </a:lnTo>
                <a:lnTo>
                  <a:pt x="17331" y="13469"/>
                </a:lnTo>
                <a:lnTo>
                  <a:pt x="17331" y="12635"/>
                </a:lnTo>
                <a:lnTo>
                  <a:pt x="17289" y="12593"/>
                </a:lnTo>
                <a:lnTo>
                  <a:pt x="18021" y="11718"/>
                </a:lnTo>
                <a:lnTo>
                  <a:pt x="18409" y="11217"/>
                </a:lnTo>
                <a:close/>
                <a:moveTo>
                  <a:pt x="17073" y="12843"/>
                </a:moveTo>
                <a:lnTo>
                  <a:pt x="16987" y="13136"/>
                </a:lnTo>
                <a:lnTo>
                  <a:pt x="16943" y="13386"/>
                </a:lnTo>
                <a:lnTo>
                  <a:pt x="16987" y="13511"/>
                </a:lnTo>
                <a:lnTo>
                  <a:pt x="17029" y="13594"/>
                </a:lnTo>
                <a:lnTo>
                  <a:pt x="17116" y="13636"/>
                </a:lnTo>
                <a:lnTo>
                  <a:pt x="17160" y="13636"/>
                </a:lnTo>
                <a:lnTo>
                  <a:pt x="16599" y="14345"/>
                </a:lnTo>
                <a:lnTo>
                  <a:pt x="16512" y="14386"/>
                </a:lnTo>
                <a:lnTo>
                  <a:pt x="16512" y="13678"/>
                </a:lnTo>
                <a:lnTo>
                  <a:pt x="16470" y="13553"/>
                </a:lnTo>
                <a:lnTo>
                  <a:pt x="17073" y="12843"/>
                </a:lnTo>
                <a:close/>
                <a:moveTo>
                  <a:pt x="5649" y="9091"/>
                </a:moveTo>
                <a:lnTo>
                  <a:pt x="5605" y="9132"/>
                </a:lnTo>
                <a:lnTo>
                  <a:pt x="5605" y="9174"/>
                </a:lnTo>
                <a:lnTo>
                  <a:pt x="5820" y="9341"/>
                </a:lnTo>
                <a:lnTo>
                  <a:pt x="5993" y="9466"/>
                </a:lnTo>
                <a:lnTo>
                  <a:pt x="6554" y="9758"/>
                </a:lnTo>
                <a:lnTo>
                  <a:pt x="7200" y="10049"/>
                </a:lnTo>
                <a:lnTo>
                  <a:pt x="7804" y="10383"/>
                </a:lnTo>
                <a:lnTo>
                  <a:pt x="8364" y="10801"/>
                </a:lnTo>
                <a:lnTo>
                  <a:pt x="8882" y="11176"/>
                </a:lnTo>
                <a:lnTo>
                  <a:pt x="9916" y="12093"/>
                </a:lnTo>
                <a:lnTo>
                  <a:pt x="10865" y="12926"/>
                </a:lnTo>
                <a:lnTo>
                  <a:pt x="11857" y="13761"/>
                </a:lnTo>
                <a:lnTo>
                  <a:pt x="12157" y="14011"/>
                </a:lnTo>
                <a:lnTo>
                  <a:pt x="12632" y="14386"/>
                </a:lnTo>
                <a:lnTo>
                  <a:pt x="12847" y="14511"/>
                </a:lnTo>
                <a:lnTo>
                  <a:pt x="13064" y="14595"/>
                </a:lnTo>
                <a:lnTo>
                  <a:pt x="13193" y="14595"/>
                </a:lnTo>
                <a:lnTo>
                  <a:pt x="13279" y="14553"/>
                </a:lnTo>
                <a:lnTo>
                  <a:pt x="13322" y="14511"/>
                </a:lnTo>
                <a:lnTo>
                  <a:pt x="13366" y="14428"/>
                </a:lnTo>
                <a:lnTo>
                  <a:pt x="13366" y="14303"/>
                </a:lnTo>
                <a:lnTo>
                  <a:pt x="13322" y="14178"/>
                </a:lnTo>
                <a:lnTo>
                  <a:pt x="13106" y="14011"/>
                </a:lnTo>
                <a:lnTo>
                  <a:pt x="12589" y="13636"/>
                </a:lnTo>
                <a:lnTo>
                  <a:pt x="12072" y="13219"/>
                </a:lnTo>
                <a:lnTo>
                  <a:pt x="11037" y="12343"/>
                </a:lnTo>
                <a:lnTo>
                  <a:pt x="10045" y="11426"/>
                </a:lnTo>
                <a:lnTo>
                  <a:pt x="9528" y="11009"/>
                </a:lnTo>
                <a:lnTo>
                  <a:pt x="9053" y="10633"/>
                </a:lnTo>
                <a:lnTo>
                  <a:pt x="8494" y="10258"/>
                </a:lnTo>
                <a:lnTo>
                  <a:pt x="7976" y="9883"/>
                </a:lnTo>
                <a:lnTo>
                  <a:pt x="7415" y="9591"/>
                </a:lnTo>
                <a:lnTo>
                  <a:pt x="6856" y="9341"/>
                </a:lnTo>
                <a:lnTo>
                  <a:pt x="6295" y="9132"/>
                </a:lnTo>
                <a:lnTo>
                  <a:pt x="6122" y="9091"/>
                </a:lnTo>
                <a:close/>
                <a:moveTo>
                  <a:pt x="1121" y="14303"/>
                </a:moveTo>
                <a:lnTo>
                  <a:pt x="1294" y="14428"/>
                </a:lnTo>
                <a:lnTo>
                  <a:pt x="1251" y="14511"/>
                </a:lnTo>
                <a:lnTo>
                  <a:pt x="1251" y="14636"/>
                </a:lnTo>
                <a:lnTo>
                  <a:pt x="1294" y="14595"/>
                </a:lnTo>
                <a:lnTo>
                  <a:pt x="1423" y="14678"/>
                </a:lnTo>
                <a:lnTo>
                  <a:pt x="1466" y="14761"/>
                </a:lnTo>
                <a:lnTo>
                  <a:pt x="1466" y="14845"/>
                </a:lnTo>
                <a:lnTo>
                  <a:pt x="1509" y="15053"/>
                </a:lnTo>
                <a:lnTo>
                  <a:pt x="1165" y="14886"/>
                </a:lnTo>
                <a:lnTo>
                  <a:pt x="992" y="14845"/>
                </a:lnTo>
                <a:lnTo>
                  <a:pt x="819" y="14803"/>
                </a:lnTo>
                <a:lnTo>
                  <a:pt x="992" y="14511"/>
                </a:lnTo>
                <a:lnTo>
                  <a:pt x="1121" y="14303"/>
                </a:lnTo>
                <a:close/>
                <a:moveTo>
                  <a:pt x="3191" y="12343"/>
                </a:moveTo>
                <a:lnTo>
                  <a:pt x="3104" y="12426"/>
                </a:lnTo>
                <a:lnTo>
                  <a:pt x="3104" y="12468"/>
                </a:lnTo>
                <a:lnTo>
                  <a:pt x="3277" y="12676"/>
                </a:lnTo>
                <a:lnTo>
                  <a:pt x="3450" y="12801"/>
                </a:lnTo>
                <a:lnTo>
                  <a:pt x="3881" y="13010"/>
                </a:lnTo>
                <a:lnTo>
                  <a:pt x="4440" y="13386"/>
                </a:lnTo>
                <a:lnTo>
                  <a:pt x="5001" y="13761"/>
                </a:lnTo>
                <a:lnTo>
                  <a:pt x="5993" y="14511"/>
                </a:lnTo>
                <a:lnTo>
                  <a:pt x="6510" y="14886"/>
                </a:lnTo>
                <a:lnTo>
                  <a:pt x="6769" y="15053"/>
                </a:lnTo>
                <a:lnTo>
                  <a:pt x="6898" y="15095"/>
                </a:lnTo>
                <a:lnTo>
                  <a:pt x="7114" y="15095"/>
                </a:lnTo>
                <a:lnTo>
                  <a:pt x="7200" y="15053"/>
                </a:lnTo>
                <a:lnTo>
                  <a:pt x="7243" y="14970"/>
                </a:lnTo>
                <a:lnTo>
                  <a:pt x="7200" y="14845"/>
                </a:lnTo>
                <a:lnTo>
                  <a:pt x="7157" y="14761"/>
                </a:lnTo>
                <a:lnTo>
                  <a:pt x="7071" y="14636"/>
                </a:lnTo>
                <a:lnTo>
                  <a:pt x="6898" y="14470"/>
                </a:lnTo>
                <a:lnTo>
                  <a:pt x="6467" y="14178"/>
                </a:lnTo>
                <a:lnTo>
                  <a:pt x="5303" y="13344"/>
                </a:lnTo>
                <a:lnTo>
                  <a:pt x="4742" y="12968"/>
                </a:lnTo>
                <a:lnTo>
                  <a:pt x="4139" y="12593"/>
                </a:lnTo>
                <a:lnTo>
                  <a:pt x="3923" y="12510"/>
                </a:lnTo>
                <a:lnTo>
                  <a:pt x="3665" y="12385"/>
                </a:lnTo>
                <a:lnTo>
                  <a:pt x="3450" y="12343"/>
                </a:lnTo>
                <a:close/>
                <a:moveTo>
                  <a:pt x="16168" y="13928"/>
                </a:moveTo>
                <a:lnTo>
                  <a:pt x="16124" y="14053"/>
                </a:lnTo>
                <a:lnTo>
                  <a:pt x="16124" y="14678"/>
                </a:lnTo>
                <a:lnTo>
                  <a:pt x="16168" y="14761"/>
                </a:lnTo>
                <a:lnTo>
                  <a:pt x="16211" y="14803"/>
                </a:lnTo>
                <a:lnTo>
                  <a:pt x="16124" y="14886"/>
                </a:lnTo>
                <a:lnTo>
                  <a:pt x="15736" y="15387"/>
                </a:lnTo>
                <a:lnTo>
                  <a:pt x="15780" y="14928"/>
                </a:lnTo>
                <a:lnTo>
                  <a:pt x="15822" y="14678"/>
                </a:lnTo>
                <a:lnTo>
                  <a:pt x="15822" y="14511"/>
                </a:lnTo>
                <a:lnTo>
                  <a:pt x="15780" y="14386"/>
                </a:lnTo>
                <a:lnTo>
                  <a:pt x="16168" y="13928"/>
                </a:lnTo>
                <a:close/>
                <a:moveTo>
                  <a:pt x="5174" y="9883"/>
                </a:moveTo>
                <a:lnTo>
                  <a:pt x="5088" y="9924"/>
                </a:lnTo>
                <a:lnTo>
                  <a:pt x="5001" y="10008"/>
                </a:lnTo>
                <a:lnTo>
                  <a:pt x="5001" y="10216"/>
                </a:lnTo>
                <a:lnTo>
                  <a:pt x="5044" y="10299"/>
                </a:lnTo>
                <a:lnTo>
                  <a:pt x="5130" y="10383"/>
                </a:lnTo>
                <a:lnTo>
                  <a:pt x="5303" y="10466"/>
                </a:lnTo>
                <a:lnTo>
                  <a:pt x="5691" y="10633"/>
                </a:lnTo>
                <a:lnTo>
                  <a:pt x="6036" y="10801"/>
                </a:lnTo>
                <a:lnTo>
                  <a:pt x="6337" y="10967"/>
                </a:lnTo>
                <a:lnTo>
                  <a:pt x="6898" y="11384"/>
                </a:lnTo>
                <a:lnTo>
                  <a:pt x="7459" y="11843"/>
                </a:lnTo>
                <a:lnTo>
                  <a:pt x="7976" y="12343"/>
                </a:lnTo>
                <a:lnTo>
                  <a:pt x="10089" y="14094"/>
                </a:lnTo>
                <a:lnTo>
                  <a:pt x="11167" y="14970"/>
                </a:lnTo>
                <a:lnTo>
                  <a:pt x="11425" y="15136"/>
                </a:lnTo>
                <a:lnTo>
                  <a:pt x="11684" y="15303"/>
                </a:lnTo>
                <a:lnTo>
                  <a:pt x="11942" y="15428"/>
                </a:lnTo>
                <a:lnTo>
                  <a:pt x="12072" y="15470"/>
                </a:lnTo>
                <a:lnTo>
                  <a:pt x="12201" y="15470"/>
                </a:lnTo>
                <a:lnTo>
                  <a:pt x="12287" y="15428"/>
                </a:lnTo>
                <a:lnTo>
                  <a:pt x="12330" y="15387"/>
                </a:lnTo>
                <a:lnTo>
                  <a:pt x="12374" y="15303"/>
                </a:lnTo>
                <a:lnTo>
                  <a:pt x="12330" y="15220"/>
                </a:lnTo>
                <a:lnTo>
                  <a:pt x="12244" y="15053"/>
                </a:lnTo>
                <a:lnTo>
                  <a:pt x="12072" y="14928"/>
                </a:lnTo>
                <a:lnTo>
                  <a:pt x="11727" y="14720"/>
                </a:lnTo>
                <a:lnTo>
                  <a:pt x="11209" y="14345"/>
                </a:lnTo>
                <a:lnTo>
                  <a:pt x="10735" y="13969"/>
                </a:lnTo>
                <a:lnTo>
                  <a:pt x="8882" y="12426"/>
                </a:lnTo>
                <a:lnTo>
                  <a:pt x="8019" y="11676"/>
                </a:lnTo>
                <a:lnTo>
                  <a:pt x="7157" y="10967"/>
                </a:lnTo>
                <a:lnTo>
                  <a:pt x="6683" y="10633"/>
                </a:lnTo>
                <a:lnTo>
                  <a:pt x="6166" y="10341"/>
                </a:lnTo>
                <a:lnTo>
                  <a:pt x="5605" y="10174"/>
                </a:lnTo>
                <a:lnTo>
                  <a:pt x="5347" y="10049"/>
                </a:lnTo>
                <a:lnTo>
                  <a:pt x="5260" y="9966"/>
                </a:lnTo>
                <a:lnTo>
                  <a:pt x="5217" y="9883"/>
                </a:lnTo>
                <a:close/>
                <a:moveTo>
                  <a:pt x="1811" y="14803"/>
                </a:moveTo>
                <a:lnTo>
                  <a:pt x="2458" y="15220"/>
                </a:lnTo>
                <a:lnTo>
                  <a:pt x="2458" y="15428"/>
                </a:lnTo>
                <a:lnTo>
                  <a:pt x="2499" y="15630"/>
                </a:lnTo>
                <a:lnTo>
                  <a:pt x="1768" y="15220"/>
                </a:lnTo>
                <a:lnTo>
                  <a:pt x="1855" y="15178"/>
                </a:lnTo>
                <a:lnTo>
                  <a:pt x="1897" y="15136"/>
                </a:lnTo>
                <a:lnTo>
                  <a:pt x="1897" y="15011"/>
                </a:lnTo>
                <a:lnTo>
                  <a:pt x="1811" y="14886"/>
                </a:lnTo>
                <a:lnTo>
                  <a:pt x="1811" y="14803"/>
                </a:lnTo>
                <a:close/>
                <a:moveTo>
                  <a:pt x="15521" y="14720"/>
                </a:moveTo>
                <a:lnTo>
                  <a:pt x="15478" y="14803"/>
                </a:lnTo>
                <a:lnTo>
                  <a:pt x="15348" y="15638"/>
                </a:lnTo>
                <a:lnTo>
                  <a:pt x="15348" y="15721"/>
                </a:lnTo>
                <a:lnTo>
                  <a:pt x="15392" y="15763"/>
                </a:lnTo>
                <a:lnTo>
                  <a:pt x="15176" y="16013"/>
                </a:lnTo>
                <a:lnTo>
                  <a:pt x="15176" y="15596"/>
                </a:lnTo>
                <a:lnTo>
                  <a:pt x="15132" y="15178"/>
                </a:lnTo>
                <a:lnTo>
                  <a:pt x="15521" y="14720"/>
                </a:lnTo>
                <a:close/>
                <a:moveTo>
                  <a:pt x="2889" y="15513"/>
                </a:moveTo>
                <a:lnTo>
                  <a:pt x="3104" y="15679"/>
                </a:lnTo>
                <a:lnTo>
                  <a:pt x="3277" y="15804"/>
                </a:lnTo>
                <a:lnTo>
                  <a:pt x="3277" y="16013"/>
                </a:lnTo>
                <a:lnTo>
                  <a:pt x="3320" y="16180"/>
                </a:lnTo>
                <a:lnTo>
                  <a:pt x="3062" y="16013"/>
                </a:lnTo>
                <a:lnTo>
                  <a:pt x="2803" y="15846"/>
                </a:lnTo>
                <a:lnTo>
                  <a:pt x="2932" y="15846"/>
                </a:lnTo>
                <a:lnTo>
                  <a:pt x="3018" y="15763"/>
                </a:lnTo>
                <a:lnTo>
                  <a:pt x="3018" y="15638"/>
                </a:lnTo>
                <a:lnTo>
                  <a:pt x="2889" y="15513"/>
                </a:lnTo>
                <a:close/>
                <a:moveTo>
                  <a:pt x="4225" y="11134"/>
                </a:moveTo>
                <a:lnTo>
                  <a:pt x="4182" y="11176"/>
                </a:lnTo>
                <a:lnTo>
                  <a:pt x="4139" y="11217"/>
                </a:lnTo>
                <a:lnTo>
                  <a:pt x="4182" y="11342"/>
                </a:lnTo>
                <a:lnTo>
                  <a:pt x="4225" y="11468"/>
                </a:lnTo>
                <a:lnTo>
                  <a:pt x="4484" y="11634"/>
                </a:lnTo>
                <a:lnTo>
                  <a:pt x="5476" y="12301"/>
                </a:lnTo>
                <a:lnTo>
                  <a:pt x="6424" y="13093"/>
                </a:lnTo>
                <a:lnTo>
                  <a:pt x="7329" y="13844"/>
                </a:lnTo>
                <a:lnTo>
                  <a:pt x="8321" y="14595"/>
                </a:lnTo>
                <a:lnTo>
                  <a:pt x="9312" y="15303"/>
                </a:lnTo>
                <a:lnTo>
                  <a:pt x="10261" y="15971"/>
                </a:lnTo>
                <a:lnTo>
                  <a:pt x="10735" y="16305"/>
                </a:lnTo>
                <a:lnTo>
                  <a:pt x="11252" y="16555"/>
                </a:lnTo>
                <a:lnTo>
                  <a:pt x="11382" y="16555"/>
                </a:lnTo>
                <a:lnTo>
                  <a:pt x="11511" y="16513"/>
                </a:lnTo>
                <a:lnTo>
                  <a:pt x="11598" y="16430"/>
                </a:lnTo>
                <a:lnTo>
                  <a:pt x="11640" y="16388"/>
                </a:lnTo>
                <a:lnTo>
                  <a:pt x="11640" y="16263"/>
                </a:lnTo>
                <a:lnTo>
                  <a:pt x="11598" y="16221"/>
                </a:lnTo>
                <a:lnTo>
                  <a:pt x="11511" y="16138"/>
                </a:lnTo>
                <a:lnTo>
                  <a:pt x="11425" y="16096"/>
                </a:lnTo>
                <a:lnTo>
                  <a:pt x="11167" y="15929"/>
                </a:lnTo>
                <a:lnTo>
                  <a:pt x="10908" y="15763"/>
                </a:lnTo>
                <a:lnTo>
                  <a:pt x="9743" y="15011"/>
                </a:lnTo>
                <a:lnTo>
                  <a:pt x="8666" y="14219"/>
                </a:lnTo>
                <a:lnTo>
                  <a:pt x="7631" y="13428"/>
                </a:lnTo>
                <a:lnTo>
                  <a:pt x="6639" y="12635"/>
                </a:lnTo>
                <a:lnTo>
                  <a:pt x="5605" y="11843"/>
                </a:lnTo>
                <a:lnTo>
                  <a:pt x="5347" y="11634"/>
                </a:lnTo>
                <a:lnTo>
                  <a:pt x="4872" y="11342"/>
                </a:lnTo>
                <a:lnTo>
                  <a:pt x="4613" y="11217"/>
                </a:lnTo>
                <a:lnTo>
                  <a:pt x="4398" y="11134"/>
                </a:lnTo>
                <a:close/>
                <a:moveTo>
                  <a:pt x="3708" y="16054"/>
                </a:moveTo>
                <a:lnTo>
                  <a:pt x="4440" y="16555"/>
                </a:lnTo>
                <a:lnTo>
                  <a:pt x="4398" y="16763"/>
                </a:lnTo>
                <a:lnTo>
                  <a:pt x="4398" y="16888"/>
                </a:lnTo>
                <a:lnTo>
                  <a:pt x="3923" y="16555"/>
                </a:lnTo>
                <a:lnTo>
                  <a:pt x="3923" y="16471"/>
                </a:lnTo>
                <a:lnTo>
                  <a:pt x="3881" y="16388"/>
                </a:lnTo>
                <a:lnTo>
                  <a:pt x="3752" y="16221"/>
                </a:lnTo>
                <a:lnTo>
                  <a:pt x="3708" y="16054"/>
                </a:lnTo>
                <a:close/>
                <a:moveTo>
                  <a:pt x="14917" y="15387"/>
                </a:moveTo>
                <a:lnTo>
                  <a:pt x="14831" y="15888"/>
                </a:lnTo>
                <a:lnTo>
                  <a:pt x="14788" y="16388"/>
                </a:lnTo>
                <a:lnTo>
                  <a:pt x="14788" y="16471"/>
                </a:lnTo>
                <a:lnTo>
                  <a:pt x="14271" y="17097"/>
                </a:lnTo>
                <a:lnTo>
                  <a:pt x="14271" y="16555"/>
                </a:lnTo>
                <a:lnTo>
                  <a:pt x="14227" y="16221"/>
                </a:lnTo>
                <a:lnTo>
                  <a:pt x="14917" y="15387"/>
                </a:lnTo>
                <a:close/>
                <a:moveTo>
                  <a:pt x="4742" y="16763"/>
                </a:moveTo>
                <a:lnTo>
                  <a:pt x="5174" y="17055"/>
                </a:lnTo>
                <a:lnTo>
                  <a:pt x="5174" y="17222"/>
                </a:lnTo>
                <a:lnTo>
                  <a:pt x="5217" y="17305"/>
                </a:lnTo>
                <a:lnTo>
                  <a:pt x="5347" y="17472"/>
                </a:lnTo>
                <a:lnTo>
                  <a:pt x="5476" y="17680"/>
                </a:lnTo>
                <a:lnTo>
                  <a:pt x="5001" y="17305"/>
                </a:lnTo>
                <a:lnTo>
                  <a:pt x="5001" y="17222"/>
                </a:lnTo>
                <a:lnTo>
                  <a:pt x="4959" y="17138"/>
                </a:lnTo>
                <a:lnTo>
                  <a:pt x="4829" y="17013"/>
                </a:lnTo>
                <a:lnTo>
                  <a:pt x="4742" y="16888"/>
                </a:lnTo>
                <a:lnTo>
                  <a:pt x="4742" y="16763"/>
                </a:lnTo>
                <a:close/>
                <a:moveTo>
                  <a:pt x="14012" y="16471"/>
                </a:moveTo>
                <a:lnTo>
                  <a:pt x="13969" y="16888"/>
                </a:lnTo>
                <a:lnTo>
                  <a:pt x="13925" y="17180"/>
                </a:lnTo>
                <a:lnTo>
                  <a:pt x="13925" y="17472"/>
                </a:lnTo>
                <a:lnTo>
                  <a:pt x="13581" y="17847"/>
                </a:lnTo>
                <a:lnTo>
                  <a:pt x="13624" y="17597"/>
                </a:lnTo>
                <a:lnTo>
                  <a:pt x="13581" y="17305"/>
                </a:lnTo>
                <a:lnTo>
                  <a:pt x="13581" y="17222"/>
                </a:lnTo>
                <a:lnTo>
                  <a:pt x="13495" y="17180"/>
                </a:lnTo>
                <a:lnTo>
                  <a:pt x="13452" y="17180"/>
                </a:lnTo>
                <a:lnTo>
                  <a:pt x="14012" y="16471"/>
                </a:lnTo>
                <a:close/>
                <a:moveTo>
                  <a:pt x="5605" y="17305"/>
                </a:moveTo>
                <a:lnTo>
                  <a:pt x="5907" y="17513"/>
                </a:lnTo>
                <a:lnTo>
                  <a:pt x="6554" y="17973"/>
                </a:lnTo>
                <a:lnTo>
                  <a:pt x="6554" y="18515"/>
                </a:lnTo>
                <a:lnTo>
                  <a:pt x="5778" y="17930"/>
                </a:lnTo>
                <a:lnTo>
                  <a:pt x="5820" y="17805"/>
                </a:lnTo>
                <a:lnTo>
                  <a:pt x="5820" y="17680"/>
                </a:lnTo>
                <a:lnTo>
                  <a:pt x="5778" y="17597"/>
                </a:lnTo>
                <a:lnTo>
                  <a:pt x="5734" y="17472"/>
                </a:lnTo>
                <a:lnTo>
                  <a:pt x="5605" y="17305"/>
                </a:lnTo>
                <a:close/>
                <a:moveTo>
                  <a:pt x="6856" y="18181"/>
                </a:moveTo>
                <a:lnTo>
                  <a:pt x="7588" y="18765"/>
                </a:lnTo>
                <a:lnTo>
                  <a:pt x="7546" y="18848"/>
                </a:lnTo>
                <a:lnTo>
                  <a:pt x="7502" y="18973"/>
                </a:lnTo>
                <a:lnTo>
                  <a:pt x="7459" y="19182"/>
                </a:lnTo>
                <a:lnTo>
                  <a:pt x="6898" y="18765"/>
                </a:lnTo>
                <a:lnTo>
                  <a:pt x="6898" y="18348"/>
                </a:lnTo>
                <a:lnTo>
                  <a:pt x="6856" y="18181"/>
                </a:lnTo>
                <a:close/>
                <a:moveTo>
                  <a:pt x="13279" y="17347"/>
                </a:moveTo>
                <a:lnTo>
                  <a:pt x="13279" y="17555"/>
                </a:lnTo>
                <a:lnTo>
                  <a:pt x="13193" y="18140"/>
                </a:lnTo>
                <a:lnTo>
                  <a:pt x="13193" y="18223"/>
                </a:lnTo>
                <a:lnTo>
                  <a:pt x="13235" y="18265"/>
                </a:lnTo>
                <a:lnTo>
                  <a:pt x="11857" y="19765"/>
                </a:lnTo>
                <a:lnTo>
                  <a:pt x="11857" y="19307"/>
                </a:lnTo>
                <a:lnTo>
                  <a:pt x="12115" y="18931"/>
                </a:lnTo>
                <a:lnTo>
                  <a:pt x="12718" y="18098"/>
                </a:lnTo>
                <a:lnTo>
                  <a:pt x="12676" y="18265"/>
                </a:lnTo>
                <a:lnTo>
                  <a:pt x="12589" y="18515"/>
                </a:lnTo>
                <a:lnTo>
                  <a:pt x="12589" y="18765"/>
                </a:lnTo>
                <a:lnTo>
                  <a:pt x="12632" y="18806"/>
                </a:lnTo>
                <a:lnTo>
                  <a:pt x="12676" y="18806"/>
                </a:lnTo>
                <a:lnTo>
                  <a:pt x="12805" y="18723"/>
                </a:lnTo>
                <a:lnTo>
                  <a:pt x="12891" y="18598"/>
                </a:lnTo>
                <a:lnTo>
                  <a:pt x="12934" y="18306"/>
                </a:lnTo>
                <a:lnTo>
                  <a:pt x="12934" y="17805"/>
                </a:lnTo>
                <a:lnTo>
                  <a:pt x="13193" y="17472"/>
                </a:lnTo>
                <a:lnTo>
                  <a:pt x="13279" y="17347"/>
                </a:lnTo>
                <a:close/>
                <a:moveTo>
                  <a:pt x="7717" y="18848"/>
                </a:moveTo>
                <a:lnTo>
                  <a:pt x="8234" y="19348"/>
                </a:lnTo>
                <a:lnTo>
                  <a:pt x="8234" y="19848"/>
                </a:lnTo>
                <a:lnTo>
                  <a:pt x="8105" y="19723"/>
                </a:lnTo>
                <a:lnTo>
                  <a:pt x="7804" y="19473"/>
                </a:lnTo>
                <a:lnTo>
                  <a:pt x="7804" y="19348"/>
                </a:lnTo>
                <a:lnTo>
                  <a:pt x="7761" y="19098"/>
                </a:lnTo>
                <a:lnTo>
                  <a:pt x="7717" y="18848"/>
                </a:lnTo>
                <a:close/>
                <a:moveTo>
                  <a:pt x="11123" y="459"/>
                </a:moveTo>
                <a:lnTo>
                  <a:pt x="11382" y="500"/>
                </a:lnTo>
                <a:lnTo>
                  <a:pt x="11598" y="542"/>
                </a:lnTo>
                <a:lnTo>
                  <a:pt x="11813" y="667"/>
                </a:lnTo>
                <a:lnTo>
                  <a:pt x="12244" y="959"/>
                </a:lnTo>
                <a:lnTo>
                  <a:pt x="12589" y="1210"/>
                </a:lnTo>
                <a:lnTo>
                  <a:pt x="14788" y="2752"/>
                </a:lnTo>
                <a:lnTo>
                  <a:pt x="17029" y="4337"/>
                </a:lnTo>
                <a:lnTo>
                  <a:pt x="18150" y="5129"/>
                </a:lnTo>
                <a:lnTo>
                  <a:pt x="18452" y="5379"/>
                </a:lnTo>
                <a:lnTo>
                  <a:pt x="18625" y="5462"/>
                </a:lnTo>
                <a:lnTo>
                  <a:pt x="18797" y="5546"/>
                </a:lnTo>
                <a:lnTo>
                  <a:pt x="18323" y="6089"/>
                </a:lnTo>
                <a:lnTo>
                  <a:pt x="17892" y="6672"/>
                </a:lnTo>
                <a:lnTo>
                  <a:pt x="17677" y="6922"/>
                </a:lnTo>
                <a:lnTo>
                  <a:pt x="17461" y="7256"/>
                </a:lnTo>
                <a:lnTo>
                  <a:pt x="17375" y="7422"/>
                </a:lnTo>
                <a:lnTo>
                  <a:pt x="17331" y="7547"/>
                </a:lnTo>
                <a:lnTo>
                  <a:pt x="17331" y="7714"/>
                </a:lnTo>
                <a:lnTo>
                  <a:pt x="17461" y="7839"/>
                </a:lnTo>
                <a:lnTo>
                  <a:pt x="17590" y="7964"/>
                </a:lnTo>
                <a:lnTo>
                  <a:pt x="17719" y="8048"/>
                </a:lnTo>
                <a:lnTo>
                  <a:pt x="18065" y="8173"/>
                </a:lnTo>
                <a:lnTo>
                  <a:pt x="18755" y="8299"/>
                </a:lnTo>
                <a:lnTo>
                  <a:pt x="19660" y="8464"/>
                </a:lnTo>
                <a:lnTo>
                  <a:pt x="20005" y="8549"/>
                </a:lnTo>
                <a:lnTo>
                  <a:pt x="19962" y="8632"/>
                </a:lnTo>
                <a:lnTo>
                  <a:pt x="19357" y="9257"/>
                </a:lnTo>
                <a:lnTo>
                  <a:pt x="18797" y="9924"/>
                </a:lnTo>
                <a:lnTo>
                  <a:pt x="17677" y="11259"/>
                </a:lnTo>
                <a:lnTo>
                  <a:pt x="15176" y="14219"/>
                </a:lnTo>
                <a:lnTo>
                  <a:pt x="13925" y="15679"/>
                </a:lnTo>
                <a:lnTo>
                  <a:pt x="12718" y="17180"/>
                </a:lnTo>
                <a:lnTo>
                  <a:pt x="12157" y="17888"/>
                </a:lnTo>
                <a:lnTo>
                  <a:pt x="11640" y="18640"/>
                </a:lnTo>
                <a:lnTo>
                  <a:pt x="11123" y="19390"/>
                </a:lnTo>
                <a:lnTo>
                  <a:pt x="10950" y="19640"/>
                </a:lnTo>
                <a:lnTo>
                  <a:pt x="10821" y="19890"/>
                </a:lnTo>
                <a:lnTo>
                  <a:pt x="10563" y="19765"/>
                </a:lnTo>
                <a:lnTo>
                  <a:pt x="10304" y="19723"/>
                </a:lnTo>
                <a:lnTo>
                  <a:pt x="9743" y="19557"/>
                </a:lnTo>
                <a:lnTo>
                  <a:pt x="9399" y="19432"/>
                </a:lnTo>
                <a:lnTo>
                  <a:pt x="9097" y="19223"/>
                </a:lnTo>
                <a:lnTo>
                  <a:pt x="8795" y="19015"/>
                </a:lnTo>
                <a:lnTo>
                  <a:pt x="8494" y="18765"/>
                </a:lnTo>
                <a:lnTo>
                  <a:pt x="7933" y="18265"/>
                </a:lnTo>
                <a:lnTo>
                  <a:pt x="7373" y="17805"/>
                </a:lnTo>
                <a:lnTo>
                  <a:pt x="6726" y="17388"/>
                </a:lnTo>
                <a:lnTo>
                  <a:pt x="6122" y="16971"/>
                </a:lnTo>
                <a:lnTo>
                  <a:pt x="3579" y="15303"/>
                </a:lnTo>
                <a:lnTo>
                  <a:pt x="2243" y="14345"/>
                </a:lnTo>
                <a:lnTo>
                  <a:pt x="1553" y="13886"/>
                </a:lnTo>
                <a:lnTo>
                  <a:pt x="819" y="13469"/>
                </a:lnTo>
                <a:lnTo>
                  <a:pt x="733" y="13428"/>
                </a:lnTo>
                <a:lnTo>
                  <a:pt x="1897" y="11801"/>
                </a:lnTo>
                <a:lnTo>
                  <a:pt x="3104" y="10174"/>
                </a:lnTo>
                <a:lnTo>
                  <a:pt x="4311" y="8590"/>
                </a:lnTo>
                <a:lnTo>
                  <a:pt x="5562" y="7006"/>
                </a:lnTo>
                <a:lnTo>
                  <a:pt x="8192" y="3795"/>
                </a:lnTo>
                <a:lnTo>
                  <a:pt x="9572" y="2210"/>
                </a:lnTo>
                <a:lnTo>
                  <a:pt x="10261" y="1460"/>
                </a:lnTo>
                <a:lnTo>
                  <a:pt x="10865" y="625"/>
                </a:lnTo>
                <a:lnTo>
                  <a:pt x="10908" y="542"/>
                </a:lnTo>
                <a:lnTo>
                  <a:pt x="10908" y="459"/>
                </a:lnTo>
                <a:close/>
                <a:moveTo>
                  <a:pt x="8494" y="19557"/>
                </a:moveTo>
                <a:lnTo>
                  <a:pt x="9011" y="19848"/>
                </a:lnTo>
                <a:lnTo>
                  <a:pt x="9528" y="20099"/>
                </a:lnTo>
                <a:lnTo>
                  <a:pt x="9485" y="20390"/>
                </a:lnTo>
                <a:lnTo>
                  <a:pt x="9528" y="20683"/>
                </a:lnTo>
                <a:lnTo>
                  <a:pt x="9226" y="20558"/>
                </a:lnTo>
                <a:lnTo>
                  <a:pt x="8753" y="20224"/>
                </a:lnTo>
                <a:lnTo>
                  <a:pt x="8709" y="20057"/>
                </a:lnTo>
                <a:lnTo>
                  <a:pt x="8623" y="19890"/>
                </a:lnTo>
                <a:lnTo>
                  <a:pt x="8494" y="19557"/>
                </a:lnTo>
                <a:close/>
                <a:moveTo>
                  <a:pt x="11555" y="19848"/>
                </a:moveTo>
                <a:lnTo>
                  <a:pt x="11598" y="19932"/>
                </a:lnTo>
                <a:lnTo>
                  <a:pt x="11640" y="19974"/>
                </a:lnTo>
                <a:lnTo>
                  <a:pt x="11123" y="20558"/>
                </a:lnTo>
                <a:lnTo>
                  <a:pt x="10821" y="20850"/>
                </a:lnTo>
                <a:lnTo>
                  <a:pt x="10779" y="20725"/>
                </a:lnTo>
                <a:lnTo>
                  <a:pt x="10735" y="20600"/>
                </a:lnTo>
                <a:lnTo>
                  <a:pt x="10735" y="20433"/>
                </a:lnTo>
                <a:lnTo>
                  <a:pt x="10950" y="20433"/>
                </a:lnTo>
                <a:lnTo>
                  <a:pt x="10950" y="20390"/>
                </a:lnTo>
                <a:lnTo>
                  <a:pt x="11037" y="20390"/>
                </a:lnTo>
                <a:lnTo>
                  <a:pt x="11123" y="20350"/>
                </a:lnTo>
                <a:lnTo>
                  <a:pt x="11252" y="20265"/>
                </a:lnTo>
                <a:lnTo>
                  <a:pt x="11338" y="20099"/>
                </a:lnTo>
                <a:lnTo>
                  <a:pt x="11511" y="19848"/>
                </a:lnTo>
                <a:close/>
                <a:moveTo>
                  <a:pt x="11123" y="0"/>
                </a:moveTo>
                <a:lnTo>
                  <a:pt x="10908" y="42"/>
                </a:lnTo>
                <a:lnTo>
                  <a:pt x="10735" y="125"/>
                </a:lnTo>
                <a:lnTo>
                  <a:pt x="10606" y="167"/>
                </a:lnTo>
                <a:lnTo>
                  <a:pt x="10520" y="292"/>
                </a:lnTo>
                <a:lnTo>
                  <a:pt x="10477" y="334"/>
                </a:lnTo>
                <a:lnTo>
                  <a:pt x="10477" y="375"/>
                </a:lnTo>
                <a:lnTo>
                  <a:pt x="9787" y="1084"/>
                </a:lnTo>
                <a:lnTo>
                  <a:pt x="9097" y="1835"/>
                </a:lnTo>
                <a:lnTo>
                  <a:pt x="7804" y="3377"/>
                </a:lnTo>
                <a:lnTo>
                  <a:pt x="6467" y="4962"/>
                </a:lnTo>
                <a:lnTo>
                  <a:pt x="5174" y="6547"/>
                </a:lnTo>
                <a:lnTo>
                  <a:pt x="2845" y="9549"/>
                </a:lnTo>
                <a:lnTo>
                  <a:pt x="561" y="12551"/>
                </a:lnTo>
                <a:lnTo>
                  <a:pt x="388" y="12801"/>
                </a:lnTo>
                <a:lnTo>
                  <a:pt x="43" y="13301"/>
                </a:lnTo>
                <a:lnTo>
                  <a:pt x="0" y="13386"/>
                </a:lnTo>
                <a:lnTo>
                  <a:pt x="0" y="13511"/>
                </a:lnTo>
                <a:lnTo>
                  <a:pt x="43" y="13594"/>
                </a:lnTo>
                <a:lnTo>
                  <a:pt x="87" y="13678"/>
                </a:lnTo>
                <a:lnTo>
                  <a:pt x="173" y="13719"/>
                </a:lnTo>
                <a:lnTo>
                  <a:pt x="259" y="13761"/>
                </a:lnTo>
                <a:lnTo>
                  <a:pt x="346" y="13761"/>
                </a:lnTo>
                <a:lnTo>
                  <a:pt x="475" y="13719"/>
                </a:lnTo>
                <a:lnTo>
                  <a:pt x="517" y="13803"/>
                </a:lnTo>
                <a:lnTo>
                  <a:pt x="819" y="14094"/>
                </a:lnTo>
                <a:lnTo>
                  <a:pt x="690" y="14219"/>
                </a:lnTo>
                <a:lnTo>
                  <a:pt x="604" y="14386"/>
                </a:lnTo>
                <a:lnTo>
                  <a:pt x="517" y="14553"/>
                </a:lnTo>
                <a:lnTo>
                  <a:pt x="475" y="14720"/>
                </a:lnTo>
                <a:lnTo>
                  <a:pt x="475" y="14803"/>
                </a:lnTo>
                <a:lnTo>
                  <a:pt x="517" y="14845"/>
                </a:lnTo>
                <a:lnTo>
                  <a:pt x="604" y="14886"/>
                </a:lnTo>
                <a:lnTo>
                  <a:pt x="646" y="14886"/>
                </a:lnTo>
                <a:lnTo>
                  <a:pt x="733" y="15011"/>
                </a:lnTo>
                <a:lnTo>
                  <a:pt x="819" y="15136"/>
                </a:lnTo>
                <a:lnTo>
                  <a:pt x="1035" y="15303"/>
                </a:lnTo>
                <a:lnTo>
                  <a:pt x="1509" y="15596"/>
                </a:lnTo>
                <a:lnTo>
                  <a:pt x="2803" y="16388"/>
                </a:lnTo>
                <a:lnTo>
                  <a:pt x="4182" y="17305"/>
                </a:lnTo>
                <a:lnTo>
                  <a:pt x="5476" y="18306"/>
                </a:lnTo>
                <a:lnTo>
                  <a:pt x="7546" y="19932"/>
                </a:lnTo>
                <a:lnTo>
                  <a:pt x="7546" y="19974"/>
                </a:lnTo>
                <a:lnTo>
                  <a:pt x="7631" y="20057"/>
                </a:lnTo>
                <a:lnTo>
                  <a:pt x="7717" y="20057"/>
                </a:lnTo>
                <a:lnTo>
                  <a:pt x="8019" y="20307"/>
                </a:lnTo>
                <a:lnTo>
                  <a:pt x="8580" y="20725"/>
                </a:lnTo>
                <a:lnTo>
                  <a:pt x="9140" y="21100"/>
                </a:lnTo>
                <a:lnTo>
                  <a:pt x="9443" y="21225"/>
                </a:lnTo>
                <a:lnTo>
                  <a:pt x="9701" y="21350"/>
                </a:lnTo>
                <a:lnTo>
                  <a:pt x="10002" y="21433"/>
                </a:lnTo>
                <a:lnTo>
                  <a:pt x="10131" y="21433"/>
                </a:lnTo>
                <a:lnTo>
                  <a:pt x="10304" y="21392"/>
                </a:lnTo>
                <a:lnTo>
                  <a:pt x="10348" y="21308"/>
                </a:lnTo>
                <a:lnTo>
                  <a:pt x="10390" y="21267"/>
                </a:lnTo>
                <a:lnTo>
                  <a:pt x="10390" y="21183"/>
                </a:lnTo>
                <a:lnTo>
                  <a:pt x="10348" y="21100"/>
                </a:lnTo>
                <a:lnTo>
                  <a:pt x="10261" y="21017"/>
                </a:lnTo>
                <a:lnTo>
                  <a:pt x="10131" y="20933"/>
                </a:lnTo>
                <a:lnTo>
                  <a:pt x="9916" y="20850"/>
                </a:lnTo>
                <a:lnTo>
                  <a:pt x="9873" y="20850"/>
                </a:lnTo>
                <a:lnTo>
                  <a:pt x="9873" y="20433"/>
                </a:lnTo>
                <a:lnTo>
                  <a:pt x="9830" y="20224"/>
                </a:lnTo>
                <a:lnTo>
                  <a:pt x="10131" y="20307"/>
                </a:lnTo>
                <a:lnTo>
                  <a:pt x="10520" y="20390"/>
                </a:lnTo>
                <a:lnTo>
                  <a:pt x="10433" y="20600"/>
                </a:lnTo>
                <a:lnTo>
                  <a:pt x="10433" y="20766"/>
                </a:lnTo>
                <a:lnTo>
                  <a:pt x="10477" y="20975"/>
                </a:lnTo>
                <a:lnTo>
                  <a:pt x="10563" y="21142"/>
                </a:lnTo>
                <a:lnTo>
                  <a:pt x="10433" y="21350"/>
                </a:lnTo>
                <a:lnTo>
                  <a:pt x="10433" y="21433"/>
                </a:lnTo>
                <a:lnTo>
                  <a:pt x="10477" y="21558"/>
                </a:lnTo>
                <a:lnTo>
                  <a:pt x="10606" y="21600"/>
                </a:lnTo>
                <a:lnTo>
                  <a:pt x="10692" y="21558"/>
                </a:lnTo>
                <a:lnTo>
                  <a:pt x="10908" y="21433"/>
                </a:lnTo>
                <a:lnTo>
                  <a:pt x="11080" y="21267"/>
                </a:lnTo>
                <a:lnTo>
                  <a:pt x="11425" y="20933"/>
                </a:lnTo>
                <a:lnTo>
                  <a:pt x="12157" y="20140"/>
                </a:lnTo>
                <a:lnTo>
                  <a:pt x="13581" y="18640"/>
                </a:lnTo>
                <a:lnTo>
                  <a:pt x="15046" y="16971"/>
                </a:lnTo>
                <a:lnTo>
                  <a:pt x="16470" y="15303"/>
                </a:lnTo>
                <a:lnTo>
                  <a:pt x="17806" y="13594"/>
                </a:lnTo>
                <a:lnTo>
                  <a:pt x="19057" y="11884"/>
                </a:lnTo>
                <a:lnTo>
                  <a:pt x="20349" y="10174"/>
                </a:lnTo>
                <a:lnTo>
                  <a:pt x="20910" y="9382"/>
                </a:lnTo>
                <a:lnTo>
                  <a:pt x="21169" y="8966"/>
                </a:lnTo>
                <a:lnTo>
                  <a:pt x="21427" y="8507"/>
                </a:lnTo>
                <a:lnTo>
                  <a:pt x="21513" y="8507"/>
                </a:lnTo>
                <a:lnTo>
                  <a:pt x="21557" y="8464"/>
                </a:lnTo>
                <a:lnTo>
                  <a:pt x="21600" y="8381"/>
                </a:lnTo>
                <a:lnTo>
                  <a:pt x="21600" y="8299"/>
                </a:lnTo>
                <a:lnTo>
                  <a:pt x="21471" y="8048"/>
                </a:lnTo>
                <a:lnTo>
                  <a:pt x="21341" y="7798"/>
                </a:lnTo>
                <a:lnTo>
                  <a:pt x="20954" y="7381"/>
                </a:lnTo>
                <a:lnTo>
                  <a:pt x="20737" y="7214"/>
                </a:lnTo>
                <a:lnTo>
                  <a:pt x="20479" y="7047"/>
                </a:lnTo>
                <a:lnTo>
                  <a:pt x="20306" y="6964"/>
                </a:lnTo>
                <a:lnTo>
                  <a:pt x="20134" y="6922"/>
                </a:lnTo>
                <a:lnTo>
                  <a:pt x="19875" y="6339"/>
                </a:lnTo>
                <a:lnTo>
                  <a:pt x="19789" y="6047"/>
                </a:lnTo>
                <a:lnTo>
                  <a:pt x="19745" y="5754"/>
                </a:lnTo>
                <a:lnTo>
                  <a:pt x="19745" y="5587"/>
                </a:lnTo>
                <a:lnTo>
                  <a:pt x="19660" y="5421"/>
                </a:lnTo>
                <a:lnTo>
                  <a:pt x="19574" y="5337"/>
                </a:lnTo>
                <a:lnTo>
                  <a:pt x="19357" y="5337"/>
                </a:lnTo>
                <a:lnTo>
                  <a:pt x="19272" y="5379"/>
                </a:lnTo>
                <a:lnTo>
                  <a:pt x="19228" y="5421"/>
                </a:lnTo>
                <a:lnTo>
                  <a:pt x="19272" y="5504"/>
                </a:lnTo>
                <a:lnTo>
                  <a:pt x="19315" y="5546"/>
                </a:lnTo>
                <a:lnTo>
                  <a:pt x="19315" y="6089"/>
                </a:lnTo>
                <a:lnTo>
                  <a:pt x="19357" y="6297"/>
                </a:lnTo>
                <a:lnTo>
                  <a:pt x="19444" y="6547"/>
                </a:lnTo>
                <a:lnTo>
                  <a:pt x="19616" y="6964"/>
                </a:lnTo>
                <a:lnTo>
                  <a:pt x="19962" y="7964"/>
                </a:lnTo>
                <a:lnTo>
                  <a:pt x="20005" y="8048"/>
                </a:lnTo>
                <a:lnTo>
                  <a:pt x="19444" y="7923"/>
                </a:lnTo>
                <a:lnTo>
                  <a:pt x="18711" y="7798"/>
                </a:lnTo>
                <a:lnTo>
                  <a:pt x="17978" y="7631"/>
                </a:lnTo>
                <a:lnTo>
                  <a:pt x="17848" y="7547"/>
                </a:lnTo>
                <a:lnTo>
                  <a:pt x="17892" y="7506"/>
                </a:lnTo>
                <a:lnTo>
                  <a:pt x="18021" y="7297"/>
                </a:lnTo>
                <a:lnTo>
                  <a:pt x="18452" y="6714"/>
                </a:lnTo>
                <a:lnTo>
                  <a:pt x="18840" y="6130"/>
                </a:lnTo>
                <a:lnTo>
                  <a:pt x="19142" y="5587"/>
                </a:lnTo>
                <a:lnTo>
                  <a:pt x="19228" y="5504"/>
                </a:lnTo>
                <a:lnTo>
                  <a:pt x="19228" y="5379"/>
                </a:lnTo>
                <a:lnTo>
                  <a:pt x="19186" y="5254"/>
                </a:lnTo>
                <a:lnTo>
                  <a:pt x="19099" y="5129"/>
                </a:lnTo>
                <a:lnTo>
                  <a:pt x="18884" y="4921"/>
                </a:lnTo>
                <a:lnTo>
                  <a:pt x="18323" y="4587"/>
                </a:lnTo>
                <a:lnTo>
                  <a:pt x="17073" y="3712"/>
                </a:lnTo>
                <a:lnTo>
                  <a:pt x="14615" y="1960"/>
                </a:lnTo>
                <a:lnTo>
                  <a:pt x="13452" y="1167"/>
                </a:lnTo>
                <a:lnTo>
                  <a:pt x="12287" y="375"/>
                </a:lnTo>
                <a:lnTo>
                  <a:pt x="11899" y="167"/>
                </a:lnTo>
                <a:lnTo>
                  <a:pt x="11511" y="42"/>
                </a:lnTo>
                <a:lnTo>
                  <a:pt x="11296" y="0"/>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176" name="Google Shape;499;p10"/>
          <p:cNvSpPr/>
          <p:nvPr/>
        </p:nvSpPr>
        <p:spPr>
          <a:xfrm>
            <a:off x="700482" y="4557628"/>
            <a:ext cx="504614" cy="4005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826" y="3478"/>
                </a:moveTo>
                <a:lnTo>
                  <a:pt x="13094" y="3535"/>
                </a:lnTo>
                <a:lnTo>
                  <a:pt x="13584" y="3703"/>
                </a:lnTo>
                <a:lnTo>
                  <a:pt x="14028" y="3983"/>
                </a:lnTo>
                <a:lnTo>
                  <a:pt x="13895" y="3983"/>
                </a:lnTo>
                <a:lnTo>
                  <a:pt x="12915" y="4433"/>
                </a:lnTo>
                <a:lnTo>
                  <a:pt x="11980" y="4881"/>
                </a:lnTo>
                <a:lnTo>
                  <a:pt x="11224" y="5274"/>
                </a:lnTo>
                <a:lnTo>
                  <a:pt x="10421" y="5667"/>
                </a:lnTo>
                <a:lnTo>
                  <a:pt x="9665" y="6172"/>
                </a:lnTo>
                <a:lnTo>
                  <a:pt x="9308" y="6452"/>
                </a:lnTo>
                <a:lnTo>
                  <a:pt x="8996" y="6788"/>
                </a:lnTo>
                <a:lnTo>
                  <a:pt x="9264" y="6228"/>
                </a:lnTo>
                <a:lnTo>
                  <a:pt x="9575" y="5723"/>
                </a:lnTo>
                <a:lnTo>
                  <a:pt x="9887" y="5217"/>
                </a:lnTo>
                <a:lnTo>
                  <a:pt x="10244" y="4826"/>
                </a:lnTo>
                <a:lnTo>
                  <a:pt x="10645" y="4433"/>
                </a:lnTo>
                <a:lnTo>
                  <a:pt x="11045" y="4096"/>
                </a:lnTo>
                <a:lnTo>
                  <a:pt x="11535" y="3815"/>
                </a:lnTo>
                <a:lnTo>
                  <a:pt x="12025" y="3591"/>
                </a:lnTo>
                <a:lnTo>
                  <a:pt x="12292" y="3535"/>
                </a:lnTo>
                <a:lnTo>
                  <a:pt x="12559" y="3478"/>
                </a:lnTo>
                <a:close/>
                <a:moveTo>
                  <a:pt x="1559" y="3255"/>
                </a:moveTo>
                <a:lnTo>
                  <a:pt x="1514" y="3310"/>
                </a:lnTo>
                <a:lnTo>
                  <a:pt x="1336" y="3478"/>
                </a:lnTo>
                <a:lnTo>
                  <a:pt x="1202" y="3703"/>
                </a:lnTo>
                <a:lnTo>
                  <a:pt x="980" y="4151"/>
                </a:lnTo>
                <a:lnTo>
                  <a:pt x="713" y="3983"/>
                </a:lnTo>
                <a:lnTo>
                  <a:pt x="534" y="3703"/>
                </a:lnTo>
                <a:lnTo>
                  <a:pt x="312" y="3423"/>
                </a:lnTo>
                <a:lnTo>
                  <a:pt x="222" y="3366"/>
                </a:lnTo>
                <a:lnTo>
                  <a:pt x="134" y="3366"/>
                </a:lnTo>
                <a:lnTo>
                  <a:pt x="44" y="3423"/>
                </a:lnTo>
                <a:lnTo>
                  <a:pt x="0" y="3535"/>
                </a:lnTo>
                <a:lnTo>
                  <a:pt x="0" y="3815"/>
                </a:lnTo>
                <a:lnTo>
                  <a:pt x="89" y="4039"/>
                </a:lnTo>
                <a:lnTo>
                  <a:pt x="177" y="4264"/>
                </a:lnTo>
                <a:lnTo>
                  <a:pt x="312" y="4489"/>
                </a:lnTo>
                <a:lnTo>
                  <a:pt x="489" y="4657"/>
                </a:lnTo>
                <a:lnTo>
                  <a:pt x="713" y="4769"/>
                </a:lnTo>
                <a:lnTo>
                  <a:pt x="356" y="5667"/>
                </a:lnTo>
                <a:lnTo>
                  <a:pt x="89" y="6565"/>
                </a:lnTo>
                <a:lnTo>
                  <a:pt x="89" y="6845"/>
                </a:lnTo>
                <a:lnTo>
                  <a:pt x="177" y="6956"/>
                </a:lnTo>
                <a:lnTo>
                  <a:pt x="267" y="7013"/>
                </a:lnTo>
                <a:lnTo>
                  <a:pt x="356" y="7069"/>
                </a:lnTo>
                <a:lnTo>
                  <a:pt x="446" y="7013"/>
                </a:lnTo>
                <a:lnTo>
                  <a:pt x="534" y="6956"/>
                </a:lnTo>
                <a:lnTo>
                  <a:pt x="623" y="6845"/>
                </a:lnTo>
                <a:lnTo>
                  <a:pt x="1202" y="5106"/>
                </a:lnTo>
                <a:lnTo>
                  <a:pt x="1514" y="4264"/>
                </a:lnTo>
                <a:lnTo>
                  <a:pt x="1603" y="3815"/>
                </a:lnTo>
                <a:lnTo>
                  <a:pt x="1693" y="3366"/>
                </a:lnTo>
                <a:lnTo>
                  <a:pt x="1648" y="3310"/>
                </a:lnTo>
                <a:lnTo>
                  <a:pt x="1603" y="3255"/>
                </a:lnTo>
                <a:close/>
                <a:moveTo>
                  <a:pt x="14207" y="4151"/>
                </a:moveTo>
                <a:lnTo>
                  <a:pt x="14519" y="4489"/>
                </a:lnTo>
                <a:lnTo>
                  <a:pt x="14741" y="4826"/>
                </a:lnTo>
                <a:lnTo>
                  <a:pt x="14831" y="4994"/>
                </a:lnTo>
                <a:lnTo>
                  <a:pt x="14341" y="5217"/>
                </a:lnTo>
                <a:lnTo>
                  <a:pt x="13895" y="5442"/>
                </a:lnTo>
                <a:lnTo>
                  <a:pt x="11847" y="6396"/>
                </a:lnTo>
                <a:lnTo>
                  <a:pt x="10021" y="7294"/>
                </a:lnTo>
                <a:lnTo>
                  <a:pt x="9086" y="7799"/>
                </a:lnTo>
                <a:lnTo>
                  <a:pt x="8640" y="8079"/>
                </a:lnTo>
                <a:lnTo>
                  <a:pt x="8239" y="8415"/>
                </a:lnTo>
                <a:lnTo>
                  <a:pt x="8907" y="6956"/>
                </a:lnTo>
                <a:lnTo>
                  <a:pt x="8952" y="6956"/>
                </a:lnTo>
                <a:lnTo>
                  <a:pt x="10154" y="6228"/>
                </a:lnTo>
                <a:lnTo>
                  <a:pt x="11357" y="5554"/>
                </a:lnTo>
                <a:lnTo>
                  <a:pt x="13851" y="4376"/>
                </a:lnTo>
                <a:lnTo>
                  <a:pt x="13895" y="4489"/>
                </a:lnTo>
                <a:lnTo>
                  <a:pt x="13985" y="4544"/>
                </a:lnTo>
                <a:lnTo>
                  <a:pt x="14073" y="4601"/>
                </a:lnTo>
                <a:lnTo>
                  <a:pt x="14163" y="4544"/>
                </a:lnTo>
                <a:lnTo>
                  <a:pt x="14252" y="4433"/>
                </a:lnTo>
                <a:lnTo>
                  <a:pt x="14252" y="4264"/>
                </a:lnTo>
                <a:lnTo>
                  <a:pt x="14207" y="4151"/>
                </a:lnTo>
                <a:close/>
                <a:moveTo>
                  <a:pt x="14965" y="5385"/>
                </a:moveTo>
                <a:lnTo>
                  <a:pt x="15053" y="5499"/>
                </a:lnTo>
                <a:lnTo>
                  <a:pt x="15098" y="5499"/>
                </a:lnTo>
                <a:lnTo>
                  <a:pt x="15277" y="6003"/>
                </a:lnTo>
                <a:lnTo>
                  <a:pt x="15232" y="6003"/>
                </a:lnTo>
                <a:lnTo>
                  <a:pt x="15143" y="6060"/>
                </a:lnTo>
                <a:lnTo>
                  <a:pt x="14920" y="6283"/>
                </a:lnTo>
                <a:lnTo>
                  <a:pt x="14697" y="6452"/>
                </a:lnTo>
                <a:lnTo>
                  <a:pt x="14207" y="6733"/>
                </a:lnTo>
                <a:lnTo>
                  <a:pt x="13673" y="7013"/>
                </a:lnTo>
                <a:lnTo>
                  <a:pt x="13138" y="7238"/>
                </a:lnTo>
                <a:lnTo>
                  <a:pt x="12069" y="7686"/>
                </a:lnTo>
                <a:lnTo>
                  <a:pt x="11000" y="8247"/>
                </a:lnTo>
                <a:lnTo>
                  <a:pt x="9976" y="8752"/>
                </a:lnTo>
                <a:lnTo>
                  <a:pt x="8952" y="9370"/>
                </a:lnTo>
                <a:lnTo>
                  <a:pt x="8194" y="9763"/>
                </a:lnTo>
                <a:lnTo>
                  <a:pt x="7794" y="10043"/>
                </a:lnTo>
                <a:lnTo>
                  <a:pt x="7393" y="10323"/>
                </a:lnTo>
                <a:lnTo>
                  <a:pt x="7660" y="9763"/>
                </a:lnTo>
                <a:lnTo>
                  <a:pt x="8106" y="8640"/>
                </a:lnTo>
                <a:lnTo>
                  <a:pt x="8996" y="8360"/>
                </a:lnTo>
                <a:lnTo>
                  <a:pt x="9842" y="7911"/>
                </a:lnTo>
                <a:lnTo>
                  <a:pt x="11491" y="7069"/>
                </a:lnTo>
                <a:lnTo>
                  <a:pt x="13272" y="6228"/>
                </a:lnTo>
                <a:lnTo>
                  <a:pt x="14118" y="5835"/>
                </a:lnTo>
                <a:lnTo>
                  <a:pt x="14965" y="5385"/>
                </a:lnTo>
                <a:close/>
                <a:moveTo>
                  <a:pt x="6191" y="12848"/>
                </a:moveTo>
                <a:lnTo>
                  <a:pt x="6056" y="12905"/>
                </a:lnTo>
                <a:lnTo>
                  <a:pt x="6013" y="12960"/>
                </a:lnTo>
                <a:lnTo>
                  <a:pt x="6013" y="13016"/>
                </a:lnTo>
                <a:lnTo>
                  <a:pt x="5968" y="13409"/>
                </a:lnTo>
                <a:lnTo>
                  <a:pt x="5923" y="13746"/>
                </a:lnTo>
                <a:lnTo>
                  <a:pt x="5923" y="14139"/>
                </a:lnTo>
                <a:lnTo>
                  <a:pt x="5968" y="14307"/>
                </a:lnTo>
                <a:lnTo>
                  <a:pt x="6056" y="14475"/>
                </a:lnTo>
                <a:lnTo>
                  <a:pt x="6101" y="14531"/>
                </a:lnTo>
                <a:lnTo>
                  <a:pt x="6280" y="14531"/>
                </a:lnTo>
                <a:lnTo>
                  <a:pt x="6325" y="14475"/>
                </a:lnTo>
                <a:lnTo>
                  <a:pt x="6413" y="14362"/>
                </a:lnTo>
                <a:lnTo>
                  <a:pt x="6458" y="14194"/>
                </a:lnTo>
                <a:lnTo>
                  <a:pt x="6458" y="13409"/>
                </a:lnTo>
                <a:lnTo>
                  <a:pt x="6413" y="13016"/>
                </a:lnTo>
                <a:lnTo>
                  <a:pt x="6368" y="12960"/>
                </a:lnTo>
                <a:lnTo>
                  <a:pt x="6325" y="12905"/>
                </a:lnTo>
                <a:lnTo>
                  <a:pt x="6191" y="12848"/>
                </a:lnTo>
                <a:close/>
                <a:moveTo>
                  <a:pt x="6325" y="14812"/>
                </a:moveTo>
                <a:lnTo>
                  <a:pt x="6235" y="14869"/>
                </a:lnTo>
                <a:lnTo>
                  <a:pt x="6146" y="14924"/>
                </a:lnTo>
                <a:lnTo>
                  <a:pt x="6101" y="14980"/>
                </a:lnTo>
                <a:lnTo>
                  <a:pt x="6056" y="15148"/>
                </a:lnTo>
                <a:lnTo>
                  <a:pt x="6056" y="15260"/>
                </a:lnTo>
                <a:lnTo>
                  <a:pt x="5968" y="15765"/>
                </a:lnTo>
                <a:lnTo>
                  <a:pt x="5968" y="16271"/>
                </a:lnTo>
                <a:lnTo>
                  <a:pt x="6013" y="16439"/>
                </a:lnTo>
                <a:lnTo>
                  <a:pt x="6056" y="16494"/>
                </a:lnTo>
                <a:lnTo>
                  <a:pt x="6146" y="16551"/>
                </a:lnTo>
                <a:lnTo>
                  <a:pt x="6280" y="16551"/>
                </a:lnTo>
                <a:lnTo>
                  <a:pt x="6368" y="16494"/>
                </a:lnTo>
                <a:lnTo>
                  <a:pt x="6413" y="16439"/>
                </a:lnTo>
                <a:lnTo>
                  <a:pt x="6413" y="15710"/>
                </a:lnTo>
                <a:lnTo>
                  <a:pt x="6502" y="15148"/>
                </a:lnTo>
                <a:lnTo>
                  <a:pt x="6502" y="15037"/>
                </a:lnTo>
                <a:lnTo>
                  <a:pt x="6458" y="14924"/>
                </a:lnTo>
                <a:lnTo>
                  <a:pt x="6413" y="14869"/>
                </a:lnTo>
                <a:lnTo>
                  <a:pt x="6325" y="14812"/>
                </a:lnTo>
                <a:close/>
                <a:moveTo>
                  <a:pt x="17726" y="14531"/>
                </a:moveTo>
                <a:lnTo>
                  <a:pt x="17681" y="14644"/>
                </a:lnTo>
                <a:lnTo>
                  <a:pt x="17592" y="15092"/>
                </a:lnTo>
                <a:lnTo>
                  <a:pt x="17503" y="15485"/>
                </a:lnTo>
                <a:lnTo>
                  <a:pt x="17458" y="16383"/>
                </a:lnTo>
                <a:lnTo>
                  <a:pt x="17503" y="16494"/>
                </a:lnTo>
                <a:lnTo>
                  <a:pt x="17547" y="16608"/>
                </a:lnTo>
                <a:lnTo>
                  <a:pt x="17637" y="16663"/>
                </a:lnTo>
                <a:lnTo>
                  <a:pt x="17726" y="16719"/>
                </a:lnTo>
                <a:lnTo>
                  <a:pt x="17814" y="16719"/>
                </a:lnTo>
                <a:lnTo>
                  <a:pt x="17904" y="16663"/>
                </a:lnTo>
                <a:lnTo>
                  <a:pt x="17948" y="16608"/>
                </a:lnTo>
                <a:lnTo>
                  <a:pt x="17993" y="16494"/>
                </a:lnTo>
                <a:lnTo>
                  <a:pt x="17993" y="15037"/>
                </a:lnTo>
                <a:lnTo>
                  <a:pt x="17904" y="14644"/>
                </a:lnTo>
                <a:lnTo>
                  <a:pt x="17859" y="14531"/>
                </a:lnTo>
                <a:close/>
                <a:moveTo>
                  <a:pt x="15454" y="6396"/>
                </a:moveTo>
                <a:lnTo>
                  <a:pt x="15766" y="7463"/>
                </a:lnTo>
                <a:lnTo>
                  <a:pt x="15499" y="7631"/>
                </a:lnTo>
                <a:lnTo>
                  <a:pt x="15187" y="7799"/>
                </a:lnTo>
                <a:lnTo>
                  <a:pt x="14608" y="8136"/>
                </a:lnTo>
                <a:lnTo>
                  <a:pt x="13317" y="8920"/>
                </a:lnTo>
                <a:lnTo>
                  <a:pt x="12114" y="9650"/>
                </a:lnTo>
                <a:lnTo>
                  <a:pt x="10912" y="10268"/>
                </a:lnTo>
                <a:lnTo>
                  <a:pt x="9798" y="10716"/>
                </a:lnTo>
                <a:lnTo>
                  <a:pt x="8640" y="11166"/>
                </a:lnTo>
                <a:lnTo>
                  <a:pt x="8106" y="11445"/>
                </a:lnTo>
                <a:lnTo>
                  <a:pt x="7572" y="11782"/>
                </a:lnTo>
                <a:lnTo>
                  <a:pt x="7036" y="12118"/>
                </a:lnTo>
                <a:lnTo>
                  <a:pt x="6592" y="12568"/>
                </a:lnTo>
                <a:lnTo>
                  <a:pt x="6547" y="12623"/>
                </a:lnTo>
                <a:lnTo>
                  <a:pt x="6547" y="12680"/>
                </a:lnTo>
                <a:lnTo>
                  <a:pt x="6592" y="12736"/>
                </a:lnTo>
                <a:lnTo>
                  <a:pt x="6635" y="12736"/>
                </a:lnTo>
                <a:lnTo>
                  <a:pt x="7794" y="12175"/>
                </a:lnTo>
                <a:lnTo>
                  <a:pt x="8907" y="11614"/>
                </a:lnTo>
                <a:lnTo>
                  <a:pt x="10154" y="11109"/>
                </a:lnTo>
                <a:lnTo>
                  <a:pt x="11401" y="10548"/>
                </a:lnTo>
                <a:lnTo>
                  <a:pt x="12559" y="9986"/>
                </a:lnTo>
                <a:lnTo>
                  <a:pt x="13673" y="9313"/>
                </a:lnTo>
                <a:lnTo>
                  <a:pt x="14965" y="8529"/>
                </a:lnTo>
                <a:lnTo>
                  <a:pt x="15454" y="8247"/>
                </a:lnTo>
                <a:lnTo>
                  <a:pt x="15677" y="8079"/>
                </a:lnTo>
                <a:lnTo>
                  <a:pt x="15944" y="7967"/>
                </a:lnTo>
                <a:lnTo>
                  <a:pt x="15988" y="8191"/>
                </a:lnTo>
                <a:lnTo>
                  <a:pt x="16300" y="8977"/>
                </a:lnTo>
                <a:lnTo>
                  <a:pt x="16256" y="8977"/>
                </a:lnTo>
                <a:lnTo>
                  <a:pt x="16212" y="8865"/>
                </a:lnTo>
                <a:lnTo>
                  <a:pt x="16123" y="8809"/>
                </a:lnTo>
                <a:lnTo>
                  <a:pt x="16033" y="8752"/>
                </a:lnTo>
                <a:lnTo>
                  <a:pt x="15944" y="8809"/>
                </a:lnTo>
                <a:lnTo>
                  <a:pt x="14831" y="9538"/>
                </a:lnTo>
                <a:lnTo>
                  <a:pt x="13718" y="10211"/>
                </a:lnTo>
                <a:lnTo>
                  <a:pt x="12559" y="10829"/>
                </a:lnTo>
                <a:lnTo>
                  <a:pt x="11446" y="11445"/>
                </a:lnTo>
                <a:lnTo>
                  <a:pt x="10288" y="12007"/>
                </a:lnTo>
                <a:lnTo>
                  <a:pt x="9129" y="12512"/>
                </a:lnTo>
                <a:lnTo>
                  <a:pt x="8061" y="12960"/>
                </a:lnTo>
                <a:lnTo>
                  <a:pt x="7482" y="13241"/>
                </a:lnTo>
                <a:lnTo>
                  <a:pt x="7259" y="13409"/>
                </a:lnTo>
                <a:lnTo>
                  <a:pt x="6992" y="13578"/>
                </a:lnTo>
                <a:lnTo>
                  <a:pt x="6992" y="13689"/>
                </a:lnTo>
                <a:lnTo>
                  <a:pt x="7615" y="13689"/>
                </a:lnTo>
                <a:lnTo>
                  <a:pt x="8149" y="13466"/>
                </a:lnTo>
                <a:lnTo>
                  <a:pt x="9264" y="13016"/>
                </a:lnTo>
                <a:lnTo>
                  <a:pt x="10466" y="12455"/>
                </a:lnTo>
                <a:lnTo>
                  <a:pt x="11668" y="11894"/>
                </a:lnTo>
                <a:lnTo>
                  <a:pt x="12782" y="11334"/>
                </a:lnTo>
                <a:lnTo>
                  <a:pt x="13851" y="10716"/>
                </a:lnTo>
                <a:lnTo>
                  <a:pt x="14920" y="10099"/>
                </a:lnTo>
                <a:lnTo>
                  <a:pt x="15944" y="9425"/>
                </a:lnTo>
                <a:lnTo>
                  <a:pt x="16033" y="9482"/>
                </a:lnTo>
                <a:lnTo>
                  <a:pt x="16167" y="9482"/>
                </a:lnTo>
                <a:lnTo>
                  <a:pt x="16256" y="9425"/>
                </a:lnTo>
                <a:lnTo>
                  <a:pt x="16345" y="9313"/>
                </a:lnTo>
                <a:lnTo>
                  <a:pt x="16390" y="9257"/>
                </a:lnTo>
                <a:lnTo>
                  <a:pt x="16834" y="10268"/>
                </a:lnTo>
                <a:lnTo>
                  <a:pt x="16567" y="10379"/>
                </a:lnTo>
                <a:lnTo>
                  <a:pt x="16345" y="10491"/>
                </a:lnTo>
                <a:lnTo>
                  <a:pt x="15677" y="10829"/>
                </a:lnTo>
                <a:lnTo>
                  <a:pt x="15053" y="11221"/>
                </a:lnTo>
                <a:lnTo>
                  <a:pt x="13628" y="12175"/>
                </a:lnTo>
                <a:lnTo>
                  <a:pt x="12960" y="12623"/>
                </a:lnTo>
                <a:lnTo>
                  <a:pt x="12204" y="13073"/>
                </a:lnTo>
                <a:lnTo>
                  <a:pt x="11446" y="13409"/>
                </a:lnTo>
                <a:lnTo>
                  <a:pt x="10688" y="13689"/>
                </a:lnTo>
                <a:lnTo>
                  <a:pt x="9129" y="14251"/>
                </a:lnTo>
                <a:lnTo>
                  <a:pt x="7527" y="14869"/>
                </a:lnTo>
                <a:lnTo>
                  <a:pt x="7036" y="15092"/>
                </a:lnTo>
                <a:lnTo>
                  <a:pt x="6859" y="15317"/>
                </a:lnTo>
                <a:lnTo>
                  <a:pt x="6769" y="15373"/>
                </a:lnTo>
                <a:lnTo>
                  <a:pt x="6769" y="15317"/>
                </a:lnTo>
                <a:lnTo>
                  <a:pt x="6725" y="15260"/>
                </a:lnTo>
                <a:lnTo>
                  <a:pt x="6725" y="15317"/>
                </a:lnTo>
                <a:lnTo>
                  <a:pt x="6680" y="15428"/>
                </a:lnTo>
                <a:lnTo>
                  <a:pt x="6680" y="15597"/>
                </a:lnTo>
                <a:lnTo>
                  <a:pt x="6725" y="15653"/>
                </a:lnTo>
                <a:lnTo>
                  <a:pt x="6769" y="15653"/>
                </a:lnTo>
                <a:lnTo>
                  <a:pt x="7036" y="15485"/>
                </a:lnTo>
                <a:lnTo>
                  <a:pt x="7304" y="15373"/>
                </a:lnTo>
                <a:lnTo>
                  <a:pt x="7927" y="15205"/>
                </a:lnTo>
                <a:lnTo>
                  <a:pt x="9353" y="14644"/>
                </a:lnTo>
                <a:lnTo>
                  <a:pt x="10778" y="14194"/>
                </a:lnTo>
                <a:lnTo>
                  <a:pt x="11491" y="13914"/>
                </a:lnTo>
                <a:lnTo>
                  <a:pt x="12159" y="13578"/>
                </a:lnTo>
                <a:lnTo>
                  <a:pt x="12782" y="13298"/>
                </a:lnTo>
                <a:lnTo>
                  <a:pt x="13361" y="12905"/>
                </a:lnTo>
                <a:lnTo>
                  <a:pt x="14519" y="12118"/>
                </a:lnTo>
                <a:lnTo>
                  <a:pt x="15143" y="11725"/>
                </a:lnTo>
                <a:lnTo>
                  <a:pt x="15766" y="11334"/>
                </a:lnTo>
                <a:lnTo>
                  <a:pt x="16479" y="10997"/>
                </a:lnTo>
                <a:lnTo>
                  <a:pt x="16701" y="10884"/>
                </a:lnTo>
                <a:lnTo>
                  <a:pt x="17013" y="10772"/>
                </a:lnTo>
                <a:lnTo>
                  <a:pt x="17058" y="10829"/>
                </a:lnTo>
                <a:lnTo>
                  <a:pt x="17191" y="10829"/>
                </a:lnTo>
                <a:lnTo>
                  <a:pt x="17236" y="10997"/>
                </a:lnTo>
                <a:lnTo>
                  <a:pt x="16791" y="11277"/>
                </a:lnTo>
                <a:lnTo>
                  <a:pt x="16390" y="11614"/>
                </a:lnTo>
                <a:lnTo>
                  <a:pt x="15098" y="12568"/>
                </a:lnTo>
                <a:lnTo>
                  <a:pt x="13761" y="13409"/>
                </a:lnTo>
                <a:lnTo>
                  <a:pt x="12381" y="14139"/>
                </a:lnTo>
                <a:lnTo>
                  <a:pt x="11000" y="14812"/>
                </a:lnTo>
                <a:lnTo>
                  <a:pt x="9575" y="15428"/>
                </a:lnTo>
                <a:lnTo>
                  <a:pt x="8194" y="15990"/>
                </a:lnTo>
                <a:lnTo>
                  <a:pt x="7527" y="16271"/>
                </a:lnTo>
                <a:lnTo>
                  <a:pt x="7170" y="16439"/>
                </a:lnTo>
                <a:lnTo>
                  <a:pt x="6859" y="16663"/>
                </a:lnTo>
                <a:lnTo>
                  <a:pt x="6814" y="16719"/>
                </a:lnTo>
                <a:lnTo>
                  <a:pt x="6814" y="16831"/>
                </a:lnTo>
                <a:lnTo>
                  <a:pt x="6903" y="16888"/>
                </a:lnTo>
                <a:lnTo>
                  <a:pt x="7215" y="16831"/>
                </a:lnTo>
                <a:lnTo>
                  <a:pt x="7527" y="16776"/>
                </a:lnTo>
                <a:lnTo>
                  <a:pt x="8149" y="16551"/>
                </a:lnTo>
                <a:lnTo>
                  <a:pt x="8907" y="16215"/>
                </a:lnTo>
                <a:lnTo>
                  <a:pt x="9665" y="15935"/>
                </a:lnTo>
                <a:lnTo>
                  <a:pt x="11179" y="15317"/>
                </a:lnTo>
                <a:lnTo>
                  <a:pt x="12648" y="14587"/>
                </a:lnTo>
                <a:lnTo>
                  <a:pt x="13895" y="13858"/>
                </a:lnTo>
                <a:lnTo>
                  <a:pt x="15143" y="13128"/>
                </a:lnTo>
                <a:lnTo>
                  <a:pt x="16479" y="12175"/>
                </a:lnTo>
                <a:lnTo>
                  <a:pt x="17013" y="11839"/>
                </a:lnTo>
                <a:lnTo>
                  <a:pt x="17280" y="11614"/>
                </a:lnTo>
                <a:lnTo>
                  <a:pt x="17503" y="11389"/>
                </a:lnTo>
                <a:lnTo>
                  <a:pt x="17637" y="11614"/>
                </a:lnTo>
                <a:lnTo>
                  <a:pt x="17637" y="11670"/>
                </a:lnTo>
                <a:lnTo>
                  <a:pt x="17503" y="12175"/>
                </a:lnTo>
                <a:lnTo>
                  <a:pt x="17503" y="12736"/>
                </a:lnTo>
                <a:lnTo>
                  <a:pt x="17414" y="12623"/>
                </a:lnTo>
                <a:lnTo>
                  <a:pt x="17280" y="12623"/>
                </a:lnTo>
                <a:lnTo>
                  <a:pt x="16791" y="12905"/>
                </a:lnTo>
                <a:lnTo>
                  <a:pt x="16300" y="13241"/>
                </a:lnTo>
                <a:lnTo>
                  <a:pt x="15410" y="13971"/>
                </a:lnTo>
                <a:lnTo>
                  <a:pt x="14875" y="14419"/>
                </a:lnTo>
                <a:lnTo>
                  <a:pt x="14297" y="14812"/>
                </a:lnTo>
                <a:lnTo>
                  <a:pt x="13718" y="15205"/>
                </a:lnTo>
                <a:lnTo>
                  <a:pt x="13138" y="15485"/>
                </a:lnTo>
                <a:lnTo>
                  <a:pt x="10511" y="16551"/>
                </a:lnTo>
                <a:lnTo>
                  <a:pt x="9398" y="16999"/>
                </a:lnTo>
                <a:lnTo>
                  <a:pt x="8862" y="17224"/>
                </a:lnTo>
                <a:lnTo>
                  <a:pt x="8328" y="17505"/>
                </a:lnTo>
                <a:lnTo>
                  <a:pt x="6413" y="17449"/>
                </a:lnTo>
                <a:lnTo>
                  <a:pt x="6368" y="17112"/>
                </a:lnTo>
                <a:lnTo>
                  <a:pt x="6280" y="16999"/>
                </a:lnTo>
                <a:lnTo>
                  <a:pt x="6101" y="16999"/>
                </a:lnTo>
                <a:lnTo>
                  <a:pt x="6056" y="17112"/>
                </a:lnTo>
                <a:lnTo>
                  <a:pt x="6013" y="17449"/>
                </a:lnTo>
                <a:lnTo>
                  <a:pt x="5076" y="17337"/>
                </a:lnTo>
                <a:lnTo>
                  <a:pt x="4632" y="17337"/>
                </a:lnTo>
                <a:lnTo>
                  <a:pt x="4142" y="17392"/>
                </a:lnTo>
                <a:lnTo>
                  <a:pt x="3786" y="17449"/>
                </a:lnTo>
                <a:lnTo>
                  <a:pt x="3474" y="17674"/>
                </a:lnTo>
                <a:lnTo>
                  <a:pt x="3429" y="16831"/>
                </a:lnTo>
                <a:lnTo>
                  <a:pt x="3295" y="14419"/>
                </a:lnTo>
                <a:lnTo>
                  <a:pt x="3295" y="14026"/>
                </a:lnTo>
                <a:lnTo>
                  <a:pt x="3607" y="14026"/>
                </a:lnTo>
                <a:lnTo>
                  <a:pt x="3963" y="13971"/>
                </a:lnTo>
                <a:lnTo>
                  <a:pt x="4275" y="13858"/>
                </a:lnTo>
                <a:lnTo>
                  <a:pt x="4587" y="13746"/>
                </a:lnTo>
                <a:lnTo>
                  <a:pt x="4899" y="13521"/>
                </a:lnTo>
                <a:lnTo>
                  <a:pt x="5211" y="13298"/>
                </a:lnTo>
                <a:lnTo>
                  <a:pt x="5745" y="12848"/>
                </a:lnTo>
                <a:lnTo>
                  <a:pt x="6146" y="12400"/>
                </a:lnTo>
                <a:lnTo>
                  <a:pt x="6502" y="11894"/>
                </a:lnTo>
                <a:lnTo>
                  <a:pt x="6814" y="11389"/>
                </a:lnTo>
                <a:lnTo>
                  <a:pt x="7126" y="10884"/>
                </a:lnTo>
                <a:lnTo>
                  <a:pt x="7615" y="10716"/>
                </a:lnTo>
                <a:lnTo>
                  <a:pt x="8061" y="10436"/>
                </a:lnTo>
                <a:lnTo>
                  <a:pt x="8996" y="9818"/>
                </a:lnTo>
                <a:lnTo>
                  <a:pt x="10199" y="9145"/>
                </a:lnTo>
                <a:lnTo>
                  <a:pt x="11357" y="8529"/>
                </a:lnTo>
                <a:lnTo>
                  <a:pt x="12514" y="8022"/>
                </a:lnTo>
                <a:lnTo>
                  <a:pt x="13673" y="7463"/>
                </a:lnTo>
                <a:lnTo>
                  <a:pt x="14608" y="7069"/>
                </a:lnTo>
                <a:lnTo>
                  <a:pt x="15098" y="6733"/>
                </a:lnTo>
                <a:lnTo>
                  <a:pt x="15320" y="6452"/>
                </a:lnTo>
                <a:lnTo>
                  <a:pt x="15454" y="6396"/>
                </a:lnTo>
                <a:close/>
                <a:moveTo>
                  <a:pt x="2895" y="0"/>
                </a:moveTo>
                <a:lnTo>
                  <a:pt x="2716" y="57"/>
                </a:lnTo>
                <a:lnTo>
                  <a:pt x="2672" y="112"/>
                </a:lnTo>
                <a:lnTo>
                  <a:pt x="2627" y="168"/>
                </a:lnTo>
                <a:lnTo>
                  <a:pt x="2494" y="561"/>
                </a:lnTo>
                <a:lnTo>
                  <a:pt x="2405" y="786"/>
                </a:lnTo>
                <a:lnTo>
                  <a:pt x="1915" y="2189"/>
                </a:lnTo>
                <a:lnTo>
                  <a:pt x="1870" y="2357"/>
                </a:lnTo>
                <a:lnTo>
                  <a:pt x="1915" y="2469"/>
                </a:lnTo>
                <a:lnTo>
                  <a:pt x="1960" y="2580"/>
                </a:lnTo>
                <a:lnTo>
                  <a:pt x="2048" y="2693"/>
                </a:lnTo>
                <a:lnTo>
                  <a:pt x="2137" y="2749"/>
                </a:lnTo>
                <a:lnTo>
                  <a:pt x="2227" y="2749"/>
                </a:lnTo>
                <a:lnTo>
                  <a:pt x="2315" y="2693"/>
                </a:lnTo>
                <a:lnTo>
                  <a:pt x="2405" y="2525"/>
                </a:lnTo>
                <a:lnTo>
                  <a:pt x="2583" y="2076"/>
                </a:lnTo>
                <a:lnTo>
                  <a:pt x="2539" y="3310"/>
                </a:lnTo>
                <a:lnTo>
                  <a:pt x="2539" y="4544"/>
                </a:lnTo>
                <a:lnTo>
                  <a:pt x="2494" y="6228"/>
                </a:lnTo>
                <a:lnTo>
                  <a:pt x="2405" y="6283"/>
                </a:lnTo>
                <a:lnTo>
                  <a:pt x="2227" y="6228"/>
                </a:lnTo>
                <a:lnTo>
                  <a:pt x="2093" y="6115"/>
                </a:lnTo>
                <a:lnTo>
                  <a:pt x="1960" y="6115"/>
                </a:lnTo>
                <a:lnTo>
                  <a:pt x="1870" y="6172"/>
                </a:lnTo>
                <a:lnTo>
                  <a:pt x="1826" y="6283"/>
                </a:lnTo>
                <a:lnTo>
                  <a:pt x="1870" y="6452"/>
                </a:lnTo>
                <a:lnTo>
                  <a:pt x="2003" y="6565"/>
                </a:lnTo>
                <a:lnTo>
                  <a:pt x="2137" y="6676"/>
                </a:lnTo>
                <a:lnTo>
                  <a:pt x="2315" y="6733"/>
                </a:lnTo>
                <a:lnTo>
                  <a:pt x="2494" y="6788"/>
                </a:lnTo>
                <a:lnTo>
                  <a:pt x="2494" y="8472"/>
                </a:lnTo>
                <a:lnTo>
                  <a:pt x="2315" y="8529"/>
                </a:lnTo>
                <a:lnTo>
                  <a:pt x="2003" y="8584"/>
                </a:lnTo>
                <a:lnTo>
                  <a:pt x="1960" y="8697"/>
                </a:lnTo>
                <a:lnTo>
                  <a:pt x="1870" y="8752"/>
                </a:lnTo>
                <a:lnTo>
                  <a:pt x="1870" y="8809"/>
                </a:lnTo>
                <a:lnTo>
                  <a:pt x="1826" y="8865"/>
                </a:lnTo>
                <a:lnTo>
                  <a:pt x="1870" y="8920"/>
                </a:lnTo>
                <a:lnTo>
                  <a:pt x="1915" y="8920"/>
                </a:lnTo>
                <a:lnTo>
                  <a:pt x="2003" y="9033"/>
                </a:lnTo>
                <a:lnTo>
                  <a:pt x="2494" y="9033"/>
                </a:lnTo>
                <a:lnTo>
                  <a:pt x="2539" y="9482"/>
                </a:lnTo>
                <a:lnTo>
                  <a:pt x="2539" y="10941"/>
                </a:lnTo>
                <a:lnTo>
                  <a:pt x="2227" y="11052"/>
                </a:lnTo>
                <a:lnTo>
                  <a:pt x="1870" y="11277"/>
                </a:lnTo>
                <a:lnTo>
                  <a:pt x="1826" y="11334"/>
                </a:lnTo>
                <a:lnTo>
                  <a:pt x="1826" y="11389"/>
                </a:lnTo>
                <a:lnTo>
                  <a:pt x="1870" y="11445"/>
                </a:lnTo>
                <a:lnTo>
                  <a:pt x="1915" y="11502"/>
                </a:lnTo>
                <a:lnTo>
                  <a:pt x="2539" y="11502"/>
                </a:lnTo>
                <a:lnTo>
                  <a:pt x="2627" y="13689"/>
                </a:lnTo>
                <a:lnTo>
                  <a:pt x="2627" y="13746"/>
                </a:lnTo>
                <a:lnTo>
                  <a:pt x="2405" y="13689"/>
                </a:lnTo>
                <a:lnTo>
                  <a:pt x="1915" y="13689"/>
                </a:lnTo>
                <a:lnTo>
                  <a:pt x="1826" y="13746"/>
                </a:lnTo>
                <a:lnTo>
                  <a:pt x="1781" y="13858"/>
                </a:lnTo>
                <a:lnTo>
                  <a:pt x="1781" y="13971"/>
                </a:lnTo>
                <a:lnTo>
                  <a:pt x="1870" y="14082"/>
                </a:lnTo>
                <a:lnTo>
                  <a:pt x="2048" y="14139"/>
                </a:lnTo>
                <a:lnTo>
                  <a:pt x="2227" y="14251"/>
                </a:lnTo>
                <a:lnTo>
                  <a:pt x="2672" y="14362"/>
                </a:lnTo>
                <a:lnTo>
                  <a:pt x="2716" y="15935"/>
                </a:lnTo>
                <a:lnTo>
                  <a:pt x="2449" y="15935"/>
                </a:lnTo>
                <a:lnTo>
                  <a:pt x="2182" y="15990"/>
                </a:lnTo>
                <a:lnTo>
                  <a:pt x="2093" y="16103"/>
                </a:lnTo>
                <a:lnTo>
                  <a:pt x="2003" y="16215"/>
                </a:lnTo>
                <a:lnTo>
                  <a:pt x="1915" y="16326"/>
                </a:lnTo>
                <a:lnTo>
                  <a:pt x="1960" y="16439"/>
                </a:lnTo>
                <a:lnTo>
                  <a:pt x="2048" y="16551"/>
                </a:lnTo>
                <a:lnTo>
                  <a:pt x="2583" y="16551"/>
                </a:lnTo>
                <a:lnTo>
                  <a:pt x="2761" y="16608"/>
                </a:lnTo>
                <a:lnTo>
                  <a:pt x="2761" y="16663"/>
                </a:lnTo>
                <a:lnTo>
                  <a:pt x="2806" y="17897"/>
                </a:lnTo>
                <a:lnTo>
                  <a:pt x="2850" y="18290"/>
                </a:lnTo>
                <a:lnTo>
                  <a:pt x="2895" y="18515"/>
                </a:lnTo>
                <a:lnTo>
                  <a:pt x="3028" y="18683"/>
                </a:lnTo>
                <a:lnTo>
                  <a:pt x="3117" y="18740"/>
                </a:lnTo>
                <a:lnTo>
                  <a:pt x="3252" y="18740"/>
                </a:lnTo>
                <a:lnTo>
                  <a:pt x="3340" y="18683"/>
                </a:lnTo>
                <a:lnTo>
                  <a:pt x="3385" y="18572"/>
                </a:lnTo>
                <a:lnTo>
                  <a:pt x="3429" y="18515"/>
                </a:lnTo>
                <a:lnTo>
                  <a:pt x="3652" y="18290"/>
                </a:lnTo>
                <a:lnTo>
                  <a:pt x="3963" y="18178"/>
                </a:lnTo>
                <a:lnTo>
                  <a:pt x="4231" y="18122"/>
                </a:lnTo>
                <a:lnTo>
                  <a:pt x="4542" y="18122"/>
                </a:lnTo>
                <a:lnTo>
                  <a:pt x="4542" y="18683"/>
                </a:lnTo>
                <a:lnTo>
                  <a:pt x="4632" y="18908"/>
                </a:lnTo>
                <a:lnTo>
                  <a:pt x="4721" y="19131"/>
                </a:lnTo>
                <a:lnTo>
                  <a:pt x="4809" y="19245"/>
                </a:lnTo>
                <a:lnTo>
                  <a:pt x="4899" y="19188"/>
                </a:lnTo>
                <a:lnTo>
                  <a:pt x="4988" y="19131"/>
                </a:lnTo>
                <a:lnTo>
                  <a:pt x="5033" y="19020"/>
                </a:lnTo>
                <a:lnTo>
                  <a:pt x="4943" y="18683"/>
                </a:lnTo>
                <a:lnTo>
                  <a:pt x="4899" y="18458"/>
                </a:lnTo>
                <a:lnTo>
                  <a:pt x="4899" y="18178"/>
                </a:lnTo>
                <a:lnTo>
                  <a:pt x="6146" y="18234"/>
                </a:lnTo>
                <a:lnTo>
                  <a:pt x="6146" y="18572"/>
                </a:lnTo>
                <a:lnTo>
                  <a:pt x="6191" y="19300"/>
                </a:lnTo>
                <a:lnTo>
                  <a:pt x="6235" y="19413"/>
                </a:lnTo>
                <a:lnTo>
                  <a:pt x="6280" y="19524"/>
                </a:lnTo>
                <a:lnTo>
                  <a:pt x="6458" y="19524"/>
                </a:lnTo>
                <a:lnTo>
                  <a:pt x="6635" y="19468"/>
                </a:lnTo>
                <a:lnTo>
                  <a:pt x="6680" y="19300"/>
                </a:lnTo>
                <a:lnTo>
                  <a:pt x="6725" y="19076"/>
                </a:lnTo>
                <a:lnTo>
                  <a:pt x="6635" y="18908"/>
                </a:lnTo>
                <a:lnTo>
                  <a:pt x="6547" y="18851"/>
                </a:lnTo>
                <a:lnTo>
                  <a:pt x="6502" y="18515"/>
                </a:lnTo>
                <a:lnTo>
                  <a:pt x="6413" y="18234"/>
                </a:lnTo>
                <a:lnTo>
                  <a:pt x="7170" y="18290"/>
                </a:lnTo>
                <a:lnTo>
                  <a:pt x="7882" y="18290"/>
                </a:lnTo>
                <a:lnTo>
                  <a:pt x="7882" y="18347"/>
                </a:lnTo>
                <a:lnTo>
                  <a:pt x="7839" y="18627"/>
                </a:lnTo>
                <a:lnTo>
                  <a:pt x="7794" y="18963"/>
                </a:lnTo>
                <a:lnTo>
                  <a:pt x="7839" y="19245"/>
                </a:lnTo>
                <a:lnTo>
                  <a:pt x="7972" y="19524"/>
                </a:lnTo>
                <a:lnTo>
                  <a:pt x="8016" y="19638"/>
                </a:lnTo>
                <a:lnTo>
                  <a:pt x="8106" y="19693"/>
                </a:lnTo>
                <a:lnTo>
                  <a:pt x="8194" y="19693"/>
                </a:lnTo>
                <a:lnTo>
                  <a:pt x="8284" y="19638"/>
                </a:lnTo>
                <a:lnTo>
                  <a:pt x="8373" y="19524"/>
                </a:lnTo>
                <a:lnTo>
                  <a:pt x="8373" y="19356"/>
                </a:lnTo>
                <a:lnTo>
                  <a:pt x="8284" y="19300"/>
                </a:lnTo>
                <a:lnTo>
                  <a:pt x="8239" y="19245"/>
                </a:lnTo>
                <a:lnTo>
                  <a:pt x="8149" y="18963"/>
                </a:lnTo>
                <a:lnTo>
                  <a:pt x="8106" y="18683"/>
                </a:lnTo>
                <a:lnTo>
                  <a:pt x="8061" y="18347"/>
                </a:lnTo>
                <a:lnTo>
                  <a:pt x="8061" y="18290"/>
                </a:lnTo>
                <a:lnTo>
                  <a:pt x="9620" y="18347"/>
                </a:lnTo>
                <a:lnTo>
                  <a:pt x="9531" y="18403"/>
                </a:lnTo>
                <a:lnTo>
                  <a:pt x="9486" y="18515"/>
                </a:lnTo>
                <a:lnTo>
                  <a:pt x="9441" y="18740"/>
                </a:lnTo>
                <a:lnTo>
                  <a:pt x="9441" y="19131"/>
                </a:lnTo>
                <a:lnTo>
                  <a:pt x="9486" y="19300"/>
                </a:lnTo>
                <a:lnTo>
                  <a:pt x="9575" y="19468"/>
                </a:lnTo>
                <a:lnTo>
                  <a:pt x="9665" y="19524"/>
                </a:lnTo>
                <a:lnTo>
                  <a:pt x="9753" y="19468"/>
                </a:lnTo>
                <a:lnTo>
                  <a:pt x="9842" y="19413"/>
                </a:lnTo>
                <a:lnTo>
                  <a:pt x="9887" y="19300"/>
                </a:lnTo>
                <a:lnTo>
                  <a:pt x="9842" y="19076"/>
                </a:lnTo>
                <a:lnTo>
                  <a:pt x="9798" y="18795"/>
                </a:lnTo>
                <a:lnTo>
                  <a:pt x="9798" y="18627"/>
                </a:lnTo>
                <a:lnTo>
                  <a:pt x="9753" y="18515"/>
                </a:lnTo>
                <a:lnTo>
                  <a:pt x="9753" y="18347"/>
                </a:lnTo>
                <a:lnTo>
                  <a:pt x="11401" y="18347"/>
                </a:lnTo>
                <a:lnTo>
                  <a:pt x="11312" y="18683"/>
                </a:lnTo>
                <a:lnTo>
                  <a:pt x="11312" y="19076"/>
                </a:lnTo>
                <a:lnTo>
                  <a:pt x="11357" y="19188"/>
                </a:lnTo>
                <a:lnTo>
                  <a:pt x="11446" y="19245"/>
                </a:lnTo>
                <a:lnTo>
                  <a:pt x="11668" y="19245"/>
                </a:lnTo>
                <a:lnTo>
                  <a:pt x="11758" y="19188"/>
                </a:lnTo>
                <a:lnTo>
                  <a:pt x="11802" y="19076"/>
                </a:lnTo>
                <a:lnTo>
                  <a:pt x="11802" y="18908"/>
                </a:lnTo>
                <a:lnTo>
                  <a:pt x="11668" y="18851"/>
                </a:lnTo>
                <a:lnTo>
                  <a:pt x="11668" y="18347"/>
                </a:lnTo>
                <a:lnTo>
                  <a:pt x="12915" y="18347"/>
                </a:lnTo>
                <a:lnTo>
                  <a:pt x="12960" y="18740"/>
                </a:lnTo>
                <a:lnTo>
                  <a:pt x="13049" y="19131"/>
                </a:lnTo>
                <a:lnTo>
                  <a:pt x="13138" y="19245"/>
                </a:lnTo>
                <a:lnTo>
                  <a:pt x="13317" y="19245"/>
                </a:lnTo>
                <a:lnTo>
                  <a:pt x="13361" y="19131"/>
                </a:lnTo>
                <a:lnTo>
                  <a:pt x="13406" y="18963"/>
                </a:lnTo>
                <a:lnTo>
                  <a:pt x="13317" y="18627"/>
                </a:lnTo>
                <a:lnTo>
                  <a:pt x="13227" y="18347"/>
                </a:lnTo>
                <a:lnTo>
                  <a:pt x="14697" y="18347"/>
                </a:lnTo>
                <a:lnTo>
                  <a:pt x="14653" y="18458"/>
                </a:lnTo>
                <a:lnTo>
                  <a:pt x="14608" y="18572"/>
                </a:lnTo>
                <a:lnTo>
                  <a:pt x="14564" y="18908"/>
                </a:lnTo>
                <a:lnTo>
                  <a:pt x="14608" y="19076"/>
                </a:lnTo>
                <a:lnTo>
                  <a:pt x="14653" y="19300"/>
                </a:lnTo>
                <a:lnTo>
                  <a:pt x="14741" y="19468"/>
                </a:lnTo>
                <a:lnTo>
                  <a:pt x="14831" y="19581"/>
                </a:lnTo>
                <a:lnTo>
                  <a:pt x="14920" y="19638"/>
                </a:lnTo>
                <a:lnTo>
                  <a:pt x="15008" y="19581"/>
                </a:lnTo>
                <a:lnTo>
                  <a:pt x="15053" y="19524"/>
                </a:lnTo>
                <a:lnTo>
                  <a:pt x="15053" y="19413"/>
                </a:lnTo>
                <a:lnTo>
                  <a:pt x="15008" y="19188"/>
                </a:lnTo>
                <a:lnTo>
                  <a:pt x="14920" y="18908"/>
                </a:lnTo>
                <a:lnTo>
                  <a:pt x="14875" y="18627"/>
                </a:lnTo>
                <a:lnTo>
                  <a:pt x="14875" y="18290"/>
                </a:lnTo>
                <a:lnTo>
                  <a:pt x="16212" y="18290"/>
                </a:lnTo>
                <a:lnTo>
                  <a:pt x="16123" y="18515"/>
                </a:lnTo>
                <a:lnTo>
                  <a:pt x="16078" y="18740"/>
                </a:lnTo>
                <a:lnTo>
                  <a:pt x="16078" y="19020"/>
                </a:lnTo>
                <a:lnTo>
                  <a:pt x="16167" y="19245"/>
                </a:lnTo>
                <a:lnTo>
                  <a:pt x="16212" y="19300"/>
                </a:lnTo>
                <a:lnTo>
                  <a:pt x="16300" y="19356"/>
                </a:lnTo>
                <a:lnTo>
                  <a:pt x="16390" y="19356"/>
                </a:lnTo>
                <a:lnTo>
                  <a:pt x="16479" y="19245"/>
                </a:lnTo>
                <a:lnTo>
                  <a:pt x="16524" y="19020"/>
                </a:lnTo>
                <a:lnTo>
                  <a:pt x="16434" y="18683"/>
                </a:lnTo>
                <a:lnTo>
                  <a:pt x="16434" y="18458"/>
                </a:lnTo>
                <a:lnTo>
                  <a:pt x="16479" y="18234"/>
                </a:lnTo>
                <a:lnTo>
                  <a:pt x="17681" y="18178"/>
                </a:lnTo>
                <a:lnTo>
                  <a:pt x="17637" y="18908"/>
                </a:lnTo>
                <a:lnTo>
                  <a:pt x="17681" y="19020"/>
                </a:lnTo>
                <a:lnTo>
                  <a:pt x="17771" y="19131"/>
                </a:lnTo>
                <a:lnTo>
                  <a:pt x="17904" y="19131"/>
                </a:lnTo>
                <a:lnTo>
                  <a:pt x="17993" y="19076"/>
                </a:lnTo>
                <a:lnTo>
                  <a:pt x="18081" y="18963"/>
                </a:lnTo>
                <a:lnTo>
                  <a:pt x="18171" y="18795"/>
                </a:lnTo>
                <a:lnTo>
                  <a:pt x="18171" y="18458"/>
                </a:lnTo>
                <a:lnTo>
                  <a:pt x="18126" y="18347"/>
                </a:lnTo>
                <a:lnTo>
                  <a:pt x="18038" y="18290"/>
                </a:lnTo>
                <a:lnTo>
                  <a:pt x="18038" y="18178"/>
                </a:lnTo>
                <a:lnTo>
                  <a:pt x="20176" y="18010"/>
                </a:lnTo>
                <a:lnTo>
                  <a:pt x="20219" y="18065"/>
                </a:lnTo>
                <a:lnTo>
                  <a:pt x="20086" y="18347"/>
                </a:lnTo>
                <a:lnTo>
                  <a:pt x="19864" y="18627"/>
                </a:lnTo>
                <a:lnTo>
                  <a:pt x="19774" y="18795"/>
                </a:lnTo>
                <a:lnTo>
                  <a:pt x="19730" y="18908"/>
                </a:lnTo>
                <a:lnTo>
                  <a:pt x="19774" y="19020"/>
                </a:lnTo>
                <a:lnTo>
                  <a:pt x="19819" y="19131"/>
                </a:lnTo>
                <a:lnTo>
                  <a:pt x="19907" y="19188"/>
                </a:lnTo>
                <a:lnTo>
                  <a:pt x="19997" y="19245"/>
                </a:lnTo>
                <a:lnTo>
                  <a:pt x="20086" y="19245"/>
                </a:lnTo>
                <a:lnTo>
                  <a:pt x="20131" y="19188"/>
                </a:lnTo>
                <a:lnTo>
                  <a:pt x="20309" y="19076"/>
                </a:lnTo>
                <a:lnTo>
                  <a:pt x="20398" y="18908"/>
                </a:lnTo>
                <a:lnTo>
                  <a:pt x="20620" y="18515"/>
                </a:lnTo>
                <a:lnTo>
                  <a:pt x="21199" y="17561"/>
                </a:lnTo>
                <a:lnTo>
                  <a:pt x="21199" y="17224"/>
                </a:lnTo>
                <a:lnTo>
                  <a:pt x="21156" y="17112"/>
                </a:lnTo>
                <a:lnTo>
                  <a:pt x="20710" y="16663"/>
                </a:lnTo>
                <a:lnTo>
                  <a:pt x="20309" y="16271"/>
                </a:lnTo>
                <a:lnTo>
                  <a:pt x="20219" y="16215"/>
                </a:lnTo>
                <a:lnTo>
                  <a:pt x="20131" y="16215"/>
                </a:lnTo>
                <a:lnTo>
                  <a:pt x="20086" y="16271"/>
                </a:lnTo>
                <a:lnTo>
                  <a:pt x="19997" y="16326"/>
                </a:lnTo>
                <a:lnTo>
                  <a:pt x="19952" y="16494"/>
                </a:lnTo>
                <a:lnTo>
                  <a:pt x="19952" y="16608"/>
                </a:lnTo>
                <a:lnTo>
                  <a:pt x="19997" y="16719"/>
                </a:lnTo>
                <a:lnTo>
                  <a:pt x="20398" y="17169"/>
                </a:lnTo>
                <a:lnTo>
                  <a:pt x="16924" y="17392"/>
                </a:lnTo>
                <a:lnTo>
                  <a:pt x="17058" y="17337"/>
                </a:lnTo>
                <a:lnTo>
                  <a:pt x="17325" y="17112"/>
                </a:lnTo>
                <a:lnTo>
                  <a:pt x="17414" y="16999"/>
                </a:lnTo>
                <a:lnTo>
                  <a:pt x="17503" y="16831"/>
                </a:lnTo>
                <a:lnTo>
                  <a:pt x="17503" y="16719"/>
                </a:lnTo>
                <a:lnTo>
                  <a:pt x="17458" y="16663"/>
                </a:lnTo>
                <a:lnTo>
                  <a:pt x="17280" y="16663"/>
                </a:lnTo>
                <a:lnTo>
                  <a:pt x="17146" y="16719"/>
                </a:lnTo>
                <a:lnTo>
                  <a:pt x="16879" y="16944"/>
                </a:lnTo>
                <a:lnTo>
                  <a:pt x="16657" y="17169"/>
                </a:lnTo>
                <a:lnTo>
                  <a:pt x="16479" y="17449"/>
                </a:lnTo>
                <a:lnTo>
                  <a:pt x="14920" y="17505"/>
                </a:lnTo>
                <a:lnTo>
                  <a:pt x="15232" y="17337"/>
                </a:lnTo>
                <a:lnTo>
                  <a:pt x="15587" y="17169"/>
                </a:lnTo>
                <a:lnTo>
                  <a:pt x="15988" y="16944"/>
                </a:lnTo>
                <a:lnTo>
                  <a:pt x="16390" y="16663"/>
                </a:lnTo>
                <a:lnTo>
                  <a:pt x="16746" y="16326"/>
                </a:lnTo>
                <a:lnTo>
                  <a:pt x="17058" y="15935"/>
                </a:lnTo>
                <a:lnTo>
                  <a:pt x="17103" y="15765"/>
                </a:lnTo>
                <a:lnTo>
                  <a:pt x="17058" y="15653"/>
                </a:lnTo>
                <a:lnTo>
                  <a:pt x="16968" y="15597"/>
                </a:lnTo>
                <a:lnTo>
                  <a:pt x="16879" y="15653"/>
                </a:lnTo>
                <a:lnTo>
                  <a:pt x="16567" y="15878"/>
                </a:lnTo>
                <a:lnTo>
                  <a:pt x="16256" y="16158"/>
                </a:lnTo>
                <a:lnTo>
                  <a:pt x="15944" y="16439"/>
                </a:lnTo>
                <a:lnTo>
                  <a:pt x="15632" y="16663"/>
                </a:lnTo>
                <a:lnTo>
                  <a:pt x="15277" y="16888"/>
                </a:lnTo>
                <a:lnTo>
                  <a:pt x="14920" y="17056"/>
                </a:lnTo>
                <a:lnTo>
                  <a:pt x="14564" y="17281"/>
                </a:lnTo>
                <a:lnTo>
                  <a:pt x="14207" y="17505"/>
                </a:lnTo>
                <a:lnTo>
                  <a:pt x="12337" y="17561"/>
                </a:lnTo>
                <a:lnTo>
                  <a:pt x="12871" y="17281"/>
                </a:lnTo>
                <a:lnTo>
                  <a:pt x="14831" y="16271"/>
                </a:lnTo>
                <a:lnTo>
                  <a:pt x="15499" y="15990"/>
                </a:lnTo>
                <a:lnTo>
                  <a:pt x="16167" y="15542"/>
                </a:lnTo>
                <a:lnTo>
                  <a:pt x="16479" y="15317"/>
                </a:lnTo>
                <a:lnTo>
                  <a:pt x="16746" y="15037"/>
                </a:lnTo>
                <a:lnTo>
                  <a:pt x="16968" y="14700"/>
                </a:lnTo>
                <a:lnTo>
                  <a:pt x="17103" y="14307"/>
                </a:lnTo>
                <a:lnTo>
                  <a:pt x="17103" y="14139"/>
                </a:lnTo>
                <a:lnTo>
                  <a:pt x="17058" y="14082"/>
                </a:lnTo>
                <a:lnTo>
                  <a:pt x="16924" y="14026"/>
                </a:lnTo>
                <a:lnTo>
                  <a:pt x="16834" y="14082"/>
                </a:lnTo>
                <a:lnTo>
                  <a:pt x="16345" y="14700"/>
                </a:lnTo>
                <a:lnTo>
                  <a:pt x="16078" y="14980"/>
                </a:lnTo>
                <a:lnTo>
                  <a:pt x="15766" y="15260"/>
                </a:lnTo>
                <a:lnTo>
                  <a:pt x="15410" y="15485"/>
                </a:lnTo>
                <a:lnTo>
                  <a:pt x="15053" y="15653"/>
                </a:lnTo>
                <a:lnTo>
                  <a:pt x="14297" y="16046"/>
                </a:lnTo>
                <a:lnTo>
                  <a:pt x="12648" y="16888"/>
                </a:lnTo>
                <a:lnTo>
                  <a:pt x="12025" y="17224"/>
                </a:lnTo>
                <a:lnTo>
                  <a:pt x="11446" y="17561"/>
                </a:lnTo>
                <a:lnTo>
                  <a:pt x="9308" y="17561"/>
                </a:lnTo>
                <a:lnTo>
                  <a:pt x="10466" y="17056"/>
                </a:lnTo>
                <a:lnTo>
                  <a:pt x="13227" y="15935"/>
                </a:lnTo>
                <a:lnTo>
                  <a:pt x="13761" y="15653"/>
                </a:lnTo>
                <a:lnTo>
                  <a:pt x="14297" y="15373"/>
                </a:lnTo>
                <a:lnTo>
                  <a:pt x="14786" y="15037"/>
                </a:lnTo>
                <a:lnTo>
                  <a:pt x="15277" y="14644"/>
                </a:lnTo>
                <a:lnTo>
                  <a:pt x="16300" y="13802"/>
                </a:lnTo>
                <a:lnTo>
                  <a:pt x="16834" y="13409"/>
                </a:lnTo>
                <a:lnTo>
                  <a:pt x="17370" y="13073"/>
                </a:lnTo>
                <a:lnTo>
                  <a:pt x="17458" y="13016"/>
                </a:lnTo>
                <a:lnTo>
                  <a:pt x="17503" y="12960"/>
                </a:lnTo>
                <a:lnTo>
                  <a:pt x="17503" y="13521"/>
                </a:lnTo>
                <a:lnTo>
                  <a:pt x="17547" y="13634"/>
                </a:lnTo>
                <a:lnTo>
                  <a:pt x="17592" y="13689"/>
                </a:lnTo>
                <a:lnTo>
                  <a:pt x="17637" y="13746"/>
                </a:lnTo>
                <a:lnTo>
                  <a:pt x="17726" y="13802"/>
                </a:lnTo>
                <a:lnTo>
                  <a:pt x="17814" y="13746"/>
                </a:lnTo>
                <a:lnTo>
                  <a:pt x="17904" y="13689"/>
                </a:lnTo>
                <a:lnTo>
                  <a:pt x="17948" y="13634"/>
                </a:lnTo>
                <a:lnTo>
                  <a:pt x="17948" y="12680"/>
                </a:lnTo>
                <a:lnTo>
                  <a:pt x="17904" y="12287"/>
                </a:lnTo>
                <a:lnTo>
                  <a:pt x="17814" y="11894"/>
                </a:lnTo>
                <a:lnTo>
                  <a:pt x="18305" y="12512"/>
                </a:lnTo>
                <a:lnTo>
                  <a:pt x="18839" y="13128"/>
                </a:lnTo>
                <a:lnTo>
                  <a:pt x="19106" y="13409"/>
                </a:lnTo>
                <a:lnTo>
                  <a:pt x="19240" y="13521"/>
                </a:lnTo>
                <a:lnTo>
                  <a:pt x="19418" y="13578"/>
                </a:lnTo>
                <a:lnTo>
                  <a:pt x="19864" y="13634"/>
                </a:lnTo>
                <a:lnTo>
                  <a:pt x="20353" y="13634"/>
                </a:lnTo>
                <a:lnTo>
                  <a:pt x="20887" y="13578"/>
                </a:lnTo>
                <a:lnTo>
                  <a:pt x="21378" y="13353"/>
                </a:lnTo>
                <a:lnTo>
                  <a:pt x="21466" y="13298"/>
                </a:lnTo>
                <a:lnTo>
                  <a:pt x="21556" y="13128"/>
                </a:lnTo>
                <a:lnTo>
                  <a:pt x="21600" y="13016"/>
                </a:lnTo>
                <a:lnTo>
                  <a:pt x="21556" y="12905"/>
                </a:lnTo>
                <a:lnTo>
                  <a:pt x="21511" y="12736"/>
                </a:lnTo>
                <a:lnTo>
                  <a:pt x="21466" y="12680"/>
                </a:lnTo>
                <a:lnTo>
                  <a:pt x="21333" y="12623"/>
                </a:lnTo>
                <a:lnTo>
                  <a:pt x="21199" y="12623"/>
                </a:lnTo>
                <a:lnTo>
                  <a:pt x="20799" y="12791"/>
                </a:lnTo>
                <a:lnTo>
                  <a:pt x="20353" y="12848"/>
                </a:lnTo>
                <a:lnTo>
                  <a:pt x="19907" y="12905"/>
                </a:lnTo>
                <a:lnTo>
                  <a:pt x="19640" y="12848"/>
                </a:lnTo>
                <a:lnTo>
                  <a:pt x="19463" y="12791"/>
                </a:lnTo>
                <a:lnTo>
                  <a:pt x="18794" y="12063"/>
                </a:lnTo>
                <a:lnTo>
                  <a:pt x="18216" y="11277"/>
                </a:lnTo>
                <a:lnTo>
                  <a:pt x="17681" y="10436"/>
                </a:lnTo>
                <a:lnTo>
                  <a:pt x="17191" y="9538"/>
                </a:lnTo>
                <a:lnTo>
                  <a:pt x="16791" y="8584"/>
                </a:lnTo>
                <a:lnTo>
                  <a:pt x="16434" y="7631"/>
                </a:lnTo>
                <a:lnTo>
                  <a:pt x="15899" y="6003"/>
                </a:lnTo>
                <a:lnTo>
                  <a:pt x="15544" y="5217"/>
                </a:lnTo>
                <a:lnTo>
                  <a:pt x="15187" y="4489"/>
                </a:lnTo>
                <a:lnTo>
                  <a:pt x="14965" y="4208"/>
                </a:lnTo>
                <a:lnTo>
                  <a:pt x="14741" y="3871"/>
                </a:lnTo>
                <a:lnTo>
                  <a:pt x="14519" y="3591"/>
                </a:lnTo>
                <a:lnTo>
                  <a:pt x="14252" y="3366"/>
                </a:lnTo>
                <a:lnTo>
                  <a:pt x="13940" y="3198"/>
                </a:lnTo>
                <a:lnTo>
                  <a:pt x="13628" y="3030"/>
                </a:lnTo>
                <a:lnTo>
                  <a:pt x="13272" y="2917"/>
                </a:lnTo>
                <a:lnTo>
                  <a:pt x="12871" y="2862"/>
                </a:lnTo>
                <a:lnTo>
                  <a:pt x="12514" y="2862"/>
                </a:lnTo>
                <a:lnTo>
                  <a:pt x="12114" y="2917"/>
                </a:lnTo>
                <a:lnTo>
                  <a:pt x="11758" y="3030"/>
                </a:lnTo>
                <a:lnTo>
                  <a:pt x="11401" y="3142"/>
                </a:lnTo>
                <a:lnTo>
                  <a:pt x="11045" y="3366"/>
                </a:lnTo>
                <a:lnTo>
                  <a:pt x="10733" y="3591"/>
                </a:lnTo>
                <a:lnTo>
                  <a:pt x="10421" y="3815"/>
                </a:lnTo>
                <a:lnTo>
                  <a:pt x="10109" y="4151"/>
                </a:lnTo>
                <a:lnTo>
                  <a:pt x="9575" y="4769"/>
                </a:lnTo>
                <a:lnTo>
                  <a:pt x="9086" y="5554"/>
                </a:lnTo>
                <a:lnTo>
                  <a:pt x="8640" y="6340"/>
                </a:lnTo>
                <a:lnTo>
                  <a:pt x="8239" y="7126"/>
                </a:lnTo>
                <a:lnTo>
                  <a:pt x="7438" y="8920"/>
                </a:lnTo>
                <a:lnTo>
                  <a:pt x="7036" y="9875"/>
                </a:lnTo>
                <a:lnTo>
                  <a:pt x="6592" y="10772"/>
                </a:lnTo>
                <a:lnTo>
                  <a:pt x="6056" y="11614"/>
                </a:lnTo>
                <a:lnTo>
                  <a:pt x="5789" y="12007"/>
                </a:lnTo>
                <a:lnTo>
                  <a:pt x="5478" y="12343"/>
                </a:lnTo>
                <a:lnTo>
                  <a:pt x="5166" y="12680"/>
                </a:lnTo>
                <a:lnTo>
                  <a:pt x="4809" y="12960"/>
                </a:lnTo>
                <a:lnTo>
                  <a:pt x="4454" y="13185"/>
                </a:lnTo>
                <a:lnTo>
                  <a:pt x="4053" y="13353"/>
                </a:lnTo>
                <a:lnTo>
                  <a:pt x="3652" y="13521"/>
                </a:lnTo>
                <a:lnTo>
                  <a:pt x="3295" y="13634"/>
                </a:lnTo>
                <a:lnTo>
                  <a:pt x="3162" y="9482"/>
                </a:lnTo>
                <a:lnTo>
                  <a:pt x="3117" y="4769"/>
                </a:lnTo>
                <a:lnTo>
                  <a:pt x="3162" y="2300"/>
                </a:lnTo>
                <a:lnTo>
                  <a:pt x="3117" y="1739"/>
                </a:lnTo>
                <a:lnTo>
                  <a:pt x="3295" y="2132"/>
                </a:lnTo>
                <a:lnTo>
                  <a:pt x="3474" y="2525"/>
                </a:lnTo>
                <a:lnTo>
                  <a:pt x="3519" y="2637"/>
                </a:lnTo>
                <a:lnTo>
                  <a:pt x="3607" y="2693"/>
                </a:lnTo>
                <a:lnTo>
                  <a:pt x="3786" y="2693"/>
                </a:lnTo>
                <a:lnTo>
                  <a:pt x="3874" y="2580"/>
                </a:lnTo>
                <a:lnTo>
                  <a:pt x="3919" y="2525"/>
                </a:lnTo>
                <a:lnTo>
                  <a:pt x="3963" y="2412"/>
                </a:lnTo>
                <a:lnTo>
                  <a:pt x="3963" y="2300"/>
                </a:lnTo>
                <a:lnTo>
                  <a:pt x="3829" y="1739"/>
                </a:lnTo>
                <a:lnTo>
                  <a:pt x="3607" y="1178"/>
                </a:lnTo>
                <a:lnTo>
                  <a:pt x="3117" y="168"/>
                </a:lnTo>
                <a:lnTo>
                  <a:pt x="3028" y="57"/>
                </a:lnTo>
                <a:lnTo>
                  <a:pt x="2895" y="0"/>
                </a:lnTo>
                <a:close/>
                <a:moveTo>
                  <a:pt x="18884" y="19188"/>
                </a:moveTo>
                <a:lnTo>
                  <a:pt x="18794" y="19245"/>
                </a:lnTo>
                <a:lnTo>
                  <a:pt x="18661" y="19300"/>
                </a:lnTo>
                <a:lnTo>
                  <a:pt x="18483" y="19524"/>
                </a:lnTo>
                <a:lnTo>
                  <a:pt x="18305" y="19749"/>
                </a:lnTo>
                <a:lnTo>
                  <a:pt x="18305" y="19806"/>
                </a:lnTo>
                <a:lnTo>
                  <a:pt x="17993" y="19581"/>
                </a:lnTo>
                <a:lnTo>
                  <a:pt x="17637" y="19413"/>
                </a:lnTo>
                <a:lnTo>
                  <a:pt x="17547" y="19413"/>
                </a:lnTo>
                <a:lnTo>
                  <a:pt x="17503" y="19468"/>
                </a:lnTo>
                <a:lnTo>
                  <a:pt x="17458" y="19581"/>
                </a:lnTo>
                <a:lnTo>
                  <a:pt x="17458" y="19693"/>
                </a:lnTo>
                <a:lnTo>
                  <a:pt x="17681" y="20029"/>
                </a:lnTo>
                <a:lnTo>
                  <a:pt x="17948" y="20366"/>
                </a:lnTo>
                <a:lnTo>
                  <a:pt x="17814" y="20591"/>
                </a:lnTo>
                <a:lnTo>
                  <a:pt x="17592" y="20984"/>
                </a:lnTo>
                <a:lnTo>
                  <a:pt x="17503" y="21208"/>
                </a:lnTo>
                <a:lnTo>
                  <a:pt x="17503" y="21432"/>
                </a:lnTo>
                <a:lnTo>
                  <a:pt x="17547" y="21545"/>
                </a:lnTo>
                <a:lnTo>
                  <a:pt x="17592" y="21600"/>
                </a:lnTo>
                <a:lnTo>
                  <a:pt x="17726" y="21600"/>
                </a:lnTo>
                <a:lnTo>
                  <a:pt x="17814" y="21545"/>
                </a:lnTo>
                <a:lnTo>
                  <a:pt x="17948" y="21488"/>
                </a:lnTo>
                <a:lnTo>
                  <a:pt x="18081" y="21264"/>
                </a:lnTo>
                <a:lnTo>
                  <a:pt x="18393" y="20759"/>
                </a:lnTo>
                <a:lnTo>
                  <a:pt x="18928" y="21264"/>
                </a:lnTo>
                <a:lnTo>
                  <a:pt x="19061" y="21320"/>
                </a:lnTo>
                <a:lnTo>
                  <a:pt x="19151" y="21320"/>
                </a:lnTo>
                <a:lnTo>
                  <a:pt x="19240" y="21264"/>
                </a:lnTo>
                <a:lnTo>
                  <a:pt x="19285" y="21152"/>
                </a:lnTo>
                <a:lnTo>
                  <a:pt x="19330" y="21040"/>
                </a:lnTo>
                <a:lnTo>
                  <a:pt x="19330" y="20759"/>
                </a:lnTo>
                <a:lnTo>
                  <a:pt x="19240" y="20647"/>
                </a:lnTo>
                <a:lnTo>
                  <a:pt x="18705" y="20142"/>
                </a:lnTo>
                <a:lnTo>
                  <a:pt x="18794" y="20029"/>
                </a:lnTo>
                <a:lnTo>
                  <a:pt x="18928" y="19693"/>
                </a:lnTo>
                <a:lnTo>
                  <a:pt x="19017" y="19581"/>
                </a:lnTo>
                <a:lnTo>
                  <a:pt x="19106" y="19524"/>
                </a:lnTo>
                <a:lnTo>
                  <a:pt x="19151" y="19468"/>
                </a:lnTo>
                <a:lnTo>
                  <a:pt x="19196" y="19413"/>
                </a:lnTo>
                <a:lnTo>
                  <a:pt x="19196" y="19356"/>
                </a:lnTo>
                <a:lnTo>
                  <a:pt x="19151" y="19356"/>
                </a:lnTo>
                <a:lnTo>
                  <a:pt x="19017" y="19245"/>
                </a:lnTo>
                <a:lnTo>
                  <a:pt x="18884" y="19188"/>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177" name="Google Shape;500;p10"/>
          <p:cNvSpPr/>
          <p:nvPr/>
        </p:nvSpPr>
        <p:spPr>
          <a:xfrm>
            <a:off x="258995" y="-86251"/>
            <a:ext cx="470293" cy="44221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968" y="3558"/>
                </a:moveTo>
                <a:lnTo>
                  <a:pt x="18398" y="3659"/>
                </a:lnTo>
                <a:lnTo>
                  <a:pt x="18398" y="3710"/>
                </a:lnTo>
                <a:lnTo>
                  <a:pt x="18350" y="3914"/>
                </a:lnTo>
                <a:lnTo>
                  <a:pt x="18254" y="4066"/>
                </a:lnTo>
                <a:lnTo>
                  <a:pt x="18063" y="4219"/>
                </a:lnTo>
                <a:lnTo>
                  <a:pt x="17920" y="4269"/>
                </a:lnTo>
                <a:lnTo>
                  <a:pt x="17681" y="4116"/>
                </a:lnTo>
                <a:lnTo>
                  <a:pt x="17728" y="3863"/>
                </a:lnTo>
                <a:lnTo>
                  <a:pt x="17825" y="3710"/>
                </a:lnTo>
                <a:lnTo>
                  <a:pt x="17873" y="3609"/>
                </a:lnTo>
                <a:lnTo>
                  <a:pt x="17968" y="3558"/>
                </a:lnTo>
                <a:close/>
                <a:moveTo>
                  <a:pt x="12281" y="5133"/>
                </a:moveTo>
                <a:lnTo>
                  <a:pt x="12806" y="6200"/>
                </a:lnTo>
                <a:lnTo>
                  <a:pt x="13236" y="7268"/>
                </a:lnTo>
                <a:lnTo>
                  <a:pt x="10847" y="6099"/>
                </a:lnTo>
                <a:lnTo>
                  <a:pt x="11565" y="5591"/>
                </a:lnTo>
                <a:lnTo>
                  <a:pt x="12281" y="5133"/>
                </a:lnTo>
                <a:close/>
                <a:moveTo>
                  <a:pt x="6881" y="5082"/>
                </a:moveTo>
                <a:lnTo>
                  <a:pt x="8314" y="5642"/>
                </a:lnTo>
                <a:lnTo>
                  <a:pt x="9652" y="6251"/>
                </a:lnTo>
                <a:lnTo>
                  <a:pt x="8314" y="7369"/>
                </a:lnTo>
                <a:lnTo>
                  <a:pt x="7025" y="8539"/>
                </a:lnTo>
                <a:lnTo>
                  <a:pt x="6928" y="7318"/>
                </a:lnTo>
                <a:lnTo>
                  <a:pt x="6881" y="6048"/>
                </a:lnTo>
                <a:lnTo>
                  <a:pt x="6881" y="5082"/>
                </a:lnTo>
                <a:close/>
                <a:moveTo>
                  <a:pt x="17060" y="3455"/>
                </a:moveTo>
                <a:lnTo>
                  <a:pt x="16965" y="3659"/>
                </a:lnTo>
                <a:lnTo>
                  <a:pt x="16917" y="3914"/>
                </a:lnTo>
                <a:lnTo>
                  <a:pt x="16868" y="4168"/>
                </a:lnTo>
                <a:lnTo>
                  <a:pt x="16917" y="4421"/>
                </a:lnTo>
                <a:lnTo>
                  <a:pt x="17060" y="4727"/>
                </a:lnTo>
                <a:lnTo>
                  <a:pt x="17251" y="4981"/>
                </a:lnTo>
                <a:lnTo>
                  <a:pt x="17490" y="5133"/>
                </a:lnTo>
                <a:lnTo>
                  <a:pt x="17776" y="5234"/>
                </a:lnTo>
                <a:lnTo>
                  <a:pt x="17968" y="5286"/>
                </a:lnTo>
                <a:lnTo>
                  <a:pt x="17633" y="6251"/>
                </a:lnTo>
                <a:lnTo>
                  <a:pt x="17251" y="7217"/>
                </a:lnTo>
                <a:lnTo>
                  <a:pt x="16821" y="8132"/>
                </a:lnTo>
                <a:lnTo>
                  <a:pt x="16343" y="9046"/>
                </a:lnTo>
                <a:lnTo>
                  <a:pt x="15196" y="8335"/>
                </a:lnTo>
                <a:lnTo>
                  <a:pt x="14049" y="7726"/>
                </a:lnTo>
                <a:lnTo>
                  <a:pt x="13811" y="6964"/>
                </a:lnTo>
                <a:lnTo>
                  <a:pt x="13476" y="6200"/>
                </a:lnTo>
                <a:lnTo>
                  <a:pt x="13189" y="5489"/>
                </a:lnTo>
                <a:lnTo>
                  <a:pt x="12806" y="4777"/>
                </a:lnTo>
                <a:lnTo>
                  <a:pt x="13811" y="4219"/>
                </a:lnTo>
                <a:lnTo>
                  <a:pt x="14336" y="4015"/>
                </a:lnTo>
                <a:lnTo>
                  <a:pt x="14862" y="3812"/>
                </a:lnTo>
                <a:lnTo>
                  <a:pt x="15435" y="3659"/>
                </a:lnTo>
                <a:lnTo>
                  <a:pt x="15960" y="3558"/>
                </a:lnTo>
                <a:lnTo>
                  <a:pt x="16534" y="3455"/>
                </a:lnTo>
                <a:close/>
                <a:moveTo>
                  <a:pt x="3392" y="9301"/>
                </a:moveTo>
                <a:lnTo>
                  <a:pt x="3488" y="9352"/>
                </a:lnTo>
                <a:lnTo>
                  <a:pt x="3584" y="9453"/>
                </a:lnTo>
                <a:lnTo>
                  <a:pt x="3631" y="9657"/>
                </a:lnTo>
                <a:lnTo>
                  <a:pt x="3584" y="9859"/>
                </a:lnTo>
                <a:lnTo>
                  <a:pt x="3536" y="9911"/>
                </a:lnTo>
                <a:lnTo>
                  <a:pt x="3392" y="10012"/>
                </a:lnTo>
                <a:lnTo>
                  <a:pt x="3201" y="10164"/>
                </a:lnTo>
                <a:lnTo>
                  <a:pt x="2819" y="9859"/>
                </a:lnTo>
                <a:lnTo>
                  <a:pt x="2963" y="9657"/>
                </a:lnTo>
                <a:lnTo>
                  <a:pt x="2963" y="9554"/>
                </a:lnTo>
                <a:lnTo>
                  <a:pt x="3201" y="9505"/>
                </a:lnTo>
                <a:lnTo>
                  <a:pt x="3536" y="9505"/>
                </a:lnTo>
                <a:lnTo>
                  <a:pt x="3536" y="9453"/>
                </a:lnTo>
                <a:lnTo>
                  <a:pt x="3488" y="9402"/>
                </a:lnTo>
                <a:lnTo>
                  <a:pt x="3392" y="9301"/>
                </a:lnTo>
                <a:close/>
                <a:moveTo>
                  <a:pt x="10895" y="9046"/>
                </a:moveTo>
                <a:lnTo>
                  <a:pt x="11134" y="9097"/>
                </a:lnTo>
                <a:lnTo>
                  <a:pt x="11277" y="9148"/>
                </a:lnTo>
                <a:lnTo>
                  <a:pt x="11277" y="9301"/>
                </a:lnTo>
                <a:lnTo>
                  <a:pt x="11325" y="9505"/>
                </a:lnTo>
                <a:lnTo>
                  <a:pt x="11325" y="9859"/>
                </a:lnTo>
                <a:lnTo>
                  <a:pt x="11277" y="10012"/>
                </a:lnTo>
                <a:lnTo>
                  <a:pt x="11230" y="10164"/>
                </a:lnTo>
                <a:lnTo>
                  <a:pt x="11134" y="10316"/>
                </a:lnTo>
                <a:lnTo>
                  <a:pt x="10895" y="10316"/>
                </a:lnTo>
                <a:lnTo>
                  <a:pt x="10560" y="10419"/>
                </a:lnTo>
                <a:lnTo>
                  <a:pt x="10225" y="10520"/>
                </a:lnTo>
                <a:lnTo>
                  <a:pt x="10035" y="10368"/>
                </a:lnTo>
                <a:lnTo>
                  <a:pt x="9939" y="10164"/>
                </a:lnTo>
                <a:lnTo>
                  <a:pt x="9844" y="9962"/>
                </a:lnTo>
                <a:lnTo>
                  <a:pt x="9892" y="9707"/>
                </a:lnTo>
                <a:lnTo>
                  <a:pt x="9987" y="9352"/>
                </a:lnTo>
                <a:lnTo>
                  <a:pt x="10130" y="9352"/>
                </a:lnTo>
                <a:lnTo>
                  <a:pt x="10225" y="9402"/>
                </a:lnTo>
                <a:lnTo>
                  <a:pt x="10322" y="9352"/>
                </a:lnTo>
                <a:lnTo>
                  <a:pt x="10369" y="9301"/>
                </a:lnTo>
                <a:lnTo>
                  <a:pt x="10513" y="9097"/>
                </a:lnTo>
                <a:lnTo>
                  <a:pt x="10895" y="9046"/>
                </a:lnTo>
                <a:close/>
                <a:moveTo>
                  <a:pt x="4109" y="4421"/>
                </a:moveTo>
                <a:lnTo>
                  <a:pt x="4682" y="4472"/>
                </a:lnTo>
                <a:lnTo>
                  <a:pt x="5257" y="4574"/>
                </a:lnTo>
                <a:lnTo>
                  <a:pt x="5782" y="4727"/>
                </a:lnTo>
                <a:lnTo>
                  <a:pt x="6355" y="4880"/>
                </a:lnTo>
                <a:lnTo>
                  <a:pt x="6308" y="5642"/>
                </a:lnTo>
                <a:lnTo>
                  <a:pt x="6308" y="6455"/>
                </a:lnTo>
                <a:lnTo>
                  <a:pt x="6355" y="7318"/>
                </a:lnTo>
                <a:lnTo>
                  <a:pt x="6498" y="9046"/>
                </a:lnTo>
                <a:lnTo>
                  <a:pt x="5447" y="10063"/>
                </a:lnTo>
                <a:lnTo>
                  <a:pt x="4922" y="10571"/>
                </a:lnTo>
                <a:lnTo>
                  <a:pt x="4396" y="11130"/>
                </a:lnTo>
                <a:lnTo>
                  <a:pt x="4252" y="11029"/>
                </a:lnTo>
                <a:lnTo>
                  <a:pt x="3774" y="10623"/>
                </a:lnTo>
                <a:lnTo>
                  <a:pt x="3917" y="10419"/>
                </a:lnTo>
                <a:lnTo>
                  <a:pt x="4062" y="10267"/>
                </a:lnTo>
                <a:lnTo>
                  <a:pt x="4109" y="10164"/>
                </a:lnTo>
                <a:lnTo>
                  <a:pt x="4157" y="10114"/>
                </a:lnTo>
                <a:lnTo>
                  <a:pt x="4157" y="9911"/>
                </a:lnTo>
                <a:lnTo>
                  <a:pt x="4205" y="9606"/>
                </a:lnTo>
                <a:lnTo>
                  <a:pt x="4157" y="9453"/>
                </a:lnTo>
                <a:lnTo>
                  <a:pt x="4109" y="9250"/>
                </a:lnTo>
                <a:lnTo>
                  <a:pt x="4062" y="9097"/>
                </a:lnTo>
                <a:lnTo>
                  <a:pt x="3966" y="8945"/>
                </a:lnTo>
                <a:lnTo>
                  <a:pt x="3871" y="8844"/>
                </a:lnTo>
                <a:lnTo>
                  <a:pt x="3727" y="8741"/>
                </a:lnTo>
                <a:lnTo>
                  <a:pt x="3584" y="8691"/>
                </a:lnTo>
                <a:lnTo>
                  <a:pt x="3392" y="8640"/>
                </a:lnTo>
                <a:lnTo>
                  <a:pt x="3249" y="8640"/>
                </a:lnTo>
                <a:lnTo>
                  <a:pt x="3058" y="8691"/>
                </a:lnTo>
                <a:lnTo>
                  <a:pt x="2771" y="8844"/>
                </a:lnTo>
                <a:lnTo>
                  <a:pt x="2484" y="9046"/>
                </a:lnTo>
                <a:lnTo>
                  <a:pt x="2293" y="9301"/>
                </a:lnTo>
                <a:lnTo>
                  <a:pt x="1720" y="8741"/>
                </a:lnTo>
                <a:lnTo>
                  <a:pt x="1242" y="8082"/>
                </a:lnTo>
                <a:lnTo>
                  <a:pt x="955" y="7623"/>
                </a:lnTo>
                <a:lnTo>
                  <a:pt x="812" y="7166"/>
                </a:lnTo>
                <a:lnTo>
                  <a:pt x="717" y="6657"/>
                </a:lnTo>
                <a:lnTo>
                  <a:pt x="668" y="6150"/>
                </a:lnTo>
                <a:lnTo>
                  <a:pt x="717" y="5895"/>
                </a:lnTo>
                <a:lnTo>
                  <a:pt x="812" y="5642"/>
                </a:lnTo>
                <a:lnTo>
                  <a:pt x="955" y="5438"/>
                </a:lnTo>
                <a:lnTo>
                  <a:pt x="1098" y="5234"/>
                </a:lnTo>
                <a:lnTo>
                  <a:pt x="1290" y="5082"/>
                </a:lnTo>
                <a:lnTo>
                  <a:pt x="1528" y="4930"/>
                </a:lnTo>
                <a:lnTo>
                  <a:pt x="2006" y="4727"/>
                </a:lnTo>
                <a:lnTo>
                  <a:pt x="2484" y="4524"/>
                </a:lnTo>
                <a:lnTo>
                  <a:pt x="3011" y="4421"/>
                </a:lnTo>
                <a:close/>
                <a:moveTo>
                  <a:pt x="14336" y="8589"/>
                </a:moveTo>
                <a:lnTo>
                  <a:pt x="16008" y="9554"/>
                </a:lnTo>
                <a:lnTo>
                  <a:pt x="15482" y="10368"/>
                </a:lnTo>
                <a:lnTo>
                  <a:pt x="14957" y="11130"/>
                </a:lnTo>
                <a:lnTo>
                  <a:pt x="14766" y="10267"/>
                </a:lnTo>
                <a:lnTo>
                  <a:pt x="14574" y="9352"/>
                </a:lnTo>
                <a:lnTo>
                  <a:pt x="14336" y="8589"/>
                </a:lnTo>
                <a:close/>
                <a:moveTo>
                  <a:pt x="9462" y="11333"/>
                </a:moveTo>
                <a:lnTo>
                  <a:pt x="9652" y="11435"/>
                </a:lnTo>
                <a:lnTo>
                  <a:pt x="9892" y="11486"/>
                </a:lnTo>
                <a:lnTo>
                  <a:pt x="10369" y="11486"/>
                </a:lnTo>
                <a:lnTo>
                  <a:pt x="10035" y="11537"/>
                </a:lnTo>
                <a:lnTo>
                  <a:pt x="9844" y="11537"/>
                </a:lnTo>
                <a:lnTo>
                  <a:pt x="9700" y="11486"/>
                </a:lnTo>
                <a:lnTo>
                  <a:pt x="9557" y="11435"/>
                </a:lnTo>
                <a:lnTo>
                  <a:pt x="9462" y="11333"/>
                </a:lnTo>
                <a:close/>
                <a:moveTo>
                  <a:pt x="10657" y="8284"/>
                </a:moveTo>
                <a:lnTo>
                  <a:pt x="10417" y="8335"/>
                </a:lnTo>
                <a:lnTo>
                  <a:pt x="10179" y="8436"/>
                </a:lnTo>
                <a:lnTo>
                  <a:pt x="9987" y="8640"/>
                </a:lnTo>
                <a:lnTo>
                  <a:pt x="9652" y="8792"/>
                </a:lnTo>
                <a:lnTo>
                  <a:pt x="9366" y="9046"/>
                </a:lnTo>
                <a:lnTo>
                  <a:pt x="9079" y="9301"/>
                </a:lnTo>
                <a:lnTo>
                  <a:pt x="8841" y="9606"/>
                </a:lnTo>
                <a:lnTo>
                  <a:pt x="8697" y="9809"/>
                </a:lnTo>
                <a:lnTo>
                  <a:pt x="8649" y="10063"/>
                </a:lnTo>
                <a:lnTo>
                  <a:pt x="8554" y="10267"/>
                </a:lnTo>
                <a:lnTo>
                  <a:pt x="8554" y="10977"/>
                </a:lnTo>
                <a:lnTo>
                  <a:pt x="8697" y="11435"/>
                </a:lnTo>
                <a:lnTo>
                  <a:pt x="8841" y="11689"/>
                </a:lnTo>
                <a:lnTo>
                  <a:pt x="8984" y="11893"/>
                </a:lnTo>
                <a:lnTo>
                  <a:pt x="9174" y="12046"/>
                </a:lnTo>
                <a:lnTo>
                  <a:pt x="9366" y="12147"/>
                </a:lnTo>
                <a:lnTo>
                  <a:pt x="9605" y="12198"/>
                </a:lnTo>
                <a:lnTo>
                  <a:pt x="9844" y="12248"/>
                </a:lnTo>
                <a:lnTo>
                  <a:pt x="10322" y="12248"/>
                </a:lnTo>
                <a:lnTo>
                  <a:pt x="10752" y="12147"/>
                </a:lnTo>
                <a:lnTo>
                  <a:pt x="11182" y="11943"/>
                </a:lnTo>
                <a:lnTo>
                  <a:pt x="11612" y="11588"/>
                </a:lnTo>
                <a:lnTo>
                  <a:pt x="11995" y="11181"/>
                </a:lnTo>
                <a:lnTo>
                  <a:pt x="12328" y="10724"/>
                </a:lnTo>
                <a:lnTo>
                  <a:pt x="12425" y="10520"/>
                </a:lnTo>
                <a:lnTo>
                  <a:pt x="12520" y="10267"/>
                </a:lnTo>
                <a:lnTo>
                  <a:pt x="12568" y="10012"/>
                </a:lnTo>
                <a:lnTo>
                  <a:pt x="12568" y="9505"/>
                </a:lnTo>
                <a:lnTo>
                  <a:pt x="12471" y="9301"/>
                </a:lnTo>
                <a:lnTo>
                  <a:pt x="12328" y="9046"/>
                </a:lnTo>
                <a:lnTo>
                  <a:pt x="11995" y="8691"/>
                </a:lnTo>
                <a:lnTo>
                  <a:pt x="11803" y="8589"/>
                </a:lnTo>
                <a:lnTo>
                  <a:pt x="11373" y="8386"/>
                </a:lnTo>
                <a:lnTo>
                  <a:pt x="10895" y="8284"/>
                </a:lnTo>
                <a:close/>
                <a:moveTo>
                  <a:pt x="6595" y="9809"/>
                </a:moveTo>
                <a:lnTo>
                  <a:pt x="6833" y="11333"/>
                </a:lnTo>
                <a:lnTo>
                  <a:pt x="7120" y="12859"/>
                </a:lnTo>
                <a:lnTo>
                  <a:pt x="6020" y="12198"/>
                </a:lnTo>
                <a:lnTo>
                  <a:pt x="4922" y="11486"/>
                </a:lnTo>
                <a:lnTo>
                  <a:pt x="5782" y="10623"/>
                </a:lnTo>
                <a:lnTo>
                  <a:pt x="6595" y="9809"/>
                </a:lnTo>
                <a:close/>
                <a:moveTo>
                  <a:pt x="10274" y="6556"/>
                </a:moveTo>
                <a:lnTo>
                  <a:pt x="11946" y="7318"/>
                </a:lnTo>
                <a:lnTo>
                  <a:pt x="13523" y="8132"/>
                </a:lnTo>
                <a:lnTo>
                  <a:pt x="13811" y="9046"/>
                </a:lnTo>
                <a:lnTo>
                  <a:pt x="14049" y="9962"/>
                </a:lnTo>
                <a:lnTo>
                  <a:pt x="14241" y="10876"/>
                </a:lnTo>
                <a:lnTo>
                  <a:pt x="14431" y="11842"/>
                </a:lnTo>
                <a:lnTo>
                  <a:pt x="13763" y="12604"/>
                </a:lnTo>
                <a:lnTo>
                  <a:pt x="13046" y="13366"/>
                </a:lnTo>
                <a:lnTo>
                  <a:pt x="12281" y="14078"/>
                </a:lnTo>
                <a:lnTo>
                  <a:pt x="11517" y="14789"/>
                </a:lnTo>
                <a:lnTo>
                  <a:pt x="10560" y="14434"/>
                </a:lnTo>
                <a:lnTo>
                  <a:pt x="9605" y="14078"/>
                </a:lnTo>
                <a:lnTo>
                  <a:pt x="8697" y="13671"/>
                </a:lnTo>
                <a:lnTo>
                  <a:pt x="7789" y="13214"/>
                </a:lnTo>
                <a:lnTo>
                  <a:pt x="7454" y="11282"/>
                </a:lnTo>
                <a:lnTo>
                  <a:pt x="7120" y="9301"/>
                </a:lnTo>
                <a:lnTo>
                  <a:pt x="8697" y="7928"/>
                </a:lnTo>
                <a:lnTo>
                  <a:pt x="10274" y="6556"/>
                </a:lnTo>
                <a:close/>
                <a:moveTo>
                  <a:pt x="14527" y="12706"/>
                </a:moveTo>
                <a:lnTo>
                  <a:pt x="14622" y="14078"/>
                </a:lnTo>
                <a:lnTo>
                  <a:pt x="14622" y="15552"/>
                </a:lnTo>
                <a:lnTo>
                  <a:pt x="13428" y="15297"/>
                </a:lnTo>
                <a:lnTo>
                  <a:pt x="12233" y="14993"/>
                </a:lnTo>
                <a:lnTo>
                  <a:pt x="13046" y="14282"/>
                </a:lnTo>
                <a:lnTo>
                  <a:pt x="13763" y="13570"/>
                </a:lnTo>
                <a:lnTo>
                  <a:pt x="14527" y="12706"/>
                </a:lnTo>
                <a:close/>
                <a:moveTo>
                  <a:pt x="16582" y="9911"/>
                </a:moveTo>
                <a:lnTo>
                  <a:pt x="17251" y="10368"/>
                </a:lnTo>
                <a:lnTo>
                  <a:pt x="17920" y="10825"/>
                </a:lnTo>
                <a:lnTo>
                  <a:pt x="18541" y="11333"/>
                </a:lnTo>
                <a:lnTo>
                  <a:pt x="19114" y="11893"/>
                </a:lnTo>
                <a:lnTo>
                  <a:pt x="19688" y="12503"/>
                </a:lnTo>
                <a:lnTo>
                  <a:pt x="20166" y="13112"/>
                </a:lnTo>
                <a:lnTo>
                  <a:pt x="20596" y="13773"/>
                </a:lnTo>
                <a:lnTo>
                  <a:pt x="20930" y="14484"/>
                </a:lnTo>
                <a:lnTo>
                  <a:pt x="21170" y="15247"/>
                </a:lnTo>
                <a:lnTo>
                  <a:pt x="21074" y="15297"/>
                </a:lnTo>
                <a:lnTo>
                  <a:pt x="20787" y="15501"/>
                </a:lnTo>
                <a:lnTo>
                  <a:pt x="20452" y="15653"/>
                </a:lnTo>
                <a:lnTo>
                  <a:pt x="20119" y="15755"/>
                </a:lnTo>
                <a:lnTo>
                  <a:pt x="19784" y="15857"/>
                </a:lnTo>
                <a:lnTo>
                  <a:pt x="19688" y="15755"/>
                </a:lnTo>
                <a:lnTo>
                  <a:pt x="19641" y="15806"/>
                </a:lnTo>
                <a:lnTo>
                  <a:pt x="18541" y="15857"/>
                </a:lnTo>
                <a:lnTo>
                  <a:pt x="17442" y="15806"/>
                </a:lnTo>
                <a:lnTo>
                  <a:pt x="16390" y="15755"/>
                </a:lnTo>
                <a:lnTo>
                  <a:pt x="15292" y="15653"/>
                </a:lnTo>
                <a:lnTo>
                  <a:pt x="15244" y="14129"/>
                </a:lnTo>
                <a:lnTo>
                  <a:pt x="15196" y="13112"/>
                </a:lnTo>
                <a:lnTo>
                  <a:pt x="15100" y="12046"/>
                </a:lnTo>
                <a:lnTo>
                  <a:pt x="15865" y="10977"/>
                </a:lnTo>
                <a:lnTo>
                  <a:pt x="16582" y="9911"/>
                </a:lnTo>
                <a:close/>
                <a:moveTo>
                  <a:pt x="7979" y="14078"/>
                </a:moveTo>
                <a:lnTo>
                  <a:pt x="8841" y="14484"/>
                </a:lnTo>
                <a:lnTo>
                  <a:pt x="9700" y="14840"/>
                </a:lnTo>
                <a:lnTo>
                  <a:pt x="10847" y="15247"/>
                </a:lnTo>
                <a:lnTo>
                  <a:pt x="9844" y="16009"/>
                </a:lnTo>
                <a:lnTo>
                  <a:pt x="8744" y="16619"/>
                </a:lnTo>
                <a:lnTo>
                  <a:pt x="8601" y="16720"/>
                </a:lnTo>
                <a:lnTo>
                  <a:pt x="8266" y="15349"/>
                </a:lnTo>
                <a:lnTo>
                  <a:pt x="7979" y="14078"/>
                </a:lnTo>
                <a:close/>
                <a:moveTo>
                  <a:pt x="4492" y="11994"/>
                </a:moveTo>
                <a:lnTo>
                  <a:pt x="5065" y="12400"/>
                </a:lnTo>
                <a:lnTo>
                  <a:pt x="6165" y="13061"/>
                </a:lnTo>
                <a:lnTo>
                  <a:pt x="7311" y="13722"/>
                </a:lnTo>
                <a:lnTo>
                  <a:pt x="7646" y="15349"/>
                </a:lnTo>
                <a:lnTo>
                  <a:pt x="7836" y="16162"/>
                </a:lnTo>
                <a:lnTo>
                  <a:pt x="8076" y="17025"/>
                </a:lnTo>
                <a:lnTo>
                  <a:pt x="7406" y="17331"/>
                </a:lnTo>
                <a:lnTo>
                  <a:pt x="6690" y="17636"/>
                </a:lnTo>
                <a:lnTo>
                  <a:pt x="6020" y="17838"/>
                </a:lnTo>
                <a:lnTo>
                  <a:pt x="5304" y="17991"/>
                </a:lnTo>
                <a:lnTo>
                  <a:pt x="4825" y="17991"/>
                </a:lnTo>
                <a:lnTo>
                  <a:pt x="4396" y="17941"/>
                </a:lnTo>
                <a:lnTo>
                  <a:pt x="3966" y="17838"/>
                </a:lnTo>
                <a:lnTo>
                  <a:pt x="3536" y="17585"/>
                </a:lnTo>
                <a:lnTo>
                  <a:pt x="3344" y="17432"/>
                </a:lnTo>
                <a:lnTo>
                  <a:pt x="3201" y="17229"/>
                </a:lnTo>
                <a:lnTo>
                  <a:pt x="3058" y="17025"/>
                </a:lnTo>
                <a:lnTo>
                  <a:pt x="2963" y="16772"/>
                </a:lnTo>
                <a:lnTo>
                  <a:pt x="2819" y="16314"/>
                </a:lnTo>
                <a:lnTo>
                  <a:pt x="2819" y="15755"/>
                </a:lnTo>
                <a:lnTo>
                  <a:pt x="2866" y="15247"/>
                </a:lnTo>
                <a:lnTo>
                  <a:pt x="2963" y="14739"/>
                </a:lnTo>
                <a:lnTo>
                  <a:pt x="3106" y="14231"/>
                </a:lnTo>
                <a:lnTo>
                  <a:pt x="3297" y="13773"/>
                </a:lnTo>
                <a:lnTo>
                  <a:pt x="3536" y="13265"/>
                </a:lnTo>
                <a:lnTo>
                  <a:pt x="3822" y="12859"/>
                </a:lnTo>
                <a:lnTo>
                  <a:pt x="4157" y="12400"/>
                </a:lnTo>
                <a:lnTo>
                  <a:pt x="4492" y="11994"/>
                </a:lnTo>
                <a:close/>
                <a:moveTo>
                  <a:pt x="10800" y="19465"/>
                </a:moveTo>
                <a:lnTo>
                  <a:pt x="10943" y="19516"/>
                </a:lnTo>
                <a:lnTo>
                  <a:pt x="10943" y="19872"/>
                </a:lnTo>
                <a:lnTo>
                  <a:pt x="10895" y="20075"/>
                </a:lnTo>
                <a:lnTo>
                  <a:pt x="10800" y="20227"/>
                </a:lnTo>
                <a:lnTo>
                  <a:pt x="10657" y="20329"/>
                </a:lnTo>
                <a:lnTo>
                  <a:pt x="10369" y="20075"/>
                </a:lnTo>
                <a:lnTo>
                  <a:pt x="10130" y="19821"/>
                </a:lnTo>
                <a:lnTo>
                  <a:pt x="10225" y="19617"/>
                </a:lnTo>
                <a:lnTo>
                  <a:pt x="10417" y="19516"/>
                </a:lnTo>
                <a:lnTo>
                  <a:pt x="10608" y="19465"/>
                </a:lnTo>
                <a:close/>
                <a:moveTo>
                  <a:pt x="11612" y="15501"/>
                </a:moveTo>
                <a:lnTo>
                  <a:pt x="13093" y="15907"/>
                </a:lnTo>
                <a:lnTo>
                  <a:pt x="14622" y="16213"/>
                </a:lnTo>
                <a:lnTo>
                  <a:pt x="14574" y="17025"/>
                </a:lnTo>
                <a:lnTo>
                  <a:pt x="14479" y="17788"/>
                </a:lnTo>
                <a:lnTo>
                  <a:pt x="14288" y="18602"/>
                </a:lnTo>
                <a:lnTo>
                  <a:pt x="14097" y="19364"/>
                </a:lnTo>
                <a:lnTo>
                  <a:pt x="13858" y="19770"/>
                </a:lnTo>
                <a:lnTo>
                  <a:pt x="13619" y="20177"/>
                </a:lnTo>
                <a:lnTo>
                  <a:pt x="13284" y="20532"/>
                </a:lnTo>
                <a:lnTo>
                  <a:pt x="12903" y="20787"/>
                </a:lnTo>
                <a:lnTo>
                  <a:pt x="12568" y="20939"/>
                </a:lnTo>
                <a:lnTo>
                  <a:pt x="12233" y="20990"/>
                </a:lnTo>
                <a:lnTo>
                  <a:pt x="11851" y="20939"/>
                </a:lnTo>
                <a:lnTo>
                  <a:pt x="11517" y="20838"/>
                </a:lnTo>
                <a:lnTo>
                  <a:pt x="11660" y="20583"/>
                </a:lnTo>
                <a:lnTo>
                  <a:pt x="11708" y="20329"/>
                </a:lnTo>
                <a:lnTo>
                  <a:pt x="11803" y="20025"/>
                </a:lnTo>
                <a:lnTo>
                  <a:pt x="11803" y="19770"/>
                </a:lnTo>
                <a:lnTo>
                  <a:pt x="11755" y="19516"/>
                </a:lnTo>
                <a:lnTo>
                  <a:pt x="11660" y="19364"/>
                </a:lnTo>
                <a:lnTo>
                  <a:pt x="11517" y="19160"/>
                </a:lnTo>
                <a:lnTo>
                  <a:pt x="11373" y="19059"/>
                </a:lnTo>
                <a:lnTo>
                  <a:pt x="11134" y="18907"/>
                </a:lnTo>
                <a:lnTo>
                  <a:pt x="10943" y="18855"/>
                </a:lnTo>
                <a:lnTo>
                  <a:pt x="10752" y="18804"/>
                </a:lnTo>
                <a:lnTo>
                  <a:pt x="10513" y="18804"/>
                </a:lnTo>
                <a:lnTo>
                  <a:pt x="10274" y="18855"/>
                </a:lnTo>
                <a:lnTo>
                  <a:pt x="10082" y="18956"/>
                </a:lnTo>
                <a:lnTo>
                  <a:pt x="9892" y="19109"/>
                </a:lnTo>
                <a:lnTo>
                  <a:pt x="9700" y="19261"/>
                </a:lnTo>
                <a:lnTo>
                  <a:pt x="9462" y="18855"/>
                </a:lnTo>
                <a:lnTo>
                  <a:pt x="9222" y="18347"/>
                </a:lnTo>
                <a:lnTo>
                  <a:pt x="8984" y="17890"/>
                </a:lnTo>
                <a:lnTo>
                  <a:pt x="8792" y="17381"/>
                </a:lnTo>
                <a:lnTo>
                  <a:pt x="10179" y="16568"/>
                </a:lnTo>
                <a:lnTo>
                  <a:pt x="10895" y="16059"/>
                </a:lnTo>
                <a:lnTo>
                  <a:pt x="11612" y="15501"/>
                </a:lnTo>
                <a:close/>
                <a:moveTo>
                  <a:pt x="8458" y="0"/>
                </a:moveTo>
                <a:lnTo>
                  <a:pt x="8028" y="407"/>
                </a:lnTo>
                <a:lnTo>
                  <a:pt x="7646" y="865"/>
                </a:lnTo>
                <a:lnTo>
                  <a:pt x="7311" y="1373"/>
                </a:lnTo>
                <a:lnTo>
                  <a:pt x="7071" y="1931"/>
                </a:lnTo>
                <a:lnTo>
                  <a:pt x="6833" y="2491"/>
                </a:lnTo>
                <a:lnTo>
                  <a:pt x="6642" y="3049"/>
                </a:lnTo>
                <a:lnTo>
                  <a:pt x="6546" y="3659"/>
                </a:lnTo>
                <a:lnTo>
                  <a:pt x="6451" y="4269"/>
                </a:lnTo>
                <a:lnTo>
                  <a:pt x="5495" y="4015"/>
                </a:lnTo>
                <a:lnTo>
                  <a:pt x="4539" y="3863"/>
                </a:lnTo>
                <a:lnTo>
                  <a:pt x="3584" y="3762"/>
                </a:lnTo>
                <a:lnTo>
                  <a:pt x="3106" y="3812"/>
                </a:lnTo>
                <a:lnTo>
                  <a:pt x="2676" y="3863"/>
                </a:lnTo>
                <a:lnTo>
                  <a:pt x="2246" y="3914"/>
                </a:lnTo>
                <a:lnTo>
                  <a:pt x="1815" y="4015"/>
                </a:lnTo>
                <a:lnTo>
                  <a:pt x="1433" y="4219"/>
                </a:lnTo>
                <a:lnTo>
                  <a:pt x="1051" y="4421"/>
                </a:lnTo>
                <a:lnTo>
                  <a:pt x="717" y="4625"/>
                </a:lnTo>
                <a:lnTo>
                  <a:pt x="477" y="4930"/>
                </a:lnTo>
                <a:lnTo>
                  <a:pt x="238" y="5286"/>
                </a:lnTo>
                <a:lnTo>
                  <a:pt x="95" y="5692"/>
                </a:lnTo>
                <a:lnTo>
                  <a:pt x="0" y="6099"/>
                </a:lnTo>
                <a:lnTo>
                  <a:pt x="0" y="6556"/>
                </a:lnTo>
                <a:lnTo>
                  <a:pt x="47" y="6964"/>
                </a:lnTo>
                <a:lnTo>
                  <a:pt x="190" y="7421"/>
                </a:lnTo>
                <a:lnTo>
                  <a:pt x="334" y="7827"/>
                </a:lnTo>
                <a:lnTo>
                  <a:pt x="573" y="8234"/>
                </a:lnTo>
                <a:lnTo>
                  <a:pt x="812" y="8640"/>
                </a:lnTo>
                <a:lnTo>
                  <a:pt x="1098" y="8996"/>
                </a:lnTo>
                <a:lnTo>
                  <a:pt x="1576" y="9505"/>
                </a:lnTo>
                <a:lnTo>
                  <a:pt x="2103" y="10063"/>
                </a:lnTo>
                <a:lnTo>
                  <a:pt x="2103" y="10419"/>
                </a:lnTo>
                <a:lnTo>
                  <a:pt x="2198" y="10775"/>
                </a:lnTo>
                <a:lnTo>
                  <a:pt x="2246" y="10927"/>
                </a:lnTo>
                <a:lnTo>
                  <a:pt x="2389" y="11029"/>
                </a:lnTo>
                <a:lnTo>
                  <a:pt x="2484" y="11130"/>
                </a:lnTo>
                <a:lnTo>
                  <a:pt x="2676" y="11181"/>
                </a:lnTo>
                <a:lnTo>
                  <a:pt x="2819" y="11232"/>
                </a:lnTo>
                <a:lnTo>
                  <a:pt x="2963" y="11181"/>
                </a:lnTo>
                <a:lnTo>
                  <a:pt x="3297" y="11080"/>
                </a:lnTo>
                <a:lnTo>
                  <a:pt x="3966" y="11638"/>
                </a:lnTo>
                <a:lnTo>
                  <a:pt x="3441" y="12350"/>
                </a:lnTo>
                <a:lnTo>
                  <a:pt x="3011" y="13112"/>
                </a:lnTo>
                <a:lnTo>
                  <a:pt x="2628" y="13926"/>
                </a:lnTo>
                <a:lnTo>
                  <a:pt x="2436" y="14332"/>
                </a:lnTo>
                <a:lnTo>
                  <a:pt x="2341" y="14789"/>
                </a:lnTo>
                <a:lnTo>
                  <a:pt x="2246" y="15196"/>
                </a:lnTo>
                <a:lnTo>
                  <a:pt x="2198" y="15602"/>
                </a:lnTo>
                <a:lnTo>
                  <a:pt x="2198" y="16009"/>
                </a:lnTo>
                <a:lnTo>
                  <a:pt x="2246" y="16467"/>
                </a:lnTo>
                <a:lnTo>
                  <a:pt x="2341" y="16823"/>
                </a:lnTo>
                <a:lnTo>
                  <a:pt x="2484" y="17229"/>
                </a:lnTo>
                <a:lnTo>
                  <a:pt x="2676" y="17585"/>
                </a:lnTo>
                <a:lnTo>
                  <a:pt x="2914" y="17890"/>
                </a:lnTo>
                <a:lnTo>
                  <a:pt x="3249" y="18194"/>
                </a:lnTo>
                <a:lnTo>
                  <a:pt x="3631" y="18398"/>
                </a:lnTo>
                <a:lnTo>
                  <a:pt x="3966" y="18551"/>
                </a:lnTo>
                <a:lnTo>
                  <a:pt x="4396" y="18602"/>
                </a:lnTo>
                <a:lnTo>
                  <a:pt x="4779" y="18652"/>
                </a:lnTo>
                <a:lnTo>
                  <a:pt x="5208" y="18652"/>
                </a:lnTo>
                <a:lnTo>
                  <a:pt x="5590" y="18602"/>
                </a:lnTo>
                <a:lnTo>
                  <a:pt x="5973" y="18551"/>
                </a:lnTo>
                <a:lnTo>
                  <a:pt x="6546" y="18347"/>
                </a:lnTo>
                <a:lnTo>
                  <a:pt x="7168" y="18143"/>
                </a:lnTo>
                <a:lnTo>
                  <a:pt x="7693" y="17941"/>
                </a:lnTo>
                <a:lnTo>
                  <a:pt x="8266" y="17636"/>
                </a:lnTo>
                <a:lnTo>
                  <a:pt x="8506" y="18246"/>
                </a:lnTo>
                <a:lnTo>
                  <a:pt x="8744" y="18804"/>
                </a:lnTo>
                <a:lnTo>
                  <a:pt x="9079" y="19364"/>
                </a:lnTo>
                <a:lnTo>
                  <a:pt x="9414" y="19872"/>
                </a:lnTo>
                <a:lnTo>
                  <a:pt x="9317" y="20126"/>
                </a:lnTo>
                <a:lnTo>
                  <a:pt x="9271" y="20379"/>
                </a:lnTo>
                <a:lnTo>
                  <a:pt x="9317" y="20634"/>
                </a:lnTo>
                <a:lnTo>
                  <a:pt x="9414" y="20888"/>
                </a:lnTo>
                <a:lnTo>
                  <a:pt x="9557" y="21092"/>
                </a:lnTo>
                <a:lnTo>
                  <a:pt x="9749" y="21244"/>
                </a:lnTo>
                <a:lnTo>
                  <a:pt x="9939" y="21345"/>
                </a:lnTo>
                <a:lnTo>
                  <a:pt x="10130" y="21448"/>
                </a:lnTo>
                <a:lnTo>
                  <a:pt x="10322" y="21497"/>
                </a:lnTo>
                <a:lnTo>
                  <a:pt x="10560" y="21497"/>
                </a:lnTo>
                <a:lnTo>
                  <a:pt x="10752" y="21448"/>
                </a:lnTo>
                <a:lnTo>
                  <a:pt x="10990" y="21345"/>
                </a:lnTo>
                <a:lnTo>
                  <a:pt x="11038" y="21345"/>
                </a:lnTo>
                <a:lnTo>
                  <a:pt x="11468" y="21497"/>
                </a:lnTo>
                <a:lnTo>
                  <a:pt x="11946" y="21600"/>
                </a:lnTo>
                <a:lnTo>
                  <a:pt x="12376" y="21600"/>
                </a:lnTo>
                <a:lnTo>
                  <a:pt x="12854" y="21497"/>
                </a:lnTo>
                <a:lnTo>
                  <a:pt x="13236" y="21345"/>
                </a:lnTo>
                <a:lnTo>
                  <a:pt x="13571" y="21143"/>
                </a:lnTo>
                <a:lnTo>
                  <a:pt x="13906" y="20838"/>
                </a:lnTo>
                <a:lnTo>
                  <a:pt x="14144" y="20532"/>
                </a:lnTo>
                <a:lnTo>
                  <a:pt x="14384" y="20177"/>
                </a:lnTo>
                <a:lnTo>
                  <a:pt x="14574" y="19770"/>
                </a:lnTo>
                <a:lnTo>
                  <a:pt x="14719" y="19364"/>
                </a:lnTo>
                <a:lnTo>
                  <a:pt x="14862" y="18956"/>
                </a:lnTo>
                <a:lnTo>
                  <a:pt x="15005" y="18347"/>
                </a:lnTo>
                <a:lnTo>
                  <a:pt x="15149" y="17686"/>
                </a:lnTo>
                <a:lnTo>
                  <a:pt x="15196" y="16975"/>
                </a:lnTo>
                <a:lnTo>
                  <a:pt x="15244" y="16314"/>
                </a:lnTo>
                <a:lnTo>
                  <a:pt x="16438" y="16415"/>
                </a:lnTo>
                <a:lnTo>
                  <a:pt x="17585" y="16518"/>
                </a:lnTo>
                <a:lnTo>
                  <a:pt x="18779" y="16518"/>
                </a:lnTo>
                <a:lnTo>
                  <a:pt x="19927" y="16467"/>
                </a:lnTo>
                <a:lnTo>
                  <a:pt x="19974" y="16415"/>
                </a:lnTo>
                <a:lnTo>
                  <a:pt x="19974" y="16314"/>
                </a:lnTo>
                <a:lnTo>
                  <a:pt x="20309" y="16213"/>
                </a:lnTo>
                <a:lnTo>
                  <a:pt x="20692" y="16111"/>
                </a:lnTo>
                <a:lnTo>
                  <a:pt x="21025" y="15907"/>
                </a:lnTo>
                <a:lnTo>
                  <a:pt x="21360" y="15705"/>
                </a:lnTo>
                <a:lnTo>
                  <a:pt x="21504" y="15705"/>
                </a:lnTo>
                <a:lnTo>
                  <a:pt x="21552" y="15653"/>
                </a:lnTo>
                <a:lnTo>
                  <a:pt x="21600" y="15552"/>
                </a:lnTo>
                <a:lnTo>
                  <a:pt x="21552" y="15145"/>
                </a:lnTo>
                <a:lnTo>
                  <a:pt x="21457" y="14739"/>
                </a:lnTo>
                <a:lnTo>
                  <a:pt x="21360" y="14332"/>
                </a:lnTo>
                <a:lnTo>
                  <a:pt x="21217" y="13977"/>
                </a:lnTo>
                <a:lnTo>
                  <a:pt x="20835" y="13214"/>
                </a:lnTo>
                <a:lnTo>
                  <a:pt x="20357" y="12553"/>
                </a:lnTo>
                <a:lnTo>
                  <a:pt x="19831" y="11893"/>
                </a:lnTo>
                <a:lnTo>
                  <a:pt x="19258" y="11282"/>
                </a:lnTo>
                <a:lnTo>
                  <a:pt x="18636" y="10724"/>
                </a:lnTo>
                <a:lnTo>
                  <a:pt x="17968" y="10164"/>
                </a:lnTo>
                <a:lnTo>
                  <a:pt x="16868" y="9402"/>
                </a:lnTo>
                <a:lnTo>
                  <a:pt x="17395" y="8386"/>
                </a:lnTo>
                <a:lnTo>
                  <a:pt x="17873" y="7369"/>
                </a:lnTo>
                <a:lnTo>
                  <a:pt x="18303" y="6303"/>
                </a:lnTo>
                <a:lnTo>
                  <a:pt x="18636" y="5234"/>
                </a:lnTo>
                <a:lnTo>
                  <a:pt x="18636" y="5032"/>
                </a:lnTo>
                <a:lnTo>
                  <a:pt x="18828" y="4880"/>
                </a:lnTo>
                <a:lnTo>
                  <a:pt x="19019" y="4676"/>
                </a:lnTo>
                <a:lnTo>
                  <a:pt x="19211" y="4371"/>
                </a:lnTo>
                <a:lnTo>
                  <a:pt x="19306" y="4066"/>
                </a:lnTo>
                <a:lnTo>
                  <a:pt x="19306" y="3710"/>
                </a:lnTo>
                <a:lnTo>
                  <a:pt x="19211" y="3354"/>
                </a:lnTo>
                <a:lnTo>
                  <a:pt x="19067" y="3101"/>
                </a:lnTo>
                <a:lnTo>
                  <a:pt x="18876" y="2846"/>
                </a:lnTo>
                <a:lnTo>
                  <a:pt x="18589" y="2693"/>
                </a:lnTo>
                <a:lnTo>
                  <a:pt x="18446" y="2644"/>
                </a:lnTo>
                <a:lnTo>
                  <a:pt x="18254" y="2644"/>
                </a:lnTo>
                <a:lnTo>
                  <a:pt x="18016" y="2693"/>
                </a:lnTo>
                <a:lnTo>
                  <a:pt x="17825" y="2796"/>
                </a:lnTo>
                <a:lnTo>
                  <a:pt x="17633" y="2897"/>
                </a:lnTo>
                <a:lnTo>
                  <a:pt x="17442" y="3049"/>
                </a:lnTo>
                <a:lnTo>
                  <a:pt x="16868" y="2948"/>
                </a:lnTo>
                <a:lnTo>
                  <a:pt x="16247" y="2998"/>
                </a:lnTo>
                <a:lnTo>
                  <a:pt x="15674" y="3049"/>
                </a:lnTo>
                <a:lnTo>
                  <a:pt x="15100" y="3151"/>
                </a:lnTo>
                <a:lnTo>
                  <a:pt x="14479" y="3354"/>
                </a:lnTo>
                <a:lnTo>
                  <a:pt x="13906" y="3558"/>
                </a:lnTo>
                <a:lnTo>
                  <a:pt x="13379" y="3812"/>
                </a:lnTo>
                <a:lnTo>
                  <a:pt x="12806" y="4116"/>
                </a:lnTo>
                <a:lnTo>
                  <a:pt x="12520" y="4269"/>
                </a:lnTo>
                <a:lnTo>
                  <a:pt x="11995" y="3354"/>
                </a:lnTo>
                <a:lnTo>
                  <a:pt x="11420" y="2440"/>
                </a:lnTo>
                <a:lnTo>
                  <a:pt x="10752" y="1575"/>
                </a:lnTo>
                <a:lnTo>
                  <a:pt x="10082" y="762"/>
                </a:lnTo>
                <a:lnTo>
                  <a:pt x="9939" y="661"/>
                </a:lnTo>
                <a:lnTo>
                  <a:pt x="9796" y="661"/>
                </a:lnTo>
                <a:lnTo>
                  <a:pt x="9271" y="865"/>
                </a:lnTo>
                <a:lnTo>
                  <a:pt x="8744" y="1118"/>
                </a:lnTo>
                <a:lnTo>
                  <a:pt x="8649" y="1169"/>
                </a:lnTo>
                <a:lnTo>
                  <a:pt x="8601" y="1221"/>
                </a:lnTo>
                <a:lnTo>
                  <a:pt x="8649" y="1373"/>
                </a:lnTo>
                <a:lnTo>
                  <a:pt x="8697" y="1474"/>
                </a:lnTo>
                <a:lnTo>
                  <a:pt x="8841" y="1474"/>
                </a:lnTo>
                <a:lnTo>
                  <a:pt x="9317" y="1423"/>
                </a:lnTo>
                <a:lnTo>
                  <a:pt x="9749" y="1373"/>
                </a:lnTo>
                <a:lnTo>
                  <a:pt x="10369" y="2135"/>
                </a:lnTo>
                <a:lnTo>
                  <a:pt x="10943" y="2897"/>
                </a:lnTo>
                <a:lnTo>
                  <a:pt x="11517" y="3762"/>
                </a:lnTo>
                <a:lnTo>
                  <a:pt x="11995" y="4574"/>
                </a:lnTo>
                <a:lnTo>
                  <a:pt x="11087" y="5185"/>
                </a:lnTo>
                <a:lnTo>
                  <a:pt x="10225" y="5845"/>
                </a:lnTo>
                <a:lnTo>
                  <a:pt x="8601" y="5082"/>
                </a:lnTo>
                <a:lnTo>
                  <a:pt x="7789" y="4727"/>
                </a:lnTo>
                <a:lnTo>
                  <a:pt x="6928" y="4421"/>
                </a:lnTo>
                <a:lnTo>
                  <a:pt x="7025" y="3863"/>
                </a:lnTo>
                <a:lnTo>
                  <a:pt x="7120" y="3303"/>
                </a:lnTo>
                <a:lnTo>
                  <a:pt x="7263" y="2745"/>
                </a:lnTo>
                <a:lnTo>
                  <a:pt x="7454" y="2185"/>
                </a:lnTo>
                <a:lnTo>
                  <a:pt x="7693" y="1678"/>
                </a:lnTo>
                <a:lnTo>
                  <a:pt x="7979" y="1169"/>
                </a:lnTo>
                <a:lnTo>
                  <a:pt x="8314" y="712"/>
                </a:lnTo>
                <a:lnTo>
                  <a:pt x="8649" y="255"/>
                </a:lnTo>
                <a:lnTo>
                  <a:pt x="8697" y="152"/>
                </a:lnTo>
                <a:lnTo>
                  <a:pt x="8697" y="51"/>
                </a:lnTo>
                <a:lnTo>
                  <a:pt x="8601" y="0"/>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178" name="Google Shape;501;p10"/>
          <p:cNvSpPr/>
          <p:nvPr/>
        </p:nvSpPr>
        <p:spPr>
          <a:xfrm>
            <a:off x="-35017" y="4075593"/>
            <a:ext cx="339603" cy="4005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307" y="860"/>
                </a:moveTo>
                <a:lnTo>
                  <a:pt x="11560" y="930"/>
                </a:lnTo>
                <a:lnTo>
                  <a:pt x="11728" y="1074"/>
                </a:lnTo>
                <a:lnTo>
                  <a:pt x="11728" y="1503"/>
                </a:lnTo>
                <a:lnTo>
                  <a:pt x="11560" y="1860"/>
                </a:lnTo>
                <a:lnTo>
                  <a:pt x="11392" y="2075"/>
                </a:lnTo>
                <a:lnTo>
                  <a:pt x="11137" y="2219"/>
                </a:lnTo>
                <a:lnTo>
                  <a:pt x="10884" y="2289"/>
                </a:lnTo>
                <a:lnTo>
                  <a:pt x="10631" y="2219"/>
                </a:lnTo>
                <a:lnTo>
                  <a:pt x="10042" y="2004"/>
                </a:lnTo>
                <a:lnTo>
                  <a:pt x="10210" y="1788"/>
                </a:lnTo>
                <a:lnTo>
                  <a:pt x="10210" y="1503"/>
                </a:lnTo>
                <a:lnTo>
                  <a:pt x="10125" y="1359"/>
                </a:lnTo>
                <a:lnTo>
                  <a:pt x="10042" y="1289"/>
                </a:lnTo>
                <a:lnTo>
                  <a:pt x="10295" y="1074"/>
                </a:lnTo>
                <a:lnTo>
                  <a:pt x="10631" y="930"/>
                </a:lnTo>
                <a:lnTo>
                  <a:pt x="10969" y="860"/>
                </a:lnTo>
                <a:close/>
                <a:moveTo>
                  <a:pt x="7763" y="12660"/>
                </a:moveTo>
                <a:lnTo>
                  <a:pt x="7763" y="12732"/>
                </a:lnTo>
                <a:lnTo>
                  <a:pt x="7680" y="12732"/>
                </a:lnTo>
                <a:lnTo>
                  <a:pt x="7763" y="12660"/>
                </a:lnTo>
                <a:close/>
                <a:moveTo>
                  <a:pt x="9872" y="13518"/>
                </a:moveTo>
                <a:lnTo>
                  <a:pt x="9789" y="13662"/>
                </a:lnTo>
                <a:lnTo>
                  <a:pt x="9704" y="13590"/>
                </a:lnTo>
                <a:lnTo>
                  <a:pt x="9872" y="13518"/>
                </a:lnTo>
                <a:close/>
                <a:moveTo>
                  <a:pt x="11981" y="8226"/>
                </a:moveTo>
                <a:lnTo>
                  <a:pt x="12487" y="8441"/>
                </a:lnTo>
                <a:lnTo>
                  <a:pt x="12993" y="8655"/>
                </a:lnTo>
                <a:lnTo>
                  <a:pt x="13078" y="8870"/>
                </a:lnTo>
                <a:lnTo>
                  <a:pt x="13163" y="8942"/>
                </a:lnTo>
                <a:lnTo>
                  <a:pt x="13331" y="8942"/>
                </a:lnTo>
                <a:lnTo>
                  <a:pt x="13837" y="9513"/>
                </a:lnTo>
                <a:lnTo>
                  <a:pt x="14175" y="10086"/>
                </a:lnTo>
                <a:lnTo>
                  <a:pt x="14260" y="10730"/>
                </a:lnTo>
                <a:lnTo>
                  <a:pt x="14260" y="11373"/>
                </a:lnTo>
                <a:lnTo>
                  <a:pt x="14007" y="11945"/>
                </a:lnTo>
                <a:lnTo>
                  <a:pt x="13669" y="12518"/>
                </a:lnTo>
                <a:lnTo>
                  <a:pt x="13331" y="12875"/>
                </a:lnTo>
                <a:lnTo>
                  <a:pt x="12993" y="13161"/>
                </a:lnTo>
                <a:lnTo>
                  <a:pt x="12993" y="12446"/>
                </a:lnTo>
                <a:lnTo>
                  <a:pt x="12910" y="12373"/>
                </a:lnTo>
                <a:lnTo>
                  <a:pt x="12825" y="12303"/>
                </a:lnTo>
                <a:lnTo>
                  <a:pt x="12740" y="12303"/>
                </a:lnTo>
                <a:lnTo>
                  <a:pt x="12657" y="12373"/>
                </a:lnTo>
                <a:lnTo>
                  <a:pt x="12404" y="12660"/>
                </a:lnTo>
                <a:lnTo>
                  <a:pt x="12319" y="13017"/>
                </a:lnTo>
                <a:lnTo>
                  <a:pt x="12234" y="13518"/>
                </a:lnTo>
                <a:lnTo>
                  <a:pt x="11728" y="13662"/>
                </a:lnTo>
                <a:lnTo>
                  <a:pt x="11728" y="13089"/>
                </a:lnTo>
                <a:lnTo>
                  <a:pt x="11813" y="12802"/>
                </a:lnTo>
                <a:lnTo>
                  <a:pt x="11981" y="12588"/>
                </a:lnTo>
                <a:lnTo>
                  <a:pt x="12066" y="12518"/>
                </a:lnTo>
                <a:lnTo>
                  <a:pt x="11981" y="12446"/>
                </a:lnTo>
                <a:lnTo>
                  <a:pt x="11898" y="12373"/>
                </a:lnTo>
                <a:lnTo>
                  <a:pt x="11813" y="12373"/>
                </a:lnTo>
                <a:lnTo>
                  <a:pt x="11392" y="12588"/>
                </a:lnTo>
                <a:lnTo>
                  <a:pt x="11137" y="12947"/>
                </a:lnTo>
                <a:lnTo>
                  <a:pt x="10969" y="13304"/>
                </a:lnTo>
                <a:lnTo>
                  <a:pt x="10969" y="13733"/>
                </a:lnTo>
                <a:lnTo>
                  <a:pt x="10801" y="13733"/>
                </a:lnTo>
                <a:lnTo>
                  <a:pt x="10716" y="13662"/>
                </a:lnTo>
                <a:lnTo>
                  <a:pt x="10631" y="13590"/>
                </a:lnTo>
                <a:lnTo>
                  <a:pt x="10548" y="13590"/>
                </a:lnTo>
                <a:lnTo>
                  <a:pt x="11560" y="11730"/>
                </a:lnTo>
                <a:lnTo>
                  <a:pt x="11560" y="11588"/>
                </a:lnTo>
                <a:lnTo>
                  <a:pt x="11475" y="11516"/>
                </a:lnTo>
                <a:lnTo>
                  <a:pt x="11392" y="11516"/>
                </a:lnTo>
                <a:lnTo>
                  <a:pt x="11307" y="11588"/>
                </a:lnTo>
                <a:lnTo>
                  <a:pt x="10125" y="13161"/>
                </a:lnTo>
                <a:lnTo>
                  <a:pt x="10042" y="13017"/>
                </a:lnTo>
                <a:lnTo>
                  <a:pt x="9957" y="12947"/>
                </a:lnTo>
                <a:lnTo>
                  <a:pt x="9789" y="12947"/>
                </a:lnTo>
                <a:lnTo>
                  <a:pt x="10210" y="12159"/>
                </a:lnTo>
                <a:lnTo>
                  <a:pt x="10716" y="11301"/>
                </a:lnTo>
                <a:lnTo>
                  <a:pt x="10801" y="11229"/>
                </a:lnTo>
                <a:lnTo>
                  <a:pt x="10716" y="11159"/>
                </a:lnTo>
                <a:lnTo>
                  <a:pt x="10548" y="11159"/>
                </a:lnTo>
                <a:lnTo>
                  <a:pt x="9619" y="12231"/>
                </a:lnTo>
                <a:lnTo>
                  <a:pt x="9198" y="12802"/>
                </a:lnTo>
                <a:lnTo>
                  <a:pt x="8860" y="13376"/>
                </a:lnTo>
                <a:lnTo>
                  <a:pt x="8439" y="13231"/>
                </a:lnTo>
                <a:lnTo>
                  <a:pt x="8692" y="13161"/>
                </a:lnTo>
                <a:lnTo>
                  <a:pt x="8860" y="12947"/>
                </a:lnTo>
                <a:lnTo>
                  <a:pt x="8945" y="12802"/>
                </a:lnTo>
                <a:lnTo>
                  <a:pt x="8945" y="12446"/>
                </a:lnTo>
                <a:lnTo>
                  <a:pt x="8775" y="12446"/>
                </a:lnTo>
                <a:lnTo>
                  <a:pt x="9198" y="12017"/>
                </a:lnTo>
                <a:lnTo>
                  <a:pt x="10378" y="10800"/>
                </a:lnTo>
                <a:lnTo>
                  <a:pt x="10378" y="10658"/>
                </a:lnTo>
                <a:lnTo>
                  <a:pt x="10295" y="10586"/>
                </a:lnTo>
                <a:lnTo>
                  <a:pt x="10125" y="10586"/>
                </a:lnTo>
                <a:lnTo>
                  <a:pt x="8692" y="11730"/>
                </a:lnTo>
                <a:lnTo>
                  <a:pt x="8354" y="11945"/>
                </a:lnTo>
                <a:lnTo>
                  <a:pt x="8269" y="11874"/>
                </a:lnTo>
                <a:lnTo>
                  <a:pt x="8186" y="11874"/>
                </a:lnTo>
                <a:lnTo>
                  <a:pt x="8016" y="11945"/>
                </a:lnTo>
                <a:lnTo>
                  <a:pt x="8439" y="11443"/>
                </a:lnTo>
                <a:lnTo>
                  <a:pt x="8945" y="11014"/>
                </a:lnTo>
                <a:lnTo>
                  <a:pt x="9536" y="10658"/>
                </a:lnTo>
                <a:lnTo>
                  <a:pt x="10125" y="10301"/>
                </a:lnTo>
                <a:lnTo>
                  <a:pt x="10210" y="10229"/>
                </a:lnTo>
                <a:lnTo>
                  <a:pt x="10125" y="10157"/>
                </a:lnTo>
                <a:lnTo>
                  <a:pt x="10125" y="10086"/>
                </a:lnTo>
                <a:lnTo>
                  <a:pt x="9957" y="10014"/>
                </a:lnTo>
                <a:lnTo>
                  <a:pt x="9113" y="10371"/>
                </a:lnTo>
                <a:lnTo>
                  <a:pt x="8354" y="10800"/>
                </a:lnTo>
                <a:lnTo>
                  <a:pt x="7680" y="11301"/>
                </a:lnTo>
                <a:lnTo>
                  <a:pt x="7089" y="11945"/>
                </a:lnTo>
                <a:lnTo>
                  <a:pt x="7004" y="11730"/>
                </a:lnTo>
                <a:lnTo>
                  <a:pt x="7089" y="11660"/>
                </a:lnTo>
                <a:lnTo>
                  <a:pt x="7680" y="10944"/>
                </a:lnTo>
                <a:lnTo>
                  <a:pt x="8354" y="10301"/>
                </a:lnTo>
                <a:lnTo>
                  <a:pt x="9113" y="9655"/>
                </a:lnTo>
                <a:lnTo>
                  <a:pt x="9872" y="9084"/>
                </a:lnTo>
                <a:lnTo>
                  <a:pt x="9872" y="9012"/>
                </a:lnTo>
                <a:lnTo>
                  <a:pt x="9789" y="8942"/>
                </a:lnTo>
                <a:lnTo>
                  <a:pt x="9704" y="8942"/>
                </a:lnTo>
                <a:lnTo>
                  <a:pt x="9028" y="9227"/>
                </a:lnTo>
                <a:lnTo>
                  <a:pt x="8354" y="9513"/>
                </a:lnTo>
                <a:lnTo>
                  <a:pt x="7763" y="9942"/>
                </a:lnTo>
                <a:lnTo>
                  <a:pt x="7257" y="10443"/>
                </a:lnTo>
                <a:lnTo>
                  <a:pt x="7425" y="10157"/>
                </a:lnTo>
                <a:lnTo>
                  <a:pt x="7680" y="9870"/>
                </a:lnTo>
                <a:lnTo>
                  <a:pt x="8186" y="9441"/>
                </a:lnTo>
                <a:lnTo>
                  <a:pt x="8860" y="9012"/>
                </a:lnTo>
                <a:lnTo>
                  <a:pt x="9536" y="8727"/>
                </a:lnTo>
                <a:lnTo>
                  <a:pt x="10125" y="8513"/>
                </a:lnTo>
                <a:lnTo>
                  <a:pt x="10716" y="8369"/>
                </a:lnTo>
                <a:lnTo>
                  <a:pt x="11392" y="8226"/>
                </a:lnTo>
                <a:close/>
                <a:moveTo>
                  <a:pt x="1856" y="17094"/>
                </a:moveTo>
                <a:lnTo>
                  <a:pt x="1856" y="17238"/>
                </a:lnTo>
                <a:lnTo>
                  <a:pt x="1941" y="17381"/>
                </a:lnTo>
                <a:lnTo>
                  <a:pt x="2111" y="17453"/>
                </a:lnTo>
                <a:lnTo>
                  <a:pt x="2617" y="17453"/>
                </a:lnTo>
                <a:lnTo>
                  <a:pt x="2785" y="17523"/>
                </a:lnTo>
                <a:lnTo>
                  <a:pt x="3038" y="17523"/>
                </a:lnTo>
                <a:lnTo>
                  <a:pt x="3038" y="17737"/>
                </a:lnTo>
                <a:lnTo>
                  <a:pt x="2870" y="17882"/>
                </a:lnTo>
                <a:lnTo>
                  <a:pt x="2700" y="17952"/>
                </a:lnTo>
                <a:lnTo>
                  <a:pt x="2194" y="18024"/>
                </a:lnTo>
                <a:lnTo>
                  <a:pt x="1941" y="17952"/>
                </a:lnTo>
                <a:lnTo>
                  <a:pt x="1603" y="17810"/>
                </a:lnTo>
                <a:lnTo>
                  <a:pt x="1350" y="17667"/>
                </a:lnTo>
                <a:lnTo>
                  <a:pt x="1267" y="17453"/>
                </a:lnTo>
                <a:lnTo>
                  <a:pt x="1520" y="17238"/>
                </a:lnTo>
                <a:lnTo>
                  <a:pt x="1856" y="17094"/>
                </a:lnTo>
                <a:close/>
                <a:moveTo>
                  <a:pt x="19576" y="16880"/>
                </a:moveTo>
                <a:lnTo>
                  <a:pt x="19829" y="16952"/>
                </a:lnTo>
                <a:lnTo>
                  <a:pt x="20082" y="17024"/>
                </a:lnTo>
                <a:lnTo>
                  <a:pt x="20335" y="17166"/>
                </a:lnTo>
                <a:lnTo>
                  <a:pt x="20588" y="17308"/>
                </a:lnTo>
                <a:lnTo>
                  <a:pt x="20671" y="17523"/>
                </a:lnTo>
                <a:lnTo>
                  <a:pt x="20756" y="17737"/>
                </a:lnTo>
                <a:lnTo>
                  <a:pt x="20756" y="17810"/>
                </a:lnTo>
                <a:lnTo>
                  <a:pt x="20671" y="17810"/>
                </a:lnTo>
                <a:lnTo>
                  <a:pt x="20418" y="17737"/>
                </a:lnTo>
                <a:lnTo>
                  <a:pt x="20250" y="17810"/>
                </a:lnTo>
                <a:lnTo>
                  <a:pt x="20082" y="17882"/>
                </a:lnTo>
                <a:lnTo>
                  <a:pt x="19829" y="18096"/>
                </a:lnTo>
                <a:lnTo>
                  <a:pt x="19491" y="18239"/>
                </a:lnTo>
                <a:lnTo>
                  <a:pt x="19153" y="18168"/>
                </a:lnTo>
                <a:lnTo>
                  <a:pt x="18985" y="18024"/>
                </a:lnTo>
                <a:lnTo>
                  <a:pt x="18900" y="17882"/>
                </a:lnTo>
                <a:lnTo>
                  <a:pt x="18900" y="17595"/>
                </a:lnTo>
                <a:lnTo>
                  <a:pt x="18985" y="17238"/>
                </a:lnTo>
                <a:lnTo>
                  <a:pt x="18985" y="16952"/>
                </a:lnTo>
                <a:lnTo>
                  <a:pt x="19576" y="16880"/>
                </a:lnTo>
                <a:close/>
                <a:moveTo>
                  <a:pt x="11560" y="18525"/>
                </a:moveTo>
                <a:lnTo>
                  <a:pt x="11645" y="18667"/>
                </a:lnTo>
                <a:lnTo>
                  <a:pt x="11475" y="18597"/>
                </a:lnTo>
                <a:lnTo>
                  <a:pt x="11560" y="18525"/>
                </a:lnTo>
                <a:close/>
                <a:moveTo>
                  <a:pt x="10801" y="19241"/>
                </a:moveTo>
                <a:lnTo>
                  <a:pt x="11392" y="19383"/>
                </a:lnTo>
                <a:lnTo>
                  <a:pt x="11307" y="19525"/>
                </a:lnTo>
                <a:lnTo>
                  <a:pt x="11222" y="20027"/>
                </a:lnTo>
                <a:lnTo>
                  <a:pt x="11137" y="20099"/>
                </a:lnTo>
                <a:lnTo>
                  <a:pt x="10463" y="20099"/>
                </a:lnTo>
                <a:lnTo>
                  <a:pt x="10210" y="19956"/>
                </a:lnTo>
                <a:lnTo>
                  <a:pt x="9957" y="19742"/>
                </a:lnTo>
                <a:lnTo>
                  <a:pt x="9872" y="19598"/>
                </a:lnTo>
                <a:lnTo>
                  <a:pt x="9789" y="19383"/>
                </a:lnTo>
                <a:lnTo>
                  <a:pt x="9957" y="19311"/>
                </a:lnTo>
                <a:lnTo>
                  <a:pt x="10210" y="19241"/>
                </a:lnTo>
                <a:close/>
                <a:moveTo>
                  <a:pt x="11054" y="0"/>
                </a:moveTo>
                <a:lnTo>
                  <a:pt x="10631" y="72"/>
                </a:lnTo>
                <a:lnTo>
                  <a:pt x="10295" y="214"/>
                </a:lnTo>
                <a:lnTo>
                  <a:pt x="9872" y="287"/>
                </a:lnTo>
                <a:lnTo>
                  <a:pt x="9536" y="501"/>
                </a:lnTo>
                <a:lnTo>
                  <a:pt x="9198" y="716"/>
                </a:lnTo>
                <a:lnTo>
                  <a:pt x="8945" y="930"/>
                </a:lnTo>
                <a:lnTo>
                  <a:pt x="8692" y="1217"/>
                </a:lnTo>
                <a:lnTo>
                  <a:pt x="8522" y="1573"/>
                </a:lnTo>
                <a:lnTo>
                  <a:pt x="8439" y="1860"/>
                </a:lnTo>
                <a:lnTo>
                  <a:pt x="8439" y="2219"/>
                </a:lnTo>
                <a:lnTo>
                  <a:pt x="8522" y="2576"/>
                </a:lnTo>
                <a:lnTo>
                  <a:pt x="8775" y="3077"/>
                </a:lnTo>
                <a:lnTo>
                  <a:pt x="9198" y="3434"/>
                </a:lnTo>
                <a:lnTo>
                  <a:pt x="9619" y="3648"/>
                </a:lnTo>
                <a:lnTo>
                  <a:pt x="10125" y="3792"/>
                </a:lnTo>
                <a:lnTo>
                  <a:pt x="10042" y="4007"/>
                </a:lnTo>
                <a:lnTo>
                  <a:pt x="9957" y="4221"/>
                </a:lnTo>
                <a:lnTo>
                  <a:pt x="9957" y="7154"/>
                </a:lnTo>
                <a:lnTo>
                  <a:pt x="10042" y="7368"/>
                </a:lnTo>
                <a:lnTo>
                  <a:pt x="9366" y="7653"/>
                </a:lnTo>
                <a:lnTo>
                  <a:pt x="8775" y="8012"/>
                </a:lnTo>
                <a:lnTo>
                  <a:pt x="8607" y="8154"/>
                </a:lnTo>
                <a:lnTo>
                  <a:pt x="8607" y="8296"/>
                </a:lnTo>
                <a:lnTo>
                  <a:pt x="8101" y="8583"/>
                </a:lnTo>
                <a:lnTo>
                  <a:pt x="7680" y="8870"/>
                </a:lnTo>
                <a:lnTo>
                  <a:pt x="7257" y="9156"/>
                </a:lnTo>
                <a:lnTo>
                  <a:pt x="6919" y="9513"/>
                </a:lnTo>
                <a:lnTo>
                  <a:pt x="6583" y="9870"/>
                </a:lnTo>
                <a:lnTo>
                  <a:pt x="6330" y="10301"/>
                </a:lnTo>
                <a:lnTo>
                  <a:pt x="6160" y="10730"/>
                </a:lnTo>
                <a:lnTo>
                  <a:pt x="6077" y="11087"/>
                </a:lnTo>
                <a:lnTo>
                  <a:pt x="6077" y="11516"/>
                </a:lnTo>
                <a:lnTo>
                  <a:pt x="6160" y="11945"/>
                </a:lnTo>
                <a:lnTo>
                  <a:pt x="6330" y="12373"/>
                </a:lnTo>
                <a:lnTo>
                  <a:pt x="6498" y="12802"/>
                </a:lnTo>
                <a:lnTo>
                  <a:pt x="6666" y="13017"/>
                </a:lnTo>
                <a:lnTo>
                  <a:pt x="5568" y="13805"/>
                </a:lnTo>
                <a:lnTo>
                  <a:pt x="4389" y="14520"/>
                </a:lnTo>
                <a:lnTo>
                  <a:pt x="3291" y="15306"/>
                </a:lnTo>
                <a:lnTo>
                  <a:pt x="2785" y="15735"/>
                </a:lnTo>
                <a:lnTo>
                  <a:pt x="2279" y="16236"/>
                </a:lnTo>
                <a:lnTo>
                  <a:pt x="1773" y="16308"/>
                </a:lnTo>
                <a:lnTo>
                  <a:pt x="1435" y="16236"/>
                </a:lnTo>
                <a:lnTo>
                  <a:pt x="1097" y="16236"/>
                </a:lnTo>
                <a:lnTo>
                  <a:pt x="844" y="16308"/>
                </a:lnTo>
                <a:lnTo>
                  <a:pt x="591" y="16451"/>
                </a:lnTo>
                <a:lnTo>
                  <a:pt x="423" y="16595"/>
                </a:lnTo>
                <a:lnTo>
                  <a:pt x="255" y="16737"/>
                </a:lnTo>
                <a:lnTo>
                  <a:pt x="85" y="17166"/>
                </a:lnTo>
                <a:lnTo>
                  <a:pt x="0" y="17667"/>
                </a:lnTo>
                <a:lnTo>
                  <a:pt x="0" y="18168"/>
                </a:lnTo>
                <a:lnTo>
                  <a:pt x="170" y="18597"/>
                </a:lnTo>
                <a:lnTo>
                  <a:pt x="591" y="18882"/>
                </a:lnTo>
                <a:lnTo>
                  <a:pt x="1097" y="19169"/>
                </a:lnTo>
                <a:lnTo>
                  <a:pt x="1603" y="19311"/>
                </a:lnTo>
                <a:lnTo>
                  <a:pt x="2194" y="19383"/>
                </a:lnTo>
                <a:lnTo>
                  <a:pt x="2700" y="19311"/>
                </a:lnTo>
                <a:lnTo>
                  <a:pt x="3291" y="19241"/>
                </a:lnTo>
                <a:lnTo>
                  <a:pt x="3797" y="19096"/>
                </a:lnTo>
                <a:lnTo>
                  <a:pt x="4136" y="18812"/>
                </a:lnTo>
                <a:lnTo>
                  <a:pt x="4389" y="18667"/>
                </a:lnTo>
                <a:lnTo>
                  <a:pt x="4474" y="18453"/>
                </a:lnTo>
                <a:lnTo>
                  <a:pt x="4556" y="18239"/>
                </a:lnTo>
                <a:lnTo>
                  <a:pt x="4556" y="17952"/>
                </a:lnTo>
                <a:lnTo>
                  <a:pt x="4389" y="17523"/>
                </a:lnTo>
                <a:lnTo>
                  <a:pt x="4136" y="17094"/>
                </a:lnTo>
                <a:lnTo>
                  <a:pt x="3797" y="16737"/>
                </a:lnTo>
                <a:lnTo>
                  <a:pt x="3291" y="16451"/>
                </a:lnTo>
                <a:lnTo>
                  <a:pt x="3206" y="16451"/>
                </a:lnTo>
                <a:lnTo>
                  <a:pt x="3630" y="16094"/>
                </a:lnTo>
                <a:lnTo>
                  <a:pt x="4050" y="15735"/>
                </a:lnTo>
                <a:lnTo>
                  <a:pt x="4980" y="15164"/>
                </a:lnTo>
                <a:lnTo>
                  <a:pt x="5568" y="14735"/>
                </a:lnTo>
                <a:lnTo>
                  <a:pt x="6077" y="14306"/>
                </a:lnTo>
                <a:lnTo>
                  <a:pt x="6583" y="13805"/>
                </a:lnTo>
                <a:lnTo>
                  <a:pt x="6919" y="13231"/>
                </a:lnTo>
                <a:lnTo>
                  <a:pt x="7172" y="13448"/>
                </a:lnTo>
                <a:lnTo>
                  <a:pt x="7595" y="13733"/>
                </a:lnTo>
                <a:lnTo>
                  <a:pt x="8354" y="14091"/>
                </a:lnTo>
                <a:lnTo>
                  <a:pt x="9198" y="14306"/>
                </a:lnTo>
                <a:lnTo>
                  <a:pt x="10042" y="14448"/>
                </a:lnTo>
                <a:lnTo>
                  <a:pt x="10210" y="14448"/>
                </a:lnTo>
                <a:lnTo>
                  <a:pt x="10125" y="15378"/>
                </a:lnTo>
                <a:lnTo>
                  <a:pt x="10125" y="16308"/>
                </a:lnTo>
                <a:lnTo>
                  <a:pt x="10210" y="18168"/>
                </a:lnTo>
                <a:lnTo>
                  <a:pt x="9789" y="18311"/>
                </a:lnTo>
                <a:lnTo>
                  <a:pt x="9451" y="18453"/>
                </a:lnTo>
                <a:lnTo>
                  <a:pt x="9198" y="18667"/>
                </a:lnTo>
                <a:lnTo>
                  <a:pt x="9028" y="18882"/>
                </a:lnTo>
                <a:lnTo>
                  <a:pt x="8945" y="19096"/>
                </a:lnTo>
                <a:lnTo>
                  <a:pt x="8860" y="19383"/>
                </a:lnTo>
                <a:lnTo>
                  <a:pt x="8775" y="19742"/>
                </a:lnTo>
                <a:lnTo>
                  <a:pt x="8860" y="20027"/>
                </a:lnTo>
                <a:lnTo>
                  <a:pt x="9028" y="20600"/>
                </a:lnTo>
                <a:lnTo>
                  <a:pt x="9366" y="21099"/>
                </a:lnTo>
                <a:lnTo>
                  <a:pt x="9619" y="21243"/>
                </a:lnTo>
                <a:lnTo>
                  <a:pt x="9957" y="21386"/>
                </a:lnTo>
                <a:lnTo>
                  <a:pt x="10210" y="21530"/>
                </a:lnTo>
                <a:lnTo>
                  <a:pt x="10548" y="21600"/>
                </a:lnTo>
                <a:lnTo>
                  <a:pt x="11222" y="21600"/>
                </a:lnTo>
                <a:lnTo>
                  <a:pt x="11898" y="21458"/>
                </a:lnTo>
                <a:lnTo>
                  <a:pt x="12151" y="21315"/>
                </a:lnTo>
                <a:lnTo>
                  <a:pt x="12404" y="21099"/>
                </a:lnTo>
                <a:lnTo>
                  <a:pt x="12572" y="20884"/>
                </a:lnTo>
                <a:lnTo>
                  <a:pt x="12657" y="20670"/>
                </a:lnTo>
                <a:lnTo>
                  <a:pt x="12825" y="20099"/>
                </a:lnTo>
                <a:lnTo>
                  <a:pt x="12740" y="19598"/>
                </a:lnTo>
                <a:lnTo>
                  <a:pt x="12657" y="19311"/>
                </a:lnTo>
                <a:lnTo>
                  <a:pt x="12404" y="19096"/>
                </a:lnTo>
                <a:lnTo>
                  <a:pt x="12234" y="18882"/>
                </a:lnTo>
                <a:lnTo>
                  <a:pt x="11898" y="18740"/>
                </a:lnTo>
                <a:lnTo>
                  <a:pt x="11813" y="18383"/>
                </a:lnTo>
                <a:lnTo>
                  <a:pt x="11728" y="18239"/>
                </a:lnTo>
                <a:lnTo>
                  <a:pt x="11137" y="18239"/>
                </a:lnTo>
                <a:lnTo>
                  <a:pt x="11054" y="16523"/>
                </a:lnTo>
                <a:lnTo>
                  <a:pt x="11054" y="15520"/>
                </a:lnTo>
                <a:lnTo>
                  <a:pt x="10969" y="14520"/>
                </a:lnTo>
                <a:lnTo>
                  <a:pt x="11813" y="14448"/>
                </a:lnTo>
                <a:lnTo>
                  <a:pt x="12657" y="14234"/>
                </a:lnTo>
                <a:lnTo>
                  <a:pt x="13416" y="13877"/>
                </a:lnTo>
                <a:lnTo>
                  <a:pt x="14090" y="13376"/>
                </a:lnTo>
                <a:lnTo>
                  <a:pt x="14260" y="13231"/>
                </a:lnTo>
                <a:lnTo>
                  <a:pt x="14513" y="13518"/>
                </a:lnTo>
                <a:lnTo>
                  <a:pt x="14934" y="13805"/>
                </a:lnTo>
                <a:lnTo>
                  <a:pt x="15358" y="14019"/>
                </a:lnTo>
                <a:lnTo>
                  <a:pt x="15779" y="14234"/>
                </a:lnTo>
                <a:lnTo>
                  <a:pt x="16199" y="14877"/>
                </a:lnTo>
                <a:lnTo>
                  <a:pt x="16705" y="15593"/>
                </a:lnTo>
                <a:lnTo>
                  <a:pt x="17382" y="16451"/>
                </a:lnTo>
                <a:lnTo>
                  <a:pt x="17635" y="16737"/>
                </a:lnTo>
                <a:lnTo>
                  <a:pt x="17382" y="17094"/>
                </a:lnTo>
                <a:lnTo>
                  <a:pt x="17214" y="17453"/>
                </a:lnTo>
                <a:lnTo>
                  <a:pt x="17129" y="17737"/>
                </a:lnTo>
                <a:lnTo>
                  <a:pt x="17129" y="18096"/>
                </a:lnTo>
                <a:lnTo>
                  <a:pt x="17214" y="18383"/>
                </a:lnTo>
                <a:lnTo>
                  <a:pt x="17297" y="18740"/>
                </a:lnTo>
                <a:lnTo>
                  <a:pt x="17467" y="19026"/>
                </a:lnTo>
                <a:lnTo>
                  <a:pt x="17720" y="19311"/>
                </a:lnTo>
                <a:lnTo>
                  <a:pt x="18056" y="19525"/>
                </a:lnTo>
                <a:lnTo>
                  <a:pt x="18309" y="19742"/>
                </a:lnTo>
                <a:lnTo>
                  <a:pt x="18647" y="19812"/>
                </a:lnTo>
                <a:lnTo>
                  <a:pt x="18985" y="19884"/>
                </a:lnTo>
                <a:lnTo>
                  <a:pt x="19659" y="19884"/>
                </a:lnTo>
                <a:lnTo>
                  <a:pt x="19997" y="19742"/>
                </a:lnTo>
                <a:lnTo>
                  <a:pt x="20418" y="19598"/>
                </a:lnTo>
                <a:lnTo>
                  <a:pt x="20926" y="19169"/>
                </a:lnTo>
                <a:lnTo>
                  <a:pt x="21347" y="18597"/>
                </a:lnTo>
                <a:lnTo>
                  <a:pt x="21515" y="18311"/>
                </a:lnTo>
                <a:lnTo>
                  <a:pt x="21600" y="18024"/>
                </a:lnTo>
                <a:lnTo>
                  <a:pt x="21600" y="17381"/>
                </a:lnTo>
                <a:lnTo>
                  <a:pt x="21432" y="17094"/>
                </a:lnTo>
                <a:lnTo>
                  <a:pt x="21262" y="16809"/>
                </a:lnTo>
                <a:lnTo>
                  <a:pt x="21009" y="16595"/>
                </a:lnTo>
                <a:lnTo>
                  <a:pt x="20671" y="16451"/>
                </a:lnTo>
                <a:lnTo>
                  <a:pt x="20335" y="16308"/>
                </a:lnTo>
                <a:lnTo>
                  <a:pt x="19997" y="16236"/>
                </a:lnTo>
                <a:lnTo>
                  <a:pt x="19238" y="16164"/>
                </a:lnTo>
                <a:lnTo>
                  <a:pt x="18815" y="16164"/>
                </a:lnTo>
                <a:lnTo>
                  <a:pt x="18394" y="16308"/>
                </a:lnTo>
                <a:lnTo>
                  <a:pt x="18226" y="16022"/>
                </a:lnTo>
                <a:lnTo>
                  <a:pt x="17973" y="15735"/>
                </a:lnTo>
                <a:lnTo>
                  <a:pt x="17382" y="14949"/>
                </a:lnTo>
                <a:lnTo>
                  <a:pt x="16791" y="14234"/>
                </a:lnTo>
                <a:lnTo>
                  <a:pt x="16623" y="13947"/>
                </a:lnTo>
                <a:lnTo>
                  <a:pt x="16452" y="13662"/>
                </a:lnTo>
                <a:lnTo>
                  <a:pt x="16199" y="13518"/>
                </a:lnTo>
                <a:lnTo>
                  <a:pt x="15864" y="13448"/>
                </a:lnTo>
                <a:lnTo>
                  <a:pt x="15272" y="13161"/>
                </a:lnTo>
                <a:lnTo>
                  <a:pt x="14596" y="12732"/>
                </a:lnTo>
                <a:lnTo>
                  <a:pt x="15019" y="12159"/>
                </a:lnTo>
                <a:lnTo>
                  <a:pt x="15187" y="11443"/>
                </a:lnTo>
                <a:lnTo>
                  <a:pt x="15187" y="10730"/>
                </a:lnTo>
                <a:lnTo>
                  <a:pt x="15105" y="10086"/>
                </a:lnTo>
                <a:lnTo>
                  <a:pt x="14849" y="9441"/>
                </a:lnTo>
                <a:lnTo>
                  <a:pt x="14513" y="8942"/>
                </a:lnTo>
                <a:lnTo>
                  <a:pt x="14090" y="8441"/>
                </a:lnTo>
                <a:lnTo>
                  <a:pt x="13501" y="8012"/>
                </a:lnTo>
                <a:lnTo>
                  <a:pt x="12910" y="7725"/>
                </a:lnTo>
                <a:lnTo>
                  <a:pt x="12319" y="7439"/>
                </a:lnTo>
                <a:lnTo>
                  <a:pt x="11560" y="7296"/>
                </a:lnTo>
                <a:lnTo>
                  <a:pt x="10884" y="7296"/>
                </a:lnTo>
                <a:lnTo>
                  <a:pt x="10884" y="6867"/>
                </a:lnTo>
                <a:lnTo>
                  <a:pt x="10801" y="5222"/>
                </a:lnTo>
                <a:lnTo>
                  <a:pt x="10884" y="4650"/>
                </a:lnTo>
                <a:lnTo>
                  <a:pt x="10801" y="4221"/>
                </a:lnTo>
                <a:lnTo>
                  <a:pt x="10716" y="3863"/>
                </a:lnTo>
                <a:lnTo>
                  <a:pt x="11137" y="3792"/>
                </a:lnTo>
                <a:lnTo>
                  <a:pt x="11645" y="3648"/>
                </a:lnTo>
                <a:lnTo>
                  <a:pt x="12066" y="3434"/>
                </a:lnTo>
                <a:lnTo>
                  <a:pt x="12404" y="3219"/>
                </a:lnTo>
                <a:lnTo>
                  <a:pt x="12740" y="2862"/>
                </a:lnTo>
                <a:lnTo>
                  <a:pt x="12910" y="2504"/>
                </a:lnTo>
                <a:lnTo>
                  <a:pt x="13078" y="2147"/>
                </a:lnTo>
                <a:lnTo>
                  <a:pt x="13078" y="1646"/>
                </a:lnTo>
                <a:lnTo>
                  <a:pt x="12910" y="1217"/>
                </a:lnTo>
                <a:lnTo>
                  <a:pt x="12657" y="788"/>
                </a:lnTo>
                <a:lnTo>
                  <a:pt x="12572" y="501"/>
                </a:lnTo>
                <a:lnTo>
                  <a:pt x="12487" y="359"/>
                </a:lnTo>
                <a:lnTo>
                  <a:pt x="12319" y="287"/>
                </a:lnTo>
                <a:lnTo>
                  <a:pt x="11981" y="287"/>
                </a:lnTo>
                <a:lnTo>
                  <a:pt x="11645" y="214"/>
                </a:lnTo>
                <a:lnTo>
                  <a:pt x="11475" y="72"/>
                </a:lnTo>
                <a:lnTo>
                  <a:pt x="11054" y="0"/>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179" name="Google Shape;502;p10"/>
          <p:cNvSpPr/>
          <p:nvPr/>
        </p:nvSpPr>
        <p:spPr>
          <a:xfrm>
            <a:off x="721286" y="4998047"/>
            <a:ext cx="463003" cy="1779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464" y="0"/>
                </a:moveTo>
                <a:lnTo>
                  <a:pt x="19222" y="251"/>
                </a:lnTo>
                <a:lnTo>
                  <a:pt x="19028" y="503"/>
                </a:lnTo>
                <a:lnTo>
                  <a:pt x="18882" y="758"/>
                </a:lnTo>
                <a:lnTo>
                  <a:pt x="18882" y="882"/>
                </a:lnTo>
                <a:lnTo>
                  <a:pt x="18785" y="758"/>
                </a:lnTo>
                <a:lnTo>
                  <a:pt x="18640" y="758"/>
                </a:lnTo>
                <a:lnTo>
                  <a:pt x="18542" y="1009"/>
                </a:lnTo>
                <a:lnTo>
                  <a:pt x="18494" y="1136"/>
                </a:lnTo>
                <a:lnTo>
                  <a:pt x="18494" y="1515"/>
                </a:lnTo>
                <a:lnTo>
                  <a:pt x="18542" y="1894"/>
                </a:lnTo>
                <a:lnTo>
                  <a:pt x="18591" y="2018"/>
                </a:lnTo>
                <a:lnTo>
                  <a:pt x="18687" y="2146"/>
                </a:lnTo>
                <a:lnTo>
                  <a:pt x="18979" y="2146"/>
                </a:lnTo>
                <a:lnTo>
                  <a:pt x="19222" y="1894"/>
                </a:lnTo>
                <a:lnTo>
                  <a:pt x="19464" y="1639"/>
                </a:lnTo>
                <a:lnTo>
                  <a:pt x="19708" y="1515"/>
                </a:lnTo>
                <a:lnTo>
                  <a:pt x="19804" y="1639"/>
                </a:lnTo>
                <a:lnTo>
                  <a:pt x="19853" y="1767"/>
                </a:lnTo>
                <a:lnTo>
                  <a:pt x="19804" y="2018"/>
                </a:lnTo>
                <a:lnTo>
                  <a:pt x="19755" y="2273"/>
                </a:lnTo>
                <a:lnTo>
                  <a:pt x="19513" y="3031"/>
                </a:lnTo>
                <a:lnTo>
                  <a:pt x="18687" y="5937"/>
                </a:lnTo>
                <a:lnTo>
                  <a:pt x="18687" y="6189"/>
                </a:lnTo>
                <a:lnTo>
                  <a:pt x="18640" y="6440"/>
                </a:lnTo>
                <a:lnTo>
                  <a:pt x="18687" y="6819"/>
                </a:lnTo>
                <a:lnTo>
                  <a:pt x="18833" y="7074"/>
                </a:lnTo>
                <a:lnTo>
                  <a:pt x="18979" y="7198"/>
                </a:lnTo>
                <a:lnTo>
                  <a:pt x="19610" y="7198"/>
                </a:lnTo>
                <a:lnTo>
                  <a:pt x="20192" y="7074"/>
                </a:lnTo>
                <a:lnTo>
                  <a:pt x="20872" y="6695"/>
                </a:lnTo>
                <a:lnTo>
                  <a:pt x="21212" y="6440"/>
                </a:lnTo>
                <a:lnTo>
                  <a:pt x="21503" y="6061"/>
                </a:lnTo>
                <a:lnTo>
                  <a:pt x="21600" y="5682"/>
                </a:lnTo>
                <a:lnTo>
                  <a:pt x="21600" y="5304"/>
                </a:lnTo>
                <a:lnTo>
                  <a:pt x="21552" y="5052"/>
                </a:lnTo>
                <a:lnTo>
                  <a:pt x="21454" y="4925"/>
                </a:lnTo>
                <a:lnTo>
                  <a:pt x="21358" y="4797"/>
                </a:lnTo>
                <a:lnTo>
                  <a:pt x="21114" y="4925"/>
                </a:lnTo>
                <a:lnTo>
                  <a:pt x="20872" y="5052"/>
                </a:lnTo>
                <a:lnTo>
                  <a:pt x="20338" y="5304"/>
                </a:lnTo>
                <a:lnTo>
                  <a:pt x="19610" y="5558"/>
                </a:lnTo>
                <a:lnTo>
                  <a:pt x="20192" y="3537"/>
                </a:lnTo>
                <a:lnTo>
                  <a:pt x="20338" y="2903"/>
                </a:lnTo>
                <a:lnTo>
                  <a:pt x="20484" y="2400"/>
                </a:lnTo>
                <a:lnTo>
                  <a:pt x="20532" y="1639"/>
                </a:lnTo>
                <a:lnTo>
                  <a:pt x="20532" y="1388"/>
                </a:lnTo>
                <a:lnTo>
                  <a:pt x="20484" y="1009"/>
                </a:lnTo>
                <a:lnTo>
                  <a:pt x="20338" y="630"/>
                </a:lnTo>
                <a:lnTo>
                  <a:pt x="20144" y="251"/>
                </a:lnTo>
                <a:lnTo>
                  <a:pt x="19950" y="124"/>
                </a:lnTo>
                <a:lnTo>
                  <a:pt x="19708" y="0"/>
                </a:lnTo>
                <a:close/>
                <a:moveTo>
                  <a:pt x="8738" y="9598"/>
                </a:moveTo>
                <a:lnTo>
                  <a:pt x="8154" y="9977"/>
                </a:lnTo>
                <a:lnTo>
                  <a:pt x="7377" y="10232"/>
                </a:lnTo>
                <a:lnTo>
                  <a:pt x="6990" y="10483"/>
                </a:lnTo>
                <a:lnTo>
                  <a:pt x="6602" y="10735"/>
                </a:lnTo>
                <a:lnTo>
                  <a:pt x="6553" y="10862"/>
                </a:lnTo>
                <a:lnTo>
                  <a:pt x="6456" y="11117"/>
                </a:lnTo>
                <a:lnTo>
                  <a:pt x="6456" y="11747"/>
                </a:lnTo>
                <a:lnTo>
                  <a:pt x="6504" y="11998"/>
                </a:lnTo>
                <a:lnTo>
                  <a:pt x="6602" y="12126"/>
                </a:lnTo>
                <a:lnTo>
                  <a:pt x="6698" y="12126"/>
                </a:lnTo>
                <a:lnTo>
                  <a:pt x="7426" y="11998"/>
                </a:lnTo>
                <a:lnTo>
                  <a:pt x="8154" y="11747"/>
                </a:lnTo>
                <a:lnTo>
                  <a:pt x="8785" y="11496"/>
                </a:lnTo>
                <a:lnTo>
                  <a:pt x="9076" y="11241"/>
                </a:lnTo>
                <a:lnTo>
                  <a:pt x="9222" y="10989"/>
                </a:lnTo>
                <a:lnTo>
                  <a:pt x="9320" y="10735"/>
                </a:lnTo>
                <a:lnTo>
                  <a:pt x="9320" y="10232"/>
                </a:lnTo>
                <a:lnTo>
                  <a:pt x="9271" y="9977"/>
                </a:lnTo>
                <a:lnTo>
                  <a:pt x="9125" y="9853"/>
                </a:lnTo>
                <a:lnTo>
                  <a:pt x="9029" y="9726"/>
                </a:lnTo>
                <a:lnTo>
                  <a:pt x="8738" y="9598"/>
                </a:lnTo>
                <a:close/>
                <a:moveTo>
                  <a:pt x="17863" y="6695"/>
                </a:moveTo>
                <a:lnTo>
                  <a:pt x="17572" y="6819"/>
                </a:lnTo>
                <a:lnTo>
                  <a:pt x="17281" y="6946"/>
                </a:lnTo>
                <a:lnTo>
                  <a:pt x="17037" y="7074"/>
                </a:lnTo>
                <a:lnTo>
                  <a:pt x="16795" y="7577"/>
                </a:lnTo>
                <a:lnTo>
                  <a:pt x="16601" y="7831"/>
                </a:lnTo>
                <a:lnTo>
                  <a:pt x="16455" y="8338"/>
                </a:lnTo>
                <a:lnTo>
                  <a:pt x="16261" y="9219"/>
                </a:lnTo>
                <a:lnTo>
                  <a:pt x="16115" y="10356"/>
                </a:lnTo>
                <a:lnTo>
                  <a:pt x="16115" y="12126"/>
                </a:lnTo>
                <a:lnTo>
                  <a:pt x="16164" y="12632"/>
                </a:lnTo>
                <a:lnTo>
                  <a:pt x="16261" y="13135"/>
                </a:lnTo>
                <a:lnTo>
                  <a:pt x="16358" y="13641"/>
                </a:lnTo>
                <a:lnTo>
                  <a:pt x="16504" y="14147"/>
                </a:lnTo>
                <a:lnTo>
                  <a:pt x="16650" y="14526"/>
                </a:lnTo>
                <a:lnTo>
                  <a:pt x="16843" y="14778"/>
                </a:lnTo>
                <a:lnTo>
                  <a:pt x="17037" y="15033"/>
                </a:lnTo>
                <a:lnTo>
                  <a:pt x="17183" y="15157"/>
                </a:lnTo>
                <a:lnTo>
                  <a:pt x="17328" y="15157"/>
                </a:lnTo>
                <a:lnTo>
                  <a:pt x="17669" y="14905"/>
                </a:lnTo>
                <a:lnTo>
                  <a:pt x="18203" y="14275"/>
                </a:lnTo>
                <a:lnTo>
                  <a:pt x="18785" y="13769"/>
                </a:lnTo>
                <a:lnTo>
                  <a:pt x="19076" y="13262"/>
                </a:lnTo>
                <a:lnTo>
                  <a:pt x="19271" y="12756"/>
                </a:lnTo>
                <a:lnTo>
                  <a:pt x="19319" y="12505"/>
                </a:lnTo>
                <a:lnTo>
                  <a:pt x="19271" y="12253"/>
                </a:lnTo>
                <a:lnTo>
                  <a:pt x="19222" y="11998"/>
                </a:lnTo>
                <a:lnTo>
                  <a:pt x="19124" y="11874"/>
                </a:lnTo>
                <a:lnTo>
                  <a:pt x="18979" y="11747"/>
                </a:lnTo>
                <a:lnTo>
                  <a:pt x="18785" y="11874"/>
                </a:lnTo>
                <a:lnTo>
                  <a:pt x="18445" y="12126"/>
                </a:lnTo>
                <a:lnTo>
                  <a:pt x="17765" y="12884"/>
                </a:lnTo>
                <a:lnTo>
                  <a:pt x="17572" y="13135"/>
                </a:lnTo>
                <a:lnTo>
                  <a:pt x="17377" y="13262"/>
                </a:lnTo>
                <a:lnTo>
                  <a:pt x="17183" y="13262"/>
                </a:lnTo>
                <a:lnTo>
                  <a:pt x="16988" y="13011"/>
                </a:lnTo>
                <a:lnTo>
                  <a:pt x="16892" y="12632"/>
                </a:lnTo>
                <a:lnTo>
                  <a:pt x="16843" y="12253"/>
                </a:lnTo>
                <a:lnTo>
                  <a:pt x="16746" y="11496"/>
                </a:lnTo>
                <a:lnTo>
                  <a:pt x="16746" y="10735"/>
                </a:lnTo>
                <a:lnTo>
                  <a:pt x="16843" y="9977"/>
                </a:lnTo>
                <a:lnTo>
                  <a:pt x="16988" y="9347"/>
                </a:lnTo>
                <a:lnTo>
                  <a:pt x="17183" y="8716"/>
                </a:lnTo>
                <a:lnTo>
                  <a:pt x="17377" y="8462"/>
                </a:lnTo>
                <a:lnTo>
                  <a:pt x="17572" y="8338"/>
                </a:lnTo>
                <a:lnTo>
                  <a:pt x="18009" y="8210"/>
                </a:lnTo>
                <a:lnTo>
                  <a:pt x="18445" y="8083"/>
                </a:lnTo>
                <a:lnTo>
                  <a:pt x="18931" y="8083"/>
                </a:lnTo>
                <a:lnTo>
                  <a:pt x="18931" y="7704"/>
                </a:lnTo>
                <a:lnTo>
                  <a:pt x="18687" y="7325"/>
                </a:lnTo>
                <a:lnTo>
                  <a:pt x="18396" y="7074"/>
                </a:lnTo>
                <a:lnTo>
                  <a:pt x="18154" y="6819"/>
                </a:lnTo>
                <a:lnTo>
                  <a:pt x="17863" y="6695"/>
                </a:lnTo>
                <a:close/>
                <a:moveTo>
                  <a:pt x="8980" y="14399"/>
                </a:moveTo>
                <a:lnTo>
                  <a:pt x="8398" y="14778"/>
                </a:lnTo>
                <a:lnTo>
                  <a:pt x="7815" y="15033"/>
                </a:lnTo>
                <a:lnTo>
                  <a:pt x="7232" y="15284"/>
                </a:lnTo>
                <a:lnTo>
                  <a:pt x="6698" y="15663"/>
                </a:lnTo>
                <a:lnTo>
                  <a:pt x="6602" y="15914"/>
                </a:lnTo>
                <a:lnTo>
                  <a:pt x="6553" y="16169"/>
                </a:lnTo>
                <a:lnTo>
                  <a:pt x="6553" y="16548"/>
                </a:lnTo>
                <a:lnTo>
                  <a:pt x="6698" y="16675"/>
                </a:lnTo>
                <a:lnTo>
                  <a:pt x="6990" y="16799"/>
                </a:lnTo>
                <a:lnTo>
                  <a:pt x="7912" y="16799"/>
                </a:lnTo>
                <a:lnTo>
                  <a:pt x="8543" y="16420"/>
                </a:lnTo>
                <a:lnTo>
                  <a:pt x="9125" y="16042"/>
                </a:lnTo>
                <a:lnTo>
                  <a:pt x="9222" y="15914"/>
                </a:lnTo>
                <a:lnTo>
                  <a:pt x="9320" y="15790"/>
                </a:lnTo>
                <a:lnTo>
                  <a:pt x="9368" y="15535"/>
                </a:lnTo>
                <a:lnTo>
                  <a:pt x="9417" y="15284"/>
                </a:lnTo>
                <a:lnTo>
                  <a:pt x="9368" y="14778"/>
                </a:lnTo>
                <a:lnTo>
                  <a:pt x="9271" y="14526"/>
                </a:lnTo>
                <a:lnTo>
                  <a:pt x="9174" y="14399"/>
                </a:lnTo>
                <a:close/>
                <a:moveTo>
                  <a:pt x="14659" y="7074"/>
                </a:moveTo>
                <a:lnTo>
                  <a:pt x="14270" y="7198"/>
                </a:lnTo>
                <a:lnTo>
                  <a:pt x="13979" y="7453"/>
                </a:lnTo>
                <a:lnTo>
                  <a:pt x="13737" y="7955"/>
                </a:lnTo>
                <a:lnTo>
                  <a:pt x="13543" y="8589"/>
                </a:lnTo>
                <a:lnTo>
                  <a:pt x="13494" y="8210"/>
                </a:lnTo>
                <a:lnTo>
                  <a:pt x="13348" y="8083"/>
                </a:lnTo>
                <a:lnTo>
                  <a:pt x="13155" y="7955"/>
                </a:lnTo>
                <a:lnTo>
                  <a:pt x="12717" y="7955"/>
                </a:lnTo>
                <a:lnTo>
                  <a:pt x="12571" y="8083"/>
                </a:lnTo>
                <a:lnTo>
                  <a:pt x="12183" y="8589"/>
                </a:lnTo>
                <a:lnTo>
                  <a:pt x="11892" y="9219"/>
                </a:lnTo>
                <a:lnTo>
                  <a:pt x="11843" y="8840"/>
                </a:lnTo>
                <a:lnTo>
                  <a:pt x="11796" y="8716"/>
                </a:lnTo>
                <a:lnTo>
                  <a:pt x="11747" y="8716"/>
                </a:lnTo>
                <a:lnTo>
                  <a:pt x="11649" y="8840"/>
                </a:lnTo>
                <a:lnTo>
                  <a:pt x="11552" y="9474"/>
                </a:lnTo>
                <a:lnTo>
                  <a:pt x="11456" y="10104"/>
                </a:lnTo>
                <a:lnTo>
                  <a:pt x="11407" y="11496"/>
                </a:lnTo>
                <a:lnTo>
                  <a:pt x="11358" y="12756"/>
                </a:lnTo>
                <a:lnTo>
                  <a:pt x="11407" y="14020"/>
                </a:lnTo>
                <a:lnTo>
                  <a:pt x="11503" y="15284"/>
                </a:lnTo>
                <a:lnTo>
                  <a:pt x="11601" y="16548"/>
                </a:lnTo>
                <a:lnTo>
                  <a:pt x="11649" y="16799"/>
                </a:lnTo>
                <a:lnTo>
                  <a:pt x="11747" y="17054"/>
                </a:lnTo>
                <a:lnTo>
                  <a:pt x="11843" y="17178"/>
                </a:lnTo>
                <a:lnTo>
                  <a:pt x="11989" y="17054"/>
                </a:lnTo>
                <a:lnTo>
                  <a:pt x="12087" y="16927"/>
                </a:lnTo>
                <a:lnTo>
                  <a:pt x="12183" y="16799"/>
                </a:lnTo>
                <a:lnTo>
                  <a:pt x="12232" y="16420"/>
                </a:lnTo>
                <a:lnTo>
                  <a:pt x="12183" y="16042"/>
                </a:lnTo>
                <a:lnTo>
                  <a:pt x="12087" y="14399"/>
                </a:lnTo>
                <a:lnTo>
                  <a:pt x="12038" y="12632"/>
                </a:lnTo>
                <a:lnTo>
                  <a:pt x="12087" y="11496"/>
                </a:lnTo>
                <a:lnTo>
                  <a:pt x="12183" y="10735"/>
                </a:lnTo>
                <a:lnTo>
                  <a:pt x="12426" y="10232"/>
                </a:lnTo>
                <a:lnTo>
                  <a:pt x="12669" y="9726"/>
                </a:lnTo>
                <a:lnTo>
                  <a:pt x="12960" y="9598"/>
                </a:lnTo>
                <a:lnTo>
                  <a:pt x="13057" y="14020"/>
                </a:lnTo>
                <a:lnTo>
                  <a:pt x="13106" y="14275"/>
                </a:lnTo>
                <a:lnTo>
                  <a:pt x="13155" y="14526"/>
                </a:lnTo>
                <a:lnTo>
                  <a:pt x="13251" y="14778"/>
                </a:lnTo>
                <a:lnTo>
                  <a:pt x="13397" y="14778"/>
                </a:lnTo>
                <a:lnTo>
                  <a:pt x="13494" y="14905"/>
                </a:lnTo>
                <a:lnTo>
                  <a:pt x="13591" y="14778"/>
                </a:lnTo>
                <a:lnTo>
                  <a:pt x="13639" y="14526"/>
                </a:lnTo>
                <a:lnTo>
                  <a:pt x="13688" y="14275"/>
                </a:lnTo>
                <a:lnTo>
                  <a:pt x="13834" y="12253"/>
                </a:lnTo>
                <a:lnTo>
                  <a:pt x="13979" y="10356"/>
                </a:lnTo>
                <a:lnTo>
                  <a:pt x="14028" y="9853"/>
                </a:lnTo>
                <a:lnTo>
                  <a:pt x="14125" y="9474"/>
                </a:lnTo>
                <a:lnTo>
                  <a:pt x="14270" y="9095"/>
                </a:lnTo>
                <a:lnTo>
                  <a:pt x="14416" y="8840"/>
                </a:lnTo>
                <a:lnTo>
                  <a:pt x="14659" y="8840"/>
                </a:lnTo>
                <a:lnTo>
                  <a:pt x="14707" y="9095"/>
                </a:lnTo>
                <a:lnTo>
                  <a:pt x="14707" y="9853"/>
                </a:lnTo>
                <a:lnTo>
                  <a:pt x="14805" y="11874"/>
                </a:lnTo>
                <a:lnTo>
                  <a:pt x="14950" y="13896"/>
                </a:lnTo>
                <a:lnTo>
                  <a:pt x="15047" y="14654"/>
                </a:lnTo>
                <a:lnTo>
                  <a:pt x="15145" y="15535"/>
                </a:lnTo>
                <a:lnTo>
                  <a:pt x="15291" y="16293"/>
                </a:lnTo>
                <a:lnTo>
                  <a:pt x="15387" y="16548"/>
                </a:lnTo>
                <a:lnTo>
                  <a:pt x="15533" y="16675"/>
                </a:lnTo>
                <a:lnTo>
                  <a:pt x="15678" y="16675"/>
                </a:lnTo>
                <a:lnTo>
                  <a:pt x="15775" y="16548"/>
                </a:lnTo>
                <a:lnTo>
                  <a:pt x="15873" y="16420"/>
                </a:lnTo>
                <a:lnTo>
                  <a:pt x="15920" y="16169"/>
                </a:lnTo>
                <a:lnTo>
                  <a:pt x="15969" y="15790"/>
                </a:lnTo>
                <a:lnTo>
                  <a:pt x="15873" y="15411"/>
                </a:lnTo>
                <a:lnTo>
                  <a:pt x="15775" y="15157"/>
                </a:lnTo>
                <a:lnTo>
                  <a:pt x="15727" y="14654"/>
                </a:lnTo>
                <a:lnTo>
                  <a:pt x="15629" y="14020"/>
                </a:lnTo>
                <a:lnTo>
                  <a:pt x="15582" y="13011"/>
                </a:lnTo>
                <a:lnTo>
                  <a:pt x="15436" y="11496"/>
                </a:lnTo>
                <a:lnTo>
                  <a:pt x="15387" y="9853"/>
                </a:lnTo>
                <a:lnTo>
                  <a:pt x="15387" y="8716"/>
                </a:lnTo>
                <a:lnTo>
                  <a:pt x="15338" y="8210"/>
                </a:lnTo>
                <a:lnTo>
                  <a:pt x="15193" y="7831"/>
                </a:lnTo>
                <a:lnTo>
                  <a:pt x="14950" y="7325"/>
                </a:lnTo>
                <a:lnTo>
                  <a:pt x="14805" y="7198"/>
                </a:lnTo>
                <a:lnTo>
                  <a:pt x="14659" y="7074"/>
                </a:lnTo>
                <a:close/>
                <a:moveTo>
                  <a:pt x="3591" y="3916"/>
                </a:moveTo>
                <a:lnTo>
                  <a:pt x="3398" y="4040"/>
                </a:lnTo>
                <a:lnTo>
                  <a:pt x="3204" y="4418"/>
                </a:lnTo>
                <a:lnTo>
                  <a:pt x="3155" y="4673"/>
                </a:lnTo>
                <a:lnTo>
                  <a:pt x="2864" y="4418"/>
                </a:lnTo>
                <a:lnTo>
                  <a:pt x="2330" y="4418"/>
                </a:lnTo>
                <a:lnTo>
                  <a:pt x="2039" y="4673"/>
                </a:lnTo>
                <a:lnTo>
                  <a:pt x="1019" y="5176"/>
                </a:lnTo>
                <a:lnTo>
                  <a:pt x="486" y="5682"/>
                </a:lnTo>
                <a:lnTo>
                  <a:pt x="242" y="5937"/>
                </a:lnTo>
                <a:lnTo>
                  <a:pt x="49" y="6316"/>
                </a:lnTo>
                <a:lnTo>
                  <a:pt x="0" y="6567"/>
                </a:lnTo>
                <a:lnTo>
                  <a:pt x="0" y="6819"/>
                </a:lnTo>
                <a:lnTo>
                  <a:pt x="49" y="6946"/>
                </a:lnTo>
                <a:lnTo>
                  <a:pt x="146" y="7074"/>
                </a:lnTo>
                <a:lnTo>
                  <a:pt x="97" y="8083"/>
                </a:lnTo>
                <a:lnTo>
                  <a:pt x="97" y="12756"/>
                </a:lnTo>
                <a:lnTo>
                  <a:pt x="146" y="16675"/>
                </a:lnTo>
                <a:lnTo>
                  <a:pt x="195" y="20591"/>
                </a:lnTo>
                <a:lnTo>
                  <a:pt x="242" y="20970"/>
                </a:lnTo>
                <a:lnTo>
                  <a:pt x="388" y="21349"/>
                </a:lnTo>
                <a:lnTo>
                  <a:pt x="533" y="21473"/>
                </a:lnTo>
                <a:lnTo>
                  <a:pt x="679" y="21349"/>
                </a:lnTo>
                <a:lnTo>
                  <a:pt x="824" y="21473"/>
                </a:lnTo>
                <a:lnTo>
                  <a:pt x="1117" y="21600"/>
                </a:lnTo>
                <a:lnTo>
                  <a:pt x="1359" y="21473"/>
                </a:lnTo>
                <a:lnTo>
                  <a:pt x="1845" y="21221"/>
                </a:lnTo>
                <a:lnTo>
                  <a:pt x="3155" y="20591"/>
                </a:lnTo>
                <a:lnTo>
                  <a:pt x="3446" y="20464"/>
                </a:lnTo>
                <a:lnTo>
                  <a:pt x="3640" y="20336"/>
                </a:lnTo>
                <a:lnTo>
                  <a:pt x="3835" y="20085"/>
                </a:lnTo>
                <a:lnTo>
                  <a:pt x="3931" y="19578"/>
                </a:lnTo>
                <a:lnTo>
                  <a:pt x="3931" y="19200"/>
                </a:lnTo>
                <a:lnTo>
                  <a:pt x="3883" y="18948"/>
                </a:lnTo>
                <a:lnTo>
                  <a:pt x="3737" y="18693"/>
                </a:lnTo>
                <a:lnTo>
                  <a:pt x="3544" y="18569"/>
                </a:lnTo>
                <a:lnTo>
                  <a:pt x="3349" y="18569"/>
                </a:lnTo>
                <a:lnTo>
                  <a:pt x="3155" y="18693"/>
                </a:lnTo>
                <a:lnTo>
                  <a:pt x="2718" y="18948"/>
                </a:lnTo>
                <a:lnTo>
                  <a:pt x="2330" y="19200"/>
                </a:lnTo>
                <a:lnTo>
                  <a:pt x="1359" y="19706"/>
                </a:lnTo>
                <a:lnTo>
                  <a:pt x="922" y="19957"/>
                </a:lnTo>
                <a:lnTo>
                  <a:pt x="873" y="17054"/>
                </a:lnTo>
                <a:lnTo>
                  <a:pt x="824" y="14147"/>
                </a:lnTo>
                <a:lnTo>
                  <a:pt x="1117" y="14147"/>
                </a:lnTo>
                <a:lnTo>
                  <a:pt x="1359" y="14020"/>
                </a:lnTo>
                <a:lnTo>
                  <a:pt x="1892" y="13641"/>
                </a:lnTo>
                <a:lnTo>
                  <a:pt x="3253" y="12884"/>
                </a:lnTo>
                <a:lnTo>
                  <a:pt x="3300" y="13011"/>
                </a:lnTo>
                <a:lnTo>
                  <a:pt x="3446" y="13011"/>
                </a:lnTo>
                <a:lnTo>
                  <a:pt x="3544" y="12884"/>
                </a:lnTo>
                <a:lnTo>
                  <a:pt x="3640" y="12756"/>
                </a:lnTo>
                <a:lnTo>
                  <a:pt x="3689" y="12632"/>
                </a:lnTo>
                <a:lnTo>
                  <a:pt x="3786" y="12253"/>
                </a:lnTo>
                <a:lnTo>
                  <a:pt x="3835" y="11998"/>
                </a:lnTo>
                <a:lnTo>
                  <a:pt x="3835" y="11747"/>
                </a:lnTo>
                <a:lnTo>
                  <a:pt x="3786" y="11496"/>
                </a:lnTo>
                <a:lnTo>
                  <a:pt x="3737" y="11241"/>
                </a:lnTo>
                <a:lnTo>
                  <a:pt x="3591" y="10862"/>
                </a:lnTo>
                <a:lnTo>
                  <a:pt x="3349" y="10862"/>
                </a:lnTo>
                <a:lnTo>
                  <a:pt x="1892" y="11874"/>
                </a:lnTo>
                <a:lnTo>
                  <a:pt x="1359" y="12126"/>
                </a:lnTo>
                <a:lnTo>
                  <a:pt x="1068" y="12377"/>
                </a:lnTo>
                <a:lnTo>
                  <a:pt x="824" y="12505"/>
                </a:lnTo>
                <a:lnTo>
                  <a:pt x="777" y="9598"/>
                </a:lnTo>
                <a:lnTo>
                  <a:pt x="777" y="8462"/>
                </a:lnTo>
                <a:lnTo>
                  <a:pt x="728" y="7198"/>
                </a:lnTo>
                <a:lnTo>
                  <a:pt x="1408" y="6819"/>
                </a:lnTo>
                <a:lnTo>
                  <a:pt x="2136" y="6316"/>
                </a:lnTo>
                <a:lnTo>
                  <a:pt x="2378" y="6189"/>
                </a:lnTo>
                <a:lnTo>
                  <a:pt x="2718" y="6189"/>
                </a:lnTo>
                <a:lnTo>
                  <a:pt x="2864" y="6440"/>
                </a:lnTo>
                <a:lnTo>
                  <a:pt x="2960" y="6567"/>
                </a:lnTo>
                <a:lnTo>
                  <a:pt x="3058" y="6695"/>
                </a:lnTo>
                <a:lnTo>
                  <a:pt x="3204" y="6695"/>
                </a:lnTo>
                <a:lnTo>
                  <a:pt x="3300" y="6567"/>
                </a:lnTo>
                <a:lnTo>
                  <a:pt x="3980" y="5682"/>
                </a:lnTo>
                <a:lnTo>
                  <a:pt x="4077" y="5558"/>
                </a:lnTo>
                <a:lnTo>
                  <a:pt x="4126" y="5431"/>
                </a:lnTo>
                <a:lnTo>
                  <a:pt x="4175" y="4925"/>
                </a:lnTo>
                <a:lnTo>
                  <a:pt x="4126" y="4418"/>
                </a:lnTo>
                <a:lnTo>
                  <a:pt x="4077" y="4295"/>
                </a:lnTo>
                <a:lnTo>
                  <a:pt x="3980" y="4040"/>
                </a:lnTo>
                <a:lnTo>
                  <a:pt x="3786" y="3916"/>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180" name="Google Shape;503;p10"/>
          <p:cNvSpPr/>
          <p:nvPr/>
        </p:nvSpPr>
        <p:spPr>
          <a:xfrm>
            <a:off x="-243100" y="54238"/>
            <a:ext cx="589936" cy="4141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676" y="651"/>
                </a:moveTo>
                <a:lnTo>
                  <a:pt x="5867" y="706"/>
                </a:lnTo>
                <a:lnTo>
                  <a:pt x="5791" y="706"/>
                </a:lnTo>
                <a:lnTo>
                  <a:pt x="5676" y="651"/>
                </a:lnTo>
                <a:close/>
                <a:moveTo>
                  <a:pt x="5029" y="706"/>
                </a:moveTo>
                <a:lnTo>
                  <a:pt x="4990" y="759"/>
                </a:lnTo>
                <a:lnTo>
                  <a:pt x="4762" y="814"/>
                </a:lnTo>
                <a:lnTo>
                  <a:pt x="5029" y="706"/>
                </a:lnTo>
                <a:close/>
                <a:moveTo>
                  <a:pt x="5371" y="1194"/>
                </a:moveTo>
                <a:lnTo>
                  <a:pt x="5410" y="1247"/>
                </a:lnTo>
                <a:lnTo>
                  <a:pt x="5447" y="1357"/>
                </a:lnTo>
                <a:lnTo>
                  <a:pt x="5561" y="1465"/>
                </a:lnTo>
                <a:lnTo>
                  <a:pt x="5714" y="1520"/>
                </a:lnTo>
                <a:lnTo>
                  <a:pt x="5981" y="1520"/>
                </a:lnTo>
                <a:lnTo>
                  <a:pt x="6095" y="1465"/>
                </a:lnTo>
                <a:lnTo>
                  <a:pt x="6210" y="1465"/>
                </a:lnTo>
                <a:lnTo>
                  <a:pt x="6248" y="1520"/>
                </a:lnTo>
                <a:lnTo>
                  <a:pt x="6285" y="1628"/>
                </a:lnTo>
                <a:lnTo>
                  <a:pt x="6400" y="2116"/>
                </a:lnTo>
                <a:lnTo>
                  <a:pt x="6400" y="2551"/>
                </a:lnTo>
                <a:lnTo>
                  <a:pt x="6362" y="3039"/>
                </a:lnTo>
                <a:lnTo>
                  <a:pt x="6285" y="3473"/>
                </a:lnTo>
                <a:lnTo>
                  <a:pt x="6210" y="3745"/>
                </a:lnTo>
                <a:lnTo>
                  <a:pt x="6134" y="4016"/>
                </a:lnTo>
                <a:lnTo>
                  <a:pt x="5867" y="4450"/>
                </a:lnTo>
                <a:lnTo>
                  <a:pt x="5600" y="4776"/>
                </a:lnTo>
                <a:lnTo>
                  <a:pt x="5257" y="5047"/>
                </a:lnTo>
                <a:lnTo>
                  <a:pt x="5257" y="4884"/>
                </a:lnTo>
                <a:lnTo>
                  <a:pt x="5219" y="4829"/>
                </a:lnTo>
                <a:lnTo>
                  <a:pt x="5143" y="4776"/>
                </a:lnTo>
                <a:lnTo>
                  <a:pt x="5067" y="4776"/>
                </a:lnTo>
                <a:lnTo>
                  <a:pt x="5257" y="4125"/>
                </a:lnTo>
                <a:lnTo>
                  <a:pt x="5257" y="4016"/>
                </a:lnTo>
                <a:lnTo>
                  <a:pt x="5181" y="3962"/>
                </a:lnTo>
                <a:lnTo>
                  <a:pt x="5143" y="3962"/>
                </a:lnTo>
                <a:lnTo>
                  <a:pt x="5067" y="4016"/>
                </a:lnTo>
                <a:lnTo>
                  <a:pt x="4723" y="4776"/>
                </a:lnTo>
                <a:lnTo>
                  <a:pt x="4495" y="5264"/>
                </a:lnTo>
                <a:lnTo>
                  <a:pt x="4266" y="5210"/>
                </a:lnTo>
                <a:lnTo>
                  <a:pt x="4001" y="5156"/>
                </a:lnTo>
                <a:lnTo>
                  <a:pt x="3848" y="5101"/>
                </a:lnTo>
                <a:lnTo>
                  <a:pt x="4152" y="4721"/>
                </a:lnTo>
                <a:lnTo>
                  <a:pt x="4762" y="3908"/>
                </a:lnTo>
                <a:lnTo>
                  <a:pt x="4762" y="3690"/>
                </a:lnTo>
                <a:lnTo>
                  <a:pt x="4686" y="3635"/>
                </a:lnTo>
                <a:lnTo>
                  <a:pt x="4609" y="3635"/>
                </a:lnTo>
                <a:lnTo>
                  <a:pt x="3619" y="4613"/>
                </a:lnTo>
                <a:lnTo>
                  <a:pt x="3428" y="4829"/>
                </a:lnTo>
                <a:lnTo>
                  <a:pt x="3352" y="4721"/>
                </a:lnTo>
                <a:lnTo>
                  <a:pt x="3391" y="4559"/>
                </a:lnTo>
                <a:lnTo>
                  <a:pt x="3428" y="4450"/>
                </a:lnTo>
                <a:lnTo>
                  <a:pt x="3391" y="4341"/>
                </a:lnTo>
                <a:lnTo>
                  <a:pt x="3352" y="4288"/>
                </a:lnTo>
                <a:lnTo>
                  <a:pt x="3467" y="4341"/>
                </a:lnTo>
                <a:lnTo>
                  <a:pt x="3809" y="4070"/>
                </a:lnTo>
                <a:lnTo>
                  <a:pt x="4914" y="3039"/>
                </a:lnTo>
                <a:lnTo>
                  <a:pt x="4953" y="2931"/>
                </a:lnTo>
                <a:lnTo>
                  <a:pt x="4953" y="2876"/>
                </a:lnTo>
                <a:lnTo>
                  <a:pt x="4914" y="2768"/>
                </a:lnTo>
                <a:lnTo>
                  <a:pt x="4839" y="2768"/>
                </a:lnTo>
                <a:lnTo>
                  <a:pt x="4495" y="2931"/>
                </a:lnTo>
                <a:lnTo>
                  <a:pt x="3962" y="3256"/>
                </a:lnTo>
                <a:lnTo>
                  <a:pt x="3428" y="3635"/>
                </a:lnTo>
                <a:lnTo>
                  <a:pt x="3200" y="3908"/>
                </a:lnTo>
                <a:lnTo>
                  <a:pt x="3047" y="4125"/>
                </a:lnTo>
                <a:lnTo>
                  <a:pt x="3010" y="3853"/>
                </a:lnTo>
                <a:lnTo>
                  <a:pt x="3010" y="3635"/>
                </a:lnTo>
                <a:lnTo>
                  <a:pt x="3200" y="3527"/>
                </a:lnTo>
                <a:lnTo>
                  <a:pt x="3391" y="3310"/>
                </a:lnTo>
                <a:lnTo>
                  <a:pt x="3771" y="2984"/>
                </a:lnTo>
                <a:lnTo>
                  <a:pt x="4266" y="2551"/>
                </a:lnTo>
                <a:lnTo>
                  <a:pt x="4762" y="2225"/>
                </a:lnTo>
                <a:lnTo>
                  <a:pt x="4839" y="2116"/>
                </a:lnTo>
                <a:lnTo>
                  <a:pt x="4839" y="2008"/>
                </a:lnTo>
                <a:lnTo>
                  <a:pt x="4762" y="1953"/>
                </a:lnTo>
                <a:lnTo>
                  <a:pt x="4686" y="1900"/>
                </a:lnTo>
                <a:lnTo>
                  <a:pt x="4419" y="2008"/>
                </a:lnTo>
                <a:lnTo>
                  <a:pt x="4115" y="2116"/>
                </a:lnTo>
                <a:lnTo>
                  <a:pt x="3848" y="2225"/>
                </a:lnTo>
                <a:lnTo>
                  <a:pt x="3581" y="2441"/>
                </a:lnTo>
                <a:lnTo>
                  <a:pt x="3277" y="2659"/>
                </a:lnTo>
                <a:lnTo>
                  <a:pt x="3428" y="2333"/>
                </a:lnTo>
                <a:lnTo>
                  <a:pt x="3619" y="2008"/>
                </a:lnTo>
                <a:lnTo>
                  <a:pt x="3924" y="1790"/>
                </a:lnTo>
                <a:lnTo>
                  <a:pt x="4266" y="1574"/>
                </a:lnTo>
                <a:lnTo>
                  <a:pt x="4914" y="1247"/>
                </a:lnTo>
                <a:lnTo>
                  <a:pt x="4953" y="1357"/>
                </a:lnTo>
                <a:lnTo>
                  <a:pt x="5029" y="1465"/>
                </a:lnTo>
                <a:lnTo>
                  <a:pt x="5105" y="1465"/>
                </a:lnTo>
                <a:lnTo>
                  <a:pt x="5181" y="1520"/>
                </a:lnTo>
                <a:lnTo>
                  <a:pt x="5257" y="1465"/>
                </a:lnTo>
                <a:lnTo>
                  <a:pt x="5296" y="1411"/>
                </a:lnTo>
                <a:lnTo>
                  <a:pt x="5371" y="1302"/>
                </a:lnTo>
                <a:lnTo>
                  <a:pt x="5371" y="1194"/>
                </a:lnTo>
                <a:close/>
                <a:moveTo>
                  <a:pt x="10019" y="4884"/>
                </a:moveTo>
                <a:lnTo>
                  <a:pt x="10286" y="4992"/>
                </a:lnTo>
                <a:lnTo>
                  <a:pt x="10286" y="5047"/>
                </a:lnTo>
                <a:lnTo>
                  <a:pt x="10514" y="5372"/>
                </a:lnTo>
                <a:lnTo>
                  <a:pt x="10704" y="5753"/>
                </a:lnTo>
                <a:lnTo>
                  <a:pt x="10553" y="5970"/>
                </a:lnTo>
                <a:lnTo>
                  <a:pt x="10362" y="6186"/>
                </a:lnTo>
                <a:lnTo>
                  <a:pt x="10172" y="6350"/>
                </a:lnTo>
                <a:lnTo>
                  <a:pt x="9982" y="6404"/>
                </a:lnTo>
                <a:lnTo>
                  <a:pt x="9866" y="6350"/>
                </a:lnTo>
                <a:lnTo>
                  <a:pt x="9791" y="6295"/>
                </a:lnTo>
                <a:lnTo>
                  <a:pt x="9866" y="6133"/>
                </a:lnTo>
                <a:lnTo>
                  <a:pt x="9866" y="6023"/>
                </a:lnTo>
                <a:lnTo>
                  <a:pt x="9829" y="5915"/>
                </a:lnTo>
                <a:lnTo>
                  <a:pt x="9752" y="5807"/>
                </a:lnTo>
                <a:lnTo>
                  <a:pt x="9600" y="5807"/>
                </a:lnTo>
                <a:lnTo>
                  <a:pt x="9829" y="5644"/>
                </a:lnTo>
                <a:lnTo>
                  <a:pt x="9866" y="5590"/>
                </a:lnTo>
                <a:lnTo>
                  <a:pt x="9905" y="5535"/>
                </a:lnTo>
                <a:lnTo>
                  <a:pt x="9905" y="5372"/>
                </a:lnTo>
                <a:lnTo>
                  <a:pt x="9829" y="5264"/>
                </a:lnTo>
                <a:lnTo>
                  <a:pt x="9752" y="5210"/>
                </a:lnTo>
                <a:lnTo>
                  <a:pt x="9715" y="5210"/>
                </a:lnTo>
                <a:lnTo>
                  <a:pt x="9409" y="5372"/>
                </a:lnTo>
                <a:lnTo>
                  <a:pt x="9562" y="4992"/>
                </a:lnTo>
                <a:lnTo>
                  <a:pt x="9638" y="5047"/>
                </a:lnTo>
                <a:lnTo>
                  <a:pt x="9715" y="5047"/>
                </a:lnTo>
                <a:lnTo>
                  <a:pt x="9866" y="4992"/>
                </a:lnTo>
                <a:lnTo>
                  <a:pt x="10019" y="4884"/>
                </a:lnTo>
                <a:close/>
                <a:moveTo>
                  <a:pt x="1562" y="6404"/>
                </a:moveTo>
                <a:lnTo>
                  <a:pt x="1676" y="6458"/>
                </a:lnTo>
                <a:lnTo>
                  <a:pt x="1790" y="6566"/>
                </a:lnTo>
                <a:lnTo>
                  <a:pt x="1943" y="6784"/>
                </a:lnTo>
                <a:lnTo>
                  <a:pt x="1981" y="7055"/>
                </a:lnTo>
                <a:lnTo>
                  <a:pt x="2019" y="7272"/>
                </a:lnTo>
                <a:lnTo>
                  <a:pt x="1981" y="7544"/>
                </a:lnTo>
                <a:lnTo>
                  <a:pt x="1943" y="7760"/>
                </a:lnTo>
                <a:lnTo>
                  <a:pt x="1829" y="7978"/>
                </a:lnTo>
                <a:lnTo>
                  <a:pt x="1676" y="8141"/>
                </a:lnTo>
                <a:lnTo>
                  <a:pt x="1524" y="8249"/>
                </a:lnTo>
                <a:lnTo>
                  <a:pt x="1486" y="8032"/>
                </a:lnTo>
                <a:lnTo>
                  <a:pt x="1486" y="7707"/>
                </a:lnTo>
                <a:lnTo>
                  <a:pt x="1448" y="7598"/>
                </a:lnTo>
                <a:lnTo>
                  <a:pt x="1448" y="7489"/>
                </a:lnTo>
                <a:lnTo>
                  <a:pt x="1371" y="7380"/>
                </a:lnTo>
                <a:lnTo>
                  <a:pt x="1334" y="7327"/>
                </a:lnTo>
                <a:lnTo>
                  <a:pt x="1219" y="7380"/>
                </a:lnTo>
                <a:lnTo>
                  <a:pt x="1067" y="7489"/>
                </a:lnTo>
                <a:lnTo>
                  <a:pt x="1181" y="7380"/>
                </a:lnTo>
                <a:lnTo>
                  <a:pt x="1371" y="7217"/>
                </a:lnTo>
                <a:lnTo>
                  <a:pt x="1524" y="7055"/>
                </a:lnTo>
                <a:lnTo>
                  <a:pt x="1600" y="6947"/>
                </a:lnTo>
                <a:lnTo>
                  <a:pt x="1562" y="6838"/>
                </a:lnTo>
                <a:lnTo>
                  <a:pt x="1524" y="6729"/>
                </a:lnTo>
                <a:lnTo>
                  <a:pt x="1448" y="6676"/>
                </a:lnTo>
                <a:lnTo>
                  <a:pt x="1486" y="6621"/>
                </a:lnTo>
                <a:lnTo>
                  <a:pt x="1524" y="6566"/>
                </a:lnTo>
                <a:lnTo>
                  <a:pt x="1524" y="6513"/>
                </a:lnTo>
                <a:lnTo>
                  <a:pt x="1486" y="6404"/>
                </a:lnTo>
                <a:close/>
                <a:moveTo>
                  <a:pt x="1181" y="8249"/>
                </a:moveTo>
                <a:lnTo>
                  <a:pt x="1181" y="8358"/>
                </a:lnTo>
                <a:lnTo>
                  <a:pt x="1067" y="8303"/>
                </a:lnTo>
                <a:lnTo>
                  <a:pt x="1181" y="8249"/>
                </a:lnTo>
                <a:close/>
                <a:moveTo>
                  <a:pt x="8190" y="8738"/>
                </a:moveTo>
                <a:lnTo>
                  <a:pt x="8534" y="8846"/>
                </a:lnTo>
                <a:lnTo>
                  <a:pt x="8610" y="9009"/>
                </a:lnTo>
                <a:lnTo>
                  <a:pt x="8724" y="9117"/>
                </a:lnTo>
                <a:lnTo>
                  <a:pt x="8838" y="9280"/>
                </a:lnTo>
                <a:lnTo>
                  <a:pt x="8952" y="9443"/>
                </a:lnTo>
                <a:lnTo>
                  <a:pt x="9028" y="9660"/>
                </a:lnTo>
                <a:lnTo>
                  <a:pt x="9105" y="9877"/>
                </a:lnTo>
                <a:lnTo>
                  <a:pt x="9143" y="10258"/>
                </a:lnTo>
                <a:lnTo>
                  <a:pt x="9105" y="10583"/>
                </a:lnTo>
                <a:lnTo>
                  <a:pt x="8991" y="10909"/>
                </a:lnTo>
                <a:lnTo>
                  <a:pt x="8877" y="11180"/>
                </a:lnTo>
                <a:lnTo>
                  <a:pt x="8762" y="11397"/>
                </a:lnTo>
                <a:lnTo>
                  <a:pt x="8610" y="11560"/>
                </a:lnTo>
                <a:lnTo>
                  <a:pt x="8457" y="11668"/>
                </a:lnTo>
                <a:lnTo>
                  <a:pt x="8305" y="11777"/>
                </a:lnTo>
                <a:lnTo>
                  <a:pt x="8381" y="11234"/>
                </a:lnTo>
                <a:lnTo>
                  <a:pt x="8381" y="11125"/>
                </a:lnTo>
                <a:lnTo>
                  <a:pt x="8343" y="11071"/>
                </a:lnTo>
                <a:lnTo>
                  <a:pt x="8267" y="11071"/>
                </a:lnTo>
                <a:lnTo>
                  <a:pt x="8229" y="11125"/>
                </a:lnTo>
                <a:lnTo>
                  <a:pt x="8038" y="11452"/>
                </a:lnTo>
                <a:lnTo>
                  <a:pt x="7847" y="11831"/>
                </a:lnTo>
                <a:lnTo>
                  <a:pt x="7543" y="11723"/>
                </a:lnTo>
                <a:lnTo>
                  <a:pt x="7772" y="11234"/>
                </a:lnTo>
                <a:lnTo>
                  <a:pt x="8038" y="10854"/>
                </a:lnTo>
                <a:lnTo>
                  <a:pt x="8038" y="10691"/>
                </a:lnTo>
                <a:lnTo>
                  <a:pt x="7924" y="10691"/>
                </a:lnTo>
                <a:lnTo>
                  <a:pt x="7733" y="10854"/>
                </a:lnTo>
                <a:lnTo>
                  <a:pt x="7543" y="11017"/>
                </a:lnTo>
                <a:lnTo>
                  <a:pt x="7352" y="11234"/>
                </a:lnTo>
                <a:lnTo>
                  <a:pt x="7200" y="11505"/>
                </a:lnTo>
                <a:lnTo>
                  <a:pt x="7123" y="11397"/>
                </a:lnTo>
                <a:lnTo>
                  <a:pt x="6972" y="11180"/>
                </a:lnTo>
                <a:lnTo>
                  <a:pt x="7505" y="10746"/>
                </a:lnTo>
                <a:lnTo>
                  <a:pt x="8038" y="10258"/>
                </a:lnTo>
                <a:lnTo>
                  <a:pt x="8038" y="10203"/>
                </a:lnTo>
                <a:lnTo>
                  <a:pt x="8000" y="10148"/>
                </a:lnTo>
                <a:lnTo>
                  <a:pt x="7696" y="10148"/>
                </a:lnTo>
                <a:lnTo>
                  <a:pt x="7352" y="10258"/>
                </a:lnTo>
                <a:lnTo>
                  <a:pt x="7048" y="10420"/>
                </a:lnTo>
                <a:lnTo>
                  <a:pt x="6781" y="10691"/>
                </a:lnTo>
                <a:lnTo>
                  <a:pt x="6743" y="10366"/>
                </a:lnTo>
                <a:lnTo>
                  <a:pt x="6743" y="9986"/>
                </a:lnTo>
                <a:lnTo>
                  <a:pt x="6858" y="9931"/>
                </a:lnTo>
                <a:lnTo>
                  <a:pt x="7238" y="9768"/>
                </a:lnTo>
                <a:lnTo>
                  <a:pt x="7390" y="9660"/>
                </a:lnTo>
                <a:lnTo>
                  <a:pt x="7581" y="9497"/>
                </a:lnTo>
                <a:lnTo>
                  <a:pt x="7619" y="9389"/>
                </a:lnTo>
                <a:lnTo>
                  <a:pt x="7619" y="9335"/>
                </a:lnTo>
                <a:lnTo>
                  <a:pt x="7581" y="9335"/>
                </a:lnTo>
                <a:lnTo>
                  <a:pt x="7276" y="9280"/>
                </a:lnTo>
                <a:lnTo>
                  <a:pt x="7009" y="9335"/>
                </a:lnTo>
                <a:lnTo>
                  <a:pt x="7123" y="9172"/>
                </a:lnTo>
                <a:lnTo>
                  <a:pt x="7238" y="9009"/>
                </a:lnTo>
                <a:lnTo>
                  <a:pt x="7390" y="8901"/>
                </a:lnTo>
                <a:lnTo>
                  <a:pt x="7543" y="8792"/>
                </a:lnTo>
                <a:lnTo>
                  <a:pt x="7847" y="8738"/>
                </a:lnTo>
                <a:close/>
                <a:moveTo>
                  <a:pt x="5143" y="0"/>
                </a:moveTo>
                <a:lnTo>
                  <a:pt x="4914" y="53"/>
                </a:lnTo>
                <a:lnTo>
                  <a:pt x="4648" y="163"/>
                </a:lnTo>
                <a:lnTo>
                  <a:pt x="4419" y="271"/>
                </a:lnTo>
                <a:lnTo>
                  <a:pt x="4191" y="434"/>
                </a:lnTo>
                <a:lnTo>
                  <a:pt x="3771" y="814"/>
                </a:lnTo>
                <a:lnTo>
                  <a:pt x="3428" y="1302"/>
                </a:lnTo>
                <a:lnTo>
                  <a:pt x="3086" y="1845"/>
                </a:lnTo>
                <a:lnTo>
                  <a:pt x="2781" y="2441"/>
                </a:lnTo>
                <a:lnTo>
                  <a:pt x="2667" y="2768"/>
                </a:lnTo>
                <a:lnTo>
                  <a:pt x="2590" y="3094"/>
                </a:lnTo>
                <a:lnTo>
                  <a:pt x="2514" y="3473"/>
                </a:lnTo>
                <a:lnTo>
                  <a:pt x="2476" y="3798"/>
                </a:lnTo>
                <a:lnTo>
                  <a:pt x="2514" y="4125"/>
                </a:lnTo>
                <a:lnTo>
                  <a:pt x="2553" y="4341"/>
                </a:lnTo>
                <a:lnTo>
                  <a:pt x="2629" y="4613"/>
                </a:lnTo>
                <a:lnTo>
                  <a:pt x="2704" y="4829"/>
                </a:lnTo>
                <a:lnTo>
                  <a:pt x="2590" y="4939"/>
                </a:lnTo>
                <a:lnTo>
                  <a:pt x="2095" y="5264"/>
                </a:lnTo>
                <a:lnTo>
                  <a:pt x="1866" y="5482"/>
                </a:lnTo>
                <a:lnTo>
                  <a:pt x="1752" y="5590"/>
                </a:lnTo>
                <a:lnTo>
                  <a:pt x="1638" y="5698"/>
                </a:lnTo>
                <a:lnTo>
                  <a:pt x="1105" y="5698"/>
                </a:lnTo>
                <a:lnTo>
                  <a:pt x="914" y="5807"/>
                </a:lnTo>
                <a:lnTo>
                  <a:pt x="762" y="5915"/>
                </a:lnTo>
                <a:lnTo>
                  <a:pt x="610" y="6078"/>
                </a:lnTo>
                <a:lnTo>
                  <a:pt x="495" y="6295"/>
                </a:lnTo>
                <a:lnTo>
                  <a:pt x="381" y="6513"/>
                </a:lnTo>
                <a:lnTo>
                  <a:pt x="190" y="6838"/>
                </a:lnTo>
                <a:lnTo>
                  <a:pt x="76" y="7217"/>
                </a:lnTo>
                <a:lnTo>
                  <a:pt x="38" y="7380"/>
                </a:lnTo>
                <a:lnTo>
                  <a:pt x="0" y="7598"/>
                </a:lnTo>
                <a:lnTo>
                  <a:pt x="38" y="7815"/>
                </a:lnTo>
                <a:lnTo>
                  <a:pt x="76" y="8032"/>
                </a:lnTo>
                <a:lnTo>
                  <a:pt x="190" y="8249"/>
                </a:lnTo>
                <a:lnTo>
                  <a:pt x="267" y="8466"/>
                </a:lnTo>
                <a:lnTo>
                  <a:pt x="419" y="8629"/>
                </a:lnTo>
                <a:lnTo>
                  <a:pt x="533" y="8792"/>
                </a:lnTo>
                <a:lnTo>
                  <a:pt x="685" y="8901"/>
                </a:lnTo>
                <a:lnTo>
                  <a:pt x="877" y="8954"/>
                </a:lnTo>
                <a:lnTo>
                  <a:pt x="1219" y="9064"/>
                </a:lnTo>
                <a:lnTo>
                  <a:pt x="1409" y="9064"/>
                </a:lnTo>
                <a:lnTo>
                  <a:pt x="1562" y="9009"/>
                </a:lnTo>
                <a:lnTo>
                  <a:pt x="1752" y="8954"/>
                </a:lnTo>
                <a:lnTo>
                  <a:pt x="1905" y="8846"/>
                </a:lnTo>
                <a:lnTo>
                  <a:pt x="2133" y="8521"/>
                </a:lnTo>
                <a:lnTo>
                  <a:pt x="2362" y="8141"/>
                </a:lnTo>
                <a:lnTo>
                  <a:pt x="2476" y="7707"/>
                </a:lnTo>
                <a:lnTo>
                  <a:pt x="2514" y="7489"/>
                </a:lnTo>
                <a:lnTo>
                  <a:pt x="2514" y="7217"/>
                </a:lnTo>
                <a:lnTo>
                  <a:pt x="2476" y="7001"/>
                </a:lnTo>
                <a:lnTo>
                  <a:pt x="2439" y="6784"/>
                </a:lnTo>
                <a:lnTo>
                  <a:pt x="2362" y="6513"/>
                </a:lnTo>
                <a:lnTo>
                  <a:pt x="2286" y="6295"/>
                </a:lnTo>
                <a:lnTo>
                  <a:pt x="2172" y="6133"/>
                </a:lnTo>
                <a:lnTo>
                  <a:pt x="2133" y="6078"/>
                </a:lnTo>
                <a:lnTo>
                  <a:pt x="2247" y="5970"/>
                </a:lnTo>
                <a:lnTo>
                  <a:pt x="2590" y="5644"/>
                </a:lnTo>
                <a:lnTo>
                  <a:pt x="2781" y="5427"/>
                </a:lnTo>
                <a:lnTo>
                  <a:pt x="2971" y="5210"/>
                </a:lnTo>
                <a:lnTo>
                  <a:pt x="3238" y="5482"/>
                </a:lnTo>
                <a:lnTo>
                  <a:pt x="3277" y="5590"/>
                </a:lnTo>
                <a:lnTo>
                  <a:pt x="3352" y="5644"/>
                </a:lnTo>
                <a:lnTo>
                  <a:pt x="3467" y="5644"/>
                </a:lnTo>
                <a:lnTo>
                  <a:pt x="3848" y="5861"/>
                </a:lnTo>
                <a:lnTo>
                  <a:pt x="4266" y="5970"/>
                </a:lnTo>
                <a:lnTo>
                  <a:pt x="4686" y="6023"/>
                </a:lnTo>
                <a:lnTo>
                  <a:pt x="5067" y="5915"/>
                </a:lnTo>
                <a:lnTo>
                  <a:pt x="5447" y="5753"/>
                </a:lnTo>
                <a:lnTo>
                  <a:pt x="5486" y="5861"/>
                </a:lnTo>
                <a:lnTo>
                  <a:pt x="5524" y="5970"/>
                </a:lnTo>
                <a:lnTo>
                  <a:pt x="5753" y="6241"/>
                </a:lnTo>
                <a:lnTo>
                  <a:pt x="5943" y="6566"/>
                </a:lnTo>
                <a:lnTo>
                  <a:pt x="6210" y="7272"/>
                </a:lnTo>
                <a:lnTo>
                  <a:pt x="6438" y="8032"/>
                </a:lnTo>
                <a:lnTo>
                  <a:pt x="6591" y="8358"/>
                </a:lnTo>
                <a:lnTo>
                  <a:pt x="6781" y="8683"/>
                </a:lnTo>
                <a:lnTo>
                  <a:pt x="6591" y="8901"/>
                </a:lnTo>
                <a:lnTo>
                  <a:pt x="6476" y="9172"/>
                </a:lnTo>
                <a:lnTo>
                  <a:pt x="6362" y="9443"/>
                </a:lnTo>
                <a:lnTo>
                  <a:pt x="6285" y="9715"/>
                </a:lnTo>
                <a:lnTo>
                  <a:pt x="6020" y="9931"/>
                </a:lnTo>
                <a:lnTo>
                  <a:pt x="5943" y="10095"/>
                </a:lnTo>
                <a:lnTo>
                  <a:pt x="5943" y="10258"/>
                </a:lnTo>
                <a:lnTo>
                  <a:pt x="5981" y="10420"/>
                </a:lnTo>
                <a:lnTo>
                  <a:pt x="6057" y="10474"/>
                </a:lnTo>
                <a:lnTo>
                  <a:pt x="6248" y="10474"/>
                </a:lnTo>
                <a:lnTo>
                  <a:pt x="6285" y="10799"/>
                </a:lnTo>
                <a:lnTo>
                  <a:pt x="6362" y="11125"/>
                </a:lnTo>
                <a:lnTo>
                  <a:pt x="6362" y="11452"/>
                </a:lnTo>
                <a:lnTo>
                  <a:pt x="6438" y="11560"/>
                </a:lnTo>
                <a:lnTo>
                  <a:pt x="6552" y="11614"/>
                </a:lnTo>
                <a:lnTo>
                  <a:pt x="6591" y="11614"/>
                </a:lnTo>
                <a:lnTo>
                  <a:pt x="6743" y="11885"/>
                </a:lnTo>
                <a:lnTo>
                  <a:pt x="6895" y="12048"/>
                </a:lnTo>
                <a:lnTo>
                  <a:pt x="7048" y="12211"/>
                </a:lnTo>
                <a:lnTo>
                  <a:pt x="7123" y="12265"/>
                </a:lnTo>
                <a:lnTo>
                  <a:pt x="7200" y="12319"/>
                </a:lnTo>
                <a:lnTo>
                  <a:pt x="7467" y="12483"/>
                </a:lnTo>
                <a:lnTo>
                  <a:pt x="7733" y="12536"/>
                </a:lnTo>
                <a:lnTo>
                  <a:pt x="8038" y="12536"/>
                </a:lnTo>
                <a:lnTo>
                  <a:pt x="8305" y="12483"/>
                </a:lnTo>
                <a:lnTo>
                  <a:pt x="8571" y="12374"/>
                </a:lnTo>
                <a:lnTo>
                  <a:pt x="8838" y="12211"/>
                </a:lnTo>
                <a:lnTo>
                  <a:pt x="9067" y="11940"/>
                </a:lnTo>
                <a:lnTo>
                  <a:pt x="9258" y="11668"/>
                </a:lnTo>
                <a:lnTo>
                  <a:pt x="9448" y="11289"/>
                </a:lnTo>
                <a:lnTo>
                  <a:pt x="9600" y="10799"/>
                </a:lnTo>
                <a:lnTo>
                  <a:pt x="9638" y="10366"/>
                </a:lnTo>
                <a:lnTo>
                  <a:pt x="9676" y="10095"/>
                </a:lnTo>
                <a:lnTo>
                  <a:pt x="9638" y="9877"/>
                </a:lnTo>
                <a:lnTo>
                  <a:pt x="9562" y="9552"/>
                </a:lnTo>
                <a:lnTo>
                  <a:pt x="9486" y="9172"/>
                </a:lnTo>
                <a:lnTo>
                  <a:pt x="9295" y="8846"/>
                </a:lnTo>
                <a:lnTo>
                  <a:pt x="9219" y="8738"/>
                </a:lnTo>
                <a:lnTo>
                  <a:pt x="9105" y="8629"/>
                </a:lnTo>
                <a:lnTo>
                  <a:pt x="9143" y="8411"/>
                </a:lnTo>
                <a:lnTo>
                  <a:pt x="9372" y="7760"/>
                </a:lnTo>
                <a:lnTo>
                  <a:pt x="9562" y="7055"/>
                </a:lnTo>
                <a:lnTo>
                  <a:pt x="9791" y="7109"/>
                </a:lnTo>
                <a:lnTo>
                  <a:pt x="10019" y="7109"/>
                </a:lnTo>
                <a:lnTo>
                  <a:pt x="10210" y="7001"/>
                </a:lnTo>
                <a:lnTo>
                  <a:pt x="10439" y="6892"/>
                </a:lnTo>
                <a:lnTo>
                  <a:pt x="10629" y="6729"/>
                </a:lnTo>
                <a:lnTo>
                  <a:pt x="10820" y="6513"/>
                </a:lnTo>
                <a:lnTo>
                  <a:pt x="11124" y="6078"/>
                </a:lnTo>
                <a:lnTo>
                  <a:pt x="11200" y="5861"/>
                </a:lnTo>
                <a:lnTo>
                  <a:pt x="11200" y="5644"/>
                </a:lnTo>
                <a:lnTo>
                  <a:pt x="11048" y="5264"/>
                </a:lnTo>
                <a:lnTo>
                  <a:pt x="10896" y="4939"/>
                </a:lnTo>
                <a:lnTo>
                  <a:pt x="10743" y="4667"/>
                </a:lnTo>
                <a:lnTo>
                  <a:pt x="10514" y="4396"/>
                </a:lnTo>
                <a:lnTo>
                  <a:pt x="10286" y="4178"/>
                </a:lnTo>
                <a:lnTo>
                  <a:pt x="10172" y="4125"/>
                </a:lnTo>
                <a:lnTo>
                  <a:pt x="10057" y="4070"/>
                </a:lnTo>
                <a:lnTo>
                  <a:pt x="9866" y="4233"/>
                </a:lnTo>
                <a:lnTo>
                  <a:pt x="9752" y="4178"/>
                </a:lnTo>
                <a:lnTo>
                  <a:pt x="9676" y="4233"/>
                </a:lnTo>
                <a:lnTo>
                  <a:pt x="9372" y="4450"/>
                </a:lnTo>
                <a:lnTo>
                  <a:pt x="9105" y="4721"/>
                </a:lnTo>
                <a:lnTo>
                  <a:pt x="8991" y="4884"/>
                </a:lnTo>
                <a:lnTo>
                  <a:pt x="8877" y="5101"/>
                </a:lnTo>
                <a:lnTo>
                  <a:pt x="8800" y="5264"/>
                </a:lnTo>
                <a:lnTo>
                  <a:pt x="8762" y="5535"/>
                </a:lnTo>
                <a:lnTo>
                  <a:pt x="8762" y="5861"/>
                </a:lnTo>
                <a:lnTo>
                  <a:pt x="8800" y="6186"/>
                </a:lnTo>
                <a:lnTo>
                  <a:pt x="8952" y="6513"/>
                </a:lnTo>
                <a:lnTo>
                  <a:pt x="9105" y="6729"/>
                </a:lnTo>
                <a:lnTo>
                  <a:pt x="9219" y="6838"/>
                </a:lnTo>
                <a:lnTo>
                  <a:pt x="9028" y="7217"/>
                </a:lnTo>
                <a:lnTo>
                  <a:pt x="8877" y="7598"/>
                </a:lnTo>
                <a:lnTo>
                  <a:pt x="8610" y="8303"/>
                </a:lnTo>
                <a:lnTo>
                  <a:pt x="8457" y="8195"/>
                </a:lnTo>
                <a:lnTo>
                  <a:pt x="8267" y="8141"/>
                </a:lnTo>
                <a:lnTo>
                  <a:pt x="8076" y="8086"/>
                </a:lnTo>
                <a:lnTo>
                  <a:pt x="7696" y="8086"/>
                </a:lnTo>
                <a:lnTo>
                  <a:pt x="7505" y="8141"/>
                </a:lnTo>
                <a:lnTo>
                  <a:pt x="7315" y="8195"/>
                </a:lnTo>
                <a:lnTo>
                  <a:pt x="7123" y="8358"/>
                </a:lnTo>
                <a:lnTo>
                  <a:pt x="7009" y="7870"/>
                </a:lnTo>
                <a:lnTo>
                  <a:pt x="6858" y="7435"/>
                </a:lnTo>
                <a:lnTo>
                  <a:pt x="6514" y="6621"/>
                </a:lnTo>
                <a:lnTo>
                  <a:pt x="6400" y="6295"/>
                </a:lnTo>
                <a:lnTo>
                  <a:pt x="6285" y="6023"/>
                </a:lnTo>
                <a:lnTo>
                  <a:pt x="6095" y="5753"/>
                </a:lnTo>
                <a:lnTo>
                  <a:pt x="5905" y="5590"/>
                </a:lnTo>
                <a:lnTo>
                  <a:pt x="5943" y="5482"/>
                </a:lnTo>
                <a:lnTo>
                  <a:pt x="5943" y="5372"/>
                </a:lnTo>
                <a:lnTo>
                  <a:pt x="6134" y="5156"/>
                </a:lnTo>
                <a:lnTo>
                  <a:pt x="6285" y="4939"/>
                </a:lnTo>
                <a:lnTo>
                  <a:pt x="6438" y="4667"/>
                </a:lnTo>
                <a:lnTo>
                  <a:pt x="6591" y="4396"/>
                </a:lnTo>
                <a:lnTo>
                  <a:pt x="6705" y="4070"/>
                </a:lnTo>
                <a:lnTo>
                  <a:pt x="6781" y="3745"/>
                </a:lnTo>
                <a:lnTo>
                  <a:pt x="6858" y="3419"/>
                </a:lnTo>
                <a:lnTo>
                  <a:pt x="6933" y="3039"/>
                </a:lnTo>
                <a:lnTo>
                  <a:pt x="6933" y="2008"/>
                </a:lnTo>
                <a:lnTo>
                  <a:pt x="6895" y="1682"/>
                </a:lnTo>
                <a:lnTo>
                  <a:pt x="6819" y="1302"/>
                </a:lnTo>
                <a:lnTo>
                  <a:pt x="6705" y="1031"/>
                </a:lnTo>
                <a:lnTo>
                  <a:pt x="6514" y="814"/>
                </a:lnTo>
                <a:lnTo>
                  <a:pt x="6438" y="706"/>
                </a:lnTo>
                <a:lnTo>
                  <a:pt x="6324" y="706"/>
                </a:lnTo>
                <a:lnTo>
                  <a:pt x="6248" y="488"/>
                </a:lnTo>
                <a:lnTo>
                  <a:pt x="6134" y="326"/>
                </a:lnTo>
                <a:lnTo>
                  <a:pt x="5981" y="217"/>
                </a:lnTo>
                <a:lnTo>
                  <a:pt x="5828" y="108"/>
                </a:lnTo>
                <a:lnTo>
                  <a:pt x="5486" y="0"/>
                </a:lnTo>
                <a:close/>
                <a:moveTo>
                  <a:pt x="15696" y="9986"/>
                </a:moveTo>
                <a:lnTo>
                  <a:pt x="15772" y="10040"/>
                </a:lnTo>
                <a:lnTo>
                  <a:pt x="16077" y="10203"/>
                </a:lnTo>
                <a:lnTo>
                  <a:pt x="16191" y="10311"/>
                </a:lnTo>
                <a:lnTo>
                  <a:pt x="16343" y="10420"/>
                </a:lnTo>
                <a:lnTo>
                  <a:pt x="16457" y="10637"/>
                </a:lnTo>
                <a:lnTo>
                  <a:pt x="16534" y="10854"/>
                </a:lnTo>
                <a:lnTo>
                  <a:pt x="16687" y="11342"/>
                </a:lnTo>
                <a:lnTo>
                  <a:pt x="16762" y="11885"/>
                </a:lnTo>
                <a:lnTo>
                  <a:pt x="16801" y="12483"/>
                </a:lnTo>
                <a:lnTo>
                  <a:pt x="16801" y="12754"/>
                </a:lnTo>
                <a:lnTo>
                  <a:pt x="16762" y="13025"/>
                </a:lnTo>
                <a:lnTo>
                  <a:pt x="16687" y="13297"/>
                </a:lnTo>
                <a:lnTo>
                  <a:pt x="16571" y="13513"/>
                </a:lnTo>
                <a:lnTo>
                  <a:pt x="16305" y="13840"/>
                </a:lnTo>
                <a:lnTo>
                  <a:pt x="16000" y="14165"/>
                </a:lnTo>
                <a:lnTo>
                  <a:pt x="15657" y="14436"/>
                </a:lnTo>
                <a:lnTo>
                  <a:pt x="15276" y="14653"/>
                </a:lnTo>
                <a:lnTo>
                  <a:pt x="15772" y="13622"/>
                </a:lnTo>
                <a:lnTo>
                  <a:pt x="15772" y="13513"/>
                </a:lnTo>
                <a:lnTo>
                  <a:pt x="15733" y="13459"/>
                </a:lnTo>
                <a:lnTo>
                  <a:pt x="15696" y="13405"/>
                </a:lnTo>
                <a:lnTo>
                  <a:pt x="15619" y="13459"/>
                </a:lnTo>
                <a:lnTo>
                  <a:pt x="15125" y="14111"/>
                </a:lnTo>
                <a:lnTo>
                  <a:pt x="14667" y="14762"/>
                </a:lnTo>
                <a:lnTo>
                  <a:pt x="14477" y="14762"/>
                </a:lnTo>
                <a:lnTo>
                  <a:pt x="14286" y="14653"/>
                </a:lnTo>
                <a:lnTo>
                  <a:pt x="14477" y="14273"/>
                </a:lnTo>
                <a:lnTo>
                  <a:pt x="14705" y="13893"/>
                </a:lnTo>
                <a:lnTo>
                  <a:pt x="14933" y="13513"/>
                </a:lnTo>
                <a:lnTo>
                  <a:pt x="15200" y="13187"/>
                </a:lnTo>
                <a:lnTo>
                  <a:pt x="15239" y="13079"/>
                </a:lnTo>
                <a:lnTo>
                  <a:pt x="15239" y="13025"/>
                </a:lnTo>
                <a:lnTo>
                  <a:pt x="15200" y="12917"/>
                </a:lnTo>
                <a:lnTo>
                  <a:pt x="15125" y="12917"/>
                </a:lnTo>
                <a:lnTo>
                  <a:pt x="15353" y="12699"/>
                </a:lnTo>
                <a:lnTo>
                  <a:pt x="15390" y="12591"/>
                </a:lnTo>
                <a:lnTo>
                  <a:pt x="15353" y="12483"/>
                </a:lnTo>
                <a:lnTo>
                  <a:pt x="15276" y="12428"/>
                </a:lnTo>
                <a:lnTo>
                  <a:pt x="15200" y="12428"/>
                </a:lnTo>
                <a:lnTo>
                  <a:pt x="14781" y="12754"/>
                </a:lnTo>
                <a:lnTo>
                  <a:pt x="14401" y="13079"/>
                </a:lnTo>
                <a:lnTo>
                  <a:pt x="14020" y="13405"/>
                </a:lnTo>
                <a:lnTo>
                  <a:pt x="13677" y="13785"/>
                </a:lnTo>
                <a:lnTo>
                  <a:pt x="13563" y="13459"/>
                </a:lnTo>
                <a:lnTo>
                  <a:pt x="14248" y="12808"/>
                </a:lnTo>
                <a:lnTo>
                  <a:pt x="14972" y="12265"/>
                </a:lnTo>
                <a:lnTo>
                  <a:pt x="15010" y="12156"/>
                </a:lnTo>
                <a:lnTo>
                  <a:pt x="15010" y="12048"/>
                </a:lnTo>
                <a:lnTo>
                  <a:pt x="14972" y="11993"/>
                </a:lnTo>
                <a:lnTo>
                  <a:pt x="14895" y="11993"/>
                </a:lnTo>
                <a:lnTo>
                  <a:pt x="14172" y="12374"/>
                </a:lnTo>
                <a:lnTo>
                  <a:pt x="13486" y="12808"/>
                </a:lnTo>
                <a:lnTo>
                  <a:pt x="13486" y="12536"/>
                </a:lnTo>
                <a:lnTo>
                  <a:pt x="13638" y="12428"/>
                </a:lnTo>
                <a:lnTo>
                  <a:pt x="13753" y="12319"/>
                </a:lnTo>
                <a:lnTo>
                  <a:pt x="14020" y="12048"/>
                </a:lnTo>
                <a:lnTo>
                  <a:pt x="14552" y="11723"/>
                </a:lnTo>
                <a:lnTo>
                  <a:pt x="14858" y="11560"/>
                </a:lnTo>
                <a:lnTo>
                  <a:pt x="15125" y="11505"/>
                </a:lnTo>
                <a:lnTo>
                  <a:pt x="15162" y="11452"/>
                </a:lnTo>
                <a:lnTo>
                  <a:pt x="15162" y="11397"/>
                </a:lnTo>
                <a:lnTo>
                  <a:pt x="15125" y="11342"/>
                </a:lnTo>
                <a:lnTo>
                  <a:pt x="14781" y="11342"/>
                </a:lnTo>
                <a:lnTo>
                  <a:pt x="14438" y="11397"/>
                </a:lnTo>
                <a:lnTo>
                  <a:pt x="14095" y="11505"/>
                </a:lnTo>
                <a:lnTo>
                  <a:pt x="13791" y="11614"/>
                </a:lnTo>
                <a:lnTo>
                  <a:pt x="14020" y="11234"/>
                </a:lnTo>
                <a:lnTo>
                  <a:pt x="14629" y="11071"/>
                </a:lnTo>
                <a:lnTo>
                  <a:pt x="14933" y="10962"/>
                </a:lnTo>
                <a:lnTo>
                  <a:pt x="15239" y="10746"/>
                </a:lnTo>
                <a:lnTo>
                  <a:pt x="15276" y="10691"/>
                </a:lnTo>
                <a:lnTo>
                  <a:pt x="15276" y="10583"/>
                </a:lnTo>
                <a:lnTo>
                  <a:pt x="15200" y="10529"/>
                </a:lnTo>
                <a:lnTo>
                  <a:pt x="14895" y="10474"/>
                </a:lnTo>
                <a:lnTo>
                  <a:pt x="14552" y="10474"/>
                </a:lnTo>
                <a:lnTo>
                  <a:pt x="14819" y="10258"/>
                </a:lnTo>
                <a:lnTo>
                  <a:pt x="15086" y="10095"/>
                </a:lnTo>
                <a:lnTo>
                  <a:pt x="15390" y="9986"/>
                </a:lnTo>
                <a:close/>
                <a:moveTo>
                  <a:pt x="5447" y="13459"/>
                </a:moveTo>
                <a:lnTo>
                  <a:pt x="5524" y="13622"/>
                </a:lnTo>
                <a:lnTo>
                  <a:pt x="5600" y="13677"/>
                </a:lnTo>
                <a:lnTo>
                  <a:pt x="5791" y="13677"/>
                </a:lnTo>
                <a:lnTo>
                  <a:pt x="5867" y="13730"/>
                </a:lnTo>
                <a:lnTo>
                  <a:pt x="5981" y="13785"/>
                </a:lnTo>
                <a:lnTo>
                  <a:pt x="6057" y="13893"/>
                </a:lnTo>
                <a:lnTo>
                  <a:pt x="6095" y="14002"/>
                </a:lnTo>
                <a:lnTo>
                  <a:pt x="6134" y="14111"/>
                </a:lnTo>
                <a:lnTo>
                  <a:pt x="6134" y="14273"/>
                </a:lnTo>
                <a:lnTo>
                  <a:pt x="6095" y="14436"/>
                </a:lnTo>
                <a:lnTo>
                  <a:pt x="6020" y="14544"/>
                </a:lnTo>
                <a:lnTo>
                  <a:pt x="5943" y="14653"/>
                </a:lnTo>
                <a:lnTo>
                  <a:pt x="5867" y="14762"/>
                </a:lnTo>
                <a:lnTo>
                  <a:pt x="5753" y="14816"/>
                </a:lnTo>
                <a:lnTo>
                  <a:pt x="5676" y="14599"/>
                </a:lnTo>
                <a:lnTo>
                  <a:pt x="5561" y="14436"/>
                </a:lnTo>
                <a:lnTo>
                  <a:pt x="5410" y="14328"/>
                </a:lnTo>
                <a:lnTo>
                  <a:pt x="5219" y="14273"/>
                </a:lnTo>
                <a:lnTo>
                  <a:pt x="5257" y="14273"/>
                </a:lnTo>
                <a:lnTo>
                  <a:pt x="5410" y="14165"/>
                </a:lnTo>
                <a:lnTo>
                  <a:pt x="5486" y="14111"/>
                </a:lnTo>
                <a:lnTo>
                  <a:pt x="5486" y="13840"/>
                </a:lnTo>
                <a:lnTo>
                  <a:pt x="5410" y="13677"/>
                </a:lnTo>
                <a:lnTo>
                  <a:pt x="5296" y="13677"/>
                </a:lnTo>
                <a:lnTo>
                  <a:pt x="5143" y="13730"/>
                </a:lnTo>
                <a:lnTo>
                  <a:pt x="4990" y="13840"/>
                </a:lnTo>
                <a:lnTo>
                  <a:pt x="5029" y="13730"/>
                </a:lnTo>
                <a:lnTo>
                  <a:pt x="5067" y="13622"/>
                </a:lnTo>
                <a:lnTo>
                  <a:pt x="5029" y="13568"/>
                </a:lnTo>
                <a:lnTo>
                  <a:pt x="5219" y="13513"/>
                </a:lnTo>
                <a:lnTo>
                  <a:pt x="5447" y="13459"/>
                </a:lnTo>
                <a:close/>
                <a:moveTo>
                  <a:pt x="6591" y="11885"/>
                </a:moveTo>
                <a:lnTo>
                  <a:pt x="6591" y="11940"/>
                </a:lnTo>
                <a:lnTo>
                  <a:pt x="6552" y="12103"/>
                </a:lnTo>
                <a:lnTo>
                  <a:pt x="6362" y="12211"/>
                </a:lnTo>
                <a:lnTo>
                  <a:pt x="6210" y="12374"/>
                </a:lnTo>
                <a:lnTo>
                  <a:pt x="5905" y="12754"/>
                </a:lnTo>
                <a:lnTo>
                  <a:pt x="5791" y="12754"/>
                </a:lnTo>
                <a:lnTo>
                  <a:pt x="5676" y="12862"/>
                </a:lnTo>
                <a:lnTo>
                  <a:pt x="5600" y="12971"/>
                </a:lnTo>
                <a:lnTo>
                  <a:pt x="5447" y="12917"/>
                </a:lnTo>
                <a:lnTo>
                  <a:pt x="4990" y="12917"/>
                </a:lnTo>
                <a:lnTo>
                  <a:pt x="4723" y="13079"/>
                </a:lnTo>
                <a:lnTo>
                  <a:pt x="4458" y="13350"/>
                </a:lnTo>
                <a:lnTo>
                  <a:pt x="4343" y="13568"/>
                </a:lnTo>
                <a:lnTo>
                  <a:pt x="4229" y="13840"/>
                </a:lnTo>
                <a:lnTo>
                  <a:pt x="4229" y="14381"/>
                </a:lnTo>
                <a:lnTo>
                  <a:pt x="4305" y="14544"/>
                </a:lnTo>
                <a:lnTo>
                  <a:pt x="4419" y="14762"/>
                </a:lnTo>
                <a:lnTo>
                  <a:pt x="4609" y="15034"/>
                </a:lnTo>
                <a:lnTo>
                  <a:pt x="4800" y="15250"/>
                </a:lnTo>
                <a:lnTo>
                  <a:pt x="5029" y="15359"/>
                </a:lnTo>
                <a:lnTo>
                  <a:pt x="5219" y="15467"/>
                </a:lnTo>
                <a:lnTo>
                  <a:pt x="5447" y="15522"/>
                </a:lnTo>
                <a:lnTo>
                  <a:pt x="5676" y="15522"/>
                </a:lnTo>
                <a:lnTo>
                  <a:pt x="5943" y="15467"/>
                </a:lnTo>
                <a:lnTo>
                  <a:pt x="6134" y="15305"/>
                </a:lnTo>
                <a:lnTo>
                  <a:pt x="6324" y="15142"/>
                </a:lnTo>
                <a:lnTo>
                  <a:pt x="6476" y="14871"/>
                </a:lnTo>
                <a:lnTo>
                  <a:pt x="6591" y="14599"/>
                </a:lnTo>
                <a:lnTo>
                  <a:pt x="6629" y="14165"/>
                </a:lnTo>
                <a:lnTo>
                  <a:pt x="6552" y="13840"/>
                </a:lnTo>
                <a:lnTo>
                  <a:pt x="6438" y="13513"/>
                </a:lnTo>
                <a:lnTo>
                  <a:pt x="6248" y="13242"/>
                </a:lnTo>
                <a:lnTo>
                  <a:pt x="6552" y="12808"/>
                </a:lnTo>
                <a:lnTo>
                  <a:pt x="6667" y="12646"/>
                </a:lnTo>
                <a:lnTo>
                  <a:pt x="6819" y="12428"/>
                </a:lnTo>
                <a:lnTo>
                  <a:pt x="6819" y="12211"/>
                </a:lnTo>
                <a:lnTo>
                  <a:pt x="6781" y="12156"/>
                </a:lnTo>
                <a:lnTo>
                  <a:pt x="6743" y="12103"/>
                </a:lnTo>
                <a:lnTo>
                  <a:pt x="6629" y="11940"/>
                </a:lnTo>
                <a:lnTo>
                  <a:pt x="6591" y="11885"/>
                </a:lnTo>
                <a:close/>
                <a:moveTo>
                  <a:pt x="20762" y="15413"/>
                </a:moveTo>
                <a:lnTo>
                  <a:pt x="20915" y="15522"/>
                </a:lnTo>
                <a:lnTo>
                  <a:pt x="20915" y="15685"/>
                </a:lnTo>
                <a:lnTo>
                  <a:pt x="20953" y="15738"/>
                </a:lnTo>
                <a:lnTo>
                  <a:pt x="20991" y="15738"/>
                </a:lnTo>
                <a:lnTo>
                  <a:pt x="21029" y="15685"/>
                </a:lnTo>
                <a:lnTo>
                  <a:pt x="21067" y="15956"/>
                </a:lnTo>
                <a:lnTo>
                  <a:pt x="21067" y="16553"/>
                </a:lnTo>
                <a:lnTo>
                  <a:pt x="20991" y="16824"/>
                </a:lnTo>
                <a:lnTo>
                  <a:pt x="20915" y="17041"/>
                </a:lnTo>
                <a:lnTo>
                  <a:pt x="20839" y="17258"/>
                </a:lnTo>
                <a:lnTo>
                  <a:pt x="20724" y="17475"/>
                </a:lnTo>
                <a:lnTo>
                  <a:pt x="20572" y="17584"/>
                </a:lnTo>
                <a:lnTo>
                  <a:pt x="20419" y="17693"/>
                </a:lnTo>
                <a:lnTo>
                  <a:pt x="20229" y="17693"/>
                </a:lnTo>
                <a:lnTo>
                  <a:pt x="20191" y="17584"/>
                </a:lnTo>
                <a:lnTo>
                  <a:pt x="19962" y="17422"/>
                </a:lnTo>
                <a:lnTo>
                  <a:pt x="20382" y="17312"/>
                </a:lnTo>
                <a:lnTo>
                  <a:pt x="20419" y="17258"/>
                </a:lnTo>
                <a:lnTo>
                  <a:pt x="20496" y="17204"/>
                </a:lnTo>
                <a:lnTo>
                  <a:pt x="20496" y="16987"/>
                </a:lnTo>
                <a:lnTo>
                  <a:pt x="20458" y="16824"/>
                </a:lnTo>
                <a:lnTo>
                  <a:pt x="20382" y="16769"/>
                </a:lnTo>
                <a:lnTo>
                  <a:pt x="20153" y="16769"/>
                </a:lnTo>
                <a:lnTo>
                  <a:pt x="20419" y="16499"/>
                </a:lnTo>
                <a:lnTo>
                  <a:pt x="20496" y="16444"/>
                </a:lnTo>
                <a:lnTo>
                  <a:pt x="20496" y="16173"/>
                </a:lnTo>
                <a:lnTo>
                  <a:pt x="20458" y="16064"/>
                </a:lnTo>
                <a:lnTo>
                  <a:pt x="20382" y="16010"/>
                </a:lnTo>
                <a:lnTo>
                  <a:pt x="20305" y="16010"/>
                </a:lnTo>
                <a:lnTo>
                  <a:pt x="20229" y="16064"/>
                </a:lnTo>
                <a:lnTo>
                  <a:pt x="20076" y="16118"/>
                </a:lnTo>
                <a:lnTo>
                  <a:pt x="19924" y="16173"/>
                </a:lnTo>
                <a:lnTo>
                  <a:pt x="20382" y="15901"/>
                </a:lnTo>
                <a:lnTo>
                  <a:pt x="20419" y="15847"/>
                </a:lnTo>
                <a:lnTo>
                  <a:pt x="20419" y="15793"/>
                </a:lnTo>
                <a:lnTo>
                  <a:pt x="20382" y="15738"/>
                </a:lnTo>
                <a:lnTo>
                  <a:pt x="20229" y="15685"/>
                </a:lnTo>
                <a:lnTo>
                  <a:pt x="20038" y="15685"/>
                </a:lnTo>
                <a:lnTo>
                  <a:pt x="20115" y="15630"/>
                </a:lnTo>
                <a:lnTo>
                  <a:pt x="20343" y="15467"/>
                </a:lnTo>
                <a:lnTo>
                  <a:pt x="20533" y="15413"/>
                </a:lnTo>
                <a:close/>
                <a:moveTo>
                  <a:pt x="17334" y="19810"/>
                </a:moveTo>
                <a:lnTo>
                  <a:pt x="17448" y="19918"/>
                </a:lnTo>
                <a:lnTo>
                  <a:pt x="17524" y="20026"/>
                </a:lnTo>
                <a:lnTo>
                  <a:pt x="17372" y="20189"/>
                </a:lnTo>
                <a:lnTo>
                  <a:pt x="17219" y="20351"/>
                </a:lnTo>
                <a:lnTo>
                  <a:pt x="17067" y="20569"/>
                </a:lnTo>
                <a:lnTo>
                  <a:pt x="16991" y="20786"/>
                </a:lnTo>
                <a:lnTo>
                  <a:pt x="16724" y="20732"/>
                </a:lnTo>
                <a:lnTo>
                  <a:pt x="16687" y="20677"/>
                </a:lnTo>
                <a:lnTo>
                  <a:pt x="17334" y="19810"/>
                </a:lnTo>
                <a:close/>
                <a:moveTo>
                  <a:pt x="17295" y="17693"/>
                </a:moveTo>
                <a:lnTo>
                  <a:pt x="17715" y="18235"/>
                </a:lnTo>
                <a:lnTo>
                  <a:pt x="17943" y="18561"/>
                </a:lnTo>
                <a:lnTo>
                  <a:pt x="18172" y="18941"/>
                </a:lnTo>
                <a:lnTo>
                  <a:pt x="18362" y="19320"/>
                </a:lnTo>
                <a:lnTo>
                  <a:pt x="18439" y="19483"/>
                </a:lnTo>
                <a:lnTo>
                  <a:pt x="18477" y="19646"/>
                </a:lnTo>
                <a:lnTo>
                  <a:pt x="18477" y="19863"/>
                </a:lnTo>
                <a:lnTo>
                  <a:pt x="18439" y="20026"/>
                </a:lnTo>
                <a:lnTo>
                  <a:pt x="18400" y="20189"/>
                </a:lnTo>
                <a:lnTo>
                  <a:pt x="18286" y="20351"/>
                </a:lnTo>
                <a:lnTo>
                  <a:pt x="18172" y="20514"/>
                </a:lnTo>
                <a:lnTo>
                  <a:pt x="18019" y="20623"/>
                </a:lnTo>
                <a:lnTo>
                  <a:pt x="17943" y="20514"/>
                </a:lnTo>
                <a:lnTo>
                  <a:pt x="17829" y="20514"/>
                </a:lnTo>
                <a:lnTo>
                  <a:pt x="17753" y="20569"/>
                </a:lnTo>
                <a:lnTo>
                  <a:pt x="17715" y="20623"/>
                </a:lnTo>
                <a:lnTo>
                  <a:pt x="17676" y="20623"/>
                </a:lnTo>
                <a:lnTo>
                  <a:pt x="17601" y="20677"/>
                </a:lnTo>
                <a:lnTo>
                  <a:pt x="17562" y="20786"/>
                </a:lnTo>
                <a:lnTo>
                  <a:pt x="17524" y="20786"/>
                </a:lnTo>
                <a:lnTo>
                  <a:pt x="17601" y="20623"/>
                </a:lnTo>
                <a:lnTo>
                  <a:pt x="17753" y="20406"/>
                </a:lnTo>
                <a:lnTo>
                  <a:pt x="17829" y="20243"/>
                </a:lnTo>
                <a:lnTo>
                  <a:pt x="17867" y="20080"/>
                </a:lnTo>
                <a:lnTo>
                  <a:pt x="17829" y="19972"/>
                </a:lnTo>
                <a:lnTo>
                  <a:pt x="17791" y="19863"/>
                </a:lnTo>
                <a:lnTo>
                  <a:pt x="17676" y="19700"/>
                </a:lnTo>
                <a:lnTo>
                  <a:pt x="17524" y="19538"/>
                </a:lnTo>
                <a:lnTo>
                  <a:pt x="17334" y="19483"/>
                </a:lnTo>
                <a:lnTo>
                  <a:pt x="17258" y="19483"/>
                </a:lnTo>
                <a:lnTo>
                  <a:pt x="17219" y="19538"/>
                </a:lnTo>
                <a:lnTo>
                  <a:pt x="16229" y="20406"/>
                </a:lnTo>
                <a:lnTo>
                  <a:pt x="16114" y="20351"/>
                </a:lnTo>
                <a:lnTo>
                  <a:pt x="16000" y="20189"/>
                </a:lnTo>
                <a:lnTo>
                  <a:pt x="16495" y="19755"/>
                </a:lnTo>
                <a:lnTo>
                  <a:pt x="16991" y="19375"/>
                </a:lnTo>
                <a:lnTo>
                  <a:pt x="17029" y="19267"/>
                </a:lnTo>
                <a:lnTo>
                  <a:pt x="17029" y="19212"/>
                </a:lnTo>
                <a:lnTo>
                  <a:pt x="16991" y="19104"/>
                </a:lnTo>
                <a:lnTo>
                  <a:pt x="16915" y="19104"/>
                </a:lnTo>
                <a:lnTo>
                  <a:pt x="16610" y="19157"/>
                </a:lnTo>
                <a:lnTo>
                  <a:pt x="16305" y="19320"/>
                </a:lnTo>
                <a:lnTo>
                  <a:pt x="16000" y="19483"/>
                </a:lnTo>
                <a:lnTo>
                  <a:pt x="15733" y="19646"/>
                </a:lnTo>
                <a:lnTo>
                  <a:pt x="15619" y="19267"/>
                </a:lnTo>
                <a:lnTo>
                  <a:pt x="15657" y="19212"/>
                </a:lnTo>
                <a:lnTo>
                  <a:pt x="16687" y="18344"/>
                </a:lnTo>
                <a:lnTo>
                  <a:pt x="16724" y="18289"/>
                </a:lnTo>
                <a:lnTo>
                  <a:pt x="16724" y="18235"/>
                </a:lnTo>
                <a:lnTo>
                  <a:pt x="16687" y="18181"/>
                </a:lnTo>
                <a:lnTo>
                  <a:pt x="16610" y="18126"/>
                </a:lnTo>
                <a:lnTo>
                  <a:pt x="16153" y="18289"/>
                </a:lnTo>
                <a:lnTo>
                  <a:pt x="15733" y="18452"/>
                </a:lnTo>
                <a:lnTo>
                  <a:pt x="15886" y="18235"/>
                </a:lnTo>
                <a:lnTo>
                  <a:pt x="16114" y="18018"/>
                </a:lnTo>
                <a:lnTo>
                  <a:pt x="16343" y="17855"/>
                </a:lnTo>
                <a:lnTo>
                  <a:pt x="16610" y="17747"/>
                </a:lnTo>
                <a:lnTo>
                  <a:pt x="16952" y="17693"/>
                </a:lnTo>
                <a:close/>
                <a:moveTo>
                  <a:pt x="15429" y="9335"/>
                </a:moveTo>
                <a:lnTo>
                  <a:pt x="15162" y="9389"/>
                </a:lnTo>
                <a:lnTo>
                  <a:pt x="14933" y="9443"/>
                </a:lnTo>
                <a:lnTo>
                  <a:pt x="14743" y="9552"/>
                </a:lnTo>
                <a:lnTo>
                  <a:pt x="14324" y="9877"/>
                </a:lnTo>
                <a:lnTo>
                  <a:pt x="13943" y="10311"/>
                </a:lnTo>
                <a:lnTo>
                  <a:pt x="13753" y="10583"/>
                </a:lnTo>
                <a:lnTo>
                  <a:pt x="13448" y="10637"/>
                </a:lnTo>
                <a:lnTo>
                  <a:pt x="13334" y="10691"/>
                </a:lnTo>
                <a:lnTo>
                  <a:pt x="13296" y="10799"/>
                </a:lnTo>
                <a:lnTo>
                  <a:pt x="13257" y="10909"/>
                </a:lnTo>
                <a:lnTo>
                  <a:pt x="13257" y="11017"/>
                </a:lnTo>
                <a:lnTo>
                  <a:pt x="11467" y="11289"/>
                </a:lnTo>
                <a:lnTo>
                  <a:pt x="10439" y="11342"/>
                </a:lnTo>
                <a:lnTo>
                  <a:pt x="9943" y="11397"/>
                </a:lnTo>
                <a:lnTo>
                  <a:pt x="9448" y="11452"/>
                </a:lnTo>
                <a:lnTo>
                  <a:pt x="9372" y="11505"/>
                </a:lnTo>
                <a:lnTo>
                  <a:pt x="9334" y="11560"/>
                </a:lnTo>
                <a:lnTo>
                  <a:pt x="9295" y="11723"/>
                </a:lnTo>
                <a:lnTo>
                  <a:pt x="9372" y="11885"/>
                </a:lnTo>
                <a:lnTo>
                  <a:pt x="9409" y="11940"/>
                </a:lnTo>
                <a:lnTo>
                  <a:pt x="9486" y="11993"/>
                </a:lnTo>
                <a:lnTo>
                  <a:pt x="9982" y="12048"/>
                </a:lnTo>
                <a:lnTo>
                  <a:pt x="10514" y="12048"/>
                </a:lnTo>
                <a:lnTo>
                  <a:pt x="11581" y="11940"/>
                </a:lnTo>
                <a:lnTo>
                  <a:pt x="12381" y="11885"/>
                </a:lnTo>
                <a:lnTo>
                  <a:pt x="13181" y="11777"/>
                </a:lnTo>
                <a:lnTo>
                  <a:pt x="13029" y="12211"/>
                </a:lnTo>
                <a:lnTo>
                  <a:pt x="12953" y="12483"/>
                </a:lnTo>
                <a:lnTo>
                  <a:pt x="12953" y="12699"/>
                </a:lnTo>
                <a:lnTo>
                  <a:pt x="12990" y="13187"/>
                </a:lnTo>
                <a:lnTo>
                  <a:pt x="12839" y="13350"/>
                </a:lnTo>
                <a:lnTo>
                  <a:pt x="12724" y="13513"/>
                </a:lnTo>
                <a:lnTo>
                  <a:pt x="12724" y="13677"/>
                </a:lnTo>
                <a:lnTo>
                  <a:pt x="12762" y="13840"/>
                </a:lnTo>
                <a:lnTo>
                  <a:pt x="12876" y="13948"/>
                </a:lnTo>
                <a:lnTo>
                  <a:pt x="13029" y="14002"/>
                </a:lnTo>
                <a:lnTo>
                  <a:pt x="13181" y="14002"/>
                </a:lnTo>
                <a:lnTo>
                  <a:pt x="13296" y="14328"/>
                </a:lnTo>
                <a:lnTo>
                  <a:pt x="13448" y="14599"/>
                </a:lnTo>
                <a:lnTo>
                  <a:pt x="13600" y="14871"/>
                </a:lnTo>
                <a:lnTo>
                  <a:pt x="13753" y="15087"/>
                </a:lnTo>
                <a:lnTo>
                  <a:pt x="13943" y="15250"/>
                </a:lnTo>
                <a:lnTo>
                  <a:pt x="14172" y="15413"/>
                </a:lnTo>
                <a:lnTo>
                  <a:pt x="14401" y="15467"/>
                </a:lnTo>
                <a:lnTo>
                  <a:pt x="14629" y="15522"/>
                </a:lnTo>
                <a:lnTo>
                  <a:pt x="14781" y="15522"/>
                </a:lnTo>
                <a:lnTo>
                  <a:pt x="15162" y="15413"/>
                </a:lnTo>
                <a:lnTo>
                  <a:pt x="15543" y="15305"/>
                </a:lnTo>
                <a:lnTo>
                  <a:pt x="15505" y="15467"/>
                </a:lnTo>
                <a:lnTo>
                  <a:pt x="15505" y="15685"/>
                </a:lnTo>
                <a:lnTo>
                  <a:pt x="15582" y="16118"/>
                </a:lnTo>
                <a:lnTo>
                  <a:pt x="15657" y="16390"/>
                </a:lnTo>
                <a:lnTo>
                  <a:pt x="15733" y="16716"/>
                </a:lnTo>
                <a:lnTo>
                  <a:pt x="15886" y="16987"/>
                </a:lnTo>
                <a:lnTo>
                  <a:pt x="16077" y="17204"/>
                </a:lnTo>
                <a:lnTo>
                  <a:pt x="16077" y="17258"/>
                </a:lnTo>
                <a:lnTo>
                  <a:pt x="15848" y="17367"/>
                </a:lnTo>
                <a:lnTo>
                  <a:pt x="15657" y="17584"/>
                </a:lnTo>
                <a:lnTo>
                  <a:pt x="15467" y="17747"/>
                </a:lnTo>
                <a:lnTo>
                  <a:pt x="15353" y="17963"/>
                </a:lnTo>
                <a:lnTo>
                  <a:pt x="15239" y="18235"/>
                </a:lnTo>
                <a:lnTo>
                  <a:pt x="15162" y="18506"/>
                </a:lnTo>
                <a:lnTo>
                  <a:pt x="15125" y="18778"/>
                </a:lnTo>
                <a:lnTo>
                  <a:pt x="15086" y="19049"/>
                </a:lnTo>
                <a:lnTo>
                  <a:pt x="15086" y="19320"/>
                </a:lnTo>
                <a:lnTo>
                  <a:pt x="15162" y="19755"/>
                </a:lnTo>
                <a:lnTo>
                  <a:pt x="15315" y="20135"/>
                </a:lnTo>
                <a:lnTo>
                  <a:pt x="15315" y="20298"/>
                </a:lnTo>
                <a:lnTo>
                  <a:pt x="15353" y="20461"/>
                </a:lnTo>
                <a:lnTo>
                  <a:pt x="15505" y="20569"/>
                </a:lnTo>
                <a:lnTo>
                  <a:pt x="15582" y="20677"/>
                </a:lnTo>
                <a:lnTo>
                  <a:pt x="15886" y="21004"/>
                </a:lnTo>
                <a:lnTo>
                  <a:pt x="16229" y="21274"/>
                </a:lnTo>
                <a:lnTo>
                  <a:pt x="16610" y="21492"/>
                </a:lnTo>
                <a:lnTo>
                  <a:pt x="17029" y="21600"/>
                </a:lnTo>
                <a:lnTo>
                  <a:pt x="17448" y="21600"/>
                </a:lnTo>
                <a:lnTo>
                  <a:pt x="17867" y="21492"/>
                </a:lnTo>
                <a:lnTo>
                  <a:pt x="18248" y="21329"/>
                </a:lnTo>
                <a:lnTo>
                  <a:pt x="18591" y="21057"/>
                </a:lnTo>
                <a:lnTo>
                  <a:pt x="18820" y="20732"/>
                </a:lnTo>
                <a:lnTo>
                  <a:pt x="18971" y="20406"/>
                </a:lnTo>
                <a:lnTo>
                  <a:pt x="19010" y="20026"/>
                </a:lnTo>
                <a:lnTo>
                  <a:pt x="19010" y="19700"/>
                </a:lnTo>
                <a:lnTo>
                  <a:pt x="18934" y="19320"/>
                </a:lnTo>
                <a:lnTo>
                  <a:pt x="18820" y="18941"/>
                </a:lnTo>
                <a:lnTo>
                  <a:pt x="18667" y="18561"/>
                </a:lnTo>
                <a:lnTo>
                  <a:pt x="18477" y="18235"/>
                </a:lnTo>
                <a:lnTo>
                  <a:pt x="18591" y="18181"/>
                </a:lnTo>
                <a:lnTo>
                  <a:pt x="18934" y="17910"/>
                </a:lnTo>
                <a:lnTo>
                  <a:pt x="19315" y="17530"/>
                </a:lnTo>
                <a:lnTo>
                  <a:pt x="19429" y="17801"/>
                </a:lnTo>
                <a:lnTo>
                  <a:pt x="19581" y="18018"/>
                </a:lnTo>
                <a:lnTo>
                  <a:pt x="19734" y="18181"/>
                </a:lnTo>
                <a:lnTo>
                  <a:pt x="19886" y="18289"/>
                </a:lnTo>
                <a:lnTo>
                  <a:pt x="20153" y="18398"/>
                </a:lnTo>
                <a:lnTo>
                  <a:pt x="20419" y="18344"/>
                </a:lnTo>
                <a:lnTo>
                  <a:pt x="20686" y="18235"/>
                </a:lnTo>
                <a:lnTo>
                  <a:pt x="20915" y="18018"/>
                </a:lnTo>
                <a:lnTo>
                  <a:pt x="21143" y="17747"/>
                </a:lnTo>
                <a:lnTo>
                  <a:pt x="21334" y="17422"/>
                </a:lnTo>
                <a:lnTo>
                  <a:pt x="21448" y="17041"/>
                </a:lnTo>
                <a:lnTo>
                  <a:pt x="21524" y="16607"/>
                </a:lnTo>
                <a:lnTo>
                  <a:pt x="21600" y="16064"/>
                </a:lnTo>
                <a:lnTo>
                  <a:pt x="21563" y="15793"/>
                </a:lnTo>
                <a:lnTo>
                  <a:pt x="21524" y="15575"/>
                </a:lnTo>
                <a:lnTo>
                  <a:pt x="21486" y="15359"/>
                </a:lnTo>
                <a:lnTo>
                  <a:pt x="21372" y="15196"/>
                </a:lnTo>
                <a:lnTo>
                  <a:pt x="21143" y="14924"/>
                </a:lnTo>
                <a:lnTo>
                  <a:pt x="20839" y="14762"/>
                </a:lnTo>
                <a:lnTo>
                  <a:pt x="20686" y="14707"/>
                </a:lnTo>
                <a:lnTo>
                  <a:pt x="20382" y="14707"/>
                </a:lnTo>
                <a:lnTo>
                  <a:pt x="20268" y="14816"/>
                </a:lnTo>
                <a:lnTo>
                  <a:pt x="20229" y="14924"/>
                </a:lnTo>
                <a:lnTo>
                  <a:pt x="19924" y="15087"/>
                </a:lnTo>
                <a:lnTo>
                  <a:pt x="19658" y="15250"/>
                </a:lnTo>
                <a:lnTo>
                  <a:pt x="19544" y="15413"/>
                </a:lnTo>
                <a:lnTo>
                  <a:pt x="19391" y="15575"/>
                </a:lnTo>
                <a:lnTo>
                  <a:pt x="19315" y="15793"/>
                </a:lnTo>
                <a:lnTo>
                  <a:pt x="19238" y="16010"/>
                </a:lnTo>
                <a:lnTo>
                  <a:pt x="19162" y="16444"/>
                </a:lnTo>
                <a:lnTo>
                  <a:pt x="19162" y="16879"/>
                </a:lnTo>
                <a:lnTo>
                  <a:pt x="18743" y="17312"/>
                </a:lnTo>
                <a:lnTo>
                  <a:pt x="18324" y="17747"/>
                </a:lnTo>
                <a:lnTo>
                  <a:pt x="18286" y="17801"/>
                </a:lnTo>
                <a:lnTo>
                  <a:pt x="18286" y="17910"/>
                </a:lnTo>
                <a:lnTo>
                  <a:pt x="17905" y="17422"/>
                </a:lnTo>
                <a:lnTo>
                  <a:pt x="17562" y="17041"/>
                </a:lnTo>
                <a:lnTo>
                  <a:pt x="17486" y="16987"/>
                </a:lnTo>
                <a:lnTo>
                  <a:pt x="17334" y="16987"/>
                </a:lnTo>
                <a:lnTo>
                  <a:pt x="17295" y="17095"/>
                </a:lnTo>
                <a:lnTo>
                  <a:pt x="17067" y="17041"/>
                </a:lnTo>
                <a:lnTo>
                  <a:pt x="16838" y="17041"/>
                </a:lnTo>
                <a:lnTo>
                  <a:pt x="16381" y="17095"/>
                </a:lnTo>
                <a:lnTo>
                  <a:pt x="16420" y="16932"/>
                </a:lnTo>
                <a:lnTo>
                  <a:pt x="16381" y="16769"/>
                </a:lnTo>
                <a:lnTo>
                  <a:pt x="16267" y="16499"/>
                </a:lnTo>
                <a:lnTo>
                  <a:pt x="16153" y="16281"/>
                </a:lnTo>
                <a:lnTo>
                  <a:pt x="16039" y="16010"/>
                </a:lnTo>
                <a:lnTo>
                  <a:pt x="15963" y="15685"/>
                </a:lnTo>
                <a:lnTo>
                  <a:pt x="15924" y="15413"/>
                </a:lnTo>
                <a:lnTo>
                  <a:pt x="15886" y="15250"/>
                </a:lnTo>
                <a:lnTo>
                  <a:pt x="15810" y="15142"/>
                </a:lnTo>
                <a:lnTo>
                  <a:pt x="16229" y="14816"/>
                </a:lnTo>
                <a:lnTo>
                  <a:pt x="16648" y="14436"/>
                </a:lnTo>
                <a:lnTo>
                  <a:pt x="16991" y="13948"/>
                </a:lnTo>
                <a:lnTo>
                  <a:pt x="17105" y="13730"/>
                </a:lnTo>
                <a:lnTo>
                  <a:pt x="17219" y="13459"/>
                </a:lnTo>
                <a:lnTo>
                  <a:pt x="17295" y="13134"/>
                </a:lnTo>
                <a:lnTo>
                  <a:pt x="17334" y="12754"/>
                </a:lnTo>
                <a:lnTo>
                  <a:pt x="17334" y="11993"/>
                </a:lnTo>
                <a:lnTo>
                  <a:pt x="17219" y="11289"/>
                </a:lnTo>
                <a:lnTo>
                  <a:pt x="17029" y="10637"/>
                </a:lnTo>
                <a:lnTo>
                  <a:pt x="16877" y="10203"/>
                </a:lnTo>
                <a:lnTo>
                  <a:pt x="16648" y="9823"/>
                </a:lnTo>
                <a:lnTo>
                  <a:pt x="16495" y="9660"/>
                </a:lnTo>
                <a:lnTo>
                  <a:pt x="16343" y="9552"/>
                </a:lnTo>
                <a:lnTo>
                  <a:pt x="16191" y="9497"/>
                </a:lnTo>
                <a:lnTo>
                  <a:pt x="16000" y="9443"/>
                </a:lnTo>
                <a:lnTo>
                  <a:pt x="15657" y="9335"/>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181" name="Google Shape;504;p10"/>
          <p:cNvSpPr/>
          <p:nvPr/>
        </p:nvSpPr>
        <p:spPr>
          <a:xfrm>
            <a:off x="7842052" y="-100845"/>
            <a:ext cx="388090" cy="4088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652" y="3461"/>
                </a:moveTo>
                <a:lnTo>
                  <a:pt x="14477" y="3572"/>
                </a:lnTo>
                <a:lnTo>
                  <a:pt x="14420" y="3737"/>
                </a:lnTo>
                <a:lnTo>
                  <a:pt x="14362" y="3846"/>
                </a:lnTo>
                <a:lnTo>
                  <a:pt x="14362" y="4011"/>
                </a:lnTo>
                <a:lnTo>
                  <a:pt x="14420" y="4287"/>
                </a:lnTo>
                <a:lnTo>
                  <a:pt x="14535" y="4617"/>
                </a:lnTo>
                <a:lnTo>
                  <a:pt x="14941" y="5606"/>
                </a:lnTo>
                <a:lnTo>
                  <a:pt x="15347" y="6595"/>
                </a:lnTo>
                <a:lnTo>
                  <a:pt x="15230" y="6650"/>
                </a:lnTo>
                <a:lnTo>
                  <a:pt x="14303" y="7915"/>
                </a:lnTo>
                <a:lnTo>
                  <a:pt x="13899" y="8463"/>
                </a:lnTo>
                <a:lnTo>
                  <a:pt x="13725" y="8739"/>
                </a:lnTo>
                <a:lnTo>
                  <a:pt x="13667" y="8904"/>
                </a:lnTo>
                <a:lnTo>
                  <a:pt x="13725" y="9069"/>
                </a:lnTo>
                <a:lnTo>
                  <a:pt x="13899" y="9013"/>
                </a:lnTo>
                <a:lnTo>
                  <a:pt x="14014" y="8959"/>
                </a:lnTo>
                <a:lnTo>
                  <a:pt x="14246" y="8739"/>
                </a:lnTo>
                <a:lnTo>
                  <a:pt x="14652" y="8244"/>
                </a:lnTo>
                <a:lnTo>
                  <a:pt x="15694" y="6980"/>
                </a:lnTo>
                <a:lnTo>
                  <a:pt x="15809" y="6980"/>
                </a:lnTo>
                <a:lnTo>
                  <a:pt x="15983" y="6924"/>
                </a:lnTo>
                <a:lnTo>
                  <a:pt x="16041" y="6815"/>
                </a:lnTo>
                <a:lnTo>
                  <a:pt x="16041" y="6650"/>
                </a:lnTo>
                <a:lnTo>
                  <a:pt x="15288" y="4837"/>
                </a:lnTo>
                <a:lnTo>
                  <a:pt x="14883" y="4067"/>
                </a:lnTo>
                <a:lnTo>
                  <a:pt x="14767" y="3793"/>
                </a:lnTo>
                <a:lnTo>
                  <a:pt x="14709" y="3628"/>
                </a:lnTo>
                <a:lnTo>
                  <a:pt x="14709" y="3461"/>
                </a:lnTo>
                <a:close/>
                <a:moveTo>
                  <a:pt x="13725" y="2418"/>
                </a:moveTo>
                <a:lnTo>
                  <a:pt x="13841" y="2693"/>
                </a:lnTo>
                <a:lnTo>
                  <a:pt x="13899" y="2858"/>
                </a:lnTo>
                <a:lnTo>
                  <a:pt x="14073" y="2967"/>
                </a:lnTo>
                <a:lnTo>
                  <a:pt x="14246" y="3078"/>
                </a:lnTo>
                <a:lnTo>
                  <a:pt x="14477" y="3022"/>
                </a:lnTo>
                <a:lnTo>
                  <a:pt x="14826" y="2858"/>
                </a:lnTo>
                <a:lnTo>
                  <a:pt x="15173" y="2583"/>
                </a:lnTo>
                <a:lnTo>
                  <a:pt x="15577" y="3407"/>
                </a:lnTo>
                <a:lnTo>
                  <a:pt x="16041" y="4122"/>
                </a:lnTo>
                <a:lnTo>
                  <a:pt x="16504" y="4891"/>
                </a:lnTo>
                <a:lnTo>
                  <a:pt x="16851" y="5661"/>
                </a:lnTo>
                <a:lnTo>
                  <a:pt x="16621" y="5880"/>
                </a:lnTo>
                <a:lnTo>
                  <a:pt x="16389" y="6100"/>
                </a:lnTo>
                <a:lnTo>
                  <a:pt x="16215" y="6376"/>
                </a:lnTo>
                <a:lnTo>
                  <a:pt x="16157" y="6706"/>
                </a:lnTo>
                <a:lnTo>
                  <a:pt x="16215" y="6870"/>
                </a:lnTo>
                <a:lnTo>
                  <a:pt x="16330" y="6980"/>
                </a:lnTo>
                <a:lnTo>
                  <a:pt x="16330" y="7200"/>
                </a:lnTo>
                <a:lnTo>
                  <a:pt x="16389" y="7309"/>
                </a:lnTo>
                <a:lnTo>
                  <a:pt x="16562" y="7365"/>
                </a:lnTo>
                <a:lnTo>
                  <a:pt x="16562" y="7420"/>
                </a:lnTo>
                <a:lnTo>
                  <a:pt x="16330" y="7750"/>
                </a:lnTo>
                <a:lnTo>
                  <a:pt x="15751" y="8463"/>
                </a:lnTo>
                <a:lnTo>
                  <a:pt x="15230" y="9233"/>
                </a:lnTo>
                <a:lnTo>
                  <a:pt x="14999" y="9124"/>
                </a:lnTo>
                <a:lnTo>
                  <a:pt x="14709" y="9069"/>
                </a:lnTo>
                <a:lnTo>
                  <a:pt x="14420" y="9178"/>
                </a:lnTo>
                <a:lnTo>
                  <a:pt x="14130" y="9289"/>
                </a:lnTo>
                <a:lnTo>
                  <a:pt x="13956" y="9508"/>
                </a:lnTo>
                <a:lnTo>
                  <a:pt x="13782" y="9728"/>
                </a:lnTo>
                <a:lnTo>
                  <a:pt x="13146" y="9728"/>
                </a:lnTo>
                <a:lnTo>
                  <a:pt x="11929" y="9783"/>
                </a:lnTo>
                <a:lnTo>
                  <a:pt x="11872" y="9672"/>
                </a:lnTo>
                <a:lnTo>
                  <a:pt x="11698" y="9563"/>
                </a:lnTo>
                <a:lnTo>
                  <a:pt x="11177" y="9398"/>
                </a:lnTo>
                <a:lnTo>
                  <a:pt x="11119" y="9398"/>
                </a:lnTo>
                <a:lnTo>
                  <a:pt x="11004" y="9343"/>
                </a:lnTo>
                <a:lnTo>
                  <a:pt x="10713" y="9343"/>
                </a:lnTo>
                <a:lnTo>
                  <a:pt x="10481" y="9289"/>
                </a:lnTo>
                <a:lnTo>
                  <a:pt x="9207" y="8134"/>
                </a:lnTo>
                <a:lnTo>
                  <a:pt x="8282" y="7309"/>
                </a:lnTo>
                <a:lnTo>
                  <a:pt x="8397" y="7035"/>
                </a:lnTo>
                <a:lnTo>
                  <a:pt x="8397" y="6759"/>
                </a:lnTo>
                <a:lnTo>
                  <a:pt x="8339" y="6650"/>
                </a:lnTo>
                <a:lnTo>
                  <a:pt x="8282" y="6541"/>
                </a:lnTo>
                <a:lnTo>
                  <a:pt x="8050" y="6376"/>
                </a:lnTo>
                <a:lnTo>
                  <a:pt x="8339" y="5715"/>
                </a:lnTo>
                <a:lnTo>
                  <a:pt x="9150" y="4067"/>
                </a:lnTo>
                <a:lnTo>
                  <a:pt x="9671" y="3022"/>
                </a:lnTo>
                <a:lnTo>
                  <a:pt x="9903" y="3022"/>
                </a:lnTo>
                <a:lnTo>
                  <a:pt x="10134" y="2967"/>
                </a:lnTo>
                <a:lnTo>
                  <a:pt x="10366" y="2858"/>
                </a:lnTo>
                <a:lnTo>
                  <a:pt x="10598" y="2693"/>
                </a:lnTo>
                <a:lnTo>
                  <a:pt x="10772" y="2528"/>
                </a:lnTo>
                <a:lnTo>
                  <a:pt x="11814" y="2472"/>
                </a:lnTo>
                <a:lnTo>
                  <a:pt x="13725" y="2418"/>
                </a:lnTo>
                <a:close/>
                <a:moveTo>
                  <a:pt x="10772" y="10222"/>
                </a:moveTo>
                <a:lnTo>
                  <a:pt x="10945" y="10333"/>
                </a:lnTo>
                <a:lnTo>
                  <a:pt x="10655" y="10333"/>
                </a:lnTo>
                <a:lnTo>
                  <a:pt x="10598" y="10278"/>
                </a:lnTo>
                <a:lnTo>
                  <a:pt x="10772" y="10222"/>
                </a:lnTo>
                <a:close/>
                <a:moveTo>
                  <a:pt x="4285" y="8080"/>
                </a:moveTo>
                <a:lnTo>
                  <a:pt x="4169" y="8134"/>
                </a:lnTo>
                <a:lnTo>
                  <a:pt x="3996" y="8244"/>
                </a:lnTo>
                <a:lnTo>
                  <a:pt x="3880" y="8354"/>
                </a:lnTo>
                <a:lnTo>
                  <a:pt x="3590" y="8683"/>
                </a:lnTo>
                <a:lnTo>
                  <a:pt x="3127" y="9454"/>
                </a:lnTo>
                <a:lnTo>
                  <a:pt x="2606" y="10278"/>
                </a:lnTo>
                <a:lnTo>
                  <a:pt x="2374" y="10607"/>
                </a:lnTo>
                <a:lnTo>
                  <a:pt x="2259" y="10772"/>
                </a:lnTo>
                <a:lnTo>
                  <a:pt x="2201" y="10882"/>
                </a:lnTo>
                <a:lnTo>
                  <a:pt x="2201" y="10993"/>
                </a:lnTo>
                <a:lnTo>
                  <a:pt x="2085" y="11048"/>
                </a:lnTo>
                <a:lnTo>
                  <a:pt x="2085" y="11267"/>
                </a:lnTo>
                <a:lnTo>
                  <a:pt x="2201" y="11322"/>
                </a:lnTo>
                <a:lnTo>
                  <a:pt x="2374" y="11378"/>
                </a:lnTo>
                <a:lnTo>
                  <a:pt x="2548" y="11267"/>
                </a:lnTo>
                <a:lnTo>
                  <a:pt x="2722" y="11157"/>
                </a:lnTo>
                <a:lnTo>
                  <a:pt x="2895" y="10993"/>
                </a:lnTo>
                <a:lnTo>
                  <a:pt x="3186" y="10552"/>
                </a:lnTo>
                <a:lnTo>
                  <a:pt x="3360" y="10222"/>
                </a:lnTo>
                <a:lnTo>
                  <a:pt x="4054" y="9289"/>
                </a:lnTo>
                <a:lnTo>
                  <a:pt x="4343" y="8794"/>
                </a:lnTo>
                <a:lnTo>
                  <a:pt x="4517" y="8574"/>
                </a:lnTo>
                <a:lnTo>
                  <a:pt x="4517" y="8189"/>
                </a:lnTo>
                <a:lnTo>
                  <a:pt x="4401" y="8134"/>
                </a:lnTo>
                <a:lnTo>
                  <a:pt x="4285" y="8080"/>
                </a:lnTo>
                <a:close/>
                <a:moveTo>
                  <a:pt x="6429" y="7255"/>
                </a:moveTo>
                <a:lnTo>
                  <a:pt x="6602" y="7530"/>
                </a:lnTo>
                <a:lnTo>
                  <a:pt x="6833" y="7750"/>
                </a:lnTo>
                <a:lnTo>
                  <a:pt x="7065" y="7804"/>
                </a:lnTo>
                <a:lnTo>
                  <a:pt x="7297" y="7859"/>
                </a:lnTo>
                <a:lnTo>
                  <a:pt x="7529" y="7859"/>
                </a:lnTo>
                <a:lnTo>
                  <a:pt x="7759" y="7804"/>
                </a:lnTo>
                <a:lnTo>
                  <a:pt x="8397" y="8354"/>
                </a:lnTo>
                <a:lnTo>
                  <a:pt x="9730" y="9672"/>
                </a:lnTo>
                <a:lnTo>
                  <a:pt x="9671" y="9783"/>
                </a:lnTo>
                <a:lnTo>
                  <a:pt x="9613" y="9948"/>
                </a:lnTo>
                <a:lnTo>
                  <a:pt x="9671" y="10168"/>
                </a:lnTo>
                <a:lnTo>
                  <a:pt x="9730" y="10333"/>
                </a:lnTo>
                <a:lnTo>
                  <a:pt x="9845" y="10498"/>
                </a:lnTo>
                <a:lnTo>
                  <a:pt x="9845" y="10607"/>
                </a:lnTo>
                <a:lnTo>
                  <a:pt x="9381" y="11102"/>
                </a:lnTo>
                <a:lnTo>
                  <a:pt x="8977" y="11652"/>
                </a:lnTo>
                <a:lnTo>
                  <a:pt x="8165" y="12752"/>
                </a:lnTo>
                <a:lnTo>
                  <a:pt x="7412" y="13685"/>
                </a:lnTo>
                <a:lnTo>
                  <a:pt x="7238" y="13576"/>
                </a:lnTo>
                <a:lnTo>
                  <a:pt x="7008" y="13576"/>
                </a:lnTo>
                <a:lnTo>
                  <a:pt x="6717" y="13631"/>
                </a:lnTo>
                <a:lnTo>
                  <a:pt x="6485" y="13796"/>
                </a:lnTo>
                <a:lnTo>
                  <a:pt x="6312" y="14015"/>
                </a:lnTo>
                <a:lnTo>
                  <a:pt x="6196" y="14291"/>
                </a:lnTo>
                <a:lnTo>
                  <a:pt x="5675" y="14235"/>
                </a:lnTo>
                <a:lnTo>
                  <a:pt x="4460" y="14291"/>
                </a:lnTo>
                <a:lnTo>
                  <a:pt x="4401" y="14015"/>
                </a:lnTo>
                <a:lnTo>
                  <a:pt x="4228" y="13796"/>
                </a:lnTo>
                <a:lnTo>
                  <a:pt x="3996" y="13631"/>
                </a:lnTo>
                <a:lnTo>
                  <a:pt x="3764" y="13576"/>
                </a:lnTo>
                <a:lnTo>
                  <a:pt x="3533" y="13576"/>
                </a:lnTo>
                <a:lnTo>
                  <a:pt x="3243" y="13631"/>
                </a:lnTo>
                <a:lnTo>
                  <a:pt x="2490" y="12641"/>
                </a:lnTo>
                <a:lnTo>
                  <a:pt x="2201" y="12146"/>
                </a:lnTo>
                <a:lnTo>
                  <a:pt x="1795" y="11652"/>
                </a:lnTo>
                <a:lnTo>
                  <a:pt x="1912" y="11378"/>
                </a:lnTo>
                <a:lnTo>
                  <a:pt x="1969" y="11157"/>
                </a:lnTo>
                <a:lnTo>
                  <a:pt x="1912" y="10882"/>
                </a:lnTo>
                <a:lnTo>
                  <a:pt x="1853" y="10663"/>
                </a:lnTo>
                <a:lnTo>
                  <a:pt x="1680" y="10498"/>
                </a:lnTo>
                <a:lnTo>
                  <a:pt x="1738" y="10387"/>
                </a:lnTo>
                <a:lnTo>
                  <a:pt x="1853" y="10222"/>
                </a:lnTo>
                <a:lnTo>
                  <a:pt x="1969" y="9948"/>
                </a:lnTo>
                <a:lnTo>
                  <a:pt x="2548" y="8959"/>
                </a:lnTo>
                <a:lnTo>
                  <a:pt x="3069" y="8024"/>
                </a:lnTo>
                <a:lnTo>
                  <a:pt x="3416" y="8024"/>
                </a:lnTo>
                <a:lnTo>
                  <a:pt x="3764" y="7915"/>
                </a:lnTo>
                <a:lnTo>
                  <a:pt x="3996" y="7694"/>
                </a:lnTo>
                <a:lnTo>
                  <a:pt x="4111" y="7585"/>
                </a:lnTo>
                <a:lnTo>
                  <a:pt x="4169" y="7420"/>
                </a:lnTo>
                <a:lnTo>
                  <a:pt x="4228" y="7365"/>
                </a:lnTo>
                <a:lnTo>
                  <a:pt x="4922" y="7420"/>
                </a:lnTo>
                <a:lnTo>
                  <a:pt x="5849" y="7365"/>
                </a:lnTo>
                <a:lnTo>
                  <a:pt x="6429" y="7255"/>
                </a:lnTo>
                <a:close/>
                <a:moveTo>
                  <a:pt x="14014" y="11596"/>
                </a:moveTo>
                <a:lnTo>
                  <a:pt x="14014" y="11707"/>
                </a:lnTo>
                <a:lnTo>
                  <a:pt x="14073" y="11982"/>
                </a:lnTo>
                <a:lnTo>
                  <a:pt x="14073" y="12091"/>
                </a:lnTo>
                <a:lnTo>
                  <a:pt x="14130" y="12257"/>
                </a:lnTo>
                <a:lnTo>
                  <a:pt x="14826" y="13081"/>
                </a:lnTo>
                <a:lnTo>
                  <a:pt x="15462" y="13906"/>
                </a:lnTo>
                <a:lnTo>
                  <a:pt x="15694" y="14180"/>
                </a:lnTo>
                <a:lnTo>
                  <a:pt x="15809" y="14291"/>
                </a:lnTo>
                <a:lnTo>
                  <a:pt x="15983" y="14345"/>
                </a:lnTo>
                <a:lnTo>
                  <a:pt x="16157" y="14345"/>
                </a:lnTo>
                <a:lnTo>
                  <a:pt x="16273" y="14291"/>
                </a:lnTo>
                <a:lnTo>
                  <a:pt x="16389" y="14235"/>
                </a:lnTo>
                <a:lnTo>
                  <a:pt x="16447" y="14070"/>
                </a:lnTo>
                <a:lnTo>
                  <a:pt x="16447" y="13850"/>
                </a:lnTo>
                <a:lnTo>
                  <a:pt x="16389" y="13741"/>
                </a:lnTo>
                <a:lnTo>
                  <a:pt x="16273" y="13685"/>
                </a:lnTo>
                <a:lnTo>
                  <a:pt x="16100" y="13631"/>
                </a:lnTo>
                <a:lnTo>
                  <a:pt x="15926" y="13411"/>
                </a:lnTo>
                <a:lnTo>
                  <a:pt x="15809" y="13246"/>
                </a:lnTo>
                <a:lnTo>
                  <a:pt x="15230" y="12587"/>
                </a:lnTo>
                <a:lnTo>
                  <a:pt x="14652" y="11872"/>
                </a:lnTo>
                <a:lnTo>
                  <a:pt x="14535" y="11761"/>
                </a:lnTo>
                <a:lnTo>
                  <a:pt x="14420" y="11707"/>
                </a:lnTo>
                <a:lnTo>
                  <a:pt x="14130" y="11596"/>
                </a:lnTo>
                <a:close/>
                <a:moveTo>
                  <a:pt x="3360" y="14565"/>
                </a:moveTo>
                <a:lnTo>
                  <a:pt x="3243" y="14620"/>
                </a:lnTo>
                <a:lnTo>
                  <a:pt x="3243" y="14565"/>
                </a:lnTo>
                <a:close/>
                <a:moveTo>
                  <a:pt x="8860" y="13906"/>
                </a:moveTo>
                <a:lnTo>
                  <a:pt x="8803" y="13961"/>
                </a:lnTo>
                <a:lnTo>
                  <a:pt x="8803" y="14291"/>
                </a:lnTo>
                <a:lnTo>
                  <a:pt x="8918" y="14509"/>
                </a:lnTo>
                <a:lnTo>
                  <a:pt x="9150" y="14894"/>
                </a:lnTo>
                <a:lnTo>
                  <a:pt x="9730" y="15665"/>
                </a:lnTo>
                <a:lnTo>
                  <a:pt x="10192" y="16324"/>
                </a:lnTo>
                <a:lnTo>
                  <a:pt x="10424" y="16654"/>
                </a:lnTo>
                <a:lnTo>
                  <a:pt x="10772" y="16928"/>
                </a:lnTo>
                <a:lnTo>
                  <a:pt x="10830" y="17039"/>
                </a:lnTo>
                <a:lnTo>
                  <a:pt x="11004" y="17204"/>
                </a:lnTo>
                <a:lnTo>
                  <a:pt x="11119" y="17259"/>
                </a:lnTo>
                <a:lnTo>
                  <a:pt x="11234" y="17259"/>
                </a:lnTo>
                <a:lnTo>
                  <a:pt x="11351" y="17204"/>
                </a:lnTo>
                <a:lnTo>
                  <a:pt x="11408" y="17093"/>
                </a:lnTo>
                <a:lnTo>
                  <a:pt x="11466" y="16763"/>
                </a:lnTo>
                <a:lnTo>
                  <a:pt x="11408" y="16598"/>
                </a:lnTo>
                <a:lnTo>
                  <a:pt x="11293" y="16433"/>
                </a:lnTo>
                <a:lnTo>
                  <a:pt x="11177" y="16379"/>
                </a:lnTo>
                <a:lnTo>
                  <a:pt x="11060" y="16324"/>
                </a:lnTo>
                <a:lnTo>
                  <a:pt x="10945" y="16159"/>
                </a:lnTo>
                <a:lnTo>
                  <a:pt x="10830" y="15994"/>
                </a:lnTo>
                <a:lnTo>
                  <a:pt x="10598" y="15665"/>
                </a:lnTo>
                <a:lnTo>
                  <a:pt x="9903" y="14730"/>
                </a:lnTo>
                <a:lnTo>
                  <a:pt x="9498" y="14235"/>
                </a:lnTo>
                <a:lnTo>
                  <a:pt x="9265" y="14070"/>
                </a:lnTo>
                <a:lnTo>
                  <a:pt x="9033" y="13906"/>
                </a:lnTo>
                <a:close/>
                <a:moveTo>
                  <a:pt x="13782" y="10443"/>
                </a:moveTo>
                <a:lnTo>
                  <a:pt x="13899" y="10607"/>
                </a:lnTo>
                <a:lnTo>
                  <a:pt x="14073" y="10717"/>
                </a:lnTo>
                <a:lnTo>
                  <a:pt x="14188" y="10828"/>
                </a:lnTo>
                <a:lnTo>
                  <a:pt x="14362" y="10882"/>
                </a:lnTo>
                <a:lnTo>
                  <a:pt x="14826" y="10828"/>
                </a:lnTo>
                <a:lnTo>
                  <a:pt x="14999" y="10882"/>
                </a:lnTo>
                <a:lnTo>
                  <a:pt x="15115" y="10937"/>
                </a:lnTo>
                <a:lnTo>
                  <a:pt x="15347" y="11322"/>
                </a:lnTo>
                <a:lnTo>
                  <a:pt x="15577" y="11707"/>
                </a:lnTo>
                <a:lnTo>
                  <a:pt x="16157" y="12531"/>
                </a:lnTo>
                <a:lnTo>
                  <a:pt x="16910" y="13631"/>
                </a:lnTo>
                <a:lnTo>
                  <a:pt x="16794" y="13906"/>
                </a:lnTo>
                <a:lnTo>
                  <a:pt x="16736" y="14126"/>
                </a:lnTo>
                <a:lnTo>
                  <a:pt x="16678" y="14620"/>
                </a:lnTo>
                <a:lnTo>
                  <a:pt x="16621" y="14894"/>
                </a:lnTo>
                <a:lnTo>
                  <a:pt x="16621" y="15335"/>
                </a:lnTo>
                <a:lnTo>
                  <a:pt x="16678" y="15389"/>
                </a:lnTo>
                <a:lnTo>
                  <a:pt x="16330" y="15939"/>
                </a:lnTo>
                <a:lnTo>
                  <a:pt x="15462" y="17313"/>
                </a:lnTo>
                <a:lnTo>
                  <a:pt x="15288" y="17259"/>
                </a:lnTo>
                <a:lnTo>
                  <a:pt x="15056" y="17259"/>
                </a:lnTo>
                <a:lnTo>
                  <a:pt x="14826" y="17313"/>
                </a:lnTo>
                <a:lnTo>
                  <a:pt x="14652" y="17424"/>
                </a:lnTo>
                <a:lnTo>
                  <a:pt x="14477" y="17533"/>
                </a:lnTo>
                <a:lnTo>
                  <a:pt x="14362" y="17698"/>
                </a:lnTo>
                <a:lnTo>
                  <a:pt x="14246" y="17863"/>
                </a:lnTo>
                <a:lnTo>
                  <a:pt x="14188" y="18028"/>
                </a:lnTo>
                <a:lnTo>
                  <a:pt x="13261" y="18083"/>
                </a:lnTo>
                <a:lnTo>
                  <a:pt x="11814" y="18193"/>
                </a:lnTo>
                <a:lnTo>
                  <a:pt x="11060" y="18193"/>
                </a:lnTo>
                <a:lnTo>
                  <a:pt x="11004" y="17918"/>
                </a:lnTo>
                <a:lnTo>
                  <a:pt x="10772" y="17643"/>
                </a:lnTo>
                <a:lnTo>
                  <a:pt x="10655" y="17589"/>
                </a:lnTo>
                <a:lnTo>
                  <a:pt x="10540" y="17533"/>
                </a:lnTo>
                <a:lnTo>
                  <a:pt x="10251" y="17478"/>
                </a:lnTo>
                <a:lnTo>
                  <a:pt x="10134" y="17424"/>
                </a:lnTo>
                <a:lnTo>
                  <a:pt x="10019" y="17478"/>
                </a:lnTo>
                <a:lnTo>
                  <a:pt x="9903" y="17589"/>
                </a:lnTo>
                <a:lnTo>
                  <a:pt x="9786" y="17589"/>
                </a:lnTo>
                <a:lnTo>
                  <a:pt x="9439" y="16818"/>
                </a:lnTo>
                <a:lnTo>
                  <a:pt x="9033" y="16050"/>
                </a:lnTo>
                <a:lnTo>
                  <a:pt x="8629" y="15444"/>
                </a:lnTo>
                <a:lnTo>
                  <a:pt x="8165" y="14785"/>
                </a:lnTo>
                <a:lnTo>
                  <a:pt x="8224" y="14620"/>
                </a:lnTo>
                <a:lnTo>
                  <a:pt x="8282" y="14455"/>
                </a:lnTo>
                <a:lnTo>
                  <a:pt x="8282" y="14235"/>
                </a:lnTo>
                <a:lnTo>
                  <a:pt x="8224" y="14070"/>
                </a:lnTo>
                <a:lnTo>
                  <a:pt x="8107" y="13961"/>
                </a:lnTo>
                <a:lnTo>
                  <a:pt x="8050" y="13961"/>
                </a:lnTo>
                <a:lnTo>
                  <a:pt x="8224" y="13741"/>
                </a:lnTo>
                <a:lnTo>
                  <a:pt x="9092" y="12587"/>
                </a:lnTo>
                <a:lnTo>
                  <a:pt x="9730" y="11761"/>
                </a:lnTo>
                <a:lnTo>
                  <a:pt x="10077" y="11378"/>
                </a:lnTo>
                <a:lnTo>
                  <a:pt x="10307" y="10937"/>
                </a:lnTo>
                <a:lnTo>
                  <a:pt x="10540" y="10993"/>
                </a:lnTo>
                <a:lnTo>
                  <a:pt x="10945" y="10993"/>
                </a:lnTo>
                <a:lnTo>
                  <a:pt x="11177" y="10937"/>
                </a:lnTo>
                <a:lnTo>
                  <a:pt x="11351" y="10882"/>
                </a:lnTo>
                <a:lnTo>
                  <a:pt x="11525" y="10717"/>
                </a:lnTo>
                <a:lnTo>
                  <a:pt x="11698" y="10607"/>
                </a:lnTo>
                <a:lnTo>
                  <a:pt x="11814" y="10443"/>
                </a:lnTo>
                <a:close/>
                <a:moveTo>
                  <a:pt x="7529" y="0"/>
                </a:moveTo>
                <a:lnTo>
                  <a:pt x="7529" y="54"/>
                </a:lnTo>
                <a:lnTo>
                  <a:pt x="7586" y="274"/>
                </a:lnTo>
                <a:lnTo>
                  <a:pt x="7703" y="439"/>
                </a:lnTo>
                <a:lnTo>
                  <a:pt x="7876" y="548"/>
                </a:lnTo>
                <a:lnTo>
                  <a:pt x="8050" y="604"/>
                </a:lnTo>
                <a:lnTo>
                  <a:pt x="8165" y="824"/>
                </a:lnTo>
                <a:lnTo>
                  <a:pt x="8339" y="1043"/>
                </a:lnTo>
                <a:lnTo>
                  <a:pt x="8629" y="1483"/>
                </a:lnTo>
                <a:lnTo>
                  <a:pt x="8745" y="1648"/>
                </a:lnTo>
                <a:lnTo>
                  <a:pt x="8629" y="1922"/>
                </a:lnTo>
                <a:lnTo>
                  <a:pt x="8629" y="2198"/>
                </a:lnTo>
                <a:lnTo>
                  <a:pt x="8745" y="2528"/>
                </a:lnTo>
                <a:lnTo>
                  <a:pt x="8918" y="2748"/>
                </a:lnTo>
                <a:lnTo>
                  <a:pt x="9033" y="2858"/>
                </a:lnTo>
                <a:lnTo>
                  <a:pt x="8456" y="3902"/>
                </a:lnTo>
                <a:lnTo>
                  <a:pt x="7703" y="5385"/>
                </a:lnTo>
                <a:lnTo>
                  <a:pt x="7529" y="5770"/>
                </a:lnTo>
                <a:lnTo>
                  <a:pt x="7297" y="6100"/>
                </a:lnTo>
                <a:lnTo>
                  <a:pt x="6950" y="6100"/>
                </a:lnTo>
                <a:lnTo>
                  <a:pt x="6776" y="6156"/>
                </a:lnTo>
                <a:lnTo>
                  <a:pt x="6602" y="6265"/>
                </a:lnTo>
                <a:lnTo>
                  <a:pt x="6485" y="6430"/>
                </a:lnTo>
                <a:lnTo>
                  <a:pt x="6429" y="6595"/>
                </a:lnTo>
                <a:lnTo>
                  <a:pt x="5502" y="6706"/>
                </a:lnTo>
                <a:lnTo>
                  <a:pt x="4807" y="6759"/>
                </a:lnTo>
                <a:lnTo>
                  <a:pt x="4228" y="6815"/>
                </a:lnTo>
                <a:lnTo>
                  <a:pt x="4054" y="6541"/>
                </a:lnTo>
                <a:lnTo>
                  <a:pt x="3880" y="6320"/>
                </a:lnTo>
                <a:lnTo>
                  <a:pt x="3590" y="6211"/>
                </a:lnTo>
                <a:lnTo>
                  <a:pt x="3301" y="6156"/>
                </a:lnTo>
                <a:lnTo>
                  <a:pt x="3011" y="6156"/>
                </a:lnTo>
                <a:lnTo>
                  <a:pt x="2837" y="6265"/>
                </a:lnTo>
                <a:lnTo>
                  <a:pt x="2606" y="6430"/>
                </a:lnTo>
                <a:lnTo>
                  <a:pt x="2490" y="6595"/>
                </a:lnTo>
                <a:lnTo>
                  <a:pt x="2374" y="6759"/>
                </a:lnTo>
                <a:lnTo>
                  <a:pt x="2374" y="6924"/>
                </a:lnTo>
                <a:lnTo>
                  <a:pt x="2259" y="7145"/>
                </a:lnTo>
                <a:lnTo>
                  <a:pt x="2259" y="7420"/>
                </a:lnTo>
                <a:lnTo>
                  <a:pt x="2316" y="7639"/>
                </a:lnTo>
                <a:lnTo>
                  <a:pt x="2374" y="7750"/>
                </a:lnTo>
                <a:lnTo>
                  <a:pt x="2374" y="7804"/>
                </a:lnTo>
                <a:lnTo>
                  <a:pt x="1969" y="8630"/>
                </a:lnTo>
                <a:lnTo>
                  <a:pt x="1389" y="9618"/>
                </a:lnTo>
                <a:lnTo>
                  <a:pt x="1216" y="9948"/>
                </a:lnTo>
                <a:lnTo>
                  <a:pt x="1216" y="10058"/>
                </a:lnTo>
                <a:lnTo>
                  <a:pt x="1159" y="10222"/>
                </a:lnTo>
                <a:lnTo>
                  <a:pt x="1159" y="10168"/>
                </a:lnTo>
                <a:lnTo>
                  <a:pt x="985" y="10168"/>
                </a:lnTo>
                <a:lnTo>
                  <a:pt x="868" y="10222"/>
                </a:lnTo>
                <a:lnTo>
                  <a:pt x="638" y="10387"/>
                </a:lnTo>
                <a:lnTo>
                  <a:pt x="521" y="10443"/>
                </a:lnTo>
                <a:lnTo>
                  <a:pt x="406" y="10498"/>
                </a:lnTo>
                <a:lnTo>
                  <a:pt x="289" y="10663"/>
                </a:lnTo>
                <a:lnTo>
                  <a:pt x="174" y="10828"/>
                </a:lnTo>
                <a:lnTo>
                  <a:pt x="174" y="11157"/>
                </a:lnTo>
                <a:lnTo>
                  <a:pt x="0" y="11652"/>
                </a:lnTo>
                <a:lnTo>
                  <a:pt x="58" y="11761"/>
                </a:lnTo>
                <a:lnTo>
                  <a:pt x="115" y="11817"/>
                </a:lnTo>
                <a:lnTo>
                  <a:pt x="174" y="11926"/>
                </a:lnTo>
                <a:lnTo>
                  <a:pt x="289" y="11926"/>
                </a:lnTo>
                <a:lnTo>
                  <a:pt x="579" y="12037"/>
                </a:lnTo>
                <a:lnTo>
                  <a:pt x="1042" y="12037"/>
                </a:lnTo>
                <a:lnTo>
                  <a:pt x="1042" y="11982"/>
                </a:lnTo>
                <a:lnTo>
                  <a:pt x="1216" y="11982"/>
                </a:lnTo>
                <a:lnTo>
                  <a:pt x="1389" y="12257"/>
                </a:lnTo>
                <a:lnTo>
                  <a:pt x="1563" y="12531"/>
                </a:lnTo>
                <a:lnTo>
                  <a:pt x="1912" y="12970"/>
                </a:lnTo>
                <a:lnTo>
                  <a:pt x="2606" y="13906"/>
                </a:lnTo>
                <a:lnTo>
                  <a:pt x="2663" y="14015"/>
                </a:lnTo>
                <a:lnTo>
                  <a:pt x="2606" y="14235"/>
                </a:lnTo>
                <a:lnTo>
                  <a:pt x="2548" y="14455"/>
                </a:lnTo>
                <a:lnTo>
                  <a:pt x="2490" y="14730"/>
                </a:lnTo>
                <a:lnTo>
                  <a:pt x="2490" y="14894"/>
                </a:lnTo>
                <a:lnTo>
                  <a:pt x="2548" y="15059"/>
                </a:lnTo>
                <a:lnTo>
                  <a:pt x="2433" y="15335"/>
                </a:lnTo>
                <a:lnTo>
                  <a:pt x="2259" y="15609"/>
                </a:lnTo>
                <a:lnTo>
                  <a:pt x="2142" y="15883"/>
                </a:lnTo>
                <a:lnTo>
                  <a:pt x="1912" y="16159"/>
                </a:lnTo>
                <a:lnTo>
                  <a:pt x="1795" y="16269"/>
                </a:lnTo>
                <a:lnTo>
                  <a:pt x="1795" y="16433"/>
                </a:lnTo>
                <a:lnTo>
                  <a:pt x="1853" y="16598"/>
                </a:lnTo>
                <a:lnTo>
                  <a:pt x="1969" y="16709"/>
                </a:lnTo>
                <a:lnTo>
                  <a:pt x="2142" y="16763"/>
                </a:lnTo>
                <a:lnTo>
                  <a:pt x="2316" y="16709"/>
                </a:lnTo>
                <a:lnTo>
                  <a:pt x="2433" y="16598"/>
                </a:lnTo>
                <a:lnTo>
                  <a:pt x="2490" y="16433"/>
                </a:lnTo>
                <a:lnTo>
                  <a:pt x="2548" y="16379"/>
                </a:lnTo>
                <a:lnTo>
                  <a:pt x="2663" y="16215"/>
                </a:lnTo>
                <a:lnTo>
                  <a:pt x="2780" y="15939"/>
                </a:lnTo>
                <a:lnTo>
                  <a:pt x="2895" y="15719"/>
                </a:lnTo>
                <a:lnTo>
                  <a:pt x="3011" y="15280"/>
                </a:lnTo>
                <a:lnTo>
                  <a:pt x="3416" y="15280"/>
                </a:lnTo>
                <a:lnTo>
                  <a:pt x="3707" y="15224"/>
                </a:lnTo>
                <a:lnTo>
                  <a:pt x="3937" y="15115"/>
                </a:lnTo>
                <a:lnTo>
                  <a:pt x="4169" y="15005"/>
                </a:lnTo>
                <a:lnTo>
                  <a:pt x="4285" y="14841"/>
                </a:lnTo>
                <a:lnTo>
                  <a:pt x="5270" y="14841"/>
                </a:lnTo>
                <a:lnTo>
                  <a:pt x="6312" y="14894"/>
                </a:lnTo>
                <a:lnTo>
                  <a:pt x="6370" y="15059"/>
                </a:lnTo>
                <a:lnTo>
                  <a:pt x="6429" y="15115"/>
                </a:lnTo>
                <a:lnTo>
                  <a:pt x="6544" y="15224"/>
                </a:lnTo>
                <a:lnTo>
                  <a:pt x="6776" y="15335"/>
                </a:lnTo>
                <a:lnTo>
                  <a:pt x="7008" y="15444"/>
                </a:lnTo>
                <a:lnTo>
                  <a:pt x="7297" y="15444"/>
                </a:lnTo>
                <a:lnTo>
                  <a:pt x="7586" y="15389"/>
                </a:lnTo>
                <a:lnTo>
                  <a:pt x="7703" y="15335"/>
                </a:lnTo>
                <a:lnTo>
                  <a:pt x="8339" y="16215"/>
                </a:lnTo>
                <a:lnTo>
                  <a:pt x="8571" y="16654"/>
                </a:lnTo>
                <a:lnTo>
                  <a:pt x="8803" y="17093"/>
                </a:lnTo>
                <a:lnTo>
                  <a:pt x="9150" y="17972"/>
                </a:lnTo>
                <a:lnTo>
                  <a:pt x="9092" y="18137"/>
                </a:lnTo>
                <a:lnTo>
                  <a:pt x="9092" y="18742"/>
                </a:lnTo>
                <a:lnTo>
                  <a:pt x="9033" y="18907"/>
                </a:lnTo>
                <a:lnTo>
                  <a:pt x="9033" y="19017"/>
                </a:lnTo>
                <a:lnTo>
                  <a:pt x="9092" y="19128"/>
                </a:lnTo>
                <a:lnTo>
                  <a:pt x="9439" y="19292"/>
                </a:lnTo>
                <a:lnTo>
                  <a:pt x="9092" y="19731"/>
                </a:lnTo>
                <a:lnTo>
                  <a:pt x="8860" y="20172"/>
                </a:lnTo>
                <a:lnTo>
                  <a:pt x="8686" y="20666"/>
                </a:lnTo>
                <a:lnTo>
                  <a:pt x="8571" y="21161"/>
                </a:lnTo>
                <a:lnTo>
                  <a:pt x="8512" y="21270"/>
                </a:lnTo>
                <a:lnTo>
                  <a:pt x="8571" y="21381"/>
                </a:lnTo>
                <a:lnTo>
                  <a:pt x="8686" y="21491"/>
                </a:lnTo>
                <a:lnTo>
                  <a:pt x="8803" y="21546"/>
                </a:lnTo>
                <a:lnTo>
                  <a:pt x="8918" y="21600"/>
                </a:lnTo>
                <a:lnTo>
                  <a:pt x="9033" y="21600"/>
                </a:lnTo>
                <a:lnTo>
                  <a:pt x="9092" y="21546"/>
                </a:lnTo>
                <a:lnTo>
                  <a:pt x="9207" y="21435"/>
                </a:lnTo>
                <a:lnTo>
                  <a:pt x="9207" y="21326"/>
                </a:lnTo>
                <a:lnTo>
                  <a:pt x="9265" y="21106"/>
                </a:lnTo>
                <a:lnTo>
                  <a:pt x="9439" y="20666"/>
                </a:lnTo>
                <a:lnTo>
                  <a:pt x="9613" y="20172"/>
                </a:lnTo>
                <a:lnTo>
                  <a:pt x="9960" y="19511"/>
                </a:lnTo>
                <a:lnTo>
                  <a:pt x="10366" y="19511"/>
                </a:lnTo>
                <a:lnTo>
                  <a:pt x="10598" y="19457"/>
                </a:lnTo>
                <a:lnTo>
                  <a:pt x="10713" y="19292"/>
                </a:lnTo>
                <a:lnTo>
                  <a:pt x="10830" y="18852"/>
                </a:lnTo>
                <a:lnTo>
                  <a:pt x="11987" y="18852"/>
                </a:lnTo>
                <a:lnTo>
                  <a:pt x="13029" y="18798"/>
                </a:lnTo>
                <a:lnTo>
                  <a:pt x="14073" y="18742"/>
                </a:lnTo>
                <a:lnTo>
                  <a:pt x="14130" y="18742"/>
                </a:lnTo>
                <a:lnTo>
                  <a:pt x="14130" y="18907"/>
                </a:lnTo>
                <a:lnTo>
                  <a:pt x="14246" y="19017"/>
                </a:lnTo>
                <a:lnTo>
                  <a:pt x="14477" y="19182"/>
                </a:lnTo>
                <a:lnTo>
                  <a:pt x="14767" y="19292"/>
                </a:lnTo>
                <a:lnTo>
                  <a:pt x="15056" y="19346"/>
                </a:lnTo>
                <a:lnTo>
                  <a:pt x="15230" y="19896"/>
                </a:lnTo>
                <a:lnTo>
                  <a:pt x="15462" y="20720"/>
                </a:lnTo>
                <a:lnTo>
                  <a:pt x="15636" y="21052"/>
                </a:lnTo>
                <a:lnTo>
                  <a:pt x="15751" y="21216"/>
                </a:lnTo>
                <a:lnTo>
                  <a:pt x="15868" y="21381"/>
                </a:lnTo>
                <a:lnTo>
                  <a:pt x="16100" y="21381"/>
                </a:lnTo>
                <a:lnTo>
                  <a:pt x="16215" y="21326"/>
                </a:lnTo>
                <a:lnTo>
                  <a:pt x="16273" y="21216"/>
                </a:lnTo>
                <a:lnTo>
                  <a:pt x="16273" y="20831"/>
                </a:lnTo>
                <a:lnTo>
                  <a:pt x="16100" y="20391"/>
                </a:lnTo>
                <a:lnTo>
                  <a:pt x="15751" y="19402"/>
                </a:lnTo>
                <a:lnTo>
                  <a:pt x="15636" y="19072"/>
                </a:lnTo>
                <a:lnTo>
                  <a:pt x="15751" y="18907"/>
                </a:lnTo>
                <a:lnTo>
                  <a:pt x="15926" y="18578"/>
                </a:lnTo>
                <a:lnTo>
                  <a:pt x="15983" y="18302"/>
                </a:lnTo>
                <a:lnTo>
                  <a:pt x="16041" y="18028"/>
                </a:lnTo>
                <a:lnTo>
                  <a:pt x="16041" y="17807"/>
                </a:lnTo>
                <a:lnTo>
                  <a:pt x="15983" y="17754"/>
                </a:lnTo>
                <a:lnTo>
                  <a:pt x="16736" y="16544"/>
                </a:lnTo>
                <a:lnTo>
                  <a:pt x="17547" y="15335"/>
                </a:lnTo>
                <a:lnTo>
                  <a:pt x="17952" y="15115"/>
                </a:lnTo>
                <a:lnTo>
                  <a:pt x="18184" y="14950"/>
                </a:lnTo>
                <a:lnTo>
                  <a:pt x="18357" y="14785"/>
                </a:lnTo>
                <a:lnTo>
                  <a:pt x="18416" y="14730"/>
                </a:lnTo>
                <a:lnTo>
                  <a:pt x="18531" y="14620"/>
                </a:lnTo>
                <a:lnTo>
                  <a:pt x="18648" y="14400"/>
                </a:lnTo>
                <a:lnTo>
                  <a:pt x="18763" y="14180"/>
                </a:lnTo>
                <a:lnTo>
                  <a:pt x="19052" y="14235"/>
                </a:lnTo>
                <a:lnTo>
                  <a:pt x="19399" y="14235"/>
                </a:lnTo>
                <a:lnTo>
                  <a:pt x="20326" y="14291"/>
                </a:lnTo>
                <a:lnTo>
                  <a:pt x="21196" y="14235"/>
                </a:lnTo>
                <a:lnTo>
                  <a:pt x="21311" y="14235"/>
                </a:lnTo>
                <a:lnTo>
                  <a:pt x="21426" y="14180"/>
                </a:lnTo>
                <a:lnTo>
                  <a:pt x="21543" y="14070"/>
                </a:lnTo>
                <a:lnTo>
                  <a:pt x="21543" y="13961"/>
                </a:lnTo>
                <a:lnTo>
                  <a:pt x="21600" y="13850"/>
                </a:lnTo>
                <a:lnTo>
                  <a:pt x="21543" y="13741"/>
                </a:lnTo>
                <a:lnTo>
                  <a:pt x="21485" y="13631"/>
                </a:lnTo>
                <a:lnTo>
                  <a:pt x="21370" y="13520"/>
                </a:lnTo>
                <a:lnTo>
                  <a:pt x="21196" y="13520"/>
                </a:lnTo>
                <a:lnTo>
                  <a:pt x="20616" y="13466"/>
                </a:lnTo>
                <a:lnTo>
                  <a:pt x="19979" y="13466"/>
                </a:lnTo>
                <a:lnTo>
                  <a:pt x="18763" y="13520"/>
                </a:lnTo>
                <a:lnTo>
                  <a:pt x="18648" y="13411"/>
                </a:lnTo>
                <a:lnTo>
                  <a:pt x="18531" y="13300"/>
                </a:lnTo>
                <a:lnTo>
                  <a:pt x="18184" y="13135"/>
                </a:lnTo>
                <a:lnTo>
                  <a:pt x="18068" y="13135"/>
                </a:lnTo>
                <a:lnTo>
                  <a:pt x="17895" y="13191"/>
                </a:lnTo>
                <a:lnTo>
                  <a:pt x="17721" y="13135"/>
                </a:lnTo>
                <a:lnTo>
                  <a:pt x="17489" y="13191"/>
                </a:lnTo>
                <a:lnTo>
                  <a:pt x="16794" y="12146"/>
                </a:lnTo>
                <a:lnTo>
                  <a:pt x="16215" y="11378"/>
                </a:lnTo>
                <a:lnTo>
                  <a:pt x="15926" y="10937"/>
                </a:lnTo>
                <a:lnTo>
                  <a:pt x="15636" y="10607"/>
                </a:lnTo>
                <a:lnTo>
                  <a:pt x="15751" y="10443"/>
                </a:lnTo>
                <a:lnTo>
                  <a:pt x="15868" y="10222"/>
                </a:lnTo>
                <a:lnTo>
                  <a:pt x="15926" y="10058"/>
                </a:lnTo>
                <a:lnTo>
                  <a:pt x="15983" y="9839"/>
                </a:lnTo>
                <a:lnTo>
                  <a:pt x="15926" y="9728"/>
                </a:lnTo>
                <a:lnTo>
                  <a:pt x="15868" y="9672"/>
                </a:lnTo>
                <a:lnTo>
                  <a:pt x="15694" y="9672"/>
                </a:lnTo>
                <a:lnTo>
                  <a:pt x="15983" y="9343"/>
                </a:lnTo>
                <a:lnTo>
                  <a:pt x="16273" y="8959"/>
                </a:lnTo>
                <a:lnTo>
                  <a:pt x="16794" y="8244"/>
                </a:lnTo>
                <a:lnTo>
                  <a:pt x="17374" y="7420"/>
                </a:lnTo>
                <a:lnTo>
                  <a:pt x="17489" y="7420"/>
                </a:lnTo>
                <a:lnTo>
                  <a:pt x="17604" y="7365"/>
                </a:lnTo>
                <a:lnTo>
                  <a:pt x="17721" y="7255"/>
                </a:lnTo>
                <a:lnTo>
                  <a:pt x="17836" y="7145"/>
                </a:lnTo>
                <a:lnTo>
                  <a:pt x="18184" y="6870"/>
                </a:lnTo>
                <a:lnTo>
                  <a:pt x="18299" y="6706"/>
                </a:lnTo>
                <a:lnTo>
                  <a:pt x="18416" y="6541"/>
                </a:lnTo>
                <a:lnTo>
                  <a:pt x="18474" y="6376"/>
                </a:lnTo>
                <a:lnTo>
                  <a:pt x="18474" y="6211"/>
                </a:lnTo>
                <a:lnTo>
                  <a:pt x="18416" y="5991"/>
                </a:lnTo>
                <a:lnTo>
                  <a:pt x="18299" y="5826"/>
                </a:lnTo>
                <a:lnTo>
                  <a:pt x="18184" y="5661"/>
                </a:lnTo>
                <a:lnTo>
                  <a:pt x="18010" y="5606"/>
                </a:lnTo>
                <a:lnTo>
                  <a:pt x="17836" y="5550"/>
                </a:lnTo>
                <a:lnTo>
                  <a:pt x="17604" y="5496"/>
                </a:lnTo>
                <a:lnTo>
                  <a:pt x="17257" y="4782"/>
                </a:lnTo>
                <a:lnTo>
                  <a:pt x="16851" y="4122"/>
                </a:lnTo>
                <a:lnTo>
                  <a:pt x="16330" y="3132"/>
                </a:lnTo>
                <a:lnTo>
                  <a:pt x="15983" y="2583"/>
                </a:lnTo>
                <a:lnTo>
                  <a:pt x="15636" y="2143"/>
                </a:lnTo>
                <a:lnTo>
                  <a:pt x="15694" y="1922"/>
                </a:lnTo>
                <a:lnTo>
                  <a:pt x="15694" y="1813"/>
                </a:lnTo>
                <a:lnTo>
                  <a:pt x="15751" y="1593"/>
                </a:lnTo>
                <a:lnTo>
                  <a:pt x="15694" y="1428"/>
                </a:lnTo>
                <a:lnTo>
                  <a:pt x="15636" y="1263"/>
                </a:lnTo>
                <a:lnTo>
                  <a:pt x="15520" y="1043"/>
                </a:lnTo>
                <a:lnTo>
                  <a:pt x="15347" y="878"/>
                </a:lnTo>
                <a:lnTo>
                  <a:pt x="15115" y="769"/>
                </a:lnTo>
                <a:lnTo>
                  <a:pt x="14883" y="713"/>
                </a:lnTo>
                <a:lnTo>
                  <a:pt x="14594" y="769"/>
                </a:lnTo>
                <a:lnTo>
                  <a:pt x="14362" y="824"/>
                </a:lnTo>
                <a:lnTo>
                  <a:pt x="14188" y="989"/>
                </a:lnTo>
                <a:lnTo>
                  <a:pt x="14073" y="1209"/>
                </a:lnTo>
                <a:lnTo>
                  <a:pt x="14014" y="1428"/>
                </a:lnTo>
                <a:lnTo>
                  <a:pt x="13956" y="1539"/>
                </a:lnTo>
                <a:lnTo>
                  <a:pt x="12451" y="1648"/>
                </a:lnTo>
                <a:lnTo>
                  <a:pt x="11177" y="1758"/>
                </a:lnTo>
                <a:lnTo>
                  <a:pt x="10945" y="1758"/>
                </a:lnTo>
                <a:lnTo>
                  <a:pt x="10830" y="1593"/>
                </a:lnTo>
                <a:lnTo>
                  <a:pt x="10655" y="1374"/>
                </a:lnTo>
                <a:lnTo>
                  <a:pt x="10598" y="1319"/>
                </a:lnTo>
                <a:lnTo>
                  <a:pt x="10481" y="1209"/>
                </a:lnTo>
                <a:lnTo>
                  <a:pt x="10307" y="1154"/>
                </a:lnTo>
                <a:lnTo>
                  <a:pt x="10192" y="1154"/>
                </a:lnTo>
                <a:lnTo>
                  <a:pt x="10077" y="1209"/>
                </a:lnTo>
                <a:lnTo>
                  <a:pt x="9381" y="1209"/>
                </a:lnTo>
                <a:lnTo>
                  <a:pt x="8977" y="713"/>
                </a:lnTo>
                <a:lnTo>
                  <a:pt x="8803" y="439"/>
                </a:lnTo>
                <a:lnTo>
                  <a:pt x="8629" y="165"/>
                </a:lnTo>
                <a:lnTo>
                  <a:pt x="8571" y="54"/>
                </a:lnTo>
                <a:lnTo>
                  <a:pt x="8456" y="0"/>
                </a:lnTo>
                <a:lnTo>
                  <a:pt x="8224" y="0"/>
                </a:lnTo>
                <a:lnTo>
                  <a:pt x="7933" y="54"/>
                </a:lnTo>
                <a:lnTo>
                  <a:pt x="7759" y="0"/>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182" name="Google Shape;505;p10"/>
          <p:cNvSpPr/>
          <p:nvPr/>
        </p:nvSpPr>
        <p:spPr>
          <a:xfrm>
            <a:off x="-38598" y="579046"/>
            <a:ext cx="297579" cy="2112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028" y="5108"/>
                </a:moveTo>
                <a:lnTo>
                  <a:pt x="14651" y="5213"/>
                </a:lnTo>
                <a:lnTo>
                  <a:pt x="14198" y="5320"/>
                </a:lnTo>
                <a:lnTo>
                  <a:pt x="13819" y="5532"/>
                </a:lnTo>
                <a:lnTo>
                  <a:pt x="13443" y="5851"/>
                </a:lnTo>
                <a:lnTo>
                  <a:pt x="13140" y="6173"/>
                </a:lnTo>
                <a:lnTo>
                  <a:pt x="12913" y="6597"/>
                </a:lnTo>
                <a:lnTo>
                  <a:pt x="12763" y="7130"/>
                </a:lnTo>
                <a:lnTo>
                  <a:pt x="12763" y="7342"/>
                </a:lnTo>
                <a:lnTo>
                  <a:pt x="12839" y="7554"/>
                </a:lnTo>
                <a:lnTo>
                  <a:pt x="12990" y="7661"/>
                </a:lnTo>
                <a:lnTo>
                  <a:pt x="13140" y="7661"/>
                </a:lnTo>
                <a:lnTo>
                  <a:pt x="13443" y="7554"/>
                </a:lnTo>
                <a:lnTo>
                  <a:pt x="13669" y="7342"/>
                </a:lnTo>
                <a:lnTo>
                  <a:pt x="14122" y="6916"/>
                </a:lnTo>
                <a:lnTo>
                  <a:pt x="14425" y="6811"/>
                </a:lnTo>
                <a:lnTo>
                  <a:pt x="14727" y="6597"/>
                </a:lnTo>
                <a:lnTo>
                  <a:pt x="15407" y="6597"/>
                </a:lnTo>
                <a:lnTo>
                  <a:pt x="15784" y="6704"/>
                </a:lnTo>
                <a:lnTo>
                  <a:pt x="16162" y="6916"/>
                </a:lnTo>
                <a:lnTo>
                  <a:pt x="16313" y="7130"/>
                </a:lnTo>
                <a:lnTo>
                  <a:pt x="16389" y="7342"/>
                </a:lnTo>
                <a:lnTo>
                  <a:pt x="16463" y="7661"/>
                </a:lnTo>
                <a:lnTo>
                  <a:pt x="16463" y="7980"/>
                </a:lnTo>
                <a:lnTo>
                  <a:pt x="16389" y="8407"/>
                </a:lnTo>
                <a:lnTo>
                  <a:pt x="16237" y="8833"/>
                </a:lnTo>
                <a:lnTo>
                  <a:pt x="15784" y="9683"/>
                </a:lnTo>
                <a:lnTo>
                  <a:pt x="14801" y="11598"/>
                </a:lnTo>
                <a:lnTo>
                  <a:pt x="13819" y="13408"/>
                </a:lnTo>
                <a:lnTo>
                  <a:pt x="11705" y="17025"/>
                </a:lnTo>
                <a:lnTo>
                  <a:pt x="11555" y="17452"/>
                </a:lnTo>
                <a:lnTo>
                  <a:pt x="11631" y="17875"/>
                </a:lnTo>
                <a:lnTo>
                  <a:pt x="11705" y="18090"/>
                </a:lnTo>
                <a:lnTo>
                  <a:pt x="11781" y="18197"/>
                </a:lnTo>
                <a:lnTo>
                  <a:pt x="11931" y="18302"/>
                </a:lnTo>
                <a:lnTo>
                  <a:pt x="12084" y="18302"/>
                </a:lnTo>
                <a:lnTo>
                  <a:pt x="13519" y="18197"/>
                </a:lnTo>
                <a:lnTo>
                  <a:pt x="14954" y="18302"/>
                </a:lnTo>
                <a:lnTo>
                  <a:pt x="16539" y="18409"/>
                </a:lnTo>
                <a:lnTo>
                  <a:pt x="17295" y="18621"/>
                </a:lnTo>
                <a:lnTo>
                  <a:pt x="17595" y="18621"/>
                </a:lnTo>
                <a:lnTo>
                  <a:pt x="17974" y="18516"/>
                </a:lnTo>
                <a:lnTo>
                  <a:pt x="18201" y="18302"/>
                </a:lnTo>
                <a:lnTo>
                  <a:pt x="18277" y="17983"/>
                </a:lnTo>
                <a:lnTo>
                  <a:pt x="18277" y="17663"/>
                </a:lnTo>
                <a:lnTo>
                  <a:pt x="18050" y="17452"/>
                </a:lnTo>
                <a:lnTo>
                  <a:pt x="17824" y="17237"/>
                </a:lnTo>
                <a:lnTo>
                  <a:pt x="17445" y="17025"/>
                </a:lnTo>
                <a:lnTo>
                  <a:pt x="16690" y="16814"/>
                </a:lnTo>
                <a:lnTo>
                  <a:pt x="15254" y="16706"/>
                </a:lnTo>
                <a:lnTo>
                  <a:pt x="13292" y="16706"/>
                </a:lnTo>
                <a:lnTo>
                  <a:pt x="15557" y="12662"/>
                </a:lnTo>
                <a:lnTo>
                  <a:pt x="16162" y="11598"/>
                </a:lnTo>
                <a:lnTo>
                  <a:pt x="16766" y="10429"/>
                </a:lnTo>
                <a:lnTo>
                  <a:pt x="17068" y="9790"/>
                </a:lnTo>
                <a:lnTo>
                  <a:pt x="17295" y="9257"/>
                </a:lnTo>
                <a:lnTo>
                  <a:pt x="17445" y="8514"/>
                </a:lnTo>
                <a:lnTo>
                  <a:pt x="17521" y="7873"/>
                </a:lnTo>
                <a:lnTo>
                  <a:pt x="17521" y="7235"/>
                </a:lnTo>
                <a:lnTo>
                  <a:pt x="17369" y="6704"/>
                </a:lnTo>
                <a:lnTo>
                  <a:pt x="17142" y="6278"/>
                </a:lnTo>
                <a:lnTo>
                  <a:pt x="16916" y="5851"/>
                </a:lnTo>
                <a:lnTo>
                  <a:pt x="16615" y="5532"/>
                </a:lnTo>
                <a:lnTo>
                  <a:pt x="16237" y="5320"/>
                </a:lnTo>
                <a:lnTo>
                  <a:pt x="15784" y="5213"/>
                </a:lnTo>
                <a:lnTo>
                  <a:pt x="15407" y="5108"/>
                </a:lnTo>
                <a:close/>
                <a:moveTo>
                  <a:pt x="1962" y="0"/>
                </a:moveTo>
                <a:lnTo>
                  <a:pt x="1585" y="107"/>
                </a:lnTo>
                <a:lnTo>
                  <a:pt x="1283" y="319"/>
                </a:lnTo>
                <a:lnTo>
                  <a:pt x="906" y="531"/>
                </a:lnTo>
                <a:lnTo>
                  <a:pt x="603" y="746"/>
                </a:lnTo>
                <a:lnTo>
                  <a:pt x="301" y="1172"/>
                </a:lnTo>
                <a:lnTo>
                  <a:pt x="74" y="1491"/>
                </a:lnTo>
                <a:lnTo>
                  <a:pt x="0" y="1703"/>
                </a:lnTo>
                <a:lnTo>
                  <a:pt x="0" y="1915"/>
                </a:lnTo>
                <a:lnTo>
                  <a:pt x="150" y="2234"/>
                </a:lnTo>
                <a:lnTo>
                  <a:pt x="377" y="2448"/>
                </a:lnTo>
                <a:lnTo>
                  <a:pt x="527" y="2448"/>
                </a:lnTo>
                <a:lnTo>
                  <a:pt x="679" y="2341"/>
                </a:lnTo>
                <a:lnTo>
                  <a:pt x="1359" y="1915"/>
                </a:lnTo>
                <a:lnTo>
                  <a:pt x="1736" y="1810"/>
                </a:lnTo>
                <a:lnTo>
                  <a:pt x="2114" y="1703"/>
                </a:lnTo>
                <a:lnTo>
                  <a:pt x="2038" y="1810"/>
                </a:lnTo>
                <a:lnTo>
                  <a:pt x="2038" y="3087"/>
                </a:lnTo>
                <a:lnTo>
                  <a:pt x="2265" y="4256"/>
                </a:lnTo>
                <a:lnTo>
                  <a:pt x="2794" y="7661"/>
                </a:lnTo>
                <a:lnTo>
                  <a:pt x="4758" y="21069"/>
                </a:lnTo>
                <a:lnTo>
                  <a:pt x="4832" y="21281"/>
                </a:lnTo>
                <a:lnTo>
                  <a:pt x="4985" y="21496"/>
                </a:lnTo>
                <a:lnTo>
                  <a:pt x="5135" y="21600"/>
                </a:lnTo>
                <a:lnTo>
                  <a:pt x="5512" y="21600"/>
                </a:lnTo>
                <a:lnTo>
                  <a:pt x="5664" y="21496"/>
                </a:lnTo>
                <a:lnTo>
                  <a:pt x="5814" y="21281"/>
                </a:lnTo>
                <a:lnTo>
                  <a:pt x="5891" y="21069"/>
                </a:lnTo>
                <a:lnTo>
                  <a:pt x="8382" y="11917"/>
                </a:lnTo>
                <a:lnTo>
                  <a:pt x="10799" y="2872"/>
                </a:lnTo>
                <a:lnTo>
                  <a:pt x="13292" y="2660"/>
                </a:lnTo>
                <a:lnTo>
                  <a:pt x="15784" y="2553"/>
                </a:lnTo>
                <a:lnTo>
                  <a:pt x="18503" y="2660"/>
                </a:lnTo>
                <a:lnTo>
                  <a:pt x="19862" y="2872"/>
                </a:lnTo>
                <a:lnTo>
                  <a:pt x="20542" y="2872"/>
                </a:lnTo>
                <a:lnTo>
                  <a:pt x="21221" y="2767"/>
                </a:lnTo>
                <a:lnTo>
                  <a:pt x="21374" y="2660"/>
                </a:lnTo>
                <a:lnTo>
                  <a:pt x="21524" y="2553"/>
                </a:lnTo>
                <a:lnTo>
                  <a:pt x="21600" y="2341"/>
                </a:lnTo>
                <a:lnTo>
                  <a:pt x="21600" y="2129"/>
                </a:lnTo>
                <a:lnTo>
                  <a:pt x="21448" y="1703"/>
                </a:lnTo>
                <a:lnTo>
                  <a:pt x="21374" y="1491"/>
                </a:lnTo>
                <a:lnTo>
                  <a:pt x="21221" y="1384"/>
                </a:lnTo>
                <a:lnTo>
                  <a:pt x="20618" y="1172"/>
                </a:lnTo>
                <a:lnTo>
                  <a:pt x="20013" y="1065"/>
                </a:lnTo>
                <a:lnTo>
                  <a:pt x="18804" y="957"/>
                </a:lnTo>
                <a:lnTo>
                  <a:pt x="16086" y="850"/>
                </a:lnTo>
                <a:lnTo>
                  <a:pt x="13216" y="957"/>
                </a:lnTo>
                <a:lnTo>
                  <a:pt x="10346" y="1172"/>
                </a:lnTo>
                <a:lnTo>
                  <a:pt x="10120" y="1276"/>
                </a:lnTo>
                <a:lnTo>
                  <a:pt x="9969" y="1384"/>
                </a:lnTo>
                <a:lnTo>
                  <a:pt x="9893" y="1595"/>
                </a:lnTo>
                <a:lnTo>
                  <a:pt x="9743" y="1810"/>
                </a:lnTo>
                <a:lnTo>
                  <a:pt x="5512" y="17875"/>
                </a:lnTo>
                <a:lnTo>
                  <a:pt x="4379" y="10748"/>
                </a:lnTo>
                <a:lnTo>
                  <a:pt x="3550" y="5747"/>
                </a:lnTo>
                <a:lnTo>
                  <a:pt x="3171" y="3510"/>
                </a:lnTo>
                <a:lnTo>
                  <a:pt x="3020" y="2448"/>
                </a:lnTo>
                <a:lnTo>
                  <a:pt x="2944" y="1915"/>
                </a:lnTo>
                <a:lnTo>
                  <a:pt x="2870" y="1595"/>
                </a:lnTo>
                <a:lnTo>
                  <a:pt x="2944" y="1595"/>
                </a:lnTo>
                <a:lnTo>
                  <a:pt x="3020" y="1491"/>
                </a:lnTo>
                <a:lnTo>
                  <a:pt x="3020" y="1384"/>
                </a:lnTo>
                <a:lnTo>
                  <a:pt x="3097" y="1065"/>
                </a:lnTo>
                <a:lnTo>
                  <a:pt x="3097" y="638"/>
                </a:lnTo>
                <a:lnTo>
                  <a:pt x="3020" y="319"/>
                </a:lnTo>
                <a:lnTo>
                  <a:pt x="2870" y="212"/>
                </a:lnTo>
                <a:lnTo>
                  <a:pt x="2718" y="107"/>
                </a:lnTo>
                <a:lnTo>
                  <a:pt x="2341" y="0"/>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183" name="Google Shape;506;p10"/>
          <p:cNvSpPr/>
          <p:nvPr/>
        </p:nvSpPr>
        <p:spPr>
          <a:xfrm>
            <a:off x="1403803" y="11528"/>
            <a:ext cx="288189" cy="18414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624" y="1950"/>
                </a:moveTo>
                <a:lnTo>
                  <a:pt x="17624" y="2319"/>
                </a:lnTo>
                <a:lnTo>
                  <a:pt x="17701" y="2562"/>
                </a:lnTo>
                <a:lnTo>
                  <a:pt x="17858" y="2685"/>
                </a:lnTo>
                <a:lnTo>
                  <a:pt x="18013" y="2685"/>
                </a:lnTo>
                <a:lnTo>
                  <a:pt x="18639" y="2562"/>
                </a:lnTo>
                <a:lnTo>
                  <a:pt x="18949" y="2562"/>
                </a:lnTo>
                <a:lnTo>
                  <a:pt x="19106" y="2685"/>
                </a:lnTo>
                <a:lnTo>
                  <a:pt x="19183" y="2805"/>
                </a:lnTo>
                <a:lnTo>
                  <a:pt x="19574" y="3660"/>
                </a:lnTo>
                <a:lnTo>
                  <a:pt x="19808" y="4392"/>
                </a:lnTo>
                <a:lnTo>
                  <a:pt x="20120" y="5370"/>
                </a:lnTo>
                <a:lnTo>
                  <a:pt x="20276" y="6222"/>
                </a:lnTo>
                <a:lnTo>
                  <a:pt x="20431" y="7200"/>
                </a:lnTo>
                <a:lnTo>
                  <a:pt x="20509" y="8175"/>
                </a:lnTo>
                <a:lnTo>
                  <a:pt x="20509" y="9030"/>
                </a:lnTo>
                <a:lnTo>
                  <a:pt x="20354" y="9885"/>
                </a:lnTo>
                <a:lnTo>
                  <a:pt x="20197" y="10740"/>
                </a:lnTo>
                <a:lnTo>
                  <a:pt x="19884" y="11592"/>
                </a:lnTo>
                <a:lnTo>
                  <a:pt x="19495" y="12204"/>
                </a:lnTo>
                <a:lnTo>
                  <a:pt x="19106" y="12813"/>
                </a:lnTo>
                <a:lnTo>
                  <a:pt x="18560" y="13179"/>
                </a:lnTo>
                <a:lnTo>
                  <a:pt x="18013" y="13302"/>
                </a:lnTo>
                <a:lnTo>
                  <a:pt x="17701" y="13302"/>
                </a:lnTo>
                <a:lnTo>
                  <a:pt x="17467" y="13056"/>
                </a:lnTo>
                <a:lnTo>
                  <a:pt x="17233" y="12813"/>
                </a:lnTo>
                <a:lnTo>
                  <a:pt x="16999" y="12447"/>
                </a:lnTo>
                <a:lnTo>
                  <a:pt x="16689" y="11592"/>
                </a:lnTo>
                <a:lnTo>
                  <a:pt x="16453" y="10740"/>
                </a:lnTo>
                <a:lnTo>
                  <a:pt x="16219" y="9762"/>
                </a:lnTo>
                <a:lnTo>
                  <a:pt x="16143" y="8664"/>
                </a:lnTo>
                <a:lnTo>
                  <a:pt x="16064" y="7686"/>
                </a:lnTo>
                <a:lnTo>
                  <a:pt x="16143" y="6588"/>
                </a:lnTo>
                <a:lnTo>
                  <a:pt x="16219" y="5247"/>
                </a:lnTo>
                <a:lnTo>
                  <a:pt x="16532" y="4026"/>
                </a:lnTo>
                <a:lnTo>
                  <a:pt x="16766" y="3417"/>
                </a:lnTo>
                <a:lnTo>
                  <a:pt x="16999" y="2805"/>
                </a:lnTo>
                <a:lnTo>
                  <a:pt x="17233" y="2319"/>
                </a:lnTo>
                <a:lnTo>
                  <a:pt x="17624" y="1950"/>
                </a:lnTo>
                <a:close/>
                <a:moveTo>
                  <a:pt x="17858" y="486"/>
                </a:moveTo>
                <a:lnTo>
                  <a:pt x="17391" y="732"/>
                </a:lnTo>
                <a:lnTo>
                  <a:pt x="16923" y="975"/>
                </a:lnTo>
                <a:lnTo>
                  <a:pt x="16610" y="1341"/>
                </a:lnTo>
                <a:lnTo>
                  <a:pt x="16298" y="1830"/>
                </a:lnTo>
                <a:lnTo>
                  <a:pt x="15985" y="2319"/>
                </a:lnTo>
                <a:lnTo>
                  <a:pt x="15751" y="2928"/>
                </a:lnTo>
                <a:lnTo>
                  <a:pt x="15441" y="4269"/>
                </a:lnTo>
                <a:lnTo>
                  <a:pt x="15207" y="5613"/>
                </a:lnTo>
                <a:lnTo>
                  <a:pt x="15129" y="6834"/>
                </a:lnTo>
                <a:lnTo>
                  <a:pt x="15050" y="8175"/>
                </a:lnTo>
                <a:lnTo>
                  <a:pt x="15207" y="9762"/>
                </a:lnTo>
                <a:lnTo>
                  <a:pt x="15441" y="11226"/>
                </a:lnTo>
                <a:lnTo>
                  <a:pt x="15751" y="12570"/>
                </a:lnTo>
                <a:lnTo>
                  <a:pt x="15985" y="13179"/>
                </a:lnTo>
                <a:lnTo>
                  <a:pt x="16298" y="13791"/>
                </a:lnTo>
                <a:lnTo>
                  <a:pt x="16610" y="14277"/>
                </a:lnTo>
                <a:lnTo>
                  <a:pt x="16923" y="14643"/>
                </a:lnTo>
                <a:lnTo>
                  <a:pt x="17312" y="14889"/>
                </a:lnTo>
                <a:lnTo>
                  <a:pt x="17780" y="15009"/>
                </a:lnTo>
                <a:lnTo>
                  <a:pt x="18247" y="15009"/>
                </a:lnTo>
                <a:lnTo>
                  <a:pt x="18639" y="14889"/>
                </a:lnTo>
                <a:lnTo>
                  <a:pt x="19106" y="14766"/>
                </a:lnTo>
                <a:lnTo>
                  <a:pt x="19417" y="14523"/>
                </a:lnTo>
                <a:lnTo>
                  <a:pt x="19808" y="14157"/>
                </a:lnTo>
                <a:lnTo>
                  <a:pt x="20120" y="13791"/>
                </a:lnTo>
                <a:lnTo>
                  <a:pt x="20665" y="12813"/>
                </a:lnTo>
                <a:lnTo>
                  <a:pt x="21056" y="11715"/>
                </a:lnTo>
                <a:lnTo>
                  <a:pt x="21366" y="10371"/>
                </a:lnTo>
                <a:lnTo>
                  <a:pt x="21600" y="9153"/>
                </a:lnTo>
                <a:lnTo>
                  <a:pt x="21600" y="7809"/>
                </a:lnTo>
                <a:lnTo>
                  <a:pt x="21523" y="6954"/>
                </a:lnTo>
                <a:lnTo>
                  <a:pt x="21366" y="5856"/>
                </a:lnTo>
                <a:lnTo>
                  <a:pt x="21132" y="4635"/>
                </a:lnTo>
                <a:lnTo>
                  <a:pt x="20743" y="3537"/>
                </a:lnTo>
                <a:lnTo>
                  <a:pt x="20354" y="2439"/>
                </a:lnTo>
                <a:lnTo>
                  <a:pt x="19884" y="1464"/>
                </a:lnTo>
                <a:lnTo>
                  <a:pt x="19650" y="1098"/>
                </a:lnTo>
                <a:lnTo>
                  <a:pt x="19340" y="852"/>
                </a:lnTo>
                <a:lnTo>
                  <a:pt x="19106" y="732"/>
                </a:lnTo>
                <a:lnTo>
                  <a:pt x="18794" y="609"/>
                </a:lnTo>
                <a:lnTo>
                  <a:pt x="18326" y="486"/>
                </a:lnTo>
                <a:close/>
                <a:moveTo>
                  <a:pt x="8500" y="0"/>
                </a:moveTo>
                <a:lnTo>
                  <a:pt x="8344" y="120"/>
                </a:lnTo>
                <a:lnTo>
                  <a:pt x="8187" y="366"/>
                </a:lnTo>
                <a:lnTo>
                  <a:pt x="8111" y="1341"/>
                </a:lnTo>
                <a:lnTo>
                  <a:pt x="8032" y="2439"/>
                </a:lnTo>
                <a:lnTo>
                  <a:pt x="7875" y="4392"/>
                </a:lnTo>
                <a:lnTo>
                  <a:pt x="7719" y="8175"/>
                </a:lnTo>
                <a:lnTo>
                  <a:pt x="6159" y="7932"/>
                </a:lnTo>
                <a:lnTo>
                  <a:pt x="4522" y="7932"/>
                </a:lnTo>
                <a:lnTo>
                  <a:pt x="2964" y="8055"/>
                </a:lnTo>
                <a:lnTo>
                  <a:pt x="2183" y="8298"/>
                </a:lnTo>
                <a:lnTo>
                  <a:pt x="1403" y="8541"/>
                </a:lnTo>
                <a:lnTo>
                  <a:pt x="1403" y="8298"/>
                </a:lnTo>
                <a:lnTo>
                  <a:pt x="1248" y="8175"/>
                </a:lnTo>
                <a:lnTo>
                  <a:pt x="1169" y="8298"/>
                </a:lnTo>
                <a:lnTo>
                  <a:pt x="1014" y="5490"/>
                </a:lnTo>
                <a:lnTo>
                  <a:pt x="935" y="3051"/>
                </a:lnTo>
                <a:lnTo>
                  <a:pt x="857" y="1830"/>
                </a:lnTo>
                <a:lnTo>
                  <a:pt x="778" y="609"/>
                </a:lnTo>
                <a:lnTo>
                  <a:pt x="702" y="366"/>
                </a:lnTo>
                <a:lnTo>
                  <a:pt x="310" y="366"/>
                </a:lnTo>
                <a:lnTo>
                  <a:pt x="234" y="609"/>
                </a:lnTo>
                <a:lnTo>
                  <a:pt x="77" y="1707"/>
                </a:lnTo>
                <a:lnTo>
                  <a:pt x="0" y="2928"/>
                </a:lnTo>
                <a:lnTo>
                  <a:pt x="0" y="5247"/>
                </a:lnTo>
                <a:lnTo>
                  <a:pt x="77" y="7566"/>
                </a:lnTo>
                <a:lnTo>
                  <a:pt x="234" y="9885"/>
                </a:lnTo>
                <a:lnTo>
                  <a:pt x="389" y="12081"/>
                </a:lnTo>
                <a:lnTo>
                  <a:pt x="623" y="14400"/>
                </a:lnTo>
                <a:lnTo>
                  <a:pt x="857" y="16596"/>
                </a:lnTo>
                <a:lnTo>
                  <a:pt x="1014" y="17817"/>
                </a:lnTo>
                <a:lnTo>
                  <a:pt x="1169" y="18306"/>
                </a:lnTo>
                <a:lnTo>
                  <a:pt x="1248" y="18795"/>
                </a:lnTo>
                <a:lnTo>
                  <a:pt x="1169" y="19038"/>
                </a:lnTo>
                <a:lnTo>
                  <a:pt x="1248" y="19404"/>
                </a:lnTo>
                <a:lnTo>
                  <a:pt x="1403" y="19647"/>
                </a:lnTo>
                <a:lnTo>
                  <a:pt x="1558" y="19770"/>
                </a:lnTo>
                <a:lnTo>
                  <a:pt x="1871" y="19770"/>
                </a:lnTo>
                <a:lnTo>
                  <a:pt x="2026" y="19647"/>
                </a:lnTo>
                <a:lnTo>
                  <a:pt x="2183" y="19404"/>
                </a:lnTo>
                <a:lnTo>
                  <a:pt x="2260" y="19161"/>
                </a:lnTo>
                <a:lnTo>
                  <a:pt x="2260" y="18183"/>
                </a:lnTo>
                <a:lnTo>
                  <a:pt x="1871" y="15621"/>
                </a:lnTo>
                <a:lnTo>
                  <a:pt x="1558" y="12936"/>
                </a:lnTo>
                <a:lnTo>
                  <a:pt x="1324" y="10251"/>
                </a:lnTo>
                <a:lnTo>
                  <a:pt x="1248" y="9762"/>
                </a:lnTo>
                <a:lnTo>
                  <a:pt x="2105" y="9885"/>
                </a:lnTo>
                <a:lnTo>
                  <a:pt x="2885" y="9762"/>
                </a:lnTo>
                <a:lnTo>
                  <a:pt x="4522" y="9639"/>
                </a:lnTo>
                <a:lnTo>
                  <a:pt x="6082" y="9639"/>
                </a:lnTo>
                <a:lnTo>
                  <a:pt x="7719" y="9885"/>
                </a:lnTo>
                <a:lnTo>
                  <a:pt x="7564" y="14157"/>
                </a:lnTo>
                <a:lnTo>
                  <a:pt x="7407" y="16110"/>
                </a:lnTo>
                <a:lnTo>
                  <a:pt x="7407" y="16596"/>
                </a:lnTo>
                <a:lnTo>
                  <a:pt x="7486" y="17208"/>
                </a:lnTo>
                <a:lnTo>
                  <a:pt x="7564" y="17574"/>
                </a:lnTo>
                <a:lnTo>
                  <a:pt x="7719" y="17940"/>
                </a:lnTo>
                <a:lnTo>
                  <a:pt x="7798" y="18060"/>
                </a:lnTo>
                <a:lnTo>
                  <a:pt x="7953" y="18183"/>
                </a:lnTo>
                <a:lnTo>
                  <a:pt x="8187" y="17940"/>
                </a:lnTo>
                <a:lnTo>
                  <a:pt x="8344" y="17694"/>
                </a:lnTo>
                <a:lnTo>
                  <a:pt x="8500" y="17328"/>
                </a:lnTo>
                <a:lnTo>
                  <a:pt x="8578" y="16353"/>
                </a:lnTo>
                <a:lnTo>
                  <a:pt x="8578" y="14523"/>
                </a:lnTo>
                <a:lnTo>
                  <a:pt x="8734" y="9762"/>
                </a:lnTo>
                <a:lnTo>
                  <a:pt x="8812" y="4881"/>
                </a:lnTo>
                <a:lnTo>
                  <a:pt x="8889" y="2562"/>
                </a:lnTo>
                <a:lnTo>
                  <a:pt x="8889" y="1464"/>
                </a:lnTo>
                <a:lnTo>
                  <a:pt x="8812" y="366"/>
                </a:lnTo>
                <a:lnTo>
                  <a:pt x="8655" y="120"/>
                </a:lnTo>
                <a:lnTo>
                  <a:pt x="8500" y="0"/>
                </a:lnTo>
                <a:close/>
                <a:moveTo>
                  <a:pt x="11697" y="12570"/>
                </a:moveTo>
                <a:lnTo>
                  <a:pt x="11151" y="12690"/>
                </a:lnTo>
                <a:lnTo>
                  <a:pt x="10683" y="13056"/>
                </a:lnTo>
                <a:lnTo>
                  <a:pt x="10371" y="13302"/>
                </a:lnTo>
                <a:lnTo>
                  <a:pt x="10215" y="13668"/>
                </a:lnTo>
                <a:lnTo>
                  <a:pt x="10215" y="13791"/>
                </a:lnTo>
                <a:lnTo>
                  <a:pt x="10294" y="13911"/>
                </a:lnTo>
                <a:lnTo>
                  <a:pt x="10449" y="14157"/>
                </a:lnTo>
                <a:lnTo>
                  <a:pt x="11151" y="14157"/>
                </a:lnTo>
                <a:lnTo>
                  <a:pt x="12165" y="14034"/>
                </a:lnTo>
                <a:lnTo>
                  <a:pt x="12086" y="14400"/>
                </a:lnTo>
                <a:lnTo>
                  <a:pt x="11852" y="14766"/>
                </a:lnTo>
                <a:lnTo>
                  <a:pt x="11463" y="15375"/>
                </a:lnTo>
                <a:lnTo>
                  <a:pt x="10683" y="16962"/>
                </a:lnTo>
                <a:lnTo>
                  <a:pt x="9903" y="18672"/>
                </a:lnTo>
                <a:lnTo>
                  <a:pt x="9280" y="20379"/>
                </a:lnTo>
                <a:lnTo>
                  <a:pt x="9201" y="20868"/>
                </a:lnTo>
                <a:lnTo>
                  <a:pt x="9280" y="21357"/>
                </a:lnTo>
                <a:lnTo>
                  <a:pt x="9514" y="21600"/>
                </a:lnTo>
                <a:lnTo>
                  <a:pt x="9826" y="21600"/>
                </a:lnTo>
                <a:lnTo>
                  <a:pt x="13413" y="20379"/>
                </a:lnTo>
                <a:lnTo>
                  <a:pt x="13568" y="20259"/>
                </a:lnTo>
                <a:lnTo>
                  <a:pt x="13725" y="20013"/>
                </a:lnTo>
                <a:lnTo>
                  <a:pt x="13802" y="19770"/>
                </a:lnTo>
                <a:lnTo>
                  <a:pt x="13725" y="19404"/>
                </a:lnTo>
                <a:lnTo>
                  <a:pt x="13647" y="19161"/>
                </a:lnTo>
                <a:lnTo>
                  <a:pt x="13568" y="18915"/>
                </a:lnTo>
                <a:lnTo>
                  <a:pt x="13334" y="18795"/>
                </a:lnTo>
                <a:lnTo>
                  <a:pt x="13100" y="18795"/>
                </a:lnTo>
                <a:lnTo>
                  <a:pt x="10683" y="19647"/>
                </a:lnTo>
                <a:lnTo>
                  <a:pt x="11306" y="18183"/>
                </a:lnTo>
                <a:lnTo>
                  <a:pt x="12010" y="16842"/>
                </a:lnTo>
                <a:lnTo>
                  <a:pt x="12477" y="15987"/>
                </a:lnTo>
                <a:lnTo>
                  <a:pt x="12866" y="15132"/>
                </a:lnTo>
                <a:lnTo>
                  <a:pt x="13022" y="14643"/>
                </a:lnTo>
                <a:lnTo>
                  <a:pt x="13179" y="14157"/>
                </a:lnTo>
                <a:lnTo>
                  <a:pt x="13179" y="13056"/>
                </a:lnTo>
                <a:lnTo>
                  <a:pt x="13100" y="12936"/>
                </a:lnTo>
                <a:lnTo>
                  <a:pt x="13022" y="12690"/>
                </a:lnTo>
                <a:lnTo>
                  <a:pt x="12711" y="12570"/>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184" name="Google Shape;507;p10"/>
          <p:cNvSpPr/>
          <p:nvPr/>
        </p:nvSpPr>
        <p:spPr>
          <a:xfrm>
            <a:off x="956018" y="-57138"/>
            <a:ext cx="323589" cy="3214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793" y="8039"/>
                </a:moveTo>
                <a:lnTo>
                  <a:pt x="9723" y="8109"/>
                </a:lnTo>
                <a:lnTo>
                  <a:pt x="9654" y="8178"/>
                </a:lnTo>
                <a:lnTo>
                  <a:pt x="9446" y="8319"/>
                </a:lnTo>
                <a:lnTo>
                  <a:pt x="9306" y="8528"/>
                </a:lnTo>
                <a:lnTo>
                  <a:pt x="9306" y="8597"/>
                </a:lnTo>
                <a:lnTo>
                  <a:pt x="9168" y="8877"/>
                </a:lnTo>
                <a:lnTo>
                  <a:pt x="9168" y="9087"/>
                </a:lnTo>
                <a:lnTo>
                  <a:pt x="9238" y="9228"/>
                </a:lnTo>
                <a:lnTo>
                  <a:pt x="9446" y="9367"/>
                </a:lnTo>
                <a:lnTo>
                  <a:pt x="9654" y="9506"/>
                </a:lnTo>
                <a:lnTo>
                  <a:pt x="10001" y="9506"/>
                </a:lnTo>
                <a:lnTo>
                  <a:pt x="10279" y="9367"/>
                </a:lnTo>
                <a:lnTo>
                  <a:pt x="10488" y="9087"/>
                </a:lnTo>
                <a:lnTo>
                  <a:pt x="10558" y="8948"/>
                </a:lnTo>
                <a:lnTo>
                  <a:pt x="10626" y="8808"/>
                </a:lnTo>
                <a:lnTo>
                  <a:pt x="10558" y="8667"/>
                </a:lnTo>
                <a:lnTo>
                  <a:pt x="10558" y="8528"/>
                </a:lnTo>
                <a:lnTo>
                  <a:pt x="10279" y="8387"/>
                </a:lnTo>
                <a:lnTo>
                  <a:pt x="10071" y="8319"/>
                </a:lnTo>
                <a:lnTo>
                  <a:pt x="10071" y="8178"/>
                </a:lnTo>
                <a:lnTo>
                  <a:pt x="9931" y="8109"/>
                </a:lnTo>
                <a:lnTo>
                  <a:pt x="9793" y="8039"/>
                </a:lnTo>
                <a:close/>
                <a:moveTo>
                  <a:pt x="11321" y="11463"/>
                </a:moveTo>
                <a:lnTo>
                  <a:pt x="11391" y="11534"/>
                </a:lnTo>
                <a:lnTo>
                  <a:pt x="11459" y="11673"/>
                </a:lnTo>
                <a:lnTo>
                  <a:pt x="11459" y="11814"/>
                </a:lnTo>
                <a:lnTo>
                  <a:pt x="11182" y="11884"/>
                </a:lnTo>
                <a:lnTo>
                  <a:pt x="11251" y="11604"/>
                </a:lnTo>
                <a:lnTo>
                  <a:pt x="11321" y="11463"/>
                </a:lnTo>
                <a:close/>
                <a:moveTo>
                  <a:pt x="11042" y="10695"/>
                </a:moveTo>
                <a:lnTo>
                  <a:pt x="10834" y="10766"/>
                </a:lnTo>
                <a:lnTo>
                  <a:pt x="10696" y="10905"/>
                </a:lnTo>
                <a:lnTo>
                  <a:pt x="10626" y="11044"/>
                </a:lnTo>
                <a:lnTo>
                  <a:pt x="10626" y="11185"/>
                </a:lnTo>
                <a:lnTo>
                  <a:pt x="10766" y="11324"/>
                </a:lnTo>
                <a:lnTo>
                  <a:pt x="10558" y="11743"/>
                </a:lnTo>
                <a:lnTo>
                  <a:pt x="10488" y="12233"/>
                </a:lnTo>
                <a:lnTo>
                  <a:pt x="10558" y="12443"/>
                </a:lnTo>
                <a:lnTo>
                  <a:pt x="10766" y="12513"/>
                </a:lnTo>
                <a:lnTo>
                  <a:pt x="11042" y="12582"/>
                </a:lnTo>
                <a:lnTo>
                  <a:pt x="11321" y="12582"/>
                </a:lnTo>
                <a:lnTo>
                  <a:pt x="11529" y="12513"/>
                </a:lnTo>
                <a:lnTo>
                  <a:pt x="11807" y="12443"/>
                </a:lnTo>
                <a:lnTo>
                  <a:pt x="12016" y="12304"/>
                </a:lnTo>
                <a:lnTo>
                  <a:pt x="12154" y="12094"/>
                </a:lnTo>
                <a:lnTo>
                  <a:pt x="12224" y="11814"/>
                </a:lnTo>
                <a:lnTo>
                  <a:pt x="12224" y="11534"/>
                </a:lnTo>
                <a:lnTo>
                  <a:pt x="12154" y="11324"/>
                </a:lnTo>
                <a:lnTo>
                  <a:pt x="12016" y="11114"/>
                </a:lnTo>
                <a:lnTo>
                  <a:pt x="11877" y="10975"/>
                </a:lnTo>
                <a:lnTo>
                  <a:pt x="11667" y="10834"/>
                </a:lnTo>
                <a:lnTo>
                  <a:pt x="11459" y="10766"/>
                </a:lnTo>
                <a:lnTo>
                  <a:pt x="11251" y="10695"/>
                </a:lnTo>
                <a:close/>
                <a:moveTo>
                  <a:pt x="7432" y="839"/>
                </a:moveTo>
                <a:lnTo>
                  <a:pt x="8751" y="909"/>
                </a:lnTo>
                <a:lnTo>
                  <a:pt x="10139" y="909"/>
                </a:lnTo>
                <a:lnTo>
                  <a:pt x="12919" y="1048"/>
                </a:lnTo>
                <a:lnTo>
                  <a:pt x="14447" y="1048"/>
                </a:lnTo>
                <a:lnTo>
                  <a:pt x="14585" y="1397"/>
                </a:lnTo>
                <a:lnTo>
                  <a:pt x="14723" y="2026"/>
                </a:lnTo>
                <a:lnTo>
                  <a:pt x="14238" y="2235"/>
                </a:lnTo>
                <a:lnTo>
                  <a:pt x="13614" y="2306"/>
                </a:lnTo>
                <a:lnTo>
                  <a:pt x="13335" y="2306"/>
                </a:lnTo>
                <a:lnTo>
                  <a:pt x="12987" y="2235"/>
                </a:lnTo>
                <a:lnTo>
                  <a:pt x="12710" y="2235"/>
                </a:lnTo>
                <a:lnTo>
                  <a:pt x="12362" y="2306"/>
                </a:lnTo>
                <a:lnTo>
                  <a:pt x="12294" y="2376"/>
                </a:lnTo>
                <a:lnTo>
                  <a:pt x="12224" y="2516"/>
                </a:lnTo>
                <a:lnTo>
                  <a:pt x="12154" y="2657"/>
                </a:lnTo>
                <a:lnTo>
                  <a:pt x="12224" y="2796"/>
                </a:lnTo>
                <a:lnTo>
                  <a:pt x="12224" y="2866"/>
                </a:lnTo>
                <a:lnTo>
                  <a:pt x="12294" y="3005"/>
                </a:lnTo>
                <a:lnTo>
                  <a:pt x="12432" y="3145"/>
                </a:lnTo>
                <a:lnTo>
                  <a:pt x="12432" y="3985"/>
                </a:lnTo>
                <a:lnTo>
                  <a:pt x="12570" y="5033"/>
                </a:lnTo>
                <a:lnTo>
                  <a:pt x="12640" y="6081"/>
                </a:lnTo>
                <a:lnTo>
                  <a:pt x="12710" y="6920"/>
                </a:lnTo>
                <a:lnTo>
                  <a:pt x="12710" y="7758"/>
                </a:lnTo>
                <a:lnTo>
                  <a:pt x="12640" y="8738"/>
                </a:lnTo>
                <a:lnTo>
                  <a:pt x="12570" y="9228"/>
                </a:lnTo>
                <a:lnTo>
                  <a:pt x="12570" y="9716"/>
                </a:lnTo>
                <a:lnTo>
                  <a:pt x="12640" y="9996"/>
                </a:lnTo>
                <a:lnTo>
                  <a:pt x="12570" y="10135"/>
                </a:lnTo>
                <a:lnTo>
                  <a:pt x="12570" y="10415"/>
                </a:lnTo>
                <a:lnTo>
                  <a:pt x="12710" y="10556"/>
                </a:lnTo>
                <a:lnTo>
                  <a:pt x="13473" y="11044"/>
                </a:lnTo>
                <a:lnTo>
                  <a:pt x="14168" y="11463"/>
                </a:lnTo>
                <a:lnTo>
                  <a:pt x="14863" y="12024"/>
                </a:lnTo>
                <a:lnTo>
                  <a:pt x="15558" y="12652"/>
                </a:lnTo>
                <a:lnTo>
                  <a:pt x="16878" y="13910"/>
                </a:lnTo>
                <a:lnTo>
                  <a:pt x="16321" y="13981"/>
                </a:lnTo>
                <a:lnTo>
                  <a:pt x="15766" y="13910"/>
                </a:lnTo>
                <a:lnTo>
                  <a:pt x="15350" y="13771"/>
                </a:lnTo>
                <a:lnTo>
                  <a:pt x="14931" y="13632"/>
                </a:lnTo>
                <a:lnTo>
                  <a:pt x="14168" y="13211"/>
                </a:lnTo>
                <a:lnTo>
                  <a:pt x="13473" y="13001"/>
                </a:lnTo>
                <a:lnTo>
                  <a:pt x="12779" y="12933"/>
                </a:lnTo>
                <a:lnTo>
                  <a:pt x="12086" y="13001"/>
                </a:lnTo>
                <a:lnTo>
                  <a:pt x="11321" y="13211"/>
                </a:lnTo>
                <a:lnTo>
                  <a:pt x="10558" y="13422"/>
                </a:lnTo>
                <a:lnTo>
                  <a:pt x="9863" y="13771"/>
                </a:lnTo>
                <a:lnTo>
                  <a:pt x="9168" y="14051"/>
                </a:lnTo>
                <a:lnTo>
                  <a:pt x="8403" y="14329"/>
                </a:lnTo>
                <a:lnTo>
                  <a:pt x="7778" y="14400"/>
                </a:lnTo>
                <a:lnTo>
                  <a:pt x="7223" y="14471"/>
                </a:lnTo>
                <a:lnTo>
                  <a:pt x="7362" y="14400"/>
                </a:lnTo>
                <a:lnTo>
                  <a:pt x="7432" y="14261"/>
                </a:lnTo>
                <a:lnTo>
                  <a:pt x="7432" y="13910"/>
                </a:lnTo>
                <a:lnTo>
                  <a:pt x="7362" y="13771"/>
                </a:lnTo>
                <a:lnTo>
                  <a:pt x="7223" y="13701"/>
                </a:lnTo>
                <a:lnTo>
                  <a:pt x="5279" y="13701"/>
                </a:lnTo>
                <a:lnTo>
                  <a:pt x="5555" y="13422"/>
                </a:lnTo>
                <a:lnTo>
                  <a:pt x="6182" y="12723"/>
                </a:lnTo>
                <a:lnTo>
                  <a:pt x="6737" y="12792"/>
                </a:lnTo>
                <a:lnTo>
                  <a:pt x="7293" y="12792"/>
                </a:lnTo>
                <a:lnTo>
                  <a:pt x="8335" y="12723"/>
                </a:lnTo>
                <a:lnTo>
                  <a:pt x="8611" y="12652"/>
                </a:lnTo>
                <a:lnTo>
                  <a:pt x="8751" y="12443"/>
                </a:lnTo>
                <a:lnTo>
                  <a:pt x="8751" y="12304"/>
                </a:lnTo>
                <a:lnTo>
                  <a:pt x="8681" y="12163"/>
                </a:lnTo>
                <a:lnTo>
                  <a:pt x="8543" y="12024"/>
                </a:lnTo>
                <a:lnTo>
                  <a:pt x="8335" y="11953"/>
                </a:lnTo>
                <a:lnTo>
                  <a:pt x="6945" y="11953"/>
                </a:lnTo>
                <a:lnTo>
                  <a:pt x="7432" y="11463"/>
                </a:lnTo>
                <a:lnTo>
                  <a:pt x="7918" y="10905"/>
                </a:lnTo>
                <a:lnTo>
                  <a:pt x="8127" y="10905"/>
                </a:lnTo>
                <a:lnTo>
                  <a:pt x="8265" y="10834"/>
                </a:lnTo>
                <a:lnTo>
                  <a:pt x="8403" y="10625"/>
                </a:lnTo>
                <a:lnTo>
                  <a:pt x="8473" y="10415"/>
                </a:lnTo>
                <a:lnTo>
                  <a:pt x="8335" y="6571"/>
                </a:lnTo>
                <a:lnTo>
                  <a:pt x="8265" y="4753"/>
                </a:lnTo>
                <a:lnTo>
                  <a:pt x="8195" y="3844"/>
                </a:lnTo>
                <a:lnTo>
                  <a:pt x="8127" y="2935"/>
                </a:lnTo>
                <a:lnTo>
                  <a:pt x="8056" y="2725"/>
                </a:lnTo>
                <a:lnTo>
                  <a:pt x="8611" y="2866"/>
                </a:lnTo>
                <a:lnTo>
                  <a:pt x="9376" y="3005"/>
                </a:lnTo>
                <a:lnTo>
                  <a:pt x="9793" y="3005"/>
                </a:lnTo>
                <a:lnTo>
                  <a:pt x="10139" y="2866"/>
                </a:lnTo>
                <a:lnTo>
                  <a:pt x="10209" y="2796"/>
                </a:lnTo>
                <a:lnTo>
                  <a:pt x="10279" y="2725"/>
                </a:lnTo>
                <a:lnTo>
                  <a:pt x="10279" y="2586"/>
                </a:lnTo>
                <a:lnTo>
                  <a:pt x="10209" y="2516"/>
                </a:lnTo>
                <a:lnTo>
                  <a:pt x="9931" y="2306"/>
                </a:lnTo>
                <a:lnTo>
                  <a:pt x="9584" y="2235"/>
                </a:lnTo>
                <a:lnTo>
                  <a:pt x="8960" y="2167"/>
                </a:lnTo>
                <a:lnTo>
                  <a:pt x="7986" y="2026"/>
                </a:lnTo>
                <a:lnTo>
                  <a:pt x="7918" y="1957"/>
                </a:lnTo>
                <a:lnTo>
                  <a:pt x="7848" y="1887"/>
                </a:lnTo>
                <a:lnTo>
                  <a:pt x="7570" y="1887"/>
                </a:lnTo>
                <a:lnTo>
                  <a:pt x="7293" y="1957"/>
                </a:lnTo>
                <a:lnTo>
                  <a:pt x="7015" y="2026"/>
                </a:lnTo>
                <a:lnTo>
                  <a:pt x="6807" y="2026"/>
                </a:lnTo>
                <a:lnTo>
                  <a:pt x="6667" y="1957"/>
                </a:lnTo>
                <a:lnTo>
                  <a:pt x="6599" y="1887"/>
                </a:lnTo>
                <a:lnTo>
                  <a:pt x="6458" y="1677"/>
                </a:lnTo>
                <a:lnTo>
                  <a:pt x="6458" y="1328"/>
                </a:lnTo>
                <a:lnTo>
                  <a:pt x="6599" y="1187"/>
                </a:lnTo>
                <a:lnTo>
                  <a:pt x="6737" y="1048"/>
                </a:lnTo>
                <a:lnTo>
                  <a:pt x="7083" y="909"/>
                </a:lnTo>
                <a:lnTo>
                  <a:pt x="7432" y="839"/>
                </a:lnTo>
                <a:close/>
                <a:moveTo>
                  <a:pt x="11529" y="15380"/>
                </a:moveTo>
                <a:lnTo>
                  <a:pt x="11599" y="15519"/>
                </a:lnTo>
                <a:lnTo>
                  <a:pt x="11599" y="15658"/>
                </a:lnTo>
                <a:lnTo>
                  <a:pt x="11529" y="15799"/>
                </a:lnTo>
                <a:lnTo>
                  <a:pt x="11459" y="15938"/>
                </a:lnTo>
                <a:lnTo>
                  <a:pt x="11321" y="16008"/>
                </a:lnTo>
                <a:lnTo>
                  <a:pt x="11182" y="16008"/>
                </a:lnTo>
                <a:lnTo>
                  <a:pt x="11042" y="15938"/>
                </a:lnTo>
                <a:lnTo>
                  <a:pt x="10904" y="15799"/>
                </a:lnTo>
                <a:lnTo>
                  <a:pt x="10904" y="15589"/>
                </a:lnTo>
                <a:lnTo>
                  <a:pt x="11042" y="15519"/>
                </a:lnTo>
                <a:lnTo>
                  <a:pt x="11251" y="15380"/>
                </a:lnTo>
                <a:lnTo>
                  <a:pt x="11391" y="15448"/>
                </a:lnTo>
                <a:lnTo>
                  <a:pt x="11459" y="15448"/>
                </a:lnTo>
                <a:lnTo>
                  <a:pt x="11529" y="15380"/>
                </a:lnTo>
                <a:close/>
                <a:moveTo>
                  <a:pt x="11182" y="14539"/>
                </a:moveTo>
                <a:lnTo>
                  <a:pt x="10974" y="14610"/>
                </a:lnTo>
                <a:lnTo>
                  <a:pt x="10766" y="14680"/>
                </a:lnTo>
                <a:lnTo>
                  <a:pt x="10558" y="14819"/>
                </a:lnTo>
                <a:lnTo>
                  <a:pt x="10349" y="15029"/>
                </a:lnTo>
                <a:lnTo>
                  <a:pt x="10349" y="15099"/>
                </a:lnTo>
                <a:lnTo>
                  <a:pt x="10279" y="15239"/>
                </a:lnTo>
                <a:lnTo>
                  <a:pt x="10418" y="15380"/>
                </a:lnTo>
                <a:lnTo>
                  <a:pt x="10279" y="15658"/>
                </a:lnTo>
                <a:lnTo>
                  <a:pt x="10279" y="15938"/>
                </a:lnTo>
                <a:lnTo>
                  <a:pt x="10349" y="16148"/>
                </a:lnTo>
                <a:lnTo>
                  <a:pt x="10488" y="16357"/>
                </a:lnTo>
                <a:lnTo>
                  <a:pt x="10696" y="16567"/>
                </a:lnTo>
                <a:lnTo>
                  <a:pt x="10974" y="16637"/>
                </a:lnTo>
                <a:lnTo>
                  <a:pt x="11182" y="16708"/>
                </a:lnTo>
                <a:lnTo>
                  <a:pt x="11459" y="16708"/>
                </a:lnTo>
                <a:lnTo>
                  <a:pt x="11737" y="16637"/>
                </a:lnTo>
                <a:lnTo>
                  <a:pt x="11946" y="16498"/>
                </a:lnTo>
                <a:lnTo>
                  <a:pt x="12086" y="16357"/>
                </a:lnTo>
                <a:lnTo>
                  <a:pt x="12224" y="16148"/>
                </a:lnTo>
                <a:lnTo>
                  <a:pt x="12294" y="15867"/>
                </a:lnTo>
                <a:lnTo>
                  <a:pt x="12294" y="15380"/>
                </a:lnTo>
                <a:lnTo>
                  <a:pt x="12224" y="15170"/>
                </a:lnTo>
                <a:lnTo>
                  <a:pt x="12086" y="14960"/>
                </a:lnTo>
                <a:lnTo>
                  <a:pt x="11946" y="14819"/>
                </a:lnTo>
                <a:lnTo>
                  <a:pt x="11737" y="14680"/>
                </a:lnTo>
                <a:lnTo>
                  <a:pt x="11459" y="14610"/>
                </a:lnTo>
                <a:lnTo>
                  <a:pt x="11182" y="14539"/>
                </a:lnTo>
                <a:close/>
                <a:moveTo>
                  <a:pt x="8473" y="17405"/>
                </a:moveTo>
                <a:lnTo>
                  <a:pt x="8543" y="17686"/>
                </a:lnTo>
                <a:lnTo>
                  <a:pt x="8473" y="17895"/>
                </a:lnTo>
                <a:lnTo>
                  <a:pt x="8335" y="18175"/>
                </a:lnTo>
                <a:lnTo>
                  <a:pt x="8056" y="18385"/>
                </a:lnTo>
                <a:lnTo>
                  <a:pt x="7918" y="18455"/>
                </a:lnTo>
                <a:lnTo>
                  <a:pt x="7778" y="18455"/>
                </a:lnTo>
                <a:lnTo>
                  <a:pt x="7640" y="18385"/>
                </a:lnTo>
                <a:lnTo>
                  <a:pt x="7502" y="18246"/>
                </a:lnTo>
                <a:lnTo>
                  <a:pt x="7432" y="18105"/>
                </a:lnTo>
                <a:lnTo>
                  <a:pt x="7432" y="17966"/>
                </a:lnTo>
                <a:lnTo>
                  <a:pt x="7502" y="17825"/>
                </a:lnTo>
                <a:lnTo>
                  <a:pt x="7640" y="17686"/>
                </a:lnTo>
                <a:lnTo>
                  <a:pt x="7986" y="17546"/>
                </a:lnTo>
                <a:lnTo>
                  <a:pt x="8335" y="17476"/>
                </a:lnTo>
                <a:lnTo>
                  <a:pt x="8403" y="17476"/>
                </a:lnTo>
                <a:lnTo>
                  <a:pt x="8473" y="17405"/>
                </a:lnTo>
                <a:close/>
                <a:moveTo>
                  <a:pt x="14655" y="17895"/>
                </a:moveTo>
                <a:lnTo>
                  <a:pt x="14793" y="18034"/>
                </a:lnTo>
                <a:lnTo>
                  <a:pt x="14863" y="18246"/>
                </a:lnTo>
                <a:lnTo>
                  <a:pt x="14863" y="18455"/>
                </a:lnTo>
                <a:lnTo>
                  <a:pt x="14793" y="18665"/>
                </a:lnTo>
                <a:lnTo>
                  <a:pt x="14585" y="18804"/>
                </a:lnTo>
                <a:lnTo>
                  <a:pt x="14307" y="18875"/>
                </a:lnTo>
                <a:lnTo>
                  <a:pt x="14098" y="18875"/>
                </a:lnTo>
                <a:lnTo>
                  <a:pt x="13822" y="18804"/>
                </a:lnTo>
                <a:lnTo>
                  <a:pt x="13682" y="18665"/>
                </a:lnTo>
                <a:lnTo>
                  <a:pt x="13822" y="18385"/>
                </a:lnTo>
                <a:lnTo>
                  <a:pt x="13960" y="18175"/>
                </a:lnTo>
                <a:lnTo>
                  <a:pt x="14168" y="18034"/>
                </a:lnTo>
                <a:lnTo>
                  <a:pt x="14447" y="17966"/>
                </a:lnTo>
                <a:lnTo>
                  <a:pt x="14585" y="17895"/>
                </a:lnTo>
                <a:close/>
                <a:moveTo>
                  <a:pt x="8403" y="16498"/>
                </a:moveTo>
                <a:lnTo>
                  <a:pt x="8127" y="16567"/>
                </a:lnTo>
                <a:lnTo>
                  <a:pt x="7848" y="16567"/>
                </a:lnTo>
                <a:lnTo>
                  <a:pt x="7710" y="16637"/>
                </a:lnTo>
                <a:lnTo>
                  <a:pt x="7570" y="16776"/>
                </a:lnTo>
                <a:lnTo>
                  <a:pt x="7502" y="17057"/>
                </a:lnTo>
                <a:lnTo>
                  <a:pt x="7083" y="17266"/>
                </a:lnTo>
                <a:lnTo>
                  <a:pt x="6807" y="17615"/>
                </a:lnTo>
                <a:lnTo>
                  <a:pt x="6737" y="17825"/>
                </a:lnTo>
                <a:lnTo>
                  <a:pt x="6667" y="18105"/>
                </a:lnTo>
                <a:lnTo>
                  <a:pt x="6737" y="18314"/>
                </a:lnTo>
                <a:lnTo>
                  <a:pt x="6807" y="18595"/>
                </a:lnTo>
                <a:lnTo>
                  <a:pt x="7015" y="18804"/>
                </a:lnTo>
                <a:lnTo>
                  <a:pt x="7153" y="19014"/>
                </a:lnTo>
                <a:lnTo>
                  <a:pt x="7432" y="19153"/>
                </a:lnTo>
                <a:lnTo>
                  <a:pt x="7640" y="19224"/>
                </a:lnTo>
                <a:lnTo>
                  <a:pt x="8265" y="19224"/>
                </a:lnTo>
                <a:lnTo>
                  <a:pt x="8543" y="19084"/>
                </a:lnTo>
                <a:lnTo>
                  <a:pt x="8751" y="18875"/>
                </a:lnTo>
                <a:lnTo>
                  <a:pt x="8960" y="18665"/>
                </a:lnTo>
                <a:lnTo>
                  <a:pt x="9168" y="18385"/>
                </a:lnTo>
                <a:lnTo>
                  <a:pt x="9238" y="18105"/>
                </a:lnTo>
                <a:lnTo>
                  <a:pt x="9306" y="17825"/>
                </a:lnTo>
                <a:lnTo>
                  <a:pt x="9306" y="17476"/>
                </a:lnTo>
                <a:lnTo>
                  <a:pt x="9238" y="17196"/>
                </a:lnTo>
                <a:lnTo>
                  <a:pt x="9098" y="16918"/>
                </a:lnTo>
                <a:lnTo>
                  <a:pt x="8960" y="16708"/>
                </a:lnTo>
                <a:lnTo>
                  <a:pt x="8681" y="16567"/>
                </a:lnTo>
                <a:lnTo>
                  <a:pt x="8403" y="16498"/>
                </a:lnTo>
                <a:close/>
                <a:moveTo>
                  <a:pt x="14098" y="17057"/>
                </a:moveTo>
                <a:lnTo>
                  <a:pt x="13890" y="17127"/>
                </a:lnTo>
                <a:lnTo>
                  <a:pt x="13752" y="17266"/>
                </a:lnTo>
                <a:lnTo>
                  <a:pt x="13682" y="17405"/>
                </a:lnTo>
                <a:lnTo>
                  <a:pt x="13682" y="17546"/>
                </a:lnTo>
                <a:lnTo>
                  <a:pt x="13473" y="17756"/>
                </a:lnTo>
                <a:lnTo>
                  <a:pt x="13265" y="17895"/>
                </a:lnTo>
                <a:lnTo>
                  <a:pt x="13127" y="18105"/>
                </a:lnTo>
                <a:lnTo>
                  <a:pt x="13057" y="18314"/>
                </a:lnTo>
                <a:lnTo>
                  <a:pt x="13057" y="18246"/>
                </a:lnTo>
                <a:lnTo>
                  <a:pt x="12987" y="18314"/>
                </a:lnTo>
                <a:lnTo>
                  <a:pt x="12919" y="18595"/>
                </a:lnTo>
                <a:lnTo>
                  <a:pt x="12919" y="18875"/>
                </a:lnTo>
                <a:lnTo>
                  <a:pt x="12987" y="19014"/>
                </a:lnTo>
                <a:lnTo>
                  <a:pt x="13057" y="19153"/>
                </a:lnTo>
                <a:lnTo>
                  <a:pt x="13265" y="19294"/>
                </a:lnTo>
                <a:lnTo>
                  <a:pt x="13335" y="19363"/>
                </a:lnTo>
                <a:lnTo>
                  <a:pt x="13335" y="19433"/>
                </a:lnTo>
                <a:lnTo>
                  <a:pt x="13682" y="19572"/>
                </a:lnTo>
                <a:lnTo>
                  <a:pt x="13960" y="19713"/>
                </a:lnTo>
                <a:lnTo>
                  <a:pt x="14585" y="19713"/>
                </a:lnTo>
                <a:lnTo>
                  <a:pt x="14863" y="19572"/>
                </a:lnTo>
                <a:lnTo>
                  <a:pt x="15142" y="19433"/>
                </a:lnTo>
                <a:lnTo>
                  <a:pt x="15350" y="19224"/>
                </a:lnTo>
                <a:lnTo>
                  <a:pt x="15488" y="18943"/>
                </a:lnTo>
                <a:lnTo>
                  <a:pt x="15626" y="18665"/>
                </a:lnTo>
                <a:lnTo>
                  <a:pt x="15696" y="18314"/>
                </a:lnTo>
                <a:lnTo>
                  <a:pt x="15626" y="18034"/>
                </a:lnTo>
                <a:lnTo>
                  <a:pt x="15558" y="17756"/>
                </a:lnTo>
                <a:lnTo>
                  <a:pt x="15418" y="17476"/>
                </a:lnTo>
                <a:lnTo>
                  <a:pt x="15142" y="17196"/>
                </a:lnTo>
                <a:lnTo>
                  <a:pt x="15001" y="17127"/>
                </a:lnTo>
                <a:lnTo>
                  <a:pt x="14863" y="17057"/>
                </a:lnTo>
                <a:close/>
                <a:moveTo>
                  <a:pt x="13195" y="13771"/>
                </a:moveTo>
                <a:lnTo>
                  <a:pt x="13682" y="13910"/>
                </a:lnTo>
                <a:lnTo>
                  <a:pt x="14655" y="14329"/>
                </a:lnTo>
                <a:lnTo>
                  <a:pt x="15280" y="14610"/>
                </a:lnTo>
                <a:lnTo>
                  <a:pt x="16043" y="14749"/>
                </a:lnTo>
                <a:lnTo>
                  <a:pt x="16391" y="14819"/>
                </a:lnTo>
                <a:lnTo>
                  <a:pt x="16808" y="14819"/>
                </a:lnTo>
                <a:lnTo>
                  <a:pt x="17154" y="14749"/>
                </a:lnTo>
                <a:lnTo>
                  <a:pt x="17503" y="14610"/>
                </a:lnTo>
                <a:lnTo>
                  <a:pt x="18127" y="15380"/>
                </a:lnTo>
                <a:lnTo>
                  <a:pt x="19169" y="16847"/>
                </a:lnTo>
                <a:lnTo>
                  <a:pt x="20142" y="18385"/>
                </a:lnTo>
                <a:lnTo>
                  <a:pt x="20419" y="18804"/>
                </a:lnTo>
                <a:lnTo>
                  <a:pt x="20489" y="19084"/>
                </a:lnTo>
                <a:lnTo>
                  <a:pt x="20419" y="19363"/>
                </a:lnTo>
                <a:lnTo>
                  <a:pt x="20350" y="19504"/>
                </a:lnTo>
                <a:lnTo>
                  <a:pt x="20142" y="19713"/>
                </a:lnTo>
                <a:lnTo>
                  <a:pt x="19794" y="19923"/>
                </a:lnTo>
                <a:lnTo>
                  <a:pt x="19377" y="20203"/>
                </a:lnTo>
                <a:lnTo>
                  <a:pt x="18474" y="20133"/>
                </a:lnTo>
                <a:lnTo>
                  <a:pt x="17571" y="19993"/>
                </a:lnTo>
                <a:lnTo>
                  <a:pt x="15766" y="19923"/>
                </a:lnTo>
                <a:lnTo>
                  <a:pt x="13960" y="19993"/>
                </a:lnTo>
                <a:lnTo>
                  <a:pt x="12154" y="20062"/>
                </a:lnTo>
                <a:lnTo>
                  <a:pt x="3959" y="20342"/>
                </a:lnTo>
                <a:lnTo>
                  <a:pt x="2015" y="20413"/>
                </a:lnTo>
                <a:lnTo>
                  <a:pt x="1390" y="20413"/>
                </a:lnTo>
                <a:lnTo>
                  <a:pt x="1181" y="20272"/>
                </a:lnTo>
                <a:lnTo>
                  <a:pt x="1111" y="20203"/>
                </a:lnTo>
                <a:lnTo>
                  <a:pt x="1041" y="20133"/>
                </a:lnTo>
                <a:lnTo>
                  <a:pt x="1111" y="19852"/>
                </a:lnTo>
                <a:lnTo>
                  <a:pt x="1390" y="19433"/>
                </a:lnTo>
                <a:lnTo>
                  <a:pt x="2015" y="18455"/>
                </a:lnTo>
                <a:lnTo>
                  <a:pt x="2918" y="18246"/>
                </a:lnTo>
                <a:lnTo>
                  <a:pt x="3334" y="18175"/>
                </a:lnTo>
                <a:lnTo>
                  <a:pt x="3819" y="18105"/>
                </a:lnTo>
                <a:lnTo>
                  <a:pt x="3959" y="18034"/>
                </a:lnTo>
                <a:lnTo>
                  <a:pt x="4027" y="17966"/>
                </a:lnTo>
                <a:lnTo>
                  <a:pt x="4097" y="17686"/>
                </a:lnTo>
                <a:lnTo>
                  <a:pt x="4027" y="17476"/>
                </a:lnTo>
                <a:lnTo>
                  <a:pt x="3959" y="17405"/>
                </a:lnTo>
                <a:lnTo>
                  <a:pt x="3819" y="17337"/>
                </a:lnTo>
                <a:lnTo>
                  <a:pt x="3543" y="17266"/>
                </a:lnTo>
                <a:lnTo>
                  <a:pt x="3264" y="17266"/>
                </a:lnTo>
                <a:lnTo>
                  <a:pt x="2639" y="17405"/>
                </a:lnTo>
                <a:lnTo>
                  <a:pt x="3402" y="16287"/>
                </a:lnTo>
                <a:lnTo>
                  <a:pt x="3473" y="16218"/>
                </a:lnTo>
                <a:lnTo>
                  <a:pt x="3681" y="16287"/>
                </a:lnTo>
                <a:lnTo>
                  <a:pt x="3959" y="16357"/>
                </a:lnTo>
                <a:lnTo>
                  <a:pt x="4654" y="16428"/>
                </a:lnTo>
                <a:lnTo>
                  <a:pt x="5625" y="16428"/>
                </a:lnTo>
                <a:lnTo>
                  <a:pt x="5834" y="16357"/>
                </a:lnTo>
                <a:lnTo>
                  <a:pt x="5974" y="16218"/>
                </a:lnTo>
                <a:lnTo>
                  <a:pt x="6042" y="16008"/>
                </a:lnTo>
                <a:lnTo>
                  <a:pt x="5974" y="15799"/>
                </a:lnTo>
                <a:lnTo>
                  <a:pt x="5834" y="15658"/>
                </a:lnTo>
                <a:lnTo>
                  <a:pt x="5625" y="15589"/>
                </a:lnTo>
                <a:lnTo>
                  <a:pt x="3889" y="15589"/>
                </a:lnTo>
                <a:lnTo>
                  <a:pt x="4792" y="14329"/>
                </a:lnTo>
                <a:lnTo>
                  <a:pt x="5209" y="14400"/>
                </a:lnTo>
                <a:lnTo>
                  <a:pt x="5487" y="14680"/>
                </a:lnTo>
                <a:lnTo>
                  <a:pt x="5765" y="14819"/>
                </a:lnTo>
                <a:lnTo>
                  <a:pt x="6042" y="14960"/>
                </a:lnTo>
                <a:lnTo>
                  <a:pt x="6390" y="15099"/>
                </a:lnTo>
                <a:lnTo>
                  <a:pt x="7083" y="15170"/>
                </a:lnTo>
                <a:lnTo>
                  <a:pt x="7710" y="15170"/>
                </a:lnTo>
                <a:lnTo>
                  <a:pt x="8611" y="15029"/>
                </a:lnTo>
                <a:lnTo>
                  <a:pt x="9376" y="14819"/>
                </a:lnTo>
                <a:lnTo>
                  <a:pt x="10974" y="14120"/>
                </a:lnTo>
                <a:lnTo>
                  <a:pt x="11807" y="13842"/>
                </a:lnTo>
                <a:lnTo>
                  <a:pt x="12294" y="13771"/>
                </a:lnTo>
                <a:close/>
                <a:moveTo>
                  <a:pt x="7640" y="0"/>
                </a:moveTo>
                <a:lnTo>
                  <a:pt x="7223" y="69"/>
                </a:lnTo>
                <a:lnTo>
                  <a:pt x="6807" y="139"/>
                </a:lnTo>
                <a:lnTo>
                  <a:pt x="6458" y="278"/>
                </a:lnTo>
                <a:lnTo>
                  <a:pt x="6112" y="488"/>
                </a:lnTo>
                <a:lnTo>
                  <a:pt x="5904" y="768"/>
                </a:lnTo>
                <a:lnTo>
                  <a:pt x="5695" y="1048"/>
                </a:lnTo>
                <a:lnTo>
                  <a:pt x="5625" y="1467"/>
                </a:lnTo>
                <a:lnTo>
                  <a:pt x="5695" y="1887"/>
                </a:lnTo>
                <a:lnTo>
                  <a:pt x="5834" y="2235"/>
                </a:lnTo>
                <a:lnTo>
                  <a:pt x="5974" y="2447"/>
                </a:lnTo>
                <a:lnTo>
                  <a:pt x="6182" y="2586"/>
                </a:lnTo>
                <a:lnTo>
                  <a:pt x="6458" y="2725"/>
                </a:lnTo>
                <a:lnTo>
                  <a:pt x="6737" y="2796"/>
                </a:lnTo>
                <a:lnTo>
                  <a:pt x="7015" y="2796"/>
                </a:lnTo>
                <a:lnTo>
                  <a:pt x="7293" y="2725"/>
                </a:lnTo>
                <a:lnTo>
                  <a:pt x="7570" y="2657"/>
                </a:lnTo>
                <a:lnTo>
                  <a:pt x="7710" y="2657"/>
                </a:lnTo>
                <a:lnTo>
                  <a:pt x="7502" y="2796"/>
                </a:lnTo>
                <a:lnTo>
                  <a:pt x="7432" y="3005"/>
                </a:lnTo>
                <a:lnTo>
                  <a:pt x="7362" y="3914"/>
                </a:lnTo>
                <a:lnTo>
                  <a:pt x="7362" y="4824"/>
                </a:lnTo>
                <a:lnTo>
                  <a:pt x="7432" y="6571"/>
                </a:lnTo>
                <a:lnTo>
                  <a:pt x="7432" y="10066"/>
                </a:lnTo>
                <a:lnTo>
                  <a:pt x="7502" y="10415"/>
                </a:lnTo>
                <a:lnTo>
                  <a:pt x="7502" y="10486"/>
                </a:lnTo>
                <a:lnTo>
                  <a:pt x="7083" y="10695"/>
                </a:lnTo>
                <a:lnTo>
                  <a:pt x="6737" y="10905"/>
                </a:lnTo>
                <a:lnTo>
                  <a:pt x="6112" y="11463"/>
                </a:lnTo>
                <a:lnTo>
                  <a:pt x="5487" y="12094"/>
                </a:lnTo>
                <a:lnTo>
                  <a:pt x="4930" y="12723"/>
                </a:lnTo>
                <a:lnTo>
                  <a:pt x="4237" y="13491"/>
                </a:lnTo>
                <a:lnTo>
                  <a:pt x="3611" y="14261"/>
                </a:lnTo>
                <a:lnTo>
                  <a:pt x="2431" y="15938"/>
                </a:lnTo>
                <a:lnTo>
                  <a:pt x="1320" y="17615"/>
                </a:lnTo>
                <a:lnTo>
                  <a:pt x="278" y="19294"/>
                </a:lnTo>
                <a:lnTo>
                  <a:pt x="70" y="19643"/>
                </a:lnTo>
                <a:lnTo>
                  <a:pt x="0" y="19993"/>
                </a:lnTo>
                <a:lnTo>
                  <a:pt x="70" y="20342"/>
                </a:lnTo>
                <a:lnTo>
                  <a:pt x="208" y="20691"/>
                </a:lnTo>
                <a:lnTo>
                  <a:pt x="417" y="20971"/>
                </a:lnTo>
                <a:lnTo>
                  <a:pt x="695" y="21181"/>
                </a:lnTo>
                <a:lnTo>
                  <a:pt x="1041" y="21390"/>
                </a:lnTo>
                <a:lnTo>
                  <a:pt x="1458" y="21461"/>
                </a:lnTo>
                <a:lnTo>
                  <a:pt x="2499" y="21531"/>
                </a:lnTo>
                <a:lnTo>
                  <a:pt x="3543" y="21461"/>
                </a:lnTo>
                <a:lnTo>
                  <a:pt x="5695" y="21322"/>
                </a:lnTo>
                <a:lnTo>
                  <a:pt x="10418" y="21181"/>
                </a:lnTo>
                <a:lnTo>
                  <a:pt x="14098" y="21042"/>
                </a:lnTo>
                <a:lnTo>
                  <a:pt x="15905" y="20971"/>
                </a:lnTo>
                <a:lnTo>
                  <a:pt x="17711" y="21042"/>
                </a:lnTo>
                <a:lnTo>
                  <a:pt x="17779" y="21251"/>
                </a:lnTo>
                <a:lnTo>
                  <a:pt x="17919" y="21390"/>
                </a:lnTo>
                <a:lnTo>
                  <a:pt x="18198" y="21531"/>
                </a:lnTo>
                <a:lnTo>
                  <a:pt x="18544" y="21600"/>
                </a:lnTo>
                <a:lnTo>
                  <a:pt x="18891" y="21600"/>
                </a:lnTo>
                <a:lnTo>
                  <a:pt x="19169" y="21531"/>
                </a:lnTo>
                <a:lnTo>
                  <a:pt x="19447" y="21531"/>
                </a:lnTo>
                <a:lnTo>
                  <a:pt x="19655" y="21461"/>
                </a:lnTo>
                <a:lnTo>
                  <a:pt x="19794" y="21322"/>
                </a:lnTo>
                <a:lnTo>
                  <a:pt x="20002" y="21181"/>
                </a:lnTo>
                <a:lnTo>
                  <a:pt x="20419" y="20901"/>
                </a:lnTo>
                <a:lnTo>
                  <a:pt x="20767" y="20552"/>
                </a:lnTo>
                <a:lnTo>
                  <a:pt x="21113" y="20203"/>
                </a:lnTo>
                <a:lnTo>
                  <a:pt x="21392" y="19923"/>
                </a:lnTo>
                <a:lnTo>
                  <a:pt x="21462" y="19643"/>
                </a:lnTo>
                <a:lnTo>
                  <a:pt x="21530" y="19433"/>
                </a:lnTo>
                <a:lnTo>
                  <a:pt x="21600" y="19153"/>
                </a:lnTo>
                <a:lnTo>
                  <a:pt x="21530" y="18943"/>
                </a:lnTo>
                <a:lnTo>
                  <a:pt x="21392" y="18455"/>
                </a:lnTo>
                <a:lnTo>
                  <a:pt x="21183" y="18034"/>
                </a:lnTo>
                <a:lnTo>
                  <a:pt x="20559" y="16986"/>
                </a:lnTo>
                <a:lnTo>
                  <a:pt x="19864" y="15938"/>
                </a:lnTo>
                <a:lnTo>
                  <a:pt x="19169" y="15029"/>
                </a:lnTo>
                <a:lnTo>
                  <a:pt x="18406" y="14120"/>
                </a:lnTo>
                <a:lnTo>
                  <a:pt x="17641" y="13211"/>
                </a:lnTo>
                <a:lnTo>
                  <a:pt x="16808" y="12372"/>
                </a:lnTo>
                <a:lnTo>
                  <a:pt x="16043" y="11673"/>
                </a:lnTo>
                <a:lnTo>
                  <a:pt x="15280" y="10975"/>
                </a:lnTo>
                <a:lnTo>
                  <a:pt x="14863" y="10625"/>
                </a:lnTo>
                <a:lnTo>
                  <a:pt x="14377" y="10346"/>
                </a:lnTo>
                <a:lnTo>
                  <a:pt x="13960" y="10135"/>
                </a:lnTo>
                <a:lnTo>
                  <a:pt x="13473" y="9925"/>
                </a:lnTo>
                <a:lnTo>
                  <a:pt x="13473" y="9857"/>
                </a:lnTo>
                <a:lnTo>
                  <a:pt x="13614" y="9437"/>
                </a:lnTo>
                <a:lnTo>
                  <a:pt x="13682" y="8948"/>
                </a:lnTo>
                <a:lnTo>
                  <a:pt x="13682" y="6990"/>
                </a:lnTo>
                <a:lnTo>
                  <a:pt x="13614" y="6081"/>
                </a:lnTo>
                <a:lnTo>
                  <a:pt x="13544" y="5382"/>
                </a:lnTo>
                <a:lnTo>
                  <a:pt x="13473" y="4543"/>
                </a:lnTo>
                <a:lnTo>
                  <a:pt x="13335" y="4124"/>
                </a:lnTo>
                <a:lnTo>
                  <a:pt x="13265" y="3705"/>
                </a:lnTo>
                <a:lnTo>
                  <a:pt x="13127" y="3354"/>
                </a:lnTo>
                <a:lnTo>
                  <a:pt x="12919" y="3076"/>
                </a:lnTo>
                <a:lnTo>
                  <a:pt x="13614" y="3145"/>
                </a:lnTo>
                <a:lnTo>
                  <a:pt x="14238" y="3145"/>
                </a:lnTo>
                <a:lnTo>
                  <a:pt x="14863" y="2935"/>
                </a:lnTo>
                <a:lnTo>
                  <a:pt x="15142" y="2796"/>
                </a:lnTo>
                <a:lnTo>
                  <a:pt x="15418" y="2586"/>
                </a:lnTo>
                <a:lnTo>
                  <a:pt x="15626" y="2376"/>
                </a:lnTo>
                <a:lnTo>
                  <a:pt x="15626" y="2096"/>
                </a:lnTo>
                <a:lnTo>
                  <a:pt x="15418" y="1187"/>
                </a:lnTo>
                <a:lnTo>
                  <a:pt x="15280" y="768"/>
                </a:lnTo>
                <a:lnTo>
                  <a:pt x="15142" y="558"/>
                </a:lnTo>
                <a:lnTo>
                  <a:pt x="15001" y="419"/>
                </a:lnTo>
                <a:lnTo>
                  <a:pt x="14863" y="278"/>
                </a:lnTo>
                <a:lnTo>
                  <a:pt x="14723" y="278"/>
                </a:lnTo>
                <a:lnTo>
                  <a:pt x="14447" y="210"/>
                </a:lnTo>
                <a:lnTo>
                  <a:pt x="12919" y="139"/>
                </a:lnTo>
                <a:lnTo>
                  <a:pt x="7640" y="0"/>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185" name="Google Shape;508;p10"/>
          <p:cNvSpPr/>
          <p:nvPr/>
        </p:nvSpPr>
        <p:spPr>
          <a:xfrm>
            <a:off x="1333322" y="4678482"/>
            <a:ext cx="306939" cy="38497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428" y="2160"/>
                </a:moveTo>
                <a:lnTo>
                  <a:pt x="20648" y="2628"/>
                </a:lnTo>
                <a:lnTo>
                  <a:pt x="20648" y="3678"/>
                </a:lnTo>
                <a:lnTo>
                  <a:pt x="20428" y="4144"/>
                </a:lnTo>
                <a:lnTo>
                  <a:pt x="20428" y="4087"/>
                </a:lnTo>
                <a:lnTo>
                  <a:pt x="20354" y="3094"/>
                </a:lnTo>
                <a:lnTo>
                  <a:pt x="20428" y="2160"/>
                </a:lnTo>
                <a:close/>
                <a:moveTo>
                  <a:pt x="19037" y="3328"/>
                </a:moveTo>
                <a:lnTo>
                  <a:pt x="19037" y="4437"/>
                </a:lnTo>
                <a:lnTo>
                  <a:pt x="18891" y="3503"/>
                </a:lnTo>
                <a:lnTo>
                  <a:pt x="19037" y="3328"/>
                </a:lnTo>
                <a:close/>
                <a:moveTo>
                  <a:pt x="19841" y="2044"/>
                </a:moveTo>
                <a:lnTo>
                  <a:pt x="19696" y="2919"/>
                </a:lnTo>
                <a:lnTo>
                  <a:pt x="19622" y="3387"/>
                </a:lnTo>
                <a:lnTo>
                  <a:pt x="19622" y="4203"/>
                </a:lnTo>
                <a:lnTo>
                  <a:pt x="19696" y="4437"/>
                </a:lnTo>
                <a:lnTo>
                  <a:pt x="19841" y="4671"/>
                </a:lnTo>
                <a:lnTo>
                  <a:pt x="19989" y="4846"/>
                </a:lnTo>
                <a:lnTo>
                  <a:pt x="20061" y="4846"/>
                </a:lnTo>
                <a:lnTo>
                  <a:pt x="19841" y="5137"/>
                </a:lnTo>
                <a:lnTo>
                  <a:pt x="19257" y="5779"/>
                </a:lnTo>
                <a:lnTo>
                  <a:pt x="19111" y="4846"/>
                </a:lnTo>
                <a:lnTo>
                  <a:pt x="19183" y="4962"/>
                </a:lnTo>
                <a:lnTo>
                  <a:pt x="19257" y="5021"/>
                </a:lnTo>
                <a:lnTo>
                  <a:pt x="19402" y="5079"/>
                </a:lnTo>
                <a:lnTo>
                  <a:pt x="19550" y="5021"/>
                </a:lnTo>
                <a:lnTo>
                  <a:pt x="19696" y="5021"/>
                </a:lnTo>
                <a:lnTo>
                  <a:pt x="19770" y="4903"/>
                </a:lnTo>
                <a:lnTo>
                  <a:pt x="19770" y="4728"/>
                </a:lnTo>
                <a:lnTo>
                  <a:pt x="19696" y="4671"/>
                </a:lnTo>
                <a:lnTo>
                  <a:pt x="19622" y="4612"/>
                </a:lnTo>
                <a:lnTo>
                  <a:pt x="19476" y="4612"/>
                </a:lnTo>
                <a:lnTo>
                  <a:pt x="19476" y="4203"/>
                </a:lnTo>
                <a:lnTo>
                  <a:pt x="19402" y="3328"/>
                </a:lnTo>
                <a:lnTo>
                  <a:pt x="19330" y="3210"/>
                </a:lnTo>
                <a:lnTo>
                  <a:pt x="19135" y="3210"/>
                </a:lnTo>
                <a:lnTo>
                  <a:pt x="19183" y="3153"/>
                </a:lnTo>
                <a:lnTo>
                  <a:pt x="19402" y="2803"/>
                </a:lnTo>
                <a:lnTo>
                  <a:pt x="19622" y="2453"/>
                </a:lnTo>
                <a:lnTo>
                  <a:pt x="19841" y="2044"/>
                </a:lnTo>
                <a:close/>
                <a:moveTo>
                  <a:pt x="18598" y="3794"/>
                </a:moveTo>
                <a:lnTo>
                  <a:pt x="18524" y="4962"/>
                </a:lnTo>
                <a:lnTo>
                  <a:pt x="18598" y="6188"/>
                </a:lnTo>
                <a:lnTo>
                  <a:pt x="18670" y="6306"/>
                </a:lnTo>
                <a:lnTo>
                  <a:pt x="18159" y="6656"/>
                </a:lnTo>
                <a:lnTo>
                  <a:pt x="18159" y="5955"/>
                </a:lnTo>
                <a:lnTo>
                  <a:pt x="18011" y="5254"/>
                </a:lnTo>
                <a:lnTo>
                  <a:pt x="17939" y="4319"/>
                </a:lnTo>
                <a:lnTo>
                  <a:pt x="18231" y="4087"/>
                </a:lnTo>
                <a:lnTo>
                  <a:pt x="18598" y="3794"/>
                </a:lnTo>
                <a:close/>
                <a:moveTo>
                  <a:pt x="16181" y="5721"/>
                </a:moveTo>
                <a:lnTo>
                  <a:pt x="15961" y="6188"/>
                </a:lnTo>
                <a:lnTo>
                  <a:pt x="15815" y="6713"/>
                </a:lnTo>
                <a:lnTo>
                  <a:pt x="15741" y="6013"/>
                </a:lnTo>
                <a:lnTo>
                  <a:pt x="16181" y="5721"/>
                </a:lnTo>
                <a:close/>
                <a:moveTo>
                  <a:pt x="17426" y="4728"/>
                </a:moveTo>
                <a:lnTo>
                  <a:pt x="17426" y="6072"/>
                </a:lnTo>
                <a:lnTo>
                  <a:pt x="17500" y="6538"/>
                </a:lnTo>
                <a:lnTo>
                  <a:pt x="17646" y="6947"/>
                </a:lnTo>
                <a:lnTo>
                  <a:pt x="17646" y="7006"/>
                </a:lnTo>
                <a:lnTo>
                  <a:pt x="17207" y="7297"/>
                </a:lnTo>
                <a:lnTo>
                  <a:pt x="17280" y="6713"/>
                </a:lnTo>
                <a:lnTo>
                  <a:pt x="17352" y="6072"/>
                </a:lnTo>
                <a:lnTo>
                  <a:pt x="17352" y="5488"/>
                </a:lnTo>
                <a:lnTo>
                  <a:pt x="17280" y="4903"/>
                </a:lnTo>
                <a:lnTo>
                  <a:pt x="17426" y="4728"/>
                </a:lnTo>
                <a:close/>
                <a:moveTo>
                  <a:pt x="16694" y="5312"/>
                </a:moveTo>
                <a:lnTo>
                  <a:pt x="16474" y="7531"/>
                </a:lnTo>
                <a:lnTo>
                  <a:pt x="16548" y="7647"/>
                </a:lnTo>
                <a:lnTo>
                  <a:pt x="16548" y="7706"/>
                </a:lnTo>
                <a:lnTo>
                  <a:pt x="16400" y="7822"/>
                </a:lnTo>
                <a:lnTo>
                  <a:pt x="16328" y="7765"/>
                </a:lnTo>
                <a:lnTo>
                  <a:pt x="16620" y="5604"/>
                </a:lnTo>
                <a:lnTo>
                  <a:pt x="16474" y="5488"/>
                </a:lnTo>
                <a:lnTo>
                  <a:pt x="16694" y="5312"/>
                </a:lnTo>
                <a:close/>
                <a:moveTo>
                  <a:pt x="15376" y="6306"/>
                </a:moveTo>
                <a:lnTo>
                  <a:pt x="15302" y="6888"/>
                </a:lnTo>
                <a:lnTo>
                  <a:pt x="15157" y="7472"/>
                </a:lnTo>
                <a:lnTo>
                  <a:pt x="15009" y="7997"/>
                </a:lnTo>
                <a:lnTo>
                  <a:pt x="14789" y="8581"/>
                </a:lnTo>
                <a:lnTo>
                  <a:pt x="14789" y="8699"/>
                </a:lnTo>
                <a:lnTo>
                  <a:pt x="14644" y="8640"/>
                </a:lnTo>
                <a:lnTo>
                  <a:pt x="14570" y="8640"/>
                </a:lnTo>
                <a:lnTo>
                  <a:pt x="14570" y="7940"/>
                </a:lnTo>
                <a:lnTo>
                  <a:pt x="14498" y="7472"/>
                </a:lnTo>
                <a:lnTo>
                  <a:pt x="14424" y="6947"/>
                </a:lnTo>
                <a:lnTo>
                  <a:pt x="15376" y="6306"/>
                </a:lnTo>
                <a:close/>
                <a:moveTo>
                  <a:pt x="14059" y="7181"/>
                </a:moveTo>
                <a:lnTo>
                  <a:pt x="13911" y="7997"/>
                </a:lnTo>
                <a:lnTo>
                  <a:pt x="13911" y="8815"/>
                </a:lnTo>
                <a:lnTo>
                  <a:pt x="13985" y="8990"/>
                </a:lnTo>
                <a:lnTo>
                  <a:pt x="14131" y="9166"/>
                </a:lnTo>
                <a:lnTo>
                  <a:pt x="13326" y="9632"/>
                </a:lnTo>
                <a:lnTo>
                  <a:pt x="13398" y="9224"/>
                </a:lnTo>
                <a:lnTo>
                  <a:pt x="13472" y="8815"/>
                </a:lnTo>
                <a:lnTo>
                  <a:pt x="13472" y="8231"/>
                </a:lnTo>
                <a:lnTo>
                  <a:pt x="13326" y="7706"/>
                </a:lnTo>
                <a:lnTo>
                  <a:pt x="14059" y="7181"/>
                </a:lnTo>
                <a:close/>
                <a:moveTo>
                  <a:pt x="13178" y="7822"/>
                </a:moveTo>
                <a:lnTo>
                  <a:pt x="13107" y="8231"/>
                </a:lnTo>
                <a:lnTo>
                  <a:pt x="13033" y="8640"/>
                </a:lnTo>
                <a:lnTo>
                  <a:pt x="12887" y="8932"/>
                </a:lnTo>
                <a:lnTo>
                  <a:pt x="12739" y="9166"/>
                </a:lnTo>
                <a:lnTo>
                  <a:pt x="12594" y="9457"/>
                </a:lnTo>
                <a:lnTo>
                  <a:pt x="12594" y="9866"/>
                </a:lnTo>
                <a:lnTo>
                  <a:pt x="12739" y="9925"/>
                </a:lnTo>
                <a:lnTo>
                  <a:pt x="11935" y="10334"/>
                </a:lnTo>
                <a:lnTo>
                  <a:pt x="12081" y="9691"/>
                </a:lnTo>
                <a:lnTo>
                  <a:pt x="12081" y="9166"/>
                </a:lnTo>
                <a:lnTo>
                  <a:pt x="12007" y="8581"/>
                </a:lnTo>
                <a:lnTo>
                  <a:pt x="13178" y="7822"/>
                </a:lnTo>
                <a:close/>
                <a:moveTo>
                  <a:pt x="11715" y="8815"/>
                </a:moveTo>
                <a:lnTo>
                  <a:pt x="11568" y="9457"/>
                </a:lnTo>
                <a:lnTo>
                  <a:pt x="11348" y="10100"/>
                </a:lnTo>
                <a:lnTo>
                  <a:pt x="11202" y="10450"/>
                </a:lnTo>
                <a:lnTo>
                  <a:pt x="11202" y="10741"/>
                </a:lnTo>
                <a:lnTo>
                  <a:pt x="10324" y="11268"/>
                </a:lnTo>
                <a:lnTo>
                  <a:pt x="10763" y="9457"/>
                </a:lnTo>
                <a:lnTo>
                  <a:pt x="11715" y="8815"/>
                </a:lnTo>
                <a:close/>
                <a:moveTo>
                  <a:pt x="18231" y="759"/>
                </a:moveTo>
                <a:lnTo>
                  <a:pt x="18817" y="934"/>
                </a:lnTo>
                <a:lnTo>
                  <a:pt x="18598" y="1168"/>
                </a:lnTo>
                <a:lnTo>
                  <a:pt x="18598" y="1343"/>
                </a:lnTo>
                <a:lnTo>
                  <a:pt x="18670" y="1459"/>
                </a:lnTo>
                <a:lnTo>
                  <a:pt x="18817" y="1518"/>
                </a:lnTo>
                <a:lnTo>
                  <a:pt x="19037" y="1518"/>
                </a:lnTo>
                <a:lnTo>
                  <a:pt x="19037" y="1751"/>
                </a:lnTo>
                <a:lnTo>
                  <a:pt x="18891" y="2044"/>
                </a:lnTo>
                <a:lnTo>
                  <a:pt x="18598" y="2569"/>
                </a:lnTo>
                <a:lnTo>
                  <a:pt x="18231" y="3035"/>
                </a:lnTo>
                <a:lnTo>
                  <a:pt x="17791" y="3503"/>
                </a:lnTo>
                <a:lnTo>
                  <a:pt x="17646" y="3444"/>
                </a:lnTo>
                <a:lnTo>
                  <a:pt x="17572" y="3503"/>
                </a:lnTo>
                <a:lnTo>
                  <a:pt x="17500" y="3503"/>
                </a:lnTo>
                <a:lnTo>
                  <a:pt x="17426" y="3619"/>
                </a:lnTo>
                <a:lnTo>
                  <a:pt x="17426" y="3737"/>
                </a:lnTo>
                <a:lnTo>
                  <a:pt x="16694" y="4319"/>
                </a:lnTo>
                <a:lnTo>
                  <a:pt x="15448" y="5312"/>
                </a:lnTo>
                <a:lnTo>
                  <a:pt x="15302" y="5312"/>
                </a:lnTo>
                <a:lnTo>
                  <a:pt x="15302" y="5429"/>
                </a:lnTo>
                <a:lnTo>
                  <a:pt x="12959" y="7063"/>
                </a:lnTo>
                <a:lnTo>
                  <a:pt x="11276" y="8231"/>
                </a:lnTo>
                <a:lnTo>
                  <a:pt x="9591" y="9341"/>
                </a:lnTo>
                <a:lnTo>
                  <a:pt x="9517" y="9341"/>
                </a:lnTo>
                <a:lnTo>
                  <a:pt x="9446" y="9399"/>
                </a:lnTo>
                <a:lnTo>
                  <a:pt x="9226" y="9575"/>
                </a:lnTo>
                <a:lnTo>
                  <a:pt x="7761" y="10450"/>
                </a:lnTo>
                <a:lnTo>
                  <a:pt x="7687" y="10450"/>
                </a:lnTo>
                <a:lnTo>
                  <a:pt x="7615" y="10509"/>
                </a:lnTo>
                <a:lnTo>
                  <a:pt x="7248" y="10684"/>
                </a:lnTo>
                <a:lnTo>
                  <a:pt x="6663" y="10975"/>
                </a:lnTo>
                <a:lnTo>
                  <a:pt x="6296" y="11150"/>
                </a:lnTo>
                <a:lnTo>
                  <a:pt x="6076" y="11384"/>
                </a:lnTo>
                <a:lnTo>
                  <a:pt x="5930" y="11325"/>
                </a:lnTo>
                <a:lnTo>
                  <a:pt x="5198" y="10859"/>
                </a:lnTo>
                <a:lnTo>
                  <a:pt x="4613" y="10275"/>
                </a:lnTo>
                <a:lnTo>
                  <a:pt x="4246" y="9984"/>
                </a:lnTo>
                <a:lnTo>
                  <a:pt x="3880" y="9691"/>
                </a:lnTo>
                <a:lnTo>
                  <a:pt x="4393" y="9457"/>
                </a:lnTo>
                <a:lnTo>
                  <a:pt x="4904" y="9107"/>
                </a:lnTo>
                <a:lnTo>
                  <a:pt x="5198" y="9457"/>
                </a:lnTo>
                <a:lnTo>
                  <a:pt x="5637" y="9750"/>
                </a:lnTo>
                <a:lnTo>
                  <a:pt x="5857" y="9866"/>
                </a:lnTo>
                <a:lnTo>
                  <a:pt x="6150" y="9925"/>
                </a:lnTo>
                <a:lnTo>
                  <a:pt x="6443" y="9925"/>
                </a:lnTo>
                <a:lnTo>
                  <a:pt x="6663" y="9750"/>
                </a:lnTo>
                <a:lnTo>
                  <a:pt x="6735" y="9691"/>
                </a:lnTo>
                <a:lnTo>
                  <a:pt x="6809" y="9575"/>
                </a:lnTo>
                <a:lnTo>
                  <a:pt x="6735" y="9341"/>
                </a:lnTo>
                <a:lnTo>
                  <a:pt x="6663" y="9224"/>
                </a:lnTo>
                <a:lnTo>
                  <a:pt x="6515" y="9166"/>
                </a:lnTo>
                <a:lnTo>
                  <a:pt x="6224" y="9166"/>
                </a:lnTo>
                <a:lnTo>
                  <a:pt x="6150" y="9224"/>
                </a:lnTo>
                <a:lnTo>
                  <a:pt x="6150" y="9166"/>
                </a:lnTo>
                <a:lnTo>
                  <a:pt x="5857" y="8990"/>
                </a:lnTo>
                <a:lnTo>
                  <a:pt x="5491" y="8756"/>
                </a:lnTo>
                <a:lnTo>
                  <a:pt x="5637" y="8640"/>
                </a:lnTo>
                <a:lnTo>
                  <a:pt x="6589" y="7940"/>
                </a:lnTo>
                <a:lnTo>
                  <a:pt x="6735" y="8231"/>
                </a:lnTo>
                <a:lnTo>
                  <a:pt x="6883" y="8406"/>
                </a:lnTo>
                <a:lnTo>
                  <a:pt x="7102" y="8581"/>
                </a:lnTo>
                <a:lnTo>
                  <a:pt x="7322" y="8756"/>
                </a:lnTo>
                <a:lnTo>
                  <a:pt x="7615" y="8815"/>
                </a:lnTo>
                <a:lnTo>
                  <a:pt x="7835" y="8815"/>
                </a:lnTo>
                <a:lnTo>
                  <a:pt x="7980" y="8699"/>
                </a:lnTo>
                <a:lnTo>
                  <a:pt x="8054" y="8581"/>
                </a:lnTo>
                <a:lnTo>
                  <a:pt x="8054" y="8406"/>
                </a:lnTo>
                <a:lnTo>
                  <a:pt x="7761" y="8172"/>
                </a:lnTo>
                <a:lnTo>
                  <a:pt x="7467" y="7940"/>
                </a:lnTo>
                <a:lnTo>
                  <a:pt x="7248" y="7706"/>
                </a:lnTo>
                <a:lnTo>
                  <a:pt x="7174" y="7590"/>
                </a:lnTo>
                <a:lnTo>
                  <a:pt x="7174" y="7531"/>
                </a:lnTo>
                <a:lnTo>
                  <a:pt x="7835" y="7063"/>
                </a:lnTo>
                <a:lnTo>
                  <a:pt x="8274" y="6772"/>
                </a:lnTo>
                <a:lnTo>
                  <a:pt x="8346" y="7006"/>
                </a:lnTo>
                <a:lnTo>
                  <a:pt x="8493" y="7181"/>
                </a:lnTo>
                <a:lnTo>
                  <a:pt x="8639" y="7356"/>
                </a:lnTo>
                <a:lnTo>
                  <a:pt x="8859" y="7590"/>
                </a:lnTo>
                <a:lnTo>
                  <a:pt x="9152" y="7706"/>
                </a:lnTo>
                <a:lnTo>
                  <a:pt x="9372" y="7765"/>
                </a:lnTo>
                <a:lnTo>
                  <a:pt x="9591" y="7706"/>
                </a:lnTo>
                <a:lnTo>
                  <a:pt x="9665" y="7590"/>
                </a:lnTo>
                <a:lnTo>
                  <a:pt x="9737" y="7531"/>
                </a:lnTo>
                <a:lnTo>
                  <a:pt x="9737" y="7356"/>
                </a:lnTo>
                <a:lnTo>
                  <a:pt x="9665" y="7238"/>
                </a:lnTo>
                <a:lnTo>
                  <a:pt x="9517" y="7122"/>
                </a:lnTo>
                <a:lnTo>
                  <a:pt x="9226" y="6888"/>
                </a:lnTo>
                <a:lnTo>
                  <a:pt x="9006" y="6713"/>
                </a:lnTo>
                <a:lnTo>
                  <a:pt x="8933" y="6481"/>
                </a:lnTo>
                <a:lnTo>
                  <a:pt x="8933" y="6363"/>
                </a:lnTo>
                <a:lnTo>
                  <a:pt x="9957" y="5604"/>
                </a:lnTo>
                <a:lnTo>
                  <a:pt x="10104" y="5779"/>
                </a:lnTo>
                <a:lnTo>
                  <a:pt x="10324" y="6131"/>
                </a:lnTo>
                <a:lnTo>
                  <a:pt x="10689" y="6422"/>
                </a:lnTo>
                <a:lnTo>
                  <a:pt x="10837" y="6481"/>
                </a:lnTo>
                <a:lnTo>
                  <a:pt x="10983" y="6538"/>
                </a:lnTo>
                <a:lnTo>
                  <a:pt x="11128" y="6481"/>
                </a:lnTo>
                <a:lnTo>
                  <a:pt x="11276" y="6422"/>
                </a:lnTo>
                <a:lnTo>
                  <a:pt x="11348" y="6306"/>
                </a:lnTo>
                <a:lnTo>
                  <a:pt x="11348" y="6131"/>
                </a:lnTo>
                <a:lnTo>
                  <a:pt x="11276" y="6013"/>
                </a:lnTo>
                <a:lnTo>
                  <a:pt x="10470" y="5254"/>
                </a:lnTo>
                <a:lnTo>
                  <a:pt x="11935" y="4203"/>
                </a:lnTo>
                <a:lnTo>
                  <a:pt x="12007" y="4319"/>
                </a:lnTo>
                <a:lnTo>
                  <a:pt x="12300" y="4903"/>
                </a:lnTo>
                <a:lnTo>
                  <a:pt x="12374" y="5021"/>
                </a:lnTo>
                <a:lnTo>
                  <a:pt x="12448" y="5079"/>
                </a:lnTo>
                <a:lnTo>
                  <a:pt x="12739" y="5079"/>
                </a:lnTo>
                <a:lnTo>
                  <a:pt x="12887" y="5021"/>
                </a:lnTo>
                <a:lnTo>
                  <a:pt x="12959" y="4903"/>
                </a:lnTo>
                <a:lnTo>
                  <a:pt x="13033" y="4787"/>
                </a:lnTo>
                <a:lnTo>
                  <a:pt x="12959" y="4671"/>
                </a:lnTo>
                <a:lnTo>
                  <a:pt x="12739" y="4144"/>
                </a:lnTo>
                <a:lnTo>
                  <a:pt x="12520" y="3853"/>
                </a:lnTo>
                <a:lnTo>
                  <a:pt x="13985" y="2744"/>
                </a:lnTo>
                <a:lnTo>
                  <a:pt x="14059" y="3094"/>
                </a:lnTo>
                <a:lnTo>
                  <a:pt x="14131" y="3387"/>
                </a:lnTo>
                <a:lnTo>
                  <a:pt x="14278" y="3737"/>
                </a:lnTo>
                <a:lnTo>
                  <a:pt x="14424" y="4028"/>
                </a:lnTo>
                <a:lnTo>
                  <a:pt x="14570" y="4144"/>
                </a:lnTo>
                <a:lnTo>
                  <a:pt x="14789" y="4203"/>
                </a:lnTo>
                <a:lnTo>
                  <a:pt x="15083" y="4087"/>
                </a:lnTo>
                <a:lnTo>
                  <a:pt x="15228" y="3969"/>
                </a:lnTo>
                <a:lnTo>
                  <a:pt x="15302" y="3794"/>
                </a:lnTo>
                <a:lnTo>
                  <a:pt x="15302" y="3678"/>
                </a:lnTo>
                <a:lnTo>
                  <a:pt x="15228" y="3562"/>
                </a:lnTo>
                <a:lnTo>
                  <a:pt x="15083" y="3444"/>
                </a:lnTo>
                <a:lnTo>
                  <a:pt x="14937" y="3444"/>
                </a:lnTo>
                <a:lnTo>
                  <a:pt x="14644" y="2919"/>
                </a:lnTo>
                <a:lnTo>
                  <a:pt x="14424" y="2453"/>
                </a:lnTo>
                <a:lnTo>
                  <a:pt x="15448" y="1751"/>
                </a:lnTo>
                <a:lnTo>
                  <a:pt x="16400" y="1168"/>
                </a:lnTo>
                <a:lnTo>
                  <a:pt x="16694" y="993"/>
                </a:lnTo>
                <a:lnTo>
                  <a:pt x="16987" y="875"/>
                </a:lnTo>
                <a:lnTo>
                  <a:pt x="17646" y="759"/>
                </a:lnTo>
                <a:close/>
                <a:moveTo>
                  <a:pt x="6954" y="11559"/>
                </a:moveTo>
                <a:lnTo>
                  <a:pt x="6883" y="11850"/>
                </a:lnTo>
                <a:lnTo>
                  <a:pt x="6589" y="11675"/>
                </a:lnTo>
                <a:lnTo>
                  <a:pt x="6954" y="11559"/>
                </a:lnTo>
                <a:close/>
                <a:moveTo>
                  <a:pt x="10176" y="9807"/>
                </a:moveTo>
                <a:lnTo>
                  <a:pt x="9446" y="11559"/>
                </a:lnTo>
                <a:lnTo>
                  <a:pt x="9446" y="11675"/>
                </a:lnTo>
                <a:lnTo>
                  <a:pt x="9152" y="11850"/>
                </a:lnTo>
                <a:lnTo>
                  <a:pt x="9152" y="11618"/>
                </a:lnTo>
                <a:lnTo>
                  <a:pt x="9226" y="10916"/>
                </a:lnTo>
                <a:lnTo>
                  <a:pt x="9446" y="10275"/>
                </a:lnTo>
                <a:lnTo>
                  <a:pt x="10030" y="9925"/>
                </a:lnTo>
                <a:lnTo>
                  <a:pt x="10176" y="9807"/>
                </a:lnTo>
                <a:close/>
                <a:moveTo>
                  <a:pt x="8565" y="10741"/>
                </a:moveTo>
                <a:lnTo>
                  <a:pt x="8420" y="11325"/>
                </a:lnTo>
                <a:lnTo>
                  <a:pt x="8420" y="12084"/>
                </a:lnTo>
                <a:lnTo>
                  <a:pt x="8565" y="12143"/>
                </a:lnTo>
                <a:lnTo>
                  <a:pt x="7761" y="12610"/>
                </a:lnTo>
                <a:lnTo>
                  <a:pt x="7615" y="12493"/>
                </a:lnTo>
                <a:lnTo>
                  <a:pt x="7761" y="12376"/>
                </a:lnTo>
                <a:lnTo>
                  <a:pt x="7835" y="12201"/>
                </a:lnTo>
                <a:lnTo>
                  <a:pt x="7835" y="12084"/>
                </a:lnTo>
                <a:lnTo>
                  <a:pt x="7761" y="11968"/>
                </a:lnTo>
                <a:lnTo>
                  <a:pt x="7687" y="11909"/>
                </a:lnTo>
                <a:lnTo>
                  <a:pt x="7615" y="11909"/>
                </a:lnTo>
                <a:lnTo>
                  <a:pt x="7761" y="11500"/>
                </a:lnTo>
                <a:lnTo>
                  <a:pt x="7835" y="11150"/>
                </a:lnTo>
                <a:lnTo>
                  <a:pt x="7835" y="11091"/>
                </a:lnTo>
                <a:lnTo>
                  <a:pt x="8565" y="10741"/>
                </a:lnTo>
                <a:close/>
                <a:moveTo>
                  <a:pt x="2196" y="9750"/>
                </a:moveTo>
                <a:lnTo>
                  <a:pt x="2709" y="9866"/>
                </a:lnTo>
                <a:lnTo>
                  <a:pt x="3148" y="10041"/>
                </a:lnTo>
                <a:lnTo>
                  <a:pt x="3513" y="10275"/>
                </a:lnTo>
                <a:lnTo>
                  <a:pt x="3880" y="10625"/>
                </a:lnTo>
                <a:lnTo>
                  <a:pt x="4613" y="11268"/>
                </a:lnTo>
                <a:lnTo>
                  <a:pt x="5417" y="11850"/>
                </a:lnTo>
                <a:lnTo>
                  <a:pt x="6296" y="12376"/>
                </a:lnTo>
                <a:lnTo>
                  <a:pt x="6663" y="12668"/>
                </a:lnTo>
                <a:lnTo>
                  <a:pt x="7028" y="12960"/>
                </a:lnTo>
                <a:lnTo>
                  <a:pt x="7028" y="13019"/>
                </a:lnTo>
                <a:lnTo>
                  <a:pt x="6954" y="13194"/>
                </a:lnTo>
                <a:lnTo>
                  <a:pt x="6954" y="13369"/>
                </a:lnTo>
                <a:lnTo>
                  <a:pt x="7102" y="13485"/>
                </a:lnTo>
                <a:lnTo>
                  <a:pt x="7322" y="13544"/>
                </a:lnTo>
                <a:lnTo>
                  <a:pt x="7322" y="13778"/>
                </a:lnTo>
                <a:lnTo>
                  <a:pt x="7174" y="13837"/>
                </a:lnTo>
                <a:lnTo>
                  <a:pt x="6443" y="13894"/>
                </a:lnTo>
                <a:lnTo>
                  <a:pt x="6004" y="13485"/>
                </a:lnTo>
                <a:lnTo>
                  <a:pt x="5637" y="13135"/>
                </a:lnTo>
                <a:lnTo>
                  <a:pt x="4320" y="11909"/>
                </a:lnTo>
                <a:lnTo>
                  <a:pt x="3222" y="10975"/>
                </a:lnTo>
                <a:lnTo>
                  <a:pt x="2635" y="10509"/>
                </a:lnTo>
                <a:lnTo>
                  <a:pt x="2341" y="10334"/>
                </a:lnTo>
                <a:lnTo>
                  <a:pt x="1976" y="10216"/>
                </a:lnTo>
                <a:lnTo>
                  <a:pt x="2196" y="9750"/>
                </a:lnTo>
                <a:close/>
                <a:moveTo>
                  <a:pt x="17426" y="0"/>
                </a:moveTo>
                <a:lnTo>
                  <a:pt x="16913" y="116"/>
                </a:lnTo>
                <a:lnTo>
                  <a:pt x="16400" y="291"/>
                </a:lnTo>
                <a:lnTo>
                  <a:pt x="15961" y="525"/>
                </a:lnTo>
                <a:lnTo>
                  <a:pt x="15522" y="759"/>
                </a:lnTo>
                <a:lnTo>
                  <a:pt x="14278" y="1634"/>
                </a:lnTo>
                <a:lnTo>
                  <a:pt x="13033" y="2510"/>
                </a:lnTo>
                <a:lnTo>
                  <a:pt x="8054" y="6013"/>
                </a:lnTo>
                <a:lnTo>
                  <a:pt x="5637" y="7706"/>
                </a:lnTo>
                <a:lnTo>
                  <a:pt x="4613" y="8406"/>
                </a:lnTo>
                <a:lnTo>
                  <a:pt x="4174" y="8815"/>
                </a:lnTo>
                <a:lnTo>
                  <a:pt x="3733" y="9224"/>
                </a:lnTo>
                <a:lnTo>
                  <a:pt x="3513" y="9282"/>
                </a:lnTo>
                <a:lnTo>
                  <a:pt x="3441" y="9457"/>
                </a:lnTo>
                <a:lnTo>
                  <a:pt x="3074" y="9282"/>
                </a:lnTo>
                <a:lnTo>
                  <a:pt x="2709" y="9224"/>
                </a:lnTo>
                <a:lnTo>
                  <a:pt x="2341" y="9166"/>
                </a:lnTo>
                <a:lnTo>
                  <a:pt x="1902" y="9166"/>
                </a:lnTo>
                <a:lnTo>
                  <a:pt x="1683" y="9224"/>
                </a:lnTo>
                <a:lnTo>
                  <a:pt x="1537" y="9399"/>
                </a:lnTo>
                <a:lnTo>
                  <a:pt x="1244" y="10216"/>
                </a:lnTo>
                <a:lnTo>
                  <a:pt x="1244" y="10334"/>
                </a:lnTo>
                <a:lnTo>
                  <a:pt x="1317" y="10450"/>
                </a:lnTo>
                <a:lnTo>
                  <a:pt x="1391" y="10509"/>
                </a:lnTo>
                <a:lnTo>
                  <a:pt x="1537" y="10566"/>
                </a:lnTo>
                <a:lnTo>
                  <a:pt x="1830" y="10916"/>
                </a:lnTo>
                <a:lnTo>
                  <a:pt x="2196" y="11268"/>
                </a:lnTo>
                <a:lnTo>
                  <a:pt x="3002" y="11909"/>
                </a:lnTo>
                <a:lnTo>
                  <a:pt x="4759" y="13544"/>
                </a:lnTo>
                <a:lnTo>
                  <a:pt x="5417" y="14244"/>
                </a:lnTo>
                <a:lnTo>
                  <a:pt x="5857" y="14594"/>
                </a:lnTo>
                <a:lnTo>
                  <a:pt x="6296" y="14828"/>
                </a:lnTo>
                <a:lnTo>
                  <a:pt x="6589" y="14887"/>
                </a:lnTo>
                <a:lnTo>
                  <a:pt x="6809" y="14887"/>
                </a:lnTo>
                <a:lnTo>
                  <a:pt x="7028" y="14769"/>
                </a:lnTo>
                <a:lnTo>
                  <a:pt x="7174" y="14594"/>
                </a:lnTo>
                <a:lnTo>
                  <a:pt x="7615" y="14537"/>
                </a:lnTo>
                <a:lnTo>
                  <a:pt x="7907" y="14419"/>
                </a:lnTo>
                <a:lnTo>
                  <a:pt x="8126" y="14244"/>
                </a:lnTo>
                <a:lnTo>
                  <a:pt x="8274" y="14012"/>
                </a:lnTo>
                <a:lnTo>
                  <a:pt x="8274" y="13603"/>
                </a:lnTo>
                <a:lnTo>
                  <a:pt x="8200" y="13253"/>
                </a:lnTo>
                <a:lnTo>
                  <a:pt x="10617" y="12025"/>
                </a:lnTo>
                <a:lnTo>
                  <a:pt x="13033" y="10741"/>
                </a:lnTo>
                <a:lnTo>
                  <a:pt x="15302" y="9399"/>
                </a:lnTo>
                <a:lnTo>
                  <a:pt x="17572" y="7997"/>
                </a:lnTo>
                <a:lnTo>
                  <a:pt x="18524" y="7415"/>
                </a:lnTo>
                <a:lnTo>
                  <a:pt x="19402" y="6713"/>
                </a:lnTo>
                <a:lnTo>
                  <a:pt x="20209" y="5955"/>
                </a:lnTo>
                <a:lnTo>
                  <a:pt x="20574" y="5546"/>
                </a:lnTo>
                <a:lnTo>
                  <a:pt x="20867" y="5137"/>
                </a:lnTo>
                <a:lnTo>
                  <a:pt x="21161" y="4728"/>
                </a:lnTo>
                <a:lnTo>
                  <a:pt x="21380" y="4262"/>
                </a:lnTo>
                <a:lnTo>
                  <a:pt x="21526" y="3794"/>
                </a:lnTo>
                <a:lnTo>
                  <a:pt x="21600" y="3387"/>
                </a:lnTo>
                <a:lnTo>
                  <a:pt x="21600" y="2919"/>
                </a:lnTo>
                <a:lnTo>
                  <a:pt x="21526" y="2453"/>
                </a:lnTo>
                <a:lnTo>
                  <a:pt x="21307" y="1985"/>
                </a:lnTo>
                <a:lnTo>
                  <a:pt x="21013" y="1518"/>
                </a:lnTo>
                <a:lnTo>
                  <a:pt x="20722" y="1168"/>
                </a:lnTo>
                <a:lnTo>
                  <a:pt x="20354" y="818"/>
                </a:lnTo>
                <a:lnTo>
                  <a:pt x="19915" y="584"/>
                </a:lnTo>
                <a:lnTo>
                  <a:pt x="19476" y="350"/>
                </a:lnTo>
                <a:lnTo>
                  <a:pt x="18963" y="175"/>
                </a:lnTo>
                <a:lnTo>
                  <a:pt x="18524" y="59"/>
                </a:lnTo>
                <a:lnTo>
                  <a:pt x="17939" y="0"/>
                </a:lnTo>
                <a:close/>
                <a:moveTo>
                  <a:pt x="3952" y="19732"/>
                </a:moveTo>
                <a:lnTo>
                  <a:pt x="3952" y="20141"/>
                </a:lnTo>
                <a:lnTo>
                  <a:pt x="3807" y="20550"/>
                </a:lnTo>
                <a:lnTo>
                  <a:pt x="3587" y="20550"/>
                </a:lnTo>
                <a:lnTo>
                  <a:pt x="3733" y="20141"/>
                </a:lnTo>
                <a:lnTo>
                  <a:pt x="3952" y="19732"/>
                </a:lnTo>
                <a:close/>
                <a:moveTo>
                  <a:pt x="3294" y="14944"/>
                </a:moveTo>
                <a:lnTo>
                  <a:pt x="3367" y="15237"/>
                </a:lnTo>
                <a:lnTo>
                  <a:pt x="3807" y="16229"/>
                </a:lnTo>
                <a:lnTo>
                  <a:pt x="4685" y="18097"/>
                </a:lnTo>
                <a:lnTo>
                  <a:pt x="4833" y="18681"/>
                </a:lnTo>
                <a:lnTo>
                  <a:pt x="4904" y="19265"/>
                </a:lnTo>
                <a:lnTo>
                  <a:pt x="4833" y="19790"/>
                </a:lnTo>
                <a:lnTo>
                  <a:pt x="4685" y="20082"/>
                </a:lnTo>
                <a:lnTo>
                  <a:pt x="4539" y="20316"/>
                </a:lnTo>
                <a:lnTo>
                  <a:pt x="4613" y="20024"/>
                </a:lnTo>
                <a:lnTo>
                  <a:pt x="4539" y="19790"/>
                </a:lnTo>
                <a:lnTo>
                  <a:pt x="4393" y="19615"/>
                </a:lnTo>
                <a:lnTo>
                  <a:pt x="4246" y="19440"/>
                </a:lnTo>
                <a:lnTo>
                  <a:pt x="4026" y="19381"/>
                </a:lnTo>
                <a:lnTo>
                  <a:pt x="3733" y="19381"/>
                </a:lnTo>
                <a:lnTo>
                  <a:pt x="3661" y="19499"/>
                </a:lnTo>
                <a:lnTo>
                  <a:pt x="3661" y="19615"/>
                </a:lnTo>
                <a:lnTo>
                  <a:pt x="3148" y="20141"/>
                </a:lnTo>
                <a:lnTo>
                  <a:pt x="3002" y="20433"/>
                </a:lnTo>
                <a:lnTo>
                  <a:pt x="2854" y="20725"/>
                </a:lnTo>
                <a:lnTo>
                  <a:pt x="2709" y="20725"/>
                </a:lnTo>
                <a:lnTo>
                  <a:pt x="3148" y="19907"/>
                </a:lnTo>
                <a:lnTo>
                  <a:pt x="3513" y="19090"/>
                </a:lnTo>
                <a:lnTo>
                  <a:pt x="3513" y="19031"/>
                </a:lnTo>
                <a:lnTo>
                  <a:pt x="3441" y="18972"/>
                </a:lnTo>
                <a:lnTo>
                  <a:pt x="3367" y="18972"/>
                </a:lnTo>
                <a:lnTo>
                  <a:pt x="3294" y="19031"/>
                </a:lnTo>
                <a:lnTo>
                  <a:pt x="2635" y="19732"/>
                </a:lnTo>
                <a:lnTo>
                  <a:pt x="2050" y="20550"/>
                </a:lnTo>
                <a:lnTo>
                  <a:pt x="1757" y="20433"/>
                </a:lnTo>
                <a:lnTo>
                  <a:pt x="1757" y="20257"/>
                </a:lnTo>
                <a:lnTo>
                  <a:pt x="2050" y="19790"/>
                </a:lnTo>
                <a:lnTo>
                  <a:pt x="2341" y="19324"/>
                </a:lnTo>
                <a:lnTo>
                  <a:pt x="2709" y="18856"/>
                </a:lnTo>
                <a:lnTo>
                  <a:pt x="3074" y="18390"/>
                </a:lnTo>
                <a:lnTo>
                  <a:pt x="3074" y="18331"/>
                </a:lnTo>
                <a:lnTo>
                  <a:pt x="3002" y="18272"/>
                </a:lnTo>
                <a:lnTo>
                  <a:pt x="2928" y="18331"/>
                </a:lnTo>
                <a:lnTo>
                  <a:pt x="2270" y="18797"/>
                </a:lnTo>
                <a:lnTo>
                  <a:pt x="1902" y="19090"/>
                </a:lnTo>
                <a:lnTo>
                  <a:pt x="1611" y="19381"/>
                </a:lnTo>
                <a:lnTo>
                  <a:pt x="1391" y="19732"/>
                </a:lnTo>
                <a:lnTo>
                  <a:pt x="1172" y="20082"/>
                </a:lnTo>
                <a:lnTo>
                  <a:pt x="1098" y="20024"/>
                </a:lnTo>
                <a:lnTo>
                  <a:pt x="1244" y="19849"/>
                </a:lnTo>
                <a:lnTo>
                  <a:pt x="1317" y="19674"/>
                </a:lnTo>
                <a:lnTo>
                  <a:pt x="2270" y="18506"/>
                </a:lnTo>
                <a:lnTo>
                  <a:pt x="2635" y="17922"/>
                </a:lnTo>
                <a:lnTo>
                  <a:pt x="2928" y="17281"/>
                </a:lnTo>
                <a:lnTo>
                  <a:pt x="2854" y="17222"/>
                </a:lnTo>
                <a:lnTo>
                  <a:pt x="2783" y="17222"/>
                </a:lnTo>
                <a:lnTo>
                  <a:pt x="2122" y="17806"/>
                </a:lnTo>
                <a:lnTo>
                  <a:pt x="1463" y="18390"/>
                </a:lnTo>
                <a:lnTo>
                  <a:pt x="1683" y="18097"/>
                </a:lnTo>
                <a:lnTo>
                  <a:pt x="2489" y="17106"/>
                </a:lnTo>
                <a:lnTo>
                  <a:pt x="3294" y="16112"/>
                </a:lnTo>
                <a:lnTo>
                  <a:pt x="3294" y="15996"/>
                </a:lnTo>
                <a:lnTo>
                  <a:pt x="3222" y="15879"/>
                </a:lnTo>
                <a:lnTo>
                  <a:pt x="3002" y="15879"/>
                </a:lnTo>
                <a:lnTo>
                  <a:pt x="2635" y="16171"/>
                </a:lnTo>
                <a:lnTo>
                  <a:pt x="3002" y="15587"/>
                </a:lnTo>
                <a:lnTo>
                  <a:pt x="3294" y="14944"/>
                </a:lnTo>
                <a:close/>
                <a:moveTo>
                  <a:pt x="3074" y="13953"/>
                </a:moveTo>
                <a:lnTo>
                  <a:pt x="2928" y="14012"/>
                </a:lnTo>
                <a:lnTo>
                  <a:pt x="2783" y="14187"/>
                </a:lnTo>
                <a:lnTo>
                  <a:pt x="2783" y="14419"/>
                </a:lnTo>
                <a:lnTo>
                  <a:pt x="2415" y="14887"/>
                </a:lnTo>
                <a:lnTo>
                  <a:pt x="2196" y="15353"/>
                </a:lnTo>
                <a:lnTo>
                  <a:pt x="1317" y="16872"/>
                </a:lnTo>
                <a:lnTo>
                  <a:pt x="585" y="18156"/>
                </a:lnTo>
                <a:lnTo>
                  <a:pt x="291" y="18797"/>
                </a:lnTo>
                <a:lnTo>
                  <a:pt x="72" y="19499"/>
                </a:lnTo>
                <a:lnTo>
                  <a:pt x="0" y="19732"/>
                </a:lnTo>
                <a:lnTo>
                  <a:pt x="0" y="19907"/>
                </a:lnTo>
                <a:lnTo>
                  <a:pt x="146" y="20257"/>
                </a:lnTo>
                <a:lnTo>
                  <a:pt x="439" y="20550"/>
                </a:lnTo>
                <a:lnTo>
                  <a:pt x="804" y="20841"/>
                </a:lnTo>
                <a:lnTo>
                  <a:pt x="878" y="20959"/>
                </a:lnTo>
                <a:lnTo>
                  <a:pt x="1024" y="21016"/>
                </a:lnTo>
                <a:lnTo>
                  <a:pt x="1172" y="21075"/>
                </a:lnTo>
                <a:lnTo>
                  <a:pt x="1317" y="21075"/>
                </a:lnTo>
                <a:lnTo>
                  <a:pt x="1463" y="21134"/>
                </a:lnTo>
                <a:lnTo>
                  <a:pt x="1757" y="21250"/>
                </a:lnTo>
                <a:lnTo>
                  <a:pt x="1902" y="21366"/>
                </a:lnTo>
                <a:lnTo>
                  <a:pt x="2196" y="21366"/>
                </a:lnTo>
                <a:lnTo>
                  <a:pt x="2854" y="21541"/>
                </a:lnTo>
                <a:lnTo>
                  <a:pt x="2928" y="21600"/>
                </a:lnTo>
                <a:lnTo>
                  <a:pt x="3367" y="21600"/>
                </a:lnTo>
                <a:lnTo>
                  <a:pt x="3807" y="21541"/>
                </a:lnTo>
                <a:lnTo>
                  <a:pt x="4246" y="21425"/>
                </a:lnTo>
                <a:lnTo>
                  <a:pt x="4613" y="21309"/>
                </a:lnTo>
                <a:lnTo>
                  <a:pt x="4978" y="21134"/>
                </a:lnTo>
                <a:lnTo>
                  <a:pt x="5198" y="20900"/>
                </a:lnTo>
                <a:lnTo>
                  <a:pt x="5417" y="20666"/>
                </a:lnTo>
                <a:lnTo>
                  <a:pt x="5563" y="20433"/>
                </a:lnTo>
                <a:lnTo>
                  <a:pt x="5711" y="20199"/>
                </a:lnTo>
                <a:lnTo>
                  <a:pt x="5857" y="19615"/>
                </a:lnTo>
                <a:lnTo>
                  <a:pt x="5857" y="19031"/>
                </a:lnTo>
                <a:lnTo>
                  <a:pt x="5711" y="18447"/>
                </a:lnTo>
                <a:lnTo>
                  <a:pt x="5563" y="17865"/>
                </a:lnTo>
                <a:lnTo>
                  <a:pt x="5344" y="17338"/>
                </a:lnTo>
                <a:lnTo>
                  <a:pt x="4100" y="14419"/>
                </a:lnTo>
                <a:lnTo>
                  <a:pt x="3952" y="14244"/>
                </a:lnTo>
                <a:lnTo>
                  <a:pt x="3733" y="14128"/>
                </a:lnTo>
                <a:lnTo>
                  <a:pt x="3513" y="14012"/>
                </a:lnTo>
                <a:lnTo>
                  <a:pt x="3294" y="13953"/>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186" name="Google Shape;509;p10"/>
          <p:cNvSpPr/>
          <p:nvPr/>
        </p:nvSpPr>
        <p:spPr>
          <a:xfrm>
            <a:off x="91652" y="4552955"/>
            <a:ext cx="416200" cy="4099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609" y="5647"/>
                </a:moveTo>
                <a:lnTo>
                  <a:pt x="11718" y="5702"/>
                </a:lnTo>
                <a:lnTo>
                  <a:pt x="11880" y="5811"/>
                </a:lnTo>
                <a:lnTo>
                  <a:pt x="12096" y="6085"/>
                </a:lnTo>
                <a:lnTo>
                  <a:pt x="12204" y="6413"/>
                </a:lnTo>
                <a:lnTo>
                  <a:pt x="12311" y="6744"/>
                </a:lnTo>
                <a:lnTo>
                  <a:pt x="12366" y="7017"/>
                </a:lnTo>
                <a:lnTo>
                  <a:pt x="12366" y="7619"/>
                </a:lnTo>
                <a:lnTo>
                  <a:pt x="12204" y="7894"/>
                </a:lnTo>
                <a:lnTo>
                  <a:pt x="11987" y="6962"/>
                </a:lnTo>
                <a:lnTo>
                  <a:pt x="11825" y="6304"/>
                </a:lnTo>
                <a:lnTo>
                  <a:pt x="11718" y="5975"/>
                </a:lnTo>
                <a:lnTo>
                  <a:pt x="11609" y="5647"/>
                </a:lnTo>
                <a:close/>
                <a:moveTo>
                  <a:pt x="6371" y="7566"/>
                </a:moveTo>
                <a:lnTo>
                  <a:pt x="6588" y="7784"/>
                </a:lnTo>
                <a:lnTo>
                  <a:pt x="6750" y="8004"/>
                </a:lnTo>
                <a:lnTo>
                  <a:pt x="6911" y="8223"/>
                </a:lnTo>
                <a:lnTo>
                  <a:pt x="7019" y="8497"/>
                </a:lnTo>
                <a:lnTo>
                  <a:pt x="7019" y="9045"/>
                </a:lnTo>
                <a:lnTo>
                  <a:pt x="6857" y="9154"/>
                </a:lnTo>
                <a:lnTo>
                  <a:pt x="6695" y="9320"/>
                </a:lnTo>
                <a:lnTo>
                  <a:pt x="6533" y="8936"/>
                </a:lnTo>
                <a:lnTo>
                  <a:pt x="6371" y="8497"/>
                </a:lnTo>
                <a:lnTo>
                  <a:pt x="6318" y="8059"/>
                </a:lnTo>
                <a:lnTo>
                  <a:pt x="6318" y="7675"/>
                </a:lnTo>
                <a:lnTo>
                  <a:pt x="6371" y="7566"/>
                </a:lnTo>
                <a:close/>
                <a:moveTo>
                  <a:pt x="9720" y="11349"/>
                </a:moveTo>
                <a:lnTo>
                  <a:pt x="9882" y="11458"/>
                </a:lnTo>
                <a:lnTo>
                  <a:pt x="9990" y="11677"/>
                </a:lnTo>
                <a:lnTo>
                  <a:pt x="10206" y="12061"/>
                </a:lnTo>
                <a:lnTo>
                  <a:pt x="10799" y="12993"/>
                </a:lnTo>
                <a:lnTo>
                  <a:pt x="10475" y="13268"/>
                </a:lnTo>
                <a:lnTo>
                  <a:pt x="10421" y="13103"/>
                </a:lnTo>
                <a:lnTo>
                  <a:pt x="10097" y="12664"/>
                </a:lnTo>
                <a:lnTo>
                  <a:pt x="9828" y="12171"/>
                </a:lnTo>
                <a:lnTo>
                  <a:pt x="9666" y="11786"/>
                </a:lnTo>
                <a:lnTo>
                  <a:pt x="9449" y="11458"/>
                </a:lnTo>
                <a:lnTo>
                  <a:pt x="9720" y="11349"/>
                </a:lnTo>
                <a:close/>
                <a:moveTo>
                  <a:pt x="7776" y="12115"/>
                </a:moveTo>
                <a:lnTo>
                  <a:pt x="7883" y="12171"/>
                </a:lnTo>
                <a:lnTo>
                  <a:pt x="8585" y="14090"/>
                </a:lnTo>
                <a:lnTo>
                  <a:pt x="8316" y="14199"/>
                </a:lnTo>
                <a:lnTo>
                  <a:pt x="8369" y="13925"/>
                </a:lnTo>
                <a:lnTo>
                  <a:pt x="8316" y="13761"/>
                </a:lnTo>
                <a:lnTo>
                  <a:pt x="8261" y="13541"/>
                </a:lnTo>
                <a:lnTo>
                  <a:pt x="8099" y="13103"/>
                </a:lnTo>
                <a:lnTo>
                  <a:pt x="7721" y="12115"/>
                </a:lnTo>
                <a:close/>
                <a:moveTo>
                  <a:pt x="10799" y="14803"/>
                </a:moveTo>
                <a:lnTo>
                  <a:pt x="10799" y="15296"/>
                </a:lnTo>
                <a:lnTo>
                  <a:pt x="10583" y="14912"/>
                </a:lnTo>
                <a:lnTo>
                  <a:pt x="10799" y="14803"/>
                </a:lnTo>
                <a:close/>
                <a:moveTo>
                  <a:pt x="14309" y="13541"/>
                </a:moveTo>
                <a:lnTo>
                  <a:pt x="14472" y="13870"/>
                </a:lnTo>
                <a:lnTo>
                  <a:pt x="14634" y="14199"/>
                </a:lnTo>
                <a:lnTo>
                  <a:pt x="14796" y="14474"/>
                </a:lnTo>
                <a:lnTo>
                  <a:pt x="14958" y="14747"/>
                </a:lnTo>
                <a:lnTo>
                  <a:pt x="15011" y="14967"/>
                </a:lnTo>
                <a:lnTo>
                  <a:pt x="15011" y="15405"/>
                </a:lnTo>
                <a:lnTo>
                  <a:pt x="14903" y="15625"/>
                </a:lnTo>
                <a:lnTo>
                  <a:pt x="14796" y="15460"/>
                </a:lnTo>
                <a:lnTo>
                  <a:pt x="14687" y="15405"/>
                </a:lnTo>
                <a:lnTo>
                  <a:pt x="14363" y="14583"/>
                </a:lnTo>
                <a:lnTo>
                  <a:pt x="14256" y="14143"/>
                </a:lnTo>
                <a:lnTo>
                  <a:pt x="14094" y="13706"/>
                </a:lnTo>
                <a:lnTo>
                  <a:pt x="14201" y="13650"/>
                </a:lnTo>
                <a:lnTo>
                  <a:pt x="14309" y="13541"/>
                </a:lnTo>
                <a:close/>
                <a:moveTo>
                  <a:pt x="11285" y="14583"/>
                </a:moveTo>
                <a:lnTo>
                  <a:pt x="11447" y="14638"/>
                </a:lnTo>
                <a:lnTo>
                  <a:pt x="11663" y="14747"/>
                </a:lnTo>
                <a:lnTo>
                  <a:pt x="11880" y="14967"/>
                </a:lnTo>
                <a:lnTo>
                  <a:pt x="12042" y="15296"/>
                </a:lnTo>
                <a:lnTo>
                  <a:pt x="12204" y="15898"/>
                </a:lnTo>
                <a:lnTo>
                  <a:pt x="12258" y="16173"/>
                </a:lnTo>
                <a:lnTo>
                  <a:pt x="12258" y="16391"/>
                </a:lnTo>
                <a:lnTo>
                  <a:pt x="12204" y="16611"/>
                </a:lnTo>
                <a:lnTo>
                  <a:pt x="12042" y="16722"/>
                </a:lnTo>
                <a:lnTo>
                  <a:pt x="12042" y="16611"/>
                </a:lnTo>
                <a:lnTo>
                  <a:pt x="11987" y="16447"/>
                </a:lnTo>
                <a:lnTo>
                  <a:pt x="11880" y="16391"/>
                </a:lnTo>
                <a:lnTo>
                  <a:pt x="11771" y="16282"/>
                </a:lnTo>
                <a:lnTo>
                  <a:pt x="11609" y="15953"/>
                </a:lnTo>
                <a:lnTo>
                  <a:pt x="11501" y="15515"/>
                </a:lnTo>
                <a:lnTo>
                  <a:pt x="11394" y="14692"/>
                </a:lnTo>
                <a:lnTo>
                  <a:pt x="11285" y="14583"/>
                </a:lnTo>
                <a:close/>
                <a:moveTo>
                  <a:pt x="14958" y="1973"/>
                </a:moveTo>
                <a:lnTo>
                  <a:pt x="15011" y="2302"/>
                </a:lnTo>
                <a:lnTo>
                  <a:pt x="15120" y="2577"/>
                </a:lnTo>
                <a:lnTo>
                  <a:pt x="15389" y="3125"/>
                </a:lnTo>
                <a:lnTo>
                  <a:pt x="16091" y="4825"/>
                </a:lnTo>
                <a:lnTo>
                  <a:pt x="16146" y="4934"/>
                </a:lnTo>
                <a:lnTo>
                  <a:pt x="15822" y="5043"/>
                </a:lnTo>
                <a:lnTo>
                  <a:pt x="15497" y="5153"/>
                </a:lnTo>
                <a:lnTo>
                  <a:pt x="14363" y="5591"/>
                </a:lnTo>
                <a:lnTo>
                  <a:pt x="13230" y="6195"/>
                </a:lnTo>
                <a:lnTo>
                  <a:pt x="13013" y="6304"/>
                </a:lnTo>
                <a:lnTo>
                  <a:pt x="12851" y="6469"/>
                </a:lnTo>
                <a:lnTo>
                  <a:pt x="12744" y="6085"/>
                </a:lnTo>
                <a:lnTo>
                  <a:pt x="12527" y="5702"/>
                </a:lnTo>
                <a:lnTo>
                  <a:pt x="12311" y="5372"/>
                </a:lnTo>
                <a:lnTo>
                  <a:pt x="12149" y="5262"/>
                </a:lnTo>
                <a:lnTo>
                  <a:pt x="11987" y="5153"/>
                </a:lnTo>
                <a:lnTo>
                  <a:pt x="11771" y="5098"/>
                </a:lnTo>
                <a:lnTo>
                  <a:pt x="11556" y="5043"/>
                </a:lnTo>
                <a:lnTo>
                  <a:pt x="11447" y="5043"/>
                </a:lnTo>
                <a:lnTo>
                  <a:pt x="11340" y="5098"/>
                </a:lnTo>
                <a:lnTo>
                  <a:pt x="11285" y="5207"/>
                </a:lnTo>
                <a:lnTo>
                  <a:pt x="11285" y="5318"/>
                </a:lnTo>
                <a:lnTo>
                  <a:pt x="11016" y="5372"/>
                </a:lnTo>
                <a:lnTo>
                  <a:pt x="10799" y="5538"/>
                </a:lnTo>
                <a:lnTo>
                  <a:pt x="10583" y="5756"/>
                </a:lnTo>
                <a:lnTo>
                  <a:pt x="10368" y="5975"/>
                </a:lnTo>
                <a:lnTo>
                  <a:pt x="10313" y="6140"/>
                </a:lnTo>
                <a:lnTo>
                  <a:pt x="10368" y="6304"/>
                </a:lnTo>
                <a:lnTo>
                  <a:pt x="10692" y="7017"/>
                </a:lnTo>
                <a:lnTo>
                  <a:pt x="10421" y="7126"/>
                </a:lnTo>
                <a:lnTo>
                  <a:pt x="9287" y="7510"/>
                </a:lnTo>
                <a:lnTo>
                  <a:pt x="8207" y="7894"/>
                </a:lnTo>
                <a:lnTo>
                  <a:pt x="7830" y="8004"/>
                </a:lnTo>
                <a:lnTo>
                  <a:pt x="7668" y="8059"/>
                </a:lnTo>
                <a:lnTo>
                  <a:pt x="7559" y="8168"/>
                </a:lnTo>
                <a:lnTo>
                  <a:pt x="7506" y="8004"/>
                </a:lnTo>
                <a:lnTo>
                  <a:pt x="7235" y="7566"/>
                </a:lnTo>
                <a:lnTo>
                  <a:pt x="7073" y="7291"/>
                </a:lnTo>
                <a:lnTo>
                  <a:pt x="6857" y="7072"/>
                </a:lnTo>
                <a:lnTo>
                  <a:pt x="6642" y="6908"/>
                </a:lnTo>
                <a:lnTo>
                  <a:pt x="6371" y="6797"/>
                </a:lnTo>
                <a:lnTo>
                  <a:pt x="6156" y="6744"/>
                </a:lnTo>
                <a:lnTo>
                  <a:pt x="5940" y="6853"/>
                </a:lnTo>
                <a:lnTo>
                  <a:pt x="5669" y="6853"/>
                </a:lnTo>
                <a:lnTo>
                  <a:pt x="5562" y="6908"/>
                </a:lnTo>
                <a:lnTo>
                  <a:pt x="5507" y="7017"/>
                </a:lnTo>
                <a:lnTo>
                  <a:pt x="5454" y="7455"/>
                </a:lnTo>
                <a:lnTo>
                  <a:pt x="5454" y="7894"/>
                </a:lnTo>
                <a:lnTo>
                  <a:pt x="5507" y="8332"/>
                </a:lnTo>
                <a:lnTo>
                  <a:pt x="5616" y="8772"/>
                </a:lnTo>
                <a:lnTo>
                  <a:pt x="5292" y="8717"/>
                </a:lnTo>
                <a:lnTo>
                  <a:pt x="4968" y="8772"/>
                </a:lnTo>
                <a:lnTo>
                  <a:pt x="4374" y="8990"/>
                </a:lnTo>
                <a:lnTo>
                  <a:pt x="3564" y="9210"/>
                </a:lnTo>
                <a:lnTo>
                  <a:pt x="3186" y="9374"/>
                </a:lnTo>
                <a:lnTo>
                  <a:pt x="3024" y="9485"/>
                </a:lnTo>
                <a:lnTo>
                  <a:pt x="2862" y="9649"/>
                </a:lnTo>
                <a:lnTo>
                  <a:pt x="2862" y="9758"/>
                </a:lnTo>
                <a:lnTo>
                  <a:pt x="2916" y="9814"/>
                </a:lnTo>
                <a:lnTo>
                  <a:pt x="3293" y="9867"/>
                </a:lnTo>
                <a:lnTo>
                  <a:pt x="3618" y="9814"/>
                </a:lnTo>
                <a:lnTo>
                  <a:pt x="4374" y="9649"/>
                </a:lnTo>
                <a:lnTo>
                  <a:pt x="5076" y="9485"/>
                </a:lnTo>
                <a:lnTo>
                  <a:pt x="5454" y="9320"/>
                </a:lnTo>
                <a:lnTo>
                  <a:pt x="5616" y="9210"/>
                </a:lnTo>
                <a:lnTo>
                  <a:pt x="5723" y="9101"/>
                </a:lnTo>
                <a:lnTo>
                  <a:pt x="5994" y="9539"/>
                </a:lnTo>
                <a:lnTo>
                  <a:pt x="6264" y="9978"/>
                </a:lnTo>
                <a:lnTo>
                  <a:pt x="6318" y="10032"/>
                </a:lnTo>
                <a:lnTo>
                  <a:pt x="6426" y="10196"/>
                </a:lnTo>
                <a:lnTo>
                  <a:pt x="6695" y="10416"/>
                </a:lnTo>
                <a:lnTo>
                  <a:pt x="6857" y="10471"/>
                </a:lnTo>
                <a:lnTo>
                  <a:pt x="6966" y="10526"/>
                </a:lnTo>
                <a:lnTo>
                  <a:pt x="7073" y="10471"/>
                </a:lnTo>
                <a:lnTo>
                  <a:pt x="7181" y="10361"/>
                </a:lnTo>
                <a:lnTo>
                  <a:pt x="7452" y="9923"/>
                </a:lnTo>
                <a:lnTo>
                  <a:pt x="7614" y="9485"/>
                </a:lnTo>
                <a:lnTo>
                  <a:pt x="7668" y="9045"/>
                </a:lnTo>
                <a:lnTo>
                  <a:pt x="7668" y="8607"/>
                </a:lnTo>
                <a:lnTo>
                  <a:pt x="7830" y="8607"/>
                </a:lnTo>
                <a:lnTo>
                  <a:pt x="7992" y="8552"/>
                </a:lnTo>
                <a:lnTo>
                  <a:pt x="8369" y="8443"/>
                </a:lnTo>
                <a:lnTo>
                  <a:pt x="9504" y="8114"/>
                </a:lnTo>
                <a:lnTo>
                  <a:pt x="10583" y="7730"/>
                </a:lnTo>
                <a:lnTo>
                  <a:pt x="10961" y="7566"/>
                </a:lnTo>
                <a:lnTo>
                  <a:pt x="11232" y="8114"/>
                </a:lnTo>
                <a:lnTo>
                  <a:pt x="11340" y="8388"/>
                </a:lnTo>
                <a:lnTo>
                  <a:pt x="11501" y="8607"/>
                </a:lnTo>
                <a:lnTo>
                  <a:pt x="11663" y="8717"/>
                </a:lnTo>
                <a:lnTo>
                  <a:pt x="12096" y="8717"/>
                </a:lnTo>
                <a:lnTo>
                  <a:pt x="12258" y="8607"/>
                </a:lnTo>
                <a:lnTo>
                  <a:pt x="12582" y="8332"/>
                </a:lnTo>
                <a:lnTo>
                  <a:pt x="12851" y="8004"/>
                </a:lnTo>
                <a:lnTo>
                  <a:pt x="12959" y="7730"/>
                </a:lnTo>
                <a:lnTo>
                  <a:pt x="13013" y="7455"/>
                </a:lnTo>
                <a:lnTo>
                  <a:pt x="13013" y="7182"/>
                </a:lnTo>
                <a:lnTo>
                  <a:pt x="12959" y="6853"/>
                </a:lnTo>
                <a:lnTo>
                  <a:pt x="13121" y="6853"/>
                </a:lnTo>
                <a:lnTo>
                  <a:pt x="13337" y="6744"/>
                </a:lnTo>
                <a:lnTo>
                  <a:pt x="14634" y="6140"/>
                </a:lnTo>
                <a:lnTo>
                  <a:pt x="15660" y="5756"/>
                </a:lnTo>
                <a:lnTo>
                  <a:pt x="16037" y="5591"/>
                </a:lnTo>
                <a:lnTo>
                  <a:pt x="16361" y="5482"/>
                </a:lnTo>
                <a:lnTo>
                  <a:pt x="16956" y="6853"/>
                </a:lnTo>
                <a:lnTo>
                  <a:pt x="17441" y="8279"/>
                </a:lnTo>
                <a:lnTo>
                  <a:pt x="17765" y="9320"/>
                </a:lnTo>
                <a:lnTo>
                  <a:pt x="17711" y="9485"/>
                </a:lnTo>
                <a:lnTo>
                  <a:pt x="17658" y="9649"/>
                </a:lnTo>
                <a:lnTo>
                  <a:pt x="17603" y="9649"/>
                </a:lnTo>
                <a:lnTo>
                  <a:pt x="17063" y="9867"/>
                </a:lnTo>
                <a:lnTo>
                  <a:pt x="16146" y="10142"/>
                </a:lnTo>
                <a:lnTo>
                  <a:pt x="14256" y="10800"/>
                </a:lnTo>
                <a:lnTo>
                  <a:pt x="12420" y="11402"/>
                </a:lnTo>
                <a:lnTo>
                  <a:pt x="11609" y="11622"/>
                </a:lnTo>
                <a:lnTo>
                  <a:pt x="11232" y="11842"/>
                </a:lnTo>
                <a:lnTo>
                  <a:pt x="11070" y="11951"/>
                </a:lnTo>
                <a:lnTo>
                  <a:pt x="10961" y="12115"/>
                </a:lnTo>
                <a:lnTo>
                  <a:pt x="10961" y="12171"/>
                </a:lnTo>
                <a:lnTo>
                  <a:pt x="11232" y="12226"/>
                </a:lnTo>
                <a:lnTo>
                  <a:pt x="11771" y="12226"/>
                </a:lnTo>
                <a:lnTo>
                  <a:pt x="12042" y="12115"/>
                </a:lnTo>
                <a:lnTo>
                  <a:pt x="13121" y="11786"/>
                </a:lnTo>
                <a:lnTo>
                  <a:pt x="15551" y="11020"/>
                </a:lnTo>
                <a:lnTo>
                  <a:pt x="17982" y="10251"/>
                </a:lnTo>
                <a:lnTo>
                  <a:pt x="18089" y="10196"/>
                </a:lnTo>
                <a:lnTo>
                  <a:pt x="18467" y="11622"/>
                </a:lnTo>
                <a:lnTo>
                  <a:pt x="18791" y="12664"/>
                </a:lnTo>
                <a:lnTo>
                  <a:pt x="18737" y="12719"/>
                </a:lnTo>
                <a:lnTo>
                  <a:pt x="18684" y="12828"/>
                </a:lnTo>
                <a:lnTo>
                  <a:pt x="17117" y="13432"/>
                </a:lnTo>
                <a:lnTo>
                  <a:pt x="16253" y="13761"/>
                </a:lnTo>
                <a:lnTo>
                  <a:pt x="15984" y="13870"/>
                </a:lnTo>
                <a:lnTo>
                  <a:pt x="15822" y="14034"/>
                </a:lnTo>
                <a:lnTo>
                  <a:pt x="15389" y="14309"/>
                </a:lnTo>
                <a:lnTo>
                  <a:pt x="15389" y="14363"/>
                </a:lnTo>
                <a:lnTo>
                  <a:pt x="15335" y="14199"/>
                </a:lnTo>
                <a:lnTo>
                  <a:pt x="15011" y="13486"/>
                </a:lnTo>
                <a:lnTo>
                  <a:pt x="14796" y="13157"/>
                </a:lnTo>
                <a:lnTo>
                  <a:pt x="14634" y="13048"/>
                </a:lnTo>
                <a:lnTo>
                  <a:pt x="14472" y="12993"/>
                </a:lnTo>
                <a:lnTo>
                  <a:pt x="14363" y="12993"/>
                </a:lnTo>
                <a:lnTo>
                  <a:pt x="14309" y="13103"/>
                </a:lnTo>
                <a:lnTo>
                  <a:pt x="14256" y="13212"/>
                </a:lnTo>
                <a:lnTo>
                  <a:pt x="13985" y="13212"/>
                </a:lnTo>
                <a:lnTo>
                  <a:pt x="13770" y="13157"/>
                </a:lnTo>
                <a:lnTo>
                  <a:pt x="13554" y="13212"/>
                </a:lnTo>
                <a:lnTo>
                  <a:pt x="13337" y="13268"/>
                </a:lnTo>
                <a:lnTo>
                  <a:pt x="13230" y="13432"/>
                </a:lnTo>
                <a:lnTo>
                  <a:pt x="13121" y="13596"/>
                </a:lnTo>
                <a:lnTo>
                  <a:pt x="13121" y="13761"/>
                </a:lnTo>
                <a:lnTo>
                  <a:pt x="13284" y="14363"/>
                </a:lnTo>
                <a:lnTo>
                  <a:pt x="13446" y="15021"/>
                </a:lnTo>
                <a:lnTo>
                  <a:pt x="12797" y="15185"/>
                </a:lnTo>
                <a:lnTo>
                  <a:pt x="12744" y="15240"/>
                </a:lnTo>
                <a:lnTo>
                  <a:pt x="12689" y="15296"/>
                </a:lnTo>
                <a:lnTo>
                  <a:pt x="12635" y="15460"/>
                </a:lnTo>
                <a:lnTo>
                  <a:pt x="12527" y="15131"/>
                </a:lnTo>
                <a:lnTo>
                  <a:pt x="12366" y="14803"/>
                </a:lnTo>
                <a:lnTo>
                  <a:pt x="12149" y="14474"/>
                </a:lnTo>
                <a:lnTo>
                  <a:pt x="11825" y="14199"/>
                </a:lnTo>
                <a:lnTo>
                  <a:pt x="11447" y="14034"/>
                </a:lnTo>
                <a:lnTo>
                  <a:pt x="11123" y="14034"/>
                </a:lnTo>
                <a:lnTo>
                  <a:pt x="10908" y="14090"/>
                </a:lnTo>
                <a:lnTo>
                  <a:pt x="10745" y="14143"/>
                </a:lnTo>
                <a:lnTo>
                  <a:pt x="10583" y="14254"/>
                </a:lnTo>
                <a:lnTo>
                  <a:pt x="10421" y="14363"/>
                </a:lnTo>
                <a:lnTo>
                  <a:pt x="10368" y="14528"/>
                </a:lnTo>
                <a:lnTo>
                  <a:pt x="10313" y="14747"/>
                </a:lnTo>
                <a:lnTo>
                  <a:pt x="10368" y="14856"/>
                </a:lnTo>
                <a:lnTo>
                  <a:pt x="10475" y="14912"/>
                </a:lnTo>
                <a:lnTo>
                  <a:pt x="10368" y="15296"/>
                </a:lnTo>
                <a:lnTo>
                  <a:pt x="10421" y="15680"/>
                </a:lnTo>
                <a:lnTo>
                  <a:pt x="7073" y="16666"/>
                </a:lnTo>
                <a:lnTo>
                  <a:pt x="6209" y="16940"/>
                </a:lnTo>
                <a:lnTo>
                  <a:pt x="5345" y="17215"/>
                </a:lnTo>
                <a:lnTo>
                  <a:pt x="5076" y="17379"/>
                </a:lnTo>
                <a:lnTo>
                  <a:pt x="4697" y="15844"/>
                </a:lnTo>
                <a:lnTo>
                  <a:pt x="4212" y="14363"/>
                </a:lnTo>
                <a:lnTo>
                  <a:pt x="4914" y="14254"/>
                </a:lnTo>
                <a:lnTo>
                  <a:pt x="5616" y="14090"/>
                </a:lnTo>
                <a:lnTo>
                  <a:pt x="7019" y="13650"/>
                </a:lnTo>
                <a:lnTo>
                  <a:pt x="7128" y="13925"/>
                </a:lnTo>
                <a:lnTo>
                  <a:pt x="7290" y="14199"/>
                </a:lnTo>
                <a:lnTo>
                  <a:pt x="7452" y="14474"/>
                </a:lnTo>
                <a:lnTo>
                  <a:pt x="7721" y="14692"/>
                </a:lnTo>
                <a:lnTo>
                  <a:pt x="8045" y="14803"/>
                </a:lnTo>
                <a:lnTo>
                  <a:pt x="8261" y="14803"/>
                </a:lnTo>
                <a:lnTo>
                  <a:pt x="8423" y="14747"/>
                </a:lnTo>
                <a:lnTo>
                  <a:pt x="8802" y="14583"/>
                </a:lnTo>
                <a:lnTo>
                  <a:pt x="9071" y="14418"/>
                </a:lnTo>
                <a:lnTo>
                  <a:pt x="9180" y="14254"/>
                </a:lnTo>
                <a:lnTo>
                  <a:pt x="9233" y="14199"/>
                </a:lnTo>
                <a:lnTo>
                  <a:pt x="9180" y="14090"/>
                </a:lnTo>
                <a:lnTo>
                  <a:pt x="8802" y="13048"/>
                </a:lnTo>
                <a:lnTo>
                  <a:pt x="9125" y="13048"/>
                </a:lnTo>
                <a:lnTo>
                  <a:pt x="9395" y="12939"/>
                </a:lnTo>
                <a:lnTo>
                  <a:pt x="9720" y="13815"/>
                </a:lnTo>
                <a:lnTo>
                  <a:pt x="9828" y="13925"/>
                </a:lnTo>
                <a:lnTo>
                  <a:pt x="9882" y="13979"/>
                </a:lnTo>
                <a:lnTo>
                  <a:pt x="9990" y="13979"/>
                </a:lnTo>
                <a:lnTo>
                  <a:pt x="10368" y="13925"/>
                </a:lnTo>
                <a:lnTo>
                  <a:pt x="10745" y="13761"/>
                </a:lnTo>
                <a:lnTo>
                  <a:pt x="11070" y="13541"/>
                </a:lnTo>
                <a:lnTo>
                  <a:pt x="11340" y="13268"/>
                </a:lnTo>
                <a:lnTo>
                  <a:pt x="11394" y="13212"/>
                </a:lnTo>
                <a:lnTo>
                  <a:pt x="11447" y="13103"/>
                </a:lnTo>
                <a:lnTo>
                  <a:pt x="11394" y="12939"/>
                </a:lnTo>
                <a:lnTo>
                  <a:pt x="10692" y="11786"/>
                </a:lnTo>
                <a:lnTo>
                  <a:pt x="10421" y="11238"/>
                </a:lnTo>
                <a:lnTo>
                  <a:pt x="10259" y="10964"/>
                </a:lnTo>
                <a:lnTo>
                  <a:pt x="10044" y="10800"/>
                </a:lnTo>
                <a:lnTo>
                  <a:pt x="9773" y="10691"/>
                </a:lnTo>
                <a:lnTo>
                  <a:pt x="9504" y="10745"/>
                </a:lnTo>
                <a:lnTo>
                  <a:pt x="9395" y="10800"/>
                </a:lnTo>
                <a:lnTo>
                  <a:pt x="9287" y="10855"/>
                </a:lnTo>
                <a:lnTo>
                  <a:pt x="9180" y="10964"/>
                </a:lnTo>
                <a:lnTo>
                  <a:pt x="9125" y="11074"/>
                </a:lnTo>
                <a:lnTo>
                  <a:pt x="8856" y="11129"/>
                </a:lnTo>
                <a:lnTo>
                  <a:pt x="8802" y="11184"/>
                </a:lnTo>
                <a:lnTo>
                  <a:pt x="8747" y="11238"/>
                </a:lnTo>
                <a:lnTo>
                  <a:pt x="8694" y="11349"/>
                </a:lnTo>
                <a:lnTo>
                  <a:pt x="8694" y="11458"/>
                </a:lnTo>
                <a:lnTo>
                  <a:pt x="9125" y="12390"/>
                </a:lnTo>
                <a:lnTo>
                  <a:pt x="9071" y="12499"/>
                </a:lnTo>
                <a:lnTo>
                  <a:pt x="9018" y="12555"/>
                </a:lnTo>
                <a:lnTo>
                  <a:pt x="8964" y="12555"/>
                </a:lnTo>
                <a:lnTo>
                  <a:pt x="8909" y="12608"/>
                </a:lnTo>
                <a:lnTo>
                  <a:pt x="8747" y="12664"/>
                </a:lnTo>
                <a:lnTo>
                  <a:pt x="8694" y="12719"/>
                </a:lnTo>
                <a:lnTo>
                  <a:pt x="8261" y="11677"/>
                </a:lnTo>
                <a:lnTo>
                  <a:pt x="8207" y="11622"/>
                </a:lnTo>
                <a:lnTo>
                  <a:pt x="8154" y="11513"/>
                </a:lnTo>
                <a:lnTo>
                  <a:pt x="7938" y="11513"/>
                </a:lnTo>
                <a:lnTo>
                  <a:pt x="7883" y="11458"/>
                </a:lnTo>
                <a:lnTo>
                  <a:pt x="7614" y="11458"/>
                </a:lnTo>
                <a:lnTo>
                  <a:pt x="7344" y="11513"/>
                </a:lnTo>
                <a:lnTo>
                  <a:pt x="7128" y="11677"/>
                </a:lnTo>
                <a:lnTo>
                  <a:pt x="6966" y="11897"/>
                </a:lnTo>
                <a:lnTo>
                  <a:pt x="6857" y="12171"/>
                </a:lnTo>
                <a:lnTo>
                  <a:pt x="6804" y="12444"/>
                </a:lnTo>
                <a:lnTo>
                  <a:pt x="6804" y="12993"/>
                </a:lnTo>
                <a:lnTo>
                  <a:pt x="5400" y="13377"/>
                </a:lnTo>
                <a:lnTo>
                  <a:pt x="4752" y="13650"/>
                </a:lnTo>
                <a:lnTo>
                  <a:pt x="4050" y="13925"/>
                </a:lnTo>
                <a:lnTo>
                  <a:pt x="3455" y="11951"/>
                </a:lnTo>
                <a:lnTo>
                  <a:pt x="2807" y="9978"/>
                </a:lnTo>
                <a:lnTo>
                  <a:pt x="2267" y="8004"/>
                </a:lnTo>
                <a:lnTo>
                  <a:pt x="2052" y="7017"/>
                </a:lnTo>
                <a:lnTo>
                  <a:pt x="1890" y="5975"/>
                </a:lnTo>
                <a:lnTo>
                  <a:pt x="2214" y="5920"/>
                </a:lnTo>
                <a:lnTo>
                  <a:pt x="2538" y="5866"/>
                </a:lnTo>
                <a:lnTo>
                  <a:pt x="3186" y="5702"/>
                </a:lnTo>
                <a:lnTo>
                  <a:pt x="4859" y="5207"/>
                </a:lnTo>
                <a:lnTo>
                  <a:pt x="8478" y="4221"/>
                </a:lnTo>
                <a:lnTo>
                  <a:pt x="10206" y="3728"/>
                </a:lnTo>
                <a:lnTo>
                  <a:pt x="11880" y="3125"/>
                </a:lnTo>
                <a:lnTo>
                  <a:pt x="13446" y="2577"/>
                </a:lnTo>
                <a:lnTo>
                  <a:pt x="14363" y="2248"/>
                </a:lnTo>
                <a:lnTo>
                  <a:pt x="14687" y="2083"/>
                </a:lnTo>
                <a:lnTo>
                  <a:pt x="14849" y="2028"/>
                </a:lnTo>
                <a:lnTo>
                  <a:pt x="14958" y="1973"/>
                </a:lnTo>
                <a:close/>
                <a:moveTo>
                  <a:pt x="18953" y="13432"/>
                </a:moveTo>
                <a:lnTo>
                  <a:pt x="19170" y="14309"/>
                </a:lnTo>
                <a:lnTo>
                  <a:pt x="19277" y="14803"/>
                </a:lnTo>
                <a:lnTo>
                  <a:pt x="19439" y="15240"/>
                </a:lnTo>
                <a:lnTo>
                  <a:pt x="18575" y="15350"/>
                </a:lnTo>
                <a:lnTo>
                  <a:pt x="17765" y="15569"/>
                </a:lnTo>
                <a:lnTo>
                  <a:pt x="16956" y="15789"/>
                </a:lnTo>
                <a:lnTo>
                  <a:pt x="16146" y="16062"/>
                </a:lnTo>
                <a:lnTo>
                  <a:pt x="14256" y="16775"/>
                </a:lnTo>
                <a:lnTo>
                  <a:pt x="12420" y="17488"/>
                </a:lnTo>
                <a:lnTo>
                  <a:pt x="8802" y="18859"/>
                </a:lnTo>
                <a:lnTo>
                  <a:pt x="7181" y="19463"/>
                </a:lnTo>
                <a:lnTo>
                  <a:pt x="6371" y="19792"/>
                </a:lnTo>
                <a:lnTo>
                  <a:pt x="5616" y="20174"/>
                </a:lnTo>
                <a:lnTo>
                  <a:pt x="5400" y="18968"/>
                </a:lnTo>
                <a:lnTo>
                  <a:pt x="5183" y="17762"/>
                </a:lnTo>
                <a:lnTo>
                  <a:pt x="5507" y="17762"/>
                </a:lnTo>
                <a:lnTo>
                  <a:pt x="5885" y="17653"/>
                </a:lnTo>
                <a:lnTo>
                  <a:pt x="7614" y="17160"/>
                </a:lnTo>
                <a:lnTo>
                  <a:pt x="10583" y="16338"/>
                </a:lnTo>
                <a:lnTo>
                  <a:pt x="10854" y="16940"/>
                </a:lnTo>
                <a:lnTo>
                  <a:pt x="11178" y="17488"/>
                </a:lnTo>
                <a:lnTo>
                  <a:pt x="11232" y="17597"/>
                </a:lnTo>
                <a:lnTo>
                  <a:pt x="11501" y="17597"/>
                </a:lnTo>
                <a:lnTo>
                  <a:pt x="11609" y="17488"/>
                </a:lnTo>
                <a:lnTo>
                  <a:pt x="11718" y="17379"/>
                </a:lnTo>
                <a:lnTo>
                  <a:pt x="11933" y="17324"/>
                </a:lnTo>
                <a:lnTo>
                  <a:pt x="12366" y="17215"/>
                </a:lnTo>
                <a:lnTo>
                  <a:pt x="12473" y="17104"/>
                </a:lnTo>
                <a:lnTo>
                  <a:pt x="12582" y="16995"/>
                </a:lnTo>
                <a:lnTo>
                  <a:pt x="12744" y="16722"/>
                </a:lnTo>
                <a:lnTo>
                  <a:pt x="12797" y="16447"/>
                </a:lnTo>
                <a:lnTo>
                  <a:pt x="12797" y="16118"/>
                </a:lnTo>
                <a:lnTo>
                  <a:pt x="12744" y="15844"/>
                </a:lnTo>
                <a:lnTo>
                  <a:pt x="12689" y="15569"/>
                </a:lnTo>
                <a:lnTo>
                  <a:pt x="12744" y="15680"/>
                </a:lnTo>
                <a:lnTo>
                  <a:pt x="12906" y="15734"/>
                </a:lnTo>
                <a:lnTo>
                  <a:pt x="13284" y="15680"/>
                </a:lnTo>
                <a:lnTo>
                  <a:pt x="13661" y="15569"/>
                </a:lnTo>
                <a:lnTo>
                  <a:pt x="13877" y="15898"/>
                </a:lnTo>
                <a:lnTo>
                  <a:pt x="14147" y="16173"/>
                </a:lnTo>
                <a:lnTo>
                  <a:pt x="14363" y="16282"/>
                </a:lnTo>
                <a:lnTo>
                  <a:pt x="14634" y="16338"/>
                </a:lnTo>
                <a:lnTo>
                  <a:pt x="14849" y="16338"/>
                </a:lnTo>
                <a:lnTo>
                  <a:pt x="15065" y="16227"/>
                </a:lnTo>
                <a:lnTo>
                  <a:pt x="15282" y="16118"/>
                </a:lnTo>
                <a:lnTo>
                  <a:pt x="15444" y="15898"/>
                </a:lnTo>
                <a:lnTo>
                  <a:pt x="15551" y="15680"/>
                </a:lnTo>
                <a:lnTo>
                  <a:pt x="15606" y="15460"/>
                </a:lnTo>
                <a:lnTo>
                  <a:pt x="15660" y="15185"/>
                </a:lnTo>
                <a:lnTo>
                  <a:pt x="15606" y="14912"/>
                </a:lnTo>
                <a:lnTo>
                  <a:pt x="15444" y="14418"/>
                </a:lnTo>
                <a:lnTo>
                  <a:pt x="15822" y="14418"/>
                </a:lnTo>
                <a:lnTo>
                  <a:pt x="16199" y="14363"/>
                </a:lnTo>
                <a:lnTo>
                  <a:pt x="17117" y="14090"/>
                </a:lnTo>
                <a:lnTo>
                  <a:pt x="18953" y="13432"/>
                </a:lnTo>
                <a:close/>
                <a:moveTo>
                  <a:pt x="19439" y="15953"/>
                </a:moveTo>
                <a:lnTo>
                  <a:pt x="19277" y="16009"/>
                </a:lnTo>
                <a:lnTo>
                  <a:pt x="17063" y="16831"/>
                </a:lnTo>
                <a:lnTo>
                  <a:pt x="12851" y="18475"/>
                </a:lnTo>
                <a:lnTo>
                  <a:pt x="10745" y="19243"/>
                </a:lnTo>
                <a:lnTo>
                  <a:pt x="9720" y="19627"/>
                </a:lnTo>
                <a:lnTo>
                  <a:pt x="8640" y="19901"/>
                </a:lnTo>
                <a:lnTo>
                  <a:pt x="6911" y="20285"/>
                </a:lnTo>
                <a:lnTo>
                  <a:pt x="7938" y="19845"/>
                </a:lnTo>
                <a:lnTo>
                  <a:pt x="8964" y="19463"/>
                </a:lnTo>
                <a:lnTo>
                  <a:pt x="12420" y="18201"/>
                </a:lnTo>
                <a:lnTo>
                  <a:pt x="14147" y="17488"/>
                </a:lnTo>
                <a:lnTo>
                  <a:pt x="15930" y="16886"/>
                </a:lnTo>
                <a:lnTo>
                  <a:pt x="16794" y="16556"/>
                </a:lnTo>
                <a:lnTo>
                  <a:pt x="17658" y="16282"/>
                </a:lnTo>
                <a:lnTo>
                  <a:pt x="18575" y="16062"/>
                </a:lnTo>
                <a:lnTo>
                  <a:pt x="19439" y="15953"/>
                </a:lnTo>
                <a:close/>
                <a:moveTo>
                  <a:pt x="15444" y="713"/>
                </a:moveTo>
                <a:lnTo>
                  <a:pt x="15768" y="1589"/>
                </a:lnTo>
                <a:lnTo>
                  <a:pt x="16146" y="2521"/>
                </a:lnTo>
                <a:lnTo>
                  <a:pt x="16901" y="4276"/>
                </a:lnTo>
                <a:lnTo>
                  <a:pt x="17658" y="6249"/>
                </a:lnTo>
                <a:lnTo>
                  <a:pt x="18360" y="8168"/>
                </a:lnTo>
                <a:lnTo>
                  <a:pt x="18953" y="10032"/>
                </a:lnTo>
                <a:lnTo>
                  <a:pt x="19548" y="11842"/>
                </a:lnTo>
                <a:lnTo>
                  <a:pt x="20141" y="13706"/>
                </a:lnTo>
                <a:lnTo>
                  <a:pt x="20627" y="15569"/>
                </a:lnTo>
                <a:lnTo>
                  <a:pt x="20303" y="15569"/>
                </a:lnTo>
                <a:lnTo>
                  <a:pt x="19979" y="15680"/>
                </a:lnTo>
                <a:lnTo>
                  <a:pt x="19979" y="15405"/>
                </a:lnTo>
                <a:lnTo>
                  <a:pt x="20087" y="15296"/>
                </a:lnTo>
                <a:lnTo>
                  <a:pt x="20087" y="15131"/>
                </a:lnTo>
                <a:lnTo>
                  <a:pt x="20034" y="14692"/>
                </a:lnTo>
                <a:lnTo>
                  <a:pt x="20034" y="14528"/>
                </a:lnTo>
                <a:lnTo>
                  <a:pt x="19763" y="13486"/>
                </a:lnTo>
                <a:lnTo>
                  <a:pt x="19277" y="11622"/>
                </a:lnTo>
                <a:lnTo>
                  <a:pt x="18684" y="9867"/>
                </a:lnTo>
                <a:lnTo>
                  <a:pt x="18089" y="8114"/>
                </a:lnTo>
                <a:lnTo>
                  <a:pt x="17441" y="6360"/>
                </a:lnTo>
                <a:lnTo>
                  <a:pt x="16739" y="4660"/>
                </a:lnTo>
                <a:lnTo>
                  <a:pt x="15984" y="2959"/>
                </a:lnTo>
                <a:lnTo>
                  <a:pt x="15713" y="2466"/>
                </a:lnTo>
                <a:lnTo>
                  <a:pt x="15444" y="2028"/>
                </a:lnTo>
                <a:lnTo>
                  <a:pt x="15606" y="1919"/>
                </a:lnTo>
                <a:lnTo>
                  <a:pt x="15660" y="1753"/>
                </a:lnTo>
                <a:lnTo>
                  <a:pt x="15606" y="1589"/>
                </a:lnTo>
                <a:lnTo>
                  <a:pt x="15551" y="1480"/>
                </a:lnTo>
                <a:lnTo>
                  <a:pt x="15497" y="1424"/>
                </a:lnTo>
                <a:lnTo>
                  <a:pt x="15389" y="1371"/>
                </a:lnTo>
                <a:lnTo>
                  <a:pt x="15120" y="1315"/>
                </a:lnTo>
                <a:lnTo>
                  <a:pt x="14849" y="1371"/>
                </a:lnTo>
                <a:lnTo>
                  <a:pt x="13823" y="1699"/>
                </a:lnTo>
                <a:lnTo>
                  <a:pt x="12744" y="2137"/>
                </a:lnTo>
                <a:lnTo>
                  <a:pt x="11663" y="2521"/>
                </a:lnTo>
                <a:lnTo>
                  <a:pt x="10583" y="2906"/>
                </a:lnTo>
                <a:lnTo>
                  <a:pt x="8316" y="3618"/>
                </a:lnTo>
                <a:lnTo>
                  <a:pt x="6047" y="4276"/>
                </a:lnTo>
                <a:lnTo>
                  <a:pt x="3780" y="4878"/>
                </a:lnTo>
                <a:lnTo>
                  <a:pt x="2592" y="5207"/>
                </a:lnTo>
                <a:lnTo>
                  <a:pt x="1998" y="5427"/>
                </a:lnTo>
                <a:lnTo>
                  <a:pt x="1728" y="5538"/>
                </a:lnTo>
                <a:lnTo>
                  <a:pt x="1512" y="5702"/>
                </a:lnTo>
                <a:lnTo>
                  <a:pt x="1457" y="5702"/>
                </a:lnTo>
                <a:lnTo>
                  <a:pt x="1404" y="5811"/>
                </a:lnTo>
                <a:lnTo>
                  <a:pt x="1350" y="5920"/>
                </a:lnTo>
                <a:lnTo>
                  <a:pt x="1457" y="6853"/>
                </a:lnTo>
                <a:lnTo>
                  <a:pt x="1619" y="7784"/>
                </a:lnTo>
                <a:lnTo>
                  <a:pt x="1836" y="8661"/>
                </a:lnTo>
                <a:lnTo>
                  <a:pt x="2052" y="9594"/>
                </a:lnTo>
                <a:lnTo>
                  <a:pt x="2538" y="11349"/>
                </a:lnTo>
                <a:lnTo>
                  <a:pt x="3131" y="13103"/>
                </a:lnTo>
                <a:lnTo>
                  <a:pt x="3726" y="14912"/>
                </a:lnTo>
                <a:lnTo>
                  <a:pt x="4266" y="16666"/>
                </a:lnTo>
                <a:lnTo>
                  <a:pt x="4481" y="17544"/>
                </a:lnTo>
                <a:lnTo>
                  <a:pt x="4697" y="18475"/>
                </a:lnTo>
                <a:lnTo>
                  <a:pt x="4859" y="19352"/>
                </a:lnTo>
                <a:lnTo>
                  <a:pt x="5021" y="20285"/>
                </a:lnTo>
                <a:lnTo>
                  <a:pt x="5021" y="20449"/>
                </a:lnTo>
                <a:lnTo>
                  <a:pt x="5130" y="20504"/>
                </a:lnTo>
                <a:lnTo>
                  <a:pt x="5238" y="20558"/>
                </a:lnTo>
                <a:lnTo>
                  <a:pt x="5345" y="20614"/>
                </a:lnTo>
                <a:lnTo>
                  <a:pt x="5400" y="20669"/>
                </a:lnTo>
                <a:lnTo>
                  <a:pt x="5507" y="20669"/>
                </a:lnTo>
                <a:lnTo>
                  <a:pt x="5940" y="20558"/>
                </a:lnTo>
                <a:lnTo>
                  <a:pt x="5454" y="20778"/>
                </a:lnTo>
                <a:lnTo>
                  <a:pt x="5021" y="21051"/>
                </a:lnTo>
                <a:lnTo>
                  <a:pt x="3780" y="16611"/>
                </a:lnTo>
                <a:lnTo>
                  <a:pt x="3131" y="14363"/>
                </a:lnTo>
                <a:lnTo>
                  <a:pt x="2538" y="12171"/>
                </a:lnTo>
                <a:lnTo>
                  <a:pt x="1404" y="7675"/>
                </a:lnTo>
                <a:lnTo>
                  <a:pt x="1188" y="6633"/>
                </a:lnTo>
                <a:lnTo>
                  <a:pt x="972" y="5975"/>
                </a:lnTo>
                <a:lnTo>
                  <a:pt x="864" y="5647"/>
                </a:lnTo>
                <a:lnTo>
                  <a:pt x="702" y="5427"/>
                </a:lnTo>
                <a:lnTo>
                  <a:pt x="1566" y="5262"/>
                </a:lnTo>
                <a:lnTo>
                  <a:pt x="2430" y="5098"/>
                </a:lnTo>
                <a:lnTo>
                  <a:pt x="4157" y="4550"/>
                </a:lnTo>
                <a:lnTo>
                  <a:pt x="6156" y="3947"/>
                </a:lnTo>
                <a:lnTo>
                  <a:pt x="8099" y="3290"/>
                </a:lnTo>
                <a:lnTo>
                  <a:pt x="11825" y="2028"/>
                </a:lnTo>
                <a:lnTo>
                  <a:pt x="13661" y="1371"/>
                </a:lnTo>
                <a:lnTo>
                  <a:pt x="14580" y="1096"/>
                </a:lnTo>
                <a:lnTo>
                  <a:pt x="15011" y="931"/>
                </a:lnTo>
                <a:lnTo>
                  <a:pt x="15444" y="713"/>
                </a:lnTo>
                <a:close/>
                <a:moveTo>
                  <a:pt x="15389" y="0"/>
                </a:moveTo>
                <a:lnTo>
                  <a:pt x="14958" y="54"/>
                </a:lnTo>
                <a:lnTo>
                  <a:pt x="14472" y="218"/>
                </a:lnTo>
                <a:lnTo>
                  <a:pt x="13608" y="547"/>
                </a:lnTo>
                <a:lnTo>
                  <a:pt x="11771" y="1206"/>
                </a:lnTo>
                <a:lnTo>
                  <a:pt x="8099" y="2466"/>
                </a:lnTo>
                <a:lnTo>
                  <a:pt x="4319" y="3728"/>
                </a:lnTo>
                <a:lnTo>
                  <a:pt x="2376" y="4331"/>
                </a:lnTo>
                <a:lnTo>
                  <a:pt x="1350" y="4605"/>
                </a:lnTo>
                <a:lnTo>
                  <a:pt x="378" y="4989"/>
                </a:lnTo>
                <a:lnTo>
                  <a:pt x="269" y="5098"/>
                </a:lnTo>
                <a:lnTo>
                  <a:pt x="216" y="5262"/>
                </a:lnTo>
                <a:lnTo>
                  <a:pt x="54" y="5318"/>
                </a:lnTo>
                <a:lnTo>
                  <a:pt x="0" y="5372"/>
                </a:lnTo>
                <a:lnTo>
                  <a:pt x="0" y="5427"/>
                </a:lnTo>
                <a:lnTo>
                  <a:pt x="54" y="5647"/>
                </a:lnTo>
                <a:lnTo>
                  <a:pt x="162" y="5866"/>
                </a:lnTo>
                <a:lnTo>
                  <a:pt x="269" y="6031"/>
                </a:lnTo>
                <a:lnTo>
                  <a:pt x="324" y="6195"/>
                </a:lnTo>
                <a:lnTo>
                  <a:pt x="431" y="6524"/>
                </a:lnTo>
                <a:lnTo>
                  <a:pt x="864" y="8661"/>
                </a:lnTo>
                <a:lnTo>
                  <a:pt x="1404" y="10800"/>
                </a:lnTo>
                <a:lnTo>
                  <a:pt x="1890" y="12939"/>
                </a:lnTo>
                <a:lnTo>
                  <a:pt x="3024" y="17160"/>
                </a:lnTo>
                <a:lnTo>
                  <a:pt x="3618" y="19243"/>
                </a:lnTo>
                <a:lnTo>
                  <a:pt x="4266" y="21271"/>
                </a:lnTo>
                <a:lnTo>
                  <a:pt x="4319" y="21491"/>
                </a:lnTo>
                <a:lnTo>
                  <a:pt x="4481" y="21545"/>
                </a:lnTo>
                <a:lnTo>
                  <a:pt x="4643" y="21600"/>
                </a:lnTo>
                <a:lnTo>
                  <a:pt x="4859" y="21545"/>
                </a:lnTo>
                <a:lnTo>
                  <a:pt x="5292" y="21436"/>
                </a:lnTo>
                <a:lnTo>
                  <a:pt x="5723" y="21326"/>
                </a:lnTo>
                <a:lnTo>
                  <a:pt x="6642" y="21051"/>
                </a:lnTo>
                <a:lnTo>
                  <a:pt x="8802" y="20614"/>
                </a:lnTo>
                <a:lnTo>
                  <a:pt x="9882" y="20340"/>
                </a:lnTo>
                <a:lnTo>
                  <a:pt x="10961" y="19956"/>
                </a:lnTo>
                <a:lnTo>
                  <a:pt x="13068" y="19188"/>
                </a:lnTo>
                <a:lnTo>
                  <a:pt x="17279" y="17597"/>
                </a:lnTo>
                <a:lnTo>
                  <a:pt x="19332" y="16775"/>
                </a:lnTo>
                <a:lnTo>
                  <a:pt x="20087" y="16556"/>
                </a:lnTo>
                <a:lnTo>
                  <a:pt x="20465" y="16391"/>
                </a:lnTo>
                <a:lnTo>
                  <a:pt x="20843" y="16173"/>
                </a:lnTo>
                <a:lnTo>
                  <a:pt x="20898" y="16338"/>
                </a:lnTo>
                <a:lnTo>
                  <a:pt x="21005" y="16391"/>
                </a:lnTo>
                <a:lnTo>
                  <a:pt x="21167" y="16447"/>
                </a:lnTo>
                <a:lnTo>
                  <a:pt x="21329" y="16447"/>
                </a:lnTo>
                <a:lnTo>
                  <a:pt x="21437" y="16338"/>
                </a:lnTo>
                <a:lnTo>
                  <a:pt x="21546" y="16282"/>
                </a:lnTo>
                <a:lnTo>
                  <a:pt x="21600" y="16118"/>
                </a:lnTo>
                <a:lnTo>
                  <a:pt x="21546" y="15953"/>
                </a:lnTo>
                <a:lnTo>
                  <a:pt x="21005" y="13925"/>
                </a:lnTo>
                <a:lnTo>
                  <a:pt x="20412" y="11951"/>
                </a:lnTo>
                <a:lnTo>
                  <a:pt x="19763" y="9923"/>
                </a:lnTo>
                <a:lnTo>
                  <a:pt x="19061" y="8004"/>
                </a:lnTo>
                <a:lnTo>
                  <a:pt x="18360" y="6031"/>
                </a:lnTo>
                <a:lnTo>
                  <a:pt x="17549" y="4112"/>
                </a:lnTo>
                <a:lnTo>
                  <a:pt x="16794" y="2193"/>
                </a:lnTo>
                <a:lnTo>
                  <a:pt x="16361" y="1315"/>
                </a:lnTo>
                <a:lnTo>
                  <a:pt x="15875" y="383"/>
                </a:lnTo>
                <a:lnTo>
                  <a:pt x="15822" y="329"/>
                </a:lnTo>
                <a:lnTo>
                  <a:pt x="15713" y="274"/>
                </a:lnTo>
                <a:lnTo>
                  <a:pt x="15660" y="164"/>
                </a:lnTo>
                <a:lnTo>
                  <a:pt x="15606" y="109"/>
                </a:lnTo>
                <a:lnTo>
                  <a:pt x="15497" y="54"/>
                </a:lnTo>
                <a:lnTo>
                  <a:pt x="15389" y="0"/>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187" name="Google Shape;510;p10"/>
          <p:cNvSpPr/>
          <p:nvPr/>
        </p:nvSpPr>
        <p:spPr>
          <a:xfrm>
            <a:off x="1525677" y="4911371"/>
            <a:ext cx="391239" cy="28923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46" y="4506"/>
                </a:moveTo>
                <a:lnTo>
                  <a:pt x="8618" y="4584"/>
                </a:lnTo>
                <a:lnTo>
                  <a:pt x="8388" y="4739"/>
                </a:lnTo>
                <a:lnTo>
                  <a:pt x="8157" y="4895"/>
                </a:lnTo>
                <a:lnTo>
                  <a:pt x="7985" y="5128"/>
                </a:lnTo>
                <a:lnTo>
                  <a:pt x="7813" y="5361"/>
                </a:lnTo>
                <a:lnTo>
                  <a:pt x="7699" y="5594"/>
                </a:lnTo>
                <a:lnTo>
                  <a:pt x="7641" y="5904"/>
                </a:lnTo>
                <a:lnTo>
                  <a:pt x="7583" y="6215"/>
                </a:lnTo>
                <a:lnTo>
                  <a:pt x="7583" y="6605"/>
                </a:lnTo>
                <a:lnTo>
                  <a:pt x="7641" y="6914"/>
                </a:lnTo>
                <a:lnTo>
                  <a:pt x="7699" y="7147"/>
                </a:lnTo>
                <a:lnTo>
                  <a:pt x="7871" y="7380"/>
                </a:lnTo>
                <a:lnTo>
                  <a:pt x="8043" y="7458"/>
                </a:lnTo>
                <a:lnTo>
                  <a:pt x="8157" y="7458"/>
                </a:lnTo>
                <a:lnTo>
                  <a:pt x="8330" y="7304"/>
                </a:lnTo>
                <a:lnTo>
                  <a:pt x="8388" y="7147"/>
                </a:lnTo>
                <a:lnTo>
                  <a:pt x="8446" y="6605"/>
                </a:lnTo>
                <a:lnTo>
                  <a:pt x="8446" y="6139"/>
                </a:lnTo>
                <a:lnTo>
                  <a:pt x="8502" y="6448"/>
                </a:lnTo>
                <a:lnTo>
                  <a:pt x="8560" y="6838"/>
                </a:lnTo>
                <a:lnTo>
                  <a:pt x="8618" y="7691"/>
                </a:lnTo>
                <a:lnTo>
                  <a:pt x="8732" y="8314"/>
                </a:lnTo>
                <a:lnTo>
                  <a:pt x="8790" y="8623"/>
                </a:lnTo>
                <a:lnTo>
                  <a:pt x="8962" y="8935"/>
                </a:lnTo>
                <a:lnTo>
                  <a:pt x="9077" y="9013"/>
                </a:lnTo>
                <a:lnTo>
                  <a:pt x="9135" y="9013"/>
                </a:lnTo>
                <a:lnTo>
                  <a:pt x="9249" y="8935"/>
                </a:lnTo>
                <a:lnTo>
                  <a:pt x="9307" y="8780"/>
                </a:lnTo>
                <a:lnTo>
                  <a:pt x="9365" y="8547"/>
                </a:lnTo>
                <a:lnTo>
                  <a:pt x="9365" y="8314"/>
                </a:lnTo>
                <a:lnTo>
                  <a:pt x="9307" y="7770"/>
                </a:lnTo>
                <a:lnTo>
                  <a:pt x="9135" y="6526"/>
                </a:lnTo>
                <a:lnTo>
                  <a:pt x="9019" y="5982"/>
                </a:lnTo>
                <a:lnTo>
                  <a:pt x="8904" y="5749"/>
                </a:lnTo>
                <a:lnTo>
                  <a:pt x="8790" y="5594"/>
                </a:lnTo>
                <a:lnTo>
                  <a:pt x="8962" y="5516"/>
                </a:lnTo>
                <a:lnTo>
                  <a:pt x="9421" y="5516"/>
                </a:lnTo>
                <a:lnTo>
                  <a:pt x="9651" y="5594"/>
                </a:lnTo>
                <a:lnTo>
                  <a:pt x="9882" y="6448"/>
                </a:lnTo>
                <a:lnTo>
                  <a:pt x="10110" y="7458"/>
                </a:lnTo>
                <a:lnTo>
                  <a:pt x="10340" y="8469"/>
                </a:lnTo>
                <a:lnTo>
                  <a:pt x="10398" y="8623"/>
                </a:lnTo>
                <a:lnTo>
                  <a:pt x="10456" y="8702"/>
                </a:lnTo>
                <a:lnTo>
                  <a:pt x="10571" y="8780"/>
                </a:lnTo>
                <a:lnTo>
                  <a:pt x="10685" y="8702"/>
                </a:lnTo>
                <a:lnTo>
                  <a:pt x="10801" y="8623"/>
                </a:lnTo>
                <a:lnTo>
                  <a:pt x="10915" y="8547"/>
                </a:lnTo>
                <a:lnTo>
                  <a:pt x="10973" y="8314"/>
                </a:lnTo>
                <a:lnTo>
                  <a:pt x="10973" y="8157"/>
                </a:lnTo>
                <a:lnTo>
                  <a:pt x="10743" y="7225"/>
                </a:lnTo>
                <a:lnTo>
                  <a:pt x="10571" y="6372"/>
                </a:lnTo>
                <a:lnTo>
                  <a:pt x="10456" y="6060"/>
                </a:lnTo>
                <a:lnTo>
                  <a:pt x="10915" y="6448"/>
                </a:lnTo>
                <a:lnTo>
                  <a:pt x="11318" y="6838"/>
                </a:lnTo>
                <a:lnTo>
                  <a:pt x="11318" y="7304"/>
                </a:lnTo>
                <a:lnTo>
                  <a:pt x="11374" y="7770"/>
                </a:lnTo>
                <a:lnTo>
                  <a:pt x="11604" y="8623"/>
                </a:lnTo>
                <a:lnTo>
                  <a:pt x="11720" y="8780"/>
                </a:lnTo>
                <a:lnTo>
                  <a:pt x="11776" y="8856"/>
                </a:lnTo>
                <a:lnTo>
                  <a:pt x="12007" y="8856"/>
                </a:lnTo>
                <a:lnTo>
                  <a:pt x="12121" y="8780"/>
                </a:lnTo>
                <a:lnTo>
                  <a:pt x="12179" y="8702"/>
                </a:lnTo>
                <a:lnTo>
                  <a:pt x="12237" y="8547"/>
                </a:lnTo>
                <a:lnTo>
                  <a:pt x="12179" y="8314"/>
                </a:lnTo>
                <a:lnTo>
                  <a:pt x="12065" y="7770"/>
                </a:lnTo>
                <a:lnTo>
                  <a:pt x="12581" y="8390"/>
                </a:lnTo>
                <a:lnTo>
                  <a:pt x="12638" y="8469"/>
                </a:lnTo>
                <a:lnTo>
                  <a:pt x="12696" y="8469"/>
                </a:lnTo>
                <a:lnTo>
                  <a:pt x="12754" y="8390"/>
                </a:lnTo>
                <a:lnTo>
                  <a:pt x="12754" y="7924"/>
                </a:lnTo>
                <a:lnTo>
                  <a:pt x="12696" y="7613"/>
                </a:lnTo>
                <a:lnTo>
                  <a:pt x="12465" y="6992"/>
                </a:lnTo>
                <a:lnTo>
                  <a:pt x="12121" y="6372"/>
                </a:lnTo>
                <a:lnTo>
                  <a:pt x="11720" y="5904"/>
                </a:lnTo>
                <a:lnTo>
                  <a:pt x="11260" y="5438"/>
                </a:lnTo>
                <a:lnTo>
                  <a:pt x="10801" y="5128"/>
                </a:lnTo>
                <a:lnTo>
                  <a:pt x="10282" y="4817"/>
                </a:lnTo>
                <a:lnTo>
                  <a:pt x="9824" y="4584"/>
                </a:lnTo>
                <a:lnTo>
                  <a:pt x="9307" y="4506"/>
                </a:lnTo>
                <a:close/>
                <a:moveTo>
                  <a:pt x="19129" y="7380"/>
                </a:moveTo>
                <a:lnTo>
                  <a:pt x="19015" y="7458"/>
                </a:lnTo>
                <a:lnTo>
                  <a:pt x="19015" y="8314"/>
                </a:lnTo>
                <a:lnTo>
                  <a:pt x="19187" y="9089"/>
                </a:lnTo>
                <a:lnTo>
                  <a:pt x="19475" y="10100"/>
                </a:lnTo>
                <a:lnTo>
                  <a:pt x="19704" y="10877"/>
                </a:lnTo>
                <a:lnTo>
                  <a:pt x="19647" y="11032"/>
                </a:lnTo>
                <a:lnTo>
                  <a:pt x="19647" y="11267"/>
                </a:lnTo>
                <a:lnTo>
                  <a:pt x="19704" y="11343"/>
                </a:lnTo>
                <a:lnTo>
                  <a:pt x="19704" y="11500"/>
                </a:lnTo>
                <a:lnTo>
                  <a:pt x="18612" y="11888"/>
                </a:lnTo>
                <a:lnTo>
                  <a:pt x="18612" y="11500"/>
                </a:lnTo>
                <a:lnTo>
                  <a:pt x="18556" y="11110"/>
                </a:lnTo>
                <a:lnTo>
                  <a:pt x="18325" y="10257"/>
                </a:lnTo>
                <a:lnTo>
                  <a:pt x="18211" y="9634"/>
                </a:lnTo>
                <a:lnTo>
                  <a:pt x="17981" y="9013"/>
                </a:lnTo>
                <a:lnTo>
                  <a:pt x="17751" y="8469"/>
                </a:lnTo>
                <a:lnTo>
                  <a:pt x="17406" y="7924"/>
                </a:lnTo>
                <a:lnTo>
                  <a:pt x="17234" y="7924"/>
                </a:lnTo>
                <a:lnTo>
                  <a:pt x="17176" y="8003"/>
                </a:lnTo>
                <a:lnTo>
                  <a:pt x="17120" y="8157"/>
                </a:lnTo>
                <a:lnTo>
                  <a:pt x="17176" y="8702"/>
                </a:lnTo>
                <a:lnTo>
                  <a:pt x="17348" y="9246"/>
                </a:lnTo>
                <a:lnTo>
                  <a:pt x="17636" y="10333"/>
                </a:lnTo>
                <a:lnTo>
                  <a:pt x="17809" y="11267"/>
                </a:lnTo>
                <a:lnTo>
                  <a:pt x="17923" y="11733"/>
                </a:lnTo>
                <a:lnTo>
                  <a:pt x="18095" y="12042"/>
                </a:lnTo>
                <a:lnTo>
                  <a:pt x="17981" y="12121"/>
                </a:lnTo>
                <a:lnTo>
                  <a:pt x="17809" y="12121"/>
                </a:lnTo>
                <a:lnTo>
                  <a:pt x="17636" y="12042"/>
                </a:lnTo>
                <a:lnTo>
                  <a:pt x="17464" y="11966"/>
                </a:lnTo>
                <a:lnTo>
                  <a:pt x="17348" y="11809"/>
                </a:lnTo>
                <a:lnTo>
                  <a:pt x="17062" y="11422"/>
                </a:lnTo>
                <a:lnTo>
                  <a:pt x="16889" y="11032"/>
                </a:lnTo>
                <a:lnTo>
                  <a:pt x="16775" y="10956"/>
                </a:lnTo>
                <a:lnTo>
                  <a:pt x="16717" y="10411"/>
                </a:lnTo>
                <a:lnTo>
                  <a:pt x="16601" y="9945"/>
                </a:lnTo>
                <a:lnTo>
                  <a:pt x="16315" y="9089"/>
                </a:lnTo>
                <a:lnTo>
                  <a:pt x="16257" y="9013"/>
                </a:lnTo>
                <a:lnTo>
                  <a:pt x="16200" y="8935"/>
                </a:lnTo>
                <a:lnTo>
                  <a:pt x="15970" y="8935"/>
                </a:lnTo>
                <a:lnTo>
                  <a:pt x="15856" y="9089"/>
                </a:lnTo>
                <a:lnTo>
                  <a:pt x="15798" y="9246"/>
                </a:lnTo>
                <a:lnTo>
                  <a:pt x="15798" y="9323"/>
                </a:lnTo>
                <a:lnTo>
                  <a:pt x="15856" y="9867"/>
                </a:lnTo>
                <a:lnTo>
                  <a:pt x="15740" y="9791"/>
                </a:lnTo>
                <a:lnTo>
                  <a:pt x="15568" y="9712"/>
                </a:lnTo>
                <a:lnTo>
                  <a:pt x="15453" y="9791"/>
                </a:lnTo>
                <a:lnTo>
                  <a:pt x="15338" y="9945"/>
                </a:lnTo>
                <a:lnTo>
                  <a:pt x="15223" y="10178"/>
                </a:lnTo>
                <a:lnTo>
                  <a:pt x="15165" y="10411"/>
                </a:lnTo>
                <a:lnTo>
                  <a:pt x="15223" y="10644"/>
                </a:lnTo>
                <a:lnTo>
                  <a:pt x="15281" y="10799"/>
                </a:lnTo>
                <a:lnTo>
                  <a:pt x="15511" y="11110"/>
                </a:lnTo>
                <a:lnTo>
                  <a:pt x="15856" y="11343"/>
                </a:lnTo>
                <a:lnTo>
                  <a:pt x="16085" y="11500"/>
                </a:lnTo>
                <a:lnTo>
                  <a:pt x="16200" y="11733"/>
                </a:lnTo>
                <a:lnTo>
                  <a:pt x="16487" y="12275"/>
                </a:lnTo>
                <a:lnTo>
                  <a:pt x="16775" y="12665"/>
                </a:lnTo>
                <a:lnTo>
                  <a:pt x="17120" y="13053"/>
                </a:lnTo>
                <a:lnTo>
                  <a:pt x="17348" y="13131"/>
                </a:lnTo>
                <a:lnTo>
                  <a:pt x="17578" y="13210"/>
                </a:lnTo>
                <a:lnTo>
                  <a:pt x="18039" y="13210"/>
                </a:lnTo>
                <a:lnTo>
                  <a:pt x="18556" y="13053"/>
                </a:lnTo>
                <a:lnTo>
                  <a:pt x="19015" y="12898"/>
                </a:lnTo>
                <a:lnTo>
                  <a:pt x="20336" y="12354"/>
                </a:lnTo>
                <a:lnTo>
                  <a:pt x="20911" y="12042"/>
                </a:lnTo>
                <a:lnTo>
                  <a:pt x="21198" y="11888"/>
                </a:lnTo>
                <a:lnTo>
                  <a:pt x="21484" y="11733"/>
                </a:lnTo>
                <a:lnTo>
                  <a:pt x="21600" y="11576"/>
                </a:lnTo>
                <a:lnTo>
                  <a:pt x="21600" y="11343"/>
                </a:lnTo>
                <a:lnTo>
                  <a:pt x="21542" y="11189"/>
                </a:lnTo>
                <a:lnTo>
                  <a:pt x="21370" y="11110"/>
                </a:lnTo>
                <a:lnTo>
                  <a:pt x="20911" y="11110"/>
                </a:lnTo>
                <a:lnTo>
                  <a:pt x="20451" y="11267"/>
                </a:lnTo>
                <a:lnTo>
                  <a:pt x="20451" y="10799"/>
                </a:lnTo>
                <a:lnTo>
                  <a:pt x="20336" y="10333"/>
                </a:lnTo>
                <a:lnTo>
                  <a:pt x="20106" y="9558"/>
                </a:lnTo>
                <a:lnTo>
                  <a:pt x="19762" y="8390"/>
                </a:lnTo>
                <a:lnTo>
                  <a:pt x="19589" y="7848"/>
                </a:lnTo>
                <a:lnTo>
                  <a:pt x="19303" y="7380"/>
                </a:lnTo>
                <a:close/>
                <a:moveTo>
                  <a:pt x="18900" y="0"/>
                </a:moveTo>
                <a:lnTo>
                  <a:pt x="18325" y="76"/>
                </a:lnTo>
                <a:lnTo>
                  <a:pt x="17751" y="309"/>
                </a:lnTo>
                <a:lnTo>
                  <a:pt x="16659" y="777"/>
                </a:lnTo>
                <a:lnTo>
                  <a:pt x="15511" y="1243"/>
                </a:lnTo>
                <a:lnTo>
                  <a:pt x="14937" y="1476"/>
                </a:lnTo>
                <a:lnTo>
                  <a:pt x="14362" y="1786"/>
                </a:lnTo>
                <a:lnTo>
                  <a:pt x="13959" y="2175"/>
                </a:lnTo>
                <a:lnTo>
                  <a:pt x="13615" y="2563"/>
                </a:lnTo>
                <a:lnTo>
                  <a:pt x="13385" y="3029"/>
                </a:lnTo>
                <a:lnTo>
                  <a:pt x="13212" y="3574"/>
                </a:lnTo>
                <a:lnTo>
                  <a:pt x="13156" y="4118"/>
                </a:lnTo>
                <a:lnTo>
                  <a:pt x="13156" y="5361"/>
                </a:lnTo>
                <a:lnTo>
                  <a:pt x="13270" y="5982"/>
                </a:lnTo>
                <a:lnTo>
                  <a:pt x="13787" y="9323"/>
                </a:lnTo>
                <a:lnTo>
                  <a:pt x="14017" y="10956"/>
                </a:lnTo>
                <a:lnTo>
                  <a:pt x="14248" y="12665"/>
                </a:lnTo>
                <a:lnTo>
                  <a:pt x="14304" y="13443"/>
                </a:lnTo>
                <a:lnTo>
                  <a:pt x="14304" y="14218"/>
                </a:lnTo>
                <a:lnTo>
                  <a:pt x="13959" y="12974"/>
                </a:lnTo>
                <a:lnTo>
                  <a:pt x="13845" y="12275"/>
                </a:lnTo>
                <a:lnTo>
                  <a:pt x="13673" y="11500"/>
                </a:lnTo>
                <a:lnTo>
                  <a:pt x="13557" y="11110"/>
                </a:lnTo>
                <a:lnTo>
                  <a:pt x="13385" y="10799"/>
                </a:lnTo>
                <a:lnTo>
                  <a:pt x="13212" y="10490"/>
                </a:lnTo>
                <a:lnTo>
                  <a:pt x="13040" y="10333"/>
                </a:lnTo>
                <a:lnTo>
                  <a:pt x="12926" y="10333"/>
                </a:lnTo>
                <a:lnTo>
                  <a:pt x="12868" y="10411"/>
                </a:lnTo>
                <a:lnTo>
                  <a:pt x="12810" y="10644"/>
                </a:lnTo>
                <a:lnTo>
                  <a:pt x="12810" y="10877"/>
                </a:lnTo>
                <a:lnTo>
                  <a:pt x="12868" y="11422"/>
                </a:lnTo>
                <a:lnTo>
                  <a:pt x="13098" y="12508"/>
                </a:lnTo>
                <a:lnTo>
                  <a:pt x="13443" y="13909"/>
                </a:lnTo>
                <a:lnTo>
                  <a:pt x="13729" y="15307"/>
                </a:lnTo>
                <a:lnTo>
                  <a:pt x="13673" y="15618"/>
                </a:lnTo>
                <a:lnTo>
                  <a:pt x="13673" y="15927"/>
                </a:lnTo>
                <a:lnTo>
                  <a:pt x="13787" y="16084"/>
                </a:lnTo>
                <a:lnTo>
                  <a:pt x="13615" y="16393"/>
                </a:lnTo>
                <a:lnTo>
                  <a:pt x="13385" y="16705"/>
                </a:lnTo>
                <a:lnTo>
                  <a:pt x="13156" y="16938"/>
                </a:lnTo>
                <a:lnTo>
                  <a:pt x="12810" y="17171"/>
                </a:lnTo>
                <a:lnTo>
                  <a:pt x="12754" y="17016"/>
                </a:lnTo>
                <a:lnTo>
                  <a:pt x="12754" y="16938"/>
                </a:lnTo>
                <a:lnTo>
                  <a:pt x="12638" y="16861"/>
                </a:lnTo>
                <a:lnTo>
                  <a:pt x="11949" y="13830"/>
                </a:lnTo>
                <a:lnTo>
                  <a:pt x="11490" y="11966"/>
                </a:lnTo>
                <a:lnTo>
                  <a:pt x="11202" y="11189"/>
                </a:lnTo>
                <a:lnTo>
                  <a:pt x="11087" y="10644"/>
                </a:lnTo>
                <a:lnTo>
                  <a:pt x="11087" y="10333"/>
                </a:lnTo>
                <a:lnTo>
                  <a:pt x="11145" y="10178"/>
                </a:lnTo>
                <a:lnTo>
                  <a:pt x="11202" y="10024"/>
                </a:lnTo>
                <a:lnTo>
                  <a:pt x="11145" y="9867"/>
                </a:lnTo>
                <a:lnTo>
                  <a:pt x="11087" y="9791"/>
                </a:lnTo>
                <a:lnTo>
                  <a:pt x="10743" y="9479"/>
                </a:lnTo>
                <a:lnTo>
                  <a:pt x="10571" y="9401"/>
                </a:lnTo>
                <a:lnTo>
                  <a:pt x="10398" y="9479"/>
                </a:lnTo>
                <a:lnTo>
                  <a:pt x="10340" y="9634"/>
                </a:lnTo>
                <a:lnTo>
                  <a:pt x="10340" y="9791"/>
                </a:lnTo>
                <a:lnTo>
                  <a:pt x="10398" y="9867"/>
                </a:lnTo>
                <a:lnTo>
                  <a:pt x="10456" y="10100"/>
                </a:lnTo>
                <a:lnTo>
                  <a:pt x="10398" y="10333"/>
                </a:lnTo>
                <a:lnTo>
                  <a:pt x="10398" y="10723"/>
                </a:lnTo>
                <a:lnTo>
                  <a:pt x="10513" y="11267"/>
                </a:lnTo>
                <a:lnTo>
                  <a:pt x="10629" y="11809"/>
                </a:lnTo>
                <a:lnTo>
                  <a:pt x="10915" y="12898"/>
                </a:lnTo>
                <a:lnTo>
                  <a:pt x="12007" y="17482"/>
                </a:lnTo>
                <a:lnTo>
                  <a:pt x="11432" y="17482"/>
                </a:lnTo>
                <a:lnTo>
                  <a:pt x="10915" y="17327"/>
                </a:lnTo>
                <a:lnTo>
                  <a:pt x="10915" y="17016"/>
                </a:lnTo>
                <a:lnTo>
                  <a:pt x="10801" y="16938"/>
                </a:lnTo>
                <a:lnTo>
                  <a:pt x="10226" y="13519"/>
                </a:lnTo>
                <a:lnTo>
                  <a:pt x="9882" y="11655"/>
                </a:lnTo>
                <a:lnTo>
                  <a:pt x="9709" y="10799"/>
                </a:lnTo>
                <a:lnTo>
                  <a:pt x="9537" y="10411"/>
                </a:lnTo>
                <a:lnTo>
                  <a:pt x="9365" y="10024"/>
                </a:lnTo>
                <a:lnTo>
                  <a:pt x="9307" y="9945"/>
                </a:lnTo>
                <a:lnTo>
                  <a:pt x="9249" y="9945"/>
                </a:lnTo>
                <a:lnTo>
                  <a:pt x="9135" y="10024"/>
                </a:lnTo>
                <a:lnTo>
                  <a:pt x="9135" y="10100"/>
                </a:lnTo>
                <a:lnTo>
                  <a:pt x="9077" y="10566"/>
                </a:lnTo>
                <a:lnTo>
                  <a:pt x="9077" y="10956"/>
                </a:lnTo>
                <a:lnTo>
                  <a:pt x="9192" y="11809"/>
                </a:lnTo>
                <a:lnTo>
                  <a:pt x="9479" y="13519"/>
                </a:lnTo>
                <a:lnTo>
                  <a:pt x="10054" y="16705"/>
                </a:lnTo>
                <a:lnTo>
                  <a:pt x="9651" y="16393"/>
                </a:lnTo>
                <a:lnTo>
                  <a:pt x="9365" y="15927"/>
                </a:lnTo>
                <a:lnTo>
                  <a:pt x="9019" y="15307"/>
                </a:lnTo>
                <a:lnTo>
                  <a:pt x="8732" y="14608"/>
                </a:lnTo>
                <a:lnTo>
                  <a:pt x="8560" y="13909"/>
                </a:lnTo>
                <a:lnTo>
                  <a:pt x="8446" y="13210"/>
                </a:lnTo>
                <a:lnTo>
                  <a:pt x="8215" y="11733"/>
                </a:lnTo>
                <a:lnTo>
                  <a:pt x="8101" y="11032"/>
                </a:lnTo>
                <a:lnTo>
                  <a:pt x="7929" y="10333"/>
                </a:lnTo>
                <a:lnTo>
                  <a:pt x="7699" y="9712"/>
                </a:lnTo>
                <a:lnTo>
                  <a:pt x="7410" y="9246"/>
                </a:lnTo>
                <a:lnTo>
                  <a:pt x="7066" y="8780"/>
                </a:lnTo>
                <a:lnTo>
                  <a:pt x="6721" y="8390"/>
                </a:lnTo>
                <a:lnTo>
                  <a:pt x="6319" y="8081"/>
                </a:lnTo>
                <a:lnTo>
                  <a:pt x="5918" y="7848"/>
                </a:lnTo>
                <a:lnTo>
                  <a:pt x="5458" y="7613"/>
                </a:lnTo>
                <a:lnTo>
                  <a:pt x="4999" y="7458"/>
                </a:lnTo>
                <a:lnTo>
                  <a:pt x="4482" y="7304"/>
                </a:lnTo>
                <a:lnTo>
                  <a:pt x="3332" y="7304"/>
                </a:lnTo>
                <a:lnTo>
                  <a:pt x="2816" y="7458"/>
                </a:lnTo>
                <a:lnTo>
                  <a:pt x="1724" y="7770"/>
                </a:lnTo>
                <a:lnTo>
                  <a:pt x="633" y="8236"/>
                </a:lnTo>
                <a:lnTo>
                  <a:pt x="288" y="8390"/>
                </a:lnTo>
                <a:lnTo>
                  <a:pt x="116" y="8547"/>
                </a:lnTo>
                <a:lnTo>
                  <a:pt x="0" y="8702"/>
                </a:lnTo>
                <a:lnTo>
                  <a:pt x="0" y="9323"/>
                </a:lnTo>
                <a:lnTo>
                  <a:pt x="58" y="9401"/>
                </a:lnTo>
                <a:lnTo>
                  <a:pt x="116" y="9558"/>
                </a:lnTo>
                <a:lnTo>
                  <a:pt x="402" y="9712"/>
                </a:lnTo>
                <a:lnTo>
                  <a:pt x="633" y="9712"/>
                </a:lnTo>
                <a:lnTo>
                  <a:pt x="805" y="9558"/>
                </a:lnTo>
                <a:lnTo>
                  <a:pt x="977" y="9401"/>
                </a:lnTo>
                <a:lnTo>
                  <a:pt x="1380" y="9168"/>
                </a:lnTo>
                <a:lnTo>
                  <a:pt x="1380" y="9945"/>
                </a:lnTo>
                <a:lnTo>
                  <a:pt x="1494" y="10644"/>
                </a:lnTo>
                <a:lnTo>
                  <a:pt x="1896" y="12042"/>
                </a:lnTo>
                <a:lnTo>
                  <a:pt x="2299" y="13752"/>
                </a:lnTo>
                <a:lnTo>
                  <a:pt x="2758" y="15461"/>
                </a:lnTo>
                <a:lnTo>
                  <a:pt x="2816" y="15618"/>
                </a:lnTo>
                <a:lnTo>
                  <a:pt x="2930" y="15773"/>
                </a:lnTo>
                <a:lnTo>
                  <a:pt x="3218" y="15773"/>
                </a:lnTo>
                <a:lnTo>
                  <a:pt x="3332" y="15694"/>
                </a:lnTo>
                <a:lnTo>
                  <a:pt x="3390" y="15540"/>
                </a:lnTo>
                <a:lnTo>
                  <a:pt x="3447" y="15307"/>
                </a:lnTo>
                <a:lnTo>
                  <a:pt x="3447" y="15152"/>
                </a:lnTo>
                <a:lnTo>
                  <a:pt x="3046" y="13519"/>
                </a:lnTo>
                <a:lnTo>
                  <a:pt x="2643" y="11966"/>
                </a:lnTo>
                <a:lnTo>
                  <a:pt x="2299" y="10566"/>
                </a:lnTo>
                <a:lnTo>
                  <a:pt x="2069" y="9945"/>
                </a:lnTo>
                <a:lnTo>
                  <a:pt x="1782" y="9323"/>
                </a:lnTo>
                <a:lnTo>
                  <a:pt x="1896" y="9168"/>
                </a:lnTo>
                <a:lnTo>
                  <a:pt x="1954" y="9168"/>
                </a:lnTo>
                <a:lnTo>
                  <a:pt x="1954" y="9089"/>
                </a:lnTo>
                <a:lnTo>
                  <a:pt x="1896" y="9089"/>
                </a:lnTo>
                <a:lnTo>
                  <a:pt x="1838" y="9013"/>
                </a:lnTo>
                <a:lnTo>
                  <a:pt x="1782" y="9013"/>
                </a:lnTo>
                <a:lnTo>
                  <a:pt x="2355" y="8856"/>
                </a:lnTo>
                <a:lnTo>
                  <a:pt x="2930" y="8702"/>
                </a:lnTo>
                <a:lnTo>
                  <a:pt x="3046" y="9013"/>
                </a:lnTo>
                <a:lnTo>
                  <a:pt x="3218" y="9401"/>
                </a:lnTo>
                <a:lnTo>
                  <a:pt x="3505" y="10333"/>
                </a:lnTo>
                <a:lnTo>
                  <a:pt x="3791" y="11267"/>
                </a:lnTo>
                <a:lnTo>
                  <a:pt x="3907" y="12199"/>
                </a:lnTo>
                <a:lnTo>
                  <a:pt x="4079" y="13131"/>
                </a:lnTo>
                <a:lnTo>
                  <a:pt x="4252" y="13597"/>
                </a:lnTo>
                <a:lnTo>
                  <a:pt x="4366" y="13985"/>
                </a:lnTo>
                <a:lnTo>
                  <a:pt x="4596" y="14375"/>
                </a:lnTo>
                <a:lnTo>
                  <a:pt x="4826" y="14684"/>
                </a:lnTo>
                <a:lnTo>
                  <a:pt x="5055" y="14762"/>
                </a:lnTo>
                <a:lnTo>
                  <a:pt x="5171" y="14684"/>
                </a:lnTo>
                <a:lnTo>
                  <a:pt x="5285" y="14529"/>
                </a:lnTo>
                <a:lnTo>
                  <a:pt x="5285" y="14296"/>
                </a:lnTo>
                <a:lnTo>
                  <a:pt x="5171" y="13830"/>
                </a:lnTo>
                <a:lnTo>
                  <a:pt x="4999" y="13443"/>
                </a:lnTo>
                <a:lnTo>
                  <a:pt x="4826" y="12974"/>
                </a:lnTo>
                <a:lnTo>
                  <a:pt x="4711" y="12587"/>
                </a:lnTo>
                <a:lnTo>
                  <a:pt x="4538" y="11655"/>
                </a:lnTo>
                <a:lnTo>
                  <a:pt x="4366" y="10723"/>
                </a:lnTo>
                <a:lnTo>
                  <a:pt x="4079" y="9634"/>
                </a:lnTo>
                <a:lnTo>
                  <a:pt x="3849" y="9089"/>
                </a:lnTo>
                <a:lnTo>
                  <a:pt x="3619" y="8547"/>
                </a:lnTo>
                <a:lnTo>
                  <a:pt x="4310" y="8547"/>
                </a:lnTo>
                <a:lnTo>
                  <a:pt x="4999" y="8702"/>
                </a:lnTo>
                <a:lnTo>
                  <a:pt x="4999" y="8935"/>
                </a:lnTo>
                <a:lnTo>
                  <a:pt x="5055" y="9246"/>
                </a:lnTo>
                <a:lnTo>
                  <a:pt x="5171" y="9791"/>
                </a:lnTo>
                <a:lnTo>
                  <a:pt x="5515" y="10723"/>
                </a:lnTo>
                <a:lnTo>
                  <a:pt x="5918" y="12354"/>
                </a:lnTo>
                <a:lnTo>
                  <a:pt x="6032" y="12587"/>
                </a:lnTo>
                <a:lnTo>
                  <a:pt x="6090" y="12741"/>
                </a:lnTo>
                <a:lnTo>
                  <a:pt x="6205" y="12898"/>
                </a:lnTo>
                <a:lnTo>
                  <a:pt x="6435" y="12974"/>
                </a:lnTo>
                <a:lnTo>
                  <a:pt x="6493" y="12898"/>
                </a:lnTo>
                <a:lnTo>
                  <a:pt x="6607" y="12820"/>
                </a:lnTo>
                <a:lnTo>
                  <a:pt x="6721" y="12587"/>
                </a:lnTo>
                <a:lnTo>
                  <a:pt x="6721" y="12275"/>
                </a:lnTo>
                <a:lnTo>
                  <a:pt x="6665" y="12042"/>
                </a:lnTo>
                <a:lnTo>
                  <a:pt x="6549" y="11733"/>
                </a:lnTo>
                <a:lnTo>
                  <a:pt x="6032" y="9867"/>
                </a:lnTo>
                <a:lnTo>
                  <a:pt x="5746" y="9089"/>
                </a:lnTo>
                <a:lnTo>
                  <a:pt x="6319" y="9558"/>
                </a:lnTo>
                <a:lnTo>
                  <a:pt x="6549" y="9791"/>
                </a:lnTo>
                <a:lnTo>
                  <a:pt x="6779" y="10100"/>
                </a:lnTo>
                <a:lnTo>
                  <a:pt x="6952" y="10490"/>
                </a:lnTo>
                <a:lnTo>
                  <a:pt x="7066" y="10877"/>
                </a:lnTo>
                <a:lnTo>
                  <a:pt x="7296" y="11733"/>
                </a:lnTo>
                <a:lnTo>
                  <a:pt x="7526" y="13443"/>
                </a:lnTo>
                <a:lnTo>
                  <a:pt x="7583" y="14063"/>
                </a:lnTo>
                <a:lnTo>
                  <a:pt x="7755" y="14684"/>
                </a:lnTo>
                <a:lnTo>
                  <a:pt x="7929" y="15228"/>
                </a:lnTo>
                <a:lnTo>
                  <a:pt x="8157" y="15773"/>
                </a:lnTo>
                <a:lnTo>
                  <a:pt x="8446" y="16317"/>
                </a:lnTo>
                <a:lnTo>
                  <a:pt x="8732" y="16783"/>
                </a:lnTo>
                <a:lnTo>
                  <a:pt x="9019" y="17249"/>
                </a:lnTo>
                <a:lnTo>
                  <a:pt x="9365" y="17637"/>
                </a:lnTo>
                <a:lnTo>
                  <a:pt x="9766" y="17948"/>
                </a:lnTo>
                <a:lnTo>
                  <a:pt x="10168" y="18259"/>
                </a:lnTo>
                <a:lnTo>
                  <a:pt x="10571" y="18414"/>
                </a:lnTo>
                <a:lnTo>
                  <a:pt x="11029" y="18571"/>
                </a:lnTo>
                <a:lnTo>
                  <a:pt x="11432" y="18647"/>
                </a:lnTo>
                <a:lnTo>
                  <a:pt x="12409" y="18647"/>
                </a:lnTo>
                <a:lnTo>
                  <a:pt x="12868" y="18414"/>
                </a:lnTo>
                <a:lnTo>
                  <a:pt x="13328" y="18259"/>
                </a:lnTo>
                <a:lnTo>
                  <a:pt x="13673" y="17948"/>
                </a:lnTo>
                <a:lnTo>
                  <a:pt x="14017" y="17560"/>
                </a:lnTo>
                <a:lnTo>
                  <a:pt x="14362" y="17171"/>
                </a:lnTo>
                <a:lnTo>
                  <a:pt x="14648" y="16705"/>
                </a:lnTo>
                <a:lnTo>
                  <a:pt x="14821" y="16239"/>
                </a:lnTo>
                <a:lnTo>
                  <a:pt x="15051" y="15694"/>
                </a:lnTo>
                <a:lnTo>
                  <a:pt x="15165" y="15074"/>
                </a:lnTo>
                <a:lnTo>
                  <a:pt x="15223" y="14375"/>
                </a:lnTo>
                <a:lnTo>
                  <a:pt x="15281" y="13676"/>
                </a:lnTo>
                <a:lnTo>
                  <a:pt x="15223" y="12898"/>
                </a:lnTo>
                <a:lnTo>
                  <a:pt x="15165" y="12199"/>
                </a:lnTo>
                <a:lnTo>
                  <a:pt x="14937" y="10723"/>
                </a:lnTo>
                <a:lnTo>
                  <a:pt x="14648" y="9246"/>
                </a:lnTo>
                <a:lnTo>
                  <a:pt x="14132" y="5904"/>
                </a:lnTo>
                <a:lnTo>
                  <a:pt x="14017" y="5128"/>
                </a:lnTo>
                <a:lnTo>
                  <a:pt x="14017" y="4351"/>
                </a:lnTo>
                <a:lnTo>
                  <a:pt x="14132" y="4972"/>
                </a:lnTo>
                <a:lnTo>
                  <a:pt x="14248" y="5438"/>
                </a:lnTo>
                <a:lnTo>
                  <a:pt x="14476" y="5904"/>
                </a:lnTo>
                <a:lnTo>
                  <a:pt x="14706" y="6372"/>
                </a:lnTo>
                <a:lnTo>
                  <a:pt x="14879" y="6526"/>
                </a:lnTo>
                <a:lnTo>
                  <a:pt x="15051" y="6605"/>
                </a:lnTo>
                <a:lnTo>
                  <a:pt x="15165" y="6605"/>
                </a:lnTo>
                <a:lnTo>
                  <a:pt x="15281" y="6526"/>
                </a:lnTo>
                <a:lnTo>
                  <a:pt x="15338" y="6448"/>
                </a:lnTo>
                <a:lnTo>
                  <a:pt x="15395" y="6293"/>
                </a:lnTo>
                <a:lnTo>
                  <a:pt x="15281" y="5904"/>
                </a:lnTo>
                <a:lnTo>
                  <a:pt x="15109" y="5516"/>
                </a:lnTo>
                <a:lnTo>
                  <a:pt x="14821" y="4817"/>
                </a:lnTo>
                <a:lnTo>
                  <a:pt x="14592" y="4040"/>
                </a:lnTo>
                <a:lnTo>
                  <a:pt x="14476" y="3652"/>
                </a:lnTo>
                <a:lnTo>
                  <a:pt x="14304" y="3262"/>
                </a:lnTo>
                <a:lnTo>
                  <a:pt x="14362" y="3186"/>
                </a:lnTo>
                <a:lnTo>
                  <a:pt x="14648" y="2874"/>
                </a:lnTo>
                <a:lnTo>
                  <a:pt x="14937" y="2641"/>
                </a:lnTo>
                <a:lnTo>
                  <a:pt x="15626" y="2330"/>
                </a:lnTo>
                <a:lnTo>
                  <a:pt x="15740" y="2953"/>
                </a:lnTo>
                <a:lnTo>
                  <a:pt x="15856" y="3574"/>
                </a:lnTo>
                <a:lnTo>
                  <a:pt x="16200" y="4739"/>
                </a:lnTo>
                <a:lnTo>
                  <a:pt x="16315" y="5283"/>
                </a:lnTo>
                <a:lnTo>
                  <a:pt x="16429" y="5982"/>
                </a:lnTo>
                <a:lnTo>
                  <a:pt x="16545" y="6293"/>
                </a:lnTo>
                <a:lnTo>
                  <a:pt x="16659" y="6526"/>
                </a:lnTo>
                <a:lnTo>
                  <a:pt x="16831" y="6759"/>
                </a:lnTo>
                <a:lnTo>
                  <a:pt x="17004" y="6838"/>
                </a:lnTo>
                <a:lnTo>
                  <a:pt x="17176" y="6838"/>
                </a:lnTo>
                <a:lnTo>
                  <a:pt x="17292" y="6759"/>
                </a:lnTo>
                <a:lnTo>
                  <a:pt x="17406" y="6605"/>
                </a:lnTo>
                <a:lnTo>
                  <a:pt x="17406" y="6293"/>
                </a:lnTo>
                <a:lnTo>
                  <a:pt x="17348" y="6139"/>
                </a:lnTo>
                <a:lnTo>
                  <a:pt x="17234" y="5982"/>
                </a:lnTo>
                <a:lnTo>
                  <a:pt x="17120" y="5594"/>
                </a:lnTo>
                <a:lnTo>
                  <a:pt x="17062" y="5205"/>
                </a:lnTo>
                <a:lnTo>
                  <a:pt x="16717" y="3885"/>
                </a:lnTo>
                <a:lnTo>
                  <a:pt x="16487" y="2953"/>
                </a:lnTo>
                <a:lnTo>
                  <a:pt x="16315" y="2485"/>
                </a:lnTo>
                <a:lnTo>
                  <a:pt x="16142" y="2097"/>
                </a:lnTo>
                <a:lnTo>
                  <a:pt x="16373" y="1942"/>
                </a:lnTo>
                <a:lnTo>
                  <a:pt x="17234" y="1553"/>
                </a:lnTo>
                <a:lnTo>
                  <a:pt x="17464" y="2485"/>
                </a:lnTo>
                <a:lnTo>
                  <a:pt x="17693" y="3419"/>
                </a:lnTo>
                <a:lnTo>
                  <a:pt x="18095" y="4972"/>
                </a:lnTo>
                <a:lnTo>
                  <a:pt x="18325" y="5671"/>
                </a:lnTo>
                <a:lnTo>
                  <a:pt x="18440" y="5904"/>
                </a:lnTo>
                <a:lnTo>
                  <a:pt x="18670" y="6139"/>
                </a:lnTo>
                <a:lnTo>
                  <a:pt x="18728" y="6215"/>
                </a:lnTo>
                <a:lnTo>
                  <a:pt x="18842" y="6139"/>
                </a:lnTo>
                <a:lnTo>
                  <a:pt x="18900" y="6139"/>
                </a:lnTo>
                <a:lnTo>
                  <a:pt x="18957" y="5982"/>
                </a:lnTo>
                <a:lnTo>
                  <a:pt x="19015" y="5749"/>
                </a:lnTo>
                <a:lnTo>
                  <a:pt x="19015" y="5438"/>
                </a:lnTo>
                <a:lnTo>
                  <a:pt x="18900" y="4817"/>
                </a:lnTo>
                <a:lnTo>
                  <a:pt x="18498" y="3574"/>
                </a:lnTo>
                <a:lnTo>
                  <a:pt x="18153" y="2330"/>
                </a:lnTo>
                <a:lnTo>
                  <a:pt x="17923" y="1476"/>
                </a:lnTo>
                <a:lnTo>
                  <a:pt x="17809" y="1243"/>
                </a:lnTo>
                <a:lnTo>
                  <a:pt x="18268" y="932"/>
                </a:lnTo>
                <a:lnTo>
                  <a:pt x="18670" y="621"/>
                </a:lnTo>
                <a:lnTo>
                  <a:pt x="18957" y="309"/>
                </a:lnTo>
                <a:lnTo>
                  <a:pt x="19015" y="233"/>
                </a:lnTo>
                <a:lnTo>
                  <a:pt x="19015" y="155"/>
                </a:lnTo>
                <a:lnTo>
                  <a:pt x="18957" y="76"/>
                </a:lnTo>
                <a:lnTo>
                  <a:pt x="18900" y="0"/>
                </a:lnTo>
                <a:close/>
                <a:moveTo>
                  <a:pt x="6377" y="14995"/>
                </a:moveTo>
                <a:lnTo>
                  <a:pt x="6319" y="15074"/>
                </a:lnTo>
                <a:lnTo>
                  <a:pt x="6262" y="15152"/>
                </a:lnTo>
                <a:lnTo>
                  <a:pt x="6262" y="16006"/>
                </a:lnTo>
                <a:lnTo>
                  <a:pt x="6377" y="16861"/>
                </a:lnTo>
                <a:lnTo>
                  <a:pt x="6607" y="17637"/>
                </a:lnTo>
                <a:lnTo>
                  <a:pt x="6837" y="18492"/>
                </a:lnTo>
                <a:lnTo>
                  <a:pt x="6952" y="18647"/>
                </a:lnTo>
                <a:lnTo>
                  <a:pt x="6549" y="19037"/>
                </a:lnTo>
                <a:lnTo>
                  <a:pt x="6090" y="19270"/>
                </a:lnTo>
                <a:lnTo>
                  <a:pt x="6032" y="18959"/>
                </a:lnTo>
                <a:lnTo>
                  <a:pt x="5974" y="18647"/>
                </a:lnTo>
                <a:lnTo>
                  <a:pt x="5746" y="18026"/>
                </a:lnTo>
                <a:lnTo>
                  <a:pt x="5515" y="17094"/>
                </a:lnTo>
                <a:lnTo>
                  <a:pt x="5401" y="16705"/>
                </a:lnTo>
                <a:lnTo>
                  <a:pt x="5229" y="16239"/>
                </a:lnTo>
                <a:lnTo>
                  <a:pt x="5055" y="16160"/>
                </a:lnTo>
                <a:lnTo>
                  <a:pt x="4941" y="16160"/>
                </a:lnTo>
                <a:lnTo>
                  <a:pt x="4769" y="16317"/>
                </a:lnTo>
                <a:lnTo>
                  <a:pt x="4769" y="16472"/>
                </a:lnTo>
                <a:lnTo>
                  <a:pt x="4826" y="16938"/>
                </a:lnTo>
                <a:lnTo>
                  <a:pt x="4883" y="17404"/>
                </a:lnTo>
                <a:lnTo>
                  <a:pt x="5113" y="18338"/>
                </a:lnTo>
                <a:lnTo>
                  <a:pt x="5229" y="18959"/>
                </a:lnTo>
                <a:lnTo>
                  <a:pt x="5343" y="19270"/>
                </a:lnTo>
                <a:lnTo>
                  <a:pt x="5458" y="19579"/>
                </a:lnTo>
                <a:lnTo>
                  <a:pt x="4424" y="19969"/>
                </a:lnTo>
                <a:lnTo>
                  <a:pt x="4366" y="19658"/>
                </a:lnTo>
                <a:lnTo>
                  <a:pt x="4137" y="18571"/>
                </a:lnTo>
                <a:lnTo>
                  <a:pt x="3965" y="18103"/>
                </a:lnTo>
                <a:lnTo>
                  <a:pt x="3735" y="17637"/>
                </a:lnTo>
                <a:lnTo>
                  <a:pt x="3735" y="17404"/>
                </a:lnTo>
                <a:lnTo>
                  <a:pt x="3791" y="17327"/>
                </a:lnTo>
                <a:lnTo>
                  <a:pt x="3791" y="17171"/>
                </a:lnTo>
                <a:lnTo>
                  <a:pt x="3735" y="17171"/>
                </a:lnTo>
                <a:lnTo>
                  <a:pt x="3563" y="17249"/>
                </a:lnTo>
                <a:lnTo>
                  <a:pt x="3332" y="17249"/>
                </a:lnTo>
                <a:lnTo>
                  <a:pt x="3218" y="17327"/>
                </a:lnTo>
                <a:lnTo>
                  <a:pt x="3160" y="17482"/>
                </a:lnTo>
                <a:lnTo>
                  <a:pt x="3102" y="17637"/>
                </a:lnTo>
                <a:lnTo>
                  <a:pt x="3102" y="17793"/>
                </a:lnTo>
                <a:lnTo>
                  <a:pt x="3390" y="18726"/>
                </a:lnTo>
                <a:lnTo>
                  <a:pt x="3677" y="19736"/>
                </a:lnTo>
                <a:lnTo>
                  <a:pt x="3735" y="20280"/>
                </a:lnTo>
                <a:lnTo>
                  <a:pt x="3046" y="20513"/>
                </a:lnTo>
                <a:lnTo>
                  <a:pt x="2930" y="20590"/>
                </a:lnTo>
                <a:lnTo>
                  <a:pt x="2816" y="20746"/>
                </a:lnTo>
                <a:lnTo>
                  <a:pt x="2816" y="20901"/>
                </a:lnTo>
                <a:lnTo>
                  <a:pt x="2758" y="21056"/>
                </a:lnTo>
                <a:lnTo>
                  <a:pt x="2816" y="21212"/>
                </a:lnTo>
                <a:lnTo>
                  <a:pt x="2874" y="21367"/>
                </a:lnTo>
                <a:lnTo>
                  <a:pt x="2988" y="21522"/>
                </a:lnTo>
                <a:lnTo>
                  <a:pt x="3102" y="21600"/>
                </a:lnTo>
                <a:lnTo>
                  <a:pt x="3563" y="21600"/>
                </a:lnTo>
                <a:lnTo>
                  <a:pt x="3735" y="21445"/>
                </a:lnTo>
                <a:lnTo>
                  <a:pt x="3907" y="21367"/>
                </a:lnTo>
                <a:lnTo>
                  <a:pt x="3965" y="21289"/>
                </a:lnTo>
                <a:lnTo>
                  <a:pt x="4022" y="21367"/>
                </a:lnTo>
                <a:lnTo>
                  <a:pt x="4079" y="21445"/>
                </a:lnTo>
                <a:lnTo>
                  <a:pt x="4194" y="21445"/>
                </a:lnTo>
                <a:lnTo>
                  <a:pt x="4366" y="21367"/>
                </a:lnTo>
                <a:lnTo>
                  <a:pt x="4424" y="21134"/>
                </a:lnTo>
                <a:lnTo>
                  <a:pt x="5113" y="20901"/>
                </a:lnTo>
                <a:lnTo>
                  <a:pt x="5860" y="20590"/>
                </a:lnTo>
                <a:lnTo>
                  <a:pt x="6493" y="20280"/>
                </a:lnTo>
                <a:lnTo>
                  <a:pt x="7124" y="19812"/>
                </a:lnTo>
                <a:lnTo>
                  <a:pt x="7410" y="19503"/>
                </a:lnTo>
                <a:lnTo>
                  <a:pt x="7641" y="19192"/>
                </a:lnTo>
                <a:lnTo>
                  <a:pt x="7871" y="18726"/>
                </a:lnTo>
                <a:lnTo>
                  <a:pt x="8043" y="18259"/>
                </a:lnTo>
                <a:lnTo>
                  <a:pt x="8157" y="17793"/>
                </a:lnTo>
                <a:lnTo>
                  <a:pt x="8101" y="17327"/>
                </a:lnTo>
                <a:lnTo>
                  <a:pt x="7985" y="16938"/>
                </a:lnTo>
                <a:lnTo>
                  <a:pt x="7871" y="16705"/>
                </a:lnTo>
                <a:lnTo>
                  <a:pt x="7755" y="16550"/>
                </a:lnTo>
                <a:lnTo>
                  <a:pt x="7583" y="16550"/>
                </a:lnTo>
                <a:lnTo>
                  <a:pt x="7526" y="16628"/>
                </a:lnTo>
                <a:lnTo>
                  <a:pt x="7526" y="16705"/>
                </a:lnTo>
                <a:lnTo>
                  <a:pt x="7410" y="17637"/>
                </a:lnTo>
                <a:lnTo>
                  <a:pt x="7066" y="16239"/>
                </a:lnTo>
                <a:lnTo>
                  <a:pt x="6837" y="15618"/>
                </a:lnTo>
                <a:lnTo>
                  <a:pt x="6549" y="15074"/>
                </a:lnTo>
                <a:lnTo>
                  <a:pt x="6493" y="14995"/>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188" name="Google Shape;511;p10"/>
          <p:cNvSpPr/>
          <p:nvPr/>
        </p:nvSpPr>
        <p:spPr>
          <a:xfrm>
            <a:off x="2732" y="4900231"/>
            <a:ext cx="180006" cy="37354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98" y="541"/>
                </a:moveTo>
                <a:lnTo>
                  <a:pt x="2747" y="602"/>
                </a:lnTo>
                <a:lnTo>
                  <a:pt x="3496" y="722"/>
                </a:lnTo>
                <a:lnTo>
                  <a:pt x="4119" y="902"/>
                </a:lnTo>
                <a:lnTo>
                  <a:pt x="4745" y="1204"/>
                </a:lnTo>
                <a:lnTo>
                  <a:pt x="5368" y="1504"/>
                </a:lnTo>
                <a:lnTo>
                  <a:pt x="5742" y="1806"/>
                </a:lnTo>
                <a:lnTo>
                  <a:pt x="6116" y="2167"/>
                </a:lnTo>
                <a:lnTo>
                  <a:pt x="6491" y="2528"/>
                </a:lnTo>
                <a:lnTo>
                  <a:pt x="6743" y="2888"/>
                </a:lnTo>
                <a:lnTo>
                  <a:pt x="6865" y="3310"/>
                </a:lnTo>
                <a:lnTo>
                  <a:pt x="6865" y="4092"/>
                </a:lnTo>
                <a:lnTo>
                  <a:pt x="6743" y="3971"/>
                </a:lnTo>
                <a:lnTo>
                  <a:pt x="5994" y="3189"/>
                </a:lnTo>
                <a:lnTo>
                  <a:pt x="5494" y="2828"/>
                </a:lnTo>
                <a:lnTo>
                  <a:pt x="4871" y="2467"/>
                </a:lnTo>
                <a:lnTo>
                  <a:pt x="4745" y="2406"/>
                </a:lnTo>
                <a:lnTo>
                  <a:pt x="4496" y="2406"/>
                </a:lnTo>
                <a:lnTo>
                  <a:pt x="4370" y="2467"/>
                </a:lnTo>
                <a:lnTo>
                  <a:pt x="4370" y="2588"/>
                </a:lnTo>
                <a:lnTo>
                  <a:pt x="4496" y="3008"/>
                </a:lnTo>
                <a:lnTo>
                  <a:pt x="4745" y="3490"/>
                </a:lnTo>
                <a:lnTo>
                  <a:pt x="5494" y="4332"/>
                </a:lnTo>
                <a:lnTo>
                  <a:pt x="5868" y="4814"/>
                </a:lnTo>
                <a:lnTo>
                  <a:pt x="5494" y="4693"/>
                </a:lnTo>
                <a:lnTo>
                  <a:pt x="4993" y="4453"/>
                </a:lnTo>
                <a:lnTo>
                  <a:pt x="4244" y="3851"/>
                </a:lnTo>
                <a:lnTo>
                  <a:pt x="3622" y="3249"/>
                </a:lnTo>
                <a:lnTo>
                  <a:pt x="3247" y="2828"/>
                </a:lnTo>
                <a:lnTo>
                  <a:pt x="2873" y="2286"/>
                </a:lnTo>
                <a:lnTo>
                  <a:pt x="2498" y="1685"/>
                </a:lnTo>
                <a:lnTo>
                  <a:pt x="2246" y="1143"/>
                </a:lnTo>
                <a:lnTo>
                  <a:pt x="1998" y="541"/>
                </a:lnTo>
                <a:close/>
                <a:moveTo>
                  <a:pt x="12611" y="4634"/>
                </a:moveTo>
                <a:lnTo>
                  <a:pt x="13360" y="4693"/>
                </a:lnTo>
                <a:lnTo>
                  <a:pt x="13982" y="4814"/>
                </a:lnTo>
                <a:lnTo>
                  <a:pt x="16106" y="5114"/>
                </a:lnTo>
                <a:lnTo>
                  <a:pt x="16981" y="5295"/>
                </a:lnTo>
                <a:lnTo>
                  <a:pt x="17978" y="5536"/>
                </a:lnTo>
                <a:lnTo>
                  <a:pt x="18727" y="5777"/>
                </a:lnTo>
                <a:lnTo>
                  <a:pt x="19354" y="6016"/>
                </a:lnTo>
                <a:lnTo>
                  <a:pt x="18853" y="5957"/>
                </a:lnTo>
                <a:lnTo>
                  <a:pt x="18605" y="5957"/>
                </a:lnTo>
                <a:lnTo>
                  <a:pt x="18353" y="6077"/>
                </a:lnTo>
                <a:lnTo>
                  <a:pt x="18227" y="6197"/>
                </a:lnTo>
                <a:lnTo>
                  <a:pt x="18353" y="6377"/>
                </a:lnTo>
                <a:lnTo>
                  <a:pt x="17104" y="6618"/>
                </a:lnTo>
                <a:lnTo>
                  <a:pt x="15858" y="6740"/>
                </a:lnTo>
                <a:lnTo>
                  <a:pt x="14609" y="6859"/>
                </a:lnTo>
                <a:lnTo>
                  <a:pt x="13234" y="6859"/>
                </a:lnTo>
                <a:lnTo>
                  <a:pt x="11736" y="6740"/>
                </a:lnTo>
                <a:lnTo>
                  <a:pt x="10364" y="6559"/>
                </a:lnTo>
                <a:lnTo>
                  <a:pt x="9738" y="6438"/>
                </a:lnTo>
                <a:lnTo>
                  <a:pt x="8989" y="6257"/>
                </a:lnTo>
                <a:lnTo>
                  <a:pt x="8366" y="6016"/>
                </a:lnTo>
                <a:lnTo>
                  <a:pt x="7992" y="5897"/>
                </a:lnTo>
                <a:lnTo>
                  <a:pt x="7866" y="5777"/>
                </a:lnTo>
                <a:lnTo>
                  <a:pt x="8615" y="6016"/>
                </a:lnTo>
                <a:lnTo>
                  <a:pt x="9490" y="6257"/>
                </a:lnTo>
                <a:lnTo>
                  <a:pt x="10364" y="6377"/>
                </a:lnTo>
                <a:lnTo>
                  <a:pt x="11362" y="6559"/>
                </a:lnTo>
                <a:lnTo>
                  <a:pt x="12236" y="6618"/>
                </a:lnTo>
                <a:lnTo>
                  <a:pt x="13234" y="6740"/>
                </a:lnTo>
                <a:lnTo>
                  <a:pt x="13860" y="6740"/>
                </a:lnTo>
                <a:lnTo>
                  <a:pt x="14234" y="6679"/>
                </a:lnTo>
                <a:lnTo>
                  <a:pt x="14731" y="6618"/>
                </a:lnTo>
                <a:lnTo>
                  <a:pt x="15106" y="6499"/>
                </a:lnTo>
                <a:lnTo>
                  <a:pt x="15232" y="6377"/>
                </a:lnTo>
                <a:lnTo>
                  <a:pt x="15106" y="6197"/>
                </a:lnTo>
                <a:lnTo>
                  <a:pt x="14731" y="6077"/>
                </a:lnTo>
                <a:lnTo>
                  <a:pt x="14357" y="5957"/>
                </a:lnTo>
                <a:lnTo>
                  <a:pt x="13486" y="5897"/>
                </a:lnTo>
                <a:lnTo>
                  <a:pt x="12611" y="5836"/>
                </a:lnTo>
                <a:lnTo>
                  <a:pt x="11736" y="5777"/>
                </a:lnTo>
                <a:lnTo>
                  <a:pt x="9238" y="5475"/>
                </a:lnTo>
                <a:lnTo>
                  <a:pt x="9738" y="5295"/>
                </a:lnTo>
                <a:lnTo>
                  <a:pt x="10487" y="5054"/>
                </a:lnTo>
                <a:lnTo>
                  <a:pt x="11236" y="4814"/>
                </a:lnTo>
                <a:lnTo>
                  <a:pt x="11862" y="4693"/>
                </a:lnTo>
                <a:lnTo>
                  <a:pt x="12611" y="4634"/>
                </a:lnTo>
                <a:close/>
                <a:moveTo>
                  <a:pt x="4370" y="9326"/>
                </a:moveTo>
                <a:lnTo>
                  <a:pt x="5868" y="9387"/>
                </a:lnTo>
                <a:lnTo>
                  <a:pt x="5994" y="9387"/>
                </a:lnTo>
                <a:lnTo>
                  <a:pt x="6242" y="9626"/>
                </a:lnTo>
                <a:lnTo>
                  <a:pt x="6491" y="9748"/>
                </a:lnTo>
                <a:lnTo>
                  <a:pt x="6865" y="9748"/>
                </a:lnTo>
                <a:lnTo>
                  <a:pt x="7243" y="9626"/>
                </a:lnTo>
                <a:lnTo>
                  <a:pt x="7366" y="9446"/>
                </a:lnTo>
                <a:lnTo>
                  <a:pt x="8989" y="9507"/>
                </a:lnTo>
                <a:lnTo>
                  <a:pt x="10487" y="9507"/>
                </a:lnTo>
                <a:lnTo>
                  <a:pt x="11362" y="9567"/>
                </a:lnTo>
                <a:lnTo>
                  <a:pt x="11984" y="9626"/>
                </a:lnTo>
                <a:lnTo>
                  <a:pt x="11984" y="9868"/>
                </a:lnTo>
                <a:lnTo>
                  <a:pt x="11488" y="9807"/>
                </a:lnTo>
                <a:lnTo>
                  <a:pt x="11113" y="9868"/>
                </a:lnTo>
                <a:lnTo>
                  <a:pt x="10613" y="9987"/>
                </a:lnTo>
                <a:lnTo>
                  <a:pt x="10487" y="10109"/>
                </a:lnTo>
                <a:lnTo>
                  <a:pt x="10487" y="10228"/>
                </a:lnTo>
                <a:lnTo>
                  <a:pt x="9364" y="10228"/>
                </a:lnTo>
                <a:lnTo>
                  <a:pt x="4496" y="10109"/>
                </a:lnTo>
                <a:lnTo>
                  <a:pt x="2747" y="9987"/>
                </a:lnTo>
                <a:lnTo>
                  <a:pt x="1750" y="9928"/>
                </a:lnTo>
                <a:lnTo>
                  <a:pt x="875" y="9987"/>
                </a:lnTo>
                <a:lnTo>
                  <a:pt x="1249" y="9748"/>
                </a:lnTo>
                <a:lnTo>
                  <a:pt x="1750" y="9567"/>
                </a:lnTo>
                <a:lnTo>
                  <a:pt x="2246" y="9387"/>
                </a:lnTo>
                <a:lnTo>
                  <a:pt x="2747" y="9326"/>
                </a:lnTo>
                <a:close/>
                <a:moveTo>
                  <a:pt x="7618" y="10950"/>
                </a:moveTo>
                <a:lnTo>
                  <a:pt x="10238" y="11011"/>
                </a:lnTo>
                <a:lnTo>
                  <a:pt x="10739" y="11071"/>
                </a:lnTo>
                <a:lnTo>
                  <a:pt x="10739" y="13117"/>
                </a:lnTo>
                <a:lnTo>
                  <a:pt x="10613" y="15162"/>
                </a:lnTo>
                <a:lnTo>
                  <a:pt x="8240" y="15343"/>
                </a:lnTo>
                <a:lnTo>
                  <a:pt x="8240" y="14682"/>
                </a:lnTo>
                <a:lnTo>
                  <a:pt x="7866" y="12515"/>
                </a:lnTo>
                <a:lnTo>
                  <a:pt x="7740" y="11372"/>
                </a:lnTo>
                <a:lnTo>
                  <a:pt x="7618" y="10950"/>
                </a:lnTo>
                <a:close/>
                <a:moveTo>
                  <a:pt x="3622" y="10770"/>
                </a:moveTo>
                <a:lnTo>
                  <a:pt x="6368" y="10950"/>
                </a:lnTo>
                <a:lnTo>
                  <a:pt x="6242" y="11131"/>
                </a:lnTo>
                <a:lnTo>
                  <a:pt x="6242" y="11372"/>
                </a:lnTo>
                <a:lnTo>
                  <a:pt x="6368" y="11852"/>
                </a:lnTo>
                <a:lnTo>
                  <a:pt x="6617" y="14440"/>
                </a:lnTo>
                <a:lnTo>
                  <a:pt x="6743" y="15403"/>
                </a:lnTo>
                <a:lnTo>
                  <a:pt x="5245" y="15403"/>
                </a:lnTo>
                <a:lnTo>
                  <a:pt x="3744" y="15462"/>
                </a:lnTo>
                <a:lnTo>
                  <a:pt x="3496" y="13538"/>
                </a:lnTo>
                <a:lnTo>
                  <a:pt x="3247" y="12154"/>
                </a:lnTo>
                <a:lnTo>
                  <a:pt x="3121" y="11432"/>
                </a:lnTo>
                <a:lnTo>
                  <a:pt x="2747" y="10770"/>
                </a:lnTo>
                <a:close/>
                <a:moveTo>
                  <a:pt x="10487" y="15945"/>
                </a:moveTo>
                <a:lnTo>
                  <a:pt x="10238" y="17147"/>
                </a:lnTo>
                <a:lnTo>
                  <a:pt x="10112" y="17147"/>
                </a:lnTo>
                <a:lnTo>
                  <a:pt x="9738" y="17088"/>
                </a:lnTo>
                <a:lnTo>
                  <a:pt x="9364" y="17088"/>
                </a:lnTo>
                <a:lnTo>
                  <a:pt x="8863" y="17147"/>
                </a:lnTo>
                <a:lnTo>
                  <a:pt x="8489" y="17268"/>
                </a:lnTo>
                <a:lnTo>
                  <a:pt x="8489" y="17088"/>
                </a:lnTo>
                <a:lnTo>
                  <a:pt x="8366" y="16125"/>
                </a:lnTo>
                <a:lnTo>
                  <a:pt x="9490" y="16064"/>
                </a:lnTo>
                <a:lnTo>
                  <a:pt x="10487" y="15945"/>
                </a:lnTo>
                <a:close/>
                <a:moveTo>
                  <a:pt x="3870" y="16005"/>
                </a:moveTo>
                <a:lnTo>
                  <a:pt x="4619" y="16125"/>
                </a:lnTo>
                <a:lnTo>
                  <a:pt x="5245" y="16125"/>
                </a:lnTo>
                <a:lnTo>
                  <a:pt x="6743" y="16186"/>
                </a:lnTo>
                <a:lnTo>
                  <a:pt x="6865" y="16546"/>
                </a:lnTo>
                <a:lnTo>
                  <a:pt x="6743" y="16606"/>
                </a:lnTo>
                <a:lnTo>
                  <a:pt x="5742" y="16546"/>
                </a:lnTo>
                <a:lnTo>
                  <a:pt x="5494" y="16606"/>
                </a:lnTo>
                <a:lnTo>
                  <a:pt x="5245" y="16666"/>
                </a:lnTo>
                <a:lnTo>
                  <a:pt x="5245" y="16786"/>
                </a:lnTo>
                <a:lnTo>
                  <a:pt x="5368" y="16907"/>
                </a:lnTo>
                <a:lnTo>
                  <a:pt x="5868" y="17147"/>
                </a:lnTo>
                <a:lnTo>
                  <a:pt x="6617" y="17208"/>
                </a:lnTo>
                <a:lnTo>
                  <a:pt x="6865" y="17208"/>
                </a:lnTo>
                <a:lnTo>
                  <a:pt x="6865" y="17629"/>
                </a:lnTo>
                <a:lnTo>
                  <a:pt x="6116" y="17690"/>
                </a:lnTo>
                <a:lnTo>
                  <a:pt x="6116" y="17629"/>
                </a:lnTo>
                <a:lnTo>
                  <a:pt x="5994" y="17629"/>
                </a:lnTo>
                <a:lnTo>
                  <a:pt x="5742" y="17690"/>
                </a:lnTo>
                <a:lnTo>
                  <a:pt x="5494" y="17749"/>
                </a:lnTo>
                <a:lnTo>
                  <a:pt x="5245" y="17870"/>
                </a:lnTo>
                <a:lnTo>
                  <a:pt x="5119" y="18051"/>
                </a:lnTo>
                <a:lnTo>
                  <a:pt x="5245" y="18170"/>
                </a:lnTo>
                <a:lnTo>
                  <a:pt x="5620" y="18290"/>
                </a:lnTo>
                <a:lnTo>
                  <a:pt x="6991" y="18290"/>
                </a:lnTo>
                <a:lnTo>
                  <a:pt x="7243" y="18712"/>
                </a:lnTo>
                <a:lnTo>
                  <a:pt x="7618" y="19013"/>
                </a:lnTo>
                <a:lnTo>
                  <a:pt x="7740" y="19072"/>
                </a:lnTo>
                <a:lnTo>
                  <a:pt x="7992" y="19072"/>
                </a:lnTo>
                <a:lnTo>
                  <a:pt x="8240" y="19013"/>
                </a:lnTo>
                <a:lnTo>
                  <a:pt x="8366" y="18953"/>
                </a:lnTo>
                <a:lnTo>
                  <a:pt x="8615" y="18651"/>
                </a:lnTo>
                <a:lnTo>
                  <a:pt x="8741" y="18351"/>
                </a:lnTo>
                <a:lnTo>
                  <a:pt x="8741" y="18051"/>
                </a:lnTo>
                <a:lnTo>
                  <a:pt x="8615" y="17690"/>
                </a:lnTo>
                <a:lnTo>
                  <a:pt x="9115" y="17749"/>
                </a:lnTo>
                <a:lnTo>
                  <a:pt x="10238" y="17749"/>
                </a:lnTo>
                <a:lnTo>
                  <a:pt x="9990" y="18712"/>
                </a:lnTo>
                <a:lnTo>
                  <a:pt x="9738" y="19374"/>
                </a:lnTo>
                <a:lnTo>
                  <a:pt x="9612" y="19674"/>
                </a:lnTo>
                <a:lnTo>
                  <a:pt x="9364" y="19975"/>
                </a:lnTo>
                <a:lnTo>
                  <a:pt x="8989" y="20276"/>
                </a:lnTo>
                <a:lnTo>
                  <a:pt x="8615" y="20457"/>
                </a:lnTo>
                <a:lnTo>
                  <a:pt x="7992" y="20637"/>
                </a:lnTo>
                <a:lnTo>
                  <a:pt x="7243" y="20698"/>
                </a:lnTo>
                <a:lnTo>
                  <a:pt x="6617" y="20698"/>
                </a:lnTo>
                <a:lnTo>
                  <a:pt x="6116" y="20637"/>
                </a:lnTo>
                <a:lnTo>
                  <a:pt x="5620" y="20457"/>
                </a:lnTo>
                <a:lnTo>
                  <a:pt x="5119" y="20276"/>
                </a:lnTo>
                <a:lnTo>
                  <a:pt x="4871" y="20035"/>
                </a:lnTo>
                <a:lnTo>
                  <a:pt x="4496" y="19794"/>
                </a:lnTo>
                <a:lnTo>
                  <a:pt x="4119" y="19253"/>
                </a:lnTo>
                <a:lnTo>
                  <a:pt x="3870" y="18592"/>
                </a:lnTo>
                <a:lnTo>
                  <a:pt x="3870" y="16005"/>
                </a:lnTo>
                <a:close/>
                <a:moveTo>
                  <a:pt x="2124" y="0"/>
                </a:moveTo>
                <a:lnTo>
                  <a:pt x="1624" y="61"/>
                </a:lnTo>
                <a:lnTo>
                  <a:pt x="1123" y="180"/>
                </a:lnTo>
                <a:lnTo>
                  <a:pt x="997" y="302"/>
                </a:lnTo>
                <a:lnTo>
                  <a:pt x="997" y="482"/>
                </a:lnTo>
                <a:lnTo>
                  <a:pt x="1123" y="541"/>
                </a:lnTo>
                <a:lnTo>
                  <a:pt x="997" y="963"/>
                </a:lnTo>
                <a:lnTo>
                  <a:pt x="997" y="1384"/>
                </a:lnTo>
                <a:lnTo>
                  <a:pt x="1123" y="1806"/>
                </a:lnTo>
                <a:lnTo>
                  <a:pt x="1249" y="2167"/>
                </a:lnTo>
                <a:lnTo>
                  <a:pt x="1872" y="3008"/>
                </a:lnTo>
                <a:lnTo>
                  <a:pt x="2498" y="3730"/>
                </a:lnTo>
                <a:lnTo>
                  <a:pt x="3121" y="4332"/>
                </a:lnTo>
                <a:lnTo>
                  <a:pt x="3996" y="4934"/>
                </a:lnTo>
                <a:lnTo>
                  <a:pt x="4496" y="5175"/>
                </a:lnTo>
                <a:lnTo>
                  <a:pt x="5119" y="5355"/>
                </a:lnTo>
                <a:lnTo>
                  <a:pt x="5620" y="5536"/>
                </a:lnTo>
                <a:lnTo>
                  <a:pt x="6368" y="5536"/>
                </a:lnTo>
                <a:lnTo>
                  <a:pt x="6116" y="6257"/>
                </a:lnTo>
                <a:lnTo>
                  <a:pt x="5868" y="7160"/>
                </a:lnTo>
                <a:lnTo>
                  <a:pt x="5868" y="7642"/>
                </a:lnTo>
                <a:lnTo>
                  <a:pt x="5994" y="7883"/>
                </a:lnTo>
                <a:lnTo>
                  <a:pt x="6116" y="8063"/>
                </a:lnTo>
                <a:lnTo>
                  <a:pt x="5994" y="8724"/>
                </a:lnTo>
                <a:lnTo>
                  <a:pt x="5494" y="8724"/>
                </a:lnTo>
                <a:lnTo>
                  <a:pt x="3870" y="8664"/>
                </a:lnTo>
                <a:lnTo>
                  <a:pt x="3121" y="8605"/>
                </a:lnTo>
                <a:lnTo>
                  <a:pt x="2372" y="8664"/>
                </a:lnTo>
                <a:lnTo>
                  <a:pt x="1372" y="8844"/>
                </a:lnTo>
                <a:lnTo>
                  <a:pt x="997" y="8965"/>
                </a:lnTo>
                <a:lnTo>
                  <a:pt x="623" y="9146"/>
                </a:lnTo>
                <a:lnTo>
                  <a:pt x="374" y="9326"/>
                </a:lnTo>
                <a:lnTo>
                  <a:pt x="248" y="9507"/>
                </a:lnTo>
                <a:lnTo>
                  <a:pt x="126" y="9748"/>
                </a:lnTo>
                <a:lnTo>
                  <a:pt x="0" y="9987"/>
                </a:lnTo>
                <a:lnTo>
                  <a:pt x="126" y="10109"/>
                </a:lnTo>
                <a:lnTo>
                  <a:pt x="374" y="10168"/>
                </a:lnTo>
                <a:lnTo>
                  <a:pt x="126" y="10289"/>
                </a:lnTo>
                <a:lnTo>
                  <a:pt x="126" y="10589"/>
                </a:lnTo>
                <a:lnTo>
                  <a:pt x="374" y="10711"/>
                </a:lnTo>
                <a:lnTo>
                  <a:pt x="623" y="10770"/>
                </a:lnTo>
                <a:lnTo>
                  <a:pt x="997" y="10770"/>
                </a:lnTo>
                <a:lnTo>
                  <a:pt x="1249" y="10650"/>
                </a:lnTo>
                <a:lnTo>
                  <a:pt x="1498" y="10650"/>
                </a:lnTo>
                <a:lnTo>
                  <a:pt x="1498" y="11613"/>
                </a:lnTo>
                <a:lnTo>
                  <a:pt x="1750" y="12454"/>
                </a:lnTo>
                <a:lnTo>
                  <a:pt x="1998" y="14199"/>
                </a:lnTo>
                <a:lnTo>
                  <a:pt x="2124" y="15945"/>
                </a:lnTo>
                <a:lnTo>
                  <a:pt x="2124" y="17690"/>
                </a:lnTo>
                <a:lnTo>
                  <a:pt x="2246" y="18411"/>
                </a:lnTo>
                <a:lnTo>
                  <a:pt x="2372" y="19133"/>
                </a:lnTo>
                <a:lnTo>
                  <a:pt x="2747" y="19855"/>
                </a:lnTo>
                <a:lnTo>
                  <a:pt x="2995" y="20157"/>
                </a:lnTo>
                <a:lnTo>
                  <a:pt x="3370" y="20517"/>
                </a:lnTo>
                <a:lnTo>
                  <a:pt x="3622" y="20757"/>
                </a:lnTo>
                <a:lnTo>
                  <a:pt x="3996" y="20937"/>
                </a:lnTo>
                <a:lnTo>
                  <a:pt x="4496" y="21178"/>
                </a:lnTo>
                <a:lnTo>
                  <a:pt x="4993" y="21298"/>
                </a:lnTo>
                <a:lnTo>
                  <a:pt x="5494" y="21420"/>
                </a:lnTo>
                <a:lnTo>
                  <a:pt x="6116" y="21480"/>
                </a:lnTo>
                <a:lnTo>
                  <a:pt x="6617" y="21539"/>
                </a:lnTo>
                <a:lnTo>
                  <a:pt x="7243" y="21600"/>
                </a:lnTo>
                <a:lnTo>
                  <a:pt x="7992" y="21539"/>
                </a:lnTo>
                <a:lnTo>
                  <a:pt x="8741" y="21480"/>
                </a:lnTo>
                <a:lnTo>
                  <a:pt x="9364" y="21298"/>
                </a:lnTo>
                <a:lnTo>
                  <a:pt x="9864" y="21118"/>
                </a:lnTo>
                <a:lnTo>
                  <a:pt x="10238" y="20937"/>
                </a:lnTo>
                <a:lnTo>
                  <a:pt x="10613" y="20637"/>
                </a:lnTo>
                <a:lnTo>
                  <a:pt x="11236" y="20035"/>
                </a:lnTo>
                <a:lnTo>
                  <a:pt x="11610" y="19374"/>
                </a:lnTo>
                <a:lnTo>
                  <a:pt x="11736" y="18712"/>
                </a:lnTo>
                <a:lnTo>
                  <a:pt x="11984" y="17388"/>
                </a:lnTo>
                <a:lnTo>
                  <a:pt x="12359" y="15823"/>
                </a:lnTo>
                <a:lnTo>
                  <a:pt x="12485" y="14199"/>
                </a:lnTo>
                <a:lnTo>
                  <a:pt x="12485" y="10950"/>
                </a:lnTo>
                <a:lnTo>
                  <a:pt x="12737" y="10830"/>
                </a:lnTo>
                <a:lnTo>
                  <a:pt x="12859" y="10711"/>
                </a:lnTo>
                <a:lnTo>
                  <a:pt x="12859" y="10589"/>
                </a:lnTo>
                <a:lnTo>
                  <a:pt x="13234" y="10289"/>
                </a:lnTo>
                <a:lnTo>
                  <a:pt x="13486" y="9928"/>
                </a:lnTo>
                <a:lnTo>
                  <a:pt x="13608" y="9567"/>
                </a:lnTo>
                <a:lnTo>
                  <a:pt x="13486" y="9387"/>
                </a:lnTo>
                <a:lnTo>
                  <a:pt x="13360" y="9205"/>
                </a:lnTo>
                <a:lnTo>
                  <a:pt x="12985" y="9024"/>
                </a:lnTo>
                <a:lnTo>
                  <a:pt x="12485" y="8905"/>
                </a:lnTo>
                <a:lnTo>
                  <a:pt x="11862" y="8844"/>
                </a:lnTo>
                <a:lnTo>
                  <a:pt x="11113" y="8785"/>
                </a:lnTo>
                <a:lnTo>
                  <a:pt x="8615" y="8785"/>
                </a:lnTo>
                <a:lnTo>
                  <a:pt x="7366" y="8724"/>
                </a:lnTo>
                <a:lnTo>
                  <a:pt x="7117" y="7883"/>
                </a:lnTo>
                <a:lnTo>
                  <a:pt x="7366" y="7520"/>
                </a:lnTo>
                <a:lnTo>
                  <a:pt x="7366" y="7160"/>
                </a:lnTo>
                <a:lnTo>
                  <a:pt x="7492" y="6499"/>
                </a:lnTo>
                <a:lnTo>
                  <a:pt x="8366" y="6799"/>
                </a:lnTo>
                <a:lnTo>
                  <a:pt x="9238" y="7040"/>
                </a:lnTo>
                <a:lnTo>
                  <a:pt x="10112" y="7220"/>
                </a:lnTo>
                <a:lnTo>
                  <a:pt x="11113" y="7340"/>
                </a:lnTo>
                <a:lnTo>
                  <a:pt x="11984" y="7461"/>
                </a:lnTo>
                <a:lnTo>
                  <a:pt x="12985" y="7520"/>
                </a:lnTo>
                <a:lnTo>
                  <a:pt x="14983" y="7520"/>
                </a:lnTo>
                <a:lnTo>
                  <a:pt x="15858" y="7461"/>
                </a:lnTo>
                <a:lnTo>
                  <a:pt x="16855" y="7340"/>
                </a:lnTo>
                <a:lnTo>
                  <a:pt x="17730" y="7220"/>
                </a:lnTo>
                <a:lnTo>
                  <a:pt x="18727" y="7040"/>
                </a:lnTo>
                <a:lnTo>
                  <a:pt x="19602" y="6859"/>
                </a:lnTo>
                <a:lnTo>
                  <a:pt x="19850" y="6740"/>
                </a:lnTo>
                <a:lnTo>
                  <a:pt x="19850" y="6377"/>
                </a:lnTo>
                <a:lnTo>
                  <a:pt x="19728" y="6197"/>
                </a:lnTo>
                <a:lnTo>
                  <a:pt x="19850" y="6257"/>
                </a:lnTo>
                <a:lnTo>
                  <a:pt x="20351" y="6499"/>
                </a:lnTo>
                <a:lnTo>
                  <a:pt x="20599" y="6559"/>
                </a:lnTo>
                <a:lnTo>
                  <a:pt x="21100" y="6618"/>
                </a:lnTo>
                <a:lnTo>
                  <a:pt x="21226" y="6618"/>
                </a:lnTo>
                <a:lnTo>
                  <a:pt x="21352" y="6559"/>
                </a:lnTo>
                <a:lnTo>
                  <a:pt x="21600" y="6377"/>
                </a:lnTo>
                <a:lnTo>
                  <a:pt x="21474" y="6138"/>
                </a:lnTo>
                <a:lnTo>
                  <a:pt x="21352" y="5957"/>
                </a:lnTo>
                <a:lnTo>
                  <a:pt x="21100" y="5777"/>
                </a:lnTo>
                <a:lnTo>
                  <a:pt x="20725" y="5536"/>
                </a:lnTo>
                <a:lnTo>
                  <a:pt x="19850" y="5236"/>
                </a:lnTo>
                <a:lnTo>
                  <a:pt x="19102" y="4994"/>
                </a:lnTo>
                <a:lnTo>
                  <a:pt x="17978" y="4693"/>
                </a:lnTo>
                <a:lnTo>
                  <a:pt x="16855" y="4453"/>
                </a:lnTo>
                <a:lnTo>
                  <a:pt x="14483" y="4092"/>
                </a:lnTo>
                <a:lnTo>
                  <a:pt x="13360" y="3971"/>
                </a:lnTo>
                <a:lnTo>
                  <a:pt x="12236" y="3912"/>
                </a:lnTo>
                <a:lnTo>
                  <a:pt x="11236" y="4032"/>
                </a:lnTo>
                <a:lnTo>
                  <a:pt x="10112" y="4273"/>
                </a:lnTo>
                <a:lnTo>
                  <a:pt x="9115" y="4573"/>
                </a:lnTo>
                <a:lnTo>
                  <a:pt x="7992" y="5054"/>
                </a:lnTo>
                <a:lnTo>
                  <a:pt x="7992" y="4994"/>
                </a:lnTo>
                <a:lnTo>
                  <a:pt x="8114" y="4573"/>
                </a:lnTo>
                <a:lnTo>
                  <a:pt x="8366" y="4212"/>
                </a:lnTo>
                <a:lnTo>
                  <a:pt x="8489" y="4032"/>
                </a:lnTo>
                <a:lnTo>
                  <a:pt x="8489" y="3610"/>
                </a:lnTo>
                <a:lnTo>
                  <a:pt x="8240" y="3490"/>
                </a:lnTo>
                <a:lnTo>
                  <a:pt x="8114" y="3069"/>
                </a:lnTo>
                <a:lnTo>
                  <a:pt x="7866" y="2647"/>
                </a:lnTo>
                <a:lnTo>
                  <a:pt x="7243" y="1865"/>
                </a:lnTo>
                <a:lnTo>
                  <a:pt x="6865" y="1504"/>
                </a:lnTo>
                <a:lnTo>
                  <a:pt x="6242" y="1084"/>
                </a:lnTo>
                <a:lnTo>
                  <a:pt x="5620" y="722"/>
                </a:lnTo>
                <a:lnTo>
                  <a:pt x="4745" y="361"/>
                </a:lnTo>
                <a:lnTo>
                  <a:pt x="3870" y="121"/>
                </a:lnTo>
                <a:lnTo>
                  <a:pt x="2995" y="0"/>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189" name="Google Shape;512;p10"/>
          <p:cNvSpPr/>
          <p:nvPr/>
        </p:nvSpPr>
        <p:spPr>
          <a:xfrm rot="1920547">
            <a:off x="8225558" y="625276"/>
            <a:ext cx="501523" cy="4255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335" y="2852"/>
                </a:moveTo>
                <a:lnTo>
                  <a:pt x="8156" y="2905"/>
                </a:lnTo>
                <a:lnTo>
                  <a:pt x="8021" y="2959"/>
                </a:lnTo>
                <a:lnTo>
                  <a:pt x="7932" y="3169"/>
                </a:lnTo>
                <a:lnTo>
                  <a:pt x="7843" y="3434"/>
                </a:lnTo>
                <a:lnTo>
                  <a:pt x="7798" y="3644"/>
                </a:lnTo>
                <a:lnTo>
                  <a:pt x="7798" y="3802"/>
                </a:lnTo>
                <a:lnTo>
                  <a:pt x="7843" y="3962"/>
                </a:lnTo>
                <a:lnTo>
                  <a:pt x="7932" y="4067"/>
                </a:lnTo>
                <a:lnTo>
                  <a:pt x="8021" y="4120"/>
                </a:lnTo>
                <a:lnTo>
                  <a:pt x="8201" y="4120"/>
                </a:lnTo>
                <a:lnTo>
                  <a:pt x="8381" y="4067"/>
                </a:lnTo>
                <a:lnTo>
                  <a:pt x="8470" y="3962"/>
                </a:lnTo>
                <a:lnTo>
                  <a:pt x="8559" y="3802"/>
                </a:lnTo>
                <a:lnTo>
                  <a:pt x="8649" y="3644"/>
                </a:lnTo>
                <a:lnTo>
                  <a:pt x="8649" y="3275"/>
                </a:lnTo>
                <a:lnTo>
                  <a:pt x="8559" y="3117"/>
                </a:lnTo>
                <a:lnTo>
                  <a:pt x="8470" y="2959"/>
                </a:lnTo>
                <a:lnTo>
                  <a:pt x="8335" y="2852"/>
                </a:lnTo>
                <a:close/>
                <a:moveTo>
                  <a:pt x="6453" y="3802"/>
                </a:moveTo>
                <a:lnTo>
                  <a:pt x="6364" y="3856"/>
                </a:lnTo>
                <a:lnTo>
                  <a:pt x="6274" y="3909"/>
                </a:lnTo>
                <a:lnTo>
                  <a:pt x="6184" y="4014"/>
                </a:lnTo>
                <a:lnTo>
                  <a:pt x="6184" y="4226"/>
                </a:lnTo>
                <a:lnTo>
                  <a:pt x="6095" y="4279"/>
                </a:lnTo>
                <a:lnTo>
                  <a:pt x="6050" y="4384"/>
                </a:lnTo>
                <a:lnTo>
                  <a:pt x="6050" y="4647"/>
                </a:lnTo>
                <a:lnTo>
                  <a:pt x="6140" y="4806"/>
                </a:lnTo>
                <a:lnTo>
                  <a:pt x="6229" y="4912"/>
                </a:lnTo>
                <a:lnTo>
                  <a:pt x="6498" y="4912"/>
                </a:lnTo>
                <a:lnTo>
                  <a:pt x="6632" y="4806"/>
                </a:lnTo>
                <a:lnTo>
                  <a:pt x="6722" y="4701"/>
                </a:lnTo>
                <a:lnTo>
                  <a:pt x="6812" y="4542"/>
                </a:lnTo>
                <a:lnTo>
                  <a:pt x="6857" y="4331"/>
                </a:lnTo>
                <a:lnTo>
                  <a:pt x="6812" y="4120"/>
                </a:lnTo>
                <a:lnTo>
                  <a:pt x="6722" y="3962"/>
                </a:lnTo>
                <a:lnTo>
                  <a:pt x="6587" y="3856"/>
                </a:lnTo>
                <a:lnTo>
                  <a:pt x="6453" y="3802"/>
                </a:lnTo>
                <a:close/>
                <a:moveTo>
                  <a:pt x="8290" y="5124"/>
                </a:moveTo>
                <a:lnTo>
                  <a:pt x="8112" y="5176"/>
                </a:lnTo>
                <a:lnTo>
                  <a:pt x="7932" y="5334"/>
                </a:lnTo>
                <a:lnTo>
                  <a:pt x="7798" y="5493"/>
                </a:lnTo>
                <a:lnTo>
                  <a:pt x="7707" y="5704"/>
                </a:lnTo>
                <a:lnTo>
                  <a:pt x="7663" y="5916"/>
                </a:lnTo>
                <a:lnTo>
                  <a:pt x="7663" y="6286"/>
                </a:lnTo>
                <a:lnTo>
                  <a:pt x="7798" y="6391"/>
                </a:lnTo>
                <a:lnTo>
                  <a:pt x="7932" y="6444"/>
                </a:lnTo>
                <a:lnTo>
                  <a:pt x="8067" y="6391"/>
                </a:lnTo>
                <a:lnTo>
                  <a:pt x="8246" y="6233"/>
                </a:lnTo>
                <a:lnTo>
                  <a:pt x="8381" y="6233"/>
                </a:lnTo>
                <a:lnTo>
                  <a:pt x="8515" y="6179"/>
                </a:lnTo>
                <a:lnTo>
                  <a:pt x="8649" y="6021"/>
                </a:lnTo>
                <a:lnTo>
                  <a:pt x="8738" y="5809"/>
                </a:lnTo>
                <a:lnTo>
                  <a:pt x="8738" y="5546"/>
                </a:lnTo>
                <a:lnTo>
                  <a:pt x="8649" y="5334"/>
                </a:lnTo>
                <a:lnTo>
                  <a:pt x="8604" y="5229"/>
                </a:lnTo>
                <a:lnTo>
                  <a:pt x="8515" y="5176"/>
                </a:lnTo>
                <a:lnTo>
                  <a:pt x="8290" y="5124"/>
                </a:lnTo>
                <a:close/>
                <a:moveTo>
                  <a:pt x="5871" y="8608"/>
                </a:moveTo>
                <a:lnTo>
                  <a:pt x="5646" y="8768"/>
                </a:lnTo>
                <a:lnTo>
                  <a:pt x="5423" y="8926"/>
                </a:lnTo>
                <a:lnTo>
                  <a:pt x="5378" y="8978"/>
                </a:lnTo>
                <a:lnTo>
                  <a:pt x="5289" y="9085"/>
                </a:lnTo>
                <a:lnTo>
                  <a:pt x="5198" y="9190"/>
                </a:lnTo>
                <a:lnTo>
                  <a:pt x="5154" y="9348"/>
                </a:lnTo>
                <a:lnTo>
                  <a:pt x="5154" y="9453"/>
                </a:lnTo>
                <a:lnTo>
                  <a:pt x="5198" y="9665"/>
                </a:lnTo>
                <a:lnTo>
                  <a:pt x="5289" y="9876"/>
                </a:lnTo>
                <a:lnTo>
                  <a:pt x="5333" y="9930"/>
                </a:lnTo>
                <a:lnTo>
                  <a:pt x="5467" y="10035"/>
                </a:lnTo>
                <a:lnTo>
                  <a:pt x="5601" y="10088"/>
                </a:lnTo>
                <a:lnTo>
                  <a:pt x="5737" y="10140"/>
                </a:lnTo>
                <a:lnTo>
                  <a:pt x="5915" y="10088"/>
                </a:lnTo>
                <a:lnTo>
                  <a:pt x="6050" y="10035"/>
                </a:lnTo>
                <a:lnTo>
                  <a:pt x="6140" y="9930"/>
                </a:lnTo>
                <a:lnTo>
                  <a:pt x="6364" y="9718"/>
                </a:lnTo>
                <a:lnTo>
                  <a:pt x="6453" y="9560"/>
                </a:lnTo>
                <a:lnTo>
                  <a:pt x="6498" y="9348"/>
                </a:lnTo>
                <a:lnTo>
                  <a:pt x="6543" y="9136"/>
                </a:lnTo>
                <a:lnTo>
                  <a:pt x="6543" y="8978"/>
                </a:lnTo>
                <a:lnTo>
                  <a:pt x="6453" y="8820"/>
                </a:lnTo>
                <a:lnTo>
                  <a:pt x="6364" y="8715"/>
                </a:lnTo>
                <a:lnTo>
                  <a:pt x="6274" y="8608"/>
                </a:lnTo>
                <a:close/>
                <a:moveTo>
                  <a:pt x="5154" y="7078"/>
                </a:moveTo>
                <a:lnTo>
                  <a:pt x="5154" y="7288"/>
                </a:lnTo>
                <a:lnTo>
                  <a:pt x="5198" y="7394"/>
                </a:lnTo>
                <a:lnTo>
                  <a:pt x="5243" y="7448"/>
                </a:lnTo>
                <a:lnTo>
                  <a:pt x="5423" y="7499"/>
                </a:lnTo>
                <a:lnTo>
                  <a:pt x="5557" y="7448"/>
                </a:lnTo>
                <a:lnTo>
                  <a:pt x="5601" y="7394"/>
                </a:lnTo>
                <a:lnTo>
                  <a:pt x="5646" y="7288"/>
                </a:lnTo>
                <a:lnTo>
                  <a:pt x="5692" y="7236"/>
                </a:lnTo>
                <a:lnTo>
                  <a:pt x="6095" y="7394"/>
                </a:lnTo>
                <a:lnTo>
                  <a:pt x="6498" y="7499"/>
                </a:lnTo>
                <a:lnTo>
                  <a:pt x="6587" y="7658"/>
                </a:lnTo>
                <a:lnTo>
                  <a:pt x="6678" y="7816"/>
                </a:lnTo>
                <a:lnTo>
                  <a:pt x="6946" y="8081"/>
                </a:lnTo>
                <a:lnTo>
                  <a:pt x="7170" y="8398"/>
                </a:lnTo>
                <a:lnTo>
                  <a:pt x="7304" y="8715"/>
                </a:lnTo>
                <a:lnTo>
                  <a:pt x="7349" y="9031"/>
                </a:lnTo>
                <a:lnTo>
                  <a:pt x="7304" y="9401"/>
                </a:lnTo>
                <a:lnTo>
                  <a:pt x="7260" y="9612"/>
                </a:lnTo>
                <a:lnTo>
                  <a:pt x="7170" y="9823"/>
                </a:lnTo>
                <a:lnTo>
                  <a:pt x="6946" y="10193"/>
                </a:lnTo>
                <a:lnTo>
                  <a:pt x="6678" y="10405"/>
                </a:lnTo>
                <a:lnTo>
                  <a:pt x="6364" y="10615"/>
                </a:lnTo>
                <a:lnTo>
                  <a:pt x="6006" y="10722"/>
                </a:lnTo>
                <a:lnTo>
                  <a:pt x="5646" y="10773"/>
                </a:lnTo>
                <a:lnTo>
                  <a:pt x="5289" y="10827"/>
                </a:lnTo>
                <a:lnTo>
                  <a:pt x="4929" y="10773"/>
                </a:lnTo>
                <a:lnTo>
                  <a:pt x="4615" y="10722"/>
                </a:lnTo>
                <a:lnTo>
                  <a:pt x="4257" y="10563"/>
                </a:lnTo>
                <a:lnTo>
                  <a:pt x="4078" y="10405"/>
                </a:lnTo>
                <a:lnTo>
                  <a:pt x="3943" y="10193"/>
                </a:lnTo>
                <a:lnTo>
                  <a:pt x="3854" y="9930"/>
                </a:lnTo>
                <a:lnTo>
                  <a:pt x="3809" y="9665"/>
                </a:lnTo>
                <a:lnTo>
                  <a:pt x="3765" y="9190"/>
                </a:lnTo>
                <a:lnTo>
                  <a:pt x="3854" y="8768"/>
                </a:lnTo>
                <a:lnTo>
                  <a:pt x="3943" y="8345"/>
                </a:lnTo>
                <a:lnTo>
                  <a:pt x="4123" y="7975"/>
                </a:lnTo>
                <a:lnTo>
                  <a:pt x="4347" y="7658"/>
                </a:lnTo>
                <a:lnTo>
                  <a:pt x="4571" y="7448"/>
                </a:lnTo>
                <a:lnTo>
                  <a:pt x="4840" y="7236"/>
                </a:lnTo>
                <a:lnTo>
                  <a:pt x="5154" y="7078"/>
                </a:lnTo>
                <a:close/>
                <a:moveTo>
                  <a:pt x="14205" y="10352"/>
                </a:moveTo>
                <a:lnTo>
                  <a:pt x="14608" y="10457"/>
                </a:lnTo>
                <a:lnTo>
                  <a:pt x="14968" y="10457"/>
                </a:lnTo>
                <a:lnTo>
                  <a:pt x="15102" y="10405"/>
                </a:lnTo>
                <a:lnTo>
                  <a:pt x="15191" y="10722"/>
                </a:lnTo>
                <a:lnTo>
                  <a:pt x="15282" y="11092"/>
                </a:lnTo>
                <a:lnTo>
                  <a:pt x="15282" y="11250"/>
                </a:lnTo>
                <a:lnTo>
                  <a:pt x="15236" y="11250"/>
                </a:lnTo>
                <a:lnTo>
                  <a:pt x="15147" y="11302"/>
                </a:lnTo>
                <a:lnTo>
                  <a:pt x="15147" y="11355"/>
                </a:lnTo>
                <a:lnTo>
                  <a:pt x="14968" y="11250"/>
                </a:lnTo>
                <a:lnTo>
                  <a:pt x="14340" y="10880"/>
                </a:lnTo>
                <a:lnTo>
                  <a:pt x="14296" y="10773"/>
                </a:lnTo>
                <a:lnTo>
                  <a:pt x="14205" y="10615"/>
                </a:lnTo>
                <a:lnTo>
                  <a:pt x="14205" y="10352"/>
                </a:lnTo>
                <a:close/>
                <a:moveTo>
                  <a:pt x="5289" y="6338"/>
                </a:moveTo>
                <a:lnTo>
                  <a:pt x="5198" y="6444"/>
                </a:lnTo>
                <a:lnTo>
                  <a:pt x="4929" y="6496"/>
                </a:lnTo>
                <a:lnTo>
                  <a:pt x="4661" y="6654"/>
                </a:lnTo>
                <a:lnTo>
                  <a:pt x="4437" y="6813"/>
                </a:lnTo>
                <a:lnTo>
                  <a:pt x="4212" y="6971"/>
                </a:lnTo>
                <a:lnTo>
                  <a:pt x="3989" y="7183"/>
                </a:lnTo>
                <a:lnTo>
                  <a:pt x="3765" y="7448"/>
                </a:lnTo>
                <a:lnTo>
                  <a:pt x="3630" y="7711"/>
                </a:lnTo>
                <a:lnTo>
                  <a:pt x="3451" y="8028"/>
                </a:lnTo>
                <a:lnTo>
                  <a:pt x="3317" y="8503"/>
                </a:lnTo>
                <a:lnTo>
                  <a:pt x="3226" y="8978"/>
                </a:lnTo>
                <a:lnTo>
                  <a:pt x="3226" y="9506"/>
                </a:lnTo>
                <a:lnTo>
                  <a:pt x="3272" y="9982"/>
                </a:lnTo>
                <a:lnTo>
                  <a:pt x="3451" y="10457"/>
                </a:lnTo>
                <a:lnTo>
                  <a:pt x="3675" y="10827"/>
                </a:lnTo>
                <a:lnTo>
                  <a:pt x="3809" y="11038"/>
                </a:lnTo>
                <a:lnTo>
                  <a:pt x="3989" y="11143"/>
                </a:lnTo>
                <a:lnTo>
                  <a:pt x="4168" y="11302"/>
                </a:lnTo>
                <a:lnTo>
                  <a:pt x="4392" y="11355"/>
                </a:lnTo>
                <a:lnTo>
                  <a:pt x="4840" y="11513"/>
                </a:lnTo>
                <a:lnTo>
                  <a:pt x="5243" y="11567"/>
                </a:lnTo>
                <a:lnTo>
                  <a:pt x="5692" y="11513"/>
                </a:lnTo>
                <a:lnTo>
                  <a:pt x="6140" y="11460"/>
                </a:lnTo>
                <a:lnTo>
                  <a:pt x="6543" y="11302"/>
                </a:lnTo>
                <a:lnTo>
                  <a:pt x="6946" y="11092"/>
                </a:lnTo>
                <a:lnTo>
                  <a:pt x="7304" y="10773"/>
                </a:lnTo>
                <a:lnTo>
                  <a:pt x="7618" y="10405"/>
                </a:lnTo>
                <a:lnTo>
                  <a:pt x="7798" y="9982"/>
                </a:lnTo>
                <a:lnTo>
                  <a:pt x="7887" y="9560"/>
                </a:lnTo>
                <a:lnTo>
                  <a:pt x="7977" y="9136"/>
                </a:lnTo>
                <a:lnTo>
                  <a:pt x="7932" y="8661"/>
                </a:lnTo>
                <a:lnTo>
                  <a:pt x="7843" y="8291"/>
                </a:lnTo>
                <a:lnTo>
                  <a:pt x="7663" y="7923"/>
                </a:lnTo>
                <a:lnTo>
                  <a:pt x="7529" y="7764"/>
                </a:lnTo>
                <a:lnTo>
                  <a:pt x="7304" y="7553"/>
                </a:lnTo>
                <a:lnTo>
                  <a:pt x="7126" y="7341"/>
                </a:lnTo>
                <a:lnTo>
                  <a:pt x="7081" y="7236"/>
                </a:lnTo>
                <a:lnTo>
                  <a:pt x="7081" y="7129"/>
                </a:lnTo>
                <a:lnTo>
                  <a:pt x="7035" y="7024"/>
                </a:lnTo>
                <a:lnTo>
                  <a:pt x="6992" y="6919"/>
                </a:lnTo>
                <a:lnTo>
                  <a:pt x="6901" y="6813"/>
                </a:lnTo>
                <a:lnTo>
                  <a:pt x="6767" y="6761"/>
                </a:lnTo>
                <a:lnTo>
                  <a:pt x="6364" y="6708"/>
                </a:lnTo>
                <a:lnTo>
                  <a:pt x="6274" y="6603"/>
                </a:lnTo>
                <a:lnTo>
                  <a:pt x="6274" y="6496"/>
                </a:lnTo>
                <a:lnTo>
                  <a:pt x="6184" y="6391"/>
                </a:lnTo>
                <a:lnTo>
                  <a:pt x="5601" y="6391"/>
                </a:lnTo>
                <a:lnTo>
                  <a:pt x="5467" y="6338"/>
                </a:lnTo>
                <a:close/>
                <a:moveTo>
                  <a:pt x="2151" y="10722"/>
                </a:moveTo>
                <a:lnTo>
                  <a:pt x="2331" y="10773"/>
                </a:lnTo>
                <a:lnTo>
                  <a:pt x="2509" y="10827"/>
                </a:lnTo>
                <a:lnTo>
                  <a:pt x="2644" y="10985"/>
                </a:lnTo>
                <a:lnTo>
                  <a:pt x="2779" y="11143"/>
                </a:lnTo>
                <a:lnTo>
                  <a:pt x="2868" y="11355"/>
                </a:lnTo>
                <a:lnTo>
                  <a:pt x="2868" y="11672"/>
                </a:lnTo>
                <a:lnTo>
                  <a:pt x="2823" y="11725"/>
                </a:lnTo>
                <a:lnTo>
                  <a:pt x="2734" y="11725"/>
                </a:lnTo>
                <a:lnTo>
                  <a:pt x="2600" y="11618"/>
                </a:lnTo>
                <a:lnTo>
                  <a:pt x="2465" y="11460"/>
                </a:lnTo>
                <a:lnTo>
                  <a:pt x="2331" y="11250"/>
                </a:lnTo>
                <a:lnTo>
                  <a:pt x="2106" y="10827"/>
                </a:lnTo>
                <a:lnTo>
                  <a:pt x="2017" y="10722"/>
                </a:lnTo>
                <a:close/>
                <a:moveTo>
                  <a:pt x="17388" y="10985"/>
                </a:moveTo>
                <a:lnTo>
                  <a:pt x="17297" y="11038"/>
                </a:lnTo>
                <a:lnTo>
                  <a:pt x="17253" y="11143"/>
                </a:lnTo>
                <a:lnTo>
                  <a:pt x="17119" y="11460"/>
                </a:lnTo>
                <a:lnTo>
                  <a:pt x="17119" y="11618"/>
                </a:lnTo>
                <a:lnTo>
                  <a:pt x="17163" y="11777"/>
                </a:lnTo>
                <a:lnTo>
                  <a:pt x="17208" y="11883"/>
                </a:lnTo>
                <a:lnTo>
                  <a:pt x="17297" y="11935"/>
                </a:lnTo>
                <a:lnTo>
                  <a:pt x="17477" y="11935"/>
                </a:lnTo>
                <a:lnTo>
                  <a:pt x="17611" y="11883"/>
                </a:lnTo>
                <a:lnTo>
                  <a:pt x="17657" y="11777"/>
                </a:lnTo>
                <a:lnTo>
                  <a:pt x="17702" y="11672"/>
                </a:lnTo>
                <a:lnTo>
                  <a:pt x="17702" y="11197"/>
                </a:lnTo>
                <a:lnTo>
                  <a:pt x="17657" y="11092"/>
                </a:lnTo>
                <a:lnTo>
                  <a:pt x="17611" y="11038"/>
                </a:lnTo>
                <a:lnTo>
                  <a:pt x="17477" y="10985"/>
                </a:lnTo>
                <a:close/>
                <a:moveTo>
                  <a:pt x="9052" y="8978"/>
                </a:moveTo>
                <a:lnTo>
                  <a:pt x="8918" y="9085"/>
                </a:lnTo>
                <a:lnTo>
                  <a:pt x="8829" y="9136"/>
                </a:lnTo>
                <a:lnTo>
                  <a:pt x="8784" y="9243"/>
                </a:lnTo>
                <a:lnTo>
                  <a:pt x="8738" y="9453"/>
                </a:lnTo>
                <a:lnTo>
                  <a:pt x="8738" y="9718"/>
                </a:lnTo>
                <a:lnTo>
                  <a:pt x="8784" y="9982"/>
                </a:lnTo>
                <a:lnTo>
                  <a:pt x="8829" y="10088"/>
                </a:lnTo>
                <a:lnTo>
                  <a:pt x="8918" y="10193"/>
                </a:lnTo>
                <a:lnTo>
                  <a:pt x="9366" y="10298"/>
                </a:lnTo>
                <a:lnTo>
                  <a:pt x="9052" y="10615"/>
                </a:lnTo>
                <a:lnTo>
                  <a:pt x="8873" y="10827"/>
                </a:lnTo>
                <a:lnTo>
                  <a:pt x="8784" y="10932"/>
                </a:lnTo>
                <a:lnTo>
                  <a:pt x="8738" y="11092"/>
                </a:lnTo>
                <a:lnTo>
                  <a:pt x="8738" y="11355"/>
                </a:lnTo>
                <a:lnTo>
                  <a:pt x="8829" y="11618"/>
                </a:lnTo>
                <a:lnTo>
                  <a:pt x="8963" y="11777"/>
                </a:lnTo>
                <a:lnTo>
                  <a:pt x="9142" y="11935"/>
                </a:lnTo>
                <a:lnTo>
                  <a:pt x="9187" y="12094"/>
                </a:lnTo>
                <a:lnTo>
                  <a:pt x="9232" y="12200"/>
                </a:lnTo>
                <a:lnTo>
                  <a:pt x="9276" y="12253"/>
                </a:lnTo>
                <a:lnTo>
                  <a:pt x="9456" y="12253"/>
                </a:lnTo>
                <a:lnTo>
                  <a:pt x="9545" y="12147"/>
                </a:lnTo>
                <a:lnTo>
                  <a:pt x="9590" y="12042"/>
                </a:lnTo>
                <a:lnTo>
                  <a:pt x="9679" y="11830"/>
                </a:lnTo>
                <a:lnTo>
                  <a:pt x="9679" y="11725"/>
                </a:lnTo>
                <a:lnTo>
                  <a:pt x="9635" y="11618"/>
                </a:lnTo>
                <a:lnTo>
                  <a:pt x="9590" y="11513"/>
                </a:lnTo>
                <a:lnTo>
                  <a:pt x="9501" y="11460"/>
                </a:lnTo>
                <a:lnTo>
                  <a:pt x="9366" y="11408"/>
                </a:lnTo>
                <a:lnTo>
                  <a:pt x="9321" y="11355"/>
                </a:lnTo>
                <a:lnTo>
                  <a:pt x="9321" y="11197"/>
                </a:lnTo>
                <a:lnTo>
                  <a:pt x="9410" y="11038"/>
                </a:lnTo>
                <a:lnTo>
                  <a:pt x="9590" y="10932"/>
                </a:lnTo>
                <a:lnTo>
                  <a:pt x="9770" y="10668"/>
                </a:lnTo>
                <a:lnTo>
                  <a:pt x="9904" y="10352"/>
                </a:lnTo>
                <a:lnTo>
                  <a:pt x="9904" y="10193"/>
                </a:lnTo>
                <a:lnTo>
                  <a:pt x="9859" y="10035"/>
                </a:lnTo>
                <a:lnTo>
                  <a:pt x="9815" y="9930"/>
                </a:lnTo>
                <a:lnTo>
                  <a:pt x="9724" y="9823"/>
                </a:lnTo>
                <a:lnTo>
                  <a:pt x="9456" y="9718"/>
                </a:lnTo>
                <a:lnTo>
                  <a:pt x="9187" y="9665"/>
                </a:lnTo>
                <a:lnTo>
                  <a:pt x="9232" y="9453"/>
                </a:lnTo>
                <a:lnTo>
                  <a:pt x="9276" y="9348"/>
                </a:lnTo>
                <a:lnTo>
                  <a:pt x="9366" y="9295"/>
                </a:lnTo>
                <a:lnTo>
                  <a:pt x="9410" y="9190"/>
                </a:lnTo>
                <a:lnTo>
                  <a:pt x="9366" y="9085"/>
                </a:lnTo>
                <a:lnTo>
                  <a:pt x="9276" y="8978"/>
                </a:lnTo>
                <a:close/>
                <a:moveTo>
                  <a:pt x="2017" y="9930"/>
                </a:moveTo>
                <a:lnTo>
                  <a:pt x="1928" y="9982"/>
                </a:lnTo>
                <a:lnTo>
                  <a:pt x="1883" y="10088"/>
                </a:lnTo>
                <a:lnTo>
                  <a:pt x="1837" y="10193"/>
                </a:lnTo>
                <a:lnTo>
                  <a:pt x="1837" y="10405"/>
                </a:lnTo>
                <a:lnTo>
                  <a:pt x="1883" y="10510"/>
                </a:lnTo>
                <a:lnTo>
                  <a:pt x="1928" y="10615"/>
                </a:lnTo>
                <a:lnTo>
                  <a:pt x="1883" y="10668"/>
                </a:lnTo>
                <a:lnTo>
                  <a:pt x="1837" y="10668"/>
                </a:lnTo>
                <a:lnTo>
                  <a:pt x="1793" y="10773"/>
                </a:lnTo>
                <a:lnTo>
                  <a:pt x="1748" y="10880"/>
                </a:lnTo>
                <a:lnTo>
                  <a:pt x="1793" y="11250"/>
                </a:lnTo>
                <a:lnTo>
                  <a:pt x="1928" y="11567"/>
                </a:lnTo>
                <a:lnTo>
                  <a:pt x="2106" y="11883"/>
                </a:lnTo>
                <a:lnTo>
                  <a:pt x="2331" y="12147"/>
                </a:lnTo>
                <a:lnTo>
                  <a:pt x="2600" y="12305"/>
                </a:lnTo>
                <a:lnTo>
                  <a:pt x="2734" y="12358"/>
                </a:lnTo>
                <a:lnTo>
                  <a:pt x="2868" y="12412"/>
                </a:lnTo>
                <a:lnTo>
                  <a:pt x="3003" y="12412"/>
                </a:lnTo>
                <a:lnTo>
                  <a:pt x="3137" y="12305"/>
                </a:lnTo>
                <a:lnTo>
                  <a:pt x="3226" y="12200"/>
                </a:lnTo>
                <a:lnTo>
                  <a:pt x="3317" y="12042"/>
                </a:lnTo>
                <a:lnTo>
                  <a:pt x="3406" y="11725"/>
                </a:lnTo>
                <a:lnTo>
                  <a:pt x="3406" y="11460"/>
                </a:lnTo>
                <a:lnTo>
                  <a:pt x="3361" y="11143"/>
                </a:lnTo>
                <a:lnTo>
                  <a:pt x="3272" y="10880"/>
                </a:lnTo>
                <a:lnTo>
                  <a:pt x="3092" y="10615"/>
                </a:lnTo>
                <a:lnTo>
                  <a:pt x="2914" y="10405"/>
                </a:lnTo>
                <a:lnTo>
                  <a:pt x="2689" y="10246"/>
                </a:lnTo>
                <a:lnTo>
                  <a:pt x="2420" y="10140"/>
                </a:lnTo>
                <a:lnTo>
                  <a:pt x="2331" y="9982"/>
                </a:lnTo>
                <a:lnTo>
                  <a:pt x="2241" y="9930"/>
                </a:lnTo>
                <a:close/>
                <a:moveTo>
                  <a:pt x="17477" y="10405"/>
                </a:moveTo>
                <a:lnTo>
                  <a:pt x="17657" y="10457"/>
                </a:lnTo>
                <a:lnTo>
                  <a:pt x="17791" y="10510"/>
                </a:lnTo>
                <a:lnTo>
                  <a:pt x="17880" y="10668"/>
                </a:lnTo>
                <a:lnTo>
                  <a:pt x="17925" y="10827"/>
                </a:lnTo>
                <a:lnTo>
                  <a:pt x="17925" y="11250"/>
                </a:lnTo>
                <a:lnTo>
                  <a:pt x="17836" y="11618"/>
                </a:lnTo>
                <a:lnTo>
                  <a:pt x="17702" y="11935"/>
                </a:lnTo>
                <a:lnTo>
                  <a:pt x="17522" y="12253"/>
                </a:lnTo>
                <a:lnTo>
                  <a:pt x="17432" y="12358"/>
                </a:lnTo>
                <a:lnTo>
                  <a:pt x="17343" y="12412"/>
                </a:lnTo>
                <a:lnTo>
                  <a:pt x="17253" y="12412"/>
                </a:lnTo>
                <a:lnTo>
                  <a:pt x="17163" y="12358"/>
                </a:lnTo>
                <a:lnTo>
                  <a:pt x="17119" y="12305"/>
                </a:lnTo>
                <a:lnTo>
                  <a:pt x="17074" y="12200"/>
                </a:lnTo>
                <a:lnTo>
                  <a:pt x="16985" y="11935"/>
                </a:lnTo>
                <a:lnTo>
                  <a:pt x="17029" y="11567"/>
                </a:lnTo>
                <a:lnTo>
                  <a:pt x="17074" y="11197"/>
                </a:lnTo>
                <a:lnTo>
                  <a:pt x="17208" y="10457"/>
                </a:lnTo>
                <a:lnTo>
                  <a:pt x="17477" y="10405"/>
                </a:lnTo>
                <a:close/>
                <a:moveTo>
                  <a:pt x="17388" y="9718"/>
                </a:moveTo>
                <a:lnTo>
                  <a:pt x="17253" y="9770"/>
                </a:lnTo>
                <a:lnTo>
                  <a:pt x="16939" y="9770"/>
                </a:lnTo>
                <a:lnTo>
                  <a:pt x="16894" y="9823"/>
                </a:lnTo>
                <a:lnTo>
                  <a:pt x="16805" y="9982"/>
                </a:lnTo>
                <a:lnTo>
                  <a:pt x="16625" y="10615"/>
                </a:lnTo>
                <a:lnTo>
                  <a:pt x="16491" y="11302"/>
                </a:lnTo>
                <a:lnTo>
                  <a:pt x="16446" y="11672"/>
                </a:lnTo>
                <a:lnTo>
                  <a:pt x="16446" y="11988"/>
                </a:lnTo>
                <a:lnTo>
                  <a:pt x="16491" y="12358"/>
                </a:lnTo>
                <a:lnTo>
                  <a:pt x="16580" y="12675"/>
                </a:lnTo>
                <a:lnTo>
                  <a:pt x="16716" y="12834"/>
                </a:lnTo>
                <a:lnTo>
                  <a:pt x="16894" y="12992"/>
                </a:lnTo>
                <a:lnTo>
                  <a:pt x="17074" y="13097"/>
                </a:lnTo>
                <a:lnTo>
                  <a:pt x="17253" y="13150"/>
                </a:lnTo>
                <a:lnTo>
                  <a:pt x="17522" y="13097"/>
                </a:lnTo>
                <a:lnTo>
                  <a:pt x="17702" y="12992"/>
                </a:lnTo>
                <a:lnTo>
                  <a:pt x="17836" y="12780"/>
                </a:lnTo>
                <a:lnTo>
                  <a:pt x="18014" y="12570"/>
                </a:lnTo>
                <a:lnTo>
                  <a:pt x="18283" y="12094"/>
                </a:lnTo>
                <a:lnTo>
                  <a:pt x="18418" y="11777"/>
                </a:lnTo>
                <a:lnTo>
                  <a:pt x="18463" y="11513"/>
                </a:lnTo>
                <a:lnTo>
                  <a:pt x="18508" y="11250"/>
                </a:lnTo>
                <a:lnTo>
                  <a:pt x="18508" y="10932"/>
                </a:lnTo>
                <a:lnTo>
                  <a:pt x="18463" y="10668"/>
                </a:lnTo>
                <a:lnTo>
                  <a:pt x="18374" y="10352"/>
                </a:lnTo>
                <a:lnTo>
                  <a:pt x="18328" y="10193"/>
                </a:lnTo>
                <a:lnTo>
                  <a:pt x="18194" y="10088"/>
                </a:lnTo>
                <a:lnTo>
                  <a:pt x="17925" y="9823"/>
                </a:lnTo>
                <a:lnTo>
                  <a:pt x="17746" y="9770"/>
                </a:lnTo>
                <a:lnTo>
                  <a:pt x="17566" y="9718"/>
                </a:lnTo>
                <a:close/>
                <a:moveTo>
                  <a:pt x="7663" y="11355"/>
                </a:moveTo>
                <a:lnTo>
                  <a:pt x="7573" y="11408"/>
                </a:lnTo>
                <a:lnTo>
                  <a:pt x="7484" y="11513"/>
                </a:lnTo>
                <a:lnTo>
                  <a:pt x="7304" y="11672"/>
                </a:lnTo>
                <a:lnTo>
                  <a:pt x="7170" y="11935"/>
                </a:lnTo>
                <a:lnTo>
                  <a:pt x="7081" y="12200"/>
                </a:lnTo>
                <a:lnTo>
                  <a:pt x="7081" y="12358"/>
                </a:lnTo>
                <a:lnTo>
                  <a:pt x="7126" y="12464"/>
                </a:lnTo>
                <a:lnTo>
                  <a:pt x="7215" y="12517"/>
                </a:lnTo>
                <a:lnTo>
                  <a:pt x="7618" y="12517"/>
                </a:lnTo>
                <a:lnTo>
                  <a:pt x="7843" y="12622"/>
                </a:lnTo>
                <a:lnTo>
                  <a:pt x="7573" y="12992"/>
                </a:lnTo>
                <a:lnTo>
                  <a:pt x="7573" y="13150"/>
                </a:lnTo>
                <a:lnTo>
                  <a:pt x="7618" y="13309"/>
                </a:lnTo>
                <a:lnTo>
                  <a:pt x="7753" y="13467"/>
                </a:lnTo>
                <a:lnTo>
                  <a:pt x="7887" y="13520"/>
                </a:lnTo>
                <a:lnTo>
                  <a:pt x="8201" y="13520"/>
                </a:lnTo>
                <a:lnTo>
                  <a:pt x="8290" y="13415"/>
                </a:lnTo>
                <a:lnTo>
                  <a:pt x="8381" y="13255"/>
                </a:lnTo>
                <a:lnTo>
                  <a:pt x="8335" y="13097"/>
                </a:lnTo>
                <a:lnTo>
                  <a:pt x="8246" y="12992"/>
                </a:lnTo>
                <a:lnTo>
                  <a:pt x="8381" y="12887"/>
                </a:lnTo>
                <a:lnTo>
                  <a:pt x="8470" y="12780"/>
                </a:lnTo>
                <a:lnTo>
                  <a:pt x="8470" y="12570"/>
                </a:lnTo>
                <a:lnTo>
                  <a:pt x="8425" y="12412"/>
                </a:lnTo>
                <a:lnTo>
                  <a:pt x="8246" y="12253"/>
                </a:lnTo>
                <a:lnTo>
                  <a:pt x="8067" y="12147"/>
                </a:lnTo>
                <a:lnTo>
                  <a:pt x="7887" y="12042"/>
                </a:lnTo>
                <a:lnTo>
                  <a:pt x="7663" y="11988"/>
                </a:lnTo>
                <a:lnTo>
                  <a:pt x="7753" y="11777"/>
                </a:lnTo>
                <a:lnTo>
                  <a:pt x="7843" y="11567"/>
                </a:lnTo>
                <a:lnTo>
                  <a:pt x="7843" y="11460"/>
                </a:lnTo>
                <a:lnTo>
                  <a:pt x="7798" y="11408"/>
                </a:lnTo>
                <a:lnTo>
                  <a:pt x="7753" y="11408"/>
                </a:lnTo>
                <a:lnTo>
                  <a:pt x="7663" y="11355"/>
                </a:lnTo>
                <a:close/>
                <a:moveTo>
                  <a:pt x="9321" y="793"/>
                </a:moveTo>
                <a:lnTo>
                  <a:pt x="9501" y="845"/>
                </a:lnTo>
                <a:lnTo>
                  <a:pt x="9679" y="952"/>
                </a:lnTo>
                <a:lnTo>
                  <a:pt x="10307" y="1585"/>
                </a:lnTo>
                <a:lnTo>
                  <a:pt x="10576" y="1902"/>
                </a:lnTo>
                <a:lnTo>
                  <a:pt x="10845" y="2272"/>
                </a:lnTo>
                <a:lnTo>
                  <a:pt x="11069" y="2640"/>
                </a:lnTo>
                <a:lnTo>
                  <a:pt x="11248" y="3064"/>
                </a:lnTo>
                <a:lnTo>
                  <a:pt x="11338" y="3486"/>
                </a:lnTo>
                <a:lnTo>
                  <a:pt x="11382" y="3962"/>
                </a:lnTo>
                <a:lnTo>
                  <a:pt x="11338" y="4437"/>
                </a:lnTo>
                <a:lnTo>
                  <a:pt x="11293" y="4859"/>
                </a:lnTo>
                <a:lnTo>
                  <a:pt x="11024" y="5704"/>
                </a:lnTo>
                <a:lnTo>
                  <a:pt x="10755" y="6496"/>
                </a:lnTo>
                <a:lnTo>
                  <a:pt x="10487" y="7341"/>
                </a:lnTo>
                <a:lnTo>
                  <a:pt x="10441" y="7711"/>
                </a:lnTo>
                <a:lnTo>
                  <a:pt x="10396" y="8081"/>
                </a:lnTo>
                <a:lnTo>
                  <a:pt x="10396" y="8450"/>
                </a:lnTo>
                <a:lnTo>
                  <a:pt x="10441" y="8873"/>
                </a:lnTo>
                <a:lnTo>
                  <a:pt x="10487" y="9085"/>
                </a:lnTo>
                <a:lnTo>
                  <a:pt x="10576" y="9348"/>
                </a:lnTo>
                <a:lnTo>
                  <a:pt x="10755" y="9823"/>
                </a:lnTo>
                <a:lnTo>
                  <a:pt x="10979" y="10246"/>
                </a:lnTo>
                <a:lnTo>
                  <a:pt x="11159" y="10722"/>
                </a:lnTo>
                <a:lnTo>
                  <a:pt x="11248" y="11197"/>
                </a:lnTo>
                <a:lnTo>
                  <a:pt x="11293" y="11725"/>
                </a:lnTo>
                <a:lnTo>
                  <a:pt x="11248" y="12200"/>
                </a:lnTo>
                <a:lnTo>
                  <a:pt x="11113" y="12675"/>
                </a:lnTo>
                <a:lnTo>
                  <a:pt x="10935" y="13150"/>
                </a:lnTo>
                <a:lnTo>
                  <a:pt x="10710" y="13574"/>
                </a:lnTo>
                <a:lnTo>
                  <a:pt x="10396" y="13942"/>
                </a:lnTo>
                <a:lnTo>
                  <a:pt x="10084" y="14259"/>
                </a:lnTo>
                <a:lnTo>
                  <a:pt x="9724" y="14471"/>
                </a:lnTo>
                <a:lnTo>
                  <a:pt x="9366" y="14682"/>
                </a:lnTo>
                <a:lnTo>
                  <a:pt x="9007" y="14841"/>
                </a:lnTo>
                <a:lnTo>
                  <a:pt x="8604" y="14894"/>
                </a:lnTo>
                <a:lnTo>
                  <a:pt x="8156" y="14999"/>
                </a:lnTo>
                <a:lnTo>
                  <a:pt x="7932" y="14946"/>
                </a:lnTo>
                <a:lnTo>
                  <a:pt x="7707" y="14894"/>
                </a:lnTo>
                <a:lnTo>
                  <a:pt x="7529" y="14735"/>
                </a:lnTo>
                <a:lnTo>
                  <a:pt x="7349" y="14524"/>
                </a:lnTo>
                <a:lnTo>
                  <a:pt x="7215" y="14312"/>
                </a:lnTo>
                <a:lnTo>
                  <a:pt x="7035" y="14154"/>
                </a:lnTo>
                <a:lnTo>
                  <a:pt x="6901" y="14049"/>
                </a:lnTo>
                <a:lnTo>
                  <a:pt x="6722" y="13942"/>
                </a:lnTo>
                <a:lnTo>
                  <a:pt x="6364" y="13837"/>
                </a:lnTo>
                <a:lnTo>
                  <a:pt x="6006" y="13837"/>
                </a:lnTo>
                <a:lnTo>
                  <a:pt x="5646" y="13942"/>
                </a:lnTo>
                <a:lnTo>
                  <a:pt x="4885" y="14207"/>
                </a:lnTo>
                <a:lnTo>
                  <a:pt x="4526" y="14365"/>
                </a:lnTo>
                <a:lnTo>
                  <a:pt x="4168" y="14471"/>
                </a:lnTo>
                <a:lnTo>
                  <a:pt x="3809" y="14524"/>
                </a:lnTo>
                <a:lnTo>
                  <a:pt x="3451" y="14471"/>
                </a:lnTo>
                <a:lnTo>
                  <a:pt x="3048" y="14417"/>
                </a:lnTo>
                <a:lnTo>
                  <a:pt x="2689" y="14259"/>
                </a:lnTo>
                <a:lnTo>
                  <a:pt x="2375" y="14101"/>
                </a:lnTo>
                <a:lnTo>
                  <a:pt x="2017" y="13890"/>
                </a:lnTo>
                <a:lnTo>
                  <a:pt x="1703" y="13625"/>
                </a:lnTo>
                <a:lnTo>
                  <a:pt x="1434" y="13362"/>
                </a:lnTo>
                <a:lnTo>
                  <a:pt x="1165" y="12939"/>
                </a:lnTo>
                <a:lnTo>
                  <a:pt x="942" y="12517"/>
                </a:lnTo>
                <a:lnTo>
                  <a:pt x="762" y="12042"/>
                </a:lnTo>
                <a:lnTo>
                  <a:pt x="672" y="11567"/>
                </a:lnTo>
                <a:lnTo>
                  <a:pt x="628" y="11038"/>
                </a:lnTo>
                <a:lnTo>
                  <a:pt x="628" y="10563"/>
                </a:lnTo>
                <a:lnTo>
                  <a:pt x="717" y="10035"/>
                </a:lnTo>
                <a:lnTo>
                  <a:pt x="808" y="9560"/>
                </a:lnTo>
                <a:lnTo>
                  <a:pt x="986" y="9085"/>
                </a:lnTo>
                <a:lnTo>
                  <a:pt x="1211" y="8661"/>
                </a:lnTo>
                <a:lnTo>
                  <a:pt x="1479" y="8291"/>
                </a:lnTo>
                <a:lnTo>
                  <a:pt x="1793" y="7975"/>
                </a:lnTo>
                <a:lnTo>
                  <a:pt x="2465" y="7341"/>
                </a:lnTo>
                <a:lnTo>
                  <a:pt x="3137" y="6654"/>
                </a:lnTo>
                <a:lnTo>
                  <a:pt x="3406" y="6286"/>
                </a:lnTo>
                <a:lnTo>
                  <a:pt x="3630" y="5916"/>
                </a:lnTo>
                <a:lnTo>
                  <a:pt x="3765" y="5493"/>
                </a:lnTo>
                <a:lnTo>
                  <a:pt x="3900" y="5017"/>
                </a:lnTo>
                <a:lnTo>
                  <a:pt x="3989" y="4489"/>
                </a:lnTo>
                <a:lnTo>
                  <a:pt x="4034" y="3909"/>
                </a:lnTo>
                <a:lnTo>
                  <a:pt x="4123" y="3380"/>
                </a:lnTo>
                <a:lnTo>
                  <a:pt x="4212" y="3117"/>
                </a:lnTo>
                <a:lnTo>
                  <a:pt x="4347" y="2852"/>
                </a:lnTo>
                <a:lnTo>
                  <a:pt x="4526" y="2589"/>
                </a:lnTo>
                <a:lnTo>
                  <a:pt x="4706" y="2377"/>
                </a:lnTo>
                <a:lnTo>
                  <a:pt x="4975" y="2219"/>
                </a:lnTo>
                <a:lnTo>
                  <a:pt x="5243" y="2113"/>
                </a:lnTo>
                <a:lnTo>
                  <a:pt x="5512" y="2060"/>
                </a:lnTo>
                <a:lnTo>
                  <a:pt x="5826" y="2007"/>
                </a:lnTo>
                <a:lnTo>
                  <a:pt x="6095" y="2007"/>
                </a:lnTo>
                <a:lnTo>
                  <a:pt x="6364" y="2113"/>
                </a:lnTo>
                <a:lnTo>
                  <a:pt x="6050" y="2430"/>
                </a:lnTo>
                <a:lnTo>
                  <a:pt x="6006" y="2535"/>
                </a:lnTo>
                <a:lnTo>
                  <a:pt x="5960" y="2640"/>
                </a:lnTo>
                <a:lnTo>
                  <a:pt x="6006" y="2852"/>
                </a:lnTo>
                <a:lnTo>
                  <a:pt x="6095" y="3010"/>
                </a:lnTo>
                <a:lnTo>
                  <a:pt x="6184" y="3064"/>
                </a:lnTo>
                <a:lnTo>
                  <a:pt x="6274" y="3064"/>
                </a:lnTo>
                <a:lnTo>
                  <a:pt x="6498" y="3010"/>
                </a:lnTo>
                <a:lnTo>
                  <a:pt x="6632" y="2905"/>
                </a:lnTo>
                <a:lnTo>
                  <a:pt x="6767" y="2800"/>
                </a:lnTo>
                <a:lnTo>
                  <a:pt x="6857" y="2589"/>
                </a:lnTo>
                <a:lnTo>
                  <a:pt x="7035" y="2377"/>
                </a:lnTo>
                <a:lnTo>
                  <a:pt x="7126" y="2324"/>
                </a:lnTo>
                <a:lnTo>
                  <a:pt x="7170" y="2272"/>
                </a:lnTo>
                <a:lnTo>
                  <a:pt x="7843" y="1638"/>
                </a:lnTo>
                <a:lnTo>
                  <a:pt x="8559" y="1110"/>
                </a:lnTo>
                <a:lnTo>
                  <a:pt x="8963" y="898"/>
                </a:lnTo>
                <a:lnTo>
                  <a:pt x="9142" y="793"/>
                </a:lnTo>
                <a:close/>
                <a:moveTo>
                  <a:pt x="13219" y="13362"/>
                </a:moveTo>
                <a:lnTo>
                  <a:pt x="13399" y="13732"/>
                </a:lnTo>
                <a:lnTo>
                  <a:pt x="13579" y="14049"/>
                </a:lnTo>
                <a:lnTo>
                  <a:pt x="13847" y="14365"/>
                </a:lnTo>
                <a:lnTo>
                  <a:pt x="14161" y="14629"/>
                </a:lnTo>
                <a:lnTo>
                  <a:pt x="13937" y="14999"/>
                </a:lnTo>
                <a:lnTo>
                  <a:pt x="13668" y="14682"/>
                </a:lnTo>
                <a:lnTo>
                  <a:pt x="13399" y="14365"/>
                </a:lnTo>
                <a:lnTo>
                  <a:pt x="13085" y="14154"/>
                </a:lnTo>
                <a:lnTo>
                  <a:pt x="12772" y="13890"/>
                </a:lnTo>
                <a:lnTo>
                  <a:pt x="12951" y="13625"/>
                </a:lnTo>
                <a:lnTo>
                  <a:pt x="13219" y="13362"/>
                </a:lnTo>
                <a:close/>
                <a:moveTo>
                  <a:pt x="16985" y="14312"/>
                </a:moveTo>
                <a:lnTo>
                  <a:pt x="16894" y="14365"/>
                </a:lnTo>
                <a:lnTo>
                  <a:pt x="16805" y="14417"/>
                </a:lnTo>
                <a:lnTo>
                  <a:pt x="16760" y="14417"/>
                </a:lnTo>
                <a:lnTo>
                  <a:pt x="16760" y="14471"/>
                </a:lnTo>
                <a:lnTo>
                  <a:pt x="16671" y="14629"/>
                </a:lnTo>
                <a:lnTo>
                  <a:pt x="16625" y="14787"/>
                </a:lnTo>
                <a:lnTo>
                  <a:pt x="16671" y="14999"/>
                </a:lnTo>
                <a:lnTo>
                  <a:pt x="16760" y="15211"/>
                </a:lnTo>
                <a:lnTo>
                  <a:pt x="16894" y="15316"/>
                </a:lnTo>
                <a:lnTo>
                  <a:pt x="17029" y="15369"/>
                </a:lnTo>
                <a:lnTo>
                  <a:pt x="17163" y="15316"/>
                </a:lnTo>
                <a:lnTo>
                  <a:pt x="17297" y="15262"/>
                </a:lnTo>
                <a:lnTo>
                  <a:pt x="17432" y="15104"/>
                </a:lnTo>
                <a:lnTo>
                  <a:pt x="17522" y="14999"/>
                </a:lnTo>
                <a:lnTo>
                  <a:pt x="17566" y="14841"/>
                </a:lnTo>
                <a:lnTo>
                  <a:pt x="17566" y="14682"/>
                </a:lnTo>
                <a:lnTo>
                  <a:pt x="17477" y="14576"/>
                </a:lnTo>
                <a:lnTo>
                  <a:pt x="17388" y="14471"/>
                </a:lnTo>
                <a:lnTo>
                  <a:pt x="17297" y="14417"/>
                </a:lnTo>
                <a:lnTo>
                  <a:pt x="17208" y="14365"/>
                </a:lnTo>
                <a:lnTo>
                  <a:pt x="17029" y="14312"/>
                </a:lnTo>
                <a:close/>
                <a:moveTo>
                  <a:pt x="9276" y="0"/>
                </a:moveTo>
                <a:lnTo>
                  <a:pt x="9098" y="53"/>
                </a:lnTo>
                <a:lnTo>
                  <a:pt x="8784" y="158"/>
                </a:lnTo>
                <a:lnTo>
                  <a:pt x="8515" y="318"/>
                </a:lnTo>
                <a:lnTo>
                  <a:pt x="8021" y="635"/>
                </a:lnTo>
                <a:lnTo>
                  <a:pt x="7573" y="1003"/>
                </a:lnTo>
                <a:lnTo>
                  <a:pt x="6722" y="1743"/>
                </a:lnTo>
                <a:lnTo>
                  <a:pt x="6364" y="1532"/>
                </a:lnTo>
                <a:lnTo>
                  <a:pt x="6006" y="1427"/>
                </a:lnTo>
                <a:lnTo>
                  <a:pt x="5601" y="1427"/>
                </a:lnTo>
                <a:lnTo>
                  <a:pt x="5198" y="1479"/>
                </a:lnTo>
                <a:lnTo>
                  <a:pt x="4885" y="1585"/>
                </a:lnTo>
                <a:lnTo>
                  <a:pt x="4615" y="1743"/>
                </a:lnTo>
                <a:lnTo>
                  <a:pt x="4392" y="1955"/>
                </a:lnTo>
                <a:lnTo>
                  <a:pt x="4168" y="2165"/>
                </a:lnTo>
                <a:lnTo>
                  <a:pt x="3943" y="2430"/>
                </a:lnTo>
                <a:lnTo>
                  <a:pt x="3809" y="2747"/>
                </a:lnTo>
                <a:lnTo>
                  <a:pt x="3675" y="3064"/>
                </a:lnTo>
                <a:lnTo>
                  <a:pt x="3586" y="3380"/>
                </a:lnTo>
                <a:lnTo>
                  <a:pt x="3495" y="3856"/>
                </a:lnTo>
                <a:lnTo>
                  <a:pt x="3406" y="4331"/>
                </a:lnTo>
                <a:lnTo>
                  <a:pt x="3361" y="4806"/>
                </a:lnTo>
                <a:lnTo>
                  <a:pt x="3226" y="5282"/>
                </a:lnTo>
                <a:lnTo>
                  <a:pt x="3182" y="5546"/>
                </a:lnTo>
                <a:lnTo>
                  <a:pt x="3048" y="5757"/>
                </a:lnTo>
                <a:lnTo>
                  <a:pt x="2779" y="6126"/>
                </a:lnTo>
                <a:lnTo>
                  <a:pt x="2465" y="6444"/>
                </a:lnTo>
                <a:lnTo>
                  <a:pt x="2151" y="6761"/>
                </a:lnTo>
                <a:lnTo>
                  <a:pt x="1569" y="7288"/>
                </a:lnTo>
                <a:lnTo>
                  <a:pt x="1031" y="7869"/>
                </a:lnTo>
                <a:lnTo>
                  <a:pt x="808" y="8133"/>
                </a:lnTo>
                <a:lnTo>
                  <a:pt x="628" y="8503"/>
                </a:lnTo>
                <a:lnTo>
                  <a:pt x="448" y="8820"/>
                </a:lnTo>
                <a:lnTo>
                  <a:pt x="269" y="9243"/>
                </a:lnTo>
                <a:lnTo>
                  <a:pt x="134" y="9665"/>
                </a:lnTo>
                <a:lnTo>
                  <a:pt x="45" y="10088"/>
                </a:lnTo>
                <a:lnTo>
                  <a:pt x="0" y="10457"/>
                </a:lnTo>
                <a:lnTo>
                  <a:pt x="0" y="10880"/>
                </a:lnTo>
                <a:lnTo>
                  <a:pt x="45" y="11302"/>
                </a:lnTo>
                <a:lnTo>
                  <a:pt x="90" y="11725"/>
                </a:lnTo>
                <a:lnTo>
                  <a:pt x="180" y="12094"/>
                </a:lnTo>
                <a:lnTo>
                  <a:pt x="269" y="12464"/>
                </a:lnTo>
                <a:lnTo>
                  <a:pt x="448" y="12834"/>
                </a:lnTo>
                <a:lnTo>
                  <a:pt x="628" y="13204"/>
                </a:lnTo>
                <a:lnTo>
                  <a:pt x="808" y="13520"/>
                </a:lnTo>
                <a:lnTo>
                  <a:pt x="1031" y="13837"/>
                </a:lnTo>
                <a:lnTo>
                  <a:pt x="1300" y="14154"/>
                </a:lnTo>
                <a:lnTo>
                  <a:pt x="1569" y="14417"/>
                </a:lnTo>
                <a:lnTo>
                  <a:pt x="1883" y="14629"/>
                </a:lnTo>
                <a:lnTo>
                  <a:pt x="2197" y="14841"/>
                </a:lnTo>
                <a:lnTo>
                  <a:pt x="2509" y="14946"/>
                </a:lnTo>
                <a:lnTo>
                  <a:pt x="2868" y="15104"/>
                </a:lnTo>
                <a:lnTo>
                  <a:pt x="3226" y="15157"/>
                </a:lnTo>
                <a:lnTo>
                  <a:pt x="3540" y="15211"/>
                </a:lnTo>
                <a:lnTo>
                  <a:pt x="3900" y="15211"/>
                </a:lnTo>
                <a:lnTo>
                  <a:pt x="4257" y="15157"/>
                </a:lnTo>
                <a:lnTo>
                  <a:pt x="4571" y="15104"/>
                </a:lnTo>
                <a:lnTo>
                  <a:pt x="4929" y="14999"/>
                </a:lnTo>
                <a:lnTo>
                  <a:pt x="5333" y="14787"/>
                </a:lnTo>
                <a:lnTo>
                  <a:pt x="5737" y="14629"/>
                </a:lnTo>
                <a:lnTo>
                  <a:pt x="5960" y="14576"/>
                </a:lnTo>
                <a:lnTo>
                  <a:pt x="6364" y="14576"/>
                </a:lnTo>
                <a:lnTo>
                  <a:pt x="6587" y="14629"/>
                </a:lnTo>
                <a:lnTo>
                  <a:pt x="6722" y="14787"/>
                </a:lnTo>
                <a:lnTo>
                  <a:pt x="6857" y="14946"/>
                </a:lnTo>
                <a:lnTo>
                  <a:pt x="7126" y="15262"/>
                </a:lnTo>
                <a:lnTo>
                  <a:pt x="7304" y="15421"/>
                </a:lnTo>
                <a:lnTo>
                  <a:pt x="7439" y="15527"/>
                </a:lnTo>
                <a:lnTo>
                  <a:pt x="7663" y="15632"/>
                </a:lnTo>
                <a:lnTo>
                  <a:pt x="7843" y="15686"/>
                </a:lnTo>
                <a:lnTo>
                  <a:pt x="8470" y="15686"/>
                </a:lnTo>
                <a:lnTo>
                  <a:pt x="8829" y="15632"/>
                </a:lnTo>
                <a:lnTo>
                  <a:pt x="9142" y="15579"/>
                </a:lnTo>
                <a:lnTo>
                  <a:pt x="9456" y="15474"/>
                </a:lnTo>
                <a:lnTo>
                  <a:pt x="9770" y="15316"/>
                </a:lnTo>
                <a:lnTo>
                  <a:pt x="10038" y="15157"/>
                </a:lnTo>
                <a:lnTo>
                  <a:pt x="10307" y="14946"/>
                </a:lnTo>
                <a:lnTo>
                  <a:pt x="10576" y="14682"/>
                </a:lnTo>
                <a:lnTo>
                  <a:pt x="10845" y="14417"/>
                </a:lnTo>
                <a:lnTo>
                  <a:pt x="11069" y="14154"/>
                </a:lnTo>
                <a:lnTo>
                  <a:pt x="11248" y="13837"/>
                </a:lnTo>
                <a:lnTo>
                  <a:pt x="11427" y="13520"/>
                </a:lnTo>
                <a:lnTo>
                  <a:pt x="11607" y="13204"/>
                </a:lnTo>
                <a:lnTo>
                  <a:pt x="11696" y="12834"/>
                </a:lnTo>
                <a:lnTo>
                  <a:pt x="11830" y="12517"/>
                </a:lnTo>
                <a:lnTo>
                  <a:pt x="11876" y="12094"/>
                </a:lnTo>
                <a:lnTo>
                  <a:pt x="11876" y="11355"/>
                </a:lnTo>
                <a:lnTo>
                  <a:pt x="11830" y="10985"/>
                </a:lnTo>
                <a:lnTo>
                  <a:pt x="11741" y="10615"/>
                </a:lnTo>
                <a:lnTo>
                  <a:pt x="11651" y="10246"/>
                </a:lnTo>
                <a:lnTo>
                  <a:pt x="11338" y="9560"/>
                </a:lnTo>
                <a:lnTo>
                  <a:pt x="11204" y="9190"/>
                </a:lnTo>
                <a:lnTo>
                  <a:pt x="11069" y="8768"/>
                </a:lnTo>
                <a:lnTo>
                  <a:pt x="11069" y="8028"/>
                </a:lnTo>
                <a:lnTo>
                  <a:pt x="11113" y="7658"/>
                </a:lnTo>
                <a:lnTo>
                  <a:pt x="11159" y="7288"/>
                </a:lnTo>
                <a:lnTo>
                  <a:pt x="11382" y="6496"/>
                </a:lnTo>
                <a:lnTo>
                  <a:pt x="11607" y="5809"/>
                </a:lnTo>
                <a:lnTo>
                  <a:pt x="11830" y="5124"/>
                </a:lnTo>
                <a:lnTo>
                  <a:pt x="11965" y="4437"/>
                </a:lnTo>
                <a:lnTo>
                  <a:pt x="12010" y="4067"/>
                </a:lnTo>
                <a:lnTo>
                  <a:pt x="12010" y="3697"/>
                </a:lnTo>
                <a:lnTo>
                  <a:pt x="11965" y="3327"/>
                </a:lnTo>
                <a:lnTo>
                  <a:pt x="11876" y="2959"/>
                </a:lnTo>
                <a:lnTo>
                  <a:pt x="11741" y="2640"/>
                </a:lnTo>
                <a:lnTo>
                  <a:pt x="11607" y="2272"/>
                </a:lnTo>
                <a:lnTo>
                  <a:pt x="11427" y="1955"/>
                </a:lnTo>
                <a:lnTo>
                  <a:pt x="11248" y="1690"/>
                </a:lnTo>
                <a:lnTo>
                  <a:pt x="10801" y="1110"/>
                </a:lnTo>
                <a:lnTo>
                  <a:pt x="10262" y="582"/>
                </a:lnTo>
                <a:lnTo>
                  <a:pt x="9724" y="158"/>
                </a:lnTo>
                <a:lnTo>
                  <a:pt x="9590" y="53"/>
                </a:lnTo>
                <a:lnTo>
                  <a:pt x="9410" y="0"/>
                </a:lnTo>
                <a:close/>
                <a:moveTo>
                  <a:pt x="15774" y="15369"/>
                </a:moveTo>
                <a:lnTo>
                  <a:pt x="15685" y="15421"/>
                </a:lnTo>
                <a:lnTo>
                  <a:pt x="15594" y="15527"/>
                </a:lnTo>
                <a:lnTo>
                  <a:pt x="15550" y="15632"/>
                </a:lnTo>
                <a:lnTo>
                  <a:pt x="15550" y="15844"/>
                </a:lnTo>
                <a:lnTo>
                  <a:pt x="15594" y="16002"/>
                </a:lnTo>
                <a:lnTo>
                  <a:pt x="15730" y="16161"/>
                </a:lnTo>
                <a:lnTo>
                  <a:pt x="15908" y="16214"/>
                </a:lnTo>
                <a:lnTo>
                  <a:pt x="16043" y="16161"/>
                </a:lnTo>
                <a:lnTo>
                  <a:pt x="16177" y="16002"/>
                </a:lnTo>
                <a:lnTo>
                  <a:pt x="16222" y="15844"/>
                </a:lnTo>
                <a:lnTo>
                  <a:pt x="16222" y="15632"/>
                </a:lnTo>
                <a:lnTo>
                  <a:pt x="16177" y="15527"/>
                </a:lnTo>
                <a:lnTo>
                  <a:pt x="16088" y="15421"/>
                </a:lnTo>
                <a:lnTo>
                  <a:pt x="15999" y="15369"/>
                </a:lnTo>
                <a:close/>
                <a:moveTo>
                  <a:pt x="16580" y="16214"/>
                </a:moveTo>
                <a:lnTo>
                  <a:pt x="16491" y="16266"/>
                </a:lnTo>
                <a:lnTo>
                  <a:pt x="16446" y="16372"/>
                </a:lnTo>
                <a:lnTo>
                  <a:pt x="16357" y="16424"/>
                </a:lnTo>
                <a:lnTo>
                  <a:pt x="16267" y="16478"/>
                </a:lnTo>
                <a:lnTo>
                  <a:pt x="16177" y="16636"/>
                </a:lnTo>
                <a:lnTo>
                  <a:pt x="16177" y="16953"/>
                </a:lnTo>
                <a:lnTo>
                  <a:pt x="16222" y="17059"/>
                </a:lnTo>
                <a:lnTo>
                  <a:pt x="16311" y="17218"/>
                </a:lnTo>
                <a:lnTo>
                  <a:pt x="16625" y="17218"/>
                </a:lnTo>
                <a:lnTo>
                  <a:pt x="16760" y="17164"/>
                </a:lnTo>
                <a:lnTo>
                  <a:pt x="16894" y="17059"/>
                </a:lnTo>
                <a:lnTo>
                  <a:pt x="16939" y="16899"/>
                </a:lnTo>
                <a:lnTo>
                  <a:pt x="17029" y="16741"/>
                </a:lnTo>
                <a:lnTo>
                  <a:pt x="17029" y="16583"/>
                </a:lnTo>
                <a:lnTo>
                  <a:pt x="16985" y="16478"/>
                </a:lnTo>
                <a:lnTo>
                  <a:pt x="16939" y="16372"/>
                </a:lnTo>
                <a:lnTo>
                  <a:pt x="16894" y="16266"/>
                </a:lnTo>
                <a:lnTo>
                  <a:pt x="16760" y="16214"/>
                </a:lnTo>
                <a:close/>
                <a:moveTo>
                  <a:pt x="14922" y="16636"/>
                </a:moveTo>
                <a:lnTo>
                  <a:pt x="14833" y="16689"/>
                </a:lnTo>
                <a:lnTo>
                  <a:pt x="14744" y="16848"/>
                </a:lnTo>
                <a:lnTo>
                  <a:pt x="14699" y="17006"/>
                </a:lnTo>
                <a:lnTo>
                  <a:pt x="14699" y="17376"/>
                </a:lnTo>
                <a:lnTo>
                  <a:pt x="14788" y="17798"/>
                </a:lnTo>
                <a:lnTo>
                  <a:pt x="14968" y="18114"/>
                </a:lnTo>
                <a:lnTo>
                  <a:pt x="15057" y="18168"/>
                </a:lnTo>
                <a:lnTo>
                  <a:pt x="15147" y="18221"/>
                </a:lnTo>
                <a:lnTo>
                  <a:pt x="15282" y="18221"/>
                </a:lnTo>
                <a:lnTo>
                  <a:pt x="15371" y="18114"/>
                </a:lnTo>
                <a:lnTo>
                  <a:pt x="15416" y="18061"/>
                </a:lnTo>
                <a:lnTo>
                  <a:pt x="15505" y="18061"/>
                </a:lnTo>
                <a:lnTo>
                  <a:pt x="15640" y="18168"/>
                </a:lnTo>
                <a:lnTo>
                  <a:pt x="15730" y="18168"/>
                </a:lnTo>
                <a:lnTo>
                  <a:pt x="15819" y="18114"/>
                </a:lnTo>
                <a:lnTo>
                  <a:pt x="15864" y="18061"/>
                </a:lnTo>
                <a:lnTo>
                  <a:pt x="15908" y="17903"/>
                </a:lnTo>
                <a:lnTo>
                  <a:pt x="15864" y="17744"/>
                </a:lnTo>
                <a:lnTo>
                  <a:pt x="15774" y="17586"/>
                </a:lnTo>
                <a:lnTo>
                  <a:pt x="15640" y="17534"/>
                </a:lnTo>
                <a:lnTo>
                  <a:pt x="15460" y="17481"/>
                </a:lnTo>
                <a:lnTo>
                  <a:pt x="15326" y="17481"/>
                </a:lnTo>
                <a:lnTo>
                  <a:pt x="15236" y="17534"/>
                </a:lnTo>
                <a:lnTo>
                  <a:pt x="15147" y="17323"/>
                </a:lnTo>
                <a:lnTo>
                  <a:pt x="15147" y="16794"/>
                </a:lnTo>
                <a:lnTo>
                  <a:pt x="15102" y="16689"/>
                </a:lnTo>
                <a:lnTo>
                  <a:pt x="15013" y="16636"/>
                </a:lnTo>
                <a:close/>
                <a:moveTo>
                  <a:pt x="17163" y="7869"/>
                </a:moveTo>
                <a:lnTo>
                  <a:pt x="17343" y="7923"/>
                </a:lnTo>
                <a:lnTo>
                  <a:pt x="17702" y="8133"/>
                </a:lnTo>
                <a:lnTo>
                  <a:pt x="17925" y="8239"/>
                </a:lnTo>
                <a:lnTo>
                  <a:pt x="18239" y="8503"/>
                </a:lnTo>
                <a:lnTo>
                  <a:pt x="18508" y="8768"/>
                </a:lnTo>
                <a:lnTo>
                  <a:pt x="18777" y="9085"/>
                </a:lnTo>
                <a:lnTo>
                  <a:pt x="19046" y="9453"/>
                </a:lnTo>
                <a:lnTo>
                  <a:pt x="19269" y="9876"/>
                </a:lnTo>
                <a:lnTo>
                  <a:pt x="19403" y="10352"/>
                </a:lnTo>
                <a:lnTo>
                  <a:pt x="19538" y="10827"/>
                </a:lnTo>
                <a:lnTo>
                  <a:pt x="19628" y="11302"/>
                </a:lnTo>
                <a:lnTo>
                  <a:pt x="19673" y="11830"/>
                </a:lnTo>
                <a:lnTo>
                  <a:pt x="19673" y="12305"/>
                </a:lnTo>
                <a:lnTo>
                  <a:pt x="19628" y="13309"/>
                </a:lnTo>
                <a:lnTo>
                  <a:pt x="19494" y="14312"/>
                </a:lnTo>
                <a:lnTo>
                  <a:pt x="19269" y="15262"/>
                </a:lnTo>
                <a:lnTo>
                  <a:pt x="18956" y="16161"/>
                </a:lnTo>
                <a:lnTo>
                  <a:pt x="18777" y="16636"/>
                </a:lnTo>
                <a:lnTo>
                  <a:pt x="18552" y="17059"/>
                </a:lnTo>
                <a:lnTo>
                  <a:pt x="18328" y="17428"/>
                </a:lnTo>
                <a:lnTo>
                  <a:pt x="18060" y="17798"/>
                </a:lnTo>
                <a:lnTo>
                  <a:pt x="17746" y="18168"/>
                </a:lnTo>
                <a:lnTo>
                  <a:pt x="17432" y="18484"/>
                </a:lnTo>
                <a:lnTo>
                  <a:pt x="17119" y="18748"/>
                </a:lnTo>
                <a:lnTo>
                  <a:pt x="16760" y="18960"/>
                </a:lnTo>
                <a:lnTo>
                  <a:pt x="16357" y="19171"/>
                </a:lnTo>
                <a:lnTo>
                  <a:pt x="15954" y="19383"/>
                </a:lnTo>
                <a:lnTo>
                  <a:pt x="15640" y="19435"/>
                </a:lnTo>
                <a:lnTo>
                  <a:pt x="15282" y="19488"/>
                </a:lnTo>
                <a:lnTo>
                  <a:pt x="15057" y="19435"/>
                </a:lnTo>
                <a:lnTo>
                  <a:pt x="14878" y="19330"/>
                </a:lnTo>
                <a:lnTo>
                  <a:pt x="14699" y="19118"/>
                </a:lnTo>
                <a:lnTo>
                  <a:pt x="14565" y="18960"/>
                </a:lnTo>
                <a:lnTo>
                  <a:pt x="14027" y="18273"/>
                </a:lnTo>
                <a:lnTo>
                  <a:pt x="13802" y="17903"/>
                </a:lnTo>
                <a:lnTo>
                  <a:pt x="13713" y="17693"/>
                </a:lnTo>
                <a:lnTo>
                  <a:pt x="13668" y="17428"/>
                </a:lnTo>
                <a:lnTo>
                  <a:pt x="13668" y="17164"/>
                </a:lnTo>
                <a:lnTo>
                  <a:pt x="13758" y="16899"/>
                </a:lnTo>
                <a:lnTo>
                  <a:pt x="13982" y="16424"/>
                </a:lnTo>
                <a:lnTo>
                  <a:pt x="14430" y="15527"/>
                </a:lnTo>
                <a:lnTo>
                  <a:pt x="14833" y="14629"/>
                </a:lnTo>
                <a:lnTo>
                  <a:pt x="15236" y="13679"/>
                </a:lnTo>
                <a:lnTo>
                  <a:pt x="15594" y="12780"/>
                </a:lnTo>
                <a:lnTo>
                  <a:pt x="15730" y="12305"/>
                </a:lnTo>
                <a:lnTo>
                  <a:pt x="15819" y="11830"/>
                </a:lnTo>
                <a:lnTo>
                  <a:pt x="15864" y="11355"/>
                </a:lnTo>
                <a:lnTo>
                  <a:pt x="15819" y="10932"/>
                </a:lnTo>
                <a:lnTo>
                  <a:pt x="15730" y="10457"/>
                </a:lnTo>
                <a:lnTo>
                  <a:pt x="15594" y="10035"/>
                </a:lnTo>
                <a:lnTo>
                  <a:pt x="15550" y="9718"/>
                </a:lnTo>
                <a:lnTo>
                  <a:pt x="15505" y="9453"/>
                </a:lnTo>
                <a:lnTo>
                  <a:pt x="15550" y="9136"/>
                </a:lnTo>
                <a:lnTo>
                  <a:pt x="15640" y="8926"/>
                </a:lnTo>
                <a:lnTo>
                  <a:pt x="15730" y="8661"/>
                </a:lnTo>
                <a:lnTo>
                  <a:pt x="15864" y="8450"/>
                </a:lnTo>
                <a:lnTo>
                  <a:pt x="16043" y="8239"/>
                </a:lnTo>
                <a:lnTo>
                  <a:pt x="16222" y="8081"/>
                </a:lnTo>
                <a:lnTo>
                  <a:pt x="16267" y="8186"/>
                </a:lnTo>
                <a:lnTo>
                  <a:pt x="16357" y="8239"/>
                </a:lnTo>
                <a:lnTo>
                  <a:pt x="16536" y="8291"/>
                </a:lnTo>
                <a:lnTo>
                  <a:pt x="16671" y="8186"/>
                </a:lnTo>
                <a:lnTo>
                  <a:pt x="16760" y="8133"/>
                </a:lnTo>
                <a:lnTo>
                  <a:pt x="16805" y="8028"/>
                </a:lnTo>
                <a:lnTo>
                  <a:pt x="16894" y="7923"/>
                </a:lnTo>
                <a:lnTo>
                  <a:pt x="17029" y="7869"/>
                </a:lnTo>
                <a:close/>
                <a:moveTo>
                  <a:pt x="16671" y="5546"/>
                </a:moveTo>
                <a:lnTo>
                  <a:pt x="16625" y="5651"/>
                </a:lnTo>
                <a:lnTo>
                  <a:pt x="16491" y="6021"/>
                </a:lnTo>
                <a:lnTo>
                  <a:pt x="16446" y="6444"/>
                </a:lnTo>
                <a:lnTo>
                  <a:pt x="16446" y="6813"/>
                </a:lnTo>
                <a:lnTo>
                  <a:pt x="16491" y="7236"/>
                </a:lnTo>
                <a:lnTo>
                  <a:pt x="16267" y="7341"/>
                </a:lnTo>
                <a:lnTo>
                  <a:pt x="16043" y="7448"/>
                </a:lnTo>
                <a:lnTo>
                  <a:pt x="15908" y="6866"/>
                </a:lnTo>
                <a:lnTo>
                  <a:pt x="15685" y="6391"/>
                </a:lnTo>
                <a:lnTo>
                  <a:pt x="15640" y="6338"/>
                </a:lnTo>
                <a:lnTo>
                  <a:pt x="15550" y="6338"/>
                </a:lnTo>
                <a:lnTo>
                  <a:pt x="15505" y="6391"/>
                </a:lnTo>
                <a:lnTo>
                  <a:pt x="15505" y="6444"/>
                </a:lnTo>
                <a:lnTo>
                  <a:pt x="15460" y="6813"/>
                </a:lnTo>
                <a:lnTo>
                  <a:pt x="15505" y="7129"/>
                </a:lnTo>
                <a:lnTo>
                  <a:pt x="15640" y="7816"/>
                </a:lnTo>
                <a:lnTo>
                  <a:pt x="15371" y="8133"/>
                </a:lnTo>
                <a:lnTo>
                  <a:pt x="15147" y="7869"/>
                </a:lnTo>
                <a:lnTo>
                  <a:pt x="14833" y="7448"/>
                </a:lnTo>
                <a:lnTo>
                  <a:pt x="14788" y="7394"/>
                </a:lnTo>
                <a:lnTo>
                  <a:pt x="14699" y="7448"/>
                </a:lnTo>
                <a:lnTo>
                  <a:pt x="14654" y="7499"/>
                </a:lnTo>
                <a:lnTo>
                  <a:pt x="14654" y="7606"/>
                </a:lnTo>
                <a:lnTo>
                  <a:pt x="14699" y="7869"/>
                </a:lnTo>
                <a:lnTo>
                  <a:pt x="14833" y="8133"/>
                </a:lnTo>
                <a:lnTo>
                  <a:pt x="14968" y="8345"/>
                </a:lnTo>
                <a:lnTo>
                  <a:pt x="15191" y="8503"/>
                </a:lnTo>
                <a:lnTo>
                  <a:pt x="15147" y="8661"/>
                </a:lnTo>
                <a:lnTo>
                  <a:pt x="15102" y="8715"/>
                </a:lnTo>
                <a:lnTo>
                  <a:pt x="14833" y="8661"/>
                </a:lnTo>
                <a:lnTo>
                  <a:pt x="14340" y="8398"/>
                </a:lnTo>
                <a:lnTo>
                  <a:pt x="14251" y="8186"/>
                </a:lnTo>
                <a:lnTo>
                  <a:pt x="14205" y="8133"/>
                </a:lnTo>
                <a:lnTo>
                  <a:pt x="14161" y="8186"/>
                </a:lnTo>
                <a:lnTo>
                  <a:pt x="14116" y="8398"/>
                </a:lnTo>
                <a:lnTo>
                  <a:pt x="14071" y="8503"/>
                </a:lnTo>
                <a:lnTo>
                  <a:pt x="14071" y="8608"/>
                </a:lnTo>
                <a:lnTo>
                  <a:pt x="14116" y="8715"/>
                </a:lnTo>
                <a:lnTo>
                  <a:pt x="14205" y="8820"/>
                </a:lnTo>
                <a:lnTo>
                  <a:pt x="14385" y="8978"/>
                </a:lnTo>
                <a:lnTo>
                  <a:pt x="14654" y="9136"/>
                </a:lnTo>
                <a:lnTo>
                  <a:pt x="15013" y="9295"/>
                </a:lnTo>
                <a:lnTo>
                  <a:pt x="14968" y="9612"/>
                </a:lnTo>
                <a:lnTo>
                  <a:pt x="15013" y="9930"/>
                </a:lnTo>
                <a:lnTo>
                  <a:pt x="14116" y="9930"/>
                </a:lnTo>
                <a:lnTo>
                  <a:pt x="13982" y="9982"/>
                </a:lnTo>
                <a:lnTo>
                  <a:pt x="13937" y="10088"/>
                </a:lnTo>
                <a:lnTo>
                  <a:pt x="13937" y="10563"/>
                </a:lnTo>
                <a:lnTo>
                  <a:pt x="14027" y="10773"/>
                </a:lnTo>
                <a:lnTo>
                  <a:pt x="14116" y="10932"/>
                </a:lnTo>
                <a:lnTo>
                  <a:pt x="14161" y="10985"/>
                </a:lnTo>
                <a:lnTo>
                  <a:pt x="14565" y="11460"/>
                </a:lnTo>
                <a:lnTo>
                  <a:pt x="14833" y="11672"/>
                </a:lnTo>
                <a:lnTo>
                  <a:pt x="14968" y="11777"/>
                </a:lnTo>
                <a:lnTo>
                  <a:pt x="15102" y="11830"/>
                </a:lnTo>
                <a:lnTo>
                  <a:pt x="15236" y="11830"/>
                </a:lnTo>
                <a:lnTo>
                  <a:pt x="15102" y="12305"/>
                </a:lnTo>
                <a:lnTo>
                  <a:pt x="14968" y="12675"/>
                </a:lnTo>
                <a:lnTo>
                  <a:pt x="14922" y="12728"/>
                </a:lnTo>
                <a:lnTo>
                  <a:pt x="14878" y="12780"/>
                </a:lnTo>
                <a:lnTo>
                  <a:pt x="14430" y="12570"/>
                </a:lnTo>
                <a:lnTo>
                  <a:pt x="14116" y="12358"/>
                </a:lnTo>
                <a:lnTo>
                  <a:pt x="13847" y="12042"/>
                </a:lnTo>
                <a:lnTo>
                  <a:pt x="13713" y="12042"/>
                </a:lnTo>
                <a:lnTo>
                  <a:pt x="13668" y="12147"/>
                </a:lnTo>
                <a:lnTo>
                  <a:pt x="13668" y="12253"/>
                </a:lnTo>
                <a:lnTo>
                  <a:pt x="13847" y="12570"/>
                </a:lnTo>
                <a:lnTo>
                  <a:pt x="14116" y="12887"/>
                </a:lnTo>
                <a:lnTo>
                  <a:pt x="14430" y="13150"/>
                </a:lnTo>
                <a:lnTo>
                  <a:pt x="14744" y="13309"/>
                </a:lnTo>
                <a:lnTo>
                  <a:pt x="14474" y="13890"/>
                </a:lnTo>
                <a:lnTo>
                  <a:pt x="14340" y="13890"/>
                </a:lnTo>
                <a:lnTo>
                  <a:pt x="14251" y="13995"/>
                </a:lnTo>
                <a:lnTo>
                  <a:pt x="13758" y="13574"/>
                </a:lnTo>
                <a:lnTo>
                  <a:pt x="13310" y="13150"/>
                </a:lnTo>
                <a:lnTo>
                  <a:pt x="13265" y="13097"/>
                </a:lnTo>
                <a:lnTo>
                  <a:pt x="13219" y="13150"/>
                </a:lnTo>
                <a:lnTo>
                  <a:pt x="12951" y="13520"/>
                </a:lnTo>
                <a:lnTo>
                  <a:pt x="12682" y="13890"/>
                </a:lnTo>
                <a:lnTo>
                  <a:pt x="12593" y="13890"/>
                </a:lnTo>
                <a:lnTo>
                  <a:pt x="12502" y="13942"/>
                </a:lnTo>
                <a:lnTo>
                  <a:pt x="12458" y="14049"/>
                </a:lnTo>
                <a:lnTo>
                  <a:pt x="12502" y="14154"/>
                </a:lnTo>
                <a:lnTo>
                  <a:pt x="13130" y="14841"/>
                </a:lnTo>
                <a:lnTo>
                  <a:pt x="13668" y="15579"/>
                </a:lnTo>
                <a:lnTo>
                  <a:pt x="13399" y="16214"/>
                </a:lnTo>
                <a:lnTo>
                  <a:pt x="13175" y="16056"/>
                </a:lnTo>
                <a:lnTo>
                  <a:pt x="12951" y="15949"/>
                </a:lnTo>
                <a:lnTo>
                  <a:pt x="12682" y="15897"/>
                </a:lnTo>
                <a:lnTo>
                  <a:pt x="12593" y="15844"/>
                </a:lnTo>
                <a:lnTo>
                  <a:pt x="12458" y="15791"/>
                </a:lnTo>
                <a:lnTo>
                  <a:pt x="12413" y="15737"/>
                </a:lnTo>
                <a:lnTo>
                  <a:pt x="12324" y="15737"/>
                </a:lnTo>
                <a:lnTo>
                  <a:pt x="12190" y="15791"/>
                </a:lnTo>
                <a:lnTo>
                  <a:pt x="12144" y="15949"/>
                </a:lnTo>
                <a:lnTo>
                  <a:pt x="12144" y="16056"/>
                </a:lnTo>
                <a:lnTo>
                  <a:pt x="12190" y="16107"/>
                </a:lnTo>
                <a:lnTo>
                  <a:pt x="12368" y="16319"/>
                </a:lnTo>
                <a:lnTo>
                  <a:pt x="12593" y="16478"/>
                </a:lnTo>
                <a:lnTo>
                  <a:pt x="12907" y="16636"/>
                </a:lnTo>
                <a:lnTo>
                  <a:pt x="13041" y="16689"/>
                </a:lnTo>
                <a:lnTo>
                  <a:pt x="13175" y="16689"/>
                </a:lnTo>
                <a:lnTo>
                  <a:pt x="13130" y="16953"/>
                </a:lnTo>
                <a:lnTo>
                  <a:pt x="13085" y="17218"/>
                </a:lnTo>
                <a:lnTo>
                  <a:pt x="13041" y="17534"/>
                </a:lnTo>
                <a:lnTo>
                  <a:pt x="13085" y="17798"/>
                </a:lnTo>
                <a:lnTo>
                  <a:pt x="13175" y="18114"/>
                </a:lnTo>
                <a:lnTo>
                  <a:pt x="12996" y="18273"/>
                </a:lnTo>
                <a:lnTo>
                  <a:pt x="12772" y="18538"/>
                </a:lnTo>
                <a:lnTo>
                  <a:pt x="12682" y="18643"/>
                </a:lnTo>
                <a:lnTo>
                  <a:pt x="12593" y="18643"/>
                </a:lnTo>
                <a:lnTo>
                  <a:pt x="12548" y="18696"/>
                </a:lnTo>
                <a:lnTo>
                  <a:pt x="12502" y="18801"/>
                </a:lnTo>
                <a:lnTo>
                  <a:pt x="12502" y="18960"/>
                </a:lnTo>
                <a:lnTo>
                  <a:pt x="12548" y="19013"/>
                </a:lnTo>
                <a:lnTo>
                  <a:pt x="12593" y="19065"/>
                </a:lnTo>
                <a:lnTo>
                  <a:pt x="12772" y="19065"/>
                </a:lnTo>
                <a:lnTo>
                  <a:pt x="12907" y="19013"/>
                </a:lnTo>
                <a:lnTo>
                  <a:pt x="13130" y="18801"/>
                </a:lnTo>
                <a:lnTo>
                  <a:pt x="13444" y="18590"/>
                </a:lnTo>
                <a:lnTo>
                  <a:pt x="13937" y="19223"/>
                </a:lnTo>
                <a:lnTo>
                  <a:pt x="14027" y="19330"/>
                </a:lnTo>
                <a:lnTo>
                  <a:pt x="13847" y="19593"/>
                </a:lnTo>
                <a:lnTo>
                  <a:pt x="13758" y="19910"/>
                </a:lnTo>
                <a:lnTo>
                  <a:pt x="13668" y="19910"/>
                </a:lnTo>
                <a:lnTo>
                  <a:pt x="13579" y="19963"/>
                </a:lnTo>
                <a:lnTo>
                  <a:pt x="13444" y="20068"/>
                </a:lnTo>
                <a:lnTo>
                  <a:pt x="13399" y="20175"/>
                </a:lnTo>
                <a:lnTo>
                  <a:pt x="13444" y="20333"/>
                </a:lnTo>
                <a:lnTo>
                  <a:pt x="13488" y="20491"/>
                </a:lnTo>
                <a:lnTo>
                  <a:pt x="13623" y="20597"/>
                </a:lnTo>
                <a:lnTo>
                  <a:pt x="13758" y="20650"/>
                </a:lnTo>
                <a:lnTo>
                  <a:pt x="13893" y="20650"/>
                </a:lnTo>
                <a:lnTo>
                  <a:pt x="14027" y="20545"/>
                </a:lnTo>
                <a:lnTo>
                  <a:pt x="14116" y="20438"/>
                </a:lnTo>
                <a:lnTo>
                  <a:pt x="14205" y="20280"/>
                </a:lnTo>
                <a:lnTo>
                  <a:pt x="14251" y="20121"/>
                </a:lnTo>
                <a:lnTo>
                  <a:pt x="14251" y="19963"/>
                </a:lnTo>
                <a:lnTo>
                  <a:pt x="14340" y="19751"/>
                </a:lnTo>
                <a:lnTo>
                  <a:pt x="14474" y="19910"/>
                </a:lnTo>
                <a:lnTo>
                  <a:pt x="14654" y="20016"/>
                </a:lnTo>
                <a:lnTo>
                  <a:pt x="14833" y="20121"/>
                </a:lnTo>
                <a:lnTo>
                  <a:pt x="15057" y="20175"/>
                </a:lnTo>
                <a:lnTo>
                  <a:pt x="15102" y="20227"/>
                </a:lnTo>
                <a:lnTo>
                  <a:pt x="14968" y="20545"/>
                </a:lnTo>
                <a:lnTo>
                  <a:pt x="14878" y="20808"/>
                </a:lnTo>
                <a:lnTo>
                  <a:pt x="14788" y="20967"/>
                </a:lnTo>
                <a:lnTo>
                  <a:pt x="14654" y="21020"/>
                </a:lnTo>
                <a:lnTo>
                  <a:pt x="14608" y="21020"/>
                </a:lnTo>
                <a:lnTo>
                  <a:pt x="14519" y="21072"/>
                </a:lnTo>
                <a:lnTo>
                  <a:pt x="14474" y="21230"/>
                </a:lnTo>
                <a:lnTo>
                  <a:pt x="14474" y="21388"/>
                </a:lnTo>
                <a:lnTo>
                  <a:pt x="14565" y="21495"/>
                </a:lnTo>
                <a:lnTo>
                  <a:pt x="14654" y="21600"/>
                </a:lnTo>
                <a:lnTo>
                  <a:pt x="14744" y="21600"/>
                </a:lnTo>
                <a:lnTo>
                  <a:pt x="14922" y="21547"/>
                </a:lnTo>
                <a:lnTo>
                  <a:pt x="15102" y="21388"/>
                </a:lnTo>
                <a:lnTo>
                  <a:pt x="15236" y="21230"/>
                </a:lnTo>
                <a:lnTo>
                  <a:pt x="15326" y="20967"/>
                </a:lnTo>
                <a:lnTo>
                  <a:pt x="15416" y="20755"/>
                </a:lnTo>
                <a:lnTo>
                  <a:pt x="15505" y="20227"/>
                </a:lnTo>
                <a:lnTo>
                  <a:pt x="16043" y="20121"/>
                </a:lnTo>
                <a:lnTo>
                  <a:pt x="16536" y="19910"/>
                </a:lnTo>
                <a:lnTo>
                  <a:pt x="16222" y="20913"/>
                </a:lnTo>
                <a:lnTo>
                  <a:pt x="16133" y="21178"/>
                </a:lnTo>
                <a:lnTo>
                  <a:pt x="16133" y="21337"/>
                </a:lnTo>
                <a:lnTo>
                  <a:pt x="16177" y="21388"/>
                </a:lnTo>
                <a:lnTo>
                  <a:pt x="16222" y="21495"/>
                </a:lnTo>
                <a:lnTo>
                  <a:pt x="16311" y="21547"/>
                </a:lnTo>
                <a:lnTo>
                  <a:pt x="16402" y="21547"/>
                </a:lnTo>
                <a:lnTo>
                  <a:pt x="16491" y="21495"/>
                </a:lnTo>
                <a:lnTo>
                  <a:pt x="16580" y="21442"/>
                </a:lnTo>
                <a:lnTo>
                  <a:pt x="16625" y="21337"/>
                </a:lnTo>
                <a:lnTo>
                  <a:pt x="16760" y="20967"/>
                </a:lnTo>
                <a:lnTo>
                  <a:pt x="16850" y="20545"/>
                </a:lnTo>
                <a:lnTo>
                  <a:pt x="16894" y="20121"/>
                </a:lnTo>
                <a:lnTo>
                  <a:pt x="16894" y="19751"/>
                </a:lnTo>
                <a:lnTo>
                  <a:pt x="17432" y="19383"/>
                </a:lnTo>
                <a:lnTo>
                  <a:pt x="17477" y="20068"/>
                </a:lnTo>
                <a:lnTo>
                  <a:pt x="17522" y="20227"/>
                </a:lnTo>
                <a:lnTo>
                  <a:pt x="17566" y="20333"/>
                </a:lnTo>
                <a:lnTo>
                  <a:pt x="17566" y="20385"/>
                </a:lnTo>
                <a:lnTo>
                  <a:pt x="17611" y="20545"/>
                </a:lnTo>
                <a:lnTo>
                  <a:pt x="17702" y="20650"/>
                </a:lnTo>
                <a:lnTo>
                  <a:pt x="17925" y="20650"/>
                </a:lnTo>
                <a:lnTo>
                  <a:pt x="17925" y="20597"/>
                </a:lnTo>
                <a:lnTo>
                  <a:pt x="18014" y="20491"/>
                </a:lnTo>
                <a:lnTo>
                  <a:pt x="18060" y="20385"/>
                </a:lnTo>
                <a:lnTo>
                  <a:pt x="17970" y="20016"/>
                </a:lnTo>
                <a:lnTo>
                  <a:pt x="17925" y="19646"/>
                </a:lnTo>
                <a:lnTo>
                  <a:pt x="17791" y="19118"/>
                </a:lnTo>
                <a:lnTo>
                  <a:pt x="18328" y="18538"/>
                </a:lnTo>
                <a:lnTo>
                  <a:pt x="18463" y="18748"/>
                </a:lnTo>
                <a:lnTo>
                  <a:pt x="18597" y="18906"/>
                </a:lnTo>
                <a:lnTo>
                  <a:pt x="18777" y="19223"/>
                </a:lnTo>
                <a:lnTo>
                  <a:pt x="18911" y="19383"/>
                </a:lnTo>
                <a:lnTo>
                  <a:pt x="19046" y="19488"/>
                </a:lnTo>
                <a:lnTo>
                  <a:pt x="19135" y="19488"/>
                </a:lnTo>
                <a:lnTo>
                  <a:pt x="19225" y="19383"/>
                </a:lnTo>
                <a:lnTo>
                  <a:pt x="19269" y="19276"/>
                </a:lnTo>
                <a:lnTo>
                  <a:pt x="19269" y="19171"/>
                </a:lnTo>
                <a:lnTo>
                  <a:pt x="19225" y="18906"/>
                </a:lnTo>
                <a:lnTo>
                  <a:pt x="19091" y="18696"/>
                </a:lnTo>
                <a:lnTo>
                  <a:pt x="18911" y="18538"/>
                </a:lnTo>
                <a:lnTo>
                  <a:pt x="18777" y="18326"/>
                </a:lnTo>
                <a:lnTo>
                  <a:pt x="18642" y="18114"/>
                </a:lnTo>
                <a:lnTo>
                  <a:pt x="18911" y="17693"/>
                </a:lnTo>
                <a:lnTo>
                  <a:pt x="19180" y="17269"/>
                </a:lnTo>
                <a:lnTo>
                  <a:pt x="19269" y="17376"/>
                </a:lnTo>
                <a:lnTo>
                  <a:pt x="19538" y="17586"/>
                </a:lnTo>
                <a:lnTo>
                  <a:pt x="19763" y="17851"/>
                </a:lnTo>
                <a:lnTo>
                  <a:pt x="19852" y="17903"/>
                </a:lnTo>
                <a:lnTo>
                  <a:pt x="20031" y="17903"/>
                </a:lnTo>
                <a:lnTo>
                  <a:pt x="20077" y="17851"/>
                </a:lnTo>
                <a:lnTo>
                  <a:pt x="20121" y="17744"/>
                </a:lnTo>
                <a:lnTo>
                  <a:pt x="20166" y="17639"/>
                </a:lnTo>
                <a:lnTo>
                  <a:pt x="20166" y="17534"/>
                </a:lnTo>
                <a:lnTo>
                  <a:pt x="20077" y="17428"/>
                </a:lnTo>
                <a:lnTo>
                  <a:pt x="19852" y="17164"/>
                </a:lnTo>
                <a:lnTo>
                  <a:pt x="19583" y="16953"/>
                </a:lnTo>
                <a:lnTo>
                  <a:pt x="19403" y="16848"/>
                </a:lnTo>
                <a:lnTo>
                  <a:pt x="19717" y="16002"/>
                </a:lnTo>
                <a:lnTo>
                  <a:pt x="19942" y="16161"/>
                </a:lnTo>
                <a:lnTo>
                  <a:pt x="20300" y="16319"/>
                </a:lnTo>
                <a:lnTo>
                  <a:pt x="20749" y="16424"/>
                </a:lnTo>
                <a:lnTo>
                  <a:pt x="20838" y="16424"/>
                </a:lnTo>
                <a:lnTo>
                  <a:pt x="20883" y="16372"/>
                </a:lnTo>
                <a:lnTo>
                  <a:pt x="20928" y="16266"/>
                </a:lnTo>
                <a:lnTo>
                  <a:pt x="20972" y="16161"/>
                </a:lnTo>
                <a:lnTo>
                  <a:pt x="20972" y="16056"/>
                </a:lnTo>
                <a:lnTo>
                  <a:pt x="20928" y="15949"/>
                </a:lnTo>
                <a:lnTo>
                  <a:pt x="20883" y="15897"/>
                </a:lnTo>
                <a:lnTo>
                  <a:pt x="20794" y="15844"/>
                </a:lnTo>
                <a:lnTo>
                  <a:pt x="20480" y="15791"/>
                </a:lnTo>
                <a:lnTo>
                  <a:pt x="20211" y="15686"/>
                </a:lnTo>
                <a:lnTo>
                  <a:pt x="19852" y="15579"/>
                </a:lnTo>
                <a:lnTo>
                  <a:pt x="20031" y="14894"/>
                </a:lnTo>
                <a:lnTo>
                  <a:pt x="20166" y="14154"/>
                </a:lnTo>
                <a:lnTo>
                  <a:pt x="20435" y="14312"/>
                </a:lnTo>
                <a:lnTo>
                  <a:pt x="20749" y="14365"/>
                </a:lnTo>
                <a:lnTo>
                  <a:pt x="20928" y="14417"/>
                </a:lnTo>
                <a:lnTo>
                  <a:pt x="21106" y="14417"/>
                </a:lnTo>
                <a:lnTo>
                  <a:pt x="21286" y="14365"/>
                </a:lnTo>
                <a:lnTo>
                  <a:pt x="21331" y="14259"/>
                </a:lnTo>
                <a:lnTo>
                  <a:pt x="21375" y="14154"/>
                </a:lnTo>
                <a:lnTo>
                  <a:pt x="21375" y="13995"/>
                </a:lnTo>
                <a:lnTo>
                  <a:pt x="21241" y="13890"/>
                </a:lnTo>
                <a:lnTo>
                  <a:pt x="21106" y="13837"/>
                </a:lnTo>
                <a:lnTo>
                  <a:pt x="20972" y="13784"/>
                </a:lnTo>
                <a:lnTo>
                  <a:pt x="20211" y="13679"/>
                </a:lnTo>
                <a:lnTo>
                  <a:pt x="20211" y="13625"/>
                </a:lnTo>
                <a:lnTo>
                  <a:pt x="20255" y="12939"/>
                </a:lnTo>
                <a:lnTo>
                  <a:pt x="20300" y="12253"/>
                </a:lnTo>
                <a:lnTo>
                  <a:pt x="20524" y="12358"/>
                </a:lnTo>
                <a:lnTo>
                  <a:pt x="20794" y="12412"/>
                </a:lnTo>
                <a:lnTo>
                  <a:pt x="21017" y="12464"/>
                </a:lnTo>
                <a:lnTo>
                  <a:pt x="21286" y="12412"/>
                </a:lnTo>
                <a:lnTo>
                  <a:pt x="21466" y="12358"/>
                </a:lnTo>
                <a:lnTo>
                  <a:pt x="21555" y="12253"/>
                </a:lnTo>
                <a:lnTo>
                  <a:pt x="21600" y="12147"/>
                </a:lnTo>
                <a:lnTo>
                  <a:pt x="21600" y="12042"/>
                </a:lnTo>
                <a:lnTo>
                  <a:pt x="21555" y="11935"/>
                </a:lnTo>
                <a:lnTo>
                  <a:pt x="21420" y="11830"/>
                </a:lnTo>
                <a:lnTo>
                  <a:pt x="21241" y="11830"/>
                </a:lnTo>
                <a:lnTo>
                  <a:pt x="20883" y="11883"/>
                </a:lnTo>
                <a:lnTo>
                  <a:pt x="20300" y="11830"/>
                </a:lnTo>
                <a:lnTo>
                  <a:pt x="20255" y="11250"/>
                </a:lnTo>
                <a:lnTo>
                  <a:pt x="20166" y="10668"/>
                </a:lnTo>
                <a:lnTo>
                  <a:pt x="20389" y="10722"/>
                </a:lnTo>
                <a:lnTo>
                  <a:pt x="20614" y="10722"/>
                </a:lnTo>
                <a:lnTo>
                  <a:pt x="20794" y="10668"/>
                </a:lnTo>
                <a:lnTo>
                  <a:pt x="21017" y="10563"/>
                </a:lnTo>
                <a:lnTo>
                  <a:pt x="21197" y="10457"/>
                </a:lnTo>
                <a:lnTo>
                  <a:pt x="21241" y="10352"/>
                </a:lnTo>
                <a:lnTo>
                  <a:pt x="21286" y="10246"/>
                </a:lnTo>
                <a:lnTo>
                  <a:pt x="21286" y="10088"/>
                </a:lnTo>
                <a:lnTo>
                  <a:pt x="21197" y="9982"/>
                </a:lnTo>
                <a:lnTo>
                  <a:pt x="21152" y="9930"/>
                </a:lnTo>
                <a:lnTo>
                  <a:pt x="20928" y="9930"/>
                </a:lnTo>
                <a:lnTo>
                  <a:pt x="20703" y="10035"/>
                </a:lnTo>
                <a:lnTo>
                  <a:pt x="20480" y="10088"/>
                </a:lnTo>
                <a:lnTo>
                  <a:pt x="20031" y="10193"/>
                </a:lnTo>
                <a:lnTo>
                  <a:pt x="19942" y="9930"/>
                </a:lnTo>
                <a:lnTo>
                  <a:pt x="19717" y="9348"/>
                </a:lnTo>
                <a:lnTo>
                  <a:pt x="20031" y="9243"/>
                </a:lnTo>
                <a:lnTo>
                  <a:pt x="20480" y="9031"/>
                </a:lnTo>
                <a:lnTo>
                  <a:pt x="20703" y="8926"/>
                </a:lnTo>
                <a:lnTo>
                  <a:pt x="20883" y="8768"/>
                </a:lnTo>
                <a:lnTo>
                  <a:pt x="20928" y="8715"/>
                </a:lnTo>
                <a:lnTo>
                  <a:pt x="20928" y="8503"/>
                </a:lnTo>
                <a:lnTo>
                  <a:pt x="20794" y="8398"/>
                </a:lnTo>
                <a:lnTo>
                  <a:pt x="20658" y="8345"/>
                </a:lnTo>
                <a:lnTo>
                  <a:pt x="20480" y="8398"/>
                </a:lnTo>
                <a:lnTo>
                  <a:pt x="20255" y="8503"/>
                </a:lnTo>
                <a:lnTo>
                  <a:pt x="19852" y="8768"/>
                </a:lnTo>
                <a:lnTo>
                  <a:pt x="19673" y="8873"/>
                </a:lnTo>
                <a:lnTo>
                  <a:pt x="19494" y="8978"/>
                </a:lnTo>
                <a:lnTo>
                  <a:pt x="19494" y="8873"/>
                </a:lnTo>
                <a:lnTo>
                  <a:pt x="19449" y="8873"/>
                </a:lnTo>
                <a:lnTo>
                  <a:pt x="19046" y="8345"/>
                </a:lnTo>
                <a:lnTo>
                  <a:pt x="19449" y="7923"/>
                </a:lnTo>
                <a:lnTo>
                  <a:pt x="19852" y="7448"/>
                </a:lnTo>
                <a:lnTo>
                  <a:pt x="19897" y="7341"/>
                </a:lnTo>
                <a:lnTo>
                  <a:pt x="19942" y="7183"/>
                </a:lnTo>
                <a:lnTo>
                  <a:pt x="19897" y="7078"/>
                </a:lnTo>
                <a:lnTo>
                  <a:pt x="19852" y="7024"/>
                </a:lnTo>
                <a:lnTo>
                  <a:pt x="19763" y="6919"/>
                </a:lnTo>
                <a:lnTo>
                  <a:pt x="19583" y="6919"/>
                </a:lnTo>
                <a:lnTo>
                  <a:pt x="19494" y="6971"/>
                </a:lnTo>
                <a:lnTo>
                  <a:pt x="19091" y="7499"/>
                </a:lnTo>
                <a:lnTo>
                  <a:pt x="18732" y="8028"/>
                </a:lnTo>
                <a:lnTo>
                  <a:pt x="18418" y="7764"/>
                </a:lnTo>
                <a:lnTo>
                  <a:pt x="18105" y="7553"/>
                </a:lnTo>
                <a:lnTo>
                  <a:pt x="17925" y="7448"/>
                </a:lnTo>
                <a:lnTo>
                  <a:pt x="18014" y="7236"/>
                </a:lnTo>
                <a:lnTo>
                  <a:pt x="18283" y="6708"/>
                </a:lnTo>
                <a:lnTo>
                  <a:pt x="18328" y="6603"/>
                </a:lnTo>
                <a:lnTo>
                  <a:pt x="18328" y="6496"/>
                </a:lnTo>
                <a:lnTo>
                  <a:pt x="18239" y="6338"/>
                </a:lnTo>
                <a:lnTo>
                  <a:pt x="18149" y="6286"/>
                </a:lnTo>
                <a:lnTo>
                  <a:pt x="18014" y="6286"/>
                </a:lnTo>
                <a:lnTo>
                  <a:pt x="17925" y="6391"/>
                </a:lnTo>
                <a:lnTo>
                  <a:pt x="17746" y="6654"/>
                </a:lnTo>
                <a:lnTo>
                  <a:pt x="17611" y="6971"/>
                </a:lnTo>
                <a:lnTo>
                  <a:pt x="17522" y="7236"/>
                </a:lnTo>
                <a:lnTo>
                  <a:pt x="17297" y="7183"/>
                </a:lnTo>
                <a:lnTo>
                  <a:pt x="17029" y="7183"/>
                </a:lnTo>
                <a:lnTo>
                  <a:pt x="16985" y="6813"/>
                </a:lnTo>
                <a:lnTo>
                  <a:pt x="16939" y="6444"/>
                </a:lnTo>
                <a:lnTo>
                  <a:pt x="16894" y="5704"/>
                </a:lnTo>
                <a:lnTo>
                  <a:pt x="16894" y="5599"/>
                </a:lnTo>
                <a:lnTo>
                  <a:pt x="16805" y="5546"/>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190" name="Google Shape;513;p10"/>
          <p:cNvSpPr/>
          <p:nvPr/>
        </p:nvSpPr>
        <p:spPr>
          <a:xfrm>
            <a:off x="346867" y="4064170"/>
            <a:ext cx="479653" cy="33918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603" y="16167"/>
                </a:moveTo>
                <a:lnTo>
                  <a:pt x="15369" y="16432"/>
                </a:lnTo>
                <a:lnTo>
                  <a:pt x="15134" y="16696"/>
                </a:lnTo>
                <a:lnTo>
                  <a:pt x="14572" y="17227"/>
                </a:lnTo>
                <a:lnTo>
                  <a:pt x="14057" y="17492"/>
                </a:lnTo>
                <a:lnTo>
                  <a:pt x="13588" y="17823"/>
                </a:lnTo>
                <a:lnTo>
                  <a:pt x="12932" y="18154"/>
                </a:lnTo>
                <a:lnTo>
                  <a:pt x="12744" y="18287"/>
                </a:lnTo>
                <a:lnTo>
                  <a:pt x="12510" y="18352"/>
                </a:lnTo>
                <a:lnTo>
                  <a:pt x="12651" y="18022"/>
                </a:lnTo>
                <a:lnTo>
                  <a:pt x="12839" y="17691"/>
                </a:lnTo>
                <a:lnTo>
                  <a:pt x="13213" y="17624"/>
                </a:lnTo>
                <a:lnTo>
                  <a:pt x="13541" y="17426"/>
                </a:lnTo>
                <a:lnTo>
                  <a:pt x="13869" y="17227"/>
                </a:lnTo>
                <a:lnTo>
                  <a:pt x="14198" y="16895"/>
                </a:lnTo>
                <a:lnTo>
                  <a:pt x="14479" y="16564"/>
                </a:lnTo>
                <a:lnTo>
                  <a:pt x="14525" y="16365"/>
                </a:lnTo>
                <a:lnTo>
                  <a:pt x="14619" y="16365"/>
                </a:lnTo>
                <a:lnTo>
                  <a:pt x="14665" y="16298"/>
                </a:lnTo>
                <a:lnTo>
                  <a:pt x="15134" y="16167"/>
                </a:lnTo>
                <a:close/>
                <a:moveTo>
                  <a:pt x="16119" y="16233"/>
                </a:moveTo>
                <a:lnTo>
                  <a:pt x="16400" y="16365"/>
                </a:lnTo>
                <a:lnTo>
                  <a:pt x="16400" y="16564"/>
                </a:lnTo>
                <a:lnTo>
                  <a:pt x="15603" y="17492"/>
                </a:lnTo>
                <a:lnTo>
                  <a:pt x="14713" y="18287"/>
                </a:lnTo>
                <a:lnTo>
                  <a:pt x="14198" y="18685"/>
                </a:lnTo>
                <a:lnTo>
                  <a:pt x="13682" y="19015"/>
                </a:lnTo>
                <a:lnTo>
                  <a:pt x="13167" y="19348"/>
                </a:lnTo>
                <a:lnTo>
                  <a:pt x="12651" y="19745"/>
                </a:lnTo>
                <a:lnTo>
                  <a:pt x="12558" y="19546"/>
                </a:lnTo>
                <a:lnTo>
                  <a:pt x="12510" y="19348"/>
                </a:lnTo>
                <a:lnTo>
                  <a:pt x="12463" y="18883"/>
                </a:lnTo>
                <a:lnTo>
                  <a:pt x="12651" y="18883"/>
                </a:lnTo>
                <a:lnTo>
                  <a:pt x="12839" y="18750"/>
                </a:lnTo>
                <a:lnTo>
                  <a:pt x="13213" y="18551"/>
                </a:lnTo>
                <a:lnTo>
                  <a:pt x="14150" y="18089"/>
                </a:lnTo>
                <a:lnTo>
                  <a:pt x="14665" y="17756"/>
                </a:lnTo>
                <a:lnTo>
                  <a:pt x="15229" y="17359"/>
                </a:lnTo>
                <a:lnTo>
                  <a:pt x="15696" y="16830"/>
                </a:lnTo>
                <a:lnTo>
                  <a:pt x="15884" y="16564"/>
                </a:lnTo>
                <a:lnTo>
                  <a:pt x="16119" y="16233"/>
                </a:lnTo>
                <a:close/>
                <a:moveTo>
                  <a:pt x="12089" y="927"/>
                </a:moveTo>
                <a:lnTo>
                  <a:pt x="12417" y="993"/>
                </a:lnTo>
                <a:lnTo>
                  <a:pt x="12698" y="1060"/>
                </a:lnTo>
                <a:lnTo>
                  <a:pt x="12979" y="1192"/>
                </a:lnTo>
                <a:lnTo>
                  <a:pt x="13213" y="1391"/>
                </a:lnTo>
                <a:lnTo>
                  <a:pt x="13401" y="1656"/>
                </a:lnTo>
                <a:lnTo>
                  <a:pt x="13494" y="1987"/>
                </a:lnTo>
                <a:lnTo>
                  <a:pt x="13541" y="1987"/>
                </a:lnTo>
                <a:lnTo>
                  <a:pt x="13448" y="2186"/>
                </a:lnTo>
                <a:lnTo>
                  <a:pt x="13448" y="2384"/>
                </a:lnTo>
                <a:lnTo>
                  <a:pt x="13494" y="2915"/>
                </a:lnTo>
                <a:lnTo>
                  <a:pt x="13588" y="3378"/>
                </a:lnTo>
                <a:lnTo>
                  <a:pt x="13729" y="3775"/>
                </a:lnTo>
                <a:lnTo>
                  <a:pt x="13963" y="4239"/>
                </a:lnTo>
                <a:lnTo>
                  <a:pt x="14057" y="4505"/>
                </a:lnTo>
                <a:lnTo>
                  <a:pt x="14103" y="4836"/>
                </a:lnTo>
                <a:lnTo>
                  <a:pt x="14103" y="4969"/>
                </a:lnTo>
                <a:lnTo>
                  <a:pt x="14057" y="5034"/>
                </a:lnTo>
                <a:lnTo>
                  <a:pt x="13963" y="5034"/>
                </a:lnTo>
                <a:lnTo>
                  <a:pt x="13869" y="4969"/>
                </a:lnTo>
                <a:lnTo>
                  <a:pt x="13775" y="4770"/>
                </a:lnTo>
                <a:lnTo>
                  <a:pt x="13634" y="4174"/>
                </a:lnTo>
                <a:lnTo>
                  <a:pt x="13541" y="3842"/>
                </a:lnTo>
                <a:lnTo>
                  <a:pt x="13401" y="3577"/>
                </a:lnTo>
                <a:lnTo>
                  <a:pt x="13260" y="3246"/>
                </a:lnTo>
                <a:lnTo>
                  <a:pt x="13072" y="2980"/>
                </a:lnTo>
                <a:lnTo>
                  <a:pt x="12886" y="2782"/>
                </a:lnTo>
                <a:lnTo>
                  <a:pt x="12651" y="2583"/>
                </a:lnTo>
                <a:lnTo>
                  <a:pt x="12417" y="2451"/>
                </a:lnTo>
                <a:lnTo>
                  <a:pt x="12182" y="2384"/>
                </a:lnTo>
                <a:lnTo>
                  <a:pt x="11667" y="2384"/>
                </a:lnTo>
                <a:lnTo>
                  <a:pt x="11432" y="2451"/>
                </a:lnTo>
                <a:lnTo>
                  <a:pt x="11199" y="2583"/>
                </a:lnTo>
                <a:lnTo>
                  <a:pt x="11105" y="2650"/>
                </a:lnTo>
                <a:lnTo>
                  <a:pt x="11058" y="2717"/>
                </a:lnTo>
                <a:lnTo>
                  <a:pt x="11105" y="2915"/>
                </a:lnTo>
                <a:lnTo>
                  <a:pt x="11199" y="3047"/>
                </a:lnTo>
                <a:lnTo>
                  <a:pt x="11246" y="3114"/>
                </a:lnTo>
                <a:lnTo>
                  <a:pt x="11339" y="3114"/>
                </a:lnTo>
                <a:lnTo>
                  <a:pt x="11620" y="3047"/>
                </a:lnTo>
                <a:lnTo>
                  <a:pt x="11855" y="3047"/>
                </a:lnTo>
                <a:lnTo>
                  <a:pt x="12136" y="3114"/>
                </a:lnTo>
                <a:lnTo>
                  <a:pt x="12370" y="3246"/>
                </a:lnTo>
                <a:lnTo>
                  <a:pt x="12604" y="3378"/>
                </a:lnTo>
                <a:lnTo>
                  <a:pt x="12791" y="3643"/>
                </a:lnTo>
                <a:lnTo>
                  <a:pt x="12979" y="3909"/>
                </a:lnTo>
                <a:lnTo>
                  <a:pt x="13120" y="4239"/>
                </a:lnTo>
                <a:lnTo>
                  <a:pt x="13307" y="5034"/>
                </a:lnTo>
                <a:lnTo>
                  <a:pt x="13448" y="5367"/>
                </a:lnTo>
                <a:lnTo>
                  <a:pt x="13588" y="5632"/>
                </a:lnTo>
                <a:lnTo>
                  <a:pt x="13448" y="5764"/>
                </a:lnTo>
                <a:lnTo>
                  <a:pt x="13167" y="6095"/>
                </a:lnTo>
                <a:lnTo>
                  <a:pt x="12886" y="6492"/>
                </a:lnTo>
                <a:lnTo>
                  <a:pt x="12651" y="6891"/>
                </a:lnTo>
                <a:lnTo>
                  <a:pt x="12510" y="7354"/>
                </a:lnTo>
                <a:lnTo>
                  <a:pt x="12417" y="7751"/>
                </a:lnTo>
                <a:lnTo>
                  <a:pt x="12370" y="8148"/>
                </a:lnTo>
                <a:lnTo>
                  <a:pt x="12417" y="8548"/>
                </a:lnTo>
                <a:lnTo>
                  <a:pt x="12463" y="8945"/>
                </a:lnTo>
                <a:lnTo>
                  <a:pt x="12604" y="9275"/>
                </a:lnTo>
                <a:lnTo>
                  <a:pt x="12791" y="9541"/>
                </a:lnTo>
                <a:lnTo>
                  <a:pt x="13026" y="9805"/>
                </a:lnTo>
                <a:lnTo>
                  <a:pt x="13307" y="9938"/>
                </a:lnTo>
                <a:lnTo>
                  <a:pt x="13588" y="10070"/>
                </a:lnTo>
                <a:lnTo>
                  <a:pt x="13917" y="10005"/>
                </a:lnTo>
                <a:lnTo>
                  <a:pt x="14244" y="9938"/>
                </a:lnTo>
                <a:lnTo>
                  <a:pt x="14525" y="9740"/>
                </a:lnTo>
                <a:lnTo>
                  <a:pt x="15369" y="9144"/>
                </a:lnTo>
                <a:lnTo>
                  <a:pt x="16212" y="8414"/>
                </a:lnTo>
                <a:lnTo>
                  <a:pt x="16259" y="8282"/>
                </a:lnTo>
                <a:lnTo>
                  <a:pt x="16305" y="8148"/>
                </a:lnTo>
                <a:lnTo>
                  <a:pt x="16305" y="8016"/>
                </a:lnTo>
                <a:lnTo>
                  <a:pt x="16259" y="7950"/>
                </a:lnTo>
                <a:lnTo>
                  <a:pt x="16212" y="7818"/>
                </a:lnTo>
                <a:lnTo>
                  <a:pt x="16119" y="7751"/>
                </a:lnTo>
                <a:lnTo>
                  <a:pt x="15931" y="7751"/>
                </a:lnTo>
                <a:lnTo>
                  <a:pt x="15369" y="8215"/>
                </a:lnTo>
                <a:lnTo>
                  <a:pt x="14806" y="8746"/>
                </a:lnTo>
                <a:lnTo>
                  <a:pt x="14525" y="8945"/>
                </a:lnTo>
                <a:lnTo>
                  <a:pt x="14244" y="9144"/>
                </a:lnTo>
                <a:lnTo>
                  <a:pt x="13917" y="9275"/>
                </a:lnTo>
                <a:lnTo>
                  <a:pt x="13448" y="9275"/>
                </a:lnTo>
                <a:lnTo>
                  <a:pt x="13307" y="9209"/>
                </a:lnTo>
                <a:lnTo>
                  <a:pt x="13167" y="9077"/>
                </a:lnTo>
                <a:lnTo>
                  <a:pt x="13072" y="8945"/>
                </a:lnTo>
                <a:lnTo>
                  <a:pt x="12979" y="8746"/>
                </a:lnTo>
                <a:lnTo>
                  <a:pt x="12932" y="8548"/>
                </a:lnTo>
                <a:lnTo>
                  <a:pt x="12886" y="8083"/>
                </a:lnTo>
                <a:lnTo>
                  <a:pt x="12932" y="7885"/>
                </a:lnTo>
                <a:lnTo>
                  <a:pt x="12979" y="7619"/>
                </a:lnTo>
                <a:lnTo>
                  <a:pt x="13120" y="7222"/>
                </a:lnTo>
                <a:lnTo>
                  <a:pt x="13353" y="6891"/>
                </a:lnTo>
                <a:lnTo>
                  <a:pt x="13634" y="6559"/>
                </a:lnTo>
                <a:lnTo>
                  <a:pt x="14010" y="6095"/>
                </a:lnTo>
                <a:lnTo>
                  <a:pt x="14338" y="5632"/>
                </a:lnTo>
                <a:lnTo>
                  <a:pt x="14479" y="5367"/>
                </a:lnTo>
                <a:lnTo>
                  <a:pt x="14572" y="5101"/>
                </a:lnTo>
                <a:lnTo>
                  <a:pt x="14572" y="4373"/>
                </a:lnTo>
                <a:lnTo>
                  <a:pt x="14479" y="4108"/>
                </a:lnTo>
                <a:lnTo>
                  <a:pt x="14384" y="3909"/>
                </a:lnTo>
                <a:lnTo>
                  <a:pt x="14150" y="3378"/>
                </a:lnTo>
                <a:lnTo>
                  <a:pt x="13917" y="2849"/>
                </a:lnTo>
                <a:lnTo>
                  <a:pt x="13822" y="2583"/>
                </a:lnTo>
                <a:lnTo>
                  <a:pt x="13822" y="2318"/>
                </a:lnTo>
                <a:lnTo>
                  <a:pt x="13917" y="2252"/>
                </a:lnTo>
                <a:lnTo>
                  <a:pt x="14432" y="2054"/>
                </a:lnTo>
                <a:lnTo>
                  <a:pt x="14948" y="1855"/>
                </a:lnTo>
                <a:lnTo>
                  <a:pt x="15510" y="1721"/>
                </a:lnTo>
                <a:lnTo>
                  <a:pt x="16072" y="1656"/>
                </a:lnTo>
                <a:lnTo>
                  <a:pt x="16353" y="1721"/>
                </a:lnTo>
                <a:lnTo>
                  <a:pt x="16634" y="1855"/>
                </a:lnTo>
                <a:lnTo>
                  <a:pt x="16867" y="1987"/>
                </a:lnTo>
                <a:lnTo>
                  <a:pt x="17055" y="2186"/>
                </a:lnTo>
                <a:lnTo>
                  <a:pt x="17243" y="2451"/>
                </a:lnTo>
                <a:lnTo>
                  <a:pt x="17383" y="2717"/>
                </a:lnTo>
                <a:lnTo>
                  <a:pt x="17664" y="3445"/>
                </a:lnTo>
                <a:lnTo>
                  <a:pt x="17898" y="3976"/>
                </a:lnTo>
                <a:lnTo>
                  <a:pt x="17712" y="4373"/>
                </a:lnTo>
                <a:lnTo>
                  <a:pt x="17477" y="4637"/>
                </a:lnTo>
                <a:lnTo>
                  <a:pt x="17243" y="4836"/>
                </a:lnTo>
                <a:lnTo>
                  <a:pt x="16962" y="5034"/>
                </a:lnTo>
                <a:lnTo>
                  <a:pt x="16400" y="5300"/>
                </a:lnTo>
                <a:lnTo>
                  <a:pt x="15791" y="5565"/>
                </a:lnTo>
                <a:lnTo>
                  <a:pt x="15322" y="5831"/>
                </a:lnTo>
                <a:lnTo>
                  <a:pt x="14713" y="6228"/>
                </a:lnTo>
                <a:lnTo>
                  <a:pt x="14432" y="6427"/>
                </a:lnTo>
                <a:lnTo>
                  <a:pt x="14244" y="6757"/>
                </a:lnTo>
                <a:lnTo>
                  <a:pt x="14103" y="7023"/>
                </a:lnTo>
                <a:lnTo>
                  <a:pt x="14057" y="7222"/>
                </a:lnTo>
                <a:lnTo>
                  <a:pt x="14057" y="7552"/>
                </a:lnTo>
                <a:lnTo>
                  <a:pt x="14103" y="7686"/>
                </a:lnTo>
                <a:lnTo>
                  <a:pt x="14198" y="7751"/>
                </a:lnTo>
                <a:lnTo>
                  <a:pt x="14479" y="7751"/>
                </a:lnTo>
                <a:lnTo>
                  <a:pt x="14525" y="7619"/>
                </a:lnTo>
                <a:lnTo>
                  <a:pt x="14572" y="7487"/>
                </a:lnTo>
                <a:lnTo>
                  <a:pt x="14619" y="7354"/>
                </a:lnTo>
                <a:lnTo>
                  <a:pt x="14760" y="7155"/>
                </a:lnTo>
                <a:lnTo>
                  <a:pt x="15041" y="6891"/>
                </a:lnTo>
                <a:lnTo>
                  <a:pt x="15415" y="6626"/>
                </a:lnTo>
                <a:lnTo>
                  <a:pt x="15696" y="6492"/>
                </a:lnTo>
                <a:lnTo>
                  <a:pt x="16353" y="6161"/>
                </a:lnTo>
                <a:lnTo>
                  <a:pt x="16962" y="5831"/>
                </a:lnTo>
                <a:lnTo>
                  <a:pt x="17336" y="5632"/>
                </a:lnTo>
                <a:lnTo>
                  <a:pt x="17712" y="5367"/>
                </a:lnTo>
                <a:lnTo>
                  <a:pt x="17993" y="4969"/>
                </a:lnTo>
                <a:lnTo>
                  <a:pt x="18086" y="4770"/>
                </a:lnTo>
                <a:lnTo>
                  <a:pt x="18181" y="4505"/>
                </a:lnTo>
                <a:lnTo>
                  <a:pt x="18274" y="4637"/>
                </a:lnTo>
                <a:lnTo>
                  <a:pt x="18508" y="4902"/>
                </a:lnTo>
                <a:lnTo>
                  <a:pt x="18743" y="5034"/>
                </a:lnTo>
                <a:lnTo>
                  <a:pt x="19024" y="5233"/>
                </a:lnTo>
                <a:lnTo>
                  <a:pt x="19257" y="5433"/>
                </a:lnTo>
                <a:lnTo>
                  <a:pt x="19538" y="5764"/>
                </a:lnTo>
                <a:lnTo>
                  <a:pt x="19773" y="6228"/>
                </a:lnTo>
                <a:lnTo>
                  <a:pt x="19960" y="6691"/>
                </a:lnTo>
                <a:lnTo>
                  <a:pt x="20054" y="7222"/>
                </a:lnTo>
                <a:lnTo>
                  <a:pt x="19773" y="7885"/>
                </a:lnTo>
                <a:lnTo>
                  <a:pt x="19633" y="8215"/>
                </a:lnTo>
                <a:lnTo>
                  <a:pt x="19398" y="8481"/>
                </a:lnTo>
                <a:lnTo>
                  <a:pt x="19117" y="8811"/>
                </a:lnTo>
                <a:lnTo>
                  <a:pt x="18789" y="9144"/>
                </a:lnTo>
                <a:lnTo>
                  <a:pt x="18414" y="9342"/>
                </a:lnTo>
                <a:lnTo>
                  <a:pt x="18040" y="9541"/>
                </a:lnTo>
                <a:lnTo>
                  <a:pt x="17336" y="9805"/>
                </a:lnTo>
                <a:lnTo>
                  <a:pt x="16634" y="10137"/>
                </a:lnTo>
                <a:lnTo>
                  <a:pt x="16305" y="10336"/>
                </a:lnTo>
                <a:lnTo>
                  <a:pt x="15978" y="10601"/>
                </a:lnTo>
                <a:lnTo>
                  <a:pt x="15696" y="10865"/>
                </a:lnTo>
                <a:lnTo>
                  <a:pt x="15462" y="11262"/>
                </a:lnTo>
                <a:lnTo>
                  <a:pt x="15275" y="11595"/>
                </a:lnTo>
                <a:lnTo>
                  <a:pt x="15229" y="11992"/>
                </a:lnTo>
                <a:lnTo>
                  <a:pt x="15229" y="12323"/>
                </a:lnTo>
                <a:lnTo>
                  <a:pt x="15275" y="12655"/>
                </a:lnTo>
                <a:lnTo>
                  <a:pt x="15369" y="12921"/>
                </a:lnTo>
                <a:lnTo>
                  <a:pt x="15556" y="13184"/>
                </a:lnTo>
                <a:lnTo>
                  <a:pt x="15743" y="13383"/>
                </a:lnTo>
                <a:lnTo>
                  <a:pt x="16024" y="13582"/>
                </a:lnTo>
                <a:lnTo>
                  <a:pt x="16305" y="13649"/>
                </a:lnTo>
                <a:lnTo>
                  <a:pt x="16586" y="13649"/>
                </a:lnTo>
                <a:lnTo>
                  <a:pt x="16867" y="13582"/>
                </a:lnTo>
                <a:lnTo>
                  <a:pt x="17150" y="13517"/>
                </a:lnTo>
                <a:lnTo>
                  <a:pt x="17477" y="13383"/>
                </a:lnTo>
                <a:lnTo>
                  <a:pt x="17852" y="13184"/>
                </a:lnTo>
                <a:lnTo>
                  <a:pt x="18133" y="12921"/>
                </a:lnTo>
                <a:lnTo>
                  <a:pt x="18274" y="12720"/>
                </a:lnTo>
                <a:lnTo>
                  <a:pt x="18321" y="12588"/>
                </a:lnTo>
                <a:lnTo>
                  <a:pt x="18367" y="12323"/>
                </a:lnTo>
                <a:lnTo>
                  <a:pt x="18321" y="12258"/>
                </a:lnTo>
                <a:lnTo>
                  <a:pt x="18227" y="12191"/>
                </a:lnTo>
                <a:lnTo>
                  <a:pt x="17993" y="12191"/>
                </a:lnTo>
                <a:lnTo>
                  <a:pt x="17758" y="12323"/>
                </a:lnTo>
                <a:lnTo>
                  <a:pt x="17290" y="12588"/>
                </a:lnTo>
                <a:lnTo>
                  <a:pt x="17009" y="12720"/>
                </a:lnTo>
                <a:lnTo>
                  <a:pt x="16727" y="12787"/>
                </a:lnTo>
                <a:lnTo>
                  <a:pt x="16165" y="12787"/>
                </a:lnTo>
                <a:lnTo>
                  <a:pt x="15978" y="12655"/>
                </a:lnTo>
                <a:lnTo>
                  <a:pt x="15884" y="12521"/>
                </a:lnTo>
                <a:lnTo>
                  <a:pt x="15791" y="12323"/>
                </a:lnTo>
                <a:lnTo>
                  <a:pt x="15791" y="12124"/>
                </a:lnTo>
                <a:lnTo>
                  <a:pt x="15837" y="11925"/>
                </a:lnTo>
                <a:lnTo>
                  <a:pt x="15931" y="11727"/>
                </a:lnTo>
                <a:lnTo>
                  <a:pt x="16165" y="11396"/>
                </a:lnTo>
                <a:lnTo>
                  <a:pt x="16446" y="11131"/>
                </a:lnTo>
                <a:lnTo>
                  <a:pt x="16774" y="10932"/>
                </a:lnTo>
                <a:lnTo>
                  <a:pt x="17383" y="10666"/>
                </a:lnTo>
                <a:lnTo>
                  <a:pt x="18462" y="10137"/>
                </a:lnTo>
                <a:lnTo>
                  <a:pt x="19024" y="9805"/>
                </a:lnTo>
                <a:lnTo>
                  <a:pt x="19257" y="9606"/>
                </a:lnTo>
                <a:lnTo>
                  <a:pt x="19492" y="9342"/>
                </a:lnTo>
                <a:lnTo>
                  <a:pt x="19819" y="8945"/>
                </a:lnTo>
                <a:lnTo>
                  <a:pt x="20100" y="8414"/>
                </a:lnTo>
                <a:lnTo>
                  <a:pt x="20100" y="8481"/>
                </a:lnTo>
                <a:lnTo>
                  <a:pt x="20054" y="8679"/>
                </a:lnTo>
                <a:lnTo>
                  <a:pt x="20148" y="8878"/>
                </a:lnTo>
                <a:lnTo>
                  <a:pt x="20242" y="9010"/>
                </a:lnTo>
                <a:lnTo>
                  <a:pt x="20383" y="9077"/>
                </a:lnTo>
                <a:lnTo>
                  <a:pt x="20569" y="9144"/>
                </a:lnTo>
                <a:lnTo>
                  <a:pt x="20664" y="9209"/>
                </a:lnTo>
                <a:lnTo>
                  <a:pt x="20757" y="9407"/>
                </a:lnTo>
                <a:lnTo>
                  <a:pt x="20850" y="9673"/>
                </a:lnTo>
                <a:lnTo>
                  <a:pt x="20616" y="9740"/>
                </a:lnTo>
                <a:lnTo>
                  <a:pt x="20335" y="9872"/>
                </a:lnTo>
                <a:lnTo>
                  <a:pt x="19867" y="10204"/>
                </a:lnTo>
                <a:lnTo>
                  <a:pt x="19164" y="10534"/>
                </a:lnTo>
                <a:lnTo>
                  <a:pt x="18883" y="10666"/>
                </a:lnTo>
                <a:lnTo>
                  <a:pt x="18789" y="10800"/>
                </a:lnTo>
                <a:lnTo>
                  <a:pt x="18695" y="10999"/>
                </a:lnTo>
                <a:lnTo>
                  <a:pt x="18648" y="11131"/>
                </a:lnTo>
                <a:lnTo>
                  <a:pt x="18743" y="11329"/>
                </a:lnTo>
                <a:lnTo>
                  <a:pt x="18883" y="11396"/>
                </a:lnTo>
                <a:lnTo>
                  <a:pt x="19024" y="11396"/>
                </a:lnTo>
                <a:lnTo>
                  <a:pt x="19352" y="11329"/>
                </a:lnTo>
                <a:lnTo>
                  <a:pt x="19679" y="11131"/>
                </a:lnTo>
                <a:lnTo>
                  <a:pt x="19960" y="10932"/>
                </a:lnTo>
                <a:lnTo>
                  <a:pt x="20476" y="10601"/>
                </a:lnTo>
                <a:lnTo>
                  <a:pt x="20710" y="10336"/>
                </a:lnTo>
                <a:lnTo>
                  <a:pt x="20945" y="10070"/>
                </a:lnTo>
                <a:lnTo>
                  <a:pt x="20945" y="11860"/>
                </a:lnTo>
                <a:lnTo>
                  <a:pt x="20850" y="11925"/>
                </a:lnTo>
                <a:lnTo>
                  <a:pt x="20664" y="12521"/>
                </a:lnTo>
                <a:lnTo>
                  <a:pt x="20523" y="13119"/>
                </a:lnTo>
                <a:lnTo>
                  <a:pt x="19257" y="13119"/>
                </a:lnTo>
                <a:lnTo>
                  <a:pt x="18883" y="13184"/>
                </a:lnTo>
                <a:lnTo>
                  <a:pt x="18555" y="13383"/>
                </a:lnTo>
                <a:lnTo>
                  <a:pt x="18321" y="13715"/>
                </a:lnTo>
                <a:lnTo>
                  <a:pt x="18133" y="14113"/>
                </a:lnTo>
                <a:lnTo>
                  <a:pt x="17993" y="14510"/>
                </a:lnTo>
                <a:lnTo>
                  <a:pt x="17945" y="14776"/>
                </a:lnTo>
                <a:lnTo>
                  <a:pt x="17898" y="15039"/>
                </a:lnTo>
                <a:lnTo>
                  <a:pt x="17945" y="15504"/>
                </a:lnTo>
                <a:lnTo>
                  <a:pt x="18086" y="15968"/>
                </a:lnTo>
                <a:lnTo>
                  <a:pt x="18274" y="16432"/>
                </a:lnTo>
                <a:lnTo>
                  <a:pt x="18508" y="16830"/>
                </a:lnTo>
                <a:lnTo>
                  <a:pt x="18743" y="17227"/>
                </a:lnTo>
                <a:lnTo>
                  <a:pt x="18976" y="17624"/>
                </a:lnTo>
                <a:lnTo>
                  <a:pt x="19164" y="17756"/>
                </a:lnTo>
                <a:lnTo>
                  <a:pt x="19352" y="17823"/>
                </a:lnTo>
                <a:lnTo>
                  <a:pt x="19445" y="17756"/>
                </a:lnTo>
                <a:lnTo>
                  <a:pt x="19492" y="17624"/>
                </a:lnTo>
                <a:lnTo>
                  <a:pt x="19492" y="17292"/>
                </a:lnTo>
                <a:lnTo>
                  <a:pt x="19352" y="17028"/>
                </a:lnTo>
                <a:lnTo>
                  <a:pt x="19024" y="16497"/>
                </a:lnTo>
                <a:lnTo>
                  <a:pt x="18789" y="16167"/>
                </a:lnTo>
                <a:lnTo>
                  <a:pt x="18602" y="15769"/>
                </a:lnTo>
                <a:lnTo>
                  <a:pt x="18508" y="15372"/>
                </a:lnTo>
                <a:lnTo>
                  <a:pt x="18462" y="15106"/>
                </a:lnTo>
                <a:lnTo>
                  <a:pt x="18462" y="14908"/>
                </a:lnTo>
                <a:lnTo>
                  <a:pt x="18508" y="14642"/>
                </a:lnTo>
                <a:lnTo>
                  <a:pt x="18602" y="14443"/>
                </a:lnTo>
                <a:lnTo>
                  <a:pt x="18743" y="14178"/>
                </a:lnTo>
                <a:lnTo>
                  <a:pt x="19024" y="13979"/>
                </a:lnTo>
                <a:lnTo>
                  <a:pt x="19305" y="13847"/>
                </a:lnTo>
                <a:lnTo>
                  <a:pt x="19586" y="13780"/>
                </a:lnTo>
                <a:lnTo>
                  <a:pt x="20569" y="13780"/>
                </a:lnTo>
                <a:lnTo>
                  <a:pt x="20429" y="14178"/>
                </a:lnTo>
                <a:lnTo>
                  <a:pt x="20383" y="14378"/>
                </a:lnTo>
                <a:lnTo>
                  <a:pt x="20429" y="14642"/>
                </a:lnTo>
                <a:lnTo>
                  <a:pt x="20476" y="15039"/>
                </a:lnTo>
                <a:lnTo>
                  <a:pt x="20476" y="15901"/>
                </a:lnTo>
                <a:lnTo>
                  <a:pt x="20429" y="16298"/>
                </a:lnTo>
                <a:lnTo>
                  <a:pt x="20335" y="15968"/>
                </a:lnTo>
                <a:lnTo>
                  <a:pt x="20242" y="15702"/>
                </a:lnTo>
                <a:lnTo>
                  <a:pt x="20100" y="15372"/>
                </a:lnTo>
                <a:lnTo>
                  <a:pt x="19914" y="15106"/>
                </a:lnTo>
                <a:lnTo>
                  <a:pt x="19819" y="15039"/>
                </a:lnTo>
                <a:lnTo>
                  <a:pt x="19633" y="15039"/>
                </a:lnTo>
                <a:lnTo>
                  <a:pt x="19538" y="15106"/>
                </a:lnTo>
                <a:lnTo>
                  <a:pt x="19492" y="15238"/>
                </a:lnTo>
                <a:lnTo>
                  <a:pt x="19492" y="15504"/>
                </a:lnTo>
                <a:lnTo>
                  <a:pt x="19538" y="15636"/>
                </a:lnTo>
                <a:lnTo>
                  <a:pt x="19773" y="16100"/>
                </a:lnTo>
                <a:lnTo>
                  <a:pt x="19914" y="16564"/>
                </a:lnTo>
                <a:lnTo>
                  <a:pt x="19960" y="17093"/>
                </a:lnTo>
                <a:lnTo>
                  <a:pt x="19914" y="17691"/>
                </a:lnTo>
                <a:lnTo>
                  <a:pt x="19914" y="17823"/>
                </a:lnTo>
                <a:lnTo>
                  <a:pt x="19960" y="18022"/>
                </a:lnTo>
                <a:lnTo>
                  <a:pt x="19633" y="18618"/>
                </a:lnTo>
                <a:lnTo>
                  <a:pt x="19211" y="19214"/>
                </a:lnTo>
                <a:lnTo>
                  <a:pt x="19024" y="19413"/>
                </a:lnTo>
                <a:lnTo>
                  <a:pt x="18743" y="19678"/>
                </a:lnTo>
                <a:lnTo>
                  <a:pt x="18227" y="19944"/>
                </a:lnTo>
                <a:lnTo>
                  <a:pt x="18274" y="19810"/>
                </a:lnTo>
                <a:lnTo>
                  <a:pt x="18321" y="19214"/>
                </a:lnTo>
                <a:lnTo>
                  <a:pt x="18274" y="18685"/>
                </a:lnTo>
                <a:lnTo>
                  <a:pt x="18181" y="18089"/>
                </a:lnTo>
                <a:lnTo>
                  <a:pt x="17993" y="17557"/>
                </a:lnTo>
                <a:lnTo>
                  <a:pt x="17758" y="17028"/>
                </a:lnTo>
                <a:lnTo>
                  <a:pt x="17477" y="16564"/>
                </a:lnTo>
                <a:lnTo>
                  <a:pt x="17243" y="16298"/>
                </a:lnTo>
                <a:lnTo>
                  <a:pt x="17150" y="16100"/>
                </a:lnTo>
                <a:lnTo>
                  <a:pt x="17055" y="15968"/>
                </a:lnTo>
                <a:lnTo>
                  <a:pt x="16821" y="15968"/>
                </a:lnTo>
                <a:lnTo>
                  <a:pt x="16400" y="15702"/>
                </a:lnTo>
                <a:lnTo>
                  <a:pt x="16446" y="15504"/>
                </a:lnTo>
                <a:lnTo>
                  <a:pt x="16446" y="15106"/>
                </a:lnTo>
                <a:lnTo>
                  <a:pt x="16400" y="15039"/>
                </a:lnTo>
                <a:lnTo>
                  <a:pt x="16305" y="14974"/>
                </a:lnTo>
                <a:lnTo>
                  <a:pt x="16165" y="14974"/>
                </a:lnTo>
                <a:lnTo>
                  <a:pt x="16072" y="15039"/>
                </a:lnTo>
                <a:lnTo>
                  <a:pt x="16024" y="15173"/>
                </a:lnTo>
                <a:lnTo>
                  <a:pt x="15931" y="15504"/>
                </a:lnTo>
                <a:lnTo>
                  <a:pt x="15650" y="15437"/>
                </a:lnTo>
                <a:lnTo>
                  <a:pt x="15369" y="15504"/>
                </a:lnTo>
                <a:lnTo>
                  <a:pt x="15088" y="15570"/>
                </a:lnTo>
                <a:lnTo>
                  <a:pt x="14853" y="15702"/>
                </a:lnTo>
                <a:lnTo>
                  <a:pt x="14760" y="15504"/>
                </a:lnTo>
                <a:lnTo>
                  <a:pt x="14619" y="15372"/>
                </a:lnTo>
                <a:lnTo>
                  <a:pt x="14384" y="15372"/>
                </a:lnTo>
                <a:lnTo>
                  <a:pt x="14291" y="15504"/>
                </a:lnTo>
                <a:lnTo>
                  <a:pt x="14198" y="15636"/>
                </a:lnTo>
                <a:lnTo>
                  <a:pt x="14103" y="15769"/>
                </a:lnTo>
                <a:lnTo>
                  <a:pt x="13917" y="16100"/>
                </a:lnTo>
                <a:lnTo>
                  <a:pt x="13729" y="16365"/>
                </a:lnTo>
                <a:lnTo>
                  <a:pt x="13353" y="16631"/>
                </a:lnTo>
                <a:lnTo>
                  <a:pt x="12932" y="16830"/>
                </a:lnTo>
                <a:lnTo>
                  <a:pt x="12510" y="16961"/>
                </a:lnTo>
                <a:lnTo>
                  <a:pt x="12089" y="17028"/>
                </a:lnTo>
                <a:lnTo>
                  <a:pt x="11199" y="17028"/>
                </a:lnTo>
                <a:lnTo>
                  <a:pt x="10636" y="16895"/>
                </a:lnTo>
                <a:lnTo>
                  <a:pt x="10449" y="16830"/>
                </a:lnTo>
                <a:lnTo>
                  <a:pt x="10401" y="16830"/>
                </a:lnTo>
                <a:lnTo>
                  <a:pt x="10401" y="16497"/>
                </a:lnTo>
                <a:lnTo>
                  <a:pt x="10261" y="16298"/>
                </a:lnTo>
                <a:lnTo>
                  <a:pt x="10589" y="15570"/>
                </a:lnTo>
                <a:lnTo>
                  <a:pt x="10918" y="14776"/>
                </a:lnTo>
                <a:lnTo>
                  <a:pt x="11199" y="14311"/>
                </a:lnTo>
                <a:lnTo>
                  <a:pt x="11480" y="13780"/>
                </a:lnTo>
                <a:lnTo>
                  <a:pt x="11808" y="13383"/>
                </a:lnTo>
                <a:lnTo>
                  <a:pt x="12136" y="12921"/>
                </a:lnTo>
                <a:lnTo>
                  <a:pt x="12510" y="12588"/>
                </a:lnTo>
                <a:lnTo>
                  <a:pt x="12886" y="12258"/>
                </a:lnTo>
                <a:lnTo>
                  <a:pt x="13072" y="12124"/>
                </a:lnTo>
                <a:lnTo>
                  <a:pt x="13307" y="12124"/>
                </a:lnTo>
                <a:lnTo>
                  <a:pt x="13401" y="12191"/>
                </a:lnTo>
                <a:lnTo>
                  <a:pt x="13448" y="12323"/>
                </a:lnTo>
                <a:lnTo>
                  <a:pt x="13448" y="12720"/>
                </a:lnTo>
                <a:lnTo>
                  <a:pt x="13353" y="12921"/>
                </a:lnTo>
                <a:lnTo>
                  <a:pt x="13167" y="13318"/>
                </a:lnTo>
                <a:lnTo>
                  <a:pt x="12839" y="13847"/>
                </a:lnTo>
                <a:lnTo>
                  <a:pt x="12463" y="14378"/>
                </a:lnTo>
                <a:lnTo>
                  <a:pt x="12136" y="14974"/>
                </a:lnTo>
                <a:lnTo>
                  <a:pt x="11855" y="15636"/>
                </a:lnTo>
                <a:lnTo>
                  <a:pt x="11855" y="15769"/>
                </a:lnTo>
                <a:lnTo>
                  <a:pt x="11901" y="15968"/>
                </a:lnTo>
                <a:lnTo>
                  <a:pt x="11996" y="16035"/>
                </a:lnTo>
                <a:lnTo>
                  <a:pt x="12136" y="16035"/>
                </a:lnTo>
                <a:lnTo>
                  <a:pt x="12417" y="15702"/>
                </a:lnTo>
                <a:lnTo>
                  <a:pt x="12698" y="15305"/>
                </a:lnTo>
                <a:lnTo>
                  <a:pt x="13120" y="14443"/>
                </a:lnTo>
                <a:lnTo>
                  <a:pt x="13541" y="13780"/>
                </a:lnTo>
                <a:lnTo>
                  <a:pt x="13729" y="13450"/>
                </a:lnTo>
                <a:lnTo>
                  <a:pt x="13869" y="13052"/>
                </a:lnTo>
                <a:lnTo>
                  <a:pt x="13917" y="12720"/>
                </a:lnTo>
                <a:lnTo>
                  <a:pt x="13917" y="12390"/>
                </a:lnTo>
                <a:lnTo>
                  <a:pt x="13869" y="12059"/>
                </a:lnTo>
                <a:lnTo>
                  <a:pt x="13775" y="11793"/>
                </a:lnTo>
                <a:lnTo>
                  <a:pt x="13634" y="11528"/>
                </a:lnTo>
                <a:lnTo>
                  <a:pt x="13401" y="11396"/>
                </a:lnTo>
                <a:lnTo>
                  <a:pt x="13213" y="11396"/>
                </a:lnTo>
                <a:lnTo>
                  <a:pt x="12932" y="11463"/>
                </a:lnTo>
                <a:lnTo>
                  <a:pt x="12651" y="11595"/>
                </a:lnTo>
                <a:lnTo>
                  <a:pt x="12370" y="11860"/>
                </a:lnTo>
                <a:lnTo>
                  <a:pt x="11855" y="12390"/>
                </a:lnTo>
                <a:lnTo>
                  <a:pt x="11386" y="12986"/>
                </a:lnTo>
                <a:lnTo>
                  <a:pt x="10965" y="13649"/>
                </a:lnTo>
                <a:lnTo>
                  <a:pt x="10589" y="14245"/>
                </a:lnTo>
                <a:lnTo>
                  <a:pt x="10261" y="14908"/>
                </a:lnTo>
                <a:lnTo>
                  <a:pt x="10027" y="15636"/>
                </a:lnTo>
                <a:lnTo>
                  <a:pt x="9934" y="16035"/>
                </a:lnTo>
                <a:lnTo>
                  <a:pt x="9887" y="16432"/>
                </a:lnTo>
                <a:lnTo>
                  <a:pt x="9839" y="16432"/>
                </a:lnTo>
                <a:lnTo>
                  <a:pt x="9793" y="16564"/>
                </a:lnTo>
                <a:lnTo>
                  <a:pt x="9652" y="16631"/>
                </a:lnTo>
                <a:lnTo>
                  <a:pt x="9325" y="16631"/>
                </a:lnTo>
                <a:lnTo>
                  <a:pt x="8715" y="16432"/>
                </a:lnTo>
                <a:lnTo>
                  <a:pt x="7966" y="16432"/>
                </a:lnTo>
                <a:lnTo>
                  <a:pt x="7263" y="16564"/>
                </a:lnTo>
                <a:lnTo>
                  <a:pt x="7168" y="16564"/>
                </a:lnTo>
                <a:lnTo>
                  <a:pt x="7168" y="15901"/>
                </a:lnTo>
                <a:lnTo>
                  <a:pt x="7263" y="15636"/>
                </a:lnTo>
                <a:lnTo>
                  <a:pt x="7356" y="15372"/>
                </a:lnTo>
                <a:lnTo>
                  <a:pt x="7497" y="15106"/>
                </a:lnTo>
                <a:lnTo>
                  <a:pt x="7685" y="14974"/>
                </a:lnTo>
                <a:lnTo>
                  <a:pt x="7872" y="14776"/>
                </a:lnTo>
                <a:lnTo>
                  <a:pt x="8153" y="14709"/>
                </a:lnTo>
                <a:lnTo>
                  <a:pt x="8621" y="14510"/>
                </a:lnTo>
                <a:lnTo>
                  <a:pt x="9044" y="14311"/>
                </a:lnTo>
                <a:lnTo>
                  <a:pt x="9465" y="14046"/>
                </a:lnTo>
                <a:lnTo>
                  <a:pt x="9839" y="13715"/>
                </a:lnTo>
                <a:lnTo>
                  <a:pt x="10168" y="13318"/>
                </a:lnTo>
                <a:lnTo>
                  <a:pt x="10496" y="12921"/>
                </a:lnTo>
                <a:lnTo>
                  <a:pt x="10777" y="12456"/>
                </a:lnTo>
                <a:lnTo>
                  <a:pt x="11011" y="11925"/>
                </a:lnTo>
                <a:lnTo>
                  <a:pt x="11199" y="11528"/>
                </a:lnTo>
                <a:lnTo>
                  <a:pt x="11386" y="10999"/>
                </a:lnTo>
                <a:lnTo>
                  <a:pt x="11432" y="10733"/>
                </a:lnTo>
                <a:lnTo>
                  <a:pt x="11480" y="10468"/>
                </a:lnTo>
                <a:lnTo>
                  <a:pt x="11432" y="10204"/>
                </a:lnTo>
                <a:lnTo>
                  <a:pt x="11386" y="10005"/>
                </a:lnTo>
                <a:lnTo>
                  <a:pt x="11246" y="10005"/>
                </a:lnTo>
                <a:lnTo>
                  <a:pt x="11105" y="10070"/>
                </a:lnTo>
                <a:lnTo>
                  <a:pt x="11011" y="10269"/>
                </a:lnTo>
                <a:lnTo>
                  <a:pt x="10870" y="10733"/>
                </a:lnTo>
                <a:lnTo>
                  <a:pt x="10636" y="11396"/>
                </a:lnTo>
                <a:lnTo>
                  <a:pt x="10355" y="12059"/>
                </a:lnTo>
                <a:lnTo>
                  <a:pt x="9980" y="12655"/>
                </a:lnTo>
                <a:lnTo>
                  <a:pt x="9558" y="13119"/>
                </a:lnTo>
                <a:lnTo>
                  <a:pt x="9090" y="13517"/>
                </a:lnTo>
                <a:lnTo>
                  <a:pt x="8575" y="13847"/>
                </a:lnTo>
                <a:lnTo>
                  <a:pt x="8106" y="14046"/>
                </a:lnTo>
                <a:lnTo>
                  <a:pt x="7685" y="14245"/>
                </a:lnTo>
                <a:lnTo>
                  <a:pt x="7450" y="14311"/>
                </a:lnTo>
                <a:lnTo>
                  <a:pt x="7263" y="14510"/>
                </a:lnTo>
                <a:lnTo>
                  <a:pt x="7075" y="14709"/>
                </a:lnTo>
                <a:lnTo>
                  <a:pt x="6935" y="14974"/>
                </a:lnTo>
                <a:lnTo>
                  <a:pt x="6747" y="15372"/>
                </a:lnTo>
                <a:lnTo>
                  <a:pt x="6654" y="15836"/>
                </a:lnTo>
                <a:lnTo>
                  <a:pt x="6654" y="16298"/>
                </a:lnTo>
                <a:lnTo>
                  <a:pt x="6747" y="16763"/>
                </a:lnTo>
                <a:lnTo>
                  <a:pt x="6278" y="16961"/>
                </a:lnTo>
                <a:lnTo>
                  <a:pt x="5763" y="17160"/>
                </a:lnTo>
                <a:lnTo>
                  <a:pt x="5576" y="17160"/>
                </a:lnTo>
                <a:lnTo>
                  <a:pt x="5388" y="17093"/>
                </a:lnTo>
                <a:lnTo>
                  <a:pt x="5201" y="17028"/>
                </a:lnTo>
                <a:lnTo>
                  <a:pt x="5061" y="16895"/>
                </a:lnTo>
                <a:lnTo>
                  <a:pt x="4920" y="16696"/>
                </a:lnTo>
                <a:lnTo>
                  <a:pt x="4826" y="16497"/>
                </a:lnTo>
                <a:lnTo>
                  <a:pt x="4780" y="16298"/>
                </a:lnTo>
                <a:lnTo>
                  <a:pt x="4826" y="15968"/>
                </a:lnTo>
                <a:lnTo>
                  <a:pt x="4873" y="15836"/>
                </a:lnTo>
                <a:lnTo>
                  <a:pt x="4826" y="15702"/>
                </a:lnTo>
                <a:lnTo>
                  <a:pt x="4966" y="15437"/>
                </a:lnTo>
                <a:lnTo>
                  <a:pt x="5061" y="15173"/>
                </a:lnTo>
                <a:lnTo>
                  <a:pt x="5247" y="14642"/>
                </a:lnTo>
                <a:lnTo>
                  <a:pt x="5435" y="14178"/>
                </a:lnTo>
                <a:lnTo>
                  <a:pt x="5670" y="13582"/>
                </a:lnTo>
                <a:lnTo>
                  <a:pt x="5716" y="13318"/>
                </a:lnTo>
                <a:lnTo>
                  <a:pt x="5763" y="13052"/>
                </a:lnTo>
                <a:lnTo>
                  <a:pt x="5716" y="12720"/>
                </a:lnTo>
                <a:lnTo>
                  <a:pt x="5670" y="12456"/>
                </a:lnTo>
                <a:lnTo>
                  <a:pt x="5528" y="12323"/>
                </a:lnTo>
                <a:lnTo>
                  <a:pt x="5388" y="12191"/>
                </a:lnTo>
                <a:lnTo>
                  <a:pt x="5247" y="12124"/>
                </a:lnTo>
                <a:lnTo>
                  <a:pt x="5061" y="12124"/>
                </a:lnTo>
                <a:lnTo>
                  <a:pt x="4733" y="12191"/>
                </a:lnTo>
                <a:lnTo>
                  <a:pt x="4452" y="12323"/>
                </a:lnTo>
                <a:lnTo>
                  <a:pt x="4076" y="12655"/>
                </a:lnTo>
                <a:lnTo>
                  <a:pt x="3749" y="13052"/>
                </a:lnTo>
                <a:lnTo>
                  <a:pt x="3514" y="13450"/>
                </a:lnTo>
                <a:lnTo>
                  <a:pt x="3280" y="13847"/>
                </a:lnTo>
                <a:lnTo>
                  <a:pt x="3186" y="13847"/>
                </a:lnTo>
                <a:lnTo>
                  <a:pt x="3092" y="13914"/>
                </a:lnTo>
                <a:lnTo>
                  <a:pt x="2999" y="14178"/>
                </a:lnTo>
                <a:lnTo>
                  <a:pt x="2999" y="14378"/>
                </a:lnTo>
                <a:lnTo>
                  <a:pt x="3045" y="14510"/>
                </a:lnTo>
                <a:lnTo>
                  <a:pt x="3140" y="14577"/>
                </a:lnTo>
                <a:lnTo>
                  <a:pt x="3280" y="14642"/>
                </a:lnTo>
                <a:lnTo>
                  <a:pt x="3421" y="14642"/>
                </a:lnTo>
                <a:lnTo>
                  <a:pt x="3561" y="14577"/>
                </a:lnTo>
                <a:lnTo>
                  <a:pt x="3655" y="14443"/>
                </a:lnTo>
                <a:lnTo>
                  <a:pt x="4076" y="13780"/>
                </a:lnTo>
                <a:lnTo>
                  <a:pt x="4264" y="13450"/>
                </a:lnTo>
                <a:lnTo>
                  <a:pt x="4498" y="13184"/>
                </a:lnTo>
                <a:lnTo>
                  <a:pt x="4780" y="13052"/>
                </a:lnTo>
                <a:lnTo>
                  <a:pt x="5061" y="12921"/>
                </a:lnTo>
                <a:lnTo>
                  <a:pt x="5154" y="12921"/>
                </a:lnTo>
                <a:lnTo>
                  <a:pt x="5154" y="13184"/>
                </a:lnTo>
                <a:lnTo>
                  <a:pt x="5014" y="13649"/>
                </a:lnTo>
                <a:lnTo>
                  <a:pt x="4685" y="14510"/>
                </a:lnTo>
                <a:lnTo>
                  <a:pt x="4545" y="15039"/>
                </a:lnTo>
                <a:lnTo>
                  <a:pt x="4452" y="15305"/>
                </a:lnTo>
                <a:lnTo>
                  <a:pt x="4357" y="15437"/>
                </a:lnTo>
                <a:lnTo>
                  <a:pt x="4217" y="15570"/>
                </a:lnTo>
                <a:lnTo>
                  <a:pt x="4217" y="15636"/>
                </a:lnTo>
                <a:lnTo>
                  <a:pt x="4171" y="15702"/>
                </a:lnTo>
                <a:lnTo>
                  <a:pt x="3983" y="15901"/>
                </a:lnTo>
                <a:lnTo>
                  <a:pt x="3749" y="15968"/>
                </a:lnTo>
                <a:lnTo>
                  <a:pt x="3514" y="16035"/>
                </a:lnTo>
                <a:lnTo>
                  <a:pt x="3233" y="16035"/>
                </a:lnTo>
                <a:lnTo>
                  <a:pt x="2999" y="15968"/>
                </a:lnTo>
                <a:lnTo>
                  <a:pt x="2764" y="15836"/>
                </a:lnTo>
                <a:lnTo>
                  <a:pt x="2578" y="15702"/>
                </a:lnTo>
                <a:lnTo>
                  <a:pt x="2390" y="15504"/>
                </a:lnTo>
                <a:lnTo>
                  <a:pt x="2202" y="15238"/>
                </a:lnTo>
                <a:lnTo>
                  <a:pt x="2109" y="14974"/>
                </a:lnTo>
                <a:lnTo>
                  <a:pt x="2014" y="14709"/>
                </a:lnTo>
                <a:lnTo>
                  <a:pt x="1921" y="14378"/>
                </a:lnTo>
                <a:lnTo>
                  <a:pt x="1921" y="13450"/>
                </a:lnTo>
                <a:lnTo>
                  <a:pt x="2014" y="13119"/>
                </a:lnTo>
                <a:lnTo>
                  <a:pt x="2062" y="12921"/>
                </a:lnTo>
                <a:lnTo>
                  <a:pt x="2109" y="12720"/>
                </a:lnTo>
                <a:lnTo>
                  <a:pt x="2062" y="12588"/>
                </a:lnTo>
                <a:lnTo>
                  <a:pt x="2155" y="12588"/>
                </a:lnTo>
                <a:lnTo>
                  <a:pt x="2483" y="12390"/>
                </a:lnTo>
                <a:lnTo>
                  <a:pt x="2811" y="12258"/>
                </a:lnTo>
                <a:lnTo>
                  <a:pt x="3561" y="11727"/>
                </a:lnTo>
                <a:lnTo>
                  <a:pt x="4311" y="11131"/>
                </a:lnTo>
                <a:lnTo>
                  <a:pt x="4873" y="10601"/>
                </a:lnTo>
                <a:lnTo>
                  <a:pt x="5107" y="10269"/>
                </a:lnTo>
                <a:lnTo>
                  <a:pt x="5295" y="9938"/>
                </a:lnTo>
                <a:lnTo>
                  <a:pt x="5482" y="9541"/>
                </a:lnTo>
                <a:lnTo>
                  <a:pt x="5623" y="9209"/>
                </a:lnTo>
                <a:lnTo>
                  <a:pt x="5716" y="8746"/>
                </a:lnTo>
                <a:lnTo>
                  <a:pt x="5763" y="8282"/>
                </a:lnTo>
                <a:lnTo>
                  <a:pt x="5763" y="7950"/>
                </a:lnTo>
                <a:lnTo>
                  <a:pt x="5716" y="7552"/>
                </a:lnTo>
                <a:lnTo>
                  <a:pt x="5576" y="7222"/>
                </a:lnTo>
                <a:lnTo>
                  <a:pt x="5482" y="7090"/>
                </a:lnTo>
                <a:lnTo>
                  <a:pt x="5388" y="7023"/>
                </a:lnTo>
                <a:lnTo>
                  <a:pt x="5061" y="6891"/>
                </a:lnTo>
                <a:lnTo>
                  <a:pt x="4780" y="6824"/>
                </a:lnTo>
                <a:lnTo>
                  <a:pt x="4452" y="6891"/>
                </a:lnTo>
                <a:lnTo>
                  <a:pt x="4123" y="6956"/>
                </a:lnTo>
                <a:lnTo>
                  <a:pt x="3749" y="7155"/>
                </a:lnTo>
                <a:lnTo>
                  <a:pt x="3421" y="7354"/>
                </a:lnTo>
                <a:lnTo>
                  <a:pt x="2764" y="7885"/>
                </a:lnTo>
                <a:lnTo>
                  <a:pt x="1921" y="8548"/>
                </a:lnTo>
                <a:lnTo>
                  <a:pt x="1547" y="8878"/>
                </a:lnTo>
                <a:lnTo>
                  <a:pt x="1171" y="9209"/>
                </a:lnTo>
                <a:lnTo>
                  <a:pt x="1078" y="9342"/>
                </a:lnTo>
                <a:lnTo>
                  <a:pt x="1031" y="9474"/>
                </a:lnTo>
                <a:lnTo>
                  <a:pt x="1031" y="9606"/>
                </a:lnTo>
                <a:lnTo>
                  <a:pt x="1078" y="9673"/>
                </a:lnTo>
                <a:lnTo>
                  <a:pt x="1124" y="9805"/>
                </a:lnTo>
                <a:lnTo>
                  <a:pt x="1219" y="9872"/>
                </a:lnTo>
                <a:lnTo>
                  <a:pt x="1406" y="9872"/>
                </a:lnTo>
                <a:lnTo>
                  <a:pt x="1968" y="9474"/>
                </a:lnTo>
                <a:lnTo>
                  <a:pt x="2483" y="9010"/>
                </a:lnTo>
                <a:lnTo>
                  <a:pt x="3561" y="8148"/>
                </a:lnTo>
                <a:lnTo>
                  <a:pt x="4076" y="7818"/>
                </a:lnTo>
                <a:lnTo>
                  <a:pt x="4311" y="7686"/>
                </a:lnTo>
                <a:lnTo>
                  <a:pt x="4592" y="7619"/>
                </a:lnTo>
                <a:lnTo>
                  <a:pt x="4780" y="7552"/>
                </a:lnTo>
                <a:lnTo>
                  <a:pt x="4920" y="7619"/>
                </a:lnTo>
                <a:lnTo>
                  <a:pt x="5107" y="7686"/>
                </a:lnTo>
                <a:lnTo>
                  <a:pt x="5154" y="7751"/>
                </a:lnTo>
                <a:lnTo>
                  <a:pt x="5201" y="7885"/>
                </a:lnTo>
                <a:lnTo>
                  <a:pt x="5247" y="8083"/>
                </a:lnTo>
                <a:lnTo>
                  <a:pt x="5247" y="8282"/>
                </a:lnTo>
                <a:lnTo>
                  <a:pt x="5201" y="8746"/>
                </a:lnTo>
                <a:lnTo>
                  <a:pt x="5107" y="9077"/>
                </a:lnTo>
                <a:lnTo>
                  <a:pt x="4920" y="9474"/>
                </a:lnTo>
                <a:lnTo>
                  <a:pt x="4733" y="9740"/>
                </a:lnTo>
                <a:lnTo>
                  <a:pt x="4545" y="10070"/>
                </a:lnTo>
                <a:lnTo>
                  <a:pt x="4030" y="10534"/>
                </a:lnTo>
                <a:lnTo>
                  <a:pt x="3561" y="10932"/>
                </a:lnTo>
                <a:lnTo>
                  <a:pt x="2999" y="11396"/>
                </a:lnTo>
                <a:lnTo>
                  <a:pt x="2437" y="11793"/>
                </a:lnTo>
                <a:lnTo>
                  <a:pt x="1874" y="12191"/>
                </a:lnTo>
                <a:lnTo>
                  <a:pt x="1687" y="12323"/>
                </a:lnTo>
                <a:lnTo>
                  <a:pt x="1593" y="12390"/>
                </a:lnTo>
                <a:lnTo>
                  <a:pt x="1547" y="12521"/>
                </a:lnTo>
                <a:lnTo>
                  <a:pt x="1500" y="12521"/>
                </a:lnTo>
                <a:lnTo>
                  <a:pt x="1359" y="12390"/>
                </a:lnTo>
                <a:lnTo>
                  <a:pt x="1124" y="12124"/>
                </a:lnTo>
                <a:lnTo>
                  <a:pt x="890" y="11662"/>
                </a:lnTo>
                <a:lnTo>
                  <a:pt x="750" y="11329"/>
                </a:lnTo>
                <a:lnTo>
                  <a:pt x="657" y="10932"/>
                </a:lnTo>
                <a:lnTo>
                  <a:pt x="609" y="10534"/>
                </a:lnTo>
                <a:lnTo>
                  <a:pt x="609" y="9673"/>
                </a:lnTo>
                <a:lnTo>
                  <a:pt x="703" y="9275"/>
                </a:lnTo>
                <a:lnTo>
                  <a:pt x="843" y="8811"/>
                </a:lnTo>
                <a:lnTo>
                  <a:pt x="984" y="8414"/>
                </a:lnTo>
                <a:lnTo>
                  <a:pt x="1171" y="8083"/>
                </a:lnTo>
                <a:lnTo>
                  <a:pt x="1406" y="7751"/>
                </a:lnTo>
                <a:lnTo>
                  <a:pt x="1921" y="7155"/>
                </a:lnTo>
                <a:lnTo>
                  <a:pt x="2437" y="6691"/>
                </a:lnTo>
                <a:lnTo>
                  <a:pt x="3045" y="6293"/>
                </a:lnTo>
                <a:lnTo>
                  <a:pt x="3140" y="6161"/>
                </a:lnTo>
                <a:lnTo>
                  <a:pt x="3186" y="5963"/>
                </a:lnTo>
                <a:lnTo>
                  <a:pt x="3280" y="5632"/>
                </a:lnTo>
                <a:lnTo>
                  <a:pt x="3468" y="5233"/>
                </a:lnTo>
                <a:lnTo>
                  <a:pt x="3702" y="4902"/>
                </a:lnTo>
                <a:lnTo>
                  <a:pt x="3890" y="4572"/>
                </a:lnTo>
                <a:lnTo>
                  <a:pt x="4123" y="4306"/>
                </a:lnTo>
                <a:lnTo>
                  <a:pt x="4404" y="4041"/>
                </a:lnTo>
                <a:lnTo>
                  <a:pt x="4639" y="3842"/>
                </a:lnTo>
                <a:lnTo>
                  <a:pt x="4920" y="3710"/>
                </a:lnTo>
                <a:lnTo>
                  <a:pt x="5247" y="3577"/>
                </a:lnTo>
                <a:lnTo>
                  <a:pt x="5528" y="3511"/>
                </a:lnTo>
                <a:lnTo>
                  <a:pt x="5811" y="3445"/>
                </a:lnTo>
                <a:lnTo>
                  <a:pt x="5997" y="3710"/>
                </a:lnTo>
                <a:lnTo>
                  <a:pt x="6232" y="3909"/>
                </a:lnTo>
                <a:lnTo>
                  <a:pt x="6559" y="4239"/>
                </a:lnTo>
                <a:lnTo>
                  <a:pt x="6841" y="4637"/>
                </a:lnTo>
                <a:lnTo>
                  <a:pt x="6982" y="4902"/>
                </a:lnTo>
                <a:lnTo>
                  <a:pt x="7075" y="5233"/>
                </a:lnTo>
                <a:lnTo>
                  <a:pt x="7216" y="5831"/>
                </a:lnTo>
                <a:lnTo>
                  <a:pt x="7309" y="6427"/>
                </a:lnTo>
                <a:lnTo>
                  <a:pt x="7263" y="7090"/>
                </a:lnTo>
                <a:lnTo>
                  <a:pt x="7168" y="7686"/>
                </a:lnTo>
                <a:lnTo>
                  <a:pt x="6982" y="8215"/>
                </a:lnTo>
                <a:lnTo>
                  <a:pt x="6466" y="9144"/>
                </a:lnTo>
                <a:lnTo>
                  <a:pt x="6232" y="9606"/>
                </a:lnTo>
                <a:lnTo>
                  <a:pt x="6044" y="10137"/>
                </a:lnTo>
                <a:lnTo>
                  <a:pt x="5951" y="10733"/>
                </a:lnTo>
                <a:lnTo>
                  <a:pt x="5951" y="11329"/>
                </a:lnTo>
                <a:lnTo>
                  <a:pt x="5997" y="11595"/>
                </a:lnTo>
                <a:lnTo>
                  <a:pt x="6092" y="11860"/>
                </a:lnTo>
                <a:lnTo>
                  <a:pt x="6138" y="12059"/>
                </a:lnTo>
                <a:lnTo>
                  <a:pt x="6278" y="12258"/>
                </a:lnTo>
                <a:lnTo>
                  <a:pt x="6559" y="12521"/>
                </a:lnTo>
                <a:lnTo>
                  <a:pt x="6887" y="12655"/>
                </a:lnTo>
                <a:lnTo>
                  <a:pt x="7216" y="12720"/>
                </a:lnTo>
                <a:lnTo>
                  <a:pt x="7590" y="12655"/>
                </a:lnTo>
                <a:lnTo>
                  <a:pt x="7918" y="12521"/>
                </a:lnTo>
                <a:lnTo>
                  <a:pt x="8247" y="12323"/>
                </a:lnTo>
                <a:lnTo>
                  <a:pt x="8528" y="12059"/>
                </a:lnTo>
                <a:lnTo>
                  <a:pt x="8809" y="11662"/>
                </a:lnTo>
                <a:lnTo>
                  <a:pt x="8996" y="11197"/>
                </a:lnTo>
                <a:lnTo>
                  <a:pt x="9230" y="10800"/>
                </a:lnTo>
                <a:lnTo>
                  <a:pt x="9793" y="9474"/>
                </a:lnTo>
                <a:lnTo>
                  <a:pt x="10074" y="8811"/>
                </a:lnTo>
                <a:lnTo>
                  <a:pt x="10355" y="8083"/>
                </a:lnTo>
                <a:lnTo>
                  <a:pt x="10401" y="7950"/>
                </a:lnTo>
                <a:lnTo>
                  <a:pt x="10355" y="7818"/>
                </a:lnTo>
                <a:lnTo>
                  <a:pt x="10308" y="7686"/>
                </a:lnTo>
                <a:lnTo>
                  <a:pt x="10261" y="7552"/>
                </a:lnTo>
                <a:lnTo>
                  <a:pt x="9934" y="7552"/>
                </a:lnTo>
                <a:lnTo>
                  <a:pt x="9839" y="7686"/>
                </a:lnTo>
                <a:lnTo>
                  <a:pt x="9606" y="8282"/>
                </a:lnTo>
                <a:lnTo>
                  <a:pt x="9325" y="8811"/>
                </a:lnTo>
                <a:lnTo>
                  <a:pt x="8856" y="10005"/>
                </a:lnTo>
                <a:lnTo>
                  <a:pt x="8621" y="10468"/>
                </a:lnTo>
                <a:lnTo>
                  <a:pt x="8387" y="10932"/>
                </a:lnTo>
                <a:lnTo>
                  <a:pt x="8153" y="11329"/>
                </a:lnTo>
                <a:lnTo>
                  <a:pt x="7825" y="11727"/>
                </a:lnTo>
                <a:lnTo>
                  <a:pt x="7590" y="11860"/>
                </a:lnTo>
                <a:lnTo>
                  <a:pt x="7404" y="11925"/>
                </a:lnTo>
                <a:lnTo>
                  <a:pt x="7168" y="11860"/>
                </a:lnTo>
                <a:lnTo>
                  <a:pt x="6982" y="11793"/>
                </a:lnTo>
                <a:lnTo>
                  <a:pt x="6794" y="11662"/>
                </a:lnTo>
                <a:lnTo>
                  <a:pt x="6654" y="11463"/>
                </a:lnTo>
                <a:lnTo>
                  <a:pt x="6559" y="11197"/>
                </a:lnTo>
                <a:lnTo>
                  <a:pt x="6513" y="10865"/>
                </a:lnTo>
                <a:lnTo>
                  <a:pt x="6559" y="10534"/>
                </a:lnTo>
                <a:lnTo>
                  <a:pt x="6606" y="10269"/>
                </a:lnTo>
                <a:lnTo>
                  <a:pt x="6841" y="9740"/>
                </a:lnTo>
                <a:lnTo>
                  <a:pt x="7356" y="8811"/>
                </a:lnTo>
                <a:lnTo>
                  <a:pt x="7544" y="8414"/>
                </a:lnTo>
                <a:lnTo>
                  <a:pt x="7685" y="7950"/>
                </a:lnTo>
                <a:lnTo>
                  <a:pt x="7825" y="7487"/>
                </a:lnTo>
                <a:lnTo>
                  <a:pt x="7872" y="7023"/>
                </a:lnTo>
                <a:lnTo>
                  <a:pt x="7872" y="6030"/>
                </a:lnTo>
                <a:lnTo>
                  <a:pt x="7778" y="5565"/>
                </a:lnTo>
                <a:lnTo>
                  <a:pt x="7685" y="5101"/>
                </a:lnTo>
                <a:lnTo>
                  <a:pt x="7450" y="4572"/>
                </a:lnTo>
                <a:lnTo>
                  <a:pt x="7123" y="3909"/>
                </a:lnTo>
                <a:lnTo>
                  <a:pt x="6935" y="3643"/>
                </a:lnTo>
                <a:lnTo>
                  <a:pt x="6747" y="3445"/>
                </a:lnTo>
                <a:lnTo>
                  <a:pt x="6513" y="3246"/>
                </a:lnTo>
                <a:lnTo>
                  <a:pt x="6278" y="3114"/>
                </a:lnTo>
                <a:lnTo>
                  <a:pt x="6278" y="2650"/>
                </a:lnTo>
                <a:lnTo>
                  <a:pt x="6373" y="2384"/>
                </a:lnTo>
                <a:lnTo>
                  <a:pt x="6466" y="2119"/>
                </a:lnTo>
                <a:lnTo>
                  <a:pt x="6606" y="1855"/>
                </a:lnTo>
                <a:lnTo>
                  <a:pt x="6794" y="1656"/>
                </a:lnTo>
                <a:lnTo>
                  <a:pt x="7028" y="1523"/>
                </a:lnTo>
                <a:lnTo>
                  <a:pt x="7263" y="1458"/>
                </a:lnTo>
                <a:lnTo>
                  <a:pt x="7497" y="1391"/>
                </a:lnTo>
                <a:lnTo>
                  <a:pt x="7685" y="1391"/>
                </a:lnTo>
                <a:lnTo>
                  <a:pt x="7918" y="1458"/>
                </a:lnTo>
                <a:lnTo>
                  <a:pt x="8340" y="1656"/>
                </a:lnTo>
                <a:lnTo>
                  <a:pt x="9184" y="2186"/>
                </a:lnTo>
                <a:lnTo>
                  <a:pt x="9044" y="2384"/>
                </a:lnTo>
                <a:lnTo>
                  <a:pt x="8996" y="2583"/>
                </a:lnTo>
                <a:lnTo>
                  <a:pt x="8996" y="2980"/>
                </a:lnTo>
                <a:lnTo>
                  <a:pt x="9137" y="3378"/>
                </a:lnTo>
                <a:lnTo>
                  <a:pt x="9325" y="3643"/>
                </a:lnTo>
                <a:lnTo>
                  <a:pt x="9511" y="3909"/>
                </a:lnTo>
                <a:lnTo>
                  <a:pt x="9652" y="4108"/>
                </a:lnTo>
                <a:lnTo>
                  <a:pt x="9511" y="4505"/>
                </a:lnTo>
                <a:lnTo>
                  <a:pt x="9277" y="5498"/>
                </a:lnTo>
                <a:lnTo>
                  <a:pt x="9137" y="5896"/>
                </a:lnTo>
                <a:lnTo>
                  <a:pt x="8996" y="6293"/>
                </a:lnTo>
                <a:lnTo>
                  <a:pt x="8856" y="6691"/>
                </a:lnTo>
                <a:lnTo>
                  <a:pt x="8809" y="7090"/>
                </a:lnTo>
                <a:lnTo>
                  <a:pt x="8809" y="7222"/>
                </a:lnTo>
                <a:lnTo>
                  <a:pt x="8903" y="7289"/>
                </a:lnTo>
                <a:lnTo>
                  <a:pt x="8996" y="7354"/>
                </a:lnTo>
                <a:lnTo>
                  <a:pt x="9090" y="7289"/>
                </a:lnTo>
                <a:lnTo>
                  <a:pt x="9277" y="7023"/>
                </a:lnTo>
                <a:lnTo>
                  <a:pt x="9465" y="6691"/>
                </a:lnTo>
                <a:lnTo>
                  <a:pt x="9699" y="5896"/>
                </a:lnTo>
                <a:lnTo>
                  <a:pt x="9934" y="4902"/>
                </a:lnTo>
                <a:lnTo>
                  <a:pt x="9980" y="4438"/>
                </a:lnTo>
                <a:lnTo>
                  <a:pt x="9980" y="4373"/>
                </a:lnTo>
                <a:lnTo>
                  <a:pt x="10682" y="4836"/>
                </a:lnTo>
                <a:lnTo>
                  <a:pt x="10965" y="5168"/>
                </a:lnTo>
                <a:lnTo>
                  <a:pt x="11105" y="5433"/>
                </a:lnTo>
                <a:lnTo>
                  <a:pt x="11246" y="5697"/>
                </a:lnTo>
                <a:lnTo>
                  <a:pt x="11339" y="5963"/>
                </a:lnTo>
                <a:lnTo>
                  <a:pt x="11339" y="6228"/>
                </a:lnTo>
                <a:lnTo>
                  <a:pt x="11292" y="6492"/>
                </a:lnTo>
                <a:lnTo>
                  <a:pt x="11105" y="6691"/>
                </a:lnTo>
                <a:lnTo>
                  <a:pt x="11011" y="6824"/>
                </a:lnTo>
                <a:lnTo>
                  <a:pt x="10965" y="6956"/>
                </a:lnTo>
                <a:lnTo>
                  <a:pt x="10965" y="7090"/>
                </a:lnTo>
                <a:lnTo>
                  <a:pt x="11011" y="7222"/>
                </a:lnTo>
                <a:lnTo>
                  <a:pt x="11058" y="7354"/>
                </a:lnTo>
                <a:lnTo>
                  <a:pt x="11151" y="7420"/>
                </a:lnTo>
                <a:lnTo>
                  <a:pt x="11292" y="7420"/>
                </a:lnTo>
                <a:lnTo>
                  <a:pt x="11386" y="7354"/>
                </a:lnTo>
                <a:lnTo>
                  <a:pt x="11620" y="7090"/>
                </a:lnTo>
                <a:lnTo>
                  <a:pt x="11761" y="6824"/>
                </a:lnTo>
                <a:lnTo>
                  <a:pt x="11855" y="6492"/>
                </a:lnTo>
                <a:lnTo>
                  <a:pt x="11855" y="5764"/>
                </a:lnTo>
                <a:lnTo>
                  <a:pt x="11761" y="5433"/>
                </a:lnTo>
                <a:lnTo>
                  <a:pt x="11620" y="5101"/>
                </a:lnTo>
                <a:lnTo>
                  <a:pt x="11480" y="4770"/>
                </a:lnTo>
                <a:lnTo>
                  <a:pt x="11246" y="4438"/>
                </a:lnTo>
                <a:lnTo>
                  <a:pt x="10965" y="4239"/>
                </a:lnTo>
                <a:lnTo>
                  <a:pt x="10355" y="3775"/>
                </a:lnTo>
                <a:lnTo>
                  <a:pt x="10074" y="3577"/>
                </a:lnTo>
                <a:lnTo>
                  <a:pt x="9699" y="3246"/>
                </a:lnTo>
                <a:lnTo>
                  <a:pt x="9511" y="2980"/>
                </a:lnTo>
                <a:lnTo>
                  <a:pt x="9418" y="2782"/>
                </a:lnTo>
                <a:lnTo>
                  <a:pt x="9371" y="2583"/>
                </a:lnTo>
                <a:lnTo>
                  <a:pt x="9418" y="2318"/>
                </a:lnTo>
                <a:lnTo>
                  <a:pt x="9558" y="2451"/>
                </a:lnTo>
                <a:lnTo>
                  <a:pt x="9652" y="2451"/>
                </a:lnTo>
                <a:lnTo>
                  <a:pt x="9699" y="2384"/>
                </a:lnTo>
                <a:lnTo>
                  <a:pt x="9746" y="2252"/>
                </a:lnTo>
                <a:lnTo>
                  <a:pt x="9839" y="2054"/>
                </a:lnTo>
                <a:lnTo>
                  <a:pt x="9980" y="1721"/>
                </a:lnTo>
                <a:lnTo>
                  <a:pt x="10120" y="1458"/>
                </a:lnTo>
                <a:lnTo>
                  <a:pt x="10355" y="1259"/>
                </a:lnTo>
                <a:lnTo>
                  <a:pt x="10589" y="1125"/>
                </a:lnTo>
                <a:lnTo>
                  <a:pt x="10824" y="1060"/>
                </a:lnTo>
                <a:lnTo>
                  <a:pt x="11105" y="993"/>
                </a:lnTo>
                <a:lnTo>
                  <a:pt x="11573" y="927"/>
                </a:lnTo>
                <a:close/>
                <a:moveTo>
                  <a:pt x="16962" y="16830"/>
                </a:moveTo>
                <a:lnTo>
                  <a:pt x="17150" y="17028"/>
                </a:lnTo>
                <a:lnTo>
                  <a:pt x="17150" y="17093"/>
                </a:lnTo>
                <a:lnTo>
                  <a:pt x="17055" y="17093"/>
                </a:lnTo>
                <a:lnTo>
                  <a:pt x="16915" y="17227"/>
                </a:lnTo>
                <a:lnTo>
                  <a:pt x="16586" y="17823"/>
                </a:lnTo>
                <a:lnTo>
                  <a:pt x="16212" y="18419"/>
                </a:lnTo>
                <a:lnTo>
                  <a:pt x="15791" y="18950"/>
                </a:lnTo>
                <a:lnTo>
                  <a:pt x="15369" y="19413"/>
                </a:lnTo>
                <a:lnTo>
                  <a:pt x="14619" y="20009"/>
                </a:lnTo>
                <a:lnTo>
                  <a:pt x="13869" y="20607"/>
                </a:lnTo>
                <a:lnTo>
                  <a:pt x="13588" y="20540"/>
                </a:lnTo>
                <a:lnTo>
                  <a:pt x="13307" y="20408"/>
                </a:lnTo>
                <a:lnTo>
                  <a:pt x="13072" y="20207"/>
                </a:lnTo>
                <a:lnTo>
                  <a:pt x="12839" y="20009"/>
                </a:lnTo>
                <a:lnTo>
                  <a:pt x="13401" y="19877"/>
                </a:lnTo>
                <a:lnTo>
                  <a:pt x="13917" y="19611"/>
                </a:lnTo>
                <a:lnTo>
                  <a:pt x="14432" y="19281"/>
                </a:lnTo>
                <a:lnTo>
                  <a:pt x="14948" y="18950"/>
                </a:lnTo>
                <a:lnTo>
                  <a:pt x="15510" y="18486"/>
                </a:lnTo>
                <a:lnTo>
                  <a:pt x="16024" y="17955"/>
                </a:lnTo>
                <a:lnTo>
                  <a:pt x="16493" y="17426"/>
                </a:lnTo>
                <a:lnTo>
                  <a:pt x="16962" y="16830"/>
                </a:lnTo>
                <a:close/>
                <a:moveTo>
                  <a:pt x="17383" y="17426"/>
                </a:moveTo>
                <a:lnTo>
                  <a:pt x="17524" y="17691"/>
                </a:lnTo>
                <a:lnTo>
                  <a:pt x="17617" y="18022"/>
                </a:lnTo>
                <a:lnTo>
                  <a:pt x="17805" y="18685"/>
                </a:lnTo>
                <a:lnTo>
                  <a:pt x="17805" y="19611"/>
                </a:lnTo>
                <a:lnTo>
                  <a:pt x="17712" y="19810"/>
                </a:lnTo>
                <a:lnTo>
                  <a:pt x="17664" y="19745"/>
                </a:lnTo>
                <a:lnTo>
                  <a:pt x="17524" y="19745"/>
                </a:lnTo>
                <a:lnTo>
                  <a:pt x="17524" y="19810"/>
                </a:lnTo>
                <a:lnTo>
                  <a:pt x="17383" y="20207"/>
                </a:lnTo>
                <a:lnTo>
                  <a:pt x="16305" y="20408"/>
                </a:lnTo>
                <a:lnTo>
                  <a:pt x="16493" y="20207"/>
                </a:lnTo>
                <a:lnTo>
                  <a:pt x="17009" y="19678"/>
                </a:lnTo>
                <a:lnTo>
                  <a:pt x="17477" y="19082"/>
                </a:lnTo>
                <a:lnTo>
                  <a:pt x="17571" y="18950"/>
                </a:lnTo>
                <a:lnTo>
                  <a:pt x="17571" y="18750"/>
                </a:lnTo>
                <a:lnTo>
                  <a:pt x="17524" y="18618"/>
                </a:lnTo>
                <a:lnTo>
                  <a:pt x="17383" y="18551"/>
                </a:lnTo>
                <a:lnTo>
                  <a:pt x="17290" y="18551"/>
                </a:lnTo>
                <a:lnTo>
                  <a:pt x="17196" y="18618"/>
                </a:lnTo>
                <a:lnTo>
                  <a:pt x="16681" y="19214"/>
                </a:lnTo>
                <a:lnTo>
                  <a:pt x="16165" y="19810"/>
                </a:lnTo>
                <a:lnTo>
                  <a:pt x="15837" y="20142"/>
                </a:lnTo>
                <a:lnTo>
                  <a:pt x="15743" y="20274"/>
                </a:lnTo>
                <a:lnTo>
                  <a:pt x="15650" y="20540"/>
                </a:lnTo>
                <a:lnTo>
                  <a:pt x="14900" y="20607"/>
                </a:lnTo>
                <a:lnTo>
                  <a:pt x="14665" y="20672"/>
                </a:lnTo>
                <a:lnTo>
                  <a:pt x="15041" y="20408"/>
                </a:lnTo>
                <a:lnTo>
                  <a:pt x="15415" y="20075"/>
                </a:lnTo>
                <a:lnTo>
                  <a:pt x="15791" y="19745"/>
                </a:lnTo>
                <a:lnTo>
                  <a:pt x="16165" y="19413"/>
                </a:lnTo>
                <a:lnTo>
                  <a:pt x="16493" y="18950"/>
                </a:lnTo>
                <a:lnTo>
                  <a:pt x="16774" y="18551"/>
                </a:lnTo>
                <a:lnTo>
                  <a:pt x="17055" y="18089"/>
                </a:lnTo>
                <a:lnTo>
                  <a:pt x="17336" y="17557"/>
                </a:lnTo>
                <a:lnTo>
                  <a:pt x="17383" y="17426"/>
                </a:lnTo>
                <a:close/>
                <a:moveTo>
                  <a:pt x="11573" y="0"/>
                </a:moveTo>
                <a:lnTo>
                  <a:pt x="11246" y="65"/>
                </a:lnTo>
                <a:lnTo>
                  <a:pt x="10918" y="65"/>
                </a:lnTo>
                <a:lnTo>
                  <a:pt x="10589" y="199"/>
                </a:lnTo>
                <a:lnTo>
                  <a:pt x="10261" y="331"/>
                </a:lnTo>
                <a:lnTo>
                  <a:pt x="9980" y="529"/>
                </a:lnTo>
                <a:lnTo>
                  <a:pt x="9699" y="795"/>
                </a:lnTo>
                <a:lnTo>
                  <a:pt x="9465" y="1125"/>
                </a:lnTo>
                <a:lnTo>
                  <a:pt x="9325" y="1523"/>
                </a:lnTo>
                <a:lnTo>
                  <a:pt x="8809" y="1125"/>
                </a:lnTo>
                <a:lnTo>
                  <a:pt x="8294" y="795"/>
                </a:lnTo>
                <a:lnTo>
                  <a:pt x="8013" y="661"/>
                </a:lnTo>
                <a:lnTo>
                  <a:pt x="7732" y="596"/>
                </a:lnTo>
                <a:lnTo>
                  <a:pt x="7168" y="596"/>
                </a:lnTo>
                <a:lnTo>
                  <a:pt x="6887" y="728"/>
                </a:lnTo>
                <a:lnTo>
                  <a:pt x="6654" y="860"/>
                </a:lnTo>
                <a:lnTo>
                  <a:pt x="6419" y="1060"/>
                </a:lnTo>
                <a:lnTo>
                  <a:pt x="6185" y="1324"/>
                </a:lnTo>
                <a:lnTo>
                  <a:pt x="5997" y="1590"/>
                </a:lnTo>
                <a:lnTo>
                  <a:pt x="5857" y="1920"/>
                </a:lnTo>
                <a:lnTo>
                  <a:pt x="5763" y="2252"/>
                </a:lnTo>
                <a:lnTo>
                  <a:pt x="5716" y="2650"/>
                </a:lnTo>
                <a:lnTo>
                  <a:pt x="5342" y="2717"/>
                </a:lnTo>
                <a:lnTo>
                  <a:pt x="4966" y="2782"/>
                </a:lnTo>
                <a:lnTo>
                  <a:pt x="4592" y="2980"/>
                </a:lnTo>
                <a:lnTo>
                  <a:pt x="4264" y="3246"/>
                </a:lnTo>
                <a:lnTo>
                  <a:pt x="3936" y="3511"/>
                </a:lnTo>
                <a:lnTo>
                  <a:pt x="3655" y="3775"/>
                </a:lnTo>
                <a:lnTo>
                  <a:pt x="3373" y="4174"/>
                </a:lnTo>
                <a:lnTo>
                  <a:pt x="3092" y="4572"/>
                </a:lnTo>
                <a:lnTo>
                  <a:pt x="2859" y="5034"/>
                </a:lnTo>
                <a:lnTo>
                  <a:pt x="2671" y="5565"/>
                </a:lnTo>
                <a:lnTo>
                  <a:pt x="2530" y="5697"/>
                </a:lnTo>
                <a:lnTo>
                  <a:pt x="2343" y="5831"/>
                </a:lnTo>
                <a:lnTo>
                  <a:pt x="1921" y="6095"/>
                </a:lnTo>
                <a:lnTo>
                  <a:pt x="1547" y="6427"/>
                </a:lnTo>
                <a:lnTo>
                  <a:pt x="1219" y="6824"/>
                </a:lnTo>
                <a:lnTo>
                  <a:pt x="890" y="7222"/>
                </a:lnTo>
                <a:lnTo>
                  <a:pt x="609" y="7686"/>
                </a:lnTo>
                <a:lnTo>
                  <a:pt x="422" y="8148"/>
                </a:lnTo>
                <a:lnTo>
                  <a:pt x="234" y="8613"/>
                </a:lnTo>
                <a:lnTo>
                  <a:pt x="93" y="9144"/>
                </a:lnTo>
                <a:lnTo>
                  <a:pt x="47" y="9606"/>
                </a:lnTo>
                <a:lnTo>
                  <a:pt x="0" y="10137"/>
                </a:lnTo>
                <a:lnTo>
                  <a:pt x="0" y="10666"/>
                </a:lnTo>
                <a:lnTo>
                  <a:pt x="93" y="11197"/>
                </a:lnTo>
                <a:lnTo>
                  <a:pt x="234" y="11727"/>
                </a:lnTo>
                <a:lnTo>
                  <a:pt x="376" y="12124"/>
                </a:lnTo>
                <a:lnTo>
                  <a:pt x="562" y="12521"/>
                </a:lnTo>
                <a:lnTo>
                  <a:pt x="843" y="12854"/>
                </a:lnTo>
                <a:lnTo>
                  <a:pt x="1124" y="13184"/>
                </a:lnTo>
                <a:lnTo>
                  <a:pt x="1359" y="13318"/>
                </a:lnTo>
                <a:lnTo>
                  <a:pt x="1312" y="13715"/>
                </a:lnTo>
                <a:lnTo>
                  <a:pt x="1312" y="14113"/>
                </a:lnTo>
                <a:lnTo>
                  <a:pt x="1359" y="14510"/>
                </a:lnTo>
                <a:lnTo>
                  <a:pt x="1406" y="14841"/>
                </a:lnTo>
                <a:lnTo>
                  <a:pt x="1500" y="15238"/>
                </a:lnTo>
                <a:lnTo>
                  <a:pt x="1640" y="15570"/>
                </a:lnTo>
                <a:lnTo>
                  <a:pt x="1828" y="15901"/>
                </a:lnTo>
                <a:lnTo>
                  <a:pt x="2062" y="16233"/>
                </a:lnTo>
                <a:lnTo>
                  <a:pt x="2295" y="16432"/>
                </a:lnTo>
                <a:lnTo>
                  <a:pt x="2530" y="16631"/>
                </a:lnTo>
                <a:lnTo>
                  <a:pt x="2811" y="16763"/>
                </a:lnTo>
                <a:lnTo>
                  <a:pt x="3092" y="16830"/>
                </a:lnTo>
                <a:lnTo>
                  <a:pt x="3373" y="16895"/>
                </a:lnTo>
                <a:lnTo>
                  <a:pt x="3655" y="16830"/>
                </a:lnTo>
                <a:lnTo>
                  <a:pt x="3936" y="16763"/>
                </a:lnTo>
                <a:lnTo>
                  <a:pt x="4217" y="16631"/>
                </a:lnTo>
                <a:lnTo>
                  <a:pt x="4311" y="16895"/>
                </a:lnTo>
                <a:lnTo>
                  <a:pt x="4404" y="17160"/>
                </a:lnTo>
                <a:lnTo>
                  <a:pt x="4592" y="17426"/>
                </a:lnTo>
                <a:lnTo>
                  <a:pt x="4780" y="17624"/>
                </a:lnTo>
                <a:lnTo>
                  <a:pt x="5014" y="17823"/>
                </a:lnTo>
                <a:lnTo>
                  <a:pt x="5247" y="17890"/>
                </a:lnTo>
                <a:lnTo>
                  <a:pt x="5482" y="17955"/>
                </a:lnTo>
                <a:lnTo>
                  <a:pt x="5716" y="17955"/>
                </a:lnTo>
                <a:lnTo>
                  <a:pt x="6185" y="17890"/>
                </a:lnTo>
                <a:lnTo>
                  <a:pt x="6701" y="17691"/>
                </a:lnTo>
                <a:lnTo>
                  <a:pt x="7263" y="17426"/>
                </a:lnTo>
                <a:lnTo>
                  <a:pt x="7872" y="17292"/>
                </a:lnTo>
                <a:lnTo>
                  <a:pt x="8434" y="17292"/>
                </a:lnTo>
                <a:lnTo>
                  <a:pt x="9044" y="17359"/>
                </a:lnTo>
                <a:lnTo>
                  <a:pt x="9511" y="17426"/>
                </a:lnTo>
                <a:lnTo>
                  <a:pt x="9746" y="17426"/>
                </a:lnTo>
                <a:lnTo>
                  <a:pt x="9980" y="17359"/>
                </a:lnTo>
                <a:lnTo>
                  <a:pt x="10168" y="17557"/>
                </a:lnTo>
                <a:lnTo>
                  <a:pt x="10401" y="17691"/>
                </a:lnTo>
                <a:lnTo>
                  <a:pt x="10636" y="17756"/>
                </a:lnTo>
                <a:lnTo>
                  <a:pt x="10918" y="17823"/>
                </a:lnTo>
                <a:lnTo>
                  <a:pt x="11527" y="17890"/>
                </a:lnTo>
                <a:lnTo>
                  <a:pt x="11996" y="17823"/>
                </a:lnTo>
                <a:lnTo>
                  <a:pt x="12136" y="17823"/>
                </a:lnTo>
                <a:lnTo>
                  <a:pt x="11948" y="18352"/>
                </a:lnTo>
                <a:lnTo>
                  <a:pt x="11901" y="18618"/>
                </a:lnTo>
                <a:lnTo>
                  <a:pt x="11855" y="18950"/>
                </a:lnTo>
                <a:lnTo>
                  <a:pt x="11901" y="19214"/>
                </a:lnTo>
                <a:lnTo>
                  <a:pt x="11948" y="19479"/>
                </a:lnTo>
                <a:lnTo>
                  <a:pt x="12089" y="20009"/>
                </a:lnTo>
                <a:lnTo>
                  <a:pt x="12323" y="20473"/>
                </a:lnTo>
                <a:lnTo>
                  <a:pt x="12558" y="20805"/>
                </a:lnTo>
                <a:lnTo>
                  <a:pt x="12744" y="21004"/>
                </a:lnTo>
                <a:lnTo>
                  <a:pt x="13026" y="21203"/>
                </a:lnTo>
                <a:lnTo>
                  <a:pt x="13260" y="21334"/>
                </a:lnTo>
                <a:lnTo>
                  <a:pt x="13822" y="21533"/>
                </a:lnTo>
                <a:lnTo>
                  <a:pt x="14432" y="21600"/>
                </a:lnTo>
                <a:lnTo>
                  <a:pt x="15041" y="21533"/>
                </a:lnTo>
                <a:lnTo>
                  <a:pt x="15603" y="21466"/>
                </a:lnTo>
                <a:lnTo>
                  <a:pt x="16727" y="21268"/>
                </a:lnTo>
                <a:lnTo>
                  <a:pt x="17805" y="21069"/>
                </a:lnTo>
                <a:lnTo>
                  <a:pt x="18321" y="20870"/>
                </a:lnTo>
                <a:lnTo>
                  <a:pt x="18836" y="20607"/>
                </a:lnTo>
                <a:lnTo>
                  <a:pt x="19257" y="20341"/>
                </a:lnTo>
                <a:lnTo>
                  <a:pt x="19633" y="19944"/>
                </a:lnTo>
                <a:lnTo>
                  <a:pt x="19960" y="19479"/>
                </a:lnTo>
                <a:lnTo>
                  <a:pt x="20242" y="19015"/>
                </a:lnTo>
                <a:lnTo>
                  <a:pt x="20476" y="18486"/>
                </a:lnTo>
                <a:lnTo>
                  <a:pt x="20710" y="17955"/>
                </a:lnTo>
                <a:lnTo>
                  <a:pt x="20897" y="17426"/>
                </a:lnTo>
                <a:lnTo>
                  <a:pt x="20991" y="16830"/>
                </a:lnTo>
                <a:lnTo>
                  <a:pt x="21085" y="16233"/>
                </a:lnTo>
                <a:lnTo>
                  <a:pt x="21131" y="15636"/>
                </a:lnTo>
                <a:lnTo>
                  <a:pt x="21085" y="15039"/>
                </a:lnTo>
                <a:lnTo>
                  <a:pt x="21038" y="14443"/>
                </a:lnTo>
                <a:lnTo>
                  <a:pt x="21319" y="13450"/>
                </a:lnTo>
                <a:lnTo>
                  <a:pt x="21507" y="12521"/>
                </a:lnTo>
                <a:lnTo>
                  <a:pt x="21600" y="11463"/>
                </a:lnTo>
                <a:lnTo>
                  <a:pt x="21600" y="10468"/>
                </a:lnTo>
                <a:lnTo>
                  <a:pt x="21507" y="9805"/>
                </a:lnTo>
                <a:lnTo>
                  <a:pt x="21366" y="9144"/>
                </a:lnTo>
                <a:lnTo>
                  <a:pt x="21273" y="8878"/>
                </a:lnTo>
                <a:lnTo>
                  <a:pt x="21131" y="8613"/>
                </a:lnTo>
                <a:lnTo>
                  <a:pt x="20945" y="8414"/>
                </a:lnTo>
                <a:lnTo>
                  <a:pt x="20757" y="8282"/>
                </a:lnTo>
                <a:lnTo>
                  <a:pt x="20757" y="7487"/>
                </a:lnTo>
                <a:lnTo>
                  <a:pt x="20664" y="6757"/>
                </a:lnTo>
                <a:lnTo>
                  <a:pt x="20476" y="6095"/>
                </a:lnTo>
                <a:lnTo>
                  <a:pt x="20148" y="5433"/>
                </a:lnTo>
                <a:lnTo>
                  <a:pt x="19960" y="5101"/>
                </a:lnTo>
                <a:lnTo>
                  <a:pt x="19726" y="4770"/>
                </a:lnTo>
                <a:lnTo>
                  <a:pt x="19445" y="4505"/>
                </a:lnTo>
                <a:lnTo>
                  <a:pt x="19164" y="4306"/>
                </a:lnTo>
                <a:lnTo>
                  <a:pt x="18836" y="4041"/>
                </a:lnTo>
                <a:lnTo>
                  <a:pt x="18555" y="3710"/>
                </a:lnTo>
                <a:lnTo>
                  <a:pt x="18367" y="3313"/>
                </a:lnTo>
                <a:lnTo>
                  <a:pt x="18181" y="2849"/>
                </a:lnTo>
                <a:lnTo>
                  <a:pt x="18040" y="2451"/>
                </a:lnTo>
                <a:lnTo>
                  <a:pt x="17852" y="2054"/>
                </a:lnTo>
                <a:lnTo>
                  <a:pt x="17664" y="1788"/>
                </a:lnTo>
                <a:lnTo>
                  <a:pt x="17477" y="1458"/>
                </a:lnTo>
                <a:lnTo>
                  <a:pt x="17243" y="1259"/>
                </a:lnTo>
                <a:lnTo>
                  <a:pt x="16962" y="1060"/>
                </a:lnTo>
                <a:lnTo>
                  <a:pt x="16681" y="927"/>
                </a:lnTo>
                <a:lnTo>
                  <a:pt x="16353" y="795"/>
                </a:lnTo>
                <a:lnTo>
                  <a:pt x="15791" y="795"/>
                </a:lnTo>
                <a:lnTo>
                  <a:pt x="15181" y="860"/>
                </a:lnTo>
                <a:lnTo>
                  <a:pt x="14572" y="1060"/>
                </a:lnTo>
                <a:lnTo>
                  <a:pt x="14010" y="1259"/>
                </a:lnTo>
                <a:lnTo>
                  <a:pt x="13822" y="927"/>
                </a:lnTo>
                <a:lnTo>
                  <a:pt x="13541" y="596"/>
                </a:lnTo>
                <a:lnTo>
                  <a:pt x="13260" y="397"/>
                </a:lnTo>
                <a:lnTo>
                  <a:pt x="12932" y="264"/>
                </a:lnTo>
                <a:lnTo>
                  <a:pt x="12604" y="132"/>
                </a:lnTo>
                <a:lnTo>
                  <a:pt x="12229" y="65"/>
                </a:lnTo>
                <a:lnTo>
                  <a:pt x="11573" y="0"/>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191" name="Google Shape;514;p10"/>
          <p:cNvSpPr/>
          <p:nvPr/>
        </p:nvSpPr>
        <p:spPr>
          <a:xfrm rot="16200000">
            <a:off x="7996280" y="316958"/>
            <a:ext cx="279907" cy="35791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154" y="1130"/>
                </a:moveTo>
                <a:lnTo>
                  <a:pt x="9154" y="2448"/>
                </a:lnTo>
                <a:lnTo>
                  <a:pt x="9073" y="3768"/>
                </a:lnTo>
                <a:lnTo>
                  <a:pt x="8591" y="3704"/>
                </a:lnTo>
                <a:lnTo>
                  <a:pt x="8672" y="3453"/>
                </a:lnTo>
                <a:lnTo>
                  <a:pt x="8672" y="3140"/>
                </a:lnTo>
                <a:lnTo>
                  <a:pt x="8513" y="2511"/>
                </a:lnTo>
                <a:lnTo>
                  <a:pt x="8432" y="1883"/>
                </a:lnTo>
                <a:lnTo>
                  <a:pt x="8513" y="1570"/>
                </a:lnTo>
                <a:lnTo>
                  <a:pt x="8672" y="1318"/>
                </a:lnTo>
                <a:lnTo>
                  <a:pt x="8753" y="1193"/>
                </a:lnTo>
                <a:lnTo>
                  <a:pt x="8913" y="1130"/>
                </a:lnTo>
                <a:close/>
                <a:moveTo>
                  <a:pt x="3373" y="690"/>
                </a:moveTo>
                <a:lnTo>
                  <a:pt x="3454" y="753"/>
                </a:lnTo>
                <a:lnTo>
                  <a:pt x="3533" y="878"/>
                </a:lnTo>
                <a:lnTo>
                  <a:pt x="3533" y="1946"/>
                </a:lnTo>
                <a:lnTo>
                  <a:pt x="3695" y="3768"/>
                </a:lnTo>
                <a:lnTo>
                  <a:pt x="2811" y="3829"/>
                </a:lnTo>
                <a:lnTo>
                  <a:pt x="2651" y="3829"/>
                </a:lnTo>
                <a:lnTo>
                  <a:pt x="2651" y="3201"/>
                </a:lnTo>
                <a:lnTo>
                  <a:pt x="2570" y="2575"/>
                </a:lnTo>
                <a:lnTo>
                  <a:pt x="2651" y="2071"/>
                </a:lnTo>
                <a:lnTo>
                  <a:pt x="2732" y="1631"/>
                </a:lnTo>
                <a:lnTo>
                  <a:pt x="2973" y="690"/>
                </a:lnTo>
                <a:close/>
                <a:moveTo>
                  <a:pt x="8351" y="4583"/>
                </a:moveTo>
                <a:lnTo>
                  <a:pt x="9716" y="4646"/>
                </a:lnTo>
                <a:lnTo>
                  <a:pt x="11001" y="4773"/>
                </a:lnTo>
                <a:lnTo>
                  <a:pt x="11001" y="4834"/>
                </a:lnTo>
                <a:lnTo>
                  <a:pt x="11242" y="5964"/>
                </a:lnTo>
                <a:lnTo>
                  <a:pt x="8591" y="6091"/>
                </a:lnTo>
                <a:lnTo>
                  <a:pt x="5862" y="6216"/>
                </a:lnTo>
                <a:lnTo>
                  <a:pt x="2973" y="6279"/>
                </a:lnTo>
                <a:lnTo>
                  <a:pt x="2007" y="6342"/>
                </a:lnTo>
                <a:lnTo>
                  <a:pt x="1044" y="6404"/>
                </a:lnTo>
                <a:lnTo>
                  <a:pt x="965" y="5526"/>
                </a:lnTo>
                <a:lnTo>
                  <a:pt x="965" y="5086"/>
                </a:lnTo>
                <a:lnTo>
                  <a:pt x="884" y="4898"/>
                </a:lnTo>
                <a:lnTo>
                  <a:pt x="725" y="4709"/>
                </a:lnTo>
                <a:lnTo>
                  <a:pt x="1285" y="4773"/>
                </a:lnTo>
                <a:lnTo>
                  <a:pt x="1766" y="4773"/>
                </a:lnTo>
                <a:lnTo>
                  <a:pt x="2811" y="4709"/>
                </a:lnTo>
                <a:lnTo>
                  <a:pt x="4257" y="4583"/>
                </a:lnTo>
                <a:close/>
                <a:moveTo>
                  <a:pt x="10761" y="6844"/>
                </a:moveTo>
                <a:lnTo>
                  <a:pt x="10920" y="6969"/>
                </a:lnTo>
                <a:lnTo>
                  <a:pt x="11242" y="7032"/>
                </a:lnTo>
                <a:lnTo>
                  <a:pt x="11402" y="6969"/>
                </a:lnTo>
                <a:lnTo>
                  <a:pt x="11483" y="7912"/>
                </a:lnTo>
                <a:lnTo>
                  <a:pt x="11402" y="8854"/>
                </a:lnTo>
                <a:lnTo>
                  <a:pt x="11323" y="9294"/>
                </a:lnTo>
                <a:lnTo>
                  <a:pt x="11161" y="9795"/>
                </a:lnTo>
                <a:lnTo>
                  <a:pt x="10920" y="10235"/>
                </a:lnTo>
                <a:lnTo>
                  <a:pt x="10520" y="10612"/>
                </a:lnTo>
                <a:lnTo>
                  <a:pt x="10198" y="10800"/>
                </a:lnTo>
                <a:lnTo>
                  <a:pt x="9797" y="10988"/>
                </a:lnTo>
                <a:lnTo>
                  <a:pt x="9395" y="11052"/>
                </a:lnTo>
                <a:lnTo>
                  <a:pt x="8913" y="11113"/>
                </a:lnTo>
                <a:lnTo>
                  <a:pt x="7950" y="11177"/>
                </a:lnTo>
                <a:lnTo>
                  <a:pt x="7147" y="11240"/>
                </a:lnTo>
                <a:lnTo>
                  <a:pt x="5702" y="11240"/>
                </a:lnTo>
                <a:lnTo>
                  <a:pt x="5783" y="11113"/>
                </a:lnTo>
                <a:lnTo>
                  <a:pt x="5862" y="10925"/>
                </a:lnTo>
                <a:lnTo>
                  <a:pt x="6103" y="10800"/>
                </a:lnTo>
                <a:lnTo>
                  <a:pt x="6184" y="10737"/>
                </a:lnTo>
                <a:lnTo>
                  <a:pt x="6184" y="10675"/>
                </a:lnTo>
                <a:lnTo>
                  <a:pt x="6103" y="10612"/>
                </a:lnTo>
                <a:lnTo>
                  <a:pt x="5943" y="10612"/>
                </a:lnTo>
                <a:lnTo>
                  <a:pt x="5702" y="10675"/>
                </a:lnTo>
                <a:lnTo>
                  <a:pt x="5380" y="10800"/>
                </a:lnTo>
                <a:lnTo>
                  <a:pt x="5140" y="10988"/>
                </a:lnTo>
                <a:lnTo>
                  <a:pt x="5059" y="11240"/>
                </a:lnTo>
                <a:lnTo>
                  <a:pt x="3774" y="11113"/>
                </a:lnTo>
                <a:lnTo>
                  <a:pt x="3373" y="11052"/>
                </a:lnTo>
                <a:lnTo>
                  <a:pt x="3695" y="10988"/>
                </a:lnTo>
                <a:lnTo>
                  <a:pt x="4498" y="10925"/>
                </a:lnTo>
                <a:lnTo>
                  <a:pt x="4818" y="10800"/>
                </a:lnTo>
                <a:lnTo>
                  <a:pt x="4980" y="10675"/>
                </a:lnTo>
                <a:lnTo>
                  <a:pt x="5059" y="10548"/>
                </a:lnTo>
                <a:lnTo>
                  <a:pt x="5059" y="10423"/>
                </a:lnTo>
                <a:lnTo>
                  <a:pt x="4980" y="10297"/>
                </a:lnTo>
                <a:lnTo>
                  <a:pt x="4899" y="10235"/>
                </a:lnTo>
                <a:lnTo>
                  <a:pt x="4818" y="10172"/>
                </a:lnTo>
                <a:lnTo>
                  <a:pt x="4498" y="10172"/>
                </a:lnTo>
                <a:lnTo>
                  <a:pt x="4336" y="10297"/>
                </a:lnTo>
                <a:lnTo>
                  <a:pt x="3936" y="10360"/>
                </a:lnTo>
                <a:lnTo>
                  <a:pt x="3051" y="10487"/>
                </a:lnTo>
                <a:lnTo>
                  <a:pt x="2491" y="10612"/>
                </a:lnTo>
                <a:lnTo>
                  <a:pt x="2007" y="10737"/>
                </a:lnTo>
                <a:lnTo>
                  <a:pt x="1766" y="10612"/>
                </a:lnTo>
                <a:lnTo>
                  <a:pt x="1526" y="10487"/>
                </a:lnTo>
                <a:lnTo>
                  <a:pt x="1447" y="10235"/>
                </a:lnTo>
                <a:lnTo>
                  <a:pt x="1366" y="10047"/>
                </a:lnTo>
                <a:lnTo>
                  <a:pt x="1847" y="10108"/>
                </a:lnTo>
                <a:lnTo>
                  <a:pt x="3292" y="10108"/>
                </a:lnTo>
                <a:lnTo>
                  <a:pt x="3774" y="10047"/>
                </a:lnTo>
                <a:lnTo>
                  <a:pt x="4257" y="9983"/>
                </a:lnTo>
                <a:lnTo>
                  <a:pt x="4336" y="9920"/>
                </a:lnTo>
                <a:lnTo>
                  <a:pt x="4417" y="9858"/>
                </a:lnTo>
                <a:lnTo>
                  <a:pt x="4498" y="9670"/>
                </a:lnTo>
                <a:lnTo>
                  <a:pt x="4336" y="9482"/>
                </a:lnTo>
                <a:lnTo>
                  <a:pt x="4257" y="9419"/>
                </a:lnTo>
                <a:lnTo>
                  <a:pt x="3292" y="9419"/>
                </a:lnTo>
                <a:lnTo>
                  <a:pt x="2410" y="9482"/>
                </a:lnTo>
                <a:lnTo>
                  <a:pt x="1847" y="9544"/>
                </a:lnTo>
                <a:lnTo>
                  <a:pt x="1285" y="9544"/>
                </a:lnTo>
                <a:lnTo>
                  <a:pt x="1285" y="9167"/>
                </a:lnTo>
                <a:lnTo>
                  <a:pt x="1607" y="9294"/>
                </a:lnTo>
                <a:lnTo>
                  <a:pt x="1928" y="9355"/>
                </a:lnTo>
                <a:lnTo>
                  <a:pt x="2651" y="9355"/>
                </a:lnTo>
                <a:lnTo>
                  <a:pt x="3373" y="9230"/>
                </a:lnTo>
                <a:lnTo>
                  <a:pt x="4017" y="8979"/>
                </a:lnTo>
                <a:lnTo>
                  <a:pt x="4095" y="8854"/>
                </a:lnTo>
                <a:lnTo>
                  <a:pt x="4176" y="8727"/>
                </a:lnTo>
                <a:lnTo>
                  <a:pt x="4176" y="8602"/>
                </a:lnTo>
                <a:lnTo>
                  <a:pt x="4095" y="8477"/>
                </a:lnTo>
                <a:lnTo>
                  <a:pt x="4017" y="8414"/>
                </a:lnTo>
                <a:lnTo>
                  <a:pt x="3855" y="8350"/>
                </a:lnTo>
                <a:lnTo>
                  <a:pt x="3774" y="8350"/>
                </a:lnTo>
                <a:lnTo>
                  <a:pt x="3533" y="8414"/>
                </a:lnTo>
                <a:lnTo>
                  <a:pt x="2973" y="8602"/>
                </a:lnTo>
                <a:lnTo>
                  <a:pt x="2410" y="8727"/>
                </a:lnTo>
                <a:lnTo>
                  <a:pt x="1847" y="8727"/>
                </a:lnTo>
                <a:lnTo>
                  <a:pt x="1206" y="8665"/>
                </a:lnTo>
                <a:lnTo>
                  <a:pt x="1206" y="8414"/>
                </a:lnTo>
                <a:lnTo>
                  <a:pt x="1847" y="8350"/>
                </a:lnTo>
                <a:lnTo>
                  <a:pt x="2491" y="8350"/>
                </a:lnTo>
                <a:lnTo>
                  <a:pt x="3774" y="8162"/>
                </a:lnTo>
                <a:lnTo>
                  <a:pt x="4176" y="8037"/>
                </a:lnTo>
                <a:lnTo>
                  <a:pt x="4577" y="7849"/>
                </a:lnTo>
                <a:lnTo>
                  <a:pt x="4658" y="7724"/>
                </a:lnTo>
                <a:lnTo>
                  <a:pt x="4739" y="7597"/>
                </a:lnTo>
                <a:lnTo>
                  <a:pt x="4658" y="7409"/>
                </a:lnTo>
                <a:lnTo>
                  <a:pt x="4498" y="7284"/>
                </a:lnTo>
                <a:lnTo>
                  <a:pt x="4257" y="7157"/>
                </a:lnTo>
                <a:lnTo>
                  <a:pt x="4095" y="7157"/>
                </a:lnTo>
                <a:lnTo>
                  <a:pt x="4017" y="7221"/>
                </a:lnTo>
                <a:lnTo>
                  <a:pt x="3855" y="7284"/>
                </a:lnTo>
                <a:lnTo>
                  <a:pt x="3774" y="7409"/>
                </a:lnTo>
                <a:lnTo>
                  <a:pt x="3213" y="7536"/>
                </a:lnTo>
                <a:lnTo>
                  <a:pt x="2169" y="7660"/>
                </a:lnTo>
                <a:lnTo>
                  <a:pt x="1206" y="7849"/>
                </a:lnTo>
                <a:lnTo>
                  <a:pt x="1125" y="7096"/>
                </a:lnTo>
                <a:lnTo>
                  <a:pt x="2973" y="7096"/>
                </a:lnTo>
                <a:lnTo>
                  <a:pt x="5862" y="7032"/>
                </a:lnTo>
                <a:lnTo>
                  <a:pt x="8351" y="6969"/>
                </a:lnTo>
                <a:lnTo>
                  <a:pt x="10761" y="6844"/>
                </a:lnTo>
                <a:close/>
                <a:moveTo>
                  <a:pt x="2651" y="0"/>
                </a:moveTo>
                <a:lnTo>
                  <a:pt x="2410" y="62"/>
                </a:lnTo>
                <a:lnTo>
                  <a:pt x="2250" y="250"/>
                </a:lnTo>
                <a:lnTo>
                  <a:pt x="1928" y="1318"/>
                </a:lnTo>
                <a:lnTo>
                  <a:pt x="1766" y="2386"/>
                </a:lnTo>
                <a:lnTo>
                  <a:pt x="1766" y="3579"/>
                </a:lnTo>
                <a:lnTo>
                  <a:pt x="1928" y="3956"/>
                </a:lnTo>
                <a:lnTo>
                  <a:pt x="1206" y="4081"/>
                </a:lnTo>
                <a:lnTo>
                  <a:pt x="803" y="4206"/>
                </a:lnTo>
                <a:lnTo>
                  <a:pt x="484" y="4394"/>
                </a:lnTo>
                <a:lnTo>
                  <a:pt x="403" y="4458"/>
                </a:lnTo>
                <a:lnTo>
                  <a:pt x="322" y="4583"/>
                </a:lnTo>
                <a:lnTo>
                  <a:pt x="81" y="4834"/>
                </a:lnTo>
                <a:lnTo>
                  <a:pt x="81" y="6656"/>
                </a:lnTo>
                <a:lnTo>
                  <a:pt x="0" y="6781"/>
                </a:lnTo>
                <a:lnTo>
                  <a:pt x="81" y="6969"/>
                </a:lnTo>
                <a:lnTo>
                  <a:pt x="162" y="7597"/>
                </a:lnTo>
                <a:lnTo>
                  <a:pt x="241" y="9482"/>
                </a:lnTo>
                <a:lnTo>
                  <a:pt x="241" y="10172"/>
                </a:lnTo>
                <a:lnTo>
                  <a:pt x="403" y="10487"/>
                </a:lnTo>
                <a:lnTo>
                  <a:pt x="563" y="10800"/>
                </a:lnTo>
                <a:lnTo>
                  <a:pt x="803" y="11052"/>
                </a:lnTo>
                <a:lnTo>
                  <a:pt x="1044" y="11240"/>
                </a:lnTo>
                <a:lnTo>
                  <a:pt x="1366" y="11428"/>
                </a:lnTo>
                <a:lnTo>
                  <a:pt x="1688" y="11553"/>
                </a:lnTo>
                <a:lnTo>
                  <a:pt x="2410" y="11742"/>
                </a:lnTo>
                <a:lnTo>
                  <a:pt x="3213" y="11868"/>
                </a:lnTo>
                <a:lnTo>
                  <a:pt x="4577" y="11993"/>
                </a:lnTo>
                <a:lnTo>
                  <a:pt x="5862" y="12056"/>
                </a:lnTo>
                <a:lnTo>
                  <a:pt x="5702" y="12433"/>
                </a:lnTo>
                <a:lnTo>
                  <a:pt x="5702" y="14631"/>
                </a:lnTo>
                <a:lnTo>
                  <a:pt x="5862" y="15761"/>
                </a:lnTo>
                <a:lnTo>
                  <a:pt x="6184" y="17896"/>
                </a:lnTo>
                <a:lnTo>
                  <a:pt x="6665" y="19967"/>
                </a:lnTo>
                <a:lnTo>
                  <a:pt x="6825" y="20407"/>
                </a:lnTo>
                <a:lnTo>
                  <a:pt x="7066" y="20722"/>
                </a:lnTo>
                <a:lnTo>
                  <a:pt x="7388" y="20972"/>
                </a:lnTo>
                <a:lnTo>
                  <a:pt x="7869" y="21223"/>
                </a:lnTo>
                <a:lnTo>
                  <a:pt x="8272" y="21348"/>
                </a:lnTo>
                <a:lnTo>
                  <a:pt x="8753" y="21475"/>
                </a:lnTo>
                <a:lnTo>
                  <a:pt x="9797" y="21600"/>
                </a:lnTo>
                <a:lnTo>
                  <a:pt x="10358" y="21537"/>
                </a:lnTo>
                <a:lnTo>
                  <a:pt x="10839" y="21412"/>
                </a:lnTo>
                <a:lnTo>
                  <a:pt x="11242" y="21223"/>
                </a:lnTo>
                <a:lnTo>
                  <a:pt x="11564" y="20910"/>
                </a:lnTo>
                <a:lnTo>
                  <a:pt x="11884" y="20595"/>
                </a:lnTo>
                <a:lnTo>
                  <a:pt x="12045" y="20219"/>
                </a:lnTo>
                <a:lnTo>
                  <a:pt x="12205" y="19842"/>
                </a:lnTo>
                <a:lnTo>
                  <a:pt x="12286" y="19465"/>
                </a:lnTo>
                <a:lnTo>
                  <a:pt x="12286" y="18460"/>
                </a:lnTo>
                <a:lnTo>
                  <a:pt x="12124" y="17394"/>
                </a:lnTo>
                <a:lnTo>
                  <a:pt x="12124" y="16326"/>
                </a:lnTo>
                <a:lnTo>
                  <a:pt x="12365" y="15321"/>
                </a:lnTo>
                <a:lnTo>
                  <a:pt x="12527" y="14819"/>
                </a:lnTo>
                <a:lnTo>
                  <a:pt x="12768" y="14316"/>
                </a:lnTo>
                <a:lnTo>
                  <a:pt x="13090" y="13815"/>
                </a:lnTo>
                <a:lnTo>
                  <a:pt x="13330" y="13626"/>
                </a:lnTo>
                <a:lnTo>
                  <a:pt x="13571" y="13438"/>
                </a:lnTo>
                <a:lnTo>
                  <a:pt x="13731" y="13375"/>
                </a:lnTo>
                <a:lnTo>
                  <a:pt x="13812" y="13375"/>
                </a:lnTo>
                <a:lnTo>
                  <a:pt x="14131" y="13500"/>
                </a:lnTo>
                <a:lnTo>
                  <a:pt x="14293" y="13688"/>
                </a:lnTo>
                <a:lnTo>
                  <a:pt x="14453" y="13940"/>
                </a:lnTo>
                <a:lnTo>
                  <a:pt x="14534" y="14191"/>
                </a:lnTo>
                <a:lnTo>
                  <a:pt x="14453" y="14504"/>
                </a:lnTo>
                <a:lnTo>
                  <a:pt x="14372" y="15069"/>
                </a:lnTo>
                <a:lnTo>
                  <a:pt x="14293" y="15761"/>
                </a:lnTo>
                <a:lnTo>
                  <a:pt x="14372" y="16138"/>
                </a:lnTo>
                <a:lnTo>
                  <a:pt x="14453" y="16514"/>
                </a:lnTo>
                <a:lnTo>
                  <a:pt x="14613" y="16891"/>
                </a:lnTo>
                <a:lnTo>
                  <a:pt x="14856" y="17204"/>
                </a:lnTo>
                <a:lnTo>
                  <a:pt x="15257" y="17394"/>
                </a:lnTo>
                <a:lnTo>
                  <a:pt x="15657" y="17582"/>
                </a:lnTo>
                <a:lnTo>
                  <a:pt x="16301" y="17707"/>
                </a:lnTo>
                <a:lnTo>
                  <a:pt x="17023" y="17771"/>
                </a:lnTo>
                <a:lnTo>
                  <a:pt x="18468" y="17771"/>
                </a:lnTo>
                <a:lnTo>
                  <a:pt x="19834" y="17644"/>
                </a:lnTo>
                <a:lnTo>
                  <a:pt x="21197" y="17394"/>
                </a:lnTo>
                <a:lnTo>
                  <a:pt x="21359" y="17331"/>
                </a:lnTo>
                <a:lnTo>
                  <a:pt x="21519" y="17204"/>
                </a:lnTo>
                <a:lnTo>
                  <a:pt x="21600" y="17016"/>
                </a:lnTo>
                <a:lnTo>
                  <a:pt x="21519" y="16891"/>
                </a:lnTo>
                <a:lnTo>
                  <a:pt x="21438" y="16702"/>
                </a:lnTo>
                <a:lnTo>
                  <a:pt x="21278" y="16577"/>
                </a:lnTo>
                <a:lnTo>
                  <a:pt x="21118" y="16514"/>
                </a:lnTo>
                <a:lnTo>
                  <a:pt x="20878" y="16514"/>
                </a:lnTo>
                <a:lnTo>
                  <a:pt x="19593" y="16702"/>
                </a:lnTo>
                <a:lnTo>
                  <a:pt x="18227" y="16827"/>
                </a:lnTo>
                <a:lnTo>
                  <a:pt x="16942" y="16827"/>
                </a:lnTo>
                <a:lnTo>
                  <a:pt x="16301" y="16766"/>
                </a:lnTo>
                <a:lnTo>
                  <a:pt x="15979" y="16639"/>
                </a:lnTo>
                <a:lnTo>
                  <a:pt x="15738" y="16514"/>
                </a:lnTo>
                <a:lnTo>
                  <a:pt x="15578" y="16389"/>
                </a:lnTo>
                <a:lnTo>
                  <a:pt x="15497" y="16201"/>
                </a:lnTo>
                <a:lnTo>
                  <a:pt x="15497" y="15258"/>
                </a:lnTo>
                <a:lnTo>
                  <a:pt x="15578" y="14881"/>
                </a:lnTo>
                <a:lnTo>
                  <a:pt x="15657" y="14504"/>
                </a:lnTo>
                <a:lnTo>
                  <a:pt x="15657" y="14128"/>
                </a:lnTo>
                <a:lnTo>
                  <a:pt x="15578" y="13751"/>
                </a:lnTo>
                <a:lnTo>
                  <a:pt x="15416" y="13438"/>
                </a:lnTo>
                <a:lnTo>
                  <a:pt x="15257" y="13123"/>
                </a:lnTo>
                <a:lnTo>
                  <a:pt x="14935" y="12871"/>
                </a:lnTo>
                <a:lnTo>
                  <a:pt x="14613" y="12683"/>
                </a:lnTo>
                <a:lnTo>
                  <a:pt x="14293" y="12558"/>
                </a:lnTo>
                <a:lnTo>
                  <a:pt x="13972" y="12495"/>
                </a:lnTo>
                <a:lnTo>
                  <a:pt x="13571" y="12495"/>
                </a:lnTo>
                <a:lnTo>
                  <a:pt x="13168" y="12558"/>
                </a:lnTo>
                <a:lnTo>
                  <a:pt x="12768" y="12746"/>
                </a:lnTo>
                <a:lnTo>
                  <a:pt x="12365" y="12998"/>
                </a:lnTo>
                <a:lnTo>
                  <a:pt x="12045" y="13375"/>
                </a:lnTo>
                <a:lnTo>
                  <a:pt x="11805" y="13751"/>
                </a:lnTo>
                <a:lnTo>
                  <a:pt x="11564" y="14191"/>
                </a:lnTo>
                <a:lnTo>
                  <a:pt x="11242" y="15008"/>
                </a:lnTo>
                <a:lnTo>
                  <a:pt x="11001" y="15886"/>
                </a:lnTo>
                <a:lnTo>
                  <a:pt x="10920" y="16766"/>
                </a:lnTo>
                <a:lnTo>
                  <a:pt x="11001" y="17644"/>
                </a:lnTo>
                <a:lnTo>
                  <a:pt x="11080" y="18585"/>
                </a:lnTo>
                <a:lnTo>
                  <a:pt x="11080" y="19717"/>
                </a:lnTo>
                <a:lnTo>
                  <a:pt x="11001" y="19967"/>
                </a:lnTo>
                <a:lnTo>
                  <a:pt x="10839" y="20155"/>
                </a:lnTo>
                <a:lnTo>
                  <a:pt x="10680" y="20345"/>
                </a:lnTo>
                <a:lnTo>
                  <a:pt x="10439" y="20470"/>
                </a:lnTo>
                <a:lnTo>
                  <a:pt x="10198" y="20595"/>
                </a:lnTo>
                <a:lnTo>
                  <a:pt x="9876" y="20658"/>
                </a:lnTo>
                <a:lnTo>
                  <a:pt x="9557" y="20658"/>
                </a:lnTo>
                <a:lnTo>
                  <a:pt x="8994" y="20534"/>
                </a:lnTo>
                <a:lnTo>
                  <a:pt x="8351" y="20407"/>
                </a:lnTo>
                <a:lnTo>
                  <a:pt x="8110" y="20282"/>
                </a:lnTo>
                <a:lnTo>
                  <a:pt x="7869" y="20094"/>
                </a:lnTo>
                <a:lnTo>
                  <a:pt x="7790" y="19842"/>
                </a:lnTo>
                <a:lnTo>
                  <a:pt x="7709" y="19590"/>
                </a:lnTo>
                <a:lnTo>
                  <a:pt x="7228" y="17582"/>
                </a:lnTo>
                <a:lnTo>
                  <a:pt x="6906" y="15509"/>
                </a:lnTo>
                <a:lnTo>
                  <a:pt x="6665" y="13500"/>
                </a:lnTo>
                <a:lnTo>
                  <a:pt x="6665" y="12810"/>
                </a:lnTo>
                <a:lnTo>
                  <a:pt x="6584" y="12433"/>
                </a:lnTo>
                <a:lnTo>
                  <a:pt x="6424" y="12056"/>
                </a:lnTo>
                <a:lnTo>
                  <a:pt x="7388" y="12056"/>
                </a:lnTo>
                <a:lnTo>
                  <a:pt x="8272" y="11993"/>
                </a:lnTo>
                <a:lnTo>
                  <a:pt x="9235" y="11930"/>
                </a:lnTo>
                <a:lnTo>
                  <a:pt x="10117" y="11742"/>
                </a:lnTo>
                <a:lnTo>
                  <a:pt x="10520" y="11617"/>
                </a:lnTo>
                <a:lnTo>
                  <a:pt x="10839" y="11428"/>
                </a:lnTo>
                <a:lnTo>
                  <a:pt x="11161" y="11302"/>
                </a:lnTo>
                <a:lnTo>
                  <a:pt x="11402" y="11113"/>
                </a:lnTo>
                <a:lnTo>
                  <a:pt x="11884" y="10612"/>
                </a:lnTo>
                <a:lnTo>
                  <a:pt x="12124" y="10108"/>
                </a:lnTo>
                <a:lnTo>
                  <a:pt x="12365" y="9544"/>
                </a:lnTo>
                <a:lnTo>
                  <a:pt x="12527" y="8917"/>
                </a:lnTo>
                <a:lnTo>
                  <a:pt x="12527" y="8225"/>
                </a:lnTo>
                <a:lnTo>
                  <a:pt x="12446" y="6907"/>
                </a:lnTo>
                <a:lnTo>
                  <a:pt x="12365" y="6091"/>
                </a:lnTo>
                <a:lnTo>
                  <a:pt x="12205" y="5274"/>
                </a:lnTo>
                <a:lnTo>
                  <a:pt x="12124" y="4773"/>
                </a:lnTo>
                <a:lnTo>
                  <a:pt x="12045" y="4583"/>
                </a:lnTo>
                <a:lnTo>
                  <a:pt x="11964" y="4394"/>
                </a:lnTo>
                <a:lnTo>
                  <a:pt x="11884" y="4144"/>
                </a:lnTo>
                <a:lnTo>
                  <a:pt x="11724" y="4018"/>
                </a:lnTo>
                <a:lnTo>
                  <a:pt x="11323" y="3829"/>
                </a:lnTo>
                <a:lnTo>
                  <a:pt x="11001" y="3768"/>
                </a:lnTo>
                <a:lnTo>
                  <a:pt x="10761" y="3768"/>
                </a:lnTo>
                <a:lnTo>
                  <a:pt x="10680" y="3829"/>
                </a:lnTo>
                <a:lnTo>
                  <a:pt x="10038" y="3829"/>
                </a:lnTo>
                <a:lnTo>
                  <a:pt x="10117" y="1381"/>
                </a:lnTo>
                <a:lnTo>
                  <a:pt x="10038" y="942"/>
                </a:lnTo>
                <a:lnTo>
                  <a:pt x="9957" y="753"/>
                </a:lnTo>
                <a:lnTo>
                  <a:pt x="9876" y="565"/>
                </a:lnTo>
                <a:lnTo>
                  <a:pt x="9716" y="440"/>
                </a:lnTo>
                <a:lnTo>
                  <a:pt x="9476" y="377"/>
                </a:lnTo>
                <a:lnTo>
                  <a:pt x="9235" y="313"/>
                </a:lnTo>
                <a:lnTo>
                  <a:pt x="8913" y="377"/>
                </a:lnTo>
                <a:lnTo>
                  <a:pt x="8351" y="565"/>
                </a:lnTo>
                <a:lnTo>
                  <a:pt x="8110" y="690"/>
                </a:lnTo>
                <a:lnTo>
                  <a:pt x="7950" y="878"/>
                </a:lnTo>
                <a:lnTo>
                  <a:pt x="7709" y="1255"/>
                </a:lnTo>
                <a:lnTo>
                  <a:pt x="7549" y="1695"/>
                </a:lnTo>
                <a:lnTo>
                  <a:pt x="7628" y="2260"/>
                </a:lnTo>
                <a:lnTo>
                  <a:pt x="7709" y="2825"/>
                </a:lnTo>
                <a:lnTo>
                  <a:pt x="7790" y="3264"/>
                </a:lnTo>
                <a:lnTo>
                  <a:pt x="8031" y="3704"/>
                </a:lnTo>
                <a:lnTo>
                  <a:pt x="4577" y="3704"/>
                </a:lnTo>
                <a:lnTo>
                  <a:pt x="4498" y="2323"/>
                </a:lnTo>
                <a:lnTo>
                  <a:pt x="4417" y="878"/>
                </a:lnTo>
                <a:lnTo>
                  <a:pt x="4417" y="628"/>
                </a:lnTo>
                <a:lnTo>
                  <a:pt x="4257" y="377"/>
                </a:lnTo>
                <a:lnTo>
                  <a:pt x="4095" y="250"/>
                </a:lnTo>
                <a:lnTo>
                  <a:pt x="3855" y="125"/>
                </a:lnTo>
                <a:lnTo>
                  <a:pt x="3614" y="62"/>
                </a:lnTo>
                <a:lnTo>
                  <a:pt x="3292" y="0"/>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192" name="Google Shape;515;p10"/>
          <p:cNvSpPr/>
          <p:nvPr/>
        </p:nvSpPr>
        <p:spPr>
          <a:xfrm>
            <a:off x="8801759" y="790299"/>
            <a:ext cx="377709" cy="4265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866" y="0"/>
                </a:moveTo>
                <a:lnTo>
                  <a:pt x="8866" y="53"/>
                </a:lnTo>
                <a:lnTo>
                  <a:pt x="9045" y="1791"/>
                </a:lnTo>
                <a:lnTo>
                  <a:pt x="9103" y="1896"/>
                </a:lnTo>
                <a:lnTo>
                  <a:pt x="9163" y="2002"/>
                </a:lnTo>
                <a:lnTo>
                  <a:pt x="9342" y="2054"/>
                </a:lnTo>
                <a:lnTo>
                  <a:pt x="9462" y="2002"/>
                </a:lnTo>
                <a:lnTo>
                  <a:pt x="10889" y="1264"/>
                </a:lnTo>
                <a:lnTo>
                  <a:pt x="10771" y="1844"/>
                </a:lnTo>
                <a:lnTo>
                  <a:pt x="10711" y="2371"/>
                </a:lnTo>
                <a:lnTo>
                  <a:pt x="10711" y="2950"/>
                </a:lnTo>
                <a:lnTo>
                  <a:pt x="10771" y="3530"/>
                </a:lnTo>
                <a:lnTo>
                  <a:pt x="10829" y="3688"/>
                </a:lnTo>
                <a:lnTo>
                  <a:pt x="10949" y="3740"/>
                </a:lnTo>
                <a:lnTo>
                  <a:pt x="11068" y="3793"/>
                </a:lnTo>
                <a:lnTo>
                  <a:pt x="11186" y="3846"/>
                </a:lnTo>
                <a:lnTo>
                  <a:pt x="11306" y="3793"/>
                </a:lnTo>
                <a:lnTo>
                  <a:pt x="11425" y="3740"/>
                </a:lnTo>
                <a:lnTo>
                  <a:pt x="11485" y="3635"/>
                </a:lnTo>
                <a:lnTo>
                  <a:pt x="11485" y="3530"/>
                </a:lnTo>
                <a:lnTo>
                  <a:pt x="11425" y="3266"/>
                </a:lnTo>
                <a:lnTo>
                  <a:pt x="11364" y="2634"/>
                </a:lnTo>
                <a:lnTo>
                  <a:pt x="11425" y="2002"/>
                </a:lnTo>
                <a:lnTo>
                  <a:pt x="11543" y="1370"/>
                </a:lnTo>
                <a:lnTo>
                  <a:pt x="11721" y="737"/>
                </a:lnTo>
                <a:lnTo>
                  <a:pt x="11663" y="579"/>
                </a:lnTo>
                <a:lnTo>
                  <a:pt x="11603" y="421"/>
                </a:lnTo>
                <a:lnTo>
                  <a:pt x="11425" y="369"/>
                </a:lnTo>
                <a:lnTo>
                  <a:pt x="11246" y="421"/>
                </a:lnTo>
                <a:lnTo>
                  <a:pt x="9580" y="1317"/>
                </a:lnTo>
                <a:lnTo>
                  <a:pt x="9520" y="1001"/>
                </a:lnTo>
                <a:lnTo>
                  <a:pt x="9402" y="685"/>
                </a:lnTo>
                <a:lnTo>
                  <a:pt x="9223" y="316"/>
                </a:lnTo>
                <a:lnTo>
                  <a:pt x="9045" y="0"/>
                </a:lnTo>
                <a:close/>
                <a:moveTo>
                  <a:pt x="14339" y="5479"/>
                </a:moveTo>
                <a:lnTo>
                  <a:pt x="14161" y="5531"/>
                </a:lnTo>
                <a:lnTo>
                  <a:pt x="14043" y="5637"/>
                </a:lnTo>
                <a:lnTo>
                  <a:pt x="13804" y="5953"/>
                </a:lnTo>
                <a:lnTo>
                  <a:pt x="13567" y="6164"/>
                </a:lnTo>
                <a:lnTo>
                  <a:pt x="13209" y="6427"/>
                </a:lnTo>
                <a:lnTo>
                  <a:pt x="12972" y="6690"/>
                </a:lnTo>
                <a:lnTo>
                  <a:pt x="12972" y="6848"/>
                </a:lnTo>
                <a:lnTo>
                  <a:pt x="13030" y="6901"/>
                </a:lnTo>
                <a:lnTo>
                  <a:pt x="13090" y="6954"/>
                </a:lnTo>
                <a:lnTo>
                  <a:pt x="13387" y="6954"/>
                </a:lnTo>
                <a:lnTo>
                  <a:pt x="13626" y="6901"/>
                </a:lnTo>
                <a:lnTo>
                  <a:pt x="13864" y="6796"/>
                </a:lnTo>
                <a:lnTo>
                  <a:pt x="14103" y="6690"/>
                </a:lnTo>
                <a:lnTo>
                  <a:pt x="14459" y="6322"/>
                </a:lnTo>
                <a:lnTo>
                  <a:pt x="14756" y="5953"/>
                </a:lnTo>
                <a:lnTo>
                  <a:pt x="14816" y="5848"/>
                </a:lnTo>
                <a:lnTo>
                  <a:pt x="14816" y="5690"/>
                </a:lnTo>
                <a:lnTo>
                  <a:pt x="14756" y="5584"/>
                </a:lnTo>
                <a:lnTo>
                  <a:pt x="14638" y="5531"/>
                </a:lnTo>
                <a:lnTo>
                  <a:pt x="14459" y="5479"/>
                </a:lnTo>
                <a:close/>
                <a:moveTo>
                  <a:pt x="238" y="4267"/>
                </a:moveTo>
                <a:lnTo>
                  <a:pt x="118" y="4320"/>
                </a:lnTo>
                <a:lnTo>
                  <a:pt x="60" y="4425"/>
                </a:lnTo>
                <a:lnTo>
                  <a:pt x="0" y="4636"/>
                </a:lnTo>
                <a:lnTo>
                  <a:pt x="60" y="5110"/>
                </a:lnTo>
                <a:lnTo>
                  <a:pt x="178" y="5848"/>
                </a:lnTo>
                <a:lnTo>
                  <a:pt x="357" y="6532"/>
                </a:lnTo>
                <a:lnTo>
                  <a:pt x="417" y="6638"/>
                </a:lnTo>
                <a:lnTo>
                  <a:pt x="535" y="6743"/>
                </a:lnTo>
                <a:lnTo>
                  <a:pt x="834" y="6743"/>
                </a:lnTo>
                <a:lnTo>
                  <a:pt x="1904" y="6058"/>
                </a:lnTo>
                <a:lnTo>
                  <a:pt x="2023" y="6954"/>
                </a:lnTo>
                <a:lnTo>
                  <a:pt x="2083" y="7166"/>
                </a:lnTo>
                <a:lnTo>
                  <a:pt x="2143" y="7428"/>
                </a:lnTo>
                <a:lnTo>
                  <a:pt x="2261" y="7639"/>
                </a:lnTo>
                <a:lnTo>
                  <a:pt x="2321" y="7691"/>
                </a:lnTo>
                <a:lnTo>
                  <a:pt x="2500" y="7744"/>
                </a:lnTo>
                <a:lnTo>
                  <a:pt x="2618" y="7744"/>
                </a:lnTo>
                <a:lnTo>
                  <a:pt x="2736" y="7691"/>
                </a:lnTo>
                <a:lnTo>
                  <a:pt x="2797" y="7639"/>
                </a:lnTo>
                <a:lnTo>
                  <a:pt x="2857" y="7533"/>
                </a:lnTo>
                <a:lnTo>
                  <a:pt x="2857" y="7428"/>
                </a:lnTo>
                <a:lnTo>
                  <a:pt x="2797" y="7270"/>
                </a:lnTo>
                <a:lnTo>
                  <a:pt x="2797" y="7217"/>
                </a:lnTo>
                <a:lnTo>
                  <a:pt x="2736" y="7112"/>
                </a:lnTo>
                <a:lnTo>
                  <a:pt x="2678" y="6532"/>
                </a:lnTo>
                <a:lnTo>
                  <a:pt x="2618" y="6006"/>
                </a:lnTo>
                <a:lnTo>
                  <a:pt x="2558" y="5479"/>
                </a:lnTo>
                <a:lnTo>
                  <a:pt x="2558" y="5321"/>
                </a:lnTo>
                <a:lnTo>
                  <a:pt x="2380" y="5215"/>
                </a:lnTo>
                <a:lnTo>
                  <a:pt x="2201" y="5215"/>
                </a:lnTo>
                <a:lnTo>
                  <a:pt x="2023" y="5268"/>
                </a:lnTo>
                <a:lnTo>
                  <a:pt x="1427" y="5584"/>
                </a:lnTo>
                <a:lnTo>
                  <a:pt x="892" y="5953"/>
                </a:lnTo>
                <a:lnTo>
                  <a:pt x="535" y="4741"/>
                </a:lnTo>
                <a:lnTo>
                  <a:pt x="477" y="4425"/>
                </a:lnTo>
                <a:lnTo>
                  <a:pt x="357" y="4267"/>
                </a:lnTo>
                <a:close/>
                <a:moveTo>
                  <a:pt x="13626" y="3846"/>
                </a:moveTo>
                <a:lnTo>
                  <a:pt x="16422" y="7428"/>
                </a:lnTo>
                <a:lnTo>
                  <a:pt x="16482" y="7482"/>
                </a:lnTo>
                <a:lnTo>
                  <a:pt x="16422" y="7533"/>
                </a:lnTo>
                <a:lnTo>
                  <a:pt x="15709" y="8060"/>
                </a:lnTo>
                <a:lnTo>
                  <a:pt x="14935" y="8641"/>
                </a:lnTo>
                <a:lnTo>
                  <a:pt x="14281" y="9061"/>
                </a:lnTo>
                <a:lnTo>
                  <a:pt x="13924" y="8641"/>
                </a:lnTo>
                <a:lnTo>
                  <a:pt x="11306" y="5531"/>
                </a:lnTo>
                <a:lnTo>
                  <a:pt x="12495" y="4794"/>
                </a:lnTo>
                <a:lnTo>
                  <a:pt x="13030" y="4372"/>
                </a:lnTo>
                <a:lnTo>
                  <a:pt x="13567" y="3951"/>
                </a:lnTo>
                <a:lnTo>
                  <a:pt x="13626" y="3846"/>
                </a:lnTo>
                <a:close/>
                <a:moveTo>
                  <a:pt x="4046" y="10378"/>
                </a:moveTo>
                <a:lnTo>
                  <a:pt x="3927" y="10485"/>
                </a:lnTo>
                <a:lnTo>
                  <a:pt x="3927" y="10643"/>
                </a:lnTo>
                <a:lnTo>
                  <a:pt x="4344" y="11326"/>
                </a:lnTo>
                <a:lnTo>
                  <a:pt x="4046" y="11538"/>
                </a:lnTo>
                <a:lnTo>
                  <a:pt x="3987" y="11644"/>
                </a:lnTo>
                <a:lnTo>
                  <a:pt x="3927" y="11802"/>
                </a:lnTo>
                <a:lnTo>
                  <a:pt x="3927" y="11907"/>
                </a:lnTo>
                <a:lnTo>
                  <a:pt x="4046" y="11960"/>
                </a:lnTo>
                <a:lnTo>
                  <a:pt x="4226" y="12011"/>
                </a:lnTo>
                <a:lnTo>
                  <a:pt x="4344" y="11960"/>
                </a:lnTo>
                <a:lnTo>
                  <a:pt x="4641" y="11854"/>
                </a:lnTo>
                <a:lnTo>
                  <a:pt x="4761" y="12011"/>
                </a:lnTo>
                <a:lnTo>
                  <a:pt x="5118" y="12485"/>
                </a:lnTo>
                <a:lnTo>
                  <a:pt x="5355" y="12697"/>
                </a:lnTo>
                <a:lnTo>
                  <a:pt x="5475" y="12750"/>
                </a:lnTo>
                <a:lnTo>
                  <a:pt x="5653" y="12803"/>
                </a:lnTo>
                <a:lnTo>
                  <a:pt x="5771" y="12750"/>
                </a:lnTo>
                <a:lnTo>
                  <a:pt x="5831" y="12643"/>
                </a:lnTo>
                <a:lnTo>
                  <a:pt x="5891" y="12539"/>
                </a:lnTo>
                <a:lnTo>
                  <a:pt x="5831" y="12381"/>
                </a:lnTo>
                <a:lnTo>
                  <a:pt x="5771" y="12118"/>
                </a:lnTo>
                <a:lnTo>
                  <a:pt x="5355" y="11644"/>
                </a:lnTo>
                <a:lnTo>
                  <a:pt x="5236" y="11484"/>
                </a:lnTo>
                <a:lnTo>
                  <a:pt x="5771" y="11064"/>
                </a:lnTo>
                <a:lnTo>
                  <a:pt x="5831" y="10906"/>
                </a:lnTo>
                <a:lnTo>
                  <a:pt x="5831" y="10748"/>
                </a:lnTo>
                <a:lnTo>
                  <a:pt x="5771" y="10643"/>
                </a:lnTo>
                <a:lnTo>
                  <a:pt x="5653" y="10590"/>
                </a:lnTo>
                <a:lnTo>
                  <a:pt x="5535" y="10536"/>
                </a:lnTo>
                <a:lnTo>
                  <a:pt x="5415" y="10536"/>
                </a:lnTo>
                <a:lnTo>
                  <a:pt x="5236" y="10643"/>
                </a:lnTo>
                <a:lnTo>
                  <a:pt x="4819" y="10959"/>
                </a:lnTo>
                <a:lnTo>
                  <a:pt x="4284" y="10432"/>
                </a:lnTo>
                <a:lnTo>
                  <a:pt x="4166" y="10378"/>
                </a:lnTo>
                <a:close/>
                <a:moveTo>
                  <a:pt x="5176" y="8745"/>
                </a:moveTo>
                <a:lnTo>
                  <a:pt x="5831" y="9851"/>
                </a:lnTo>
                <a:lnTo>
                  <a:pt x="6485" y="10906"/>
                </a:lnTo>
                <a:lnTo>
                  <a:pt x="7201" y="11960"/>
                </a:lnTo>
                <a:lnTo>
                  <a:pt x="7973" y="12961"/>
                </a:lnTo>
                <a:lnTo>
                  <a:pt x="7736" y="13066"/>
                </a:lnTo>
                <a:lnTo>
                  <a:pt x="7497" y="13171"/>
                </a:lnTo>
                <a:lnTo>
                  <a:pt x="7081" y="13435"/>
                </a:lnTo>
                <a:lnTo>
                  <a:pt x="6128" y="13961"/>
                </a:lnTo>
                <a:lnTo>
                  <a:pt x="5713" y="14225"/>
                </a:lnTo>
                <a:lnTo>
                  <a:pt x="5535" y="14383"/>
                </a:lnTo>
                <a:lnTo>
                  <a:pt x="5296" y="14436"/>
                </a:lnTo>
                <a:lnTo>
                  <a:pt x="5236" y="14436"/>
                </a:lnTo>
                <a:lnTo>
                  <a:pt x="5176" y="14488"/>
                </a:lnTo>
                <a:lnTo>
                  <a:pt x="5176" y="14594"/>
                </a:lnTo>
                <a:lnTo>
                  <a:pt x="3927" y="12961"/>
                </a:lnTo>
                <a:lnTo>
                  <a:pt x="2857" y="11484"/>
                </a:lnTo>
                <a:lnTo>
                  <a:pt x="1726" y="10062"/>
                </a:lnTo>
                <a:lnTo>
                  <a:pt x="2261" y="9904"/>
                </a:lnTo>
                <a:lnTo>
                  <a:pt x="2797" y="9642"/>
                </a:lnTo>
                <a:lnTo>
                  <a:pt x="3809" y="9166"/>
                </a:lnTo>
                <a:lnTo>
                  <a:pt x="4046" y="9061"/>
                </a:lnTo>
                <a:lnTo>
                  <a:pt x="4284" y="9008"/>
                </a:lnTo>
                <a:lnTo>
                  <a:pt x="4761" y="8957"/>
                </a:lnTo>
                <a:lnTo>
                  <a:pt x="4998" y="8903"/>
                </a:lnTo>
                <a:lnTo>
                  <a:pt x="5176" y="8745"/>
                </a:lnTo>
                <a:close/>
                <a:moveTo>
                  <a:pt x="20648" y="15805"/>
                </a:moveTo>
                <a:lnTo>
                  <a:pt x="20528" y="16121"/>
                </a:lnTo>
                <a:lnTo>
                  <a:pt x="20409" y="15963"/>
                </a:lnTo>
                <a:lnTo>
                  <a:pt x="20648" y="15805"/>
                </a:lnTo>
                <a:close/>
                <a:moveTo>
                  <a:pt x="15648" y="18597"/>
                </a:moveTo>
                <a:lnTo>
                  <a:pt x="15769" y="18808"/>
                </a:lnTo>
                <a:lnTo>
                  <a:pt x="15947" y="19072"/>
                </a:lnTo>
                <a:lnTo>
                  <a:pt x="16125" y="19335"/>
                </a:lnTo>
                <a:lnTo>
                  <a:pt x="16364" y="19493"/>
                </a:lnTo>
                <a:lnTo>
                  <a:pt x="16304" y="19493"/>
                </a:lnTo>
                <a:lnTo>
                  <a:pt x="15648" y="19756"/>
                </a:lnTo>
                <a:lnTo>
                  <a:pt x="15648" y="19598"/>
                </a:lnTo>
                <a:lnTo>
                  <a:pt x="15530" y="19440"/>
                </a:lnTo>
                <a:lnTo>
                  <a:pt x="15292" y="19282"/>
                </a:lnTo>
                <a:lnTo>
                  <a:pt x="15173" y="19072"/>
                </a:lnTo>
                <a:lnTo>
                  <a:pt x="15055" y="18861"/>
                </a:lnTo>
                <a:lnTo>
                  <a:pt x="14995" y="18650"/>
                </a:lnTo>
                <a:lnTo>
                  <a:pt x="15648" y="18597"/>
                </a:lnTo>
                <a:close/>
                <a:moveTo>
                  <a:pt x="10771" y="18439"/>
                </a:moveTo>
                <a:lnTo>
                  <a:pt x="10532" y="19282"/>
                </a:lnTo>
                <a:lnTo>
                  <a:pt x="10412" y="20125"/>
                </a:lnTo>
                <a:lnTo>
                  <a:pt x="10412" y="20336"/>
                </a:lnTo>
                <a:lnTo>
                  <a:pt x="9997" y="20020"/>
                </a:lnTo>
                <a:lnTo>
                  <a:pt x="9937" y="20020"/>
                </a:lnTo>
                <a:lnTo>
                  <a:pt x="9937" y="19598"/>
                </a:lnTo>
                <a:lnTo>
                  <a:pt x="9997" y="19177"/>
                </a:lnTo>
                <a:lnTo>
                  <a:pt x="10115" y="18808"/>
                </a:lnTo>
                <a:lnTo>
                  <a:pt x="10294" y="18492"/>
                </a:lnTo>
                <a:lnTo>
                  <a:pt x="10771" y="18439"/>
                </a:lnTo>
                <a:close/>
                <a:moveTo>
                  <a:pt x="11900" y="18914"/>
                </a:moveTo>
                <a:lnTo>
                  <a:pt x="11781" y="18966"/>
                </a:lnTo>
                <a:lnTo>
                  <a:pt x="11721" y="19019"/>
                </a:lnTo>
                <a:lnTo>
                  <a:pt x="11485" y="19704"/>
                </a:lnTo>
                <a:lnTo>
                  <a:pt x="11364" y="20073"/>
                </a:lnTo>
                <a:lnTo>
                  <a:pt x="11364" y="20547"/>
                </a:lnTo>
                <a:lnTo>
                  <a:pt x="11425" y="20652"/>
                </a:lnTo>
                <a:lnTo>
                  <a:pt x="11543" y="20757"/>
                </a:lnTo>
                <a:lnTo>
                  <a:pt x="11663" y="20810"/>
                </a:lnTo>
                <a:lnTo>
                  <a:pt x="11781" y="20863"/>
                </a:lnTo>
                <a:lnTo>
                  <a:pt x="11900" y="20863"/>
                </a:lnTo>
                <a:lnTo>
                  <a:pt x="12020" y="20757"/>
                </a:lnTo>
                <a:lnTo>
                  <a:pt x="12138" y="20652"/>
                </a:lnTo>
                <a:lnTo>
                  <a:pt x="12138" y="20494"/>
                </a:lnTo>
                <a:lnTo>
                  <a:pt x="12078" y="20336"/>
                </a:lnTo>
                <a:lnTo>
                  <a:pt x="11960" y="20283"/>
                </a:lnTo>
                <a:lnTo>
                  <a:pt x="11960" y="19862"/>
                </a:lnTo>
                <a:lnTo>
                  <a:pt x="12020" y="19072"/>
                </a:lnTo>
                <a:lnTo>
                  <a:pt x="11960" y="18966"/>
                </a:lnTo>
                <a:lnTo>
                  <a:pt x="11900" y="18914"/>
                </a:lnTo>
                <a:close/>
                <a:moveTo>
                  <a:pt x="16899" y="8060"/>
                </a:moveTo>
                <a:lnTo>
                  <a:pt x="18148" y="9642"/>
                </a:lnTo>
                <a:lnTo>
                  <a:pt x="18743" y="10432"/>
                </a:lnTo>
                <a:lnTo>
                  <a:pt x="19339" y="11222"/>
                </a:lnTo>
                <a:lnTo>
                  <a:pt x="19874" y="12169"/>
                </a:lnTo>
                <a:lnTo>
                  <a:pt x="20113" y="12697"/>
                </a:lnTo>
                <a:lnTo>
                  <a:pt x="20349" y="13224"/>
                </a:lnTo>
                <a:lnTo>
                  <a:pt x="20469" y="13751"/>
                </a:lnTo>
                <a:lnTo>
                  <a:pt x="20588" y="14278"/>
                </a:lnTo>
                <a:lnTo>
                  <a:pt x="20648" y="14804"/>
                </a:lnTo>
                <a:lnTo>
                  <a:pt x="20648" y="15331"/>
                </a:lnTo>
                <a:lnTo>
                  <a:pt x="19992" y="15700"/>
                </a:lnTo>
                <a:lnTo>
                  <a:pt x="19932" y="15753"/>
                </a:lnTo>
                <a:lnTo>
                  <a:pt x="19874" y="15858"/>
                </a:lnTo>
                <a:lnTo>
                  <a:pt x="19932" y="15911"/>
                </a:lnTo>
                <a:lnTo>
                  <a:pt x="19992" y="16016"/>
                </a:lnTo>
                <a:lnTo>
                  <a:pt x="20171" y="16332"/>
                </a:lnTo>
                <a:lnTo>
                  <a:pt x="20291" y="16438"/>
                </a:lnTo>
                <a:lnTo>
                  <a:pt x="20409" y="16543"/>
                </a:lnTo>
                <a:lnTo>
                  <a:pt x="20231" y="16912"/>
                </a:lnTo>
                <a:lnTo>
                  <a:pt x="19992" y="17280"/>
                </a:lnTo>
                <a:lnTo>
                  <a:pt x="19219" y="16754"/>
                </a:lnTo>
                <a:lnTo>
                  <a:pt x="19100" y="16701"/>
                </a:lnTo>
                <a:lnTo>
                  <a:pt x="18982" y="16754"/>
                </a:lnTo>
                <a:lnTo>
                  <a:pt x="18922" y="16859"/>
                </a:lnTo>
                <a:lnTo>
                  <a:pt x="18982" y="16964"/>
                </a:lnTo>
                <a:lnTo>
                  <a:pt x="19696" y="17702"/>
                </a:lnTo>
                <a:lnTo>
                  <a:pt x="19219" y="18123"/>
                </a:lnTo>
                <a:lnTo>
                  <a:pt x="19160" y="18018"/>
                </a:lnTo>
                <a:lnTo>
                  <a:pt x="18922" y="17807"/>
                </a:lnTo>
                <a:lnTo>
                  <a:pt x="18683" y="17597"/>
                </a:lnTo>
                <a:lnTo>
                  <a:pt x="18445" y="17333"/>
                </a:lnTo>
                <a:lnTo>
                  <a:pt x="18327" y="17070"/>
                </a:lnTo>
                <a:lnTo>
                  <a:pt x="18208" y="17017"/>
                </a:lnTo>
                <a:lnTo>
                  <a:pt x="18148" y="16964"/>
                </a:lnTo>
                <a:lnTo>
                  <a:pt x="18030" y="17017"/>
                </a:lnTo>
                <a:lnTo>
                  <a:pt x="17970" y="17122"/>
                </a:lnTo>
                <a:lnTo>
                  <a:pt x="17970" y="17386"/>
                </a:lnTo>
                <a:lnTo>
                  <a:pt x="18030" y="17597"/>
                </a:lnTo>
                <a:lnTo>
                  <a:pt x="18148" y="17860"/>
                </a:lnTo>
                <a:lnTo>
                  <a:pt x="18267" y="18071"/>
                </a:lnTo>
                <a:lnTo>
                  <a:pt x="18445" y="18281"/>
                </a:lnTo>
                <a:lnTo>
                  <a:pt x="18683" y="18492"/>
                </a:lnTo>
                <a:lnTo>
                  <a:pt x="18030" y="18808"/>
                </a:lnTo>
                <a:lnTo>
                  <a:pt x="18088" y="18650"/>
                </a:lnTo>
                <a:lnTo>
                  <a:pt x="18088" y="18439"/>
                </a:lnTo>
                <a:lnTo>
                  <a:pt x="17970" y="18334"/>
                </a:lnTo>
                <a:lnTo>
                  <a:pt x="17791" y="18176"/>
                </a:lnTo>
                <a:lnTo>
                  <a:pt x="17731" y="18176"/>
                </a:lnTo>
                <a:lnTo>
                  <a:pt x="17613" y="18229"/>
                </a:lnTo>
                <a:lnTo>
                  <a:pt x="17613" y="18334"/>
                </a:lnTo>
                <a:lnTo>
                  <a:pt x="17553" y="18281"/>
                </a:lnTo>
                <a:lnTo>
                  <a:pt x="17018" y="17860"/>
                </a:lnTo>
                <a:lnTo>
                  <a:pt x="16899" y="17755"/>
                </a:lnTo>
                <a:lnTo>
                  <a:pt x="16779" y="17807"/>
                </a:lnTo>
                <a:lnTo>
                  <a:pt x="16721" y="17913"/>
                </a:lnTo>
                <a:lnTo>
                  <a:pt x="16721" y="18018"/>
                </a:lnTo>
                <a:lnTo>
                  <a:pt x="17018" y="18439"/>
                </a:lnTo>
                <a:lnTo>
                  <a:pt x="17374" y="18966"/>
                </a:lnTo>
                <a:lnTo>
                  <a:pt x="17494" y="19072"/>
                </a:lnTo>
                <a:lnTo>
                  <a:pt x="16839" y="19282"/>
                </a:lnTo>
                <a:lnTo>
                  <a:pt x="16839" y="19177"/>
                </a:lnTo>
                <a:lnTo>
                  <a:pt x="16779" y="19072"/>
                </a:lnTo>
                <a:lnTo>
                  <a:pt x="16601" y="18861"/>
                </a:lnTo>
                <a:lnTo>
                  <a:pt x="16304" y="18545"/>
                </a:lnTo>
                <a:lnTo>
                  <a:pt x="16065" y="18229"/>
                </a:lnTo>
                <a:lnTo>
                  <a:pt x="15947" y="18123"/>
                </a:lnTo>
                <a:lnTo>
                  <a:pt x="15769" y="18123"/>
                </a:lnTo>
                <a:lnTo>
                  <a:pt x="15233" y="18229"/>
                </a:lnTo>
                <a:lnTo>
                  <a:pt x="14756" y="18281"/>
                </a:lnTo>
                <a:lnTo>
                  <a:pt x="14638" y="18334"/>
                </a:lnTo>
                <a:lnTo>
                  <a:pt x="14578" y="18439"/>
                </a:lnTo>
                <a:lnTo>
                  <a:pt x="14578" y="18545"/>
                </a:lnTo>
                <a:lnTo>
                  <a:pt x="14638" y="18650"/>
                </a:lnTo>
                <a:lnTo>
                  <a:pt x="14638" y="19019"/>
                </a:lnTo>
                <a:lnTo>
                  <a:pt x="14756" y="19388"/>
                </a:lnTo>
                <a:lnTo>
                  <a:pt x="14816" y="19598"/>
                </a:lnTo>
                <a:lnTo>
                  <a:pt x="14935" y="19756"/>
                </a:lnTo>
                <a:lnTo>
                  <a:pt x="15113" y="19862"/>
                </a:lnTo>
                <a:lnTo>
                  <a:pt x="15292" y="19915"/>
                </a:lnTo>
                <a:lnTo>
                  <a:pt x="14578" y="20178"/>
                </a:lnTo>
                <a:lnTo>
                  <a:pt x="14518" y="20073"/>
                </a:lnTo>
                <a:lnTo>
                  <a:pt x="14281" y="19967"/>
                </a:lnTo>
                <a:lnTo>
                  <a:pt x="14221" y="19967"/>
                </a:lnTo>
                <a:lnTo>
                  <a:pt x="13983" y="19440"/>
                </a:lnTo>
                <a:lnTo>
                  <a:pt x="13804" y="19230"/>
                </a:lnTo>
                <a:lnTo>
                  <a:pt x="13567" y="18966"/>
                </a:lnTo>
                <a:lnTo>
                  <a:pt x="13507" y="18966"/>
                </a:lnTo>
                <a:lnTo>
                  <a:pt x="13507" y="19388"/>
                </a:lnTo>
                <a:lnTo>
                  <a:pt x="13567" y="19756"/>
                </a:lnTo>
                <a:lnTo>
                  <a:pt x="13804" y="20494"/>
                </a:lnTo>
                <a:lnTo>
                  <a:pt x="13090" y="20757"/>
                </a:lnTo>
                <a:lnTo>
                  <a:pt x="13030" y="20336"/>
                </a:lnTo>
                <a:lnTo>
                  <a:pt x="12912" y="19967"/>
                </a:lnTo>
                <a:lnTo>
                  <a:pt x="12852" y="19440"/>
                </a:lnTo>
                <a:lnTo>
                  <a:pt x="12852" y="18966"/>
                </a:lnTo>
                <a:lnTo>
                  <a:pt x="12794" y="18861"/>
                </a:lnTo>
                <a:lnTo>
                  <a:pt x="12674" y="18808"/>
                </a:lnTo>
                <a:lnTo>
                  <a:pt x="12615" y="18808"/>
                </a:lnTo>
                <a:lnTo>
                  <a:pt x="12495" y="18914"/>
                </a:lnTo>
                <a:lnTo>
                  <a:pt x="12437" y="19440"/>
                </a:lnTo>
                <a:lnTo>
                  <a:pt x="12377" y="19967"/>
                </a:lnTo>
                <a:lnTo>
                  <a:pt x="12437" y="20441"/>
                </a:lnTo>
                <a:lnTo>
                  <a:pt x="12437" y="20652"/>
                </a:lnTo>
                <a:lnTo>
                  <a:pt x="12555" y="20863"/>
                </a:lnTo>
                <a:lnTo>
                  <a:pt x="12138" y="20915"/>
                </a:lnTo>
                <a:lnTo>
                  <a:pt x="11663" y="20863"/>
                </a:lnTo>
                <a:lnTo>
                  <a:pt x="11364" y="20757"/>
                </a:lnTo>
                <a:lnTo>
                  <a:pt x="11008" y="20652"/>
                </a:lnTo>
                <a:lnTo>
                  <a:pt x="11068" y="20336"/>
                </a:lnTo>
                <a:lnTo>
                  <a:pt x="11128" y="19598"/>
                </a:lnTo>
                <a:lnTo>
                  <a:pt x="11128" y="18334"/>
                </a:lnTo>
                <a:lnTo>
                  <a:pt x="11068" y="18229"/>
                </a:lnTo>
                <a:lnTo>
                  <a:pt x="10889" y="18176"/>
                </a:lnTo>
                <a:lnTo>
                  <a:pt x="10294" y="18229"/>
                </a:lnTo>
                <a:lnTo>
                  <a:pt x="10234" y="18176"/>
                </a:lnTo>
                <a:lnTo>
                  <a:pt x="10115" y="18229"/>
                </a:lnTo>
                <a:lnTo>
                  <a:pt x="9877" y="18545"/>
                </a:lnTo>
                <a:lnTo>
                  <a:pt x="9640" y="18861"/>
                </a:lnTo>
                <a:lnTo>
                  <a:pt x="9520" y="19230"/>
                </a:lnTo>
                <a:lnTo>
                  <a:pt x="9402" y="19546"/>
                </a:lnTo>
                <a:lnTo>
                  <a:pt x="8746" y="18966"/>
                </a:lnTo>
                <a:lnTo>
                  <a:pt x="9223" y="18439"/>
                </a:lnTo>
                <a:lnTo>
                  <a:pt x="9640" y="17913"/>
                </a:lnTo>
                <a:lnTo>
                  <a:pt x="9640" y="17649"/>
                </a:lnTo>
                <a:lnTo>
                  <a:pt x="9520" y="17544"/>
                </a:lnTo>
                <a:lnTo>
                  <a:pt x="9223" y="17544"/>
                </a:lnTo>
                <a:lnTo>
                  <a:pt x="9103" y="17649"/>
                </a:lnTo>
                <a:lnTo>
                  <a:pt x="8450" y="18597"/>
                </a:lnTo>
                <a:lnTo>
                  <a:pt x="8033" y="18123"/>
                </a:lnTo>
                <a:lnTo>
                  <a:pt x="8331" y="17913"/>
                </a:lnTo>
                <a:lnTo>
                  <a:pt x="8628" y="17649"/>
                </a:lnTo>
                <a:lnTo>
                  <a:pt x="8866" y="17333"/>
                </a:lnTo>
                <a:lnTo>
                  <a:pt x="9045" y="17017"/>
                </a:lnTo>
                <a:lnTo>
                  <a:pt x="9045" y="16859"/>
                </a:lnTo>
                <a:lnTo>
                  <a:pt x="8985" y="16754"/>
                </a:lnTo>
                <a:lnTo>
                  <a:pt x="8925" y="16701"/>
                </a:lnTo>
                <a:lnTo>
                  <a:pt x="8628" y="16701"/>
                </a:lnTo>
                <a:lnTo>
                  <a:pt x="8568" y="16806"/>
                </a:lnTo>
                <a:lnTo>
                  <a:pt x="7794" y="17807"/>
                </a:lnTo>
                <a:lnTo>
                  <a:pt x="7201" y="17122"/>
                </a:lnTo>
                <a:lnTo>
                  <a:pt x="7379" y="16964"/>
                </a:lnTo>
                <a:lnTo>
                  <a:pt x="7914" y="16385"/>
                </a:lnTo>
                <a:lnTo>
                  <a:pt x="8450" y="15753"/>
                </a:lnTo>
                <a:lnTo>
                  <a:pt x="8450" y="15647"/>
                </a:lnTo>
                <a:lnTo>
                  <a:pt x="8510" y="15595"/>
                </a:lnTo>
                <a:lnTo>
                  <a:pt x="8568" y="15489"/>
                </a:lnTo>
                <a:lnTo>
                  <a:pt x="8568" y="15384"/>
                </a:lnTo>
                <a:lnTo>
                  <a:pt x="8450" y="15279"/>
                </a:lnTo>
                <a:lnTo>
                  <a:pt x="8271" y="15226"/>
                </a:lnTo>
                <a:lnTo>
                  <a:pt x="8153" y="15226"/>
                </a:lnTo>
                <a:lnTo>
                  <a:pt x="8033" y="15279"/>
                </a:lnTo>
                <a:lnTo>
                  <a:pt x="7379" y="16121"/>
                </a:lnTo>
                <a:lnTo>
                  <a:pt x="7022" y="16596"/>
                </a:lnTo>
                <a:lnTo>
                  <a:pt x="6962" y="16490"/>
                </a:lnTo>
                <a:lnTo>
                  <a:pt x="6724" y="16490"/>
                </a:lnTo>
                <a:lnTo>
                  <a:pt x="6307" y="16016"/>
                </a:lnTo>
                <a:lnTo>
                  <a:pt x="7022" y="15542"/>
                </a:lnTo>
                <a:lnTo>
                  <a:pt x="7379" y="15331"/>
                </a:lnTo>
                <a:lnTo>
                  <a:pt x="7676" y="15015"/>
                </a:lnTo>
                <a:lnTo>
                  <a:pt x="7736" y="14962"/>
                </a:lnTo>
                <a:lnTo>
                  <a:pt x="7794" y="14857"/>
                </a:lnTo>
                <a:lnTo>
                  <a:pt x="7676" y="14699"/>
                </a:lnTo>
                <a:lnTo>
                  <a:pt x="7557" y="14594"/>
                </a:lnTo>
                <a:lnTo>
                  <a:pt x="7437" y="14594"/>
                </a:lnTo>
                <a:lnTo>
                  <a:pt x="7319" y="14646"/>
                </a:lnTo>
                <a:lnTo>
                  <a:pt x="6962" y="14857"/>
                </a:lnTo>
                <a:lnTo>
                  <a:pt x="6605" y="15120"/>
                </a:lnTo>
                <a:lnTo>
                  <a:pt x="6010" y="15647"/>
                </a:lnTo>
                <a:lnTo>
                  <a:pt x="5282" y="14704"/>
                </a:lnTo>
                <a:lnTo>
                  <a:pt x="5653" y="14752"/>
                </a:lnTo>
                <a:lnTo>
                  <a:pt x="6070" y="14699"/>
                </a:lnTo>
                <a:lnTo>
                  <a:pt x="6307" y="14594"/>
                </a:lnTo>
                <a:lnTo>
                  <a:pt x="6605" y="14436"/>
                </a:lnTo>
                <a:lnTo>
                  <a:pt x="7081" y="14172"/>
                </a:lnTo>
                <a:lnTo>
                  <a:pt x="7736" y="13856"/>
                </a:lnTo>
                <a:lnTo>
                  <a:pt x="8093" y="13698"/>
                </a:lnTo>
                <a:lnTo>
                  <a:pt x="8390" y="13487"/>
                </a:lnTo>
                <a:lnTo>
                  <a:pt x="9819" y="15331"/>
                </a:lnTo>
                <a:lnTo>
                  <a:pt x="10354" y="15963"/>
                </a:lnTo>
                <a:lnTo>
                  <a:pt x="10889" y="16596"/>
                </a:lnTo>
                <a:lnTo>
                  <a:pt x="11186" y="16859"/>
                </a:lnTo>
                <a:lnTo>
                  <a:pt x="11543" y="17122"/>
                </a:lnTo>
                <a:lnTo>
                  <a:pt x="11900" y="17333"/>
                </a:lnTo>
                <a:lnTo>
                  <a:pt x="12317" y="17491"/>
                </a:lnTo>
                <a:lnTo>
                  <a:pt x="12674" y="17597"/>
                </a:lnTo>
                <a:lnTo>
                  <a:pt x="13090" y="17649"/>
                </a:lnTo>
                <a:lnTo>
                  <a:pt x="13864" y="17649"/>
                </a:lnTo>
                <a:lnTo>
                  <a:pt x="14221" y="17597"/>
                </a:lnTo>
                <a:lnTo>
                  <a:pt x="14578" y="17491"/>
                </a:lnTo>
                <a:lnTo>
                  <a:pt x="14935" y="17386"/>
                </a:lnTo>
                <a:lnTo>
                  <a:pt x="15292" y="17228"/>
                </a:lnTo>
                <a:lnTo>
                  <a:pt x="15709" y="17017"/>
                </a:lnTo>
                <a:lnTo>
                  <a:pt x="16005" y="16754"/>
                </a:lnTo>
                <a:lnTo>
                  <a:pt x="16304" y="16490"/>
                </a:lnTo>
                <a:lnTo>
                  <a:pt x="16542" y="16174"/>
                </a:lnTo>
                <a:lnTo>
                  <a:pt x="16721" y="15858"/>
                </a:lnTo>
                <a:lnTo>
                  <a:pt x="16899" y="15542"/>
                </a:lnTo>
                <a:lnTo>
                  <a:pt x="17018" y="15173"/>
                </a:lnTo>
                <a:lnTo>
                  <a:pt x="17078" y="14857"/>
                </a:lnTo>
                <a:lnTo>
                  <a:pt x="17136" y="14120"/>
                </a:lnTo>
                <a:lnTo>
                  <a:pt x="17078" y="13382"/>
                </a:lnTo>
                <a:lnTo>
                  <a:pt x="16899" y="12643"/>
                </a:lnTo>
                <a:lnTo>
                  <a:pt x="16601" y="11960"/>
                </a:lnTo>
                <a:lnTo>
                  <a:pt x="16185" y="11326"/>
                </a:lnTo>
                <a:lnTo>
                  <a:pt x="15709" y="10748"/>
                </a:lnTo>
                <a:lnTo>
                  <a:pt x="14756" y="9535"/>
                </a:lnTo>
                <a:lnTo>
                  <a:pt x="15173" y="9326"/>
                </a:lnTo>
                <a:lnTo>
                  <a:pt x="15530" y="9115"/>
                </a:lnTo>
                <a:lnTo>
                  <a:pt x="16244" y="8587"/>
                </a:lnTo>
                <a:lnTo>
                  <a:pt x="16899" y="8060"/>
                </a:lnTo>
                <a:close/>
                <a:moveTo>
                  <a:pt x="13626" y="2950"/>
                </a:moveTo>
                <a:lnTo>
                  <a:pt x="13447" y="3003"/>
                </a:lnTo>
                <a:lnTo>
                  <a:pt x="13329" y="3108"/>
                </a:lnTo>
                <a:lnTo>
                  <a:pt x="13269" y="3161"/>
                </a:lnTo>
                <a:lnTo>
                  <a:pt x="13269" y="3424"/>
                </a:lnTo>
                <a:lnTo>
                  <a:pt x="13150" y="3477"/>
                </a:lnTo>
                <a:lnTo>
                  <a:pt x="13030" y="3530"/>
                </a:lnTo>
                <a:lnTo>
                  <a:pt x="11841" y="4372"/>
                </a:lnTo>
                <a:lnTo>
                  <a:pt x="11186" y="4794"/>
                </a:lnTo>
                <a:lnTo>
                  <a:pt x="10591" y="5163"/>
                </a:lnTo>
                <a:lnTo>
                  <a:pt x="10472" y="5268"/>
                </a:lnTo>
                <a:lnTo>
                  <a:pt x="10412" y="5373"/>
                </a:lnTo>
                <a:lnTo>
                  <a:pt x="10412" y="5637"/>
                </a:lnTo>
                <a:lnTo>
                  <a:pt x="13864" y="9589"/>
                </a:lnTo>
                <a:lnTo>
                  <a:pt x="13864" y="9693"/>
                </a:lnTo>
                <a:lnTo>
                  <a:pt x="13983" y="9746"/>
                </a:lnTo>
                <a:lnTo>
                  <a:pt x="15233" y="11275"/>
                </a:lnTo>
                <a:lnTo>
                  <a:pt x="15709" y="11907"/>
                </a:lnTo>
                <a:lnTo>
                  <a:pt x="16065" y="12592"/>
                </a:lnTo>
                <a:lnTo>
                  <a:pt x="16244" y="12961"/>
                </a:lnTo>
                <a:lnTo>
                  <a:pt x="16364" y="13329"/>
                </a:lnTo>
                <a:lnTo>
                  <a:pt x="16422" y="13698"/>
                </a:lnTo>
                <a:lnTo>
                  <a:pt x="16422" y="14488"/>
                </a:lnTo>
                <a:lnTo>
                  <a:pt x="16364" y="14804"/>
                </a:lnTo>
                <a:lnTo>
                  <a:pt x="16244" y="15173"/>
                </a:lnTo>
                <a:lnTo>
                  <a:pt x="16065" y="15489"/>
                </a:lnTo>
                <a:lnTo>
                  <a:pt x="15887" y="15805"/>
                </a:lnTo>
                <a:lnTo>
                  <a:pt x="15648" y="16069"/>
                </a:lnTo>
                <a:lnTo>
                  <a:pt x="15352" y="16332"/>
                </a:lnTo>
                <a:lnTo>
                  <a:pt x="15055" y="16596"/>
                </a:lnTo>
                <a:lnTo>
                  <a:pt x="14756" y="16754"/>
                </a:lnTo>
                <a:lnTo>
                  <a:pt x="14399" y="16859"/>
                </a:lnTo>
                <a:lnTo>
                  <a:pt x="14043" y="16912"/>
                </a:lnTo>
                <a:lnTo>
                  <a:pt x="13686" y="16964"/>
                </a:lnTo>
                <a:lnTo>
                  <a:pt x="12972" y="16964"/>
                </a:lnTo>
                <a:lnTo>
                  <a:pt x="12674" y="16859"/>
                </a:lnTo>
                <a:lnTo>
                  <a:pt x="12317" y="16754"/>
                </a:lnTo>
                <a:lnTo>
                  <a:pt x="11960" y="16543"/>
                </a:lnTo>
                <a:lnTo>
                  <a:pt x="11603" y="16332"/>
                </a:lnTo>
                <a:lnTo>
                  <a:pt x="11306" y="16016"/>
                </a:lnTo>
                <a:lnTo>
                  <a:pt x="11068" y="15700"/>
                </a:lnTo>
                <a:lnTo>
                  <a:pt x="9819" y="14225"/>
                </a:lnTo>
                <a:lnTo>
                  <a:pt x="8688" y="12750"/>
                </a:lnTo>
                <a:lnTo>
                  <a:pt x="7557" y="11222"/>
                </a:lnTo>
                <a:lnTo>
                  <a:pt x="6545" y="9642"/>
                </a:lnTo>
                <a:lnTo>
                  <a:pt x="6070" y="8850"/>
                </a:lnTo>
                <a:lnTo>
                  <a:pt x="5653" y="8060"/>
                </a:lnTo>
                <a:lnTo>
                  <a:pt x="5535" y="7955"/>
                </a:lnTo>
                <a:lnTo>
                  <a:pt x="5355" y="7902"/>
                </a:lnTo>
                <a:lnTo>
                  <a:pt x="5176" y="7902"/>
                </a:lnTo>
                <a:lnTo>
                  <a:pt x="5058" y="8007"/>
                </a:lnTo>
                <a:lnTo>
                  <a:pt x="4879" y="8167"/>
                </a:lnTo>
                <a:lnTo>
                  <a:pt x="4641" y="8271"/>
                </a:lnTo>
                <a:lnTo>
                  <a:pt x="4404" y="8376"/>
                </a:lnTo>
                <a:lnTo>
                  <a:pt x="4166" y="8376"/>
                </a:lnTo>
                <a:lnTo>
                  <a:pt x="3927" y="8429"/>
                </a:lnTo>
                <a:lnTo>
                  <a:pt x="3689" y="8483"/>
                </a:lnTo>
                <a:lnTo>
                  <a:pt x="3273" y="8692"/>
                </a:lnTo>
                <a:lnTo>
                  <a:pt x="2321" y="9219"/>
                </a:lnTo>
                <a:lnTo>
                  <a:pt x="1844" y="9484"/>
                </a:lnTo>
                <a:lnTo>
                  <a:pt x="1427" y="9800"/>
                </a:lnTo>
                <a:lnTo>
                  <a:pt x="1249" y="9800"/>
                </a:lnTo>
                <a:lnTo>
                  <a:pt x="1131" y="9904"/>
                </a:lnTo>
                <a:lnTo>
                  <a:pt x="1071" y="10009"/>
                </a:lnTo>
                <a:lnTo>
                  <a:pt x="1131" y="10167"/>
                </a:lnTo>
                <a:lnTo>
                  <a:pt x="1786" y="11222"/>
                </a:lnTo>
                <a:lnTo>
                  <a:pt x="2500" y="12276"/>
                </a:lnTo>
                <a:lnTo>
                  <a:pt x="3987" y="14278"/>
                </a:lnTo>
                <a:lnTo>
                  <a:pt x="5535" y="16279"/>
                </a:lnTo>
                <a:lnTo>
                  <a:pt x="7141" y="18229"/>
                </a:lnTo>
                <a:lnTo>
                  <a:pt x="8093" y="19282"/>
                </a:lnTo>
                <a:lnTo>
                  <a:pt x="8033" y="19282"/>
                </a:lnTo>
                <a:lnTo>
                  <a:pt x="8033" y="19388"/>
                </a:lnTo>
                <a:lnTo>
                  <a:pt x="8093" y="19440"/>
                </a:lnTo>
                <a:lnTo>
                  <a:pt x="8153" y="19493"/>
                </a:lnTo>
                <a:lnTo>
                  <a:pt x="8271" y="19440"/>
                </a:lnTo>
                <a:lnTo>
                  <a:pt x="8806" y="20020"/>
                </a:lnTo>
                <a:lnTo>
                  <a:pt x="9402" y="20547"/>
                </a:lnTo>
                <a:lnTo>
                  <a:pt x="9462" y="20599"/>
                </a:lnTo>
                <a:lnTo>
                  <a:pt x="9580" y="20652"/>
                </a:lnTo>
                <a:lnTo>
                  <a:pt x="9937" y="20915"/>
                </a:lnTo>
                <a:lnTo>
                  <a:pt x="10354" y="21126"/>
                </a:lnTo>
                <a:lnTo>
                  <a:pt x="10771" y="21337"/>
                </a:lnTo>
                <a:lnTo>
                  <a:pt x="11246" y="21495"/>
                </a:lnTo>
                <a:lnTo>
                  <a:pt x="11721" y="21600"/>
                </a:lnTo>
                <a:lnTo>
                  <a:pt x="12734" y="21600"/>
                </a:lnTo>
                <a:lnTo>
                  <a:pt x="13269" y="21495"/>
                </a:lnTo>
                <a:lnTo>
                  <a:pt x="13804" y="21284"/>
                </a:lnTo>
                <a:lnTo>
                  <a:pt x="14399" y="21073"/>
                </a:lnTo>
                <a:lnTo>
                  <a:pt x="15530" y="20599"/>
                </a:lnTo>
                <a:lnTo>
                  <a:pt x="18030" y="19651"/>
                </a:lnTo>
                <a:lnTo>
                  <a:pt x="18803" y="19282"/>
                </a:lnTo>
                <a:lnTo>
                  <a:pt x="19457" y="18914"/>
                </a:lnTo>
                <a:lnTo>
                  <a:pt x="20113" y="18439"/>
                </a:lnTo>
                <a:lnTo>
                  <a:pt x="20648" y="17860"/>
                </a:lnTo>
                <a:lnTo>
                  <a:pt x="20945" y="17438"/>
                </a:lnTo>
                <a:lnTo>
                  <a:pt x="21183" y="17017"/>
                </a:lnTo>
                <a:lnTo>
                  <a:pt x="21362" y="16543"/>
                </a:lnTo>
                <a:lnTo>
                  <a:pt x="21480" y="16069"/>
                </a:lnTo>
                <a:lnTo>
                  <a:pt x="21540" y="15595"/>
                </a:lnTo>
                <a:lnTo>
                  <a:pt x="21600" y="15120"/>
                </a:lnTo>
                <a:lnTo>
                  <a:pt x="21540" y="14646"/>
                </a:lnTo>
                <a:lnTo>
                  <a:pt x="21480" y="14172"/>
                </a:lnTo>
                <a:lnTo>
                  <a:pt x="21362" y="13698"/>
                </a:lnTo>
                <a:lnTo>
                  <a:pt x="21242" y="13224"/>
                </a:lnTo>
                <a:lnTo>
                  <a:pt x="20885" y="12327"/>
                </a:lnTo>
                <a:lnTo>
                  <a:pt x="20409" y="11433"/>
                </a:lnTo>
                <a:lnTo>
                  <a:pt x="19874" y="10590"/>
                </a:lnTo>
                <a:lnTo>
                  <a:pt x="19279" y="9800"/>
                </a:lnTo>
                <a:lnTo>
                  <a:pt x="16661" y="6427"/>
                </a:lnTo>
                <a:lnTo>
                  <a:pt x="14043" y="3108"/>
                </a:lnTo>
                <a:lnTo>
                  <a:pt x="13924" y="3003"/>
                </a:lnTo>
                <a:lnTo>
                  <a:pt x="13746" y="2950"/>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193" name="Google Shape;516;p10"/>
          <p:cNvSpPr/>
          <p:nvPr/>
        </p:nvSpPr>
        <p:spPr>
          <a:xfrm>
            <a:off x="258962" y="4957957"/>
            <a:ext cx="386021" cy="25803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453" y="0"/>
                </a:moveTo>
                <a:lnTo>
                  <a:pt x="7279" y="176"/>
                </a:lnTo>
                <a:lnTo>
                  <a:pt x="6755" y="1045"/>
                </a:lnTo>
                <a:lnTo>
                  <a:pt x="6347" y="2004"/>
                </a:lnTo>
                <a:lnTo>
                  <a:pt x="5939" y="2961"/>
                </a:lnTo>
                <a:lnTo>
                  <a:pt x="5590" y="4008"/>
                </a:lnTo>
                <a:lnTo>
                  <a:pt x="5300" y="5053"/>
                </a:lnTo>
                <a:lnTo>
                  <a:pt x="5123" y="6185"/>
                </a:lnTo>
                <a:lnTo>
                  <a:pt x="4949" y="7316"/>
                </a:lnTo>
                <a:lnTo>
                  <a:pt x="4833" y="8536"/>
                </a:lnTo>
                <a:lnTo>
                  <a:pt x="4774" y="9146"/>
                </a:lnTo>
                <a:lnTo>
                  <a:pt x="4658" y="9669"/>
                </a:lnTo>
                <a:lnTo>
                  <a:pt x="4484" y="10279"/>
                </a:lnTo>
                <a:lnTo>
                  <a:pt x="4250" y="10713"/>
                </a:lnTo>
                <a:lnTo>
                  <a:pt x="4135" y="10975"/>
                </a:lnTo>
                <a:lnTo>
                  <a:pt x="3960" y="11062"/>
                </a:lnTo>
                <a:lnTo>
                  <a:pt x="3611" y="11236"/>
                </a:lnTo>
                <a:lnTo>
                  <a:pt x="2912" y="11236"/>
                </a:lnTo>
                <a:lnTo>
                  <a:pt x="2446" y="11062"/>
                </a:lnTo>
                <a:lnTo>
                  <a:pt x="1573" y="11062"/>
                </a:lnTo>
                <a:lnTo>
                  <a:pt x="1398" y="11236"/>
                </a:lnTo>
                <a:lnTo>
                  <a:pt x="1224" y="11324"/>
                </a:lnTo>
                <a:lnTo>
                  <a:pt x="932" y="11236"/>
                </a:lnTo>
                <a:lnTo>
                  <a:pt x="641" y="11236"/>
                </a:lnTo>
                <a:lnTo>
                  <a:pt x="408" y="11409"/>
                </a:lnTo>
                <a:lnTo>
                  <a:pt x="117" y="11585"/>
                </a:lnTo>
                <a:lnTo>
                  <a:pt x="59" y="11758"/>
                </a:lnTo>
                <a:lnTo>
                  <a:pt x="0" y="11934"/>
                </a:lnTo>
                <a:lnTo>
                  <a:pt x="0" y="12280"/>
                </a:lnTo>
                <a:lnTo>
                  <a:pt x="59" y="12368"/>
                </a:lnTo>
                <a:lnTo>
                  <a:pt x="117" y="12456"/>
                </a:lnTo>
                <a:lnTo>
                  <a:pt x="233" y="12542"/>
                </a:lnTo>
                <a:lnTo>
                  <a:pt x="351" y="12456"/>
                </a:lnTo>
                <a:lnTo>
                  <a:pt x="816" y="12280"/>
                </a:lnTo>
                <a:lnTo>
                  <a:pt x="932" y="12542"/>
                </a:lnTo>
                <a:lnTo>
                  <a:pt x="1106" y="12717"/>
                </a:lnTo>
                <a:lnTo>
                  <a:pt x="1281" y="12717"/>
                </a:lnTo>
                <a:lnTo>
                  <a:pt x="1398" y="12629"/>
                </a:lnTo>
                <a:lnTo>
                  <a:pt x="1457" y="12542"/>
                </a:lnTo>
                <a:lnTo>
                  <a:pt x="1573" y="12368"/>
                </a:lnTo>
                <a:lnTo>
                  <a:pt x="1689" y="12280"/>
                </a:lnTo>
                <a:lnTo>
                  <a:pt x="1981" y="12195"/>
                </a:lnTo>
                <a:lnTo>
                  <a:pt x="2271" y="12280"/>
                </a:lnTo>
                <a:lnTo>
                  <a:pt x="2562" y="12368"/>
                </a:lnTo>
                <a:lnTo>
                  <a:pt x="3144" y="12542"/>
                </a:lnTo>
                <a:lnTo>
                  <a:pt x="3493" y="12542"/>
                </a:lnTo>
                <a:lnTo>
                  <a:pt x="3785" y="12456"/>
                </a:lnTo>
                <a:lnTo>
                  <a:pt x="4135" y="12368"/>
                </a:lnTo>
                <a:lnTo>
                  <a:pt x="4368" y="12195"/>
                </a:lnTo>
                <a:lnTo>
                  <a:pt x="4658" y="11934"/>
                </a:lnTo>
                <a:lnTo>
                  <a:pt x="4892" y="11585"/>
                </a:lnTo>
                <a:lnTo>
                  <a:pt x="5066" y="11236"/>
                </a:lnTo>
                <a:lnTo>
                  <a:pt x="5241" y="10801"/>
                </a:lnTo>
                <a:lnTo>
                  <a:pt x="5474" y="9930"/>
                </a:lnTo>
                <a:lnTo>
                  <a:pt x="5590" y="9320"/>
                </a:lnTo>
                <a:lnTo>
                  <a:pt x="5649" y="8709"/>
                </a:lnTo>
                <a:lnTo>
                  <a:pt x="5765" y="7403"/>
                </a:lnTo>
                <a:lnTo>
                  <a:pt x="5939" y="6271"/>
                </a:lnTo>
                <a:lnTo>
                  <a:pt x="6173" y="5226"/>
                </a:lnTo>
                <a:lnTo>
                  <a:pt x="6404" y="4355"/>
                </a:lnTo>
                <a:lnTo>
                  <a:pt x="6696" y="3483"/>
                </a:lnTo>
                <a:lnTo>
                  <a:pt x="6987" y="2700"/>
                </a:lnTo>
                <a:lnTo>
                  <a:pt x="7395" y="2004"/>
                </a:lnTo>
                <a:lnTo>
                  <a:pt x="8211" y="6793"/>
                </a:lnTo>
                <a:lnTo>
                  <a:pt x="8966" y="11497"/>
                </a:lnTo>
                <a:lnTo>
                  <a:pt x="9723" y="16288"/>
                </a:lnTo>
                <a:lnTo>
                  <a:pt x="10423" y="21165"/>
                </a:lnTo>
                <a:lnTo>
                  <a:pt x="10480" y="21339"/>
                </a:lnTo>
                <a:lnTo>
                  <a:pt x="10655" y="21515"/>
                </a:lnTo>
                <a:lnTo>
                  <a:pt x="10772" y="21600"/>
                </a:lnTo>
                <a:lnTo>
                  <a:pt x="10947" y="21600"/>
                </a:lnTo>
                <a:lnTo>
                  <a:pt x="11353" y="21339"/>
                </a:lnTo>
                <a:lnTo>
                  <a:pt x="11704" y="20904"/>
                </a:lnTo>
                <a:lnTo>
                  <a:pt x="11936" y="20467"/>
                </a:lnTo>
                <a:lnTo>
                  <a:pt x="12169" y="19860"/>
                </a:lnTo>
                <a:lnTo>
                  <a:pt x="12402" y="18988"/>
                </a:lnTo>
                <a:lnTo>
                  <a:pt x="12577" y="18029"/>
                </a:lnTo>
                <a:lnTo>
                  <a:pt x="12985" y="16201"/>
                </a:lnTo>
                <a:lnTo>
                  <a:pt x="14381" y="9407"/>
                </a:lnTo>
                <a:lnTo>
                  <a:pt x="14615" y="10540"/>
                </a:lnTo>
                <a:lnTo>
                  <a:pt x="14789" y="11758"/>
                </a:lnTo>
                <a:lnTo>
                  <a:pt x="14789" y="12019"/>
                </a:lnTo>
                <a:lnTo>
                  <a:pt x="14905" y="12195"/>
                </a:lnTo>
                <a:lnTo>
                  <a:pt x="15021" y="12368"/>
                </a:lnTo>
                <a:lnTo>
                  <a:pt x="15196" y="12368"/>
                </a:lnTo>
                <a:lnTo>
                  <a:pt x="19097" y="12019"/>
                </a:lnTo>
                <a:lnTo>
                  <a:pt x="19156" y="12195"/>
                </a:lnTo>
                <a:lnTo>
                  <a:pt x="19213" y="12368"/>
                </a:lnTo>
                <a:lnTo>
                  <a:pt x="19564" y="12717"/>
                </a:lnTo>
                <a:lnTo>
                  <a:pt x="19970" y="12891"/>
                </a:lnTo>
                <a:lnTo>
                  <a:pt x="20029" y="12979"/>
                </a:lnTo>
                <a:lnTo>
                  <a:pt x="20494" y="12979"/>
                </a:lnTo>
                <a:lnTo>
                  <a:pt x="20727" y="12891"/>
                </a:lnTo>
                <a:lnTo>
                  <a:pt x="20960" y="12629"/>
                </a:lnTo>
                <a:lnTo>
                  <a:pt x="21135" y="12368"/>
                </a:lnTo>
                <a:lnTo>
                  <a:pt x="21310" y="12019"/>
                </a:lnTo>
                <a:lnTo>
                  <a:pt x="21484" y="11670"/>
                </a:lnTo>
                <a:lnTo>
                  <a:pt x="21600" y="11236"/>
                </a:lnTo>
                <a:lnTo>
                  <a:pt x="21600" y="10801"/>
                </a:lnTo>
                <a:lnTo>
                  <a:pt x="21484" y="10540"/>
                </a:lnTo>
                <a:lnTo>
                  <a:pt x="21310" y="10191"/>
                </a:lnTo>
                <a:lnTo>
                  <a:pt x="21076" y="10018"/>
                </a:lnTo>
                <a:lnTo>
                  <a:pt x="20844" y="9842"/>
                </a:lnTo>
                <a:lnTo>
                  <a:pt x="20552" y="9669"/>
                </a:lnTo>
                <a:lnTo>
                  <a:pt x="20319" y="9669"/>
                </a:lnTo>
                <a:lnTo>
                  <a:pt x="20029" y="9754"/>
                </a:lnTo>
                <a:lnTo>
                  <a:pt x="19738" y="9930"/>
                </a:lnTo>
                <a:lnTo>
                  <a:pt x="19564" y="10103"/>
                </a:lnTo>
                <a:lnTo>
                  <a:pt x="19446" y="10279"/>
                </a:lnTo>
                <a:lnTo>
                  <a:pt x="19272" y="10713"/>
                </a:lnTo>
                <a:lnTo>
                  <a:pt x="15545" y="11062"/>
                </a:lnTo>
                <a:lnTo>
                  <a:pt x="15429" y="10103"/>
                </a:lnTo>
                <a:lnTo>
                  <a:pt x="15254" y="9146"/>
                </a:lnTo>
                <a:lnTo>
                  <a:pt x="15021" y="8187"/>
                </a:lnTo>
                <a:lnTo>
                  <a:pt x="14731" y="7230"/>
                </a:lnTo>
                <a:lnTo>
                  <a:pt x="14615" y="7054"/>
                </a:lnTo>
                <a:lnTo>
                  <a:pt x="14497" y="6969"/>
                </a:lnTo>
                <a:lnTo>
                  <a:pt x="14264" y="6969"/>
                </a:lnTo>
                <a:lnTo>
                  <a:pt x="14032" y="7054"/>
                </a:lnTo>
                <a:lnTo>
                  <a:pt x="13974" y="7230"/>
                </a:lnTo>
                <a:lnTo>
                  <a:pt x="13915" y="7403"/>
                </a:lnTo>
                <a:lnTo>
                  <a:pt x="12459" y="14284"/>
                </a:lnTo>
                <a:lnTo>
                  <a:pt x="11704" y="17943"/>
                </a:lnTo>
                <a:lnTo>
                  <a:pt x="11471" y="18988"/>
                </a:lnTo>
                <a:lnTo>
                  <a:pt x="11353" y="19511"/>
                </a:lnTo>
                <a:lnTo>
                  <a:pt x="11121" y="19945"/>
                </a:lnTo>
                <a:lnTo>
                  <a:pt x="10423" y="15068"/>
                </a:lnTo>
                <a:lnTo>
                  <a:pt x="9666" y="10191"/>
                </a:lnTo>
                <a:lnTo>
                  <a:pt x="8850" y="5314"/>
                </a:lnTo>
                <a:lnTo>
                  <a:pt x="7977" y="522"/>
                </a:lnTo>
                <a:lnTo>
                  <a:pt x="7861" y="176"/>
                </a:lnTo>
                <a:lnTo>
                  <a:pt x="7685" y="88"/>
                </a:lnTo>
                <a:lnTo>
                  <a:pt x="7453" y="0"/>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194" name="Google Shape;517;p10"/>
          <p:cNvSpPr/>
          <p:nvPr/>
        </p:nvSpPr>
        <p:spPr>
          <a:xfrm>
            <a:off x="8699373" y="1151407"/>
            <a:ext cx="174786" cy="1872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885" y="0"/>
                </a:moveTo>
                <a:lnTo>
                  <a:pt x="13759" y="121"/>
                </a:lnTo>
                <a:lnTo>
                  <a:pt x="13629" y="242"/>
                </a:lnTo>
                <a:lnTo>
                  <a:pt x="13629" y="481"/>
                </a:lnTo>
                <a:lnTo>
                  <a:pt x="12342" y="1560"/>
                </a:lnTo>
                <a:lnTo>
                  <a:pt x="11315" y="2640"/>
                </a:lnTo>
                <a:lnTo>
                  <a:pt x="9769" y="4200"/>
                </a:lnTo>
                <a:lnTo>
                  <a:pt x="8613" y="5401"/>
                </a:lnTo>
                <a:lnTo>
                  <a:pt x="7712" y="5162"/>
                </a:lnTo>
                <a:lnTo>
                  <a:pt x="4627" y="4321"/>
                </a:lnTo>
                <a:lnTo>
                  <a:pt x="3986" y="4200"/>
                </a:lnTo>
                <a:lnTo>
                  <a:pt x="2829" y="3961"/>
                </a:lnTo>
                <a:lnTo>
                  <a:pt x="2314" y="3840"/>
                </a:lnTo>
                <a:lnTo>
                  <a:pt x="1798" y="3961"/>
                </a:lnTo>
                <a:lnTo>
                  <a:pt x="1542" y="4083"/>
                </a:lnTo>
                <a:lnTo>
                  <a:pt x="1542" y="4442"/>
                </a:lnTo>
                <a:lnTo>
                  <a:pt x="1669" y="4802"/>
                </a:lnTo>
                <a:lnTo>
                  <a:pt x="1928" y="5041"/>
                </a:lnTo>
                <a:lnTo>
                  <a:pt x="2314" y="5280"/>
                </a:lnTo>
                <a:lnTo>
                  <a:pt x="2699" y="5401"/>
                </a:lnTo>
                <a:lnTo>
                  <a:pt x="3726" y="5761"/>
                </a:lnTo>
                <a:lnTo>
                  <a:pt x="4497" y="5882"/>
                </a:lnTo>
                <a:lnTo>
                  <a:pt x="7200" y="6601"/>
                </a:lnTo>
                <a:lnTo>
                  <a:pt x="7200" y="6840"/>
                </a:lnTo>
                <a:lnTo>
                  <a:pt x="7326" y="7082"/>
                </a:lnTo>
                <a:lnTo>
                  <a:pt x="7586" y="7321"/>
                </a:lnTo>
                <a:lnTo>
                  <a:pt x="7712" y="7321"/>
                </a:lnTo>
                <a:lnTo>
                  <a:pt x="7971" y="7442"/>
                </a:lnTo>
                <a:lnTo>
                  <a:pt x="8357" y="7321"/>
                </a:lnTo>
                <a:lnTo>
                  <a:pt x="8872" y="7082"/>
                </a:lnTo>
                <a:lnTo>
                  <a:pt x="9384" y="6961"/>
                </a:lnTo>
                <a:lnTo>
                  <a:pt x="9643" y="6840"/>
                </a:lnTo>
                <a:lnTo>
                  <a:pt x="9769" y="6722"/>
                </a:lnTo>
                <a:lnTo>
                  <a:pt x="9769" y="6242"/>
                </a:lnTo>
                <a:lnTo>
                  <a:pt x="10285" y="5761"/>
                </a:lnTo>
                <a:lnTo>
                  <a:pt x="11827" y="4200"/>
                </a:lnTo>
                <a:lnTo>
                  <a:pt x="13369" y="2522"/>
                </a:lnTo>
                <a:lnTo>
                  <a:pt x="13499" y="4560"/>
                </a:lnTo>
                <a:lnTo>
                  <a:pt x="13499" y="6840"/>
                </a:lnTo>
                <a:lnTo>
                  <a:pt x="13629" y="7920"/>
                </a:lnTo>
                <a:lnTo>
                  <a:pt x="13885" y="8522"/>
                </a:lnTo>
                <a:lnTo>
                  <a:pt x="14144" y="8999"/>
                </a:lnTo>
                <a:lnTo>
                  <a:pt x="14400" y="9241"/>
                </a:lnTo>
                <a:lnTo>
                  <a:pt x="14786" y="9241"/>
                </a:lnTo>
                <a:lnTo>
                  <a:pt x="15686" y="9840"/>
                </a:lnTo>
                <a:lnTo>
                  <a:pt x="16584" y="10321"/>
                </a:lnTo>
                <a:lnTo>
                  <a:pt x="17744" y="10681"/>
                </a:lnTo>
                <a:lnTo>
                  <a:pt x="18771" y="10919"/>
                </a:lnTo>
                <a:lnTo>
                  <a:pt x="18386" y="11161"/>
                </a:lnTo>
                <a:lnTo>
                  <a:pt x="16584" y="12002"/>
                </a:lnTo>
                <a:lnTo>
                  <a:pt x="15813" y="12362"/>
                </a:lnTo>
                <a:lnTo>
                  <a:pt x="15041" y="12840"/>
                </a:lnTo>
                <a:lnTo>
                  <a:pt x="14786" y="12840"/>
                </a:lnTo>
                <a:lnTo>
                  <a:pt x="14656" y="12961"/>
                </a:lnTo>
                <a:lnTo>
                  <a:pt x="14270" y="13320"/>
                </a:lnTo>
                <a:lnTo>
                  <a:pt x="13885" y="14040"/>
                </a:lnTo>
                <a:lnTo>
                  <a:pt x="13629" y="14881"/>
                </a:lnTo>
                <a:lnTo>
                  <a:pt x="13499" y="17282"/>
                </a:lnTo>
                <a:lnTo>
                  <a:pt x="13499" y="19801"/>
                </a:lnTo>
                <a:lnTo>
                  <a:pt x="12472" y="18721"/>
                </a:lnTo>
                <a:lnTo>
                  <a:pt x="11315" y="17642"/>
                </a:lnTo>
                <a:lnTo>
                  <a:pt x="9258" y="15601"/>
                </a:lnTo>
                <a:lnTo>
                  <a:pt x="8998" y="15241"/>
                </a:lnTo>
                <a:lnTo>
                  <a:pt x="8742" y="15002"/>
                </a:lnTo>
                <a:lnTo>
                  <a:pt x="8357" y="15002"/>
                </a:lnTo>
                <a:lnTo>
                  <a:pt x="8357" y="15120"/>
                </a:lnTo>
                <a:lnTo>
                  <a:pt x="8101" y="15120"/>
                </a:lnTo>
                <a:lnTo>
                  <a:pt x="6685" y="15601"/>
                </a:lnTo>
                <a:lnTo>
                  <a:pt x="5142" y="15839"/>
                </a:lnTo>
                <a:lnTo>
                  <a:pt x="3726" y="16081"/>
                </a:lnTo>
                <a:lnTo>
                  <a:pt x="2184" y="16199"/>
                </a:lnTo>
                <a:lnTo>
                  <a:pt x="3986" y="14161"/>
                </a:lnTo>
                <a:lnTo>
                  <a:pt x="4757" y="13082"/>
                </a:lnTo>
                <a:lnTo>
                  <a:pt x="5398" y="11881"/>
                </a:lnTo>
                <a:lnTo>
                  <a:pt x="5914" y="11760"/>
                </a:lnTo>
                <a:lnTo>
                  <a:pt x="6043" y="11639"/>
                </a:lnTo>
                <a:lnTo>
                  <a:pt x="6169" y="11400"/>
                </a:lnTo>
                <a:lnTo>
                  <a:pt x="6299" y="11279"/>
                </a:lnTo>
                <a:lnTo>
                  <a:pt x="6299" y="11040"/>
                </a:lnTo>
                <a:lnTo>
                  <a:pt x="6169" y="10802"/>
                </a:lnTo>
                <a:lnTo>
                  <a:pt x="6043" y="10681"/>
                </a:lnTo>
                <a:lnTo>
                  <a:pt x="5784" y="10560"/>
                </a:lnTo>
                <a:lnTo>
                  <a:pt x="5398" y="9961"/>
                </a:lnTo>
                <a:lnTo>
                  <a:pt x="4241" y="8041"/>
                </a:lnTo>
                <a:lnTo>
                  <a:pt x="2955" y="6242"/>
                </a:lnTo>
                <a:lnTo>
                  <a:pt x="2184" y="5401"/>
                </a:lnTo>
                <a:lnTo>
                  <a:pt x="1283" y="4681"/>
                </a:lnTo>
                <a:lnTo>
                  <a:pt x="897" y="4560"/>
                </a:lnTo>
                <a:lnTo>
                  <a:pt x="641" y="4681"/>
                </a:lnTo>
                <a:lnTo>
                  <a:pt x="386" y="4920"/>
                </a:lnTo>
                <a:lnTo>
                  <a:pt x="386" y="5280"/>
                </a:lnTo>
                <a:lnTo>
                  <a:pt x="1157" y="6363"/>
                </a:lnTo>
                <a:lnTo>
                  <a:pt x="1928" y="7321"/>
                </a:lnTo>
                <a:lnTo>
                  <a:pt x="2699" y="8280"/>
                </a:lnTo>
                <a:lnTo>
                  <a:pt x="3341" y="9241"/>
                </a:lnTo>
                <a:lnTo>
                  <a:pt x="3856" y="10321"/>
                </a:lnTo>
                <a:lnTo>
                  <a:pt x="4112" y="10919"/>
                </a:lnTo>
                <a:lnTo>
                  <a:pt x="4497" y="11521"/>
                </a:lnTo>
                <a:lnTo>
                  <a:pt x="3856" y="12002"/>
                </a:lnTo>
                <a:lnTo>
                  <a:pt x="3214" y="12480"/>
                </a:lnTo>
                <a:lnTo>
                  <a:pt x="2054" y="13801"/>
                </a:lnTo>
                <a:lnTo>
                  <a:pt x="1027" y="15120"/>
                </a:lnTo>
                <a:lnTo>
                  <a:pt x="126" y="16559"/>
                </a:lnTo>
                <a:lnTo>
                  <a:pt x="0" y="16919"/>
                </a:lnTo>
                <a:lnTo>
                  <a:pt x="0" y="17282"/>
                </a:lnTo>
                <a:lnTo>
                  <a:pt x="256" y="17521"/>
                </a:lnTo>
                <a:lnTo>
                  <a:pt x="641" y="17642"/>
                </a:lnTo>
                <a:lnTo>
                  <a:pt x="2569" y="17642"/>
                </a:lnTo>
                <a:lnTo>
                  <a:pt x="4497" y="17521"/>
                </a:lnTo>
                <a:lnTo>
                  <a:pt x="6429" y="17161"/>
                </a:lnTo>
                <a:lnTo>
                  <a:pt x="8227" y="16559"/>
                </a:lnTo>
                <a:lnTo>
                  <a:pt x="8998" y="17521"/>
                </a:lnTo>
                <a:lnTo>
                  <a:pt x="9769" y="18240"/>
                </a:lnTo>
                <a:lnTo>
                  <a:pt x="11315" y="20161"/>
                </a:lnTo>
                <a:lnTo>
                  <a:pt x="12213" y="20880"/>
                </a:lnTo>
                <a:lnTo>
                  <a:pt x="12728" y="21240"/>
                </a:lnTo>
                <a:lnTo>
                  <a:pt x="13243" y="21479"/>
                </a:lnTo>
                <a:lnTo>
                  <a:pt x="13629" y="21479"/>
                </a:lnTo>
                <a:lnTo>
                  <a:pt x="14144" y="21361"/>
                </a:lnTo>
                <a:lnTo>
                  <a:pt x="14530" y="21600"/>
                </a:lnTo>
                <a:lnTo>
                  <a:pt x="15041" y="21600"/>
                </a:lnTo>
                <a:lnTo>
                  <a:pt x="15301" y="21361"/>
                </a:lnTo>
                <a:lnTo>
                  <a:pt x="15427" y="21119"/>
                </a:lnTo>
                <a:lnTo>
                  <a:pt x="15557" y="20880"/>
                </a:lnTo>
                <a:lnTo>
                  <a:pt x="15427" y="20642"/>
                </a:lnTo>
                <a:lnTo>
                  <a:pt x="15301" y="20520"/>
                </a:lnTo>
                <a:lnTo>
                  <a:pt x="15171" y="20399"/>
                </a:lnTo>
                <a:lnTo>
                  <a:pt x="15041" y="19801"/>
                </a:lnTo>
                <a:lnTo>
                  <a:pt x="15041" y="19081"/>
                </a:lnTo>
                <a:lnTo>
                  <a:pt x="14915" y="16919"/>
                </a:lnTo>
                <a:lnTo>
                  <a:pt x="14915" y="14400"/>
                </a:lnTo>
                <a:lnTo>
                  <a:pt x="15427" y="14400"/>
                </a:lnTo>
                <a:lnTo>
                  <a:pt x="15686" y="14279"/>
                </a:lnTo>
                <a:lnTo>
                  <a:pt x="15942" y="14040"/>
                </a:lnTo>
                <a:lnTo>
                  <a:pt x="15942" y="13919"/>
                </a:lnTo>
                <a:lnTo>
                  <a:pt x="16198" y="13801"/>
                </a:lnTo>
                <a:lnTo>
                  <a:pt x="18256" y="12722"/>
                </a:lnTo>
                <a:lnTo>
                  <a:pt x="19413" y="12120"/>
                </a:lnTo>
                <a:lnTo>
                  <a:pt x="19928" y="11760"/>
                </a:lnTo>
                <a:lnTo>
                  <a:pt x="20443" y="11400"/>
                </a:lnTo>
                <a:lnTo>
                  <a:pt x="20959" y="11400"/>
                </a:lnTo>
                <a:lnTo>
                  <a:pt x="21344" y="11279"/>
                </a:lnTo>
                <a:lnTo>
                  <a:pt x="21470" y="11040"/>
                </a:lnTo>
                <a:lnTo>
                  <a:pt x="21600" y="10802"/>
                </a:lnTo>
                <a:lnTo>
                  <a:pt x="21600" y="10560"/>
                </a:lnTo>
                <a:lnTo>
                  <a:pt x="21470" y="10200"/>
                </a:lnTo>
                <a:lnTo>
                  <a:pt x="21344" y="9961"/>
                </a:lnTo>
                <a:lnTo>
                  <a:pt x="20959" y="9840"/>
                </a:lnTo>
                <a:lnTo>
                  <a:pt x="19542" y="9601"/>
                </a:lnTo>
                <a:lnTo>
                  <a:pt x="18130" y="9120"/>
                </a:lnTo>
                <a:lnTo>
                  <a:pt x="16714" y="8760"/>
                </a:lnTo>
                <a:lnTo>
                  <a:pt x="15301" y="8401"/>
                </a:lnTo>
                <a:lnTo>
                  <a:pt x="15301" y="7442"/>
                </a:lnTo>
                <a:lnTo>
                  <a:pt x="15171" y="6601"/>
                </a:lnTo>
                <a:lnTo>
                  <a:pt x="14915" y="4802"/>
                </a:lnTo>
                <a:lnTo>
                  <a:pt x="14915" y="2882"/>
                </a:lnTo>
                <a:lnTo>
                  <a:pt x="14786" y="1802"/>
                </a:lnTo>
                <a:lnTo>
                  <a:pt x="14656" y="841"/>
                </a:lnTo>
                <a:lnTo>
                  <a:pt x="14786" y="602"/>
                </a:lnTo>
                <a:lnTo>
                  <a:pt x="14915" y="360"/>
                </a:lnTo>
                <a:lnTo>
                  <a:pt x="14786" y="121"/>
                </a:lnTo>
                <a:lnTo>
                  <a:pt x="14656" y="0"/>
                </a:lnTo>
                <a:close/>
              </a:path>
            </a:pathLst>
          </a:custGeom>
          <a:solidFill>
            <a:srgbClr val="A4C2F4"/>
          </a:solidFill>
          <a:ln w="12700">
            <a:miter lim="400000"/>
          </a:ln>
        </p:spPr>
        <p:txBody>
          <a:bodyPr lIns="0" tIns="0" rIns="0" bIns="0" anchor="ctr"/>
          <a:lstStyle/>
          <a:p>
            <a:pPr>
              <a:defRPr>
                <a:solidFill>
                  <a:srgbClr val="A4C2F4"/>
                </a:solidFill>
              </a:defRPr>
            </a:pPr>
          </a:p>
        </p:txBody>
      </p:sp>
      <p:sp>
        <p:nvSpPr>
          <p:cNvPr id="195" name="Slide Number"/>
          <p:cNvSpPr txBox="1"/>
          <p:nvPr>
            <p:ph type="sldNum" sz="quarter" idx="2"/>
          </p:nvPr>
        </p:nvSpPr>
        <p:spPr>
          <a:xfrm>
            <a:off x="4389467" y="4818024"/>
            <a:ext cx="365066" cy="360651"/>
          </a:xfrm>
          <a:prstGeom prst="rect">
            <a:avLst/>
          </a:prstGeom>
          <a:ln w="12700">
            <a:miter lim="400000"/>
          </a:ln>
        </p:spPr>
        <p:txBody>
          <a:bodyPr wrap="none" lIns="91424" tIns="91424" rIns="91424" bIns="91424" anchor="ctr">
            <a:spAutoFit/>
          </a:bodyPr>
          <a:lstStyle>
            <a:lvl1pPr algn="ctr">
              <a:defRPr sz="1200">
                <a:solidFill>
                  <a:schemeClr val="accent1"/>
                </a:solidFill>
                <a:latin typeface="Sniglet"/>
                <a:ea typeface="Sniglet"/>
                <a:cs typeface="Sniglet"/>
                <a:sym typeface="Sniglet"/>
              </a:defRPr>
            </a:lvl1pPr>
          </a:lstStyle>
          <a:p>
            <a:pPr/>
            <a:fld id="{86CB4B4D-7CA3-9044-876B-883B54F8677D}" type="slidenum"/>
          </a:p>
        </p:txBody>
      </p:sp>
      <p:sp>
        <p:nvSpPr>
          <p:cNvPr id="196" name="Title Text"/>
          <p:cNvSpPr txBox="1"/>
          <p:nvPr>
            <p:ph type="title"/>
          </p:nvPr>
        </p:nvSpPr>
        <p:spPr>
          <a:xfrm>
            <a:off x="457200" y="0"/>
            <a:ext cx="8229600" cy="1063229"/>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b"/>
          <a:lstStyle/>
          <a:p>
            <a:pPr/>
            <a:r>
              <a:t>Title Text</a:t>
            </a:r>
          </a:p>
        </p:txBody>
      </p:sp>
      <p:sp>
        <p:nvSpPr>
          <p:cNvPr id="197" name="Body Level One…"/>
          <p:cNvSpPr txBox="1"/>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lstStyle/>
          <a:p>
            <a:pPr/>
            <a:r>
              <a:t>Body Level One</a:t>
            </a:r>
          </a:p>
          <a:p>
            <a:pPr lvl="1"/>
            <a:r>
              <a:t>Body Level Two</a:t>
            </a:r>
          </a:p>
          <a:p>
            <a:pPr lvl="2"/>
            <a:r>
              <a:t>Body Level Three</a:t>
            </a:r>
          </a:p>
          <a:p>
            <a:pPr lvl="3"/>
            <a:r>
              <a:t>Body Level Four</a:t>
            </a:r>
          </a:p>
          <a:p>
            <a:pPr lvl="4"/>
            <a:r>
              <a:t>Body Level Five</a:t>
            </a: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0" baseline="0" cap="none" i="0" spc="0" strike="noStrike" sz="1800" u="none">
          <a:solidFill>
            <a:schemeClr val="accent1"/>
          </a:solidFill>
          <a:uFillTx/>
          <a:latin typeface="Sniglet"/>
          <a:ea typeface="Sniglet"/>
          <a:cs typeface="Sniglet"/>
          <a:sym typeface="Sniglet"/>
        </a:defRPr>
      </a:lvl1pPr>
      <a:lvl2pPr marL="0" marR="0" indent="0" algn="l" defTabSz="914400" rtl="0" latinLnBrk="0">
        <a:lnSpc>
          <a:spcPct val="100000"/>
        </a:lnSpc>
        <a:spcBef>
          <a:spcPts val="0"/>
        </a:spcBef>
        <a:spcAft>
          <a:spcPts val="0"/>
        </a:spcAft>
        <a:buClrTx/>
        <a:buSzTx/>
        <a:buFontTx/>
        <a:buNone/>
        <a:tabLst/>
        <a:defRPr b="0" baseline="0" cap="none" i="0" spc="0" strike="noStrike" sz="1800" u="none">
          <a:solidFill>
            <a:schemeClr val="accent1"/>
          </a:solidFill>
          <a:uFillTx/>
          <a:latin typeface="Sniglet"/>
          <a:ea typeface="Sniglet"/>
          <a:cs typeface="Sniglet"/>
          <a:sym typeface="Sniglet"/>
        </a:defRPr>
      </a:lvl2pPr>
      <a:lvl3pPr marL="0" marR="0" indent="0" algn="l" defTabSz="914400" rtl="0" latinLnBrk="0">
        <a:lnSpc>
          <a:spcPct val="100000"/>
        </a:lnSpc>
        <a:spcBef>
          <a:spcPts val="0"/>
        </a:spcBef>
        <a:spcAft>
          <a:spcPts val="0"/>
        </a:spcAft>
        <a:buClrTx/>
        <a:buSzTx/>
        <a:buFontTx/>
        <a:buNone/>
        <a:tabLst/>
        <a:defRPr b="0" baseline="0" cap="none" i="0" spc="0" strike="noStrike" sz="1800" u="none">
          <a:solidFill>
            <a:schemeClr val="accent1"/>
          </a:solidFill>
          <a:uFillTx/>
          <a:latin typeface="Sniglet"/>
          <a:ea typeface="Sniglet"/>
          <a:cs typeface="Sniglet"/>
          <a:sym typeface="Sniglet"/>
        </a:defRPr>
      </a:lvl3pPr>
      <a:lvl4pPr marL="0" marR="0" indent="0" algn="l" defTabSz="914400" rtl="0" latinLnBrk="0">
        <a:lnSpc>
          <a:spcPct val="100000"/>
        </a:lnSpc>
        <a:spcBef>
          <a:spcPts val="0"/>
        </a:spcBef>
        <a:spcAft>
          <a:spcPts val="0"/>
        </a:spcAft>
        <a:buClrTx/>
        <a:buSzTx/>
        <a:buFontTx/>
        <a:buNone/>
        <a:tabLst/>
        <a:defRPr b="0" baseline="0" cap="none" i="0" spc="0" strike="noStrike" sz="1800" u="none">
          <a:solidFill>
            <a:schemeClr val="accent1"/>
          </a:solidFill>
          <a:uFillTx/>
          <a:latin typeface="Sniglet"/>
          <a:ea typeface="Sniglet"/>
          <a:cs typeface="Sniglet"/>
          <a:sym typeface="Sniglet"/>
        </a:defRPr>
      </a:lvl4pPr>
      <a:lvl5pPr marL="0" marR="0" indent="0" algn="l" defTabSz="914400" rtl="0" latinLnBrk="0">
        <a:lnSpc>
          <a:spcPct val="100000"/>
        </a:lnSpc>
        <a:spcBef>
          <a:spcPts val="0"/>
        </a:spcBef>
        <a:spcAft>
          <a:spcPts val="0"/>
        </a:spcAft>
        <a:buClrTx/>
        <a:buSzTx/>
        <a:buFontTx/>
        <a:buNone/>
        <a:tabLst/>
        <a:defRPr b="0" baseline="0" cap="none" i="0" spc="0" strike="noStrike" sz="1800" u="none">
          <a:solidFill>
            <a:schemeClr val="accent1"/>
          </a:solidFill>
          <a:uFillTx/>
          <a:latin typeface="Sniglet"/>
          <a:ea typeface="Sniglet"/>
          <a:cs typeface="Sniglet"/>
          <a:sym typeface="Sniglet"/>
        </a:defRPr>
      </a:lvl5pPr>
      <a:lvl6pPr marL="0" marR="0" indent="0" algn="l" defTabSz="914400" rtl="0" latinLnBrk="0">
        <a:lnSpc>
          <a:spcPct val="100000"/>
        </a:lnSpc>
        <a:spcBef>
          <a:spcPts val="0"/>
        </a:spcBef>
        <a:spcAft>
          <a:spcPts val="0"/>
        </a:spcAft>
        <a:buClrTx/>
        <a:buSzTx/>
        <a:buFontTx/>
        <a:buNone/>
        <a:tabLst/>
        <a:defRPr b="0" baseline="0" cap="none" i="0" spc="0" strike="noStrike" sz="1800" u="none">
          <a:solidFill>
            <a:schemeClr val="accent1"/>
          </a:solidFill>
          <a:uFillTx/>
          <a:latin typeface="Sniglet"/>
          <a:ea typeface="Sniglet"/>
          <a:cs typeface="Sniglet"/>
          <a:sym typeface="Sniglet"/>
        </a:defRPr>
      </a:lvl6pPr>
      <a:lvl7pPr marL="0" marR="0" indent="0" algn="l" defTabSz="914400" rtl="0" latinLnBrk="0">
        <a:lnSpc>
          <a:spcPct val="100000"/>
        </a:lnSpc>
        <a:spcBef>
          <a:spcPts val="0"/>
        </a:spcBef>
        <a:spcAft>
          <a:spcPts val="0"/>
        </a:spcAft>
        <a:buClrTx/>
        <a:buSzTx/>
        <a:buFontTx/>
        <a:buNone/>
        <a:tabLst/>
        <a:defRPr b="0" baseline="0" cap="none" i="0" spc="0" strike="noStrike" sz="1800" u="none">
          <a:solidFill>
            <a:schemeClr val="accent1"/>
          </a:solidFill>
          <a:uFillTx/>
          <a:latin typeface="Sniglet"/>
          <a:ea typeface="Sniglet"/>
          <a:cs typeface="Sniglet"/>
          <a:sym typeface="Sniglet"/>
        </a:defRPr>
      </a:lvl7pPr>
      <a:lvl8pPr marL="0" marR="0" indent="0" algn="l" defTabSz="914400" rtl="0" latinLnBrk="0">
        <a:lnSpc>
          <a:spcPct val="100000"/>
        </a:lnSpc>
        <a:spcBef>
          <a:spcPts val="0"/>
        </a:spcBef>
        <a:spcAft>
          <a:spcPts val="0"/>
        </a:spcAft>
        <a:buClrTx/>
        <a:buSzTx/>
        <a:buFontTx/>
        <a:buNone/>
        <a:tabLst/>
        <a:defRPr b="0" baseline="0" cap="none" i="0" spc="0" strike="noStrike" sz="1800" u="none">
          <a:solidFill>
            <a:schemeClr val="accent1"/>
          </a:solidFill>
          <a:uFillTx/>
          <a:latin typeface="Sniglet"/>
          <a:ea typeface="Sniglet"/>
          <a:cs typeface="Sniglet"/>
          <a:sym typeface="Sniglet"/>
        </a:defRPr>
      </a:lvl8pPr>
      <a:lvl9pPr marL="0" marR="0" indent="0" algn="l" defTabSz="914400" rtl="0" latinLnBrk="0">
        <a:lnSpc>
          <a:spcPct val="100000"/>
        </a:lnSpc>
        <a:spcBef>
          <a:spcPts val="0"/>
        </a:spcBef>
        <a:spcAft>
          <a:spcPts val="0"/>
        </a:spcAft>
        <a:buClrTx/>
        <a:buSzTx/>
        <a:buFontTx/>
        <a:buNone/>
        <a:tabLst/>
        <a:defRPr b="0" baseline="0" cap="none" i="0" spc="0" strike="noStrike" sz="1800" u="none">
          <a:solidFill>
            <a:schemeClr val="accent1"/>
          </a:solidFill>
          <a:uFillTx/>
          <a:latin typeface="Sniglet"/>
          <a:ea typeface="Sniglet"/>
          <a:cs typeface="Sniglet"/>
          <a:sym typeface="Sniglet"/>
        </a:defRPr>
      </a:lvl9pPr>
    </p:titleStyle>
    <p:bodyStyle>
      <a:lvl1pPr marL="457200" marR="0" indent="-393700" algn="l" defTabSz="914400" rtl="0" latinLnBrk="0">
        <a:lnSpc>
          <a:spcPct val="100000"/>
        </a:lnSpc>
        <a:spcBef>
          <a:spcPts val="600"/>
        </a:spcBef>
        <a:spcAft>
          <a:spcPts val="0"/>
        </a:spcAft>
        <a:buClr>
          <a:srgbClr val="3D4965"/>
        </a:buClr>
        <a:buSzPts val="2600"/>
        <a:buFont typeface="Helvetica"/>
        <a:buChar char="✘"/>
        <a:tabLst/>
        <a:defRPr b="0" baseline="0" cap="none" i="0" spc="0" strike="noStrike" sz="2600" u="none">
          <a:solidFill>
            <a:srgbClr val="3D4965"/>
          </a:solidFill>
          <a:uFillTx/>
          <a:latin typeface="Dosis"/>
          <a:ea typeface="Dosis"/>
          <a:cs typeface="Dosis"/>
          <a:sym typeface="Dosis"/>
        </a:defRPr>
      </a:lvl1pPr>
      <a:lvl2pPr marL="1021079" marR="0" indent="-462279" algn="l" defTabSz="914400" rtl="0" latinLnBrk="0">
        <a:lnSpc>
          <a:spcPct val="100000"/>
        </a:lnSpc>
        <a:spcBef>
          <a:spcPts val="600"/>
        </a:spcBef>
        <a:spcAft>
          <a:spcPts val="0"/>
        </a:spcAft>
        <a:buClr>
          <a:srgbClr val="3D4965"/>
        </a:buClr>
        <a:buSzPts val="2600"/>
        <a:buFont typeface="Helvetica"/>
        <a:buChar char="✗"/>
        <a:tabLst/>
        <a:defRPr b="0" baseline="0" cap="none" i="0" spc="0" strike="noStrike" sz="2600" u="none">
          <a:solidFill>
            <a:srgbClr val="3D4965"/>
          </a:solidFill>
          <a:uFillTx/>
          <a:latin typeface="Dosis"/>
          <a:ea typeface="Dosis"/>
          <a:cs typeface="Dosis"/>
          <a:sym typeface="Dosis"/>
        </a:defRPr>
      </a:lvl2pPr>
      <a:lvl3pPr marL="1478279" marR="0" indent="-462279" algn="l" defTabSz="914400" rtl="0" latinLnBrk="0">
        <a:lnSpc>
          <a:spcPct val="100000"/>
        </a:lnSpc>
        <a:spcBef>
          <a:spcPts val="600"/>
        </a:spcBef>
        <a:spcAft>
          <a:spcPts val="0"/>
        </a:spcAft>
        <a:buClr>
          <a:srgbClr val="3D4965"/>
        </a:buClr>
        <a:buSzPts val="2600"/>
        <a:buFont typeface="Helvetica"/>
        <a:buChar char="■"/>
        <a:tabLst/>
        <a:defRPr b="0" baseline="0" cap="none" i="0" spc="0" strike="noStrike" sz="2600" u="none">
          <a:solidFill>
            <a:srgbClr val="3D4965"/>
          </a:solidFill>
          <a:uFillTx/>
          <a:latin typeface="Dosis"/>
          <a:ea typeface="Dosis"/>
          <a:cs typeface="Dosis"/>
          <a:sym typeface="Dosis"/>
        </a:defRPr>
      </a:lvl3pPr>
      <a:lvl4pPr marL="1981200" marR="0" indent="-495300" algn="l" defTabSz="914400" rtl="0" latinLnBrk="0">
        <a:lnSpc>
          <a:spcPct val="100000"/>
        </a:lnSpc>
        <a:spcBef>
          <a:spcPts val="600"/>
        </a:spcBef>
        <a:spcAft>
          <a:spcPts val="0"/>
        </a:spcAft>
        <a:buClr>
          <a:srgbClr val="3D4965"/>
        </a:buClr>
        <a:buSzPts val="2600"/>
        <a:buFont typeface="Helvetica"/>
        <a:buChar char="●"/>
        <a:tabLst/>
        <a:defRPr b="0" baseline="0" cap="none" i="0" spc="0" strike="noStrike" sz="2600" u="none">
          <a:solidFill>
            <a:srgbClr val="3D4965"/>
          </a:solidFill>
          <a:uFillTx/>
          <a:latin typeface="Dosis"/>
          <a:ea typeface="Dosis"/>
          <a:cs typeface="Dosis"/>
          <a:sym typeface="Dosis"/>
        </a:defRPr>
      </a:lvl4pPr>
      <a:lvl5pPr marL="2438400" marR="0" indent="-495300" algn="l" defTabSz="914400" rtl="0" latinLnBrk="0">
        <a:lnSpc>
          <a:spcPct val="100000"/>
        </a:lnSpc>
        <a:spcBef>
          <a:spcPts val="600"/>
        </a:spcBef>
        <a:spcAft>
          <a:spcPts val="0"/>
        </a:spcAft>
        <a:buClr>
          <a:srgbClr val="3D4965"/>
        </a:buClr>
        <a:buSzPts val="2600"/>
        <a:buFont typeface="Helvetica"/>
        <a:buChar char="○"/>
        <a:tabLst/>
        <a:defRPr b="0" baseline="0" cap="none" i="0" spc="0" strike="noStrike" sz="2600" u="none">
          <a:solidFill>
            <a:srgbClr val="3D4965"/>
          </a:solidFill>
          <a:uFillTx/>
          <a:latin typeface="Dosis"/>
          <a:ea typeface="Dosis"/>
          <a:cs typeface="Dosis"/>
          <a:sym typeface="Dosis"/>
        </a:defRPr>
      </a:lvl5pPr>
      <a:lvl6pPr marL="2895600" marR="0" indent="-495300" algn="l" defTabSz="914400" rtl="0" latinLnBrk="0">
        <a:lnSpc>
          <a:spcPct val="100000"/>
        </a:lnSpc>
        <a:spcBef>
          <a:spcPts val="600"/>
        </a:spcBef>
        <a:spcAft>
          <a:spcPts val="0"/>
        </a:spcAft>
        <a:buClr>
          <a:srgbClr val="3D4965"/>
        </a:buClr>
        <a:buSzPts val="2600"/>
        <a:buFont typeface="Helvetica"/>
        <a:buChar char="■"/>
        <a:tabLst/>
        <a:defRPr b="0" baseline="0" cap="none" i="0" spc="0" strike="noStrike" sz="2600" u="none">
          <a:solidFill>
            <a:srgbClr val="3D4965"/>
          </a:solidFill>
          <a:uFillTx/>
          <a:latin typeface="Dosis"/>
          <a:ea typeface="Dosis"/>
          <a:cs typeface="Dosis"/>
          <a:sym typeface="Dosis"/>
        </a:defRPr>
      </a:lvl6pPr>
      <a:lvl7pPr marL="3352800" marR="0" indent="-495300" algn="l" defTabSz="914400" rtl="0" latinLnBrk="0">
        <a:lnSpc>
          <a:spcPct val="100000"/>
        </a:lnSpc>
        <a:spcBef>
          <a:spcPts val="600"/>
        </a:spcBef>
        <a:spcAft>
          <a:spcPts val="0"/>
        </a:spcAft>
        <a:buClr>
          <a:srgbClr val="3D4965"/>
        </a:buClr>
        <a:buSzPts val="2600"/>
        <a:buFont typeface="Helvetica"/>
        <a:buChar char="●"/>
        <a:tabLst/>
        <a:defRPr b="0" baseline="0" cap="none" i="0" spc="0" strike="noStrike" sz="2600" u="none">
          <a:solidFill>
            <a:srgbClr val="3D4965"/>
          </a:solidFill>
          <a:uFillTx/>
          <a:latin typeface="Dosis"/>
          <a:ea typeface="Dosis"/>
          <a:cs typeface="Dosis"/>
          <a:sym typeface="Dosis"/>
        </a:defRPr>
      </a:lvl7pPr>
      <a:lvl8pPr marL="3810000" marR="0" indent="-495300" algn="l" defTabSz="914400" rtl="0" latinLnBrk="0">
        <a:lnSpc>
          <a:spcPct val="100000"/>
        </a:lnSpc>
        <a:spcBef>
          <a:spcPts val="600"/>
        </a:spcBef>
        <a:spcAft>
          <a:spcPts val="0"/>
        </a:spcAft>
        <a:buClr>
          <a:srgbClr val="3D4965"/>
        </a:buClr>
        <a:buSzPts val="2600"/>
        <a:buFont typeface="Helvetica"/>
        <a:buChar char="○"/>
        <a:tabLst/>
        <a:defRPr b="0" baseline="0" cap="none" i="0" spc="0" strike="noStrike" sz="2600" u="none">
          <a:solidFill>
            <a:srgbClr val="3D4965"/>
          </a:solidFill>
          <a:uFillTx/>
          <a:latin typeface="Dosis"/>
          <a:ea typeface="Dosis"/>
          <a:cs typeface="Dosis"/>
          <a:sym typeface="Dosis"/>
        </a:defRPr>
      </a:lvl8pPr>
      <a:lvl9pPr marL="4267200" marR="0" indent="-495300" algn="l" defTabSz="914400" rtl="0" latinLnBrk="0">
        <a:lnSpc>
          <a:spcPct val="100000"/>
        </a:lnSpc>
        <a:spcBef>
          <a:spcPts val="600"/>
        </a:spcBef>
        <a:spcAft>
          <a:spcPts val="0"/>
        </a:spcAft>
        <a:buClr>
          <a:srgbClr val="3D4965"/>
        </a:buClr>
        <a:buSzPts val="2600"/>
        <a:buFont typeface="Helvetica"/>
        <a:buChar char="■"/>
        <a:tabLst/>
        <a:defRPr b="0" baseline="0" cap="none" i="0" spc="0" strike="noStrike" sz="2600" u="none">
          <a:solidFill>
            <a:srgbClr val="3D4965"/>
          </a:solidFill>
          <a:uFillTx/>
          <a:latin typeface="Dosis"/>
          <a:ea typeface="Dosis"/>
          <a:cs typeface="Dosis"/>
          <a:sym typeface="Dosis"/>
        </a:defRPr>
      </a:lvl9pPr>
    </p:bodyStyle>
    <p:otherStyle>
      <a:lvl1pPr marL="0" marR="0" indent="0" algn="ct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Sniglet"/>
        </a:defRPr>
      </a:lvl1pPr>
      <a:lvl2pPr marL="0" marR="0" indent="0" algn="ct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Sniglet"/>
        </a:defRPr>
      </a:lvl2pPr>
      <a:lvl3pPr marL="0" marR="0" indent="0" algn="ct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Sniglet"/>
        </a:defRPr>
      </a:lvl3pPr>
      <a:lvl4pPr marL="0" marR="0" indent="0" algn="ct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Sniglet"/>
        </a:defRPr>
      </a:lvl4pPr>
      <a:lvl5pPr marL="0" marR="0" indent="0" algn="ct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Sniglet"/>
        </a:defRPr>
      </a:lvl5pPr>
      <a:lvl6pPr marL="0" marR="0" indent="0" algn="ct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Sniglet"/>
        </a:defRPr>
      </a:lvl6pPr>
      <a:lvl7pPr marL="0" marR="0" indent="0" algn="ct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Sniglet"/>
        </a:defRPr>
      </a:lvl7pPr>
      <a:lvl8pPr marL="0" marR="0" indent="0" algn="ct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Sniglet"/>
        </a:defRPr>
      </a:lvl8pPr>
      <a:lvl9pPr marL="0" marR="0" indent="0" algn="ct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Sniglet"/>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2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2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2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3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3.png"/><Relationship Id="rId4" Type="http://schemas.openxmlformats.org/officeDocument/2006/relationships/image" Target="../media/image4.png"/></Relationships>

</file>

<file path=ppt/slides/_rels/slide3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5.png"/></Relationships>

</file>

<file path=ppt/slides/_rels/slide3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33.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image" Target="../media/image7.png"/></Relationships>

</file>

<file path=ppt/slides/_rels/slide37.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mailto:ashley.e.mullan@vanderbilt.edu" TargetMode="External"/><Relationship Id="rId3" Type="http://schemas.openxmlformats.org/officeDocument/2006/relationships/hyperlink" Target="http://ashleymullan.github.io"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59" name="Google Shape;525;p12"/>
          <p:cNvSpPr txBox="1"/>
          <p:nvPr>
            <p:ph type="title"/>
          </p:nvPr>
        </p:nvSpPr>
        <p:spPr>
          <a:xfrm>
            <a:off x="366534" y="214082"/>
            <a:ext cx="8410932" cy="1842628"/>
          </a:xfrm>
          <a:prstGeom prst="rect">
            <a:avLst/>
          </a:prstGeom>
        </p:spPr>
        <p:txBody>
          <a:bodyPr/>
          <a:lstStyle/>
          <a:p>
            <a:pPr algn="ctr">
              <a:defRPr b="1" sz="3000"/>
            </a:pPr>
            <a:r>
              <a:t>Seize the Data:</a:t>
            </a:r>
          </a:p>
          <a:p>
            <a:pPr algn="ctr">
              <a:defRPr b="1" sz="3000"/>
            </a:pPr>
            <a:r>
              <a:t>Around the World of Statistics in Five Days</a:t>
            </a:r>
          </a:p>
        </p:txBody>
      </p:sp>
      <p:sp>
        <p:nvSpPr>
          <p:cNvPr id="1560" name="Google Shape;525;p12"/>
          <p:cNvSpPr txBox="1"/>
          <p:nvPr/>
        </p:nvSpPr>
        <p:spPr>
          <a:xfrm>
            <a:off x="1495499" y="1772012"/>
            <a:ext cx="6153002" cy="1159801"/>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ctr">
            <a:normAutofit fontScale="100000" lnSpcReduction="0"/>
          </a:bodyPr>
          <a:lstStyle/>
          <a:p>
            <a:pPr algn="ctr">
              <a:defRPr sz="2000">
                <a:solidFill>
                  <a:srgbClr val="1C4587"/>
                </a:solidFill>
                <a:latin typeface="Sniglet"/>
                <a:ea typeface="Sniglet"/>
                <a:cs typeface="Sniglet"/>
                <a:sym typeface="Sniglet"/>
              </a:defRPr>
            </a:pPr>
            <a:r>
              <a:t>Ashley Mullan</a:t>
            </a:r>
          </a:p>
          <a:p>
            <a:pPr algn="ctr">
              <a:defRPr sz="2000">
                <a:solidFill>
                  <a:srgbClr val="1C4587"/>
                </a:solidFill>
                <a:latin typeface="Sniglet"/>
                <a:ea typeface="Sniglet"/>
                <a:cs typeface="Sniglet"/>
                <a:sym typeface="Sniglet"/>
              </a:defRPr>
            </a:pPr>
            <a:r>
              <a:t>Vanderbilt University</a:t>
            </a:r>
          </a:p>
          <a:p>
            <a:pPr algn="ctr">
              <a:defRPr sz="2000">
                <a:solidFill>
                  <a:srgbClr val="1C4587"/>
                </a:solidFill>
                <a:latin typeface="Sniglet"/>
                <a:ea typeface="Sniglet"/>
                <a:cs typeface="Sniglet"/>
                <a:sym typeface="Sniglet"/>
              </a:defRPr>
            </a:pPr>
            <a:r>
              <a:t>WSDS 2026</a:t>
            </a:r>
          </a:p>
        </p:txBody>
      </p:sp>
      <p:grpSp>
        <p:nvGrpSpPr>
          <p:cNvPr id="1563" name="Group"/>
          <p:cNvGrpSpPr/>
          <p:nvPr/>
        </p:nvGrpSpPr>
        <p:grpSpPr>
          <a:xfrm>
            <a:off x="8360392" y="77995"/>
            <a:ext cx="705172" cy="705172"/>
            <a:chOff x="0" y="0"/>
            <a:chExt cx="705170" cy="705170"/>
          </a:xfrm>
        </p:grpSpPr>
        <p:sp>
          <p:nvSpPr>
            <p:cNvPr id="1561" name="Square"/>
            <p:cNvSpPr/>
            <p:nvPr/>
          </p:nvSpPr>
          <p:spPr>
            <a:xfrm>
              <a:off x="0" y="0"/>
              <a:ext cx="705171" cy="705171"/>
            </a:xfrm>
            <a:prstGeom prst="rect">
              <a:avLst/>
            </a:prstGeom>
            <a:solidFill>
              <a:schemeClr val="accent2"/>
            </a:solidFill>
            <a:ln w="25400" cap="flat">
              <a:solidFill>
                <a:srgbClr val="647DA8"/>
              </a:solidFill>
              <a:prstDash val="solid"/>
              <a:round/>
            </a:ln>
            <a:effectLst/>
          </p:spPr>
          <p:txBody>
            <a:bodyPr wrap="square" lIns="0" tIns="0" rIns="0" bIns="0" numCol="1" anchor="t">
              <a:noAutofit/>
            </a:bodyPr>
            <a:lstStyle/>
            <a:p>
              <a:pPr>
                <a:defRPr>
                  <a:solidFill>
                    <a:srgbClr val="FFFFFF"/>
                  </a:solidFill>
                </a:defRPr>
              </a:pPr>
            </a:p>
          </p:txBody>
        </p:sp>
        <p:pic>
          <p:nvPicPr>
            <p:cNvPr id="1562" name="Qoa4i7p8K2XgiRN_ashley's slides! (1).jpeg" descr="Qoa4i7p8K2XgiRN_ashley's slides! (1).jpeg"/>
            <p:cNvPicPr>
              <a:picLocks noChangeAspect="1"/>
            </p:cNvPicPr>
            <p:nvPr/>
          </p:nvPicPr>
          <p:blipFill>
            <a:blip r:embed="rId2">
              <a:extLst/>
            </a:blip>
            <a:stretch>
              <a:fillRect/>
            </a:stretch>
          </p:blipFill>
          <p:spPr>
            <a:xfrm>
              <a:off x="35085" y="35085"/>
              <a:ext cx="635001" cy="635001"/>
            </a:xfrm>
            <a:prstGeom prst="rect">
              <a:avLst/>
            </a:prstGeom>
            <a:ln w="12700" cap="flat">
              <a:noFill/>
              <a:miter lim="400000"/>
            </a:ln>
            <a:effectLst/>
          </p:spPr>
        </p:pic>
      </p:grpSp>
      <p:sp>
        <p:nvSpPr>
          <p:cNvPr id="1564" name="Google Shape;525;p12"/>
          <p:cNvSpPr txBox="1"/>
          <p:nvPr/>
        </p:nvSpPr>
        <p:spPr>
          <a:xfrm>
            <a:off x="8397260" y="725505"/>
            <a:ext cx="631437" cy="455238"/>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chor="ctr">
            <a:normAutofit fontScale="100000" lnSpcReduction="0"/>
          </a:bodyPr>
          <a:lstStyle>
            <a:lvl1pPr algn="ctr">
              <a:defRPr sz="800">
                <a:solidFill>
                  <a:srgbClr val="1C4587"/>
                </a:solidFill>
                <a:latin typeface="Sniglet"/>
                <a:ea typeface="Sniglet"/>
                <a:cs typeface="Sniglet"/>
                <a:sym typeface="Sniglet"/>
              </a:defRPr>
            </a:lvl1pPr>
          </a:lstStyle>
          <a:p>
            <a:pPr/>
            <a:r>
              <a:t>scan for slides</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66" name="Google Shape;559;p17"/>
          <p:cNvSpPr txBox="1"/>
          <p:nvPr>
            <p:ph type="title"/>
          </p:nvPr>
        </p:nvSpPr>
        <p:spPr>
          <a:prstGeom prst="rect">
            <a:avLst/>
          </a:prstGeom>
        </p:spPr>
        <p:txBody>
          <a:bodyPr/>
          <a:lstStyle>
            <a:lvl1pPr>
              <a:defRPr b="1" sz="3600"/>
            </a:lvl1pPr>
          </a:lstStyle>
          <a:p>
            <a:pPr/>
            <a:r>
              <a:t>Setting the Scene</a:t>
            </a:r>
          </a:p>
        </p:txBody>
      </p:sp>
      <p:grpSp>
        <p:nvGrpSpPr>
          <p:cNvPr id="1571" name="Group"/>
          <p:cNvGrpSpPr/>
          <p:nvPr/>
        </p:nvGrpSpPr>
        <p:grpSpPr>
          <a:xfrm>
            <a:off x="489503" y="1734386"/>
            <a:ext cx="1869718" cy="1016001"/>
            <a:chOff x="0" y="0"/>
            <a:chExt cx="1869716" cy="1016000"/>
          </a:xfrm>
        </p:grpSpPr>
        <p:sp>
          <p:nvSpPr>
            <p:cNvPr id="1567" name="Female"/>
            <p:cNvSpPr/>
            <p:nvPr/>
          </p:nvSpPr>
          <p:spPr>
            <a:xfrm>
              <a:off x="1410370" y="0"/>
              <a:ext cx="459347" cy="1016001"/>
            </a:xfrm>
            <a:custGeom>
              <a:avLst/>
              <a:gdLst/>
              <a:ahLst/>
              <a:cxnLst>
                <a:cxn ang="0">
                  <a:pos x="wd2" y="hd2"/>
                </a:cxn>
                <a:cxn ang="5400000">
                  <a:pos x="wd2" y="hd2"/>
                </a:cxn>
                <a:cxn ang="10800000">
                  <a:pos x="wd2" y="hd2"/>
                </a:cxn>
                <a:cxn ang="16200000">
                  <a:pos x="wd2" y="hd2"/>
                </a:cxn>
              </a:cxnLst>
              <a:rect l="0" t="0" r="r" b="b"/>
              <a:pathLst>
                <a:path w="21297" h="21600" fill="norm" stroke="1" extrusionOk="0">
                  <a:moveTo>
                    <a:pt x="10652" y="0"/>
                  </a:moveTo>
                  <a:cubicBezTo>
                    <a:pt x="9610" y="0"/>
                    <a:pt x="8570" y="182"/>
                    <a:pt x="7774" y="547"/>
                  </a:cubicBezTo>
                  <a:cubicBezTo>
                    <a:pt x="6184" y="1276"/>
                    <a:pt x="6184" y="2458"/>
                    <a:pt x="7774" y="3188"/>
                  </a:cubicBezTo>
                  <a:cubicBezTo>
                    <a:pt x="9365" y="3917"/>
                    <a:pt x="11943" y="3917"/>
                    <a:pt x="13534" y="3188"/>
                  </a:cubicBezTo>
                  <a:cubicBezTo>
                    <a:pt x="15124" y="2458"/>
                    <a:pt x="15124" y="1276"/>
                    <a:pt x="13534" y="547"/>
                  </a:cubicBezTo>
                  <a:cubicBezTo>
                    <a:pt x="12738" y="182"/>
                    <a:pt x="11695" y="0"/>
                    <a:pt x="10652" y="0"/>
                  </a:cubicBezTo>
                  <a:close/>
                  <a:moveTo>
                    <a:pt x="7859" y="4109"/>
                  </a:moveTo>
                  <a:cubicBezTo>
                    <a:pt x="5671" y="4109"/>
                    <a:pt x="4499" y="4934"/>
                    <a:pt x="4153" y="5420"/>
                  </a:cubicBezTo>
                  <a:lnTo>
                    <a:pt x="50" y="11877"/>
                  </a:lnTo>
                  <a:cubicBezTo>
                    <a:pt x="-150" y="12205"/>
                    <a:pt x="268" y="12546"/>
                    <a:pt x="985" y="12638"/>
                  </a:cubicBezTo>
                  <a:cubicBezTo>
                    <a:pt x="1106" y="12653"/>
                    <a:pt x="1229" y="12661"/>
                    <a:pt x="1349" y="12661"/>
                  </a:cubicBezTo>
                  <a:cubicBezTo>
                    <a:pt x="1938" y="12661"/>
                    <a:pt x="2478" y="12482"/>
                    <a:pt x="2644" y="12209"/>
                  </a:cubicBezTo>
                  <a:lnTo>
                    <a:pt x="6269" y="6537"/>
                  </a:lnTo>
                  <a:lnTo>
                    <a:pt x="6994" y="6537"/>
                  </a:lnTo>
                  <a:cubicBezTo>
                    <a:pt x="6989" y="6544"/>
                    <a:pt x="6983" y="6551"/>
                    <a:pt x="6979" y="6558"/>
                  </a:cubicBezTo>
                  <a:lnTo>
                    <a:pt x="2405" y="14438"/>
                  </a:lnTo>
                  <a:cubicBezTo>
                    <a:pt x="2329" y="14570"/>
                    <a:pt x="2507" y="14676"/>
                    <a:pt x="2803" y="14676"/>
                  </a:cubicBezTo>
                  <a:lnTo>
                    <a:pt x="6067" y="14676"/>
                  </a:lnTo>
                  <a:lnTo>
                    <a:pt x="6067" y="20674"/>
                  </a:lnTo>
                  <a:cubicBezTo>
                    <a:pt x="6067" y="21185"/>
                    <a:pt x="6972" y="21600"/>
                    <a:pt x="8087" y="21600"/>
                  </a:cubicBezTo>
                  <a:cubicBezTo>
                    <a:pt x="9203" y="21600"/>
                    <a:pt x="10104" y="21185"/>
                    <a:pt x="10104" y="20674"/>
                  </a:cubicBezTo>
                  <a:lnTo>
                    <a:pt x="10104" y="14676"/>
                  </a:lnTo>
                  <a:cubicBezTo>
                    <a:pt x="10326" y="14676"/>
                    <a:pt x="10531" y="14676"/>
                    <a:pt x="10608" y="14676"/>
                  </a:cubicBezTo>
                  <a:cubicBezTo>
                    <a:pt x="10695" y="14676"/>
                    <a:pt x="10945" y="14676"/>
                    <a:pt x="11201" y="14676"/>
                  </a:cubicBezTo>
                  <a:lnTo>
                    <a:pt x="11201" y="20674"/>
                  </a:lnTo>
                  <a:cubicBezTo>
                    <a:pt x="11201" y="21185"/>
                    <a:pt x="12105" y="21600"/>
                    <a:pt x="13221" y="21600"/>
                  </a:cubicBezTo>
                  <a:cubicBezTo>
                    <a:pt x="14337" y="21600"/>
                    <a:pt x="15238" y="21185"/>
                    <a:pt x="15238" y="20674"/>
                  </a:cubicBezTo>
                  <a:lnTo>
                    <a:pt x="15238" y="14676"/>
                  </a:lnTo>
                  <a:lnTo>
                    <a:pt x="18410" y="14676"/>
                  </a:lnTo>
                  <a:cubicBezTo>
                    <a:pt x="18706" y="14676"/>
                    <a:pt x="18887" y="14570"/>
                    <a:pt x="18811" y="14438"/>
                  </a:cubicBezTo>
                  <a:lnTo>
                    <a:pt x="14237" y="6558"/>
                  </a:lnTo>
                  <a:cubicBezTo>
                    <a:pt x="14233" y="6551"/>
                    <a:pt x="14227" y="6544"/>
                    <a:pt x="14222" y="6537"/>
                  </a:cubicBezTo>
                  <a:lnTo>
                    <a:pt x="14932" y="6537"/>
                  </a:lnTo>
                  <a:lnTo>
                    <a:pt x="18656" y="12192"/>
                  </a:lnTo>
                  <a:cubicBezTo>
                    <a:pt x="18827" y="12463"/>
                    <a:pt x="19364" y="12638"/>
                    <a:pt x="19948" y="12638"/>
                  </a:cubicBezTo>
                  <a:cubicBezTo>
                    <a:pt x="20072" y="12638"/>
                    <a:pt x="20199" y="12631"/>
                    <a:pt x="20324" y="12614"/>
                  </a:cubicBezTo>
                  <a:cubicBezTo>
                    <a:pt x="21038" y="12519"/>
                    <a:pt x="21450" y="12177"/>
                    <a:pt x="21244" y="11850"/>
                  </a:cubicBezTo>
                  <a:lnTo>
                    <a:pt x="17037" y="5432"/>
                  </a:lnTo>
                  <a:lnTo>
                    <a:pt x="17022" y="5407"/>
                  </a:lnTo>
                  <a:cubicBezTo>
                    <a:pt x="16669" y="4924"/>
                    <a:pt x="15494" y="4112"/>
                    <a:pt x="13328" y="4112"/>
                  </a:cubicBezTo>
                  <a:cubicBezTo>
                    <a:pt x="13316" y="4112"/>
                    <a:pt x="13303" y="4112"/>
                    <a:pt x="13291" y="4112"/>
                  </a:cubicBezTo>
                  <a:lnTo>
                    <a:pt x="12768" y="4114"/>
                  </a:lnTo>
                  <a:cubicBezTo>
                    <a:pt x="12732" y="4113"/>
                    <a:pt x="12698" y="4109"/>
                    <a:pt x="12662" y="4109"/>
                  </a:cubicBezTo>
                  <a:lnTo>
                    <a:pt x="7859" y="4109"/>
                  </a:lnTo>
                  <a:close/>
                </a:path>
              </a:pathLst>
            </a:custGeom>
            <a:solidFill>
              <a:srgbClr val="FFFFFF"/>
            </a:solidFill>
            <a:ln w="25400" cap="flat">
              <a:solidFill>
                <a:schemeClr val="accent1"/>
              </a:solidFill>
              <a:prstDash val="solid"/>
              <a:round/>
            </a:ln>
            <a:effectLst/>
          </p:spPr>
          <p:txBody>
            <a:bodyPr wrap="square" lIns="0" tIns="0" rIns="0" bIns="0" numCol="1" anchor="t">
              <a:noAutofit/>
            </a:bodyPr>
            <a:lstStyle/>
            <a:p>
              <a:pPr/>
            </a:p>
          </p:txBody>
        </p:sp>
        <p:sp>
          <p:nvSpPr>
            <p:cNvPr id="1568" name="Female"/>
            <p:cNvSpPr/>
            <p:nvPr/>
          </p:nvSpPr>
          <p:spPr>
            <a:xfrm>
              <a:off x="442458" y="0"/>
              <a:ext cx="459347" cy="1016001"/>
            </a:xfrm>
            <a:custGeom>
              <a:avLst/>
              <a:gdLst/>
              <a:ahLst/>
              <a:cxnLst>
                <a:cxn ang="0">
                  <a:pos x="wd2" y="hd2"/>
                </a:cxn>
                <a:cxn ang="5400000">
                  <a:pos x="wd2" y="hd2"/>
                </a:cxn>
                <a:cxn ang="10800000">
                  <a:pos x="wd2" y="hd2"/>
                </a:cxn>
                <a:cxn ang="16200000">
                  <a:pos x="wd2" y="hd2"/>
                </a:cxn>
              </a:cxnLst>
              <a:rect l="0" t="0" r="r" b="b"/>
              <a:pathLst>
                <a:path w="21297" h="21600" fill="norm" stroke="1" extrusionOk="0">
                  <a:moveTo>
                    <a:pt x="10652" y="0"/>
                  </a:moveTo>
                  <a:cubicBezTo>
                    <a:pt x="9610" y="0"/>
                    <a:pt x="8570" y="182"/>
                    <a:pt x="7774" y="547"/>
                  </a:cubicBezTo>
                  <a:cubicBezTo>
                    <a:pt x="6184" y="1276"/>
                    <a:pt x="6184" y="2458"/>
                    <a:pt x="7774" y="3188"/>
                  </a:cubicBezTo>
                  <a:cubicBezTo>
                    <a:pt x="9365" y="3917"/>
                    <a:pt x="11943" y="3917"/>
                    <a:pt x="13534" y="3188"/>
                  </a:cubicBezTo>
                  <a:cubicBezTo>
                    <a:pt x="15124" y="2458"/>
                    <a:pt x="15124" y="1276"/>
                    <a:pt x="13534" y="547"/>
                  </a:cubicBezTo>
                  <a:cubicBezTo>
                    <a:pt x="12738" y="182"/>
                    <a:pt x="11695" y="0"/>
                    <a:pt x="10652" y="0"/>
                  </a:cubicBezTo>
                  <a:close/>
                  <a:moveTo>
                    <a:pt x="7859" y="4109"/>
                  </a:moveTo>
                  <a:cubicBezTo>
                    <a:pt x="5671" y="4109"/>
                    <a:pt x="4499" y="4934"/>
                    <a:pt x="4153" y="5420"/>
                  </a:cubicBezTo>
                  <a:lnTo>
                    <a:pt x="50" y="11877"/>
                  </a:lnTo>
                  <a:cubicBezTo>
                    <a:pt x="-150" y="12205"/>
                    <a:pt x="268" y="12546"/>
                    <a:pt x="985" y="12638"/>
                  </a:cubicBezTo>
                  <a:cubicBezTo>
                    <a:pt x="1106" y="12653"/>
                    <a:pt x="1229" y="12661"/>
                    <a:pt x="1349" y="12661"/>
                  </a:cubicBezTo>
                  <a:cubicBezTo>
                    <a:pt x="1938" y="12661"/>
                    <a:pt x="2478" y="12482"/>
                    <a:pt x="2644" y="12209"/>
                  </a:cubicBezTo>
                  <a:lnTo>
                    <a:pt x="6269" y="6537"/>
                  </a:lnTo>
                  <a:lnTo>
                    <a:pt x="6994" y="6537"/>
                  </a:lnTo>
                  <a:cubicBezTo>
                    <a:pt x="6989" y="6544"/>
                    <a:pt x="6983" y="6551"/>
                    <a:pt x="6979" y="6558"/>
                  </a:cubicBezTo>
                  <a:lnTo>
                    <a:pt x="2405" y="14438"/>
                  </a:lnTo>
                  <a:cubicBezTo>
                    <a:pt x="2329" y="14570"/>
                    <a:pt x="2507" y="14676"/>
                    <a:pt x="2803" y="14676"/>
                  </a:cubicBezTo>
                  <a:lnTo>
                    <a:pt x="6067" y="14676"/>
                  </a:lnTo>
                  <a:lnTo>
                    <a:pt x="6067" y="20674"/>
                  </a:lnTo>
                  <a:cubicBezTo>
                    <a:pt x="6067" y="21185"/>
                    <a:pt x="6972" y="21600"/>
                    <a:pt x="8087" y="21600"/>
                  </a:cubicBezTo>
                  <a:cubicBezTo>
                    <a:pt x="9203" y="21600"/>
                    <a:pt x="10104" y="21185"/>
                    <a:pt x="10104" y="20674"/>
                  </a:cubicBezTo>
                  <a:lnTo>
                    <a:pt x="10104" y="14676"/>
                  </a:lnTo>
                  <a:cubicBezTo>
                    <a:pt x="10326" y="14676"/>
                    <a:pt x="10531" y="14676"/>
                    <a:pt x="10608" y="14676"/>
                  </a:cubicBezTo>
                  <a:cubicBezTo>
                    <a:pt x="10695" y="14676"/>
                    <a:pt x="10945" y="14676"/>
                    <a:pt x="11201" y="14676"/>
                  </a:cubicBezTo>
                  <a:lnTo>
                    <a:pt x="11201" y="20674"/>
                  </a:lnTo>
                  <a:cubicBezTo>
                    <a:pt x="11201" y="21185"/>
                    <a:pt x="12105" y="21600"/>
                    <a:pt x="13221" y="21600"/>
                  </a:cubicBezTo>
                  <a:cubicBezTo>
                    <a:pt x="14337" y="21600"/>
                    <a:pt x="15238" y="21185"/>
                    <a:pt x="15238" y="20674"/>
                  </a:cubicBezTo>
                  <a:lnTo>
                    <a:pt x="15238" y="14676"/>
                  </a:lnTo>
                  <a:lnTo>
                    <a:pt x="18410" y="14676"/>
                  </a:lnTo>
                  <a:cubicBezTo>
                    <a:pt x="18706" y="14676"/>
                    <a:pt x="18887" y="14570"/>
                    <a:pt x="18811" y="14438"/>
                  </a:cubicBezTo>
                  <a:lnTo>
                    <a:pt x="14237" y="6558"/>
                  </a:lnTo>
                  <a:cubicBezTo>
                    <a:pt x="14233" y="6551"/>
                    <a:pt x="14227" y="6544"/>
                    <a:pt x="14222" y="6537"/>
                  </a:cubicBezTo>
                  <a:lnTo>
                    <a:pt x="14932" y="6537"/>
                  </a:lnTo>
                  <a:lnTo>
                    <a:pt x="18656" y="12192"/>
                  </a:lnTo>
                  <a:cubicBezTo>
                    <a:pt x="18827" y="12463"/>
                    <a:pt x="19364" y="12638"/>
                    <a:pt x="19948" y="12638"/>
                  </a:cubicBezTo>
                  <a:cubicBezTo>
                    <a:pt x="20072" y="12638"/>
                    <a:pt x="20199" y="12631"/>
                    <a:pt x="20324" y="12614"/>
                  </a:cubicBezTo>
                  <a:cubicBezTo>
                    <a:pt x="21038" y="12519"/>
                    <a:pt x="21450" y="12177"/>
                    <a:pt x="21244" y="11850"/>
                  </a:cubicBezTo>
                  <a:lnTo>
                    <a:pt x="17037" y="5432"/>
                  </a:lnTo>
                  <a:lnTo>
                    <a:pt x="17022" y="5407"/>
                  </a:lnTo>
                  <a:cubicBezTo>
                    <a:pt x="16669" y="4924"/>
                    <a:pt x="15494" y="4112"/>
                    <a:pt x="13328" y="4112"/>
                  </a:cubicBezTo>
                  <a:cubicBezTo>
                    <a:pt x="13316" y="4112"/>
                    <a:pt x="13303" y="4112"/>
                    <a:pt x="13291" y="4112"/>
                  </a:cubicBezTo>
                  <a:lnTo>
                    <a:pt x="12768" y="4114"/>
                  </a:lnTo>
                  <a:cubicBezTo>
                    <a:pt x="12732" y="4113"/>
                    <a:pt x="12698" y="4109"/>
                    <a:pt x="12662" y="4109"/>
                  </a:cubicBezTo>
                  <a:lnTo>
                    <a:pt x="7859" y="4109"/>
                  </a:lnTo>
                  <a:close/>
                </a:path>
              </a:pathLst>
            </a:custGeom>
            <a:solidFill>
              <a:srgbClr val="FFFFFF"/>
            </a:solidFill>
            <a:ln w="25400" cap="flat">
              <a:solidFill>
                <a:schemeClr val="accent1"/>
              </a:solidFill>
              <a:prstDash val="solid"/>
              <a:round/>
            </a:ln>
            <a:effectLst/>
          </p:spPr>
          <p:txBody>
            <a:bodyPr wrap="square" lIns="0" tIns="0" rIns="0" bIns="0" numCol="1" anchor="t">
              <a:noAutofit/>
            </a:bodyPr>
            <a:lstStyle/>
            <a:p>
              <a:pPr/>
            </a:p>
          </p:txBody>
        </p:sp>
        <p:sp>
          <p:nvSpPr>
            <p:cNvPr id="1569" name="Male"/>
            <p:cNvSpPr/>
            <p:nvPr/>
          </p:nvSpPr>
          <p:spPr>
            <a:xfrm>
              <a:off x="-1" y="244"/>
              <a:ext cx="376351" cy="1015512"/>
            </a:xfrm>
            <a:custGeom>
              <a:avLst/>
              <a:gdLst/>
              <a:ahLst/>
              <a:cxnLst>
                <a:cxn ang="0">
                  <a:pos x="wd2" y="hd2"/>
                </a:cxn>
                <a:cxn ang="5400000">
                  <a:pos x="wd2" y="hd2"/>
                </a:cxn>
                <a:cxn ang="10800000">
                  <a:pos x="wd2" y="hd2"/>
                </a:cxn>
                <a:cxn ang="16200000">
                  <a:pos x="wd2" y="hd2"/>
                </a:cxn>
              </a:cxnLst>
              <a:rect l="0" t="0" r="r" b="b"/>
              <a:pathLst>
                <a:path w="21547" h="21600" fill="norm" stroke="1" extrusionOk="0">
                  <a:moveTo>
                    <a:pt x="10777" y="0"/>
                  </a:moveTo>
                  <a:cubicBezTo>
                    <a:pt x="9509" y="0"/>
                    <a:pt x="8239" y="180"/>
                    <a:pt x="7271" y="540"/>
                  </a:cubicBezTo>
                  <a:cubicBezTo>
                    <a:pt x="5335" y="1259"/>
                    <a:pt x="5335" y="2425"/>
                    <a:pt x="7271" y="3144"/>
                  </a:cubicBezTo>
                  <a:cubicBezTo>
                    <a:pt x="9206" y="3863"/>
                    <a:pt x="12348" y="3863"/>
                    <a:pt x="14284" y="3144"/>
                  </a:cubicBezTo>
                  <a:cubicBezTo>
                    <a:pt x="16220" y="2425"/>
                    <a:pt x="16220" y="1259"/>
                    <a:pt x="14284" y="540"/>
                  </a:cubicBezTo>
                  <a:cubicBezTo>
                    <a:pt x="13316" y="180"/>
                    <a:pt x="12046" y="0"/>
                    <a:pt x="10777" y="0"/>
                  </a:cubicBezTo>
                  <a:close/>
                  <a:moveTo>
                    <a:pt x="4845" y="4060"/>
                  </a:moveTo>
                  <a:cubicBezTo>
                    <a:pt x="2970" y="4060"/>
                    <a:pt x="1445" y="4331"/>
                    <a:pt x="907" y="4563"/>
                  </a:cubicBezTo>
                  <a:cubicBezTo>
                    <a:pt x="-23" y="4963"/>
                    <a:pt x="-21" y="5438"/>
                    <a:pt x="8" y="5606"/>
                  </a:cubicBezTo>
                  <a:lnTo>
                    <a:pt x="8" y="12393"/>
                  </a:lnTo>
                  <a:cubicBezTo>
                    <a:pt x="8" y="12733"/>
                    <a:pt x="732" y="13004"/>
                    <a:pt x="1648" y="13004"/>
                  </a:cubicBezTo>
                  <a:cubicBezTo>
                    <a:pt x="2563" y="13004"/>
                    <a:pt x="3292" y="12728"/>
                    <a:pt x="3292" y="12393"/>
                  </a:cubicBezTo>
                  <a:lnTo>
                    <a:pt x="3292" y="6777"/>
                  </a:lnTo>
                  <a:lnTo>
                    <a:pt x="4791" y="6777"/>
                  </a:lnTo>
                  <a:lnTo>
                    <a:pt x="4791" y="12641"/>
                  </a:lnTo>
                  <a:lnTo>
                    <a:pt x="4804" y="12641"/>
                  </a:lnTo>
                  <a:lnTo>
                    <a:pt x="4804" y="20628"/>
                  </a:lnTo>
                  <a:cubicBezTo>
                    <a:pt x="4804" y="21163"/>
                    <a:pt x="5982" y="21600"/>
                    <a:pt x="7421" y="21600"/>
                  </a:cubicBezTo>
                  <a:cubicBezTo>
                    <a:pt x="8860" y="21600"/>
                    <a:pt x="10037" y="21163"/>
                    <a:pt x="10037" y="20628"/>
                  </a:cubicBezTo>
                  <a:lnTo>
                    <a:pt x="10037" y="12641"/>
                  </a:lnTo>
                  <a:lnTo>
                    <a:pt x="10777" y="12641"/>
                  </a:lnTo>
                  <a:lnTo>
                    <a:pt x="11504" y="12641"/>
                  </a:lnTo>
                  <a:lnTo>
                    <a:pt x="11504" y="20628"/>
                  </a:lnTo>
                  <a:cubicBezTo>
                    <a:pt x="11504" y="21163"/>
                    <a:pt x="12682" y="21600"/>
                    <a:pt x="14121" y="21600"/>
                  </a:cubicBezTo>
                  <a:cubicBezTo>
                    <a:pt x="15559" y="21600"/>
                    <a:pt x="16737" y="21163"/>
                    <a:pt x="16737" y="20628"/>
                  </a:cubicBezTo>
                  <a:lnTo>
                    <a:pt x="16737" y="12636"/>
                  </a:lnTo>
                  <a:lnTo>
                    <a:pt x="16750" y="12636"/>
                  </a:lnTo>
                  <a:lnTo>
                    <a:pt x="16750" y="6772"/>
                  </a:lnTo>
                  <a:lnTo>
                    <a:pt x="18249" y="6772"/>
                  </a:lnTo>
                  <a:lnTo>
                    <a:pt x="18249" y="12388"/>
                  </a:lnTo>
                  <a:cubicBezTo>
                    <a:pt x="18249" y="12728"/>
                    <a:pt x="18973" y="12997"/>
                    <a:pt x="19889" y="12997"/>
                  </a:cubicBezTo>
                  <a:cubicBezTo>
                    <a:pt x="20805" y="12997"/>
                    <a:pt x="21533" y="12723"/>
                    <a:pt x="21533" y="12388"/>
                  </a:cubicBezTo>
                  <a:lnTo>
                    <a:pt x="21533" y="5606"/>
                  </a:lnTo>
                  <a:cubicBezTo>
                    <a:pt x="21577" y="5438"/>
                    <a:pt x="21564" y="4957"/>
                    <a:pt x="20634" y="4563"/>
                  </a:cubicBezTo>
                  <a:cubicBezTo>
                    <a:pt x="20096" y="4336"/>
                    <a:pt x="18566" y="4060"/>
                    <a:pt x="16691" y="4060"/>
                  </a:cubicBezTo>
                  <a:lnTo>
                    <a:pt x="10777" y="4060"/>
                  </a:lnTo>
                  <a:lnTo>
                    <a:pt x="4845" y="4060"/>
                  </a:lnTo>
                  <a:close/>
                </a:path>
              </a:pathLst>
            </a:custGeom>
            <a:solidFill>
              <a:srgbClr val="FFFFFF"/>
            </a:solidFill>
            <a:ln w="25400" cap="flat">
              <a:solidFill>
                <a:schemeClr val="accent1"/>
              </a:solidFill>
              <a:prstDash val="solid"/>
              <a:round/>
            </a:ln>
            <a:effectLst/>
          </p:spPr>
          <p:txBody>
            <a:bodyPr wrap="square" lIns="0" tIns="0" rIns="0" bIns="0" numCol="1" anchor="t">
              <a:noAutofit/>
            </a:bodyPr>
            <a:lstStyle/>
            <a:p>
              <a:pPr/>
            </a:p>
          </p:txBody>
        </p:sp>
        <p:sp>
          <p:nvSpPr>
            <p:cNvPr id="1570" name="Male"/>
            <p:cNvSpPr/>
            <p:nvPr/>
          </p:nvSpPr>
          <p:spPr>
            <a:xfrm>
              <a:off x="967912" y="244"/>
              <a:ext cx="376351" cy="1015512"/>
            </a:xfrm>
            <a:custGeom>
              <a:avLst/>
              <a:gdLst/>
              <a:ahLst/>
              <a:cxnLst>
                <a:cxn ang="0">
                  <a:pos x="wd2" y="hd2"/>
                </a:cxn>
                <a:cxn ang="5400000">
                  <a:pos x="wd2" y="hd2"/>
                </a:cxn>
                <a:cxn ang="10800000">
                  <a:pos x="wd2" y="hd2"/>
                </a:cxn>
                <a:cxn ang="16200000">
                  <a:pos x="wd2" y="hd2"/>
                </a:cxn>
              </a:cxnLst>
              <a:rect l="0" t="0" r="r" b="b"/>
              <a:pathLst>
                <a:path w="21547" h="21600" fill="norm" stroke="1" extrusionOk="0">
                  <a:moveTo>
                    <a:pt x="10777" y="0"/>
                  </a:moveTo>
                  <a:cubicBezTo>
                    <a:pt x="9509" y="0"/>
                    <a:pt x="8239" y="180"/>
                    <a:pt x="7271" y="540"/>
                  </a:cubicBezTo>
                  <a:cubicBezTo>
                    <a:pt x="5335" y="1259"/>
                    <a:pt x="5335" y="2425"/>
                    <a:pt x="7271" y="3144"/>
                  </a:cubicBezTo>
                  <a:cubicBezTo>
                    <a:pt x="9206" y="3863"/>
                    <a:pt x="12348" y="3863"/>
                    <a:pt x="14284" y="3144"/>
                  </a:cubicBezTo>
                  <a:cubicBezTo>
                    <a:pt x="16220" y="2425"/>
                    <a:pt x="16220" y="1259"/>
                    <a:pt x="14284" y="540"/>
                  </a:cubicBezTo>
                  <a:cubicBezTo>
                    <a:pt x="13316" y="180"/>
                    <a:pt x="12046" y="0"/>
                    <a:pt x="10777" y="0"/>
                  </a:cubicBezTo>
                  <a:close/>
                  <a:moveTo>
                    <a:pt x="4845" y="4060"/>
                  </a:moveTo>
                  <a:cubicBezTo>
                    <a:pt x="2970" y="4060"/>
                    <a:pt x="1445" y="4331"/>
                    <a:pt x="907" y="4563"/>
                  </a:cubicBezTo>
                  <a:cubicBezTo>
                    <a:pt x="-23" y="4963"/>
                    <a:pt x="-21" y="5438"/>
                    <a:pt x="8" y="5606"/>
                  </a:cubicBezTo>
                  <a:lnTo>
                    <a:pt x="8" y="12393"/>
                  </a:lnTo>
                  <a:cubicBezTo>
                    <a:pt x="8" y="12733"/>
                    <a:pt x="732" y="13004"/>
                    <a:pt x="1648" y="13004"/>
                  </a:cubicBezTo>
                  <a:cubicBezTo>
                    <a:pt x="2563" y="13004"/>
                    <a:pt x="3292" y="12728"/>
                    <a:pt x="3292" y="12393"/>
                  </a:cubicBezTo>
                  <a:lnTo>
                    <a:pt x="3292" y="6777"/>
                  </a:lnTo>
                  <a:lnTo>
                    <a:pt x="4791" y="6777"/>
                  </a:lnTo>
                  <a:lnTo>
                    <a:pt x="4791" y="12641"/>
                  </a:lnTo>
                  <a:lnTo>
                    <a:pt x="4804" y="12641"/>
                  </a:lnTo>
                  <a:lnTo>
                    <a:pt x="4804" y="20628"/>
                  </a:lnTo>
                  <a:cubicBezTo>
                    <a:pt x="4804" y="21163"/>
                    <a:pt x="5982" y="21600"/>
                    <a:pt x="7421" y="21600"/>
                  </a:cubicBezTo>
                  <a:cubicBezTo>
                    <a:pt x="8860" y="21600"/>
                    <a:pt x="10037" y="21163"/>
                    <a:pt x="10037" y="20628"/>
                  </a:cubicBezTo>
                  <a:lnTo>
                    <a:pt x="10037" y="12641"/>
                  </a:lnTo>
                  <a:lnTo>
                    <a:pt x="10777" y="12641"/>
                  </a:lnTo>
                  <a:lnTo>
                    <a:pt x="11504" y="12641"/>
                  </a:lnTo>
                  <a:lnTo>
                    <a:pt x="11504" y="20628"/>
                  </a:lnTo>
                  <a:cubicBezTo>
                    <a:pt x="11504" y="21163"/>
                    <a:pt x="12682" y="21600"/>
                    <a:pt x="14121" y="21600"/>
                  </a:cubicBezTo>
                  <a:cubicBezTo>
                    <a:pt x="15559" y="21600"/>
                    <a:pt x="16737" y="21163"/>
                    <a:pt x="16737" y="20628"/>
                  </a:cubicBezTo>
                  <a:lnTo>
                    <a:pt x="16737" y="12636"/>
                  </a:lnTo>
                  <a:lnTo>
                    <a:pt x="16750" y="12636"/>
                  </a:lnTo>
                  <a:lnTo>
                    <a:pt x="16750" y="6772"/>
                  </a:lnTo>
                  <a:lnTo>
                    <a:pt x="18249" y="6772"/>
                  </a:lnTo>
                  <a:lnTo>
                    <a:pt x="18249" y="12388"/>
                  </a:lnTo>
                  <a:cubicBezTo>
                    <a:pt x="18249" y="12728"/>
                    <a:pt x="18973" y="12997"/>
                    <a:pt x="19889" y="12997"/>
                  </a:cubicBezTo>
                  <a:cubicBezTo>
                    <a:pt x="20805" y="12997"/>
                    <a:pt x="21533" y="12723"/>
                    <a:pt x="21533" y="12388"/>
                  </a:cubicBezTo>
                  <a:lnTo>
                    <a:pt x="21533" y="5606"/>
                  </a:lnTo>
                  <a:cubicBezTo>
                    <a:pt x="21577" y="5438"/>
                    <a:pt x="21564" y="4957"/>
                    <a:pt x="20634" y="4563"/>
                  </a:cubicBezTo>
                  <a:cubicBezTo>
                    <a:pt x="20096" y="4336"/>
                    <a:pt x="18566" y="4060"/>
                    <a:pt x="16691" y="4060"/>
                  </a:cubicBezTo>
                  <a:lnTo>
                    <a:pt x="10777" y="4060"/>
                  </a:lnTo>
                  <a:lnTo>
                    <a:pt x="4845" y="4060"/>
                  </a:lnTo>
                  <a:close/>
                </a:path>
              </a:pathLst>
            </a:custGeom>
            <a:solidFill>
              <a:srgbClr val="FFFFFF"/>
            </a:solidFill>
            <a:ln w="25400" cap="flat">
              <a:solidFill>
                <a:schemeClr val="accent1"/>
              </a:solidFill>
              <a:prstDash val="solid"/>
              <a:round/>
            </a:ln>
            <a:effectLst/>
          </p:spPr>
          <p:txBody>
            <a:bodyPr wrap="square" lIns="0" tIns="0" rIns="0" bIns="0" numCol="1" anchor="t">
              <a:noAutofit/>
            </a:bodyPr>
            <a:lstStyle/>
            <a:p>
              <a:pPr/>
            </a:p>
          </p:txBody>
        </p:sp>
      </p:grpSp>
      <p:sp>
        <p:nvSpPr>
          <p:cNvPr id="1572" name="Calendar"/>
          <p:cNvSpPr/>
          <p:nvPr/>
        </p:nvSpPr>
        <p:spPr>
          <a:xfrm>
            <a:off x="3238166" y="1734386"/>
            <a:ext cx="921068" cy="1016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289" y="0"/>
                </a:moveTo>
                <a:cubicBezTo>
                  <a:pt x="4152" y="0"/>
                  <a:pt x="4034" y="103"/>
                  <a:pt x="4034" y="233"/>
                </a:cubicBezTo>
                <a:lnTo>
                  <a:pt x="4034" y="1151"/>
                </a:lnTo>
                <a:lnTo>
                  <a:pt x="4034" y="2953"/>
                </a:lnTo>
                <a:lnTo>
                  <a:pt x="6428" y="2953"/>
                </a:lnTo>
                <a:lnTo>
                  <a:pt x="6433" y="1151"/>
                </a:lnTo>
                <a:lnTo>
                  <a:pt x="6433" y="233"/>
                </a:lnTo>
                <a:cubicBezTo>
                  <a:pt x="6433" y="109"/>
                  <a:pt x="6321" y="0"/>
                  <a:pt x="6178" y="0"/>
                </a:cubicBezTo>
                <a:lnTo>
                  <a:pt x="4289" y="0"/>
                </a:lnTo>
                <a:close/>
                <a:moveTo>
                  <a:pt x="15422" y="0"/>
                </a:moveTo>
                <a:cubicBezTo>
                  <a:pt x="15279" y="0"/>
                  <a:pt x="15167" y="109"/>
                  <a:pt x="15167" y="233"/>
                </a:cubicBezTo>
                <a:lnTo>
                  <a:pt x="15167" y="1151"/>
                </a:lnTo>
                <a:lnTo>
                  <a:pt x="15172" y="2953"/>
                </a:lnTo>
                <a:lnTo>
                  <a:pt x="17566" y="2953"/>
                </a:lnTo>
                <a:lnTo>
                  <a:pt x="17566" y="1151"/>
                </a:lnTo>
                <a:lnTo>
                  <a:pt x="17566" y="233"/>
                </a:lnTo>
                <a:cubicBezTo>
                  <a:pt x="17566" y="103"/>
                  <a:pt x="17448" y="0"/>
                  <a:pt x="17311" y="0"/>
                </a:cubicBezTo>
                <a:lnTo>
                  <a:pt x="15422" y="0"/>
                </a:lnTo>
                <a:close/>
                <a:moveTo>
                  <a:pt x="1031" y="2150"/>
                </a:moveTo>
                <a:cubicBezTo>
                  <a:pt x="465" y="2150"/>
                  <a:pt x="0" y="2565"/>
                  <a:pt x="0" y="3083"/>
                </a:cubicBezTo>
                <a:lnTo>
                  <a:pt x="0" y="20665"/>
                </a:lnTo>
                <a:cubicBezTo>
                  <a:pt x="0" y="21178"/>
                  <a:pt x="459" y="21600"/>
                  <a:pt x="1031" y="21600"/>
                </a:cubicBezTo>
                <a:lnTo>
                  <a:pt x="20569" y="21600"/>
                </a:lnTo>
                <a:cubicBezTo>
                  <a:pt x="21135" y="21600"/>
                  <a:pt x="21600" y="21184"/>
                  <a:pt x="21600" y="20665"/>
                </a:cubicBezTo>
                <a:lnTo>
                  <a:pt x="21600" y="3083"/>
                </a:lnTo>
                <a:cubicBezTo>
                  <a:pt x="21600" y="2570"/>
                  <a:pt x="21135" y="2150"/>
                  <a:pt x="20569" y="2150"/>
                </a:cubicBezTo>
                <a:lnTo>
                  <a:pt x="18329" y="2150"/>
                </a:lnTo>
                <a:lnTo>
                  <a:pt x="18329" y="3088"/>
                </a:lnTo>
                <a:cubicBezTo>
                  <a:pt x="18329" y="3396"/>
                  <a:pt x="18049" y="3650"/>
                  <a:pt x="17710" y="3650"/>
                </a:cubicBezTo>
                <a:lnTo>
                  <a:pt x="15018" y="3650"/>
                </a:lnTo>
                <a:cubicBezTo>
                  <a:pt x="14678" y="3650"/>
                  <a:pt x="14398" y="3396"/>
                  <a:pt x="14398" y="3088"/>
                </a:cubicBezTo>
                <a:lnTo>
                  <a:pt x="14398" y="2150"/>
                </a:lnTo>
                <a:lnTo>
                  <a:pt x="7202" y="2150"/>
                </a:lnTo>
                <a:lnTo>
                  <a:pt x="7202" y="3088"/>
                </a:lnTo>
                <a:cubicBezTo>
                  <a:pt x="7202" y="3396"/>
                  <a:pt x="6922" y="3650"/>
                  <a:pt x="6582" y="3650"/>
                </a:cubicBezTo>
                <a:lnTo>
                  <a:pt x="3890" y="3650"/>
                </a:lnTo>
                <a:cubicBezTo>
                  <a:pt x="3551" y="3650"/>
                  <a:pt x="3271" y="3396"/>
                  <a:pt x="3271" y="3088"/>
                </a:cubicBezTo>
                <a:lnTo>
                  <a:pt x="3271" y="2150"/>
                </a:lnTo>
                <a:lnTo>
                  <a:pt x="1031" y="2150"/>
                </a:lnTo>
                <a:close/>
                <a:moveTo>
                  <a:pt x="1508" y="6389"/>
                </a:moveTo>
                <a:lnTo>
                  <a:pt x="20092" y="6389"/>
                </a:lnTo>
                <a:lnTo>
                  <a:pt x="20092" y="19565"/>
                </a:lnTo>
                <a:lnTo>
                  <a:pt x="1508" y="19565"/>
                </a:lnTo>
                <a:lnTo>
                  <a:pt x="1508" y="6389"/>
                </a:lnTo>
                <a:close/>
                <a:moveTo>
                  <a:pt x="3807" y="8451"/>
                </a:moveTo>
                <a:cubicBezTo>
                  <a:pt x="3777" y="8451"/>
                  <a:pt x="3747" y="8478"/>
                  <a:pt x="3747" y="8505"/>
                </a:cubicBezTo>
                <a:lnTo>
                  <a:pt x="3747" y="10493"/>
                </a:lnTo>
                <a:cubicBezTo>
                  <a:pt x="3747" y="10525"/>
                  <a:pt x="3777" y="10547"/>
                  <a:pt x="3807" y="10547"/>
                </a:cubicBezTo>
                <a:lnTo>
                  <a:pt x="5999" y="10547"/>
                </a:lnTo>
                <a:cubicBezTo>
                  <a:pt x="6029" y="10547"/>
                  <a:pt x="6059" y="10525"/>
                  <a:pt x="6059" y="10493"/>
                </a:cubicBezTo>
                <a:lnTo>
                  <a:pt x="6059" y="8505"/>
                </a:lnTo>
                <a:cubicBezTo>
                  <a:pt x="6059" y="8478"/>
                  <a:pt x="6029" y="8451"/>
                  <a:pt x="5999" y="8451"/>
                </a:cubicBezTo>
                <a:lnTo>
                  <a:pt x="3807" y="8451"/>
                </a:lnTo>
                <a:close/>
                <a:moveTo>
                  <a:pt x="7654" y="8451"/>
                </a:moveTo>
                <a:cubicBezTo>
                  <a:pt x="7618" y="8451"/>
                  <a:pt x="7595" y="8478"/>
                  <a:pt x="7595" y="8505"/>
                </a:cubicBezTo>
                <a:lnTo>
                  <a:pt x="7595" y="10493"/>
                </a:lnTo>
                <a:cubicBezTo>
                  <a:pt x="7595" y="10525"/>
                  <a:pt x="7618" y="10547"/>
                  <a:pt x="7654" y="10547"/>
                </a:cubicBezTo>
                <a:lnTo>
                  <a:pt x="9847" y="10547"/>
                </a:lnTo>
                <a:cubicBezTo>
                  <a:pt x="9877" y="10547"/>
                  <a:pt x="9907" y="10525"/>
                  <a:pt x="9907" y="10493"/>
                </a:cubicBezTo>
                <a:lnTo>
                  <a:pt x="9907" y="8505"/>
                </a:lnTo>
                <a:cubicBezTo>
                  <a:pt x="9907" y="8478"/>
                  <a:pt x="9877" y="8451"/>
                  <a:pt x="9847" y="8451"/>
                </a:cubicBezTo>
                <a:lnTo>
                  <a:pt x="7654" y="8451"/>
                </a:lnTo>
                <a:close/>
                <a:moveTo>
                  <a:pt x="11753" y="8451"/>
                </a:moveTo>
                <a:cubicBezTo>
                  <a:pt x="11723" y="8451"/>
                  <a:pt x="11693" y="8478"/>
                  <a:pt x="11693" y="8505"/>
                </a:cubicBezTo>
                <a:lnTo>
                  <a:pt x="11693" y="10493"/>
                </a:lnTo>
                <a:cubicBezTo>
                  <a:pt x="11693" y="10525"/>
                  <a:pt x="11723" y="10547"/>
                  <a:pt x="11753" y="10547"/>
                </a:cubicBezTo>
                <a:lnTo>
                  <a:pt x="13946" y="10547"/>
                </a:lnTo>
                <a:cubicBezTo>
                  <a:pt x="13976" y="10547"/>
                  <a:pt x="14005" y="10525"/>
                  <a:pt x="14005" y="10493"/>
                </a:cubicBezTo>
                <a:lnTo>
                  <a:pt x="14005" y="8505"/>
                </a:lnTo>
                <a:cubicBezTo>
                  <a:pt x="14005" y="8478"/>
                  <a:pt x="13976" y="8451"/>
                  <a:pt x="13946" y="8451"/>
                </a:cubicBezTo>
                <a:lnTo>
                  <a:pt x="11753" y="8451"/>
                </a:lnTo>
                <a:close/>
                <a:moveTo>
                  <a:pt x="15601" y="8451"/>
                </a:moveTo>
                <a:cubicBezTo>
                  <a:pt x="15565" y="8451"/>
                  <a:pt x="15541" y="8478"/>
                  <a:pt x="15541" y="8505"/>
                </a:cubicBezTo>
                <a:lnTo>
                  <a:pt x="15541" y="10493"/>
                </a:lnTo>
                <a:cubicBezTo>
                  <a:pt x="15541" y="10525"/>
                  <a:pt x="15565" y="10547"/>
                  <a:pt x="15601" y="10547"/>
                </a:cubicBezTo>
                <a:lnTo>
                  <a:pt x="17793" y="10547"/>
                </a:lnTo>
                <a:cubicBezTo>
                  <a:pt x="17829" y="10547"/>
                  <a:pt x="17853" y="10525"/>
                  <a:pt x="17853" y="10493"/>
                </a:cubicBezTo>
                <a:lnTo>
                  <a:pt x="17853" y="8505"/>
                </a:lnTo>
                <a:cubicBezTo>
                  <a:pt x="17853" y="8478"/>
                  <a:pt x="17829" y="8451"/>
                  <a:pt x="17793" y="8451"/>
                </a:cubicBezTo>
                <a:lnTo>
                  <a:pt x="15601" y="8451"/>
                </a:lnTo>
                <a:close/>
                <a:moveTo>
                  <a:pt x="3771" y="12086"/>
                </a:moveTo>
                <a:cubicBezTo>
                  <a:pt x="3736" y="12086"/>
                  <a:pt x="3712" y="12107"/>
                  <a:pt x="3712" y="12140"/>
                </a:cubicBezTo>
                <a:lnTo>
                  <a:pt x="3712" y="14126"/>
                </a:lnTo>
                <a:cubicBezTo>
                  <a:pt x="3712" y="14153"/>
                  <a:pt x="3736" y="14180"/>
                  <a:pt x="3771" y="14180"/>
                </a:cubicBezTo>
                <a:lnTo>
                  <a:pt x="5964" y="14180"/>
                </a:lnTo>
                <a:cubicBezTo>
                  <a:pt x="5994" y="14180"/>
                  <a:pt x="6024" y="14153"/>
                  <a:pt x="6024" y="14126"/>
                </a:cubicBezTo>
                <a:lnTo>
                  <a:pt x="6024" y="12140"/>
                </a:lnTo>
                <a:cubicBezTo>
                  <a:pt x="6024" y="12107"/>
                  <a:pt x="5994" y="12086"/>
                  <a:pt x="5964" y="12086"/>
                </a:cubicBezTo>
                <a:lnTo>
                  <a:pt x="3771" y="12086"/>
                </a:lnTo>
                <a:close/>
                <a:moveTo>
                  <a:pt x="7619" y="12086"/>
                </a:moveTo>
                <a:cubicBezTo>
                  <a:pt x="7583" y="12086"/>
                  <a:pt x="7559" y="12107"/>
                  <a:pt x="7559" y="12140"/>
                </a:cubicBezTo>
                <a:lnTo>
                  <a:pt x="7559" y="14126"/>
                </a:lnTo>
                <a:cubicBezTo>
                  <a:pt x="7559" y="14153"/>
                  <a:pt x="7583" y="14180"/>
                  <a:pt x="7619" y="14180"/>
                </a:cubicBezTo>
                <a:lnTo>
                  <a:pt x="9812" y="14180"/>
                </a:lnTo>
                <a:cubicBezTo>
                  <a:pt x="9841" y="14180"/>
                  <a:pt x="9871" y="14153"/>
                  <a:pt x="9871" y="14126"/>
                </a:cubicBezTo>
                <a:lnTo>
                  <a:pt x="9871" y="12140"/>
                </a:lnTo>
                <a:cubicBezTo>
                  <a:pt x="9871" y="12107"/>
                  <a:pt x="9841" y="12086"/>
                  <a:pt x="9812" y="12086"/>
                </a:cubicBezTo>
                <a:lnTo>
                  <a:pt x="7619" y="12086"/>
                </a:lnTo>
                <a:close/>
                <a:moveTo>
                  <a:pt x="11788" y="12086"/>
                </a:moveTo>
                <a:cubicBezTo>
                  <a:pt x="11759" y="12086"/>
                  <a:pt x="11729" y="12107"/>
                  <a:pt x="11729" y="12140"/>
                </a:cubicBezTo>
                <a:lnTo>
                  <a:pt x="11729" y="14126"/>
                </a:lnTo>
                <a:cubicBezTo>
                  <a:pt x="11729" y="14153"/>
                  <a:pt x="11759" y="14180"/>
                  <a:pt x="11788" y="14180"/>
                </a:cubicBezTo>
                <a:lnTo>
                  <a:pt x="13981" y="14180"/>
                </a:lnTo>
                <a:cubicBezTo>
                  <a:pt x="14011" y="14180"/>
                  <a:pt x="14041" y="14153"/>
                  <a:pt x="14041" y="14126"/>
                </a:cubicBezTo>
                <a:lnTo>
                  <a:pt x="14041" y="12140"/>
                </a:lnTo>
                <a:cubicBezTo>
                  <a:pt x="14041" y="12107"/>
                  <a:pt x="14011" y="12086"/>
                  <a:pt x="13981" y="12086"/>
                </a:cubicBezTo>
                <a:lnTo>
                  <a:pt x="11788" y="12086"/>
                </a:lnTo>
                <a:close/>
                <a:moveTo>
                  <a:pt x="15636" y="12086"/>
                </a:moveTo>
                <a:cubicBezTo>
                  <a:pt x="15600" y="12086"/>
                  <a:pt x="15576" y="12107"/>
                  <a:pt x="15576" y="12140"/>
                </a:cubicBezTo>
                <a:lnTo>
                  <a:pt x="15576" y="14126"/>
                </a:lnTo>
                <a:cubicBezTo>
                  <a:pt x="15576" y="14153"/>
                  <a:pt x="15600" y="14180"/>
                  <a:pt x="15636" y="14180"/>
                </a:cubicBezTo>
                <a:lnTo>
                  <a:pt x="17829" y="14180"/>
                </a:lnTo>
                <a:cubicBezTo>
                  <a:pt x="17864" y="14180"/>
                  <a:pt x="17888" y="14153"/>
                  <a:pt x="17888" y="14126"/>
                </a:cubicBezTo>
                <a:lnTo>
                  <a:pt x="17888" y="12140"/>
                </a:lnTo>
                <a:cubicBezTo>
                  <a:pt x="17888" y="12107"/>
                  <a:pt x="17864" y="12086"/>
                  <a:pt x="17829" y="12086"/>
                </a:cubicBezTo>
                <a:lnTo>
                  <a:pt x="15636" y="12086"/>
                </a:lnTo>
                <a:close/>
                <a:moveTo>
                  <a:pt x="3771" y="15866"/>
                </a:moveTo>
                <a:cubicBezTo>
                  <a:pt x="3736" y="15866"/>
                  <a:pt x="3712" y="15893"/>
                  <a:pt x="3712" y="15920"/>
                </a:cubicBezTo>
                <a:lnTo>
                  <a:pt x="3712" y="17906"/>
                </a:lnTo>
                <a:cubicBezTo>
                  <a:pt x="3712" y="17933"/>
                  <a:pt x="3736" y="17960"/>
                  <a:pt x="3771" y="17960"/>
                </a:cubicBezTo>
                <a:lnTo>
                  <a:pt x="5964" y="17960"/>
                </a:lnTo>
                <a:cubicBezTo>
                  <a:pt x="5994" y="17960"/>
                  <a:pt x="6024" y="17933"/>
                  <a:pt x="6024" y="17906"/>
                </a:cubicBezTo>
                <a:lnTo>
                  <a:pt x="6024" y="15920"/>
                </a:lnTo>
                <a:cubicBezTo>
                  <a:pt x="6024" y="15893"/>
                  <a:pt x="5994" y="15866"/>
                  <a:pt x="5964" y="15866"/>
                </a:cubicBezTo>
                <a:lnTo>
                  <a:pt x="3771" y="15866"/>
                </a:lnTo>
                <a:close/>
                <a:moveTo>
                  <a:pt x="7619" y="15866"/>
                </a:moveTo>
                <a:cubicBezTo>
                  <a:pt x="7583" y="15866"/>
                  <a:pt x="7559" y="15893"/>
                  <a:pt x="7559" y="15920"/>
                </a:cubicBezTo>
                <a:lnTo>
                  <a:pt x="7559" y="17906"/>
                </a:lnTo>
                <a:cubicBezTo>
                  <a:pt x="7559" y="17933"/>
                  <a:pt x="7583" y="17960"/>
                  <a:pt x="7619" y="17960"/>
                </a:cubicBezTo>
                <a:lnTo>
                  <a:pt x="9812" y="17960"/>
                </a:lnTo>
                <a:cubicBezTo>
                  <a:pt x="9841" y="17960"/>
                  <a:pt x="9871" y="17933"/>
                  <a:pt x="9871" y="17906"/>
                </a:cubicBezTo>
                <a:lnTo>
                  <a:pt x="9871" y="15920"/>
                </a:lnTo>
                <a:cubicBezTo>
                  <a:pt x="9871" y="15893"/>
                  <a:pt x="9841" y="15866"/>
                  <a:pt x="9812" y="15866"/>
                </a:cubicBezTo>
                <a:lnTo>
                  <a:pt x="7619" y="15866"/>
                </a:lnTo>
                <a:close/>
                <a:moveTo>
                  <a:pt x="11788" y="15866"/>
                </a:moveTo>
                <a:cubicBezTo>
                  <a:pt x="11759" y="15866"/>
                  <a:pt x="11729" y="15893"/>
                  <a:pt x="11729" y="15920"/>
                </a:cubicBezTo>
                <a:lnTo>
                  <a:pt x="11729" y="17906"/>
                </a:lnTo>
                <a:cubicBezTo>
                  <a:pt x="11729" y="17933"/>
                  <a:pt x="11759" y="17960"/>
                  <a:pt x="11788" y="17960"/>
                </a:cubicBezTo>
                <a:lnTo>
                  <a:pt x="13981" y="17960"/>
                </a:lnTo>
                <a:cubicBezTo>
                  <a:pt x="14011" y="17960"/>
                  <a:pt x="14041" y="17933"/>
                  <a:pt x="14041" y="17906"/>
                </a:cubicBezTo>
                <a:lnTo>
                  <a:pt x="14041" y="15920"/>
                </a:lnTo>
                <a:cubicBezTo>
                  <a:pt x="14041" y="15893"/>
                  <a:pt x="14011" y="15866"/>
                  <a:pt x="13981" y="15866"/>
                </a:cubicBezTo>
                <a:lnTo>
                  <a:pt x="11788" y="15866"/>
                </a:lnTo>
                <a:close/>
                <a:moveTo>
                  <a:pt x="15636" y="15866"/>
                </a:moveTo>
                <a:cubicBezTo>
                  <a:pt x="15600" y="15866"/>
                  <a:pt x="15576" y="15893"/>
                  <a:pt x="15576" y="15920"/>
                </a:cubicBezTo>
                <a:lnTo>
                  <a:pt x="15576" y="17906"/>
                </a:lnTo>
                <a:cubicBezTo>
                  <a:pt x="15576" y="17933"/>
                  <a:pt x="15600" y="17960"/>
                  <a:pt x="15636" y="17960"/>
                </a:cubicBezTo>
                <a:lnTo>
                  <a:pt x="17829" y="17960"/>
                </a:lnTo>
                <a:cubicBezTo>
                  <a:pt x="17864" y="17960"/>
                  <a:pt x="17888" y="17933"/>
                  <a:pt x="17888" y="17906"/>
                </a:cubicBezTo>
                <a:lnTo>
                  <a:pt x="17888" y="15920"/>
                </a:lnTo>
                <a:cubicBezTo>
                  <a:pt x="17888" y="15893"/>
                  <a:pt x="17864" y="15866"/>
                  <a:pt x="17829" y="15866"/>
                </a:cubicBezTo>
                <a:lnTo>
                  <a:pt x="15636" y="15866"/>
                </a:lnTo>
                <a:close/>
              </a:path>
            </a:pathLst>
          </a:custGeom>
          <a:solidFill>
            <a:srgbClr val="FFFFFF"/>
          </a:solidFill>
          <a:ln w="25400">
            <a:solidFill>
              <a:schemeClr val="accent1"/>
            </a:solidFill>
          </a:ln>
        </p:spPr>
        <p:txBody>
          <a:bodyPr lIns="0" tIns="0" rIns="0" bIns="0"/>
          <a:lstStyle/>
          <a:p>
            <a:pPr/>
          </a:p>
        </p:txBody>
      </p:sp>
      <p:sp>
        <p:nvSpPr>
          <p:cNvPr id="1573" name="Trophy"/>
          <p:cNvSpPr/>
          <p:nvPr/>
        </p:nvSpPr>
        <p:spPr>
          <a:xfrm>
            <a:off x="5552766" y="1734386"/>
            <a:ext cx="840546" cy="1016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139" y="0"/>
                </a:moveTo>
                <a:cubicBezTo>
                  <a:pt x="4139" y="0"/>
                  <a:pt x="4149" y="623"/>
                  <a:pt x="4237" y="1589"/>
                </a:cubicBezTo>
                <a:cubicBezTo>
                  <a:pt x="2431" y="832"/>
                  <a:pt x="0" y="1725"/>
                  <a:pt x="0" y="3889"/>
                </a:cubicBezTo>
                <a:cubicBezTo>
                  <a:pt x="0" y="6026"/>
                  <a:pt x="2630" y="7372"/>
                  <a:pt x="4623" y="8623"/>
                </a:cubicBezTo>
                <a:cubicBezTo>
                  <a:pt x="6617" y="9874"/>
                  <a:pt x="5496" y="11300"/>
                  <a:pt x="5496" y="11300"/>
                </a:cubicBezTo>
                <a:cubicBezTo>
                  <a:pt x="5496" y="11300"/>
                  <a:pt x="5764" y="11446"/>
                  <a:pt x="6151" y="11655"/>
                </a:cubicBezTo>
                <a:cubicBezTo>
                  <a:pt x="6151" y="11655"/>
                  <a:pt x="6687" y="11060"/>
                  <a:pt x="6687" y="10290"/>
                </a:cubicBezTo>
                <a:cubicBezTo>
                  <a:pt x="6687" y="10138"/>
                  <a:pt x="6674" y="9995"/>
                  <a:pt x="6650" y="9857"/>
                </a:cubicBezTo>
                <a:cubicBezTo>
                  <a:pt x="7364" y="10917"/>
                  <a:pt x="8282" y="11742"/>
                  <a:pt x="9461" y="12100"/>
                </a:cubicBezTo>
                <a:lnTo>
                  <a:pt x="9461" y="14760"/>
                </a:lnTo>
                <a:lnTo>
                  <a:pt x="7250" y="14760"/>
                </a:lnTo>
                <a:lnTo>
                  <a:pt x="7250" y="18727"/>
                </a:lnTo>
                <a:lnTo>
                  <a:pt x="5761" y="18727"/>
                </a:lnTo>
                <a:lnTo>
                  <a:pt x="4147" y="20386"/>
                </a:lnTo>
                <a:lnTo>
                  <a:pt x="4127" y="20386"/>
                </a:lnTo>
                <a:lnTo>
                  <a:pt x="4127" y="21600"/>
                </a:lnTo>
                <a:lnTo>
                  <a:pt x="17475" y="21600"/>
                </a:lnTo>
                <a:lnTo>
                  <a:pt x="17475" y="20386"/>
                </a:lnTo>
                <a:lnTo>
                  <a:pt x="17455" y="20386"/>
                </a:lnTo>
                <a:lnTo>
                  <a:pt x="15839" y="18727"/>
                </a:lnTo>
                <a:lnTo>
                  <a:pt x="14352" y="18727"/>
                </a:lnTo>
                <a:lnTo>
                  <a:pt x="14352" y="14760"/>
                </a:lnTo>
                <a:lnTo>
                  <a:pt x="12141" y="14760"/>
                </a:lnTo>
                <a:lnTo>
                  <a:pt x="12141" y="12100"/>
                </a:lnTo>
                <a:cubicBezTo>
                  <a:pt x="13320" y="11742"/>
                  <a:pt x="14238" y="10917"/>
                  <a:pt x="14952" y="9857"/>
                </a:cubicBezTo>
                <a:cubicBezTo>
                  <a:pt x="14928" y="9994"/>
                  <a:pt x="14915" y="10138"/>
                  <a:pt x="14916" y="10290"/>
                </a:cubicBezTo>
                <a:cubicBezTo>
                  <a:pt x="14916" y="11060"/>
                  <a:pt x="15449" y="11655"/>
                  <a:pt x="15449" y="11655"/>
                </a:cubicBezTo>
                <a:cubicBezTo>
                  <a:pt x="15836" y="11446"/>
                  <a:pt x="16107" y="11300"/>
                  <a:pt x="16107" y="11300"/>
                </a:cubicBezTo>
                <a:cubicBezTo>
                  <a:pt x="16107" y="11300"/>
                  <a:pt x="14985" y="9874"/>
                  <a:pt x="16979" y="8623"/>
                </a:cubicBezTo>
                <a:cubicBezTo>
                  <a:pt x="18972" y="7372"/>
                  <a:pt x="21600" y="6026"/>
                  <a:pt x="21600" y="3889"/>
                </a:cubicBezTo>
                <a:cubicBezTo>
                  <a:pt x="21600" y="1725"/>
                  <a:pt x="19172" y="832"/>
                  <a:pt x="17365" y="1589"/>
                </a:cubicBezTo>
                <a:cubicBezTo>
                  <a:pt x="17453" y="623"/>
                  <a:pt x="17461" y="0"/>
                  <a:pt x="17461" y="0"/>
                </a:cubicBezTo>
                <a:lnTo>
                  <a:pt x="4139" y="0"/>
                </a:lnTo>
                <a:close/>
                <a:moveTo>
                  <a:pt x="2780" y="2437"/>
                </a:moveTo>
                <a:cubicBezTo>
                  <a:pt x="3886" y="2437"/>
                  <a:pt x="4325" y="3145"/>
                  <a:pt x="4499" y="3649"/>
                </a:cubicBezTo>
                <a:cubicBezTo>
                  <a:pt x="4748" y="5174"/>
                  <a:pt x="5172" y="6946"/>
                  <a:pt x="5886" y="8488"/>
                </a:cubicBezTo>
                <a:cubicBezTo>
                  <a:pt x="5216" y="7814"/>
                  <a:pt x="4193" y="7247"/>
                  <a:pt x="3073" y="6490"/>
                </a:cubicBezTo>
                <a:cubicBezTo>
                  <a:pt x="229" y="4570"/>
                  <a:pt x="1195" y="2437"/>
                  <a:pt x="2780" y="2437"/>
                </a:cubicBezTo>
                <a:close/>
                <a:moveTo>
                  <a:pt x="18822" y="2437"/>
                </a:moveTo>
                <a:cubicBezTo>
                  <a:pt x="20407" y="2437"/>
                  <a:pt x="21373" y="4570"/>
                  <a:pt x="18529" y="6490"/>
                </a:cubicBezTo>
                <a:cubicBezTo>
                  <a:pt x="17409" y="7247"/>
                  <a:pt x="16386" y="7814"/>
                  <a:pt x="15716" y="8488"/>
                </a:cubicBezTo>
                <a:cubicBezTo>
                  <a:pt x="16430" y="6947"/>
                  <a:pt x="16852" y="5174"/>
                  <a:pt x="17101" y="3649"/>
                </a:cubicBezTo>
                <a:cubicBezTo>
                  <a:pt x="17275" y="3145"/>
                  <a:pt x="17716" y="2437"/>
                  <a:pt x="18822" y="2437"/>
                </a:cubicBezTo>
                <a:close/>
              </a:path>
            </a:pathLst>
          </a:custGeom>
          <a:solidFill>
            <a:srgbClr val="FFFFFF"/>
          </a:solidFill>
          <a:ln w="25400">
            <a:solidFill>
              <a:schemeClr val="accent1"/>
            </a:solidFill>
          </a:ln>
        </p:spPr>
        <p:txBody>
          <a:bodyPr lIns="0" tIns="0" rIns="0" bIns="0"/>
          <a:lstStyle/>
          <a:p>
            <a:pPr/>
          </a:p>
        </p:txBody>
      </p:sp>
      <p:sp>
        <p:nvSpPr>
          <p:cNvPr id="1574" name="Audience…"/>
          <p:cNvSpPr/>
          <p:nvPr/>
        </p:nvSpPr>
        <p:spPr>
          <a:xfrm>
            <a:off x="502203" y="3050892"/>
            <a:ext cx="1844317" cy="1721640"/>
          </a:xfrm>
          <a:prstGeom prst="roundRect">
            <a:avLst>
              <a:gd name="adj" fmla="val 11065"/>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0" tIns="0" rIns="0" bIns="0"/>
          <a:lstStyle/>
          <a:p>
            <a:pPr algn="ctr">
              <a:defRPr b="1" sz="1800"/>
            </a:pPr>
            <a:br/>
            <a:r>
              <a:t>Audience</a:t>
            </a:r>
          </a:p>
          <a:p>
            <a:pPr algn="ctr"/>
            <a:r>
              <a:t>The course was offered for incoming 9</a:t>
            </a:r>
            <a:r>
              <a:rPr baseline="31999"/>
              <a:t>th</a:t>
            </a:r>
            <a:r>
              <a:t>/10</a:t>
            </a:r>
            <a:r>
              <a:rPr baseline="31999"/>
              <a:t>th</a:t>
            </a:r>
            <a:r>
              <a:t> and 11</a:t>
            </a:r>
            <a:r>
              <a:rPr baseline="31999"/>
              <a:t>th</a:t>
            </a:r>
            <a:r>
              <a:t>/12</a:t>
            </a:r>
            <a:r>
              <a:rPr baseline="31999"/>
              <a:t>th</a:t>
            </a:r>
            <a:r>
              <a:t> grade students.</a:t>
            </a:r>
          </a:p>
        </p:txBody>
      </p:sp>
      <p:sp>
        <p:nvSpPr>
          <p:cNvPr id="1575" name="Timeline…"/>
          <p:cNvSpPr/>
          <p:nvPr/>
        </p:nvSpPr>
        <p:spPr>
          <a:xfrm>
            <a:off x="2776541" y="3050892"/>
            <a:ext cx="1844318" cy="1721640"/>
          </a:xfrm>
          <a:prstGeom prst="roundRect">
            <a:avLst>
              <a:gd name="adj" fmla="val 11065"/>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0" tIns="0" rIns="0" bIns="0"/>
          <a:lstStyle/>
          <a:p>
            <a:pPr algn="ctr">
              <a:defRPr b="1" sz="1800"/>
            </a:pPr>
            <a:br/>
            <a:r>
              <a:t>Timeline</a:t>
            </a:r>
          </a:p>
          <a:p>
            <a:pPr algn="ctr"/>
            <a:r>
              <a:t>The course ran for </a:t>
            </a:r>
            <a:br/>
            <a:r>
              <a:t>one week over the summer with five </a:t>
            </a:r>
            <a:br/>
            <a:r>
              <a:t>six-hour days.</a:t>
            </a:r>
          </a:p>
        </p:txBody>
      </p:sp>
      <p:sp>
        <p:nvSpPr>
          <p:cNvPr id="1576" name="Goal…"/>
          <p:cNvSpPr/>
          <p:nvPr/>
        </p:nvSpPr>
        <p:spPr>
          <a:xfrm>
            <a:off x="5050880" y="3050892"/>
            <a:ext cx="1844318" cy="1721640"/>
          </a:xfrm>
          <a:prstGeom prst="roundRect">
            <a:avLst>
              <a:gd name="adj" fmla="val 11065"/>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0" tIns="0" rIns="0" bIns="0"/>
          <a:lstStyle/>
          <a:p>
            <a:pPr algn="ctr">
              <a:defRPr b="1" sz="1800"/>
            </a:pPr>
            <a:br/>
            <a:r>
              <a:t>Goal</a:t>
            </a:r>
          </a:p>
          <a:p>
            <a:pPr algn="ctr"/>
            <a:r>
              <a:t>The course was designed to cover the broad (bio)statistical landscape and basic coding skills in R.</a:t>
            </a:r>
          </a:p>
        </p:txBody>
      </p:sp>
      <p:sp>
        <p:nvSpPr>
          <p:cNvPr id="1577" name="Slide 1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1 of 18</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79" name="Google Shape;586;p20"/>
          <p:cNvSpPr txBox="1"/>
          <p:nvPr>
            <p:ph type="body" sz="quarter" idx="1"/>
          </p:nvPr>
        </p:nvSpPr>
        <p:spPr>
          <a:xfrm>
            <a:off x="747924" y="1308874"/>
            <a:ext cx="2097902" cy="3617102"/>
          </a:xfrm>
          <a:prstGeom prst="rect">
            <a:avLst/>
          </a:prstGeom>
        </p:spPr>
        <p:txBody>
          <a:bodyPr/>
          <a:lstStyle/>
          <a:p>
            <a:pPr marL="0" indent="0">
              <a:buSzTx/>
              <a:buNone/>
              <a:defRPr b="1"/>
            </a:pPr>
            <a:r>
              <a:t>Audience</a:t>
            </a:r>
          </a:p>
          <a:p>
            <a:pPr marL="180473" indent="-180473">
              <a:buClrTx/>
              <a:buSzPct val="100000"/>
              <a:buFontTx/>
              <a:buChar char="•"/>
            </a:pPr>
            <a:r>
              <a:t>Math and data background</a:t>
            </a:r>
          </a:p>
          <a:p>
            <a:pPr marL="180473" indent="-180473">
              <a:buClrTx/>
              <a:buSzPct val="100000"/>
              <a:buFontTx/>
              <a:buChar char="•"/>
            </a:pPr>
            <a:r>
              <a:t>Willingness </a:t>
            </a:r>
            <a:br/>
            <a:r>
              <a:t>to engage with course</a:t>
            </a:r>
          </a:p>
          <a:p>
            <a:pPr marL="180473" indent="-180473">
              <a:buClrTx/>
              <a:buSzPct val="100000"/>
              <a:buFontTx/>
              <a:buChar char="•"/>
            </a:pPr>
            <a:r>
              <a:t>Application interests</a:t>
            </a:r>
          </a:p>
        </p:txBody>
      </p:sp>
      <p:sp>
        <p:nvSpPr>
          <p:cNvPr id="1580" name="Google Shape;585;p20"/>
          <p:cNvSpPr txBox="1"/>
          <p:nvPr>
            <p:ph type="title"/>
          </p:nvPr>
        </p:nvSpPr>
        <p:spPr>
          <a:xfrm>
            <a:off x="747924" y="225025"/>
            <a:ext cx="6655363" cy="857400"/>
          </a:xfrm>
          <a:prstGeom prst="rect">
            <a:avLst/>
          </a:prstGeom>
        </p:spPr>
        <p:txBody>
          <a:bodyPr/>
          <a:lstStyle>
            <a:lvl1pPr>
              <a:defRPr b="1" sz="3600"/>
            </a:lvl1pPr>
          </a:lstStyle>
          <a:p>
            <a:pPr/>
            <a:r>
              <a:t>Challenges</a:t>
            </a:r>
          </a:p>
        </p:txBody>
      </p:sp>
      <p:sp>
        <p:nvSpPr>
          <p:cNvPr id="1581" name="Slide 2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2 of 18</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85" name="Google Shape;586;p20"/>
          <p:cNvSpPr txBox="1"/>
          <p:nvPr>
            <p:ph type="body" sz="quarter" idx="1"/>
          </p:nvPr>
        </p:nvSpPr>
        <p:spPr>
          <a:xfrm>
            <a:off x="747924" y="1308874"/>
            <a:ext cx="2097902" cy="3617102"/>
          </a:xfrm>
          <a:prstGeom prst="rect">
            <a:avLst/>
          </a:prstGeom>
        </p:spPr>
        <p:txBody>
          <a:bodyPr/>
          <a:lstStyle/>
          <a:p>
            <a:pPr marL="0" indent="0">
              <a:buSzTx/>
              <a:buNone/>
              <a:defRPr b="1">
                <a:solidFill>
                  <a:schemeClr val="accent5">
                    <a:lumOff val="-17019"/>
                  </a:schemeClr>
                </a:solidFill>
              </a:defRPr>
            </a:pPr>
            <a:r>
              <a:t>Audience</a:t>
            </a:r>
          </a:p>
          <a:p>
            <a:pPr marL="180473" indent="-180473">
              <a:buClrTx/>
              <a:buSzPct val="100000"/>
              <a:buFontTx/>
              <a:buChar char="•"/>
              <a:defRPr>
                <a:solidFill>
                  <a:schemeClr val="accent5">
                    <a:lumOff val="-17019"/>
                  </a:schemeClr>
                </a:solidFill>
              </a:defRPr>
            </a:pPr>
            <a:r>
              <a:t>Math and data background</a:t>
            </a:r>
          </a:p>
          <a:p>
            <a:pPr marL="180473" indent="-180473">
              <a:buClrTx/>
              <a:buSzPct val="100000"/>
              <a:buFontTx/>
              <a:buChar char="•"/>
              <a:defRPr>
                <a:solidFill>
                  <a:schemeClr val="accent5">
                    <a:lumOff val="-17019"/>
                  </a:schemeClr>
                </a:solidFill>
              </a:defRPr>
            </a:pPr>
            <a:r>
              <a:t>Willingness </a:t>
            </a:r>
            <a:br/>
            <a:r>
              <a:t>to engage with course</a:t>
            </a:r>
          </a:p>
          <a:p>
            <a:pPr marL="180473" indent="-180473">
              <a:buClrTx/>
              <a:buSzPct val="100000"/>
              <a:buFontTx/>
              <a:buChar char="•"/>
              <a:defRPr>
                <a:solidFill>
                  <a:schemeClr val="accent5">
                    <a:lumOff val="-17019"/>
                  </a:schemeClr>
                </a:solidFill>
              </a:defRPr>
            </a:pPr>
            <a:r>
              <a:t>Application interests</a:t>
            </a:r>
          </a:p>
        </p:txBody>
      </p:sp>
      <p:sp>
        <p:nvSpPr>
          <p:cNvPr id="1586" name="Google Shape;587;p20"/>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marL="0" indent="0">
              <a:buSzTx/>
              <a:buNone/>
              <a:defRPr b="1" sz="1800"/>
            </a:pPr>
            <a:r>
              <a:t>Timeline</a:t>
            </a:r>
          </a:p>
          <a:p>
            <a:pPr marL="180473" indent="-180473">
              <a:buClrTx/>
              <a:buSzPct val="100000"/>
              <a:buFontTx/>
              <a:buChar char="•"/>
              <a:defRPr sz="1800"/>
            </a:pPr>
            <a:r>
              <a:t>Long days</a:t>
            </a:r>
          </a:p>
          <a:p>
            <a:pPr marL="180473" indent="-180473">
              <a:buClrTx/>
              <a:buSzPct val="100000"/>
              <a:buFontTx/>
              <a:buChar char="•"/>
              <a:defRPr sz="1800"/>
            </a:pPr>
            <a:r>
              <a:t>Accelerated schedule</a:t>
            </a:r>
          </a:p>
          <a:p>
            <a:pPr marL="180473" indent="-180473">
              <a:buClrTx/>
              <a:buSzPct val="100000"/>
              <a:buFontTx/>
              <a:buChar char="•"/>
              <a:defRPr sz="1800"/>
            </a:pPr>
            <a:r>
              <a:t>Dedicated project time</a:t>
            </a:r>
          </a:p>
          <a:p>
            <a:pPr marL="180473" indent="-180473">
              <a:buClrTx/>
              <a:buSzPct val="100000"/>
              <a:buFontTx/>
              <a:buChar char="•"/>
              <a:defRPr sz="1800"/>
            </a:pPr>
            <a:r>
              <a:t>Little to no homework</a:t>
            </a:r>
          </a:p>
        </p:txBody>
      </p:sp>
      <p:sp>
        <p:nvSpPr>
          <p:cNvPr id="1587" name="Google Shape;585;p20"/>
          <p:cNvSpPr txBox="1"/>
          <p:nvPr>
            <p:ph type="title"/>
          </p:nvPr>
        </p:nvSpPr>
        <p:spPr>
          <a:xfrm>
            <a:off x="747924" y="225025"/>
            <a:ext cx="6655363" cy="857400"/>
          </a:xfrm>
          <a:prstGeom prst="rect">
            <a:avLst/>
          </a:prstGeom>
        </p:spPr>
        <p:txBody>
          <a:bodyPr/>
          <a:lstStyle>
            <a:lvl1pPr>
              <a:defRPr b="1" sz="3600"/>
            </a:lvl1pPr>
          </a:lstStyle>
          <a:p>
            <a:pPr/>
            <a:r>
              <a:t>Challenges</a:t>
            </a:r>
          </a:p>
        </p:txBody>
      </p:sp>
      <p:sp>
        <p:nvSpPr>
          <p:cNvPr id="1588" name="Slide 2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2 of 18</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92" name="Google Shape;586;p20"/>
          <p:cNvSpPr txBox="1"/>
          <p:nvPr>
            <p:ph type="body" sz="quarter" idx="1"/>
          </p:nvPr>
        </p:nvSpPr>
        <p:spPr>
          <a:xfrm>
            <a:off x="747924" y="1308874"/>
            <a:ext cx="2097902" cy="3617102"/>
          </a:xfrm>
          <a:prstGeom prst="rect">
            <a:avLst/>
          </a:prstGeom>
        </p:spPr>
        <p:txBody>
          <a:bodyPr/>
          <a:lstStyle/>
          <a:p>
            <a:pPr marL="0" indent="0">
              <a:buSzTx/>
              <a:buNone/>
              <a:defRPr b="1">
                <a:solidFill>
                  <a:schemeClr val="accent5">
                    <a:lumOff val="-17019"/>
                  </a:schemeClr>
                </a:solidFill>
              </a:defRPr>
            </a:pPr>
            <a:r>
              <a:t>Audience</a:t>
            </a:r>
          </a:p>
          <a:p>
            <a:pPr marL="180473" indent="-180473">
              <a:buClrTx/>
              <a:buSzPct val="100000"/>
              <a:buFontTx/>
              <a:buChar char="•"/>
              <a:defRPr>
                <a:solidFill>
                  <a:schemeClr val="accent5">
                    <a:lumOff val="-17019"/>
                  </a:schemeClr>
                </a:solidFill>
              </a:defRPr>
            </a:pPr>
            <a:r>
              <a:t>Math and data background</a:t>
            </a:r>
          </a:p>
          <a:p>
            <a:pPr marL="180473" indent="-180473">
              <a:buClrTx/>
              <a:buSzPct val="100000"/>
              <a:buFontTx/>
              <a:buChar char="•"/>
              <a:defRPr>
                <a:solidFill>
                  <a:schemeClr val="accent5">
                    <a:lumOff val="-17019"/>
                  </a:schemeClr>
                </a:solidFill>
              </a:defRPr>
            </a:pPr>
            <a:r>
              <a:t>Willingness </a:t>
            </a:r>
            <a:br/>
            <a:r>
              <a:t>to engage with course</a:t>
            </a:r>
          </a:p>
          <a:p>
            <a:pPr marL="180473" indent="-180473">
              <a:buClrTx/>
              <a:buSzPct val="100000"/>
              <a:buFontTx/>
              <a:buChar char="•"/>
              <a:defRPr>
                <a:solidFill>
                  <a:schemeClr val="accent5">
                    <a:lumOff val="-17019"/>
                  </a:schemeClr>
                </a:solidFill>
              </a:defRPr>
            </a:pPr>
            <a:r>
              <a:t>Application interests</a:t>
            </a:r>
          </a:p>
        </p:txBody>
      </p:sp>
      <p:sp>
        <p:nvSpPr>
          <p:cNvPr id="1593" name="Google Shape;587;p20"/>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marL="0" indent="0">
              <a:buSzTx/>
              <a:buNone/>
              <a:defRPr b="1" sz="1800">
                <a:solidFill>
                  <a:schemeClr val="accent5">
                    <a:lumOff val="-17019"/>
                  </a:schemeClr>
                </a:solidFill>
              </a:defRPr>
            </a:pPr>
            <a:r>
              <a:t>Timeline</a:t>
            </a:r>
          </a:p>
          <a:p>
            <a:pPr marL="180473" indent="-180473">
              <a:buClrTx/>
              <a:buSzPct val="100000"/>
              <a:buFontTx/>
              <a:buChar char="•"/>
              <a:defRPr sz="1800">
                <a:solidFill>
                  <a:schemeClr val="accent5">
                    <a:lumOff val="-17019"/>
                  </a:schemeClr>
                </a:solidFill>
              </a:defRPr>
            </a:pPr>
            <a:r>
              <a:t>Long days</a:t>
            </a:r>
          </a:p>
          <a:p>
            <a:pPr marL="180473" indent="-180473">
              <a:buClrTx/>
              <a:buSzPct val="100000"/>
              <a:buFontTx/>
              <a:buChar char="•"/>
              <a:defRPr sz="1800">
                <a:solidFill>
                  <a:schemeClr val="accent5">
                    <a:lumOff val="-17019"/>
                  </a:schemeClr>
                </a:solidFill>
              </a:defRPr>
            </a:pPr>
            <a:r>
              <a:t>Accelerated schedule</a:t>
            </a:r>
          </a:p>
          <a:p>
            <a:pPr marL="180473" indent="-180473">
              <a:buClrTx/>
              <a:buSzPct val="100000"/>
              <a:buFontTx/>
              <a:buChar char="•"/>
              <a:defRPr sz="1800">
                <a:solidFill>
                  <a:schemeClr val="accent5">
                    <a:lumOff val="-17019"/>
                  </a:schemeClr>
                </a:solidFill>
              </a:defRPr>
            </a:pPr>
            <a:r>
              <a:t>Dedicated project time</a:t>
            </a:r>
          </a:p>
          <a:p>
            <a:pPr marL="180473" indent="-180473">
              <a:buClrTx/>
              <a:buSzPct val="100000"/>
              <a:buFontTx/>
              <a:buChar char="•"/>
              <a:defRPr sz="1800">
                <a:solidFill>
                  <a:schemeClr val="accent5">
                    <a:lumOff val="-17019"/>
                  </a:schemeClr>
                </a:solidFill>
              </a:defRPr>
            </a:pPr>
            <a:r>
              <a:t>Little to no homework</a:t>
            </a:r>
          </a:p>
        </p:txBody>
      </p:sp>
      <p:sp>
        <p:nvSpPr>
          <p:cNvPr id="1594" name="Google Shape;588;p20"/>
          <p:cNvSpPr txBox="1"/>
          <p:nvPr>
            <p:ph type="body" idx="22"/>
          </p:nvPr>
        </p:nvSpPr>
        <p:spPr>
          <a:xfrm>
            <a:off x="5158247" y="1308874"/>
            <a:ext cx="2177395" cy="3617102"/>
          </a:xfrm>
          <a:prstGeom prst="rect">
            <a:avLst/>
          </a:prstGeom>
          <a:extLst>
            <a:ext uri="{C572A759-6A51-4108-AA02-DFA0A04FC94B}">
              <ma14:wrappingTextBoxFlag xmlns:ma14="http://schemas.microsoft.com/office/mac/drawingml/2011/main" val="1"/>
            </a:ext>
          </a:extLst>
        </p:spPr>
        <p:txBody>
          <a:bodyPr/>
          <a:lstStyle/>
          <a:p>
            <a:pPr marL="0" indent="0">
              <a:buSzTx/>
              <a:buNone/>
              <a:defRPr b="1" sz="1800"/>
            </a:pPr>
            <a:r>
              <a:t>Goals</a:t>
            </a:r>
          </a:p>
          <a:p>
            <a:pPr marL="180473" indent="-180473">
              <a:buClrTx/>
              <a:buSzPct val="100000"/>
              <a:buFontTx/>
              <a:buChar char="•"/>
              <a:defRPr sz="1800"/>
            </a:pPr>
            <a:r>
              <a:t>Balance between broad scope and enough detail</a:t>
            </a:r>
          </a:p>
          <a:p>
            <a:pPr marL="180473" indent="-180473">
              <a:buClrTx/>
              <a:buSzPct val="100000"/>
              <a:buFontTx/>
              <a:buChar char="•"/>
              <a:defRPr sz="1800"/>
            </a:pPr>
            <a:r>
              <a:t>Balance between foundations and application</a:t>
            </a:r>
          </a:p>
        </p:txBody>
      </p:sp>
      <p:sp>
        <p:nvSpPr>
          <p:cNvPr id="1595" name="Google Shape;585;p20"/>
          <p:cNvSpPr txBox="1"/>
          <p:nvPr>
            <p:ph type="title"/>
          </p:nvPr>
        </p:nvSpPr>
        <p:spPr>
          <a:xfrm>
            <a:off x="747924" y="225025"/>
            <a:ext cx="6655363" cy="857400"/>
          </a:xfrm>
          <a:prstGeom prst="rect">
            <a:avLst/>
          </a:prstGeom>
        </p:spPr>
        <p:txBody>
          <a:bodyPr/>
          <a:lstStyle>
            <a:lvl1pPr>
              <a:defRPr b="1" sz="3600"/>
            </a:lvl1pPr>
          </a:lstStyle>
          <a:p>
            <a:pPr/>
            <a:r>
              <a:t>Challenges</a:t>
            </a:r>
          </a:p>
        </p:txBody>
      </p:sp>
      <p:sp>
        <p:nvSpPr>
          <p:cNvPr id="1596" name="Slide 2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2 of 18</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00" name="Google Shape;585;p20"/>
          <p:cNvSpPr txBox="1"/>
          <p:nvPr>
            <p:ph type="title"/>
          </p:nvPr>
        </p:nvSpPr>
        <p:spPr>
          <a:xfrm>
            <a:off x="747924" y="225025"/>
            <a:ext cx="6655363" cy="857400"/>
          </a:xfrm>
          <a:prstGeom prst="rect">
            <a:avLst/>
          </a:prstGeom>
        </p:spPr>
        <p:txBody>
          <a:bodyPr/>
          <a:lstStyle>
            <a:lvl1pPr>
              <a:defRPr b="1" sz="3600"/>
            </a:lvl1pPr>
          </a:lstStyle>
          <a:p>
            <a:pPr/>
            <a:r>
              <a:t>Course Scaffolding</a:t>
            </a:r>
          </a:p>
        </p:txBody>
      </p:sp>
      <p:sp>
        <p:nvSpPr>
          <p:cNvPr id="1601" name="Daily Topics"/>
          <p:cNvSpPr/>
          <p:nvPr/>
        </p:nvSpPr>
        <p:spPr>
          <a:xfrm>
            <a:off x="2983930" y="1307196"/>
            <a:ext cx="1770890" cy="445850"/>
          </a:xfrm>
          <a:prstGeom prst="roundRect">
            <a:avLst>
              <a:gd name="adj" fmla="val 42728"/>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0" tIns="0" rIns="0" bIns="0" anchor="ctr"/>
          <a:lstStyle>
            <a:lvl1pPr algn="ctr"/>
          </a:lstStyle>
          <a:p>
            <a:pPr/>
            <a:r>
              <a:t>Daily Topics</a:t>
            </a:r>
          </a:p>
        </p:txBody>
      </p:sp>
      <p:sp>
        <p:nvSpPr>
          <p:cNvPr id="1602" name="Lectures"/>
          <p:cNvSpPr/>
          <p:nvPr/>
        </p:nvSpPr>
        <p:spPr>
          <a:xfrm>
            <a:off x="716384" y="2152735"/>
            <a:ext cx="1770890" cy="445849"/>
          </a:xfrm>
          <a:prstGeom prst="roundRect">
            <a:avLst>
              <a:gd name="adj" fmla="val 42728"/>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0" tIns="0" rIns="0" bIns="0" anchor="ctr"/>
          <a:lstStyle>
            <a:lvl1pPr algn="ctr"/>
          </a:lstStyle>
          <a:p>
            <a:pPr/>
            <a:r>
              <a:t>Lectures</a:t>
            </a:r>
          </a:p>
        </p:txBody>
      </p:sp>
      <p:sp>
        <p:nvSpPr>
          <p:cNvPr id="1603" name="Activities"/>
          <p:cNvSpPr/>
          <p:nvPr/>
        </p:nvSpPr>
        <p:spPr>
          <a:xfrm>
            <a:off x="2983930" y="2152735"/>
            <a:ext cx="1770890" cy="445849"/>
          </a:xfrm>
          <a:prstGeom prst="roundRect">
            <a:avLst>
              <a:gd name="adj" fmla="val 42728"/>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0" tIns="0" rIns="0" bIns="0" anchor="ctr"/>
          <a:lstStyle>
            <a:lvl1pPr algn="ctr"/>
          </a:lstStyle>
          <a:p>
            <a:pPr/>
            <a:r>
              <a:t>Activities</a:t>
            </a:r>
          </a:p>
        </p:txBody>
      </p:sp>
      <p:sp>
        <p:nvSpPr>
          <p:cNvPr id="1604" name="Recaps"/>
          <p:cNvSpPr/>
          <p:nvPr/>
        </p:nvSpPr>
        <p:spPr>
          <a:xfrm>
            <a:off x="5251476" y="2152735"/>
            <a:ext cx="1770890" cy="445849"/>
          </a:xfrm>
          <a:prstGeom prst="roundRect">
            <a:avLst>
              <a:gd name="adj" fmla="val 42728"/>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0" tIns="0" rIns="0" bIns="0" anchor="ctr"/>
          <a:lstStyle>
            <a:lvl1pPr algn="ctr"/>
          </a:lstStyle>
          <a:p>
            <a:pPr/>
            <a:r>
              <a:t>Recaps</a:t>
            </a:r>
          </a:p>
        </p:txBody>
      </p:sp>
      <p:sp>
        <p:nvSpPr>
          <p:cNvPr id="1605" name="Project"/>
          <p:cNvSpPr/>
          <p:nvPr/>
        </p:nvSpPr>
        <p:spPr>
          <a:xfrm>
            <a:off x="2983930" y="2998274"/>
            <a:ext cx="1770890" cy="445849"/>
          </a:xfrm>
          <a:prstGeom prst="roundRect">
            <a:avLst>
              <a:gd name="adj" fmla="val 42728"/>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0" tIns="0" rIns="0" bIns="0" anchor="ctr"/>
          <a:lstStyle>
            <a:lvl1pPr algn="ctr"/>
          </a:lstStyle>
          <a:p>
            <a:pPr/>
            <a:r>
              <a:t>Project</a:t>
            </a:r>
          </a:p>
        </p:txBody>
      </p:sp>
      <p:sp>
        <p:nvSpPr>
          <p:cNvPr id="1606" name="Presentation"/>
          <p:cNvSpPr/>
          <p:nvPr/>
        </p:nvSpPr>
        <p:spPr>
          <a:xfrm>
            <a:off x="2983930" y="3843812"/>
            <a:ext cx="1770890" cy="445849"/>
          </a:xfrm>
          <a:prstGeom prst="roundRect">
            <a:avLst>
              <a:gd name="adj" fmla="val 42728"/>
            </a:avLst>
          </a:prstGeom>
          <a:solidFill>
            <a:srgbClr val="FFFFFF"/>
          </a:solidFill>
          <a:ln w="25400">
            <a:solidFill>
              <a:schemeClr val="accent1"/>
            </a:solidFill>
          </a:ln>
          <a:extLst>
            <a:ext uri="{C572A759-6A51-4108-AA02-DFA0A04FC94B}">
              <ma14:wrappingTextBoxFlag xmlns:ma14="http://schemas.microsoft.com/office/mac/drawingml/2011/main" val="1"/>
            </a:ext>
          </a:extLst>
        </p:spPr>
        <p:txBody>
          <a:bodyPr lIns="0" tIns="0" rIns="0" bIns="0" anchor="ctr"/>
          <a:lstStyle>
            <a:lvl1pPr algn="ctr"/>
          </a:lstStyle>
          <a:p>
            <a:pPr/>
            <a:r>
              <a:t>Presentation</a:t>
            </a:r>
          </a:p>
        </p:txBody>
      </p:sp>
      <p:sp>
        <p:nvSpPr>
          <p:cNvPr id="1615" name="Connection Line"/>
          <p:cNvSpPr/>
          <p:nvPr/>
        </p:nvSpPr>
        <p:spPr>
          <a:xfrm>
            <a:off x="1678021" y="1549861"/>
            <a:ext cx="1170867" cy="4833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cubicBezTo>
                  <a:pt x="3416" y="7399"/>
                  <a:pt x="10616" y="199"/>
                  <a:pt x="21600" y="0"/>
                </a:cubicBezTo>
              </a:path>
            </a:pathLst>
          </a:custGeom>
          <a:ln w="25400">
            <a:solidFill>
              <a:schemeClr val="accent1"/>
            </a:solidFill>
            <a:headEnd type="triangle"/>
          </a:ln>
          <a:effectLst>
            <a:outerShdw sx="100000" sy="100000" kx="0" ky="0" algn="b" rotWithShape="0" blurRad="38100" dist="20000" dir="5400000">
              <a:srgbClr val="000000">
                <a:alpha val="38000"/>
              </a:srgbClr>
            </a:outerShdw>
          </a:effectLst>
        </p:spPr>
        <p:txBody>
          <a:bodyPr/>
          <a:lstStyle/>
          <a:p>
            <a:pPr/>
          </a:p>
        </p:txBody>
      </p:sp>
      <p:sp>
        <p:nvSpPr>
          <p:cNvPr id="1616" name="Connection Line"/>
          <p:cNvSpPr/>
          <p:nvPr/>
        </p:nvSpPr>
        <p:spPr>
          <a:xfrm>
            <a:off x="4889862" y="1549861"/>
            <a:ext cx="1170867" cy="4833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18184" y="7399"/>
                  <a:pt x="10984" y="199"/>
                  <a:pt x="0" y="0"/>
                </a:cubicBezTo>
              </a:path>
            </a:pathLst>
          </a:custGeom>
          <a:ln w="25400">
            <a:solidFill>
              <a:schemeClr val="accent1"/>
            </a:solidFill>
            <a:headEnd type="triangle"/>
          </a:ln>
          <a:effectLst>
            <a:outerShdw sx="100000" sy="100000" kx="0" ky="0" algn="b" rotWithShape="0" blurRad="38100" dist="20000" dir="5400000">
              <a:srgbClr val="000000">
                <a:alpha val="38000"/>
              </a:srgbClr>
            </a:outerShdw>
          </a:effectLst>
        </p:spPr>
        <p:txBody>
          <a:bodyPr/>
          <a:lstStyle/>
          <a:p>
            <a:pPr/>
          </a:p>
        </p:txBody>
      </p:sp>
      <p:sp>
        <p:nvSpPr>
          <p:cNvPr id="1609" name="Line"/>
          <p:cNvSpPr/>
          <p:nvPr/>
        </p:nvSpPr>
        <p:spPr>
          <a:xfrm flipV="1">
            <a:off x="3869374" y="1834909"/>
            <a:ext cx="1" cy="235963"/>
          </a:xfrm>
          <a:prstGeom prst="line">
            <a:avLst/>
          </a:prstGeom>
          <a:ln w="25400">
            <a:solidFill>
              <a:schemeClr val="accent1"/>
            </a:solidFill>
            <a:headEnd type="triangle"/>
          </a:ln>
          <a:effectLst>
            <a:outerShdw sx="100000" sy="100000" kx="0" ky="0" algn="b" rotWithShape="0" blurRad="38100" dist="20000" dir="5400000">
              <a:srgbClr val="000000">
                <a:alpha val="38000"/>
              </a:srgbClr>
            </a:outerShdw>
          </a:effectLst>
        </p:spPr>
        <p:txBody>
          <a:bodyPr lIns="0" tIns="0" rIns="0" bIns="0"/>
          <a:lstStyle/>
          <a:p>
            <a:pPr/>
          </a:p>
        </p:txBody>
      </p:sp>
      <p:sp>
        <p:nvSpPr>
          <p:cNvPr id="1617" name="Connection Line"/>
          <p:cNvSpPr/>
          <p:nvPr/>
        </p:nvSpPr>
        <p:spPr>
          <a:xfrm>
            <a:off x="1605777" y="2723733"/>
            <a:ext cx="1170867" cy="491968"/>
          </a:xfrm>
          <a:custGeom>
            <a:avLst/>
            <a:gdLst/>
            <a:ahLst/>
            <a:cxnLst>
              <a:cxn ang="0">
                <a:pos x="wd2" y="hd2"/>
              </a:cxn>
              <a:cxn ang="5400000">
                <a:pos x="wd2" y="hd2"/>
              </a:cxn>
              <a:cxn ang="10800000">
                <a:pos x="wd2" y="hd2"/>
              </a:cxn>
              <a:cxn ang="16200000">
                <a:pos x="wd2" y="hd2"/>
              </a:cxn>
            </a:cxnLst>
            <a:rect l="0" t="0" r="r" b="b"/>
            <a:pathLst>
              <a:path w="21600" h="19958" fill="norm" stroke="1" extrusionOk="0">
                <a:moveTo>
                  <a:pt x="21600" y="19610"/>
                </a:moveTo>
                <a:cubicBezTo>
                  <a:pt x="10606" y="21600"/>
                  <a:pt x="3406" y="15063"/>
                  <a:pt x="0" y="0"/>
                </a:cubicBezTo>
              </a:path>
            </a:pathLst>
          </a:custGeom>
          <a:ln w="25400">
            <a:solidFill>
              <a:schemeClr val="accent1"/>
            </a:solidFill>
            <a:headEnd type="triangle"/>
          </a:ln>
          <a:effectLst>
            <a:outerShdw sx="100000" sy="100000" kx="0" ky="0" algn="b" rotWithShape="0" blurRad="38100" dist="20000" dir="5400000">
              <a:srgbClr val="000000">
                <a:alpha val="38000"/>
              </a:srgbClr>
            </a:outerShdw>
          </a:effectLst>
        </p:spPr>
        <p:txBody>
          <a:bodyPr/>
          <a:lstStyle/>
          <a:p>
            <a:pPr/>
          </a:p>
        </p:txBody>
      </p:sp>
      <p:sp>
        <p:nvSpPr>
          <p:cNvPr id="1618" name="Connection Line"/>
          <p:cNvSpPr/>
          <p:nvPr/>
        </p:nvSpPr>
        <p:spPr>
          <a:xfrm>
            <a:off x="4884129" y="2723733"/>
            <a:ext cx="1170867" cy="491968"/>
          </a:xfrm>
          <a:custGeom>
            <a:avLst/>
            <a:gdLst/>
            <a:ahLst/>
            <a:cxnLst>
              <a:cxn ang="0">
                <a:pos x="wd2" y="hd2"/>
              </a:cxn>
              <a:cxn ang="5400000">
                <a:pos x="wd2" y="hd2"/>
              </a:cxn>
              <a:cxn ang="10800000">
                <a:pos x="wd2" y="hd2"/>
              </a:cxn>
              <a:cxn ang="16200000">
                <a:pos x="wd2" y="hd2"/>
              </a:cxn>
            </a:cxnLst>
            <a:rect l="0" t="0" r="r" b="b"/>
            <a:pathLst>
              <a:path w="21600" h="19958" fill="norm" stroke="1" extrusionOk="0">
                <a:moveTo>
                  <a:pt x="0" y="19610"/>
                </a:moveTo>
                <a:cubicBezTo>
                  <a:pt x="10994" y="21600"/>
                  <a:pt x="18194" y="15063"/>
                  <a:pt x="21600" y="0"/>
                </a:cubicBezTo>
              </a:path>
            </a:pathLst>
          </a:custGeom>
          <a:ln w="25400">
            <a:solidFill>
              <a:schemeClr val="accent1"/>
            </a:solidFill>
            <a:headEnd type="triangle"/>
          </a:ln>
          <a:effectLst>
            <a:outerShdw sx="100000" sy="100000" kx="0" ky="0" algn="b" rotWithShape="0" blurRad="38100" dist="20000" dir="5400000">
              <a:srgbClr val="000000">
                <a:alpha val="38000"/>
              </a:srgbClr>
            </a:outerShdw>
          </a:effectLst>
        </p:spPr>
        <p:txBody>
          <a:bodyPr/>
          <a:lstStyle/>
          <a:p>
            <a:pPr/>
          </a:p>
        </p:txBody>
      </p:sp>
      <p:sp>
        <p:nvSpPr>
          <p:cNvPr id="1612" name="Line"/>
          <p:cNvSpPr/>
          <p:nvPr/>
        </p:nvSpPr>
        <p:spPr>
          <a:xfrm flipV="1">
            <a:off x="3869374" y="3525986"/>
            <a:ext cx="1" cy="235963"/>
          </a:xfrm>
          <a:prstGeom prst="line">
            <a:avLst/>
          </a:prstGeom>
          <a:ln w="25400">
            <a:solidFill>
              <a:schemeClr val="accent1"/>
            </a:solidFill>
            <a:headEnd type="triangle"/>
          </a:ln>
          <a:effectLst>
            <a:outerShdw sx="100000" sy="100000" kx="0" ky="0" algn="b" rotWithShape="0" blurRad="38100" dist="20000" dir="5400000">
              <a:srgbClr val="000000">
                <a:alpha val="38000"/>
              </a:srgbClr>
            </a:outerShdw>
          </a:effectLst>
        </p:spPr>
        <p:txBody>
          <a:bodyPr lIns="0" tIns="0" rIns="0" bIns="0"/>
          <a:lstStyle/>
          <a:p>
            <a:pPr/>
          </a:p>
        </p:txBody>
      </p:sp>
      <p:sp>
        <p:nvSpPr>
          <p:cNvPr id="1613" name="Line"/>
          <p:cNvSpPr/>
          <p:nvPr/>
        </p:nvSpPr>
        <p:spPr>
          <a:xfrm flipV="1">
            <a:off x="3869374" y="2680448"/>
            <a:ext cx="1" cy="235962"/>
          </a:xfrm>
          <a:prstGeom prst="line">
            <a:avLst/>
          </a:prstGeom>
          <a:ln w="25400">
            <a:solidFill>
              <a:schemeClr val="accent1"/>
            </a:solidFill>
            <a:headEnd type="triangle"/>
          </a:ln>
          <a:effectLst>
            <a:outerShdw sx="100000" sy="100000" kx="0" ky="0" algn="b" rotWithShape="0" blurRad="38100" dist="20000" dir="5400000">
              <a:srgbClr val="000000">
                <a:alpha val="38000"/>
              </a:srgbClr>
            </a:outerShdw>
          </a:effectLst>
        </p:spPr>
        <p:txBody>
          <a:bodyPr lIns="0" tIns="0" rIns="0" bIns="0"/>
          <a:lstStyle/>
          <a:p>
            <a:pPr/>
          </a:p>
        </p:txBody>
      </p:sp>
      <p:sp>
        <p:nvSpPr>
          <p:cNvPr id="1614" name="Slide 3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3 of 18</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20" name="Google Shape;559;p17"/>
          <p:cNvSpPr txBox="1"/>
          <p:nvPr>
            <p:ph type="title"/>
          </p:nvPr>
        </p:nvSpPr>
        <p:spPr>
          <a:prstGeom prst="rect">
            <a:avLst/>
          </a:prstGeom>
        </p:spPr>
        <p:txBody>
          <a:bodyPr/>
          <a:lstStyle>
            <a:lvl1pPr>
              <a:defRPr b="1" sz="3600"/>
            </a:lvl1pPr>
          </a:lstStyle>
          <a:p>
            <a:pPr/>
            <a:r>
              <a:t>Daily Topics</a:t>
            </a:r>
          </a:p>
        </p:txBody>
      </p:sp>
      <p:sp>
        <p:nvSpPr>
          <p:cNvPr id="1621" name="Google Shape;588;p20"/>
          <p:cNvSpPr txBox="1"/>
          <p:nvPr/>
        </p:nvSpPr>
        <p:spPr>
          <a:xfrm>
            <a:off x="403108" y="1308874"/>
            <a:ext cx="6932534" cy="361710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a:spcBef>
                <a:spcPts val="600"/>
              </a:spcBef>
              <a:defRPr sz="1800">
                <a:latin typeface="Dosis"/>
                <a:ea typeface="Dosis"/>
                <a:cs typeface="Dosis"/>
                <a:sym typeface="Dosis"/>
              </a:defRPr>
            </a:pPr>
            <a:r>
              <a:t>Each day covered statistical concepts or skills (bio)statisticians and data scientists use frequently. </a:t>
            </a:r>
            <a:br/>
          </a:p>
        </p:txBody>
      </p:sp>
      <p:sp>
        <p:nvSpPr>
          <p:cNvPr id="1622" name="Slide 4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4 of 18</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24" name="Google Shape;559;p17"/>
          <p:cNvSpPr txBox="1"/>
          <p:nvPr>
            <p:ph type="title"/>
          </p:nvPr>
        </p:nvSpPr>
        <p:spPr>
          <a:prstGeom prst="rect">
            <a:avLst/>
          </a:prstGeom>
        </p:spPr>
        <p:txBody>
          <a:bodyPr/>
          <a:lstStyle>
            <a:lvl1pPr>
              <a:defRPr b="1" sz="3600"/>
            </a:lvl1pPr>
          </a:lstStyle>
          <a:p>
            <a:pPr/>
            <a:r>
              <a:t>Daily Topics</a:t>
            </a:r>
          </a:p>
        </p:txBody>
      </p:sp>
      <p:sp>
        <p:nvSpPr>
          <p:cNvPr id="1625" name="Google Shape;588;p20"/>
          <p:cNvSpPr txBox="1"/>
          <p:nvPr/>
        </p:nvSpPr>
        <p:spPr>
          <a:xfrm>
            <a:off x="403108" y="1308874"/>
            <a:ext cx="6932534" cy="361710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a:spcBef>
                <a:spcPts val="600"/>
              </a:spcBef>
              <a:defRPr sz="1800">
                <a:latin typeface="Dosis"/>
                <a:ea typeface="Dosis"/>
                <a:cs typeface="Dosis"/>
                <a:sym typeface="Dosis"/>
              </a:defRPr>
            </a:pPr>
            <a:r>
              <a:rPr>
                <a:solidFill>
                  <a:schemeClr val="accent5">
                    <a:lumOff val="-17019"/>
                  </a:schemeClr>
                </a:solidFill>
              </a:rPr>
              <a:t>Each day covered statistical concepts or skills (bio)statisticians and data scientists use frequently. </a:t>
            </a:r>
            <a:br/>
          </a:p>
          <a:p>
            <a:pPr lvl="1" marL="748631" indent="-240631">
              <a:spcBef>
                <a:spcPts val="600"/>
              </a:spcBef>
              <a:buSzPct val="100000"/>
              <a:buAutoNum type="arabicPeriod" startAt="1"/>
              <a:defRPr sz="1800">
                <a:latin typeface="Dosis"/>
                <a:ea typeface="Dosis"/>
                <a:cs typeface="Dosis"/>
                <a:sym typeface="Dosis"/>
              </a:defRPr>
            </a:pPr>
            <a:r>
              <a:t>Types of variables, well-defined research questions, common study designs, and limitations of measurement</a:t>
            </a:r>
          </a:p>
        </p:txBody>
      </p:sp>
      <p:sp>
        <p:nvSpPr>
          <p:cNvPr id="1626" name="Slide 4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4 of 18</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30" name="Google Shape;559;p17"/>
          <p:cNvSpPr txBox="1"/>
          <p:nvPr>
            <p:ph type="title"/>
          </p:nvPr>
        </p:nvSpPr>
        <p:spPr>
          <a:prstGeom prst="rect">
            <a:avLst/>
          </a:prstGeom>
        </p:spPr>
        <p:txBody>
          <a:bodyPr/>
          <a:lstStyle>
            <a:lvl1pPr>
              <a:defRPr b="1" sz="3600"/>
            </a:lvl1pPr>
          </a:lstStyle>
          <a:p>
            <a:pPr/>
            <a:r>
              <a:t>Daily Topics</a:t>
            </a:r>
          </a:p>
        </p:txBody>
      </p:sp>
      <p:sp>
        <p:nvSpPr>
          <p:cNvPr id="1631" name="Google Shape;588;p20"/>
          <p:cNvSpPr txBox="1"/>
          <p:nvPr/>
        </p:nvSpPr>
        <p:spPr>
          <a:xfrm>
            <a:off x="403108" y="1308874"/>
            <a:ext cx="6932534" cy="361710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a:spcBef>
                <a:spcPts val="600"/>
              </a:spcBef>
              <a:defRPr sz="1800">
                <a:latin typeface="Dosis"/>
                <a:ea typeface="Dosis"/>
                <a:cs typeface="Dosis"/>
                <a:sym typeface="Dosis"/>
              </a:defRPr>
            </a:pPr>
            <a:r>
              <a:rPr>
                <a:solidFill>
                  <a:schemeClr val="accent5">
                    <a:lumOff val="-17019"/>
                  </a:schemeClr>
                </a:solidFill>
              </a:rPr>
              <a:t>Each day covered statistical concepts or skills (bio)statisticians and data scientists use frequently. </a:t>
            </a:r>
            <a:br/>
          </a:p>
          <a:p>
            <a:pPr lvl="1" marL="748631" indent="-240631">
              <a:spcBef>
                <a:spcPts val="600"/>
              </a:spcBef>
              <a:buSzPct val="100000"/>
              <a:buAutoNum type="arabicPeriod" startAt="1"/>
              <a:defRPr sz="1800">
                <a:solidFill>
                  <a:schemeClr val="accent5">
                    <a:lumOff val="-17019"/>
                  </a:schemeClr>
                </a:solidFill>
                <a:latin typeface="Dosis"/>
                <a:ea typeface="Dosis"/>
                <a:cs typeface="Dosis"/>
                <a:sym typeface="Dosis"/>
              </a:defRPr>
            </a:pPr>
            <a:r>
              <a:t>Types of variables, well-defined research questions, common study designs, and limitations of measurement</a:t>
            </a:r>
          </a:p>
          <a:p>
            <a:pPr lvl="1" marL="748631" indent="-240631">
              <a:spcBef>
                <a:spcPts val="600"/>
              </a:spcBef>
              <a:buSzPct val="100000"/>
              <a:buAutoNum type="arabicPeriod" startAt="1"/>
              <a:defRPr sz="1800">
                <a:latin typeface="Dosis"/>
                <a:ea typeface="Dosis"/>
                <a:cs typeface="Dosis"/>
                <a:sym typeface="Dosis"/>
              </a:defRPr>
            </a:pPr>
            <a:r>
              <a:t>Data summarization, wrangling, and visualization in R</a:t>
            </a:r>
          </a:p>
        </p:txBody>
      </p:sp>
      <p:sp>
        <p:nvSpPr>
          <p:cNvPr id="1632" name="Slide 4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4 of 18</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36" name="Google Shape;559;p17"/>
          <p:cNvSpPr txBox="1"/>
          <p:nvPr>
            <p:ph type="title"/>
          </p:nvPr>
        </p:nvSpPr>
        <p:spPr>
          <a:prstGeom prst="rect">
            <a:avLst/>
          </a:prstGeom>
        </p:spPr>
        <p:txBody>
          <a:bodyPr/>
          <a:lstStyle>
            <a:lvl1pPr>
              <a:defRPr b="1" sz="3600"/>
            </a:lvl1pPr>
          </a:lstStyle>
          <a:p>
            <a:pPr/>
            <a:r>
              <a:t>Daily Topics</a:t>
            </a:r>
          </a:p>
        </p:txBody>
      </p:sp>
      <p:sp>
        <p:nvSpPr>
          <p:cNvPr id="1637" name="Google Shape;588;p20"/>
          <p:cNvSpPr txBox="1"/>
          <p:nvPr/>
        </p:nvSpPr>
        <p:spPr>
          <a:xfrm>
            <a:off x="403108" y="1308874"/>
            <a:ext cx="6932534" cy="361710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a:spcBef>
                <a:spcPts val="600"/>
              </a:spcBef>
              <a:defRPr sz="1800">
                <a:latin typeface="Dosis"/>
                <a:ea typeface="Dosis"/>
                <a:cs typeface="Dosis"/>
                <a:sym typeface="Dosis"/>
              </a:defRPr>
            </a:pPr>
            <a:r>
              <a:rPr>
                <a:solidFill>
                  <a:schemeClr val="accent5">
                    <a:lumOff val="-17019"/>
                  </a:schemeClr>
                </a:solidFill>
              </a:rPr>
              <a:t>Each day covered statistical concepts or skills (bio)statisticians and data scientists use frequently. </a:t>
            </a:r>
            <a:br/>
          </a:p>
          <a:p>
            <a:pPr lvl="1" marL="748631" indent="-240631">
              <a:spcBef>
                <a:spcPts val="600"/>
              </a:spcBef>
              <a:buSzPct val="100000"/>
              <a:buAutoNum type="arabicPeriod" startAt="1"/>
              <a:defRPr sz="1800">
                <a:solidFill>
                  <a:schemeClr val="accent5">
                    <a:lumOff val="-17019"/>
                  </a:schemeClr>
                </a:solidFill>
                <a:latin typeface="Dosis"/>
                <a:ea typeface="Dosis"/>
                <a:cs typeface="Dosis"/>
                <a:sym typeface="Dosis"/>
              </a:defRPr>
            </a:pPr>
            <a:r>
              <a:t>Types of variables, well-defined research questions, common study designs, and limitations of measurement</a:t>
            </a:r>
          </a:p>
          <a:p>
            <a:pPr lvl="1" marL="748631" indent="-240631">
              <a:spcBef>
                <a:spcPts val="600"/>
              </a:spcBef>
              <a:buSzPct val="100000"/>
              <a:buAutoNum type="arabicPeriod" startAt="1"/>
              <a:defRPr sz="1800">
                <a:solidFill>
                  <a:schemeClr val="accent5">
                    <a:lumOff val="-17019"/>
                  </a:schemeClr>
                </a:solidFill>
                <a:latin typeface="Dosis"/>
                <a:ea typeface="Dosis"/>
                <a:cs typeface="Dosis"/>
                <a:sym typeface="Dosis"/>
              </a:defRPr>
            </a:pPr>
            <a:r>
              <a:t>Data summarization, wrangling, and visualization in R</a:t>
            </a:r>
          </a:p>
          <a:p>
            <a:pPr lvl="1" marL="748631" indent="-240631">
              <a:spcBef>
                <a:spcPts val="600"/>
              </a:spcBef>
              <a:buSzPct val="100000"/>
              <a:buAutoNum type="arabicPeriod" startAt="1"/>
              <a:defRPr sz="1800">
                <a:latin typeface="Dosis"/>
                <a:ea typeface="Dosis"/>
                <a:cs typeface="Dosis"/>
                <a:sym typeface="Dosis"/>
              </a:defRPr>
            </a:pPr>
            <a:r>
              <a:t>Regression mechanics, interpretation, and diagnostics</a:t>
            </a:r>
          </a:p>
        </p:txBody>
      </p:sp>
      <p:sp>
        <p:nvSpPr>
          <p:cNvPr id="1638" name="Slide 4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4 of 18</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42" name="Google Shape;559;p17"/>
          <p:cNvSpPr txBox="1"/>
          <p:nvPr>
            <p:ph type="title"/>
          </p:nvPr>
        </p:nvSpPr>
        <p:spPr>
          <a:prstGeom prst="rect">
            <a:avLst/>
          </a:prstGeom>
        </p:spPr>
        <p:txBody>
          <a:bodyPr/>
          <a:lstStyle>
            <a:lvl1pPr>
              <a:defRPr b="1" sz="3600"/>
            </a:lvl1pPr>
          </a:lstStyle>
          <a:p>
            <a:pPr/>
            <a:r>
              <a:t>Daily Topics</a:t>
            </a:r>
          </a:p>
        </p:txBody>
      </p:sp>
      <p:sp>
        <p:nvSpPr>
          <p:cNvPr id="1643" name="Google Shape;588;p20"/>
          <p:cNvSpPr txBox="1"/>
          <p:nvPr/>
        </p:nvSpPr>
        <p:spPr>
          <a:xfrm>
            <a:off x="403108" y="1308874"/>
            <a:ext cx="6932534" cy="361710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a:spcBef>
                <a:spcPts val="600"/>
              </a:spcBef>
              <a:defRPr sz="1800">
                <a:latin typeface="Dosis"/>
                <a:ea typeface="Dosis"/>
                <a:cs typeface="Dosis"/>
                <a:sym typeface="Dosis"/>
              </a:defRPr>
            </a:pPr>
            <a:r>
              <a:rPr>
                <a:solidFill>
                  <a:schemeClr val="accent5">
                    <a:lumOff val="-17019"/>
                  </a:schemeClr>
                </a:solidFill>
              </a:rPr>
              <a:t>Each day covered statistical concepts or skills (bio)statisticians and data scientists use frequently. </a:t>
            </a:r>
            <a:br/>
          </a:p>
          <a:p>
            <a:pPr lvl="1" marL="748631" indent="-240631">
              <a:spcBef>
                <a:spcPts val="600"/>
              </a:spcBef>
              <a:buSzPct val="100000"/>
              <a:buAutoNum type="arabicPeriod" startAt="1"/>
              <a:defRPr sz="1800">
                <a:solidFill>
                  <a:schemeClr val="accent5">
                    <a:lumOff val="-17019"/>
                  </a:schemeClr>
                </a:solidFill>
                <a:latin typeface="Dosis"/>
                <a:ea typeface="Dosis"/>
                <a:cs typeface="Dosis"/>
                <a:sym typeface="Dosis"/>
              </a:defRPr>
            </a:pPr>
            <a:r>
              <a:t>Types of variables, well-defined research questions, common study designs, and limitations of measurement</a:t>
            </a:r>
          </a:p>
          <a:p>
            <a:pPr lvl="1" marL="748631" indent="-240631">
              <a:spcBef>
                <a:spcPts val="600"/>
              </a:spcBef>
              <a:buSzPct val="100000"/>
              <a:buAutoNum type="arabicPeriod" startAt="1"/>
              <a:defRPr sz="1800">
                <a:solidFill>
                  <a:schemeClr val="accent5">
                    <a:lumOff val="-17019"/>
                  </a:schemeClr>
                </a:solidFill>
                <a:latin typeface="Dosis"/>
                <a:ea typeface="Dosis"/>
                <a:cs typeface="Dosis"/>
                <a:sym typeface="Dosis"/>
              </a:defRPr>
            </a:pPr>
            <a:r>
              <a:t>Data summarization, wrangling, and visualization in R</a:t>
            </a:r>
          </a:p>
          <a:p>
            <a:pPr lvl="1" marL="748631" indent="-240631">
              <a:spcBef>
                <a:spcPts val="600"/>
              </a:spcBef>
              <a:buSzPct val="100000"/>
              <a:buAutoNum type="arabicPeriod" startAt="1"/>
              <a:defRPr sz="1800">
                <a:solidFill>
                  <a:schemeClr val="accent5">
                    <a:lumOff val="-17019"/>
                  </a:schemeClr>
                </a:solidFill>
                <a:latin typeface="Dosis"/>
                <a:ea typeface="Dosis"/>
                <a:cs typeface="Dosis"/>
                <a:sym typeface="Dosis"/>
              </a:defRPr>
            </a:pPr>
            <a:r>
              <a:t>Regression mechanics, interpretation, and diagnostics</a:t>
            </a:r>
          </a:p>
          <a:p>
            <a:pPr lvl="1" marL="748631" indent="-240631">
              <a:spcBef>
                <a:spcPts val="600"/>
              </a:spcBef>
              <a:buSzPct val="100000"/>
              <a:buAutoNum type="arabicPeriod" startAt="1"/>
              <a:defRPr sz="1800">
                <a:latin typeface="Dosis"/>
                <a:ea typeface="Dosis"/>
                <a:cs typeface="Dosis"/>
                <a:sym typeface="Dosis"/>
              </a:defRPr>
            </a:pPr>
            <a:r>
              <a:t>Navigating the scientific literature, presentation design, </a:t>
            </a:r>
            <a:br/>
            <a:r>
              <a:t>and giving critical feedback</a:t>
            </a:r>
          </a:p>
        </p:txBody>
      </p:sp>
      <p:sp>
        <p:nvSpPr>
          <p:cNvPr id="1644" name="Slide 4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4 of 18</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48" name="Google Shape;559;p17"/>
          <p:cNvSpPr txBox="1"/>
          <p:nvPr>
            <p:ph type="title"/>
          </p:nvPr>
        </p:nvSpPr>
        <p:spPr>
          <a:prstGeom prst="rect">
            <a:avLst/>
          </a:prstGeom>
        </p:spPr>
        <p:txBody>
          <a:bodyPr/>
          <a:lstStyle>
            <a:lvl1pPr>
              <a:defRPr b="1" sz="3600"/>
            </a:lvl1pPr>
          </a:lstStyle>
          <a:p>
            <a:pPr/>
            <a:r>
              <a:t>Daily Topics</a:t>
            </a:r>
          </a:p>
        </p:txBody>
      </p:sp>
      <p:sp>
        <p:nvSpPr>
          <p:cNvPr id="1649" name="Google Shape;588;p20"/>
          <p:cNvSpPr txBox="1"/>
          <p:nvPr/>
        </p:nvSpPr>
        <p:spPr>
          <a:xfrm>
            <a:off x="403108" y="1308874"/>
            <a:ext cx="6932534" cy="361710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a:spcBef>
                <a:spcPts val="600"/>
              </a:spcBef>
              <a:defRPr sz="1800">
                <a:solidFill>
                  <a:schemeClr val="accent5">
                    <a:lumOff val="-17019"/>
                  </a:schemeClr>
                </a:solidFill>
                <a:latin typeface="Dosis"/>
                <a:ea typeface="Dosis"/>
                <a:cs typeface="Dosis"/>
                <a:sym typeface="Dosis"/>
              </a:defRPr>
            </a:pPr>
            <a:r>
              <a:t>Each day covered statistical concepts or skills (bio)statisticians and data scientists use frequently. </a:t>
            </a:r>
            <a:br/>
          </a:p>
          <a:p>
            <a:pPr lvl="1" marL="748631" indent="-240631">
              <a:spcBef>
                <a:spcPts val="600"/>
              </a:spcBef>
              <a:buSzPct val="100000"/>
              <a:buAutoNum type="arabicPeriod" startAt="1"/>
              <a:defRPr sz="1800">
                <a:solidFill>
                  <a:schemeClr val="accent5">
                    <a:lumOff val="-17019"/>
                  </a:schemeClr>
                </a:solidFill>
                <a:latin typeface="Dosis"/>
                <a:ea typeface="Dosis"/>
                <a:cs typeface="Dosis"/>
                <a:sym typeface="Dosis"/>
              </a:defRPr>
            </a:pPr>
            <a:r>
              <a:t>Types of variables, well-defined research questions, common study designs, and limitations of measurement</a:t>
            </a:r>
          </a:p>
          <a:p>
            <a:pPr lvl="1" marL="748631" indent="-240631">
              <a:spcBef>
                <a:spcPts val="600"/>
              </a:spcBef>
              <a:buSzPct val="100000"/>
              <a:buAutoNum type="arabicPeriod" startAt="1"/>
              <a:defRPr sz="1800">
                <a:solidFill>
                  <a:schemeClr val="accent5">
                    <a:lumOff val="-17019"/>
                  </a:schemeClr>
                </a:solidFill>
                <a:latin typeface="Dosis"/>
                <a:ea typeface="Dosis"/>
                <a:cs typeface="Dosis"/>
                <a:sym typeface="Dosis"/>
              </a:defRPr>
            </a:pPr>
            <a:r>
              <a:t>Data summarization, wrangling, and visualization in R</a:t>
            </a:r>
          </a:p>
          <a:p>
            <a:pPr lvl="1" marL="748631" indent="-240631">
              <a:spcBef>
                <a:spcPts val="600"/>
              </a:spcBef>
              <a:buSzPct val="100000"/>
              <a:buAutoNum type="arabicPeriod" startAt="1"/>
              <a:defRPr sz="1800">
                <a:solidFill>
                  <a:schemeClr val="accent5">
                    <a:lumOff val="-17019"/>
                  </a:schemeClr>
                </a:solidFill>
                <a:latin typeface="Dosis"/>
                <a:ea typeface="Dosis"/>
                <a:cs typeface="Dosis"/>
                <a:sym typeface="Dosis"/>
              </a:defRPr>
            </a:pPr>
            <a:r>
              <a:t>Regression mechanics, interpretation, and diagnostics</a:t>
            </a:r>
          </a:p>
          <a:p>
            <a:pPr lvl="1" marL="748631" indent="-240631">
              <a:spcBef>
                <a:spcPts val="600"/>
              </a:spcBef>
              <a:buSzPct val="100000"/>
              <a:buAutoNum type="arabicPeriod" startAt="1"/>
              <a:defRPr sz="1800">
                <a:solidFill>
                  <a:schemeClr val="accent5">
                    <a:lumOff val="-17019"/>
                  </a:schemeClr>
                </a:solidFill>
                <a:latin typeface="Dosis"/>
                <a:ea typeface="Dosis"/>
                <a:cs typeface="Dosis"/>
                <a:sym typeface="Dosis"/>
              </a:defRPr>
            </a:pPr>
            <a:r>
              <a:t>Navigating the scientific literature, presentation design, </a:t>
            </a:r>
            <a:br/>
            <a:r>
              <a:t>and giving critical feedback</a:t>
            </a:r>
          </a:p>
          <a:p>
            <a:pPr lvl="1" marL="748631" indent="-240631">
              <a:spcBef>
                <a:spcPts val="600"/>
              </a:spcBef>
              <a:buSzPct val="100000"/>
              <a:buAutoNum type="arabicPeriod" startAt="1"/>
              <a:defRPr sz="1800">
                <a:latin typeface="Dosis"/>
                <a:ea typeface="Dosis"/>
                <a:cs typeface="Dosis"/>
                <a:sym typeface="Dosis"/>
              </a:defRPr>
            </a:pPr>
            <a:r>
              <a:t>Public speaking and statistics in the media</a:t>
            </a:r>
          </a:p>
        </p:txBody>
      </p:sp>
      <p:sp>
        <p:nvSpPr>
          <p:cNvPr id="1650" name="Slide 4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4 of 18</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52" name="Google Shape;559;p17"/>
          <p:cNvSpPr txBox="1"/>
          <p:nvPr>
            <p:ph type="title"/>
          </p:nvPr>
        </p:nvSpPr>
        <p:spPr>
          <a:prstGeom prst="rect">
            <a:avLst/>
          </a:prstGeom>
        </p:spPr>
        <p:txBody>
          <a:bodyPr/>
          <a:lstStyle>
            <a:lvl1pPr>
              <a:defRPr b="1" sz="3600"/>
            </a:lvl1pPr>
          </a:lstStyle>
          <a:p>
            <a:pPr/>
            <a:r>
              <a:t>Activities</a:t>
            </a:r>
          </a:p>
        </p:txBody>
      </p:sp>
      <p:sp>
        <p:nvSpPr>
          <p:cNvPr id="1653" name="Google Shape;588;p20"/>
          <p:cNvSpPr txBox="1"/>
          <p:nvPr/>
        </p:nvSpPr>
        <p:spPr>
          <a:xfrm>
            <a:off x="403108" y="1308874"/>
            <a:ext cx="7053558" cy="361710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marL="180473" indent="-180473">
              <a:spcBef>
                <a:spcPts val="600"/>
              </a:spcBef>
              <a:buSzPct val="100000"/>
              <a:buChar char="•"/>
              <a:defRPr sz="1800">
                <a:latin typeface="Dosis"/>
                <a:ea typeface="Dosis"/>
                <a:cs typeface="Dosis"/>
                <a:sym typeface="Dosis"/>
              </a:defRPr>
            </a:pPr>
            <a:r>
              <a:t>We usually began with a </a:t>
            </a:r>
            <a:r>
              <a:rPr b="1"/>
              <a:t>journaling-style activity </a:t>
            </a:r>
            <a:r>
              <a:t>where students </a:t>
            </a:r>
            <a:r>
              <a:rPr b="1"/>
              <a:t>responded to questions</a:t>
            </a:r>
            <a:r>
              <a:t> that would come up in lecture.</a:t>
            </a:r>
          </a:p>
        </p:txBody>
      </p:sp>
      <p:sp>
        <p:nvSpPr>
          <p:cNvPr id="1654" name="Slide 5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5 of 18</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58" name="Google Shape;559;p17"/>
          <p:cNvSpPr txBox="1"/>
          <p:nvPr>
            <p:ph type="title"/>
          </p:nvPr>
        </p:nvSpPr>
        <p:spPr>
          <a:prstGeom prst="rect">
            <a:avLst/>
          </a:prstGeom>
        </p:spPr>
        <p:txBody>
          <a:bodyPr/>
          <a:lstStyle>
            <a:lvl1pPr>
              <a:defRPr b="1" sz="3600"/>
            </a:lvl1pPr>
          </a:lstStyle>
          <a:p>
            <a:pPr/>
            <a:r>
              <a:t>Activities</a:t>
            </a:r>
          </a:p>
        </p:txBody>
      </p:sp>
      <p:sp>
        <p:nvSpPr>
          <p:cNvPr id="1659" name="Google Shape;588;p20"/>
          <p:cNvSpPr txBox="1"/>
          <p:nvPr/>
        </p:nvSpPr>
        <p:spPr>
          <a:xfrm>
            <a:off x="403108" y="1308874"/>
            <a:ext cx="7053558" cy="361710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marL="180473" indent="-180473">
              <a:spcBef>
                <a:spcPts val="600"/>
              </a:spcBef>
              <a:buSzPct val="100000"/>
              <a:buChar char="•"/>
              <a:defRPr sz="1800">
                <a:solidFill>
                  <a:schemeClr val="accent5">
                    <a:lumOff val="-17019"/>
                  </a:schemeClr>
                </a:solidFill>
                <a:latin typeface="Dosis"/>
                <a:ea typeface="Dosis"/>
                <a:cs typeface="Dosis"/>
                <a:sym typeface="Dosis"/>
              </a:defRPr>
            </a:pPr>
            <a:r>
              <a:t>We usually began with a </a:t>
            </a:r>
            <a:r>
              <a:rPr b="1"/>
              <a:t>journaling-style activity </a:t>
            </a:r>
            <a:r>
              <a:t>where students </a:t>
            </a:r>
            <a:r>
              <a:rPr b="1"/>
              <a:t>responded to questions</a:t>
            </a:r>
            <a:r>
              <a:t> that would come up in lecture.</a:t>
            </a:r>
          </a:p>
          <a:p>
            <a:pPr marL="180473" indent="-180473">
              <a:spcBef>
                <a:spcPts val="600"/>
              </a:spcBef>
              <a:buSzPct val="100000"/>
              <a:buChar char="•"/>
              <a:defRPr sz="1800">
                <a:latin typeface="Dosis"/>
                <a:ea typeface="Dosis"/>
                <a:cs typeface="Dosis"/>
                <a:sym typeface="Dosis"/>
              </a:defRPr>
            </a:pPr>
            <a:r>
              <a:t>Longer lectures were broken up with </a:t>
            </a:r>
            <a:r>
              <a:rPr b="1"/>
              <a:t>small-group activities,</a:t>
            </a:r>
            <a:r>
              <a:t> where students would </a:t>
            </a:r>
            <a:r>
              <a:rPr b="1"/>
              <a:t>apply</a:t>
            </a:r>
            <a:r>
              <a:t> the newly introduced concepts.</a:t>
            </a:r>
          </a:p>
        </p:txBody>
      </p:sp>
      <p:sp>
        <p:nvSpPr>
          <p:cNvPr id="1660" name="Slide 5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5 of 18</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64" name="Google Shape;559;p17"/>
          <p:cNvSpPr txBox="1"/>
          <p:nvPr>
            <p:ph type="title"/>
          </p:nvPr>
        </p:nvSpPr>
        <p:spPr>
          <a:prstGeom prst="rect">
            <a:avLst/>
          </a:prstGeom>
        </p:spPr>
        <p:txBody>
          <a:bodyPr/>
          <a:lstStyle>
            <a:lvl1pPr>
              <a:defRPr b="1" sz="3600"/>
            </a:lvl1pPr>
          </a:lstStyle>
          <a:p>
            <a:pPr/>
            <a:r>
              <a:t>Activities</a:t>
            </a:r>
          </a:p>
        </p:txBody>
      </p:sp>
      <p:sp>
        <p:nvSpPr>
          <p:cNvPr id="1665" name="Google Shape;588;p20"/>
          <p:cNvSpPr txBox="1"/>
          <p:nvPr/>
        </p:nvSpPr>
        <p:spPr>
          <a:xfrm>
            <a:off x="403108" y="1308874"/>
            <a:ext cx="7053558" cy="361710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marL="180473" indent="-180473">
              <a:spcBef>
                <a:spcPts val="600"/>
              </a:spcBef>
              <a:buSzPct val="100000"/>
              <a:buChar char="•"/>
              <a:defRPr sz="1800">
                <a:solidFill>
                  <a:schemeClr val="accent5">
                    <a:lumOff val="-17019"/>
                  </a:schemeClr>
                </a:solidFill>
                <a:latin typeface="Dosis"/>
                <a:ea typeface="Dosis"/>
                <a:cs typeface="Dosis"/>
                <a:sym typeface="Dosis"/>
              </a:defRPr>
            </a:pPr>
            <a:r>
              <a:t>We usually began with a </a:t>
            </a:r>
            <a:r>
              <a:rPr b="1"/>
              <a:t>journaling-style activity </a:t>
            </a:r>
            <a:r>
              <a:t>where students </a:t>
            </a:r>
            <a:r>
              <a:rPr b="1"/>
              <a:t>responded to questions</a:t>
            </a:r>
            <a:r>
              <a:t> that would come up in lecture.</a:t>
            </a:r>
          </a:p>
          <a:p>
            <a:pPr marL="180473" indent="-180473">
              <a:spcBef>
                <a:spcPts val="600"/>
              </a:spcBef>
              <a:buSzPct val="100000"/>
              <a:buChar char="•"/>
              <a:defRPr sz="1800">
                <a:solidFill>
                  <a:schemeClr val="accent5">
                    <a:lumOff val="-17019"/>
                  </a:schemeClr>
                </a:solidFill>
                <a:latin typeface="Dosis"/>
                <a:ea typeface="Dosis"/>
                <a:cs typeface="Dosis"/>
                <a:sym typeface="Dosis"/>
              </a:defRPr>
            </a:pPr>
            <a:r>
              <a:t>Longer lectures were broken up with </a:t>
            </a:r>
            <a:r>
              <a:rPr b="1"/>
              <a:t>small-group activities,</a:t>
            </a:r>
            <a:r>
              <a:t> where students would </a:t>
            </a:r>
            <a:r>
              <a:rPr b="1"/>
              <a:t>apply</a:t>
            </a:r>
            <a:r>
              <a:t> the newly introduced concepts.</a:t>
            </a:r>
          </a:p>
          <a:p>
            <a:pPr marL="180473" indent="-180473">
              <a:spcBef>
                <a:spcPts val="600"/>
              </a:spcBef>
              <a:buSzPct val="100000"/>
              <a:buChar char="•"/>
              <a:defRPr sz="1800">
                <a:latin typeface="Dosis"/>
                <a:ea typeface="Dosis"/>
                <a:cs typeface="Dosis"/>
                <a:sym typeface="Dosis"/>
              </a:defRPr>
            </a:pPr>
            <a:r>
              <a:t>Each topic would conclude with another </a:t>
            </a:r>
            <a:r>
              <a:rPr b="1"/>
              <a:t>journaling-style activity</a:t>
            </a:r>
            <a:r>
              <a:t>, where students would jot down a few </a:t>
            </a:r>
            <a:r>
              <a:rPr b="1"/>
              <a:t>takeaways</a:t>
            </a:r>
            <a:r>
              <a:t>.</a:t>
            </a:r>
          </a:p>
        </p:txBody>
      </p:sp>
      <p:sp>
        <p:nvSpPr>
          <p:cNvPr id="1666" name="Slide 5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5 of 18</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68" name="Google Shape;559;p17"/>
          <p:cNvSpPr txBox="1"/>
          <p:nvPr>
            <p:ph type="title"/>
          </p:nvPr>
        </p:nvSpPr>
        <p:spPr>
          <a:prstGeom prst="rect">
            <a:avLst/>
          </a:prstGeom>
        </p:spPr>
        <p:txBody>
          <a:bodyPr/>
          <a:lstStyle>
            <a:lvl1pPr>
              <a:defRPr b="1" sz="3600"/>
            </a:lvl1pPr>
          </a:lstStyle>
          <a:p>
            <a:pPr/>
            <a:r>
              <a:t>Activities</a:t>
            </a:r>
          </a:p>
        </p:txBody>
      </p:sp>
      <p:sp>
        <p:nvSpPr>
          <p:cNvPr id="1669" name="Google Shape;588;p20"/>
          <p:cNvSpPr txBox="1"/>
          <p:nvPr/>
        </p:nvSpPr>
        <p:spPr>
          <a:xfrm>
            <a:off x="403108" y="1308874"/>
            <a:ext cx="7053558" cy="361710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marL="180473" indent="-180473">
              <a:spcBef>
                <a:spcPts val="600"/>
              </a:spcBef>
              <a:buSzPct val="100000"/>
              <a:buChar char="•"/>
              <a:defRPr sz="1800">
                <a:solidFill>
                  <a:schemeClr val="accent5">
                    <a:lumOff val="-17019"/>
                  </a:schemeClr>
                </a:solidFill>
                <a:latin typeface="Dosis"/>
                <a:ea typeface="Dosis"/>
                <a:cs typeface="Dosis"/>
                <a:sym typeface="Dosis"/>
              </a:defRPr>
            </a:pPr>
            <a:r>
              <a:t>We usually began with a </a:t>
            </a:r>
            <a:r>
              <a:rPr b="1"/>
              <a:t>journaling-style activity </a:t>
            </a:r>
            <a:r>
              <a:t>where students </a:t>
            </a:r>
            <a:r>
              <a:rPr b="1"/>
              <a:t>responded to questions</a:t>
            </a:r>
            <a:r>
              <a:t> that would come up in lecture.</a:t>
            </a:r>
          </a:p>
          <a:p>
            <a:pPr marL="180473" indent="-180473">
              <a:spcBef>
                <a:spcPts val="600"/>
              </a:spcBef>
              <a:buSzPct val="100000"/>
              <a:buChar char="•"/>
              <a:defRPr sz="1800">
                <a:solidFill>
                  <a:schemeClr val="accent5">
                    <a:lumOff val="-17019"/>
                  </a:schemeClr>
                </a:solidFill>
                <a:latin typeface="Dosis"/>
                <a:ea typeface="Dosis"/>
                <a:cs typeface="Dosis"/>
                <a:sym typeface="Dosis"/>
              </a:defRPr>
            </a:pPr>
            <a:r>
              <a:t>Longer lectures were broken up with </a:t>
            </a:r>
            <a:r>
              <a:rPr b="1"/>
              <a:t>small-group activities,</a:t>
            </a:r>
            <a:r>
              <a:t> where students would </a:t>
            </a:r>
            <a:r>
              <a:rPr b="1"/>
              <a:t>apply</a:t>
            </a:r>
            <a:r>
              <a:t> the newly introduced concepts.</a:t>
            </a:r>
          </a:p>
          <a:p>
            <a:pPr marL="180473" indent="-180473">
              <a:spcBef>
                <a:spcPts val="600"/>
              </a:spcBef>
              <a:buSzPct val="100000"/>
              <a:buChar char="•"/>
              <a:defRPr sz="1800">
                <a:solidFill>
                  <a:schemeClr val="accent5">
                    <a:lumOff val="-17019"/>
                  </a:schemeClr>
                </a:solidFill>
                <a:latin typeface="Dosis"/>
                <a:ea typeface="Dosis"/>
                <a:cs typeface="Dosis"/>
                <a:sym typeface="Dosis"/>
              </a:defRPr>
            </a:pPr>
            <a:r>
              <a:t>Each topic would conclude with another </a:t>
            </a:r>
            <a:r>
              <a:rPr b="1"/>
              <a:t>journaling-style activity</a:t>
            </a:r>
            <a:r>
              <a:t>, where students would jot down a few </a:t>
            </a:r>
            <a:r>
              <a:rPr b="1"/>
              <a:t>takeaways</a:t>
            </a:r>
            <a:r>
              <a:t>.</a:t>
            </a:r>
          </a:p>
          <a:p>
            <a:pPr marL="180473" indent="-180473">
              <a:spcBef>
                <a:spcPts val="600"/>
              </a:spcBef>
              <a:buSzPct val="100000"/>
              <a:buChar char="•"/>
              <a:defRPr sz="1800">
                <a:latin typeface="Dosis"/>
                <a:ea typeface="Dosis"/>
                <a:cs typeface="Dosis"/>
                <a:sym typeface="Dosis"/>
              </a:defRPr>
            </a:pPr>
            <a:r>
              <a:t>All coding topics were introduced with </a:t>
            </a:r>
            <a:r>
              <a:rPr b="1"/>
              <a:t>sample code </a:t>
            </a:r>
            <a:r>
              <a:t>and </a:t>
            </a:r>
            <a:r>
              <a:rPr b="1"/>
              <a:t>practice questions </a:t>
            </a:r>
            <a:r>
              <a:t>that could be answered by </a:t>
            </a:r>
            <a:r>
              <a:rPr b="1"/>
              <a:t>tweaking</a:t>
            </a:r>
            <a:r>
              <a:t> the sample code.</a:t>
            </a:r>
          </a:p>
        </p:txBody>
      </p:sp>
      <p:sp>
        <p:nvSpPr>
          <p:cNvPr id="1670" name="Slide 5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5 of 18</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74" name="Google Shape;559;p17"/>
          <p:cNvSpPr txBox="1"/>
          <p:nvPr>
            <p:ph type="title"/>
          </p:nvPr>
        </p:nvSpPr>
        <p:spPr>
          <a:prstGeom prst="rect">
            <a:avLst/>
          </a:prstGeom>
        </p:spPr>
        <p:txBody>
          <a:bodyPr/>
          <a:lstStyle>
            <a:lvl1pPr>
              <a:defRPr b="1" sz="3600"/>
            </a:lvl1pPr>
          </a:lstStyle>
          <a:p>
            <a:pPr/>
            <a:r>
              <a:t>Activities</a:t>
            </a:r>
          </a:p>
        </p:txBody>
      </p:sp>
      <p:sp>
        <p:nvSpPr>
          <p:cNvPr id="1675" name="Google Shape;588;p20"/>
          <p:cNvSpPr txBox="1"/>
          <p:nvPr/>
        </p:nvSpPr>
        <p:spPr>
          <a:xfrm>
            <a:off x="403108" y="1308874"/>
            <a:ext cx="7053558" cy="361710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marL="180473" indent="-180473">
              <a:spcBef>
                <a:spcPts val="600"/>
              </a:spcBef>
              <a:buSzPct val="100000"/>
              <a:buChar char="•"/>
              <a:defRPr sz="1800">
                <a:solidFill>
                  <a:schemeClr val="accent5">
                    <a:lumOff val="-17019"/>
                  </a:schemeClr>
                </a:solidFill>
                <a:latin typeface="Dosis"/>
                <a:ea typeface="Dosis"/>
                <a:cs typeface="Dosis"/>
                <a:sym typeface="Dosis"/>
              </a:defRPr>
            </a:pPr>
            <a:r>
              <a:t>We usually began with a </a:t>
            </a:r>
            <a:r>
              <a:rPr b="1"/>
              <a:t>journaling-style activity </a:t>
            </a:r>
            <a:r>
              <a:t>where students </a:t>
            </a:r>
            <a:r>
              <a:rPr b="1"/>
              <a:t>responded to questions</a:t>
            </a:r>
            <a:r>
              <a:t> that would come up in lecture.</a:t>
            </a:r>
          </a:p>
          <a:p>
            <a:pPr marL="180473" indent="-180473">
              <a:spcBef>
                <a:spcPts val="600"/>
              </a:spcBef>
              <a:buSzPct val="100000"/>
              <a:buChar char="•"/>
              <a:defRPr sz="1800">
                <a:solidFill>
                  <a:schemeClr val="accent5">
                    <a:lumOff val="-17019"/>
                  </a:schemeClr>
                </a:solidFill>
                <a:latin typeface="Dosis"/>
                <a:ea typeface="Dosis"/>
                <a:cs typeface="Dosis"/>
                <a:sym typeface="Dosis"/>
              </a:defRPr>
            </a:pPr>
            <a:r>
              <a:t>Longer lectures were broken up with </a:t>
            </a:r>
            <a:r>
              <a:rPr b="1"/>
              <a:t>small-group activities,</a:t>
            </a:r>
            <a:r>
              <a:t> where students would </a:t>
            </a:r>
            <a:r>
              <a:rPr b="1"/>
              <a:t>apply</a:t>
            </a:r>
            <a:r>
              <a:t> the newly introduced concepts.</a:t>
            </a:r>
          </a:p>
          <a:p>
            <a:pPr marL="180473" indent="-180473">
              <a:spcBef>
                <a:spcPts val="600"/>
              </a:spcBef>
              <a:buSzPct val="100000"/>
              <a:buChar char="•"/>
              <a:defRPr sz="1800">
                <a:solidFill>
                  <a:schemeClr val="accent5">
                    <a:lumOff val="-17019"/>
                  </a:schemeClr>
                </a:solidFill>
                <a:latin typeface="Dosis"/>
                <a:ea typeface="Dosis"/>
                <a:cs typeface="Dosis"/>
                <a:sym typeface="Dosis"/>
              </a:defRPr>
            </a:pPr>
            <a:r>
              <a:t>Each topic would conclude with another </a:t>
            </a:r>
            <a:r>
              <a:rPr b="1"/>
              <a:t>journaling-style activity</a:t>
            </a:r>
            <a:r>
              <a:t>, where students would jot down a few </a:t>
            </a:r>
            <a:r>
              <a:rPr b="1"/>
              <a:t>takeaways</a:t>
            </a:r>
            <a:r>
              <a:t>.</a:t>
            </a:r>
          </a:p>
          <a:p>
            <a:pPr marL="180473" indent="-180473">
              <a:spcBef>
                <a:spcPts val="600"/>
              </a:spcBef>
              <a:buSzPct val="100000"/>
              <a:buChar char="•"/>
              <a:defRPr sz="1800">
                <a:solidFill>
                  <a:schemeClr val="accent5">
                    <a:lumOff val="-17019"/>
                  </a:schemeClr>
                </a:solidFill>
                <a:latin typeface="Dosis"/>
                <a:ea typeface="Dosis"/>
                <a:cs typeface="Dosis"/>
                <a:sym typeface="Dosis"/>
              </a:defRPr>
            </a:pPr>
            <a:r>
              <a:t>All coding topics were introduced with </a:t>
            </a:r>
            <a:r>
              <a:rPr b="1"/>
              <a:t>sample code </a:t>
            </a:r>
            <a:r>
              <a:t>and </a:t>
            </a:r>
            <a:r>
              <a:rPr b="1"/>
              <a:t>practice questions </a:t>
            </a:r>
            <a:r>
              <a:t>that could be answered by </a:t>
            </a:r>
            <a:r>
              <a:rPr b="1"/>
              <a:t>tweaking</a:t>
            </a:r>
            <a:r>
              <a:t> the sample code.</a:t>
            </a:r>
          </a:p>
          <a:p>
            <a:pPr marL="180473" indent="-180473">
              <a:spcBef>
                <a:spcPts val="600"/>
              </a:spcBef>
              <a:buSzPct val="100000"/>
              <a:buChar char="•"/>
              <a:defRPr sz="1800">
                <a:latin typeface="Dosis"/>
                <a:ea typeface="Dosis"/>
                <a:cs typeface="Dosis"/>
                <a:sym typeface="Dosis"/>
              </a:defRPr>
            </a:pPr>
            <a:r>
              <a:t>Groups for each topic’s activity were </a:t>
            </a:r>
            <a:r>
              <a:rPr b="1"/>
              <a:t>randomized</a:t>
            </a:r>
            <a:r>
              <a:t>.</a:t>
            </a:r>
          </a:p>
        </p:txBody>
      </p:sp>
      <p:sp>
        <p:nvSpPr>
          <p:cNvPr id="1676" name="Slide 5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5 of 18</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80" name="Google Shape;559;p17"/>
          <p:cNvSpPr txBox="1"/>
          <p:nvPr>
            <p:ph type="title"/>
          </p:nvPr>
        </p:nvSpPr>
        <p:spPr>
          <a:prstGeom prst="rect">
            <a:avLst/>
          </a:prstGeom>
        </p:spPr>
        <p:txBody>
          <a:bodyPr/>
          <a:lstStyle>
            <a:lvl1pPr>
              <a:defRPr b="1" sz="3600"/>
            </a:lvl1pPr>
          </a:lstStyle>
          <a:p>
            <a:pPr/>
            <a:r>
              <a:t>Activities</a:t>
            </a:r>
          </a:p>
        </p:txBody>
      </p:sp>
      <p:sp>
        <p:nvSpPr>
          <p:cNvPr id="1681" name="Google Shape;588;p20"/>
          <p:cNvSpPr txBox="1"/>
          <p:nvPr/>
        </p:nvSpPr>
        <p:spPr>
          <a:xfrm>
            <a:off x="403108" y="1308874"/>
            <a:ext cx="7053558" cy="361710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marL="180473" indent="-180473">
              <a:spcBef>
                <a:spcPts val="600"/>
              </a:spcBef>
              <a:buSzPct val="100000"/>
              <a:buChar char="•"/>
              <a:defRPr sz="1800">
                <a:solidFill>
                  <a:schemeClr val="accent5">
                    <a:lumOff val="-17019"/>
                  </a:schemeClr>
                </a:solidFill>
                <a:latin typeface="Dosis"/>
                <a:ea typeface="Dosis"/>
                <a:cs typeface="Dosis"/>
                <a:sym typeface="Dosis"/>
              </a:defRPr>
            </a:pPr>
            <a:r>
              <a:t>We usually began with a </a:t>
            </a:r>
            <a:r>
              <a:rPr b="1"/>
              <a:t>journaling-style activity </a:t>
            </a:r>
            <a:r>
              <a:t>where students </a:t>
            </a:r>
            <a:r>
              <a:rPr b="1"/>
              <a:t>responded to questions</a:t>
            </a:r>
            <a:r>
              <a:t> that would come up in lecture.</a:t>
            </a:r>
          </a:p>
          <a:p>
            <a:pPr marL="180473" indent="-180473">
              <a:spcBef>
                <a:spcPts val="600"/>
              </a:spcBef>
              <a:buSzPct val="100000"/>
              <a:buChar char="•"/>
              <a:defRPr sz="1800">
                <a:solidFill>
                  <a:schemeClr val="accent5">
                    <a:lumOff val="-17019"/>
                  </a:schemeClr>
                </a:solidFill>
                <a:latin typeface="Dosis"/>
                <a:ea typeface="Dosis"/>
                <a:cs typeface="Dosis"/>
                <a:sym typeface="Dosis"/>
              </a:defRPr>
            </a:pPr>
            <a:r>
              <a:t>Longer lectures were broken up with </a:t>
            </a:r>
            <a:r>
              <a:rPr b="1"/>
              <a:t>small-group activities,</a:t>
            </a:r>
            <a:r>
              <a:t> where students would </a:t>
            </a:r>
            <a:r>
              <a:rPr b="1"/>
              <a:t>apply</a:t>
            </a:r>
            <a:r>
              <a:t> the newly introduced concepts.</a:t>
            </a:r>
          </a:p>
          <a:p>
            <a:pPr marL="180473" indent="-180473">
              <a:spcBef>
                <a:spcPts val="600"/>
              </a:spcBef>
              <a:buSzPct val="100000"/>
              <a:buChar char="•"/>
              <a:defRPr sz="1800">
                <a:solidFill>
                  <a:schemeClr val="accent5">
                    <a:lumOff val="-17019"/>
                  </a:schemeClr>
                </a:solidFill>
                <a:latin typeface="Dosis"/>
                <a:ea typeface="Dosis"/>
                <a:cs typeface="Dosis"/>
                <a:sym typeface="Dosis"/>
              </a:defRPr>
            </a:pPr>
            <a:r>
              <a:t>Each topic would conclude with another </a:t>
            </a:r>
            <a:r>
              <a:rPr b="1"/>
              <a:t>journaling-style activity</a:t>
            </a:r>
            <a:r>
              <a:t>, where students would jot down a few </a:t>
            </a:r>
            <a:r>
              <a:rPr b="1"/>
              <a:t>takeaways</a:t>
            </a:r>
            <a:r>
              <a:t>.</a:t>
            </a:r>
          </a:p>
          <a:p>
            <a:pPr marL="180473" indent="-180473">
              <a:spcBef>
                <a:spcPts val="600"/>
              </a:spcBef>
              <a:buSzPct val="100000"/>
              <a:buChar char="•"/>
              <a:defRPr sz="1800">
                <a:solidFill>
                  <a:schemeClr val="accent5">
                    <a:lumOff val="-17019"/>
                  </a:schemeClr>
                </a:solidFill>
                <a:latin typeface="Dosis"/>
                <a:ea typeface="Dosis"/>
                <a:cs typeface="Dosis"/>
                <a:sym typeface="Dosis"/>
              </a:defRPr>
            </a:pPr>
            <a:r>
              <a:t>All coding topics were introduced with </a:t>
            </a:r>
            <a:r>
              <a:rPr b="1"/>
              <a:t>sample code </a:t>
            </a:r>
            <a:r>
              <a:t>and </a:t>
            </a:r>
            <a:r>
              <a:rPr b="1"/>
              <a:t>practice questions </a:t>
            </a:r>
            <a:r>
              <a:t>that could be answered by </a:t>
            </a:r>
            <a:r>
              <a:rPr b="1"/>
              <a:t>tweaking</a:t>
            </a:r>
            <a:r>
              <a:t> the sample code.</a:t>
            </a:r>
          </a:p>
          <a:p>
            <a:pPr marL="180473" indent="-180473">
              <a:spcBef>
                <a:spcPts val="600"/>
              </a:spcBef>
              <a:buSzPct val="100000"/>
              <a:buChar char="•"/>
              <a:defRPr sz="1800">
                <a:solidFill>
                  <a:schemeClr val="accent5">
                    <a:lumOff val="-17019"/>
                  </a:schemeClr>
                </a:solidFill>
                <a:latin typeface="Dosis"/>
                <a:ea typeface="Dosis"/>
                <a:cs typeface="Dosis"/>
                <a:sym typeface="Dosis"/>
              </a:defRPr>
            </a:pPr>
            <a:r>
              <a:t>Groups for each topic’s activity were </a:t>
            </a:r>
            <a:r>
              <a:rPr b="1"/>
              <a:t>randomized</a:t>
            </a:r>
            <a:r>
              <a:t>.</a:t>
            </a:r>
          </a:p>
          <a:p>
            <a:pPr marL="180473" indent="-180473">
              <a:spcBef>
                <a:spcPts val="600"/>
              </a:spcBef>
              <a:buSzPct val="100000"/>
              <a:buChar char="•"/>
              <a:defRPr sz="1800">
                <a:latin typeface="Dosis"/>
                <a:ea typeface="Dosis"/>
                <a:cs typeface="Dosis"/>
                <a:sym typeface="Dosis"/>
              </a:defRPr>
            </a:pPr>
            <a:r>
              <a:t>Days 2-5 </a:t>
            </a:r>
            <a:r>
              <a:rPr>
                <a:solidFill>
                  <a:srgbClr val="414B66"/>
                </a:solidFill>
              </a:rPr>
              <a:t>began </a:t>
            </a:r>
            <a:r>
              <a:t>with a </a:t>
            </a:r>
            <a:r>
              <a:rPr b="1"/>
              <a:t>friendly competition</a:t>
            </a:r>
            <a:r>
              <a:t> to recap past topics.</a:t>
            </a:r>
          </a:p>
        </p:txBody>
      </p:sp>
      <p:sp>
        <p:nvSpPr>
          <p:cNvPr id="1682" name="Slide 5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5 of 18</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86" name="Google Shape;559;p17"/>
          <p:cNvSpPr txBox="1"/>
          <p:nvPr>
            <p:ph type="title"/>
          </p:nvPr>
        </p:nvSpPr>
        <p:spPr>
          <a:prstGeom prst="rect">
            <a:avLst/>
          </a:prstGeom>
        </p:spPr>
        <p:txBody>
          <a:bodyPr/>
          <a:lstStyle>
            <a:lvl1pPr>
              <a:defRPr b="1" sz="3600"/>
            </a:lvl1pPr>
          </a:lstStyle>
          <a:p>
            <a:pPr/>
            <a:r>
              <a:t>Examples: Journaling Intro</a:t>
            </a:r>
          </a:p>
        </p:txBody>
      </p:sp>
      <p:sp>
        <p:nvSpPr>
          <p:cNvPr id="1687" name="Slide 6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6 of 18</a:t>
            </a:r>
          </a:p>
        </p:txBody>
      </p:sp>
      <p:sp>
        <p:nvSpPr>
          <p:cNvPr id="1688" name="Google Shape;560;p17"/>
          <p:cNvSpPr txBox="1"/>
          <p:nvPr>
            <p:ph type="body" sz="quarter" idx="1"/>
          </p:nvPr>
        </p:nvSpPr>
        <p:spPr>
          <a:xfrm>
            <a:off x="747924" y="1308874"/>
            <a:ext cx="2097902" cy="3617102"/>
          </a:xfrm>
          <a:prstGeom prst="rect">
            <a:avLst/>
          </a:prstGeom>
        </p:spPr>
        <p:txBody>
          <a:bodyPr/>
          <a:lstStyle/>
          <a:p>
            <a:pPr marL="0" indent="0">
              <a:buSzTx/>
              <a:buNone/>
              <a:defRPr b="1" sz="1800"/>
            </a:pPr>
            <a:r>
              <a:rPr i="1"/>
              <a:t>What is/are …</a:t>
            </a:r>
          </a:p>
          <a:p>
            <a:pPr marL="180473" indent="-180473">
              <a:buClrTx/>
              <a:buSzPct val="100000"/>
              <a:buFontTx/>
              <a:buChar char="•"/>
              <a:defRPr sz="1800"/>
            </a:pPr>
            <a:r>
              <a:t>Data</a:t>
            </a:r>
          </a:p>
          <a:p>
            <a:pPr marL="180473" indent="-180473">
              <a:buClrTx/>
              <a:buSzPct val="100000"/>
              <a:buFontTx/>
              <a:buChar char="•"/>
              <a:defRPr sz="1800"/>
            </a:pPr>
            <a:r>
              <a:t>Similarity/difference</a:t>
            </a:r>
          </a:p>
          <a:p>
            <a:pPr marL="180473" indent="-180473">
              <a:buClrTx/>
              <a:buSzPct val="100000"/>
              <a:buFontTx/>
              <a:buChar char="•"/>
              <a:defRPr sz="1800"/>
            </a:pPr>
            <a:r>
              <a:t>Assumptions</a:t>
            </a:r>
          </a:p>
          <a:p>
            <a:pPr marL="180473" indent="-180473">
              <a:buClrTx/>
              <a:buSzPct val="100000"/>
              <a:buFontTx/>
              <a:buChar char="•"/>
              <a:defRPr sz="1800"/>
            </a:pPr>
            <a:r>
              <a:t>“Strong” conclusions</a:t>
            </a:r>
          </a:p>
          <a:p>
            <a:pPr marL="180473" indent="-180473">
              <a:buClrTx/>
              <a:buSzPct val="100000"/>
              <a:buFontTx/>
              <a:buChar char="•"/>
              <a:defRPr sz="1800"/>
            </a:pPr>
            <a:r>
              <a:t>Reliable sources</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92" name="Google Shape;559;p17"/>
          <p:cNvSpPr txBox="1"/>
          <p:nvPr>
            <p:ph type="title"/>
          </p:nvPr>
        </p:nvSpPr>
        <p:spPr>
          <a:prstGeom prst="rect">
            <a:avLst/>
          </a:prstGeom>
        </p:spPr>
        <p:txBody>
          <a:bodyPr/>
          <a:lstStyle>
            <a:lvl1pPr>
              <a:defRPr b="1" sz="3600"/>
            </a:lvl1pPr>
          </a:lstStyle>
          <a:p>
            <a:pPr/>
            <a:r>
              <a:t>Examples: Journaling Intro</a:t>
            </a:r>
          </a:p>
        </p:txBody>
      </p:sp>
      <p:sp>
        <p:nvSpPr>
          <p:cNvPr id="1693" name="Slide 6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6 of 18</a:t>
            </a:r>
          </a:p>
        </p:txBody>
      </p:sp>
      <p:sp>
        <p:nvSpPr>
          <p:cNvPr id="1694" name="Google Shape;560;p17"/>
          <p:cNvSpPr txBox="1"/>
          <p:nvPr>
            <p:ph type="body" sz="quarter" idx="1"/>
          </p:nvPr>
        </p:nvSpPr>
        <p:spPr>
          <a:xfrm>
            <a:off x="747924" y="1308874"/>
            <a:ext cx="2097902" cy="3617102"/>
          </a:xfrm>
          <a:prstGeom prst="rect">
            <a:avLst/>
          </a:prstGeom>
        </p:spPr>
        <p:txBody>
          <a:bodyPr/>
          <a:lstStyle/>
          <a:p>
            <a:pPr marL="0" indent="0">
              <a:buSzTx/>
              <a:buNone/>
              <a:defRPr b="1" sz="1800">
                <a:solidFill>
                  <a:schemeClr val="accent5">
                    <a:lumOff val="-17019"/>
                  </a:schemeClr>
                </a:solidFill>
              </a:defRPr>
            </a:pPr>
            <a:r>
              <a:rPr i="1"/>
              <a:t>What is/are …</a:t>
            </a:r>
          </a:p>
          <a:p>
            <a:pPr marL="180473" indent="-180473">
              <a:buClrTx/>
              <a:buSzPct val="100000"/>
              <a:buFontTx/>
              <a:buChar char="•"/>
              <a:defRPr sz="1800">
                <a:solidFill>
                  <a:schemeClr val="accent5">
                    <a:lumOff val="-17019"/>
                  </a:schemeClr>
                </a:solidFill>
              </a:defRPr>
            </a:pPr>
            <a:r>
              <a:t>Data</a:t>
            </a:r>
          </a:p>
          <a:p>
            <a:pPr marL="180473" indent="-180473">
              <a:buClrTx/>
              <a:buSzPct val="100000"/>
              <a:buFontTx/>
              <a:buChar char="•"/>
              <a:defRPr sz="1800">
                <a:solidFill>
                  <a:schemeClr val="accent5">
                    <a:lumOff val="-17019"/>
                  </a:schemeClr>
                </a:solidFill>
              </a:defRPr>
            </a:pPr>
            <a:r>
              <a:t>Similarity/difference</a:t>
            </a:r>
          </a:p>
          <a:p>
            <a:pPr marL="180473" indent="-180473">
              <a:buClrTx/>
              <a:buSzPct val="100000"/>
              <a:buFontTx/>
              <a:buChar char="•"/>
              <a:defRPr sz="1800">
                <a:solidFill>
                  <a:schemeClr val="accent5">
                    <a:lumOff val="-17019"/>
                  </a:schemeClr>
                </a:solidFill>
              </a:defRPr>
            </a:pPr>
            <a:r>
              <a:t>Assumptions</a:t>
            </a:r>
          </a:p>
          <a:p>
            <a:pPr marL="180473" indent="-180473">
              <a:buClrTx/>
              <a:buSzPct val="100000"/>
              <a:buFontTx/>
              <a:buChar char="•"/>
              <a:defRPr sz="1800">
                <a:solidFill>
                  <a:schemeClr val="accent5">
                    <a:lumOff val="-17019"/>
                  </a:schemeClr>
                </a:solidFill>
              </a:defRPr>
            </a:pPr>
            <a:r>
              <a:t>“Strong” conclusions</a:t>
            </a:r>
          </a:p>
          <a:p>
            <a:pPr marL="180473" indent="-180473">
              <a:buClrTx/>
              <a:buSzPct val="100000"/>
              <a:buFontTx/>
              <a:buChar char="•"/>
              <a:defRPr sz="1800">
                <a:solidFill>
                  <a:schemeClr val="accent5">
                    <a:lumOff val="-17019"/>
                  </a:schemeClr>
                </a:solidFill>
              </a:defRPr>
            </a:pPr>
            <a:r>
              <a:t>Reliable sources</a:t>
            </a:r>
          </a:p>
        </p:txBody>
      </p:sp>
      <p:sp>
        <p:nvSpPr>
          <p:cNvPr id="1695" name="Google Shape;588;p20"/>
          <p:cNvSpPr txBox="1"/>
          <p:nvPr/>
        </p:nvSpPr>
        <p:spPr>
          <a:xfrm>
            <a:off x="2959100" y="1308874"/>
            <a:ext cx="2177394" cy="361710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a:spcBef>
                <a:spcPts val="600"/>
              </a:spcBef>
              <a:buClr>
                <a:srgbClr val="3D4965"/>
              </a:buClr>
              <a:buFont typeface="Helvetica"/>
              <a:defRPr b="1" i="1" sz="1800">
                <a:latin typeface="Dosis"/>
                <a:ea typeface="Dosis"/>
                <a:cs typeface="Dosis"/>
                <a:sym typeface="Dosis"/>
              </a:defRPr>
            </a:pPr>
            <a:r>
              <a:t>Why do we …</a:t>
            </a:r>
          </a:p>
          <a:p>
            <a:pPr marL="180473" indent="-180473">
              <a:spcBef>
                <a:spcPts val="600"/>
              </a:spcBef>
              <a:buSzPct val="100000"/>
              <a:buChar char="•"/>
              <a:defRPr sz="1800">
                <a:latin typeface="Dosis"/>
                <a:ea typeface="Dosis"/>
                <a:cs typeface="Dosis"/>
                <a:sym typeface="Dosis"/>
              </a:defRPr>
            </a:pPr>
            <a:r>
              <a:t>Design experiments</a:t>
            </a:r>
          </a:p>
          <a:p>
            <a:pPr marL="180473" indent="-180473">
              <a:spcBef>
                <a:spcPts val="600"/>
              </a:spcBef>
              <a:buSzPct val="100000"/>
              <a:buChar char="•"/>
              <a:defRPr sz="1800">
                <a:latin typeface="Dosis"/>
                <a:ea typeface="Dosis"/>
                <a:cs typeface="Dosis"/>
                <a:sym typeface="Dosis"/>
              </a:defRPr>
            </a:pPr>
            <a:r>
              <a:t>Visualize data</a:t>
            </a:r>
          </a:p>
          <a:p>
            <a:pPr marL="180473" indent="-180473">
              <a:spcBef>
                <a:spcPts val="600"/>
              </a:spcBef>
              <a:buSzPct val="100000"/>
              <a:buChar char="•"/>
              <a:defRPr sz="1800">
                <a:latin typeface="Dosis"/>
                <a:ea typeface="Dosis"/>
                <a:cs typeface="Dosis"/>
                <a:sym typeface="Dosis"/>
              </a:defRPr>
            </a:pPr>
            <a:r>
              <a:t>Pick certain subjects or values to measure</a:t>
            </a:r>
          </a:p>
          <a:p>
            <a:pPr marL="180473" indent="-180473">
              <a:spcBef>
                <a:spcPts val="600"/>
              </a:spcBef>
              <a:buSzPct val="100000"/>
              <a:buChar char="•"/>
              <a:defRPr sz="1800">
                <a:latin typeface="Dosis"/>
                <a:ea typeface="Dosis"/>
                <a:cs typeface="Dosis"/>
                <a:sym typeface="Dosis"/>
              </a:defRPr>
            </a:pPr>
            <a:r>
              <a:t>Make models</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99" name="Google Shape;559;p17"/>
          <p:cNvSpPr txBox="1"/>
          <p:nvPr>
            <p:ph type="title"/>
          </p:nvPr>
        </p:nvSpPr>
        <p:spPr>
          <a:prstGeom prst="rect">
            <a:avLst/>
          </a:prstGeom>
        </p:spPr>
        <p:txBody>
          <a:bodyPr/>
          <a:lstStyle>
            <a:lvl1pPr>
              <a:defRPr b="1" sz="3600"/>
            </a:lvl1pPr>
          </a:lstStyle>
          <a:p>
            <a:pPr/>
            <a:r>
              <a:t>Examples: Journaling Intro</a:t>
            </a:r>
          </a:p>
        </p:txBody>
      </p:sp>
      <p:sp>
        <p:nvSpPr>
          <p:cNvPr id="1700" name="Slide 6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6 of 18</a:t>
            </a:r>
          </a:p>
        </p:txBody>
      </p:sp>
      <p:sp>
        <p:nvSpPr>
          <p:cNvPr id="1701" name="Google Shape;560;p17"/>
          <p:cNvSpPr txBox="1"/>
          <p:nvPr>
            <p:ph type="body" sz="quarter" idx="1"/>
          </p:nvPr>
        </p:nvSpPr>
        <p:spPr>
          <a:xfrm>
            <a:off x="747924" y="1308874"/>
            <a:ext cx="2097902" cy="3617102"/>
          </a:xfrm>
          <a:prstGeom prst="rect">
            <a:avLst/>
          </a:prstGeom>
        </p:spPr>
        <p:txBody>
          <a:bodyPr/>
          <a:lstStyle/>
          <a:p>
            <a:pPr marL="0" indent="0">
              <a:buSzTx/>
              <a:buNone/>
              <a:defRPr b="1" sz="1800">
                <a:solidFill>
                  <a:schemeClr val="accent5">
                    <a:lumOff val="-17019"/>
                  </a:schemeClr>
                </a:solidFill>
              </a:defRPr>
            </a:pPr>
            <a:r>
              <a:rPr i="1"/>
              <a:t>What is/are …</a:t>
            </a:r>
          </a:p>
          <a:p>
            <a:pPr marL="180473" indent="-180473">
              <a:buClrTx/>
              <a:buSzPct val="100000"/>
              <a:buFontTx/>
              <a:buChar char="•"/>
              <a:defRPr sz="1800">
                <a:solidFill>
                  <a:schemeClr val="accent5">
                    <a:lumOff val="-17019"/>
                  </a:schemeClr>
                </a:solidFill>
              </a:defRPr>
            </a:pPr>
            <a:r>
              <a:t>Data</a:t>
            </a:r>
          </a:p>
          <a:p>
            <a:pPr marL="180473" indent="-180473">
              <a:buClrTx/>
              <a:buSzPct val="100000"/>
              <a:buFontTx/>
              <a:buChar char="•"/>
              <a:defRPr sz="1800">
                <a:solidFill>
                  <a:schemeClr val="accent5">
                    <a:lumOff val="-17019"/>
                  </a:schemeClr>
                </a:solidFill>
              </a:defRPr>
            </a:pPr>
            <a:r>
              <a:t>Similarity/difference</a:t>
            </a:r>
          </a:p>
          <a:p>
            <a:pPr marL="180473" indent="-180473">
              <a:buClrTx/>
              <a:buSzPct val="100000"/>
              <a:buFontTx/>
              <a:buChar char="•"/>
              <a:defRPr sz="1800">
                <a:solidFill>
                  <a:schemeClr val="accent5">
                    <a:lumOff val="-17019"/>
                  </a:schemeClr>
                </a:solidFill>
              </a:defRPr>
            </a:pPr>
            <a:r>
              <a:t>Assumptions</a:t>
            </a:r>
          </a:p>
          <a:p>
            <a:pPr marL="180473" indent="-180473">
              <a:buClrTx/>
              <a:buSzPct val="100000"/>
              <a:buFontTx/>
              <a:buChar char="•"/>
              <a:defRPr sz="1800">
                <a:solidFill>
                  <a:schemeClr val="accent5">
                    <a:lumOff val="-17019"/>
                  </a:schemeClr>
                </a:solidFill>
              </a:defRPr>
            </a:pPr>
            <a:r>
              <a:t>“Strong” conclusions</a:t>
            </a:r>
          </a:p>
          <a:p>
            <a:pPr marL="180473" indent="-180473">
              <a:buClrTx/>
              <a:buSzPct val="100000"/>
              <a:buFontTx/>
              <a:buChar char="•"/>
              <a:defRPr sz="1800">
                <a:solidFill>
                  <a:schemeClr val="accent5">
                    <a:lumOff val="-17019"/>
                  </a:schemeClr>
                </a:solidFill>
              </a:defRPr>
            </a:pPr>
            <a:r>
              <a:t>Reliable sources</a:t>
            </a:r>
          </a:p>
        </p:txBody>
      </p:sp>
      <p:sp>
        <p:nvSpPr>
          <p:cNvPr id="1702" name="Google Shape;587;p20"/>
          <p:cNvSpPr txBox="1"/>
          <p:nvPr/>
        </p:nvSpPr>
        <p:spPr>
          <a:xfrm>
            <a:off x="5156200" y="1308874"/>
            <a:ext cx="2097901" cy="361710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a:spcBef>
                <a:spcPts val="600"/>
              </a:spcBef>
              <a:buClr>
                <a:srgbClr val="3D4965"/>
              </a:buClr>
              <a:buFont typeface="Helvetica"/>
              <a:defRPr b="1" i="1" sz="1800">
                <a:latin typeface="Dosis"/>
                <a:ea typeface="Dosis"/>
                <a:cs typeface="Dosis"/>
                <a:sym typeface="Dosis"/>
              </a:defRPr>
            </a:pPr>
            <a:r>
              <a:t>What can go wrong during …</a:t>
            </a:r>
          </a:p>
          <a:p>
            <a:pPr marL="180473" indent="-180473">
              <a:spcBef>
                <a:spcPts val="600"/>
              </a:spcBef>
              <a:buSzPct val="100000"/>
              <a:buChar char="•"/>
              <a:defRPr sz="1800">
                <a:latin typeface="Dosis"/>
                <a:ea typeface="Dosis"/>
                <a:cs typeface="Dosis"/>
                <a:sym typeface="Dosis"/>
              </a:defRPr>
            </a:pPr>
            <a:r>
              <a:t>Data collection</a:t>
            </a:r>
          </a:p>
          <a:p>
            <a:pPr marL="180473" indent="-180473">
              <a:spcBef>
                <a:spcPts val="600"/>
              </a:spcBef>
              <a:buSzPct val="100000"/>
              <a:buChar char="•"/>
              <a:defRPr sz="1800">
                <a:latin typeface="Dosis"/>
                <a:ea typeface="Dosis"/>
                <a:cs typeface="Dosis"/>
                <a:sym typeface="Dosis"/>
              </a:defRPr>
            </a:pPr>
            <a:r>
              <a:t>Data analysis</a:t>
            </a:r>
          </a:p>
          <a:p>
            <a:pPr marL="180473" indent="-180473">
              <a:spcBef>
                <a:spcPts val="600"/>
              </a:spcBef>
              <a:buSzPct val="100000"/>
              <a:buChar char="•"/>
              <a:defRPr sz="1800">
                <a:latin typeface="Dosis"/>
                <a:ea typeface="Dosis"/>
                <a:cs typeface="Dosis"/>
                <a:sym typeface="Dosis"/>
              </a:defRPr>
            </a:pPr>
            <a:r>
              <a:t>Communication of results</a:t>
            </a:r>
          </a:p>
          <a:p>
            <a:pPr marL="180473" indent="-180473">
              <a:spcBef>
                <a:spcPts val="600"/>
              </a:spcBef>
              <a:buSzPct val="100000"/>
              <a:buChar char="•"/>
              <a:defRPr sz="1800">
                <a:latin typeface="Dosis"/>
                <a:ea typeface="Dosis"/>
                <a:cs typeface="Dosis"/>
                <a:sym typeface="Dosis"/>
              </a:defRPr>
            </a:pPr>
            <a:r>
              <a:t>Peer review</a:t>
            </a:r>
          </a:p>
        </p:txBody>
      </p:sp>
      <p:sp>
        <p:nvSpPr>
          <p:cNvPr id="1703" name="Google Shape;588;p20"/>
          <p:cNvSpPr txBox="1"/>
          <p:nvPr/>
        </p:nvSpPr>
        <p:spPr>
          <a:xfrm>
            <a:off x="2959100" y="1308874"/>
            <a:ext cx="2177394" cy="361710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a:spcBef>
                <a:spcPts val="600"/>
              </a:spcBef>
              <a:buClr>
                <a:srgbClr val="3D4965"/>
              </a:buClr>
              <a:buFont typeface="Helvetica"/>
              <a:defRPr b="1" i="1" sz="1800">
                <a:solidFill>
                  <a:srgbClr val="ADADAD"/>
                </a:solidFill>
                <a:latin typeface="Dosis"/>
                <a:ea typeface="Dosis"/>
                <a:cs typeface="Dosis"/>
                <a:sym typeface="Dosis"/>
              </a:defRPr>
            </a:pPr>
            <a:r>
              <a:t>Why do we …</a:t>
            </a:r>
          </a:p>
          <a:p>
            <a:pPr marL="180473" indent="-180473">
              <a:spcBef>
                <a:spcPts val="600"/>
              </a:spcBef>
              <a:buSzPct val="100000"/>
              <a:buChar char="•"/>
              <a:defRPr sz="1800">
                <a:solidFill>
                  <a:srgbClr val="ADADAD"/>
                </a:solidFill>
                <a:latin typeface="Dosis"/>
                <a:ea typeface="Dosis"/>
                <a:cs typeface="Dosis"/>
                <a:sym typeface="Dosis"/>
              </a:defRPr>
            </a:pPr>
            <a:r>
              <a:t>Design experiments</a:t>
            </a:r>
          </a:p>
          <a:p>
            <a:pPr marL="180473" indent="-180473">
              <a:spcBef>
                <a:spcPts val="600"/>
              </a:spcBef>
              <a:buSzPct val="100000"/>
              <a:buChar char="•"/>
              <a:defRPr sz="1800">
                <a:solidFill>
                  <a:srgbClr val="ADADAD"/>
                </a:solidFill>
                <a:latin typeface="Dosis"/>
                <a:ea typeface="Dosis"/>
                <a:cs typeface="Dosis"/>
                <a:sym typeface="Dosis"/>
              </a:defRPr>
            </a:pPr>
            <a:r>
              <a:t>Visualize data</a:t>
            </a:r>
          </a:p>
          <a:p>
            <a:pPr marL="180473" indent="-180473">
              <a:spcBef>
                <a:spcPts val="600"/>
              </a:spcBef>
              <a:buSzPct val="100000"/>
              <a:buChar char="•"/>
              <a:defRPr sz="1800">
                <a:solidFill>
                  <a:srgbClr val="ADADAD"/>
                </a:solidFill>
                <a:latin typeface="Dosis"/>
                <a:ea typeface="Dosis"/>
                <a:cs typeface="Dosis"/>
                <a:sym typeface="Dosis"/>
              </a:defRPr>
            </a:pPr>
            <a:r>
              <a:t>Pick certain subjects or values to measure</a:t>
            </a:r>
          </a:p>
          <a:p>
            <a:pPr marL="180473" indent="-180473">
              <a:spcBef>
                <a:spcPts val="600"/>
              </a:spcBef>
              <a:buSzPct val="100000"/>
              <a:buChar char="•"/>
              <a:defRPr sz="1800">
                <a:solidFill>
                  <a:srgbClr val="ADADAD"/>
                </a:solidFill>
                <a:latin typeface="Dosis"/>
                <a:ea typeface="Dosis"/>
                <a:cs typeface="Dosis"/>
                <a:sym typeface="Dosis"/>
              </a:defRPr>
            </a:pPr>
            <a:r>
              <a:t>Make models</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07" name="Google Shape;559;p17"/>
          <p:cNvSpPr txBox="1"/>
          <p:nvPr>
            <p:ph type="title"/>
          </p:nvPr>
        </p:nvSpPr>
        <p:spPr>
          <a:prstGeom prst="rect">
            <a:avLst/>
          </a:prstGeom>
        </p:spPr>
        <p:txBody>
          <a:bodyPr/>
          <a:lstStyle>
            <a:lvl1pPr>
              <a:defRPr b="1" sz="3600"/>
            </a:lvl1pPr>
          </a:lstStyle>
          <a:p>
            <a:pPr/>
            <a:r>
              <a:t>Examples: Middle Activity</a:t>
            </a:r>
          </a:p>
        </p:txBody>
      </p:sp>
      <p:sp>
        <p:nvSpPr>
          <p:cNvPr id="1708" name="Google Shape;588;p20"/>
          <p:cNvSpPr txBox="1"/>
          <p:nvPr/>
        </p:nvSpPr>
        <p:spPr>
          <a:xfrm>
            <a:off x="403108" y="1537474"/>
            <a:ext cx="7053558" cy="2780057"/>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marL="180473" indent="-180473">
              <a:spcBef>
                <a:spcPts val="600"/>
              </a:spcBef>
              <a:buSzPct val="100000"/>
              <a:buChar char="•"/>
              <a:defRPr sz="1800">
                <a:latin typeface="Dosis"/>
                <a:ea typeface="Dosis"/>
                <a:cs typeface="Dosis"/>
                <a:sym typeface="Dosis"/>
              </a:defRPr>
            </a:pPr>
            <a:r>
              <a:t>Translate </a:t>
            </a:r>
            <a:r>
              <a:rPr b="1"/>
              <a:t>abstract ideas </a:t>
            </a:r>
            <a:r>
              <a:t>into </a:t>
            </a:r>
            <a:r>
              <a:rPr b="1"/>
              <a:t>concrete examples </a:t>
            </a:r>
          </a:p>
        </p:txBody>
      </p:sp>
      <p:sp>
        <p:nvSpPr>
          <p:cNvPr id="1709" name="Slide 7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7 of 18</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3" name="Google Shape;559;p17"/>
          <p:cNvSpPr txBox="1"/>
          <p:nvPr>
            <p:ph type="title"/>
          </p:nvPr>
        </p:nvSpPr>
        <p:spPr>
          <a:prstGeom prst="rect">
            <a:avLst/>
          </a:prstGeom>
        </p:spPr>
        <p:txBody>
          <a:bodyPr/>
          <a:lstStyle>
            <a:lvl1pPr>
              <a:defRPr b="1" sz="3600"/>
            </a:lvl1pPr>
          </a:lstStyle>
          <a:p>
            <a:pPr/>
            <a:r>
              <a:t>Examples: Middle Activity</a:t>
            </a:r>
          </a:p>
        </p:txBody>
      </p:sp>
      <p:sp>
        <p:nvSpPr>
          <p:cNvPr id="1714" name="Google Shape;588;p20"/>
          <p:cNvSpPr txBox="1"/>
          <p:nvPr/>
        </p:nvSpPr>
        <p:spPr>
          <a:xfrm>
            <a:off x="403108" y="1537474"/>
            <a:ext cx="7053558" cy="2780057"/>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marL="180473" indent="-180473">
              <a:spcBef>
                <a:spcPts val="600"/>
              </a:spcBef>
              <a:buSzPct val="100000"/>
              <a:buChar char="•"/>
              <a:defRPr sz="1800">
                <a:latin typeface="Dosis"/>
                <a:ea typeface="Dosis"/>
                <a:cs typeface="Dosis"/>
                <a:sym typeface="Dosis"/>
              </a:defRPr>
            </a:pPr>
            <a:r>
              <a:rPr>
                <a:solidFill>
                  <a:srgbClr val="ADADAD"/>
                </a:solidFill>
              </a:rPr>
              <a:t>Translate </a:t>
            </a:r>
            <a:r>
              <a:rPr b="1">
                <a:solidFill>
                  <a:srgbClr val="ADADAD"/>
                </a:solidFill>
              </a:rPr>
              <a:t>abstract ideas </a:t>
            </a:r>
            <a:r>
              <a:rPr>
                <a:solidFill>
                  <a:srgbClr val="ADADAD"/>
                </a:solidFill>
              </a:rPr>
              <a:t>into </a:t>
            </a:r>
            <a:r>
              <a:rPr b="1">
                <a:solidFill>
                  <a:srgbClr val="ADADAD"/>
                </a:solidFill>
              </a:rPr>
              <a:t>concrete examples</a:t>
            </a:r>
            <a:r>
              <a:rPr b="1"/>
              <a:t> </a:t>
            </a:r>
          </a:p>
          <a:p>
            <a:pPr marL="180473" indent="-180473">
              <a:spcBef>
                <a:spcPts val="600"/>
              </a:spcBef>
              <a:buSzPct val="100000"/>
              <a:buChar char="•"/>
              <a:defRPr sz="1800">
                <a:latin typeface="Dosis"/>
                <a:ea typeface="Dosis"/>
                <a:cs typeface="Dosis"/>
                <a:sym typeface="Dosis"/>
              </a:defRPr>
            </a:pPr>
            <a:r>
              <a:t>Go through </a:t>
            </a:r>
            <a:r>
              <a:rPr b="1"/>
              <a:t>previously introduced material </a:t>
            </a:r>
            <a:r>
              <a:t>and </a:t>
            </a:r>
            <a:r>
              <a:rPr b="1"/>
              <a:t>align </a:t>
            </a:r>
            <a:r>
              <a:t>it </a:t>
            </a:r>
            <a:br/>
            <a:r>
              <a:t>with the </a:t>
            </a:r>
            <a:r>
              <a:rPr b="1"/>
              <a:t>theme </a:t>
            </a:r>
            <a:r>
              <a:t>of the lecture</a:t>
            </a:r>
          </a:p>
        </p:txBody>
      </p:sp>
      <p:sp>
        <p:nvSpPr>
          <p:cNvPr id="1715" name="Slide 7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7 of 18</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9" name="Google Shape;559;p17"/>
          <p:cNvSpPr txBox="1"/>
          <p:nvPr>
            <p:ph type="title"/>
          </p:nvPr>
        </p:nvSpPr>
        <p:spPr>
          <a:prstGeom prst="rect">
            <a:avLst/>
          </a:prstGeom>
        </p:spPr>
        <p:txBody>
          <a:bodyPr/>
          <a:lstStyle>
            <a:lvl1pPr>
              <a:defRPr b="1" sz="3600"/>
            </a:lvl1pPr>
          </a:lstStyle>
          <a:p>
            <a:pPr/>
            <a:r>
              <a:t>Examples: Middle Activity</a:t>
            </a:r>
          </a:p>
        </p:txBody>
      </p:sp>
      <p:sp>
        <p:nvSpPr>
          <p:cNvPr id="1720" name="Google Shape;588;p20"/>
          <p:cNvSpPr txBox="1"/>
          <p:nvPr/>
        </p:nvSpPr>
        <p:spPr>
          <a:xfrm>
            <a:off x="403108" y="1537474"/>
            <a:ext cx="7053558" cy="2780057"/>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marL="180473" indent="-180473">
              <a:spcBef>
                <a:spcPts val="600"/>
              </a:spcBef>
              <a:buSzPct val="100000"/>
              <a:buChar char="•"/>
              <a:defRPr sz="1800">
                <a:solidFill>
                  <a:srgbClr val="ADADAD"/>
                </a:solidFill>
                <a:latin typeface="Dosis"/>
                <a:ea typeface="Dosis"/>
                <a:cs typeface="Dosis"/>
                <a:sym typeface="Dosis"/>
              </a:defRPr>
            </a:pPr>
            <a:r>
              <a:t>Translate </a:t>
            </a:r>
            <a:r>
              <a:rPr b="1"/>
              <a:t>abstract ideas </a:t>
            </a:r>
            <a:r>
              <a:t>into </a:t>
            </a:r>
            <a:r>
              <a:rPr b="1"/>
              <a:t>concrete examples </a:t>
            </a:r>
          </a:p>
          <a:p>
            <a:pPr marL="180473" indent="-180473">
              <a:spcBef>
                <a:spcPts val="600"/>
              </a:spcBef>
              <a:buSzPct val="100000"/>
              <a:buChar char="•"/>
              <a:defRPr sz="1800">
                <a:solidFill>
                  <a:srgbClr val="ADADAD"/>
                </a:solidFill>
                <a:latin typeface="Dosis"/>
                <a:ea typeface="Dosis"/>
                <a:cs typeface="Dosis"/>
                <a:sym typeface="Dosis"/>
              </a:defRPr>
            </a:pPr>
            <a:r>
              <a:t>Go through </a:t>
            </a:r>
            <a:r>
              <a:rPr b="1"/>
              <a:t>previously introduced material </a:t>
            </a:r>
            <a:r>
              <a:t>and </a:t>
            </a:r>
            <a:r>
              <a:rPr b="1"/>
              <a:t>align </a:t>
            </a:r>
            <a:r>
              <a:t>it </a:t>
            </a:r>
            <a:br/>
            <a:r>
              <a:t>with the </a:t>
            </a:r>
            <a:r>
              <a:rPr b="1"/>
              <a:t>theme </a:t>
            </a:r>
            <a:r>
              <a:t>of the lecture</a:t>
            </a:r>
          </a:p>
          <a:p>
            <a:pPr marL="180473" indent="-180473">
              <a:spcBef>
                <a:spcPts val="600"/>
              </a:spcBef>
              <a:buSzPct val="100000"/>
              <a:buChar char="•"/>
              <a:defRPr sz="1800">
                <a:latin typeface="Dosis"/>
                <a:ea typeface="Dosis"/>
                <a:cs typeface="Dosis"/>
                <a:sym typeface="Dosis"/>
              </a:defRPr>
            </a:pPr>
            <a:r>
              <a:t>Take </a:t>
            </a:r>
            <a:r>
              <a:rPr b="1"/>
              <a:t>standard curriculum </a:t>
            </a:r>
            <a:r>
              <a:t>and </a:t>
            </a:r>
            <a:r>
              <a:rPr b="1"/>
              <a:t>re-examine </a:t>
            </a:r>
            <a:r>
              <a:t>with a data lens</a:t>
            </a:r>
          </a:p>
        </p:txBody>
      </p:sp>
      <p:sp>
        <p:nvSpPr>
          <p:cNvPr id="1721" name="Slide 7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7 of 18</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25" name="Google Shape;559;p17"/>
          <p:cNvSpPr txBox="1"/>
          <p:nvPr>
            <p:ph type="title"/>
          </p:nvPr>
        </p:nvSpPr>
        <p:spPr>
          <a:prstGeom prst="rect">
            <a:avLst/>
          </a:prstGeom>
        </p:spPr>
        <p:txBody>
          <a:bodyPr/>
          <a:lstStyle>
            <a:lvl1pPr>
              <a:defRPr b="1" sz="3600"/>
            </a:lvl1pPr>
          </a:lstStyle>
          <a:p>
            <a:pPr/>
            <a:r>
              <a:t>Examples: Middle Activity</a:t>
            </a:r>
          </a:p>
        </p:txBody>
      </p:sp>
      <p:sp>
        <p:nvSpPr>
          <p:cNvPr id="1726" name="Google Shape;588;p20"/>
          <p:cNvSpPr txBox="1"/>
          <p:nvPr/>
        </p:nvSpPr>
        <p:spPr>
          <a:xfrm>
            <a:off x="403108" y="1537474"/>
            <a:ext cx="7053558" cy="2780057"/>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marL="180473" indent="-180473">
              <a:spcBef>
                <a:spcPts val="600"/>
              </a:spcBef>
              <a:buSzPct val="100000"/>
              <a:buChar char="•"/>
              <a:defRPr sz="1800">
                <a:solidFill>
                  <a:srgbClr val="ADADAD"/>
                </a:solidFill>
                <a:latin typeface="Dosis"/>
                <a:ea typeface="Dosis"/>
                <a:cs typeface="Dosis"/>
                <a:sym typeface="Dosis"/>
              </a:defRPr>
            </a:pPr>
            <a:r>
              <a:t>Translate </a:t>
            </a:r>
            <a:r>
              <a:rPr b="1"/>
              <a:t>abstract ideas </a:t>
            </a:r>
            <a:r>
              <a:t>into </a:t>
            </a:r>
            <a:r>
              <a:rPr b="1"/>
              <a:t>concrete examples </a:t>
            </a:r>
          </a:p>
          <a:p>
            <a:pPr marL="180473" indent="-180473">
              <a:spcBef>
                <a:spcPts val="600"/>
              </a:spcBef>
              <a:buSzPct val="100000"/>
              <a:buChar char="•"/>
              <a:defRPr sz="1800">
                <a:solidFill>
                  <a:srgbClr val="ADADAD"/>
                </a:solidFill>
                <a:latin typeface="Dosis"/>
                <a:ea typeface="Dosis"/>
                <a:cs typeface="Dosis"/>
                <a:sym typeface="Dosis"/>
              </a:defRPr>
            </a:pPr>
            <a:r>
              <a:t>Go through </a:t>
            </a:r>
            <a:r>
              <a:rPr b="1"/>
              <a:t>previously introduced material </a:t>
            </a:r>
            <a:r>
              <a:t>and </a:t>
            </a:r>
            <a:r>
              <a:rPr b="1"/>
              <a:t>align </a:t>
            </a:r>
            <a:r>
              <a:t>it </a:t>
            </a:r>
            <a:br/>
            <a:r>
              <a:t>with the </a:t>
            </a:r>
            <a:r>
              <a:rPr b="1"/>
              <a:t>theme </a:t>
            </a:r>
            <a:r>
              <a:t>of the lecture</a:t>
            </a:r>
          </a:p>
          <a:p>
            <a:pPr marL="180473" indent="-180473">
              <a:spcBef>
                <a:spcPts val="600"/>
              </a:spcBef>
              <a:buSzPct val="100000"/>
              <a:buChar char="•"/>
              <a:defRPr sz="1800">
                <a:solidFill>
                  <a:srgbClr val="ADADAD"/>
                </a:solidFill>
                <a:latin typeface="Dosis"/>
                <a:ea typeface="Dosis"/>
                <a:cs typeface="Dosis"/>
                <a:sym typeface="Dosis"/>
              </a:defRPr>
            </a:pPr>
            <a:r>
              <a:t>Take </a:t>
            </a:r>
            <a:r>
              <a:rPr b="1"/>
              <a:t>standard curriculum </a:t>
            </a:r>
            <a:r>
              <a:t>and </a:t>
            </a:r>
            <a:r>
              <a:rPr b="1"/>
              <a:t>re-examine </a:t>
            </a:r>
            <a:r>
              <a:t>with a data lens</a:t>
            </a:r>
          </a:p>
          <a:p>
            <a:pPr marL="180473" indent="-180473">
              <a:spcBef>
                <a:spcPts val="600"/>
              </a:spcBef>
              <a:buSzPct val="100000"/>
              <a:buChar char="•"/>
              <a:defRPr sz="1800">
                <a:latin typeface="Dosis"/>
                <a:ea typeface="Dosis"/>
                <a:cs typeface="Dosis"/>
                <a:sym typeface="Dosis"/>
              </a:defRPr>
            </a:pPr>
            <a:r>
              <a:t>Motivate </a:t>
            </a:r>
            <a:r>
              <a:rPr b="1"/>
              <a:t>code </a:t>
            </a:r>
            <a:r>
              <a:t>as a way to </a:t>
            </a:r>
            <a:r>
              <a:rPr b="1"/>
              <a:t>streamline computation</a:t>
            </a:r>
            <a:endParaRPr b="1"/>
          </a:p>
        </p:txBody>
      </p:sp>
      <p:sp>
        <p:nvSpPr>
          <p:cNvPr id="1727" name="Slide 7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7 of 18</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31" name="Google Shape;559;p17"/>
          <p:cNvSpPr txBox="1"/>
          <p:nvPr>
            <p:ph type="title"/>
          </p:nvPr>
        </p:nvSpPr>
        <p:spPr>
          <a:prstGeom prst="rect">
            <a:avLst/>
          </a:prstGeom>
        </p:spPr>
        <p:txBody>
          <a:bodyPr/>
          <a:lstStyle>
            <a:lvl1pPr>
              <a:defRPr b="1" sz="3600"/>
            </a:lvl1pPr>
          </a:lstStyle>
          <a:p>
            <a:pPr/>
            <a:r>
              <a:t>Examples: Middle Activity</a:t>
            </a:r>
          </a:p>
        </p:txBody>
      </p:sp>
      <p:sp>
        <p:nvSpPr>
          <p:cNvPr id="1732" name="Google Shape;588;p20"/>
          <p:cNvSpPr txBox="1"/>
          <p:nvPr/>
        </p:nvSpPr>
        <p:spPr>
          <a:xfrm>
            <a:off x="403108" y="1537474"/>
            <a:ext cx="7053558" cy="2780057"/>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marL="180473" indent="-180473">
              <a:spcBef>
                <a:spcPts val="600"/>
              </a:spcBef>
              <a:buSzPct val="100000"/>
              <a:buChar char="•"/>
              <a:defRPr sz="1800">
                <a:solidFill>
                  <a:srgbClr val="ADADAD"/>
                </a:solidFill>
                <a:latin typeface="Dosis"/>
                <a:ea typeface="Dosis"/>
                <a:cs typeface="Dosis"/>
                <a:sym typeface="Dosis"/>
              </a:defRPr>
            </a:pPr>
            <a:r>
              <a:t>Translate </a:t>
            </a:r>
            <a:r>
              <a:rPr b="1"/>
              <a:t>abstract ideas </a:t>
            </a:r>
            <a:r>
              <a:t>into </a:t>
            </a:r>
            <a:r>
              <a:rPr b="1"/>
              <a:t>concrete examples </a:t>
            </a:r>
          </a:p>
          <a:p>
            <a:pPr marL="180473" indent="-180473">
              <a:spcBef>
                <a:spcPts val="600"/>
              </a:spcBef>
              <a:buSzPct val="100000"/>
              <a:buChar char="•"/>
              <a:defRPr sz="1800">
                <a:solidFill>
                  <a:srgbClr val="ADADAD"/>
                </a:solidFill>
                <a:latin typeface="Dosis"/>
                <a:ea typeface="Dosis"/>
                <a:cs typeface="Dosis"/>
                <a:sym typeface="Dosis"/>
              </a:defRPr>
            </a:pPr>
            <a:r>
              <a:t>Go through </a:t>
            </a:r>
            <a:r>
              <a:rPr b="1"/>
              <a:t>previously introduced material </a:t>
            </a:r>
            <a:r>
              <a:t>and </a:t>
            </a:r>
            <a:r>
              <a:rPr b="1"/>
              <a:t>align </a:t>
            </a:r>
            <a:r>
              <a:t>it </a:t>
            </a:r>
            <a:br/>
            <a:r>
              <a:t>with the </a:t>
            </a:r>
            <a:r>
              <a:rPr b="1"/>
              <a:t>theme </a:t>
            </a:r>
            <a:r>
              <a:t>of the lecture</a:t>
            </a:r>
          </a:p>
          <a:p>
            <a:pPr marL="180473" indent="-180473">
              <a:spcBef>
                <a:spcPts val="600"/>
              </a:spcBef>
              <a:buSzPct val="100000"/>
              <a:buChar char="•"/>
              <a:defRPr sz="1800">
                <a:solidFill>
                  <a:srgbClr val="ADADAD"/>
                </a:solidFill>
                <a:latin typeface="Dosis"/>
                <a:ea typeface="Dosis"/>
                <a:cs typeface="Dosis"/>
                <a:sym typeface="Dosis"/>
              </a:defRPr>
            </a:pPr>
            <a:r>
              <a:t>Take </a:t>
            </a:r>
            <a:r>
              <a:rPr b="1"/>
              <a:t>standard curriculum </a:t>
            </a:r>
            <a:r>
              <a:t>and </a:t>
            </a:r>
            <a:r>
              <a:rPr b="1"/>
              <a:t>re-examine </a:t>
            </a:r>
            <a:r>
              <a:t>with a data lens</a:t>
            </a:r>
          </a:p>
          <a:p>
            <a:pPr marL="180473" indent="-180473">
              <a:spcBef>
                <a:spcPts val="600"/>
              </a:spcBef>
              <a:buSzPct val="100000"/>
              <a:buChar char="•"/>
              <a:defRPr sz="1800">
                <a:solidFill>
                  <a:srgbClr val="ADADAD"/>
                </a:solidFill>
                <a:latin typeface="Dosis"/>
                <a:ea typeface="Dosis"/>
                <a:cs typeface="Dosis"/>
                <a:sym typeface="Dosis"/>
              </a:defRPr>
            </a:pPr>
            <a:r>
              <a:t>Motivate </a:t>
            </a:r>
            <a:r>
              <a:rPr b="1"/>
              <a:t>code </a:t>
            </a:r>
            <a:r>
              <a:t>as a way to </a:t>
            </a:r>
            <a:r>
              <a:rPr b="1"/>
              <a:t>streamline computation</a:t>
            </a:r>
            <a:endParaRPr b="1"/>
          </a:p>
          <a:p>
            <a:pPr marL="180473" indent="-180473">
              <a:spcBef>
                <a:spcPts val="600"/>
              </a:spcBef>
              <a:buSzPct val="100000"/>
              <a:buChar char="•"/>
              <a:defRPr sz="1800">
                <a:latin typeface="Dosis"/>
                <a:ea typeface="Dosis"/>
                <a:cs typeface="Dosis"/>
                <a:sym typeface="Dosis"/>
              </a:defRPr>
            </a:pPr>
            <a:r>
              <a:t>Discuss </a:t>
            </a:r>
            <a:r>
              <a:rPr b="1"/>
              <a:t>pros and cons </a:t>
            </a:r>
            <a:r>
              <a:t>of competing </a:t>
            </a:r>
            <a:r>
              <a:rPr b="1"/>
              <a:t>approaches</a:t>
            </a:r>
          </a:p>
        </p:txBody>
      </p:sp>
      <p:sp>
        <p:nvSpPr>
          <p:cNvPr id="1733" name="Slide 7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7 of 18</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37" name="Google Shape;559;p17"/>
          <p:cNvSpPr txBox="1"/>
          <p:nvPr>
            <p:ph type="title"/>
          </p:nvPr>
        </p:nvSpPr>
        <p:spPr>
          <a:prstGeom prst="rect">
            <a:avLst/>
          </a:prstGeom>
        </p:spPr>
        <p:txBody>
          <a:bodyPr/>
          <a:lstStyle>
            <a:lvl1pPr>
              <a:defRPr b="1" sz="3600"/>
            </a:lvl1pPr>
          </a:lstStyle>
          <a:p>
            <a:pPr/>
            <a:r>
              <a:t>Examples: Middle Activity</a:t>
            </a:r>
          </a:p>
        </p:txBody>
      </p:sp>
      <p:sp>
        <p:nvSpPr>
          <p:cNvPr id="1738" name="Google Shape;588;p20"/>
          <p:cNvSpPr txBox="1"/>
          <p:nvPr/>
        </p:nvSpPr>
        <p:spPr>
          <a:xfrm>
            <a:off x="403108" y="1537474"/>
            <a:ext cx="7053558" cy="2780057"/>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marL="180473" indent="-180473">
              <a:spcBef>
                <a:spcPts val="600"/>
              </a:spcBef>
              <a:buSzPct val="100000"/>
              <a:buChar char="•"/>
              <a:defRPr sz="1800">
                <a:solidFill>
                  <a:srgbClr val="ADADAD"/>
                </a:solidFill>
                <a:latin typeface="Dosis"/>
                <a:ea typeface="Dosis"/>
                <a:cs typeface="Dosis"/>
                <a:sym typeface="Dosis"/>
              </a:defRPr>
            </a:pPr>
            <a:r>
              <a:t>Translate </a:t>
            </a:r>
            <a:r>
              <a:rPr b="1"/>
              <a:t>abstract ideas </a:t>
            </a:r>
            <a:r>
              <a:t>into </a:t>
            </a:r>
            <a:r>
              <a:rPr b="1"/>
              <a:t>concrete examples </a:t>
            </a:r>
          </a:p>
          <a:p>
            <a:pPr marL="180473" indent="-180473">
              <a:spcBef>
                <a:spcPts val="600"/>
              </a:spcBef>
              <a:buSzPct val="100000"/>
              <a:buChar char="•"/>
              <a:defRPr sz="1800">
                <a:solidFill>
                  <a:srgbClr val="ADADAD"/>
                </a:solidFill>
                <a:latin typeface="Dosis"/>
                <a:ea typeface="Dosis"/>
                <a:cs typeface="Dosis"/>
                <a:sym typeface="Dosis"/>
              </a:defRPr>
            </a:pPr>
            <a:r>
              <a:t>Go through </a:t>
            </a:r>
            <a:r>
              <a:rPr b="1"/>
              <a:t>previously introduced material </a:t>
            </a:r>
            <a:r>
              <a:t>and </a:t>
            </a:r>
            <a:r>
              <a:rPr b="1"/>
              <a:t>align </a:t>
            </a:r>
            <a:r>
              <a:t>it </a:t>
            </a:r>
            <a:br/>
            <a:r>
              <a:t>with the </a:t>
            </a:r>
            <a:r>
              <a:rPr b="1"/>
              <a:t>theme </a:t>
            </a:r>
            <a:r>
              <a:t>of the lecture</a:t>
            </a:r>
          </a:p>
          <a:p>
            <a:pPr marL="180473" indent="-180473">
              <a:spcBef>
                <a:spcPts val="600"/>
              </a:spcBef>
              <a:buSzPct val="100000"/>
              <a:buChar char="•"/>
              <a:defRPr sz="1800">
                <a:solidFill>
                  <a:srgbClr val="ADADAD"/>
                </a:solidFill>
                <a:latin typeface="Dosis"/>
                <a:ea typeface="Dosis"/>
                <a:cs typeface="Dosis"/>
                <a:sym typeface="Dosis"/>
              </a:defRPr>
            </a:pPr>
            <a:r>
              <a:t>Take </a:t>
            </a:r>
            <a:r>
              <a:rPr b="1"/>
              <a:t>standard curriculum </a:t>
            </a:r>
            <a:r>
              <a:t>and </a:t>
            </a:r>
            <a:r>
              <a:rPr b="1"/>
              <a:t>re-examine </a:t>
            </a:r>
            <a:r>
              <a:t>with a data lens</a:t>
            </a:r>
          </a:p>
          <a:p>
            <a:pPr marL="180473" indent="-180473">
              <a:spcBef>
                <a:spcPts val="600"/>
              </a:spcBef>
              <a:buSzPct val="100000"/>
              <a:buChar char="•"/>
              <a:defRPr sz="1800">
                <a:solidFill>
                  <a:srgbClr val="ADADAD"/>
                </a:solidFill>
                <a:latin typeface="Dosis"/>
                <a:ea typeface="Dosis"/>
                <a:cs typeface="Dosis"/>
                <a:sym typeface="Dosis"/>
              </a:defRPr>
            </a:pPr>
            <a:r>
              <a:t>Motivate </a:t>
            </a:r>
            <a:r>
              <a:rPr b="1"/>
              <a:t>code </a:t>
            </a:r>
            <a:r>
              <a:t>as a way to </a:t>
            </a:r>
            <a:r>
              <a:rPr b="1"/>
              <a:t>streamline computation</a:t>
            </a:r>
            <a:endParaRPr b="1"/>
          </a:p>
          <a:p>
            <a:pPr marL="180473" indent="-180473">
              <a:spcBef>
                <a:spcPts val="600"/>
              </a:spcBef>
              <a:buSzPct val="100000"/>
              <a:buChar char="•"/>
              <a:defRPr sz="1800">
                <a:solidFill>
                  <a:srgbClr val="ADADAD"/>
                </a:solidFill>
                <a:latin typeface="Dosis"/>
                <a:ea typeface="Dosis"/>
                <a:cs typeface="Dosis"/>
                <a:sym typeface="Dosis"/>
              </a:defRPr>
            </a:pPr>
            <a:r>
              <a:t>Discuss </a:t>
            </a:r>
            <a:r>
              <a:rPr b="1"/>
              <a:t>pros and cons </a:t>
            </a:r>
            <a:r>
              <a:t>of competing </a:t>
            </a:r>
            <a:r>
              <a:rPr b="1"/>
              <a:t>approaches</a:t>
            </a:r>
          </a:p>
          <a:p>
            <a:pPr marL="180473" indent="-180473">
              <a:spcBef>
                <a:spcPts val="600"/>
              </a:spcBef>
              <a:buSzPct val="100000"/>
              <a:buChar char="•"/>
              <a:defRPr sz="1800">
                <a:latin typeface="Dosis"/>
                <a:ea typeface="Dosis"/>
                <a:cs typeface="Dosis"/>
                <a:sym typeface="Dosis"/>
              </a:defRPr>
            </a:pPr>
            <a:r>
              <a:t>Consider </a:t>
            </a:r>
            <a:r>
              <a:rPr b="1"/>
              <a:t>consequences </a:t>
            </a:r>
            <a:r>
              <a:t>of analytic </a:t>
            </a:r>
            <a:r>
              <a:rPr b="1"/>
              <a:t>choices</a:t>
            </a:r>
          </a:p>
        </p:txBody>
      </p:sp>
      <p:sp>
        <p:nvSpPr>
          <p:cNvPr id="1739" name="Slide 7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7 of 18</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43" name="Google Shape;559;p17"/>
          <p:cNvSpPr txBox="1"/>
          <p:nvPr>
            <p:ph type="title"/>
          </p:nvPr>
        </p:nvSpPr>
        <p:spPr>
          <a:prstGeom prst="rect">
            <a:avLst/>
          </a:prstGeom>
        </p:spPr>
        <p:txBody>
          <a:bodyPr/>
          <a:lstStyle>
            <a:lvl1pPr>
              <a:defRPr b="1" sz="3600"/>
            </a:lvl1pPr>
          </a:lstStyle>
          <a:p>
            <a:pPr/>
            <a:r>
              <a:t>Examples: Code</a:t>
            </a:r>
          </a:p>
        </p:txBody>
      </p:sp>
      <p:sp>
        <p:nvSpPr>
          <p:cNvPr id="1744" name="Slide 8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8 of 18</a:t>
            </a:r>
          </a:p>
        </p:txBody>
      </p:sp>
      <p:pic>
        <p:nvPicPr>
          <p:cNvPr id="1745" name="Screenshot 2026-10-27 at 11.17.41 PM.png" descr="Screenshot 2026-10-27 at 11.17.41 PM.png"/>
          <p:cNvPicPr>
            <a:picLocks noChangeAspect="1"/>
          </p:cNvPicPr>
          <p:nvPr/>
        </p:nvPicPr>
        <p:blipFill>
          <a:blip r:embed="rId3">
            <a:extLst/>
          </a:blip>
          <a:stretch>
            <a:fillRect/>
          </a:stretch>
        </p:blipFill>
        <p:spPr>
          <a:xfrm>
            <a:off x="809892" y="1351192"/>
            <a:ext cx="6118967" cy="2179092"/>
          </a:xfrm>
          <a:prstGeom prst="rect">
            <a:avLst/>
          </a:prstGeom>
          <a:ln w="12700">
            <a:miter lim="400000"/>
          </a:ln>
        </p:spPr>
      </p:pic>
      <p:sp>
        <p:nvSpPr>
          <p:cNvPr id="1746" name="Google Shape;588;p20"/>
          <p:cNvSpPr txBox="1"/>
          <p:nvPr/>
        </p:nvSpPr>
        <p:spPr>
          <a:xfrm>
            <a:off x="721342" y="3676812"/>
            <a:ext cx="7053558" cy="2236074"/>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a:spcBef>
                <a:spcPts val="600"/>
              </a:spcBef>
              <a:defRPr sz="1800">
                <a:latin typeface="Dosis"/>
                <a:ea typeface="Dosis"/>
                <a:cs typeface="Dosis"/>
                <a:sym typeface="Dosis"/>
              </a:defRPr>
            </a:pPr>
            <a:r>
              <a:t>Code examples provided </a:t>
            </a:r>
            <a:r>
              <a:rPr b="1"/>
              <a:t>multiple syntax options </a:t>
            </a:r>
            <a:r>
              <a:t>to </a:t>
            </a:r>
            <a:br/>
            <a:r>
              <a:t>empower students to develop a </a:t>
            </a:r>
            <a:r>
              <a:rPr b="1"/>
              <a:t>style </a:t>
            </a:r>
            <a:r>
              <a:t>that made sense </a:t>
            </a:r>
            <a:br/>
            <a:r>
              <a:t>to them and explore </a:t>
            </a:r>
            <a:r>
              <a:rPr b="1"/>
              <a:t>packages </a:t>
            </a:r>
            <a:r>
              <a:t>that streamline common tasks.</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0" name="Google Shape;559;p17"/>
          <p:cNvSpPr txBox="1"/>
          <p:nvPr>
            <p:ph type="title"/>
          </p:nvPr>
        </p:nvSpPr>
        <p:spPr>
          <a:prstGeom prst="rect">
            <a:avLst/>
          </a:prstGeom>
        </p:spPr>
        <p:txBody>
          <a:bodyPr/>
          <a:lstStyle>
            <a:lvl1pPr>
              <a:defRPr b="1" sz="3600"/>
            </a:lvl1pPr>
          </a:lstStyle>
          <a:p>
            <a:pPr/>
            <a:r>
              <a:t>Examples: Code</a:t>
            </a:r>
          </a:p>
        </p:txBody>
      </p:sp>
      <p:sp>
        <p:nvSpPr>
          <p:cNvPr id="1751" name="Slide 9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9 of 18</a:t>
            </a:r>
          </a:p>
        </p:txBody>
      </p:sp>
      <p:pic>
        <p:nvPicPr>
          <p:cNvPr id="1752" name="Screenshot 2026-10-27 at 11.22.22 PM.png" descr="Screenshot 2026-10-27 at 11.22.22 PM.png"/>
          <p:cNvPicPr>
            <a:picLocks noChangeAspect="1"/>
          </p:cNvPicPr>
          <p:nvPr/>
        </p:nvPicPr>
        <p:blipFill>
          <a:blip r:embed="rId3">
            <a:extLst/>
          </a:blip>
          <a:stretch>
            <a:fillRect/>
          </a:stretch>
        </p:blipFill>
        <p:spPr>
          <a:xfrm>
            <a:off x="836851" y="1201469"/>
            <a:ext cx="6065049" cy="2740562"/>
          </a:xfrm>
          <a:prstGeom prst="rect">
            <a:avLst/>
          </a:prstGeom>
          <a:ln w="12700">
            <a:miter lim="400000"/>
          </a:ln>
        </p:spPr>
      </p:pic>
      <p:sp>
        <p:nvSpPr>
          <p:cNvPr id="1753" name="Google Shape;588;p20"/>
          <p:cNvSpPr txBox="1"/>
          <p:nvPr/>
        </p:nvSpPr>
        <p:spPr>
          <a:xfrm>
            <a:off x="753806" y="4061074"/>
            <a:ext cx="7053558" cy="2236075"/>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a:spcBef>
                <a:spcPts val="600"/>
              </a:spcBef>
              <a:defRPr sz="1800">
                <a:latin typeface="Dosis"/>
                <a:ea typeface="Dosis"/>
                <a:cs typeface="Dosis"/>
                <a:sym typeface="Dosis"/>
              </a:defRPr>
            </a:pPr>
            <a:r>
              <a:t>Practice questions varied in </a:t>
            </a:r>
            <a:r>
              <a:rPr b="1"/>
              <a:t>difficulty </a:t>
            </a:r>
            <a:r>
              <a:t>and </a:t>
            </a:r>
            <a:r>
              <a:rPr b="1"/>
              <a:t>flexibility </a:t>
            </a:r>
            <a:r>
              <a:t>to give students different </a:t>
            </a:r>
            <a:r>
              <a:rPr b="1"/>
              <a:t>opportunities to succeed</a:t>
            </a:r>
            <a:r>
              <a:t>.</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7" name="Google Shape;559;p17"/>
          <p:cNvSpPr txBox="1"/>
          <p:nvPr>
            <p:ph type="title"/>
          </p:nvPr>
        </p:nvSpPr>
        <p:spPr>
          <a:prstGeom prst="rect">
            <a:avLst/>
          </a:prstGeom>
        </p:spPr>
        <p:txBody>
          <a:bodyPr/>
          <a:lstStyle>
            <a:lvl1pPr>
              <a:defRPr b="1" sz="3600"/>
            </a:lvl1pPr>
          </a:lstStyle>
          <a:p>
            <a:pPr/>
            <a:r>
              <a:t>Examples: Code</a:t>
            </a:r>
          </a:p>
        </p:txBody>
      </p:sp>
      <p:sp>
        <p:nvSpPr>
          <p:cNvPr id="1758" name="Slide 10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10 of 18</a:t>
            </a:r>
          </a:p>
        </p:txBody>
      </p:sp>
      <p:pic>
        <p:nvPicPr>
          <p:cNvPr id="1759" name="Screenshot 2026-10-27 at 11.26.50 PM.png" descr="Screenshot 2026-10-27 at 11.26.50 PM.png"/>
          <p:cNvPicPr>
            <a:picLocks noChangeAspect="1"/>
          </p:cNvPicPr>
          <p:nvPr/>
        </p:nvPicPr>
        <p:blipFill>
          <a:blip r:embed="rId3">
            <a:extLst/>
          </a:blip>
          <a:stretch>
            <a:fillRect/>
          </a:stretch>
        </p:blipFill>
        <p:spPr>
          <a:xfrm>
            <a:off x="1169535" y="2259392"/>
            <a:ext cx="6070601" cy="2400005"/>
          </a:xfrm>
          <a:prstGeom prst="rect">
            <a:avLst/>
          </a:prstGeom>
          <a:ln w="12700">
            <a:miter lim="400000"/>
          </a:ln>
        </p:spPr>
      </p:pic>
      <p:pic>
        <p:nvPicPr>
          <p:cNvPr id="1760" name="Screenshot 2026-10-27 at 11.27.11 PM.png" descr="Screenshot 2026-10-27 at 11.27.11 PM.png"/>
          <p:cNvPicPr>
            <a:picLocks noChangeAspect="1"/>
          </p:cNvPicPr>
          <p:nvPr/>
        </p:nvPicPr>
        <p:blipFill>
          <a:blip r:embed="rId4">
            <a:extLst/>
          </a:blip>
          <a:stretch>
            <a:fillRect/>
          </a:stretch>
        </p:blipFill>
        <p:spPr>
          <a:xfrm>
            <a:off x="1172465" y="1186232"/>
            <a:ext cx="6064741" cy="931824"/>
          </a:xfrm>
          <a:prstGeom prst="rect">
            <a:avLst/>
          </a:prstGeom>
          <a:ln w="12700">
            <a:miter lim="400000"/>
          </a:ln>
          <a:effectLst>
            <a:reflection blurRad="0" stA="50000" stPos="0" endA="0" endPos="40000" dist="0" dir="5400000" fadeDir="5400000" sx="100000" sy="-100000" kx="0" ky="0" algn="bl" rotWithShape="0"/>
          </a:effectLst>
        </p:spPr>
      </p:pic>
      <p:sp>
        <p:nvSpPr>
          <p:cNvPr id="1761" name="Arrow Up Bold"/>
          <p:cNvSpPr/>
          <p:nvPr/>
        </p:nvSpPr>
        <p:spPr>
          <a:xfrm flipH="1" rot="8400000">
            <a:off x="269667" y="2056257"/>
            <a:ext cx="997887" cy="1097840"/>
          </a:xfrm>
          <a:custGeom>
            <a:avLst/>
            <a:gdLst/>
            <a:ahLst/>
            <a:cxnLst>
              <a:cxn ang="0">
                <a:pos x="wd2" y="hd2"/>
              </a:cxn>
              <a:cxn ang="5400000">
                <a:pos x="wd2" y="hd2"/>
              </a:cxn>
              <a:cxn ang="10800000">
                <a:pos x="wd2" y="hd2"/>
              </a:cxn>
              <a:cxn ang="16200000">
                <a:pos x="wd2" y="hd2"/>
              </a:cxn>
            </a:cxnLst>
            <a:rect l="0" t="0" r="r" b="b"/>
            <a:pathLst>
              <a:path w="21433" h="21597" fill="norm" stroke="1" extrusionOk="0">
                <a:moveTo>
                  <a:pt x="3740" y="1"/>
                </a:moveTo>
                <a:cubicBezTo>
                  <a:pt x="3613" y="-3"/>
                  <a:pt x="3483" y="9"/>
                  <a:pt x="3356" y="37"/>
                </a:cubicBezTo>
                <a:cubicBezTo>
                  <a:pt x="2847" y="146"/>
                  <a:pt x="2439" y="495"/>
                  <a:pt x="2294" y="954"/>
                </a:cubicBezTo>
                <a:lnTo>
                  <a:pt x="60" y="7839"/>
                </a:lnTo>
                <a:cubicBezTo>
                  <a:pt x="-167" y="8545"/>
                  <a:pt x="270" y="9285"/>
                  <a:pt x="1040" y="9497"/>
                </a:cubicBezTo>
                <a:cubicBezTo>
                  <a:pt x="1177" y="9536"/>
                  <a:pt x="1318" y="9552"/>
                  <a:pt x="1455" y="9552"/>
                </a:cubicBezTo>
                <a:cubicBezTo>
                  <a:pt x="2080" y="9552"/>
                  <a:pt x="2662" y="9176"/>
                  <a:pt x="2850" y="8600"/>
                </a:cubicBezTo>
                <a:lnTo>
                  <a:pt x="3553" y="6435"/>
                </a:lnTo>
                <a:cubicBezTo>
                  <a:pt x="3951" y="8940"/>
                  <a:pt x="4982" y="11500"/>
                  <a:pt x="6514" y="13672"/>
                </a:cubicBezTo>
                <a:cubicBezTo>
                  <a:pt x="7863" y="15582"/>
                  <a:pt x="9576" y="17206"/>
                  <a:pt x="11614" y="18500"/>
                </a:cubicBezTo>
                <a:cubicBezTo>
                  <a:pt x="13921" y="19966"/>
                  <a:pt x="16635" y="21000"/>
                  <a:pt x="19683" y="21572"/>
                </a:cubicBezTo>
                <a:cubicBezTo>
                  <a:pt x="19769" y="21590"/>
                  <a:pt x="19853" y="21595"/>
                  <a:pt x="19939" y="21597"/>
                </a:cubicBezTo>
                <a:lnTo>
                  <a:pt x="20024" y="21597"/>
                </a:lnTo>
                <a:cubicBezTo>
                  <a:pt x="20682" y="21577"/>
                  <a:pt x="21266" y="21150"/>
                  <a:pt x="21404" y="20533"/>
                </a:cubicBezTo>
                <a:cubicBezTo>
                  <a:pt x="21423" y="20447"/>
                  <a:pt x="21432" y="20362"/>
                  <a:pt x="21433" y="20277"/>
                </a:cubicBezTo>
                <a:lnTo>
                  <a:pt x="21433" y="20253"/>
                </a:lnTo>
                <a:cubicBezTo>
                  <a:pt x="21427" y="19638"/>
                  <a:pt x="20954" y="19088"/>
                  <a:pt x="20269" y="18962"/>
                </a:cubicBezTo>
                <a:lnTo>
                  <a:pt x="20269" y="18958"/>
                </a:lnTo>
                <a:cubicBezTo>
                  <a:pt x="17611" y="18456"/>
                  <a:pt x="15256" y="17566"/>
                  <a:pt x="13270" y="16308"/>
                </a:cubicBezTo>
                <a:cubicBezTo>
                  <a:pt x="11549" y="15214"/>
                  <a:pt x="10098" y="13837"/>
                  <a:pt x="8955" y="12221"/>
                </a:cubicBezTo>
                <a:cubicBezTo>
                  <a:pt x="7966" y="10818"/>
                  <a:pt x="7229" y="9274"/>
                  <a:pt x="6771" y="7623"/>
                </a:cubicBezTo>
                <a:cubicBezTo>
                  <a:pt x="6570" y="6894"/>
                  <a:pt x="6443" y="6227"/>
                  <a:pt x="6370" y="5635"/>
                </a:cubicBezTo>
                <a:cubicBezTo>
                  <a:pt x="7539" y="6607"/>
                  <a:pt x="8746" y="7541"/>
                  <a:pt x="9987" y="8427"/>
                </a:cubicBezTo>
                <a:cubicBezTo>
                  <a:pt x="10621" y="8878"/>
                  <a:pt x="11536" y="8776"/>
                  <a:pt x="12029" y="8195"/>
                </a:cubicBezTo>
                <a:cubicBezTo>
                  <a:pt x="12521" y="7615"/>
                  <a:pt x="12409" y="6777"/>
                  <a:pt x="11776" y="6326"/>
                </a:cubicBezTo>
                <a:cubicBezTo>
                  <a:pt x="9280" y="4538"/>
                  <a:pt x="6913" y="2554"/>
                  <a:pt x="4755" y="425"/>
                </a:cubicBezTo>
                <a:cubicBezTo>
                  <a:pt x="4489" y="163"/>
                  <a:pt x="4122" y="13"/>
                  <a:pt x="3740" y="1"/>
                </a:cubicBezTo>
                <a:close/>
              </a:path>
            </a:pathLst>
          </a:custGeom>
          <a:solidFill>
            <a:srgbClr val="4B77D1"/>
          </a:solidFill>
          <a:ln w="25400">
            <a:solidFill>
              <a:schemeClr val="accent1"/>
            </a:solidFill>
          </a:ln>
        </p:spPr>
        <p:txBody>
          <a:bodyPr lIns="0" tIns="0" rIns="0" bIns="0"/>
          <a:lstStyle/>
          <a:p>
            <a:pP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65" name="Google Shape;559;p17"/>
          <p:cNvSpPr txBox="1"/>
          <p:nvPr>
            <p:ph type="title"/>
          </p:nvPr>
        </p:nvSpPr>
        <p:spPr>
          <a:prstGeom prst="rect">
            <a:avLst/>
          </a:prstGeom>
        </p:spPr>
        <p:txBody>
          <a:bodyPr/>
          <a:lstStyle>
            <a:lvl1pPr>
              <a:defRPr b="1" sz="3600"/>
            </a:lvl1pPr>
          </a:lstStyle>
          <a:p>
            <a:pPr/>
            <a:r>
              <a:t>Examples: Code</a:t>
            </a:r>
          </a:p>
        </p:txBody>
      </p:sp>
      <p:sp>
        <p:nvSpPr>
          <p:cNvPr id="1766" name="Slide 11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11 of 18</a:t>
            </a:r>
          </a:p>
        </p:txBody>
      </p:sp>
      <p:sp>
        <p:nvSpPr>
          <p:cNvPr id="1767" name="Google Shape;588;p20"/>
          <p:cNvSpPr txBox="1"/>
          <p:nvPr/>
        </p:nvSpPr>
        <p:spPr>
          <a:xfrm>
            <a:off x="775448" y="4061074"/>
            <a:ext cx="6274491" cy="2236075"/>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a:spcBef>
                <a:spcPts val="600"/>
              </a:spcBef>
              <a:defRPr sz="1800">
                <a:latin typeface="Dosis"/>
                <a:ea typeface="Dosis"/>
                <a:cs typeface="Dosis"/>
                <a:sym typeface="Dosis"/>
              </a:defRPr>
            </a:pPr>
            <a:r>
              <a:t>Modeling questions provided </a:t>
            </a:r>
            <a:r>
              <a:rPr b="1"/>
              <a:t>starter code</a:t>
            </a:r>
            <a:r>
              <a:t> and invited students to tweak</a:t>
            </a:r>
            <a:r>
              <a:rPr b="1"/>
              <a:t> covariates</a:t>
            </a:r>
            <a:r>
              <a:t> and </a:t>
            </a:r>
            <a:r>
              <a:rPr b="1"/>
              <a:t>encoding</a:t>
            </a:r>
            <a:r>
              <a:t> options.</a:t>
            </a:r>
          </a:p>
        </p:txBody>
      </p:sp>
      <p:pic>
        <p:nvPicPr>
          <p:cNvPr id="1768" name="Screenshot 2026-10-27 at 11.33.53 PM.png" descr="Screenshot 2026-10-27 at 11.33.53 PM.png"/>
          <p:cNvPicPr>
            <a:picLocks noChangeAspect="1"/>
          </p:cNvPicPr>
          <p:nvPr/>
        </p:nvPicPr>
        <p:blipFill>
          <a:blip r:embed="rId3">
            <a:extLst/>
          </a:blip>
          <a:stretch>
            <a:fillRect/>
          </a:stretch>
        </p:blipFill>
        <p:spPr>
          <a:xfrm>
            <a:off x="861259" y="1199384"/>
            <a:ext cx="6274491" cy="2744732"/>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72" name="Google Shape;559;p17"/>
          <p:cNvSpPr txBox="1"/>
          <p:nvPr>
            <p:ph type="title"/>
          </p:nvPr>
        </p:nvSpPr>
        <p:spPr>
          <a:prstGeom prst="rect">
            <a:avLst/>
          </a:prstGeom>
        </p:spPr>
        <p:txBody>
          <a:bodyPr/>
          <a:lstStyle>
            <a:lvl1pPr>
              <a:defRPr b="1" sz="3600"/>
            </a:lvl1pPr>
          </a:lstStyle>
          <a:p>
            <a:pPr/>
            <a:r>
              <a:t>Project</a:t>
            </a:r>
          </a:p>
        </p:txBody>
      </p:sp>
      <p:sp>
        <p:nvSpPr>
          <p:cNvPr id="1773" name="Google Shape;588;p20"/>
          <p:cNvSpPr txBox="1"/>
          <p:nvPr/>
        </p:nvSpPr>
        <p:spPr>
          <a:xfrm>
            <a:off x="403108" y="1308874"/>
            <a:ext cx="7053558" cy="361710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marL="180473" indent="-180473">
              <a:spcBef>
                <a:spcPts val="600"/>
              </a:spcBef>
              <a:buSzPct val="100000"/>
              <a:buChar char="•"/>
              <a:defRPr sz="1800">
                <a:latin typeface="Dosis"/>
                <a:ea typeface="Dosis"/>
                <a:cs typeface="Dosis"/>
                <a:sym typeface="Dosis"/>
              </a:defRPr>
            </a:pPr>
            <a:r>
              <a:t>Students were introduced to </a:t>
            </a:r>
            <a:r>
              <a:rPr b="1"/>
              <a:t>six datasets</a:t>
            </a:r>
            <a:r>
              <a:t> on Day 1, and they </a:t>
            </a:r>
            <a:r>
              <a:rPr b="1"/>
              <a:t>ranked them</a:t>
            </a:r>
            <a:r>
              <a:t> by interest level to help the instructor make groups.</a:t>
            </a:r>
          </a:p>
          <a:p>
            <a:pPr>
              <a:spcBef>
                <a:spcPts val="600"/>
              </a:spcBef>
              <a:defRPr sz="1800">
                <a:latin typeface="Dosis"/>
                <a:ea typeface="Dosis"/>
                <a:cs typeface="Dosis"/>
                <a:sym typeface="Dosis"/>
              </a:defRPr>
            </a:pPr>
          </a:p>
        </p:txBody>
      </p:sp>
      <p:sp>
        <p:nvSpPr>
          <p:cNvPr id="1774" name="Slide 12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12 of 18</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78" name="Google Shape;559;p17"/>
          <p:cNvSpPr txBox="1"/>
          <p:nvPr>
            <p:ph type="title"/>
          </p:nvPr>
        </p:nvSpPr>
        <p:spPr>
          <a:prstGeom prst="rect">
            <a:avLst/>
          </a:prstGeom>
        </p:spPr>
        <p:txBody>
          <a:bodyPr/>
          <a:lstStyle>
            <a:lvl1pPr>
              <a:defRPr b="1" sz="3600"/>
            </a:lvl1pPr>
          </a:lstStyle>
          <a:p>
            <a:pPr/>
            <a:r>
              <a:t>Project</a:t>
            </a:r>
          </a:p>
        </p:txBody>
      </p:sp>
      <p:sp>
        <p:nvSpPr>
          <p:cNvPr id="1779" name="Google Shape;588;p20"/>
          <p:cNvSpPr txBox="1"/>
          <p:nvPr/>
        </p:nvSpPr>
        <p:spPr>
          <a:xfrm>
            <a:off x="403108" y="1308874"/>
            <a:ext cx="7053558" cy="361710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marL="180473" indent="-180473">
              <a:spcBef>
                <a:spcPts val="600"/>
              </a:spcBef>
              <a:buSzPct val="100000"/>
              <a:buChar char="•"/>
              <a:defRPr sz="1800">
                <a:solidFill>
                  <a:schemeClr val="accent5">
                    <a:lumOff val="-17019"/>
                  </a:schemeClr>
                </a:solidFill>
                <a:latin typeface="Dosis"/>
                <a:ea typeface="Dosis"/>
                <a:cs typeface="Dosis"/>
                <a:sym typeface="Dosis"/>
              </a:defRPr>
            </a:pPr>
            <a:r>
              <a:t>Students were introduced to </a:t>
            </a:r>
            <a:r>
              <a:rPr b="1"/>
              <a:t>six datasets</a:t>
            </a:r>
            <a:r>
              <a:t> on Day 1, and they </a:t>
            </a:r>
            <a:r>
              <a:rPr b="1"/>
              <a:t>ranked them</a:t>
            </a:r>
            <a:r>
              <a:t> by interest level to help the instructor make groups.</a:t>
            </a:r>
          </a:p>
          <a:p>
            <a:pPr marL="180473" indent="-180473">
              <a:spcBef>
                <a:spcPts val="600"/>
              </a:spcBef>
              <a:buSzPct val="100000"/>
              <a:buChar char="•"/>
              <a:defRPr sz="1800">
                <a:latin typeface="Dosis"/>
                <a:ea typeface="Dosis"/>
                <a:cs typeface="Dosis"/>
                <a:sym typeface="Dosis"/>
              </a:defRPr>
            </a:pPr>
            <a:r>
              <a:t>In </a:t>
            </a:r>
            <a:r>
              <a:rPr b="1"/>
              <a:t>groups</a:t>
            </a:r>
            <a:r>
              <a:t> of three or four, students designed </a:t>
            </a:r>
            <a:r>
              <a:rPr b="1"/>
              <a:t>research questions </a:t>
            </a:r>
            <a:r>
              <a:t>about their data and answered them with </a:t>
            </a:r>
            <a:r>
              <a:rPr b="1"/>
              <a:t>descriptive </a:t>
            </a:r>
            <a:r>
              <a:t>statistics, </a:t>
            </a:r>
            <a:r>
              <a:rPr b="1"/>
              <a:t>visualizations</a:t>
            </a:r>
            <a:r>
              <a:t>, and </a:t>
            </a:r>
            <a:r>
              <a:rPr b="1"/>
              <a:t>regression</a:t>
            </a:r>
            <a:r>
              <a:t>.</a:t>
            </a:r>
          </a:p>
        </p:txBody>
      </p:sp>
      <p:sp>
        <p:nvSpPr>
          <p:cNvPr id="1780" name="Slide 12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12 of 18</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82" name="Google Shape;559;p17"/>
          <p:cNvSpPr txBox="1"/>
          <p:nvPr>
            <p:ph type="title"/>
          </p:nvPr>
        </p:nvSpPr>
        <p:spPr>
          <a:prstGeom prst="rect">
            <a:avLst/>
          </a:prstGeom>
        </p:spPr>
        <p:txBody>
          <a:bodyPr/>
          <a:lstStyle>
            <a:lvl1pPr>
              <a:defRPr b="1" sz="3600"/>
            </a:lvl1pPr>
          </a:lstStyle>
          <a:p>
            <a:pPr/>
            <a:r>
              <a:t>Project</a:t>
            </a:r>
          </a:p>
        </p:txBody>
      </p:sp>
      <p:sp>
        <p:nvSpPr>
          <p:cNvPr id="1783" name="Google Shape;588;p20"/>
          <p:cNvSpPr txBox="1"/>
          <p:nvPr/>
        </p:nvSpPr>
        <p:spPr>
          <a:xfrm>
            <a:off x="403108" y="1308874"/>
            <a:ext cx="7053558" cy="361710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marL="180473" indent="-180473">
              <a:spcBef>
                <a:spcPts val="600"/>
              </a:spcBef>
              <a:buSzPct val="100000"/>
              <a:buChar char="•"/>
              <a:defRPr sz="1800">
                <a:solidFill>
                  <a:schemeClr val="accent5">
                    <a:lumOff val="-17019"/>
                  </a:schemeClr>
                </a:solidFill>
                <a:latin typeface="Dosis"/>
                <a:ea typeface="Dosis"/>
                <a:cs typeface="Dosis"/>
                <a:sym typeface="Dosis"/>
              </a:defRPr>
            </a:pPr>
            <a:r>
              <a:t>Students were introduced to </a:t>
            </a:r>
            <a:r>
              <a:rPr b="1"/>
              <a:t>six datasets</a:t>
            </a:r>
            <a:r>
              <a:t> on Day 1, and they </a:t>
            </a:r>
            <a:r>
              <a:rPr b="1"/>
              <a:t>ranked them</a:t>
            </a:r>
            <a:r>
              <a:t> by interest level to help the instructor make groups.</a:t>
            </a:r>
          </a:p>
          <a:p>
            <a:pPr marL="180473" indent="-180473">
              <a:spcBef>
                <a:spcPts val="600"/>
              </a:spcBef>
              <a:buSzPct val="100000"/>
              <a:buChar char="•"/>
              <a:defRPr sz="1800">
                <a:solidFill>
                  <a:schemeClr val="accent5">
                    <a:lumOff val="-17019"/>
                  </a:schemeClr>
                </a:solidFill>
                <a:latin typeface="Dosis"/>
                <a:ea typeface="Dosis"/>
                <a:cs typeface="Dosis"/>
                <a:sym typeface="Dosis"/>
              </a:defRPr>
            </a:pPr>
            <a:r>
              <a:t>In </a:t>
            </a:r>
            <a:r>
              <a:rPr b="1"/>
              <a:t>groups</a:t>
            </a:r>
            <a:r>
              <a:t> of three or four, students designed </a:t>
            </a:r>
            <a:r>
              <a:rPr b="1"/>
              <a:t>research questions </a:t>
            </a:r>
            <a:r>
              <a:t>about their data and answered them with </a:t>
            </a:r>
            <a:r>
              <a:rPr b="1"/>
              <a:t>descriptive </a:t>
            </a:r>
            <a:r>
              <a:t>statistics, </a:t>
            </a:r>
            <a:r>
              <a:rPr b="1"/>
              <a:t>visualizations</a:t>
            </a:r>
            <a:r>
              <a:t>, and </a:t>
            </a:r>
            <a:r>
              <a:rPr b="1"/>
              <a:t>regression</a:t>
            </a:r>
            <a:r>
              <a:t>.</a:t>
            </a:r>
          </a:p>
          <a:p>
            <a:pPr marL="180473" indent="-180473">
              <a:spcBef>
                <a:spcPts val="600"/>
              </a:spcBef>
              <a:buSzPct val="100000"/>
              <a:buChar char="•"/>
              <a:defRPr sz="1800">
                <a:latin typeface="Dosis"/>
                <a:ea typeface="Dosis"/>
                <a:cs typeface="Dosis"/>
                <a:sym typeface="Dosis"/>
              </a:defRPr>
            </a:pPr>
            <a:r>
              <a:t>Each team </a:t>
            </a:r>
            <a:r>
              <a:rPr b="1"/>
              <a:t>combined</a:t>
            </a:r>
            <a:r>
              <a:t> their questions into a </a:t>
            </a:r>
            <a:r>
              <a:rPr b="1"/>
              <a:t>presentation</a:t>
            </a:r>
            <a:r>
              <a:t> that introduced the data and their </a:t>
            </a:r>
            <a:r>
              <a:rPr b="1"/>
              <a:t>findings</a:t>
            </a:r>
            <a:r>
              <a:t>.</a:t>
            </a:r>
          </a:p>
        </p:txBody>
      </p:sp>
      <p:sp>
        <p:nvSpPr>
          <p:cNvPr id="1784" name="Slide 12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12 of 18</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86" name="Google Shape;559;p17"/>
          <p:cNvSpPr txBox="1"/>
          <p:nvPr>
            <p:ph type="title"/>
          </p:nvPr>
        </p:nvSpPr>
        <p:spPr>
          <a:prstGeom prst="rect">
            <a:avLst/>
          </a:prstGeom>
        </p:spPr>
        <p:txBody>
          <a:bodyPr/>
          <a:lstStyle>
            <a:lvl1pPr>
              <a:defRPr b="1" sz="3600"/>
            </a:lvl1pPr>
          </a:lstStyle>
          <a:p>
            <a:pPr/>
            <a:r>
              <a:t>Project</a:t>
            </a:r>
          </a:p>
        </p:txBody>
      </p:sp>
      <p:sp>
        <p:nvSpPr>
          <p:cNvPr id="1787" name="Google Shape;588;p20"/>
          <p:cNvSpPr txBox="1"/>
          <p:nvPr/>
        </p:nvSpPr>
        <p:spPr>
          <a:xfrm>
            <a:off x="403108" y="1308874"/>
            <a:ext cx="7053558" cy="361710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marL="180473" indent="-180473">
              <a:spcBef>
                <a:spcPts val="600"/>
              </a:spcBef>
              <a:buSzPct val="100000"/>
              <a:buChar char="•"/>
              <a:defRPr sz="1800">
                <a:solidFill>
                  <a:schemeClr val="accent5">
                    <a:lumOff val="-17019"/>
                  </a:schemeClr>
                </a:solidFill>
                <a:latin typeface="Dosis"/>
                <a:ea typeface="Dosis"/>
                <a:cs typeface="Dosis"/>
                <a:sym typeface="Dosis"/>
              </a:defRPr>
            </a:pPr>
            <a:r>
              <a:t>Students were introduced to </a:t>
            </a:r>
            <a:r>
              <a:rPr b="1"/>
              <a:t>six datasets</a:t>
            </a:r>
            <a:r>
              <a:t> on Day 1, and they </a:t>
            </a:r>
            <a:r>
              <a:rPr b="1"/>
              <a:t>ranked them</a:t>
            </a:r>
            <a:r>
              <a:t> by interest level to help the instructor make groups.</a:t>
            </a:r>
          </a:p>
          <a:p>
            <a:pPr marL="180473" indent="-180473">
              <a:spcBef>
                <a:spcPts val="600"/>
              </a:spcBef>
              <a:buSzPct val="100000"/>
              <a:buChar char="•"/>
              <a:defRPr sz="1800">
                <a:solidFill>
                  <a:schemeClr val="accent5">
                    <a:lumOff val="-17019"/>
                  </a:schemeClr>
                </a:solidFill>
                <a:latin typeface="Dosis"/>
                <a:ea typeface="Dosis"/>
                <a:cs typeface="Dosis"/>
                <a:sym typeface="Dosis"/>
              </a:defRPr>
            </a:pPr>
            <a:r>
              <a:t>In </a:t>
            </a:r>
            <a:r>
              <a:rPr b="1"/>
              <a:t>groups</a:t>
            </a:r>
            <a:r>
              <a:t> of three or four, students designed </a:t>
            </a:r>
            <a:r>
              <a:rPr b="1"/>
              <a:t>research questions </a:t>
            </a:r>
            <a:r>
              <a:t>about their data and answered them with </a:t>
            </a:r>
            <a:r>
              <a:rPr b="1"/>
              <a:t>descriptive </a:t>
            </a:r>
            <a:r>
              <a:t>statistics, </a:t>
            </a:r>
            <a:r>
              <a:rPr b="1"/>
              <a:t>visualizations</a:t>
            </a:r>
            <a:r>
              <a:t>, and </a:t>
            </a:r>
            <a:r>
              <a:rPr b="1"/>
              <a:t>regression</a:t>
            </a:r>
            <a:r>
              <a:t>.</a:t>
            </a:r>
          </a:p>
          <a:p>
            <a:pPr marL="180473" indent="-180473">
              <a:spcBef>
                <a:spcPts val="600"/>
              </a:spcBef>
              <a:buSzPct val="100000"/>
              <a:buChar char="•"/>
              <a:defRPr sz="1800">
                <a:solidFill>
                  <a:schemeClr val="accent5">
                    <a:lumOff val="-17019"/>
                  </a:schemeClr>
                </a:solidFill>
                <a:latin typeface="Dosis"/>
                <a:ea typeface="Dosis"/>
                <a:cs typeface="Dosis"/>
                <a:sym typeface="Dosis"/>
              </a:defRPr>
            </a:pPr>
            <a:r>
              <a:t>Each team </a:t>
            </a:r>
            <a:r>
              <a:rPr b="1"/>
              <a:t>combined</a:t>
            </a:r>
            <a:r>
              <a:t> their questions into a </a:t>
            </a:r>
            <a:r>
              <a:rPr b="1"/>
              <a:t>presentation</a:t>
            </a:r>
            <a:r>
              <a:t> that introduced the data and their </a:t>
            </a:r>
            <a:r>
              <a:rPr b="1"/>
              <a:t>findings</a:t>
            </a:r>
            <a:r>
              <a:t>.</a:t>
            </a:r>
          </a:p>
          <a:p>
            <a:pPr marL="180473" indent="-180473">
              <a:spcBef>
                <a:spcPts val="600"/>
              </a:spcBef>
              <a:buSzPct val="100000"/>
              <a:buChar char="•"/>
              <a:defRPr sz="1800">
                <a:latin typeface="Dosis"/>
                <a:ea typeface="Dosis"/>
                <a:cs typeface="Dosis"/>
                <a:sym typeface="Dosis"/>
              </a:defRPr>
            </a:pPr>
            <a:r>
              <a:t>Presentations were given on the </a:t>
            </a:r>
            <a:r>
              <a:rPr b="1"/>
              <a:t>final day of class</a:t>
            </a:r>
            <a:r>
              <a:t>, and the </a:t>
            </a:r>
            <a:r>
              <a:rPr b="1"/>
              <a:t>students in the</a:t>
            </a:r>
            <a:r>
              <a:t> </a:t>
            </a:r>
            <a:r>
              <a:rPr b="1"/>
              <a:t>audience </a:t>
            </a:r>
            <a:r>
              <a:t>were invited to </a:t>
            </a:r>
            <a:r>
              <a:rPr b="1"/>
              <a:t>share strengths</a:t>
            </a:r>
            <a:r>
              <a:t> they observed in each presentation.</a:t>
            </a:r>
          </a:p>
        </p:txBody>
      </p:sp>
      <p:sp>
        <p:nvSpPr>
          <p:cNvPr id="1788" name="Slide 12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12 of 18</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90" name="Google Shape;559;p17"/>
          <p:cNvSpPr txBox="1"/>
          <p:nvPr>
            <p:ph type="title"/>
          </p:nvPr>
        </p:nvSpPr>
        <p:spPr>
          <a:prstGeom prst="rect">
            <a:avLst/>
          </a:prstGeom>
        </p:spPr>
        <p:txBody>
          <a:bodyPr/>
          <a:lstStyle>
            <a:lvl1pPr>
              <a:defRPr b="1" sz="3600"/>
            </a:lvl1pPr>
          </a:lstStyle>
          <a:p>
            <a:pPr/>
            <a:r>
              <a:t>Overall Learning Goals</a:t>
            </a:r>
          </a:p>
        </p:txBody>
      </p:sp>
      <p:sp>
        <p:nvSpPr>
          <p:cNvPr id="1791" name="Google Shape;588;p20"/>
          <p:cNvSpPr txBox="1"/>
          <p:nvPr/>
        </p:nvSpPr>
        <p:spPr>
          <a:xfrm>
            <a:off x="403108" y="1308874"/>
            <a:ext cx="2502119" cy="361710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marL="180473" indent="-180473">
              <a:spcBef>
                <a:spcPts val="600"/>
              </a:spcBef>
              <a:buSzPct val="100000"/>
              <a:buChar char="•"/>
              <a:defRPr sz="1800">
                <a:latin typeface="Dosis"/>
                <a:ea typeface="Dosis"/>
                <a:cs typeface="Dosis"/>
                <a:sym typeface="Dosis"/>
              </a:defRPr>
            </a:pPr>
            <a:r>
              <a:t>I hoped students would leave this course with the instinct to </a:t>
            </a:r>
            <a:r>
              <a:rPr b="1"/>
              <a:t>explore and question </a:t>
            </a:r>
            <a:r>
              <a:t>real data</a:t>
            </a:r>
            <a:r>
              <a:rPr b="1"/>
              <a:t> </a:t>
            </a:r>
            <a:r>
              <a:t>they encounter.</a:t>
            </a:r>
          </a:p>
          <a:p>
            <a:pPr marL="180473" indent="-180473">
              <a:spcBef>
                <a:spcPts val="600"/>
              </a:spcBef>
              <a:buSzPct val="100000"/>
              <a:buChar char="•"/>
              <a:defRPr sz="1800">
                <a:latin typeface="Dosis"/>
                <a:ea typeface="Dosis"/>
                <a:cs typeface="Dosis"/>
                <a:sym typeface="Dosis"/>
              </a:defRPr>
            </a:pPr>
            <a:r>
              <a:t>Both the </a:t>
            </a:r>
            <a:r>
              <a:rPr b="1"/>
              <a:t>hands-on activities</a:t>
            </a:r>
            <a:r>
              <a:t> and the </a:t>
            </a:r>
            <a:r>
              <a:rPr b="1"/>
              <a:t>project </a:t>
            </a:r>
            <a:r>
              <a:t>kept this goal in mind.</a:t>
            </a:r>
          </a:p>
        </p:txBody>
      </p:sp>
      <p:sp>
        <p:nvSpPr>
          <p:cNvPr id="1792" name="Slide 13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13 of 18</a:t>
            </a:r>
          </a:p>
        </p:txBody>
      </p:sp>
      <p:pic>
        <p:nvPicPr>
          <p:cNvPr id="1793" name="Screenshot 2026-10-04 at 11.40.48 PM.png" descr="Screenshot 2026-10-04 at 11.40.48 PM.png"/>
          <p:cNvPicPr>
            <a:picLocks noChangeAspect="1"/>
          </p:cNvPicPr>
          <p:nvPr/>
        </p:nvPicPr>
        <p:blipFill>
          <a:blip r:embed="rId2">
            <a:extLst/>
          </a:blip>
          <a:srcRect l="0" t="0" r="0" b="33628"/>
          <a:stretch>
            <a:fillRect/>
          </a:stretch>
        </p:blipFill>
        <p:spPr>
          <a:xfrm>
            <a:off x="2894289" y="1266325"/>
            <a:ext cx="4298077" cy="2070327"/>
          </a:xfrm>
          <a:prstGeom prst="rect">
            <a:avLst/>
          </a:prstGeom>
          <a:ln w="12700">
            <a:miter lim="400000"/>
          </a:ln>
        </p:spPr>
      </p:pic>
      <p:pic>
        <p:nvPicPr>
          <p:cNvPr id="1794" name="Screenshot 2026-10-04 at 11.41.53 PM.png" descr="Screenshot 2026-10-04 at 11.41.53 PM.png"/>
          <p:cNvPicPr>
            <a:picLocks noChangeAspect="1"/>
          </p:cNvPicPr>
          <p:nvPr/>
        </p:nvPicPr>
        <p:blipFill>
          <a:blip r:embed="rId3">
            <a:extLst/>
          </a:blip>
          <a:stretch>
            <a:fillRect/>
          </a:stretch>
        </p:blipFill>
        <p:spPr>
          <a:xfrm>
            <a:off x="3005082" y="3520551"/>
            <a:ext cx="4076491" cy="1199430"/>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96" name="Google Shape;559;p17"/>
          <p:cNvSpPr txBox="1"/>
          <p:nvPr>
            <p:ph type="title"/>
          </p:nvPr>
        </p:nvSpPr>
        <p:spPr>
          <a:prstGeom prst="rect">
            <a:avLst/>
          </a:prstGeom>
        </p:spPr>
        <p:txBody>
          <a:bodyPr/>
          <a:lstStyle>
            <a:lvl1pPr>
              <a:defRPr b="1" sz="3600"/>
            </a:lvl1pPr>
          </a:lstStyle>
          <a:p>
            <a:pPr/>
            <a:r>
              <a:t>The Elephant in the Room</a:t>
            </a:r>
          </a:p>
        </p:txBody>
      </p:sp>
      <p:sp>
        <p:nvSpPr>
          <p:cNvPr id="1797" name="Google Shape;588;p20"/>
          <p:cNvSpPr txBox="1"/>
          <p:nvPr/>
        </p:nvSpPr>
        <p:spPr>
          <a:xfrm>
            <a:off x="403108" y="1308874"/>
            <a:ext cx="6608203" cy="361710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marL="180473" indent="-180473">
              <a:spcBef>
                <a:spcPts val="600"/>
              </a:spcBef>
              <a:buSzPct val="100000"/>
              <a:buChar char="•"/>
              <a:defRPr sz="1800">
                <a:latin typeface="Dosis"/>
                <a:ea typeface="Dosis"/>
                <a:cs typeface="Dosis"/>
                <a:sym typeface="Dosis"/>
              </a:defRPr>
            </a:pPr>
            <a:r>
              <a:t>In this course, I employed the following </a:t>
            </a:r>
            <a:r>
              <a:rPr b="1"/>
              <a:t>AI policy</a:t>
            </a:r>
            <a:r>
              <a:t>.</a:t>
            </a:r>
            <a:br/>
            <a:br/>
            <a:r>
              <a:rPr i="1"/>
              <a:t>We are in an exciting time where generative AI tools can help us work more efficiently. However, it is essential that students develop foundational skills so they can critically evaluate output from a generative AI model. For this course, students must obtain permission from the instructor before using any generative AI tools beyond the immediate output Google provides.</a:t>
            </a:r>
            <a:br>
              <a:rPr i="1"/>
            </a:br>
            <a:endParaRPr i="1"/>
          </a:p>
          <a:p>
            <a:pPr marL="180473" indent="-180473">
              <a:spcBef>
                <a:spcPts val="600"/>
              </a:spcBef>
              <a:buSzPct val="100000"/>
              <a:buChar char="•"/>
              <a:defRPr sz="1800">
                <a:latin typeface="Dosis"/>
                <a:ea typeface="Dosis"/>
                <a:cs typeface="Dosis"/>
                <a:sym typeface="Dosis"/>
              </a:defRPr>
            </a:pPr>
            <a:r>
              <a:t>This policy had </a:t>
            </a:r>
            <a:r>
              <a:rPr b="1"/>
              <a:t>mixed results</a:t>
            </a:r>
            <a:r>
              <a:t>.</a:t>
            </a:r>
          </a:p>
        </p:txBody>
      </p:sp>
      <p:sp>
        <p:nvSpPr>
          <p:cNvPr id="1798" name="Slide 14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14 of 18</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0" name="Google Shape;559;p17"/>
          <p:cNvSpPr txBox="1"/>
          <p:nvPr>
            <p:ph type="title"/>
          </p:nvPr>
        </p:nvSpPr>
        <p:spPr>
          <a:prstGeom prst="rect">
            <a:avLst/>
          </a:prstGeom>
        </p:spPr>
        <p:txBody>
          <a:bodyPr/>
          <a:lstStyle>
            <a:lvl1pPr>
              <a:defRPr b="1" sz="3600"/>
            </a:lvl1pPr>
          </a:lstStyle>
          <a:p>
            <a:pPr/>
            <a:r>
              <a:t>Watch Out For:</a:t>
            </a:r>
          </a:p>
        </p:txBody>
      </p:sp>
      <p:sp>
        <p:nvSpPr>
          <p:cNvPr id="1801" name="Google Shape;588;p20"/>
          <p:cNvSpPr txBox="1"/>
          <p:nvPr/>
        </p:nvSpPr>
        <p:spPr>
          <a:xfrm>
            <a:off x="403108" y="1308874"/>
            <a:ext cx="6608203" cy="361710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marL="180473" indent="-180473">
              <a:spcBef>
                <a:spcPts val="600"/>
              </a:spcBef>
              <a:buSzPct val="100000"/>
              <a:buChar char="•"/>
              <a:defRPr sz="1800">
                <a:latin typeface="Dosis"/>
                <a:ea typeface="Dosis"/>
                <a:cs typeface="Dosis"/>
                <a:sym typeface="Dosis"/>
              </a:defRPr>
            </a:pPr>
            <a:r>
              <a:t>Open-ended activities can </a:t>
            </a:r>
            <a:r>
              <a:rPr b="1"/>
              <a:t>run longer</a:t>
            </a:r>
            <a:r>
              <a:t> than expected </a:t>
            </a:r>
          </a:p>
        </p:txBody>
      </p:sp>
      <p:sp>
        <p:nvSpPr>
          <p:cNvPr id="1802" name="Slide 15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15 of 18</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4" name="Google Shape;559;p17"/>
          <p:cNvSpPr txBox="1"/>
          <p:nvPr>
            <p:ph type="title"/>
          </p:nvPr>
        </p:nvSpPr>
        <p:spPr>
          <a:prstGeom prst="rect">
            <a:avLst/>
          </a:prstGeom>
        </p:spPr>
        <p:txBody>
          <a:bodyPr/>
          <a:lstStyle>
            <a:lvl1pPr>
              <a:defRPr b="1" sz="3600"/>
            </a:lvl1pPr>
          </a:lstStyle>
          <a:p>
            <a:pPr/>
            <a:r>
              <a:t>Watch Out For:</a:t>
            </a:r>
          </a:p>
        </p:txBody>
      </p:sp>
      <p:sp>
        <p:nvSpPr>
          <p:cNvPr id="1805" name="Google Shape;588;p20"/>
          <p:cNvSpPr txBox="1"/>
          <p:nvPr/>
        </p:nvSpPr>
        <p:spPr>
          <a:xfrm>
            <a:off x="403108" y="1308874"/>
            <a:ext cx="6608203" cy="361710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marL="180473" indent="-180473">
              <a:spcBef>
                <a:spcPts val="600"/>
              </a:spcBef>
              <a:buSzPct val="100000"/>
              <a:buChar char="•"/>
              <a:defRPr sz="1800">
                <a:solidFill>
                  <a:schemeClr val="accent5">
                    <a:lumOff val="-17019"/>
                  </a:schemeClr>
                </a:solidFill>
                <a:latin typeface="Dosis"/>
                <a:ea typeface="Dosis"/>
                <a:cs typeface="Dosis"/>
                <a:sym typeface="Dosis"/>
              </a:defRPr>
            </a:pPr>
            <a:r>
              <a:t>Open-ended activities can </a:t>
            </a:r>
            <a:r>
              <a:rPr b="1"/>
              <a:t>run longer</a:t>
            </a:r>
            <a:r>
              <a:t> than expected </a:t>
            </a:r>
          </a:p>
          <a:p>
            <a:pPr marL="180473" indent="-180473">
              <a:spcBef>
                <a:spcPts val="600"/>
              </a:spcBef>
              <a:buSzPct val="100000"/>
              <a:buChar char="•"/>
              <a:defRPr sz="1800">
                <a:latin typeface="Dosis"/>
                <a:ea typeface="Dosis"/>
                <a:cs typeface="Dosis"/>
                <a:sym typeface="Dosis"/>
              </a:defRPr>
            </a:pPr>
            <a:r>
              <a:t>Students may come up with research questions that require </a:t>
            </a:r>
            <a:r>
              <a:rPr b="1"/>
              <a:t>advanced data wrangling </a:t>
            </a:r>
          </a:p>
        </p:txBody>
      </p:sp>
      <p:sp>
        <p:nvSpPr>
          <p:cNvPr id="1806" name="Slide 15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15 of 18</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8" name="Google Shape;559;p17"/>
          <p:cNvSpPr txBox="1"/>
          <p:nvPr>
            <p:ph type="title"/>
          </p:nvPr>
        </p:nvSpPr>
        <p:spPr>
          <a:prstGeom prst="rect">
            <a:avLst/>
          </a:prstGeom>
        </p:spPr>
        <p:txBody>
          <a:bodyPr/>
          <a:lstStyle>
            <a:lvl1pPr>
              <a:defRPr b="1" sz="3600"/>
            </a:lvl1pPr>
          </a:lstStyle>
          <a:p>
            <a:pPr/>
            <a:r>
              <a:t>Watch Out For:</a:t>
            </a:r>
          </a:p>
        </p:txBody>
      </p:sp>
      <p:sp>
        <p:nvSpPr>
          <p:cNvPr id="1809" name="Google Shape;588;p20"/>
          <p:cNvSpPr txBox="1"/>
          <p:nvPr/>
        </p:nvSpPr>
        <p:spPr>
          <a:xfrm>
            <a:off x="403108" y="1308874"/>
            <a:ext cx="6608203" cy="361710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marL="180473" indent="-180473">
              <a:spcBef>
                <a:spcPts val="600"/>
              </a:spcBef>
              <a:buSzPct val="100000"/>
              <a:buChar char="•"/>
              <a:defRPr sz="1800">
                <a:solidFill>
                  <a:schemeClr val="accent5">
                    <a:lumOff val="-17019"/>
                  </a:schemeClr>
                </a:solidFill>
                <a:latin typeface="Dosis"/>
                <a:ea typeface="Dosis"/>
                <a:cs typeface="Dosis"/>
                <a:sym typeface="Dosis"/>
              </a:defRPr>
            </a:pPr>
            <a:r>
              <a:t>Open-ended activities can </a:t>
            </a:r>
            <a:r>
              <a:rPr b="1"/>
              <a:t>run longer</a:t>
            </a:r>
            <a:r>
              <a:t> than expected </a:t>
            </a:r>
          </a:p>
          <a:p>
            <a:pPr marL="180473" indent="-180473">
              <a:spcBef>
                <a:spcPts val="600"/>
              </a:spcBef>
              <a:buSzPct val="100000"/>
              <a:buChar char="•"/>
              <a:defRPr sz="1800">
                <a:solidFill>
                  <a:schemeClr val="accent5">
                    <a:lumOff val="-17019"/>
                  </a:schemeClr>
                </a:solidFill>
                <a:latin typeface="Dosis"/>
                <a:ea typeface="Dosis"/>
                <a:cs typeface="Dosis"/>
                <a:sym typeface="Dosis"/>
              </a:defRPr>
            </a:pPr>
            <a:r>
              <a:t>Students may come up with research questions that require </a:t>
            </a:r>
            <a:r>
              <a:rPr b="1"/>
              <a:t>advanced data wrangling </a:t>
            </a:r>
          </a:p>
          <a:p>
            <a:pPr marL="180473" indent="-180473">
              <a:spcBef>
                <a:spcPts val="600"/>
              </a:spcBef>
              <a:buSzPct val="100000"/>
              <a:buChar char="•"/>
              <a:defRPr sz="1800">
                <a:latin typeface="Dosis"/>
                <a:ea typeface="Dosis"/>
                <a:cs typeface="Dosis"/>
                <a:sym typeface="Dosis"/>
              </a:defRPr>
            </a:pPr>
            <a:r>
              <a:t>Tech installation challenges may be </a:t>
            </a:r>
            <a:r>
              <a:rPr b="1"/>
              <a:t>different on each machine</a:t>
            </a:r>
            <a:r>
              <a:t>, causing some students to speed through setup </a:t>
            </a:r>
            <a:br/>
            <a:r>
              <a:t>and some to fall behind the group</a:t>
            </a:r>
          </a:p>
        </p:txBody>
      </p:sp>
      <p:sp>
        <p:nvSpPr>
          <p:cNvPr id="1810" name="Slide 15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15 of 18</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12" name="Google Shape;559;p17"/>
          <p:cNvSpPr txBox="1"/>
          <p:nvPr>
            <p:ph type="title"/>
          </p:nvPr>
        </p:nvSpPr>
        <p:spPr>
          <a:prstGeom prst="rect">
            <a:avLst/>
          </a:prstGeom>
        </p:spPr>
        <p:txBody>
          <a:bodyPr/>
          <a:lstStyle>
            <a:lvl1pPr>
              <a:defRPr b="1" sz="3600"/>
            </a:lvl1pPr>
          </a:lstStyle>
          <a:p>
            <a:pPr/>
            <a:r>
              <a:t>Watch Out For:</a:t>
            </a:r>
          </a:p>
        </p:txBody>
      </p:sp>
      <p:sp>
        <p:nvSpPr>
          <p:cNvPr id="1813" name="Google Shape;588;p20"/>
          <p:cNvSpPr txBox="1"/>
          <p:nvPr/>
        </p:nvSpPr>
        <p:spPr>
          <a:xfrm>
            <a:off x="403108" y="1308874"/>
            <a:ext cx="6608203" cy="361710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marL="180473" indent="-180473">
              <a:spcBef>
                <a:spcPts val="600"/>
              </a:spcBef>
              <a:buSzPct val="100000"/>
              <a:buChar char="•"/>
              <a:defRPr sz="1800">
                <a:solidFill>
                  <a:schemeClr val="accent5">
                    <a:lumOff val="-17019"/>
                  </a:schemeClr>
                </a:solidFill>
                <a:latin typeface="Dosis"/>
                <a:ea typeface="Dosis"/>
                <a:cs typeface="Dosis"/>
                <a:sym typeface="Dosis"/>
              </a:defRPr>
            </a:pPr>
            <a:r>
              <a:t>Open-ended activities can </a:t>
            </a:r>
            <a:r>
              <a:rPr b="1"/>
              <a:t>run longer</a:t>
            </a:r>
            <a:r>
              <a:t> than expected </a:t>
            </a:r>
          </a:p>
          <a:p>
            <a:pPr marL="180473" indent="-180473">
              <a:spcBef>
                <a:spcPts val="600"/>
              </a:spcBef>
              <a:buSzPct val="100000"/>
              <a:buChar char="•"/>
              <a:defRPr sz="1800">
                <a:solidFill>
                  <a:schemeClr val="accent5">
                    <a:lumOff val="-17019"/>
                  </a:schemeClr>
                </a:solidFill>
                <a:latin typeface="Dosis"/>
                <a:ea typeface="Dosis"/>
                <a:cs typeface="Dosis"/>
                <a:sym typeface="Dosis"/>
              </a:defRPr>
            </a:pPr>
            <a:r>
              <a:t>Students may come up with research questions that require </a:t>
            </a:r>
            <a:r>
              <a:rPr b="1"/>
              <a:t>advanced data wrangling </a:t>
            </a:r>
          </a:p>
          <a:p>
            <a:pPr marL="180473" indent="-180473">
              <a:spcBef>
                <a:spcPts val="600"/>
              </a:spcBef>
              <a:buSzPct val="100000"/>
              <a:buChar char="•"/>
              <a:defRPr sz="1800">
                <a:solidFill>
                  <a:schemeClr val="accent5">
                    <a:lumOff val="-17019"/>
                  </a:schemeClr>
                </a:solidFill>
                <a:latin typeface="Dosis"/>
                <a:ea typeface="Dosis"/>
                <a:cs typeface="Dosis"/>
                <a:sym typeface="Dosis"/>
              </a:defRPr>
            </a:pPr>
            <a:r>
              <a:t>Tech installation challenges may be </a:t>
            </a:r>
            <a:r>
              <a:rPr b="1"/>
              <a:t>different on each machine</a:t>
            </a:r>
            <a:r>
              <a:t>, causing some students to speed through setup </a:t>
            </a:r>
            <a:br/>
            <a:r>
              <a:t>and some to fall behind the group</a:t>
            </a:r>
          </a:p>
          <a:p>
            <a:pPr marL="180473" indent="-180473">
              <a:spcBef>
                <a:spcPts val="600"/>
              </a:spcBef>
              <a:buSzPct val="100000"/>
              <a:buChar char="•"/>
              <a:defRPr sz="1800">
                <a:latin typeface="Dosis"/>
                <a:ea typeface="Dosis"/>
                <a:cs typeface="Dosis"/>
                <a:sym typeface="Dosis"/>
              </a:defRPr>
            </a:pPr>
            <a:r>
              <a:t>Choose the </a:t>
            </a:r>
            <a:r>
              <a:rPr b="1"/>
              <a:t>level of depth </a:t>
            </a:r>
            <a:r>
              <a:t>for your treatment of model diagnostics wisely</a:t>
            </a:r>
          </a:p>
        </p:txBody>
      </p:sp>
      <p:sp>
        <p:nvSpPr>
          <p:cNvPr id="1814" name="Slide 15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15 of 18</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16" name="Google Shape;559;p17"/>
          <p:cNvSpPr txBox="1"/>
          <p:nvPr>
            <p:ph type="title"/>
          </p:nvPr>
        </p:nvSpPr>
        <p:spPr>
          <a:prstGeom prst="rect">
            <a:avLst/>
          </a:prstGeom>
        </p:spPr>
        <p:txBody>
          <a:bodyPr/>
          <a:lstStyle>
            <a:lvl1pPr>
              <a:defRPr b="1" sz="3600"/>
            </a:lvl1pPr>
          </a:lstStyle>
          <a:p>
            <a:pPr/>
            <a:r>
              <a:t>Watch Out For:</a:t>
            </a:r>
          </a:p>
        </p:txBody>
      </p:sp>
      <p:sp>
        <p:nvSpPr>
          <p:cNvPr id="1817" name="Google Shape;588;p20"/>
          <p:cNvSpPr txBox="1"/>
          <p:nvPr/>
        </p:nvSpPr>
        <p:spPr>
          <a:xfrm>
            <a:off x="403108" y="1308874"/>
            <a:ext cx="6608203" cy="361710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marL="180473" indent="-180473">
              <a:spcBef>
                <a:spcPts val="600"/>
              </a:spcBef>
              <a:buSzPct val="100000"/>
              <a:buChar char="•"/>
              <a:defRPr sz="1800">
                <a:solidFill>
                  <a:schemeClr val="accent5">
                    <a:lumOff val="-17019"/>
                  </a:schemeClr>
                </a:solidFill>
                <a:latin typeface="Dosis"/>
                <a:ea typeface="Dosis"/>
                <a:cs typeface="Dosis"/>
                <a:sym typeface="Dosis"/>
              </a:defRPr>
            </a:pPr>
            <a:r>
              <a:t>Open-ended activities can </a:t>
            </a:r>
            <a:r>
              <a:rPr b="1"/>
              <a:t>run longer</a:t>
            </a:r>
            <a:r>
              <a:t> than expected </a:t>
            </a:r>
          </a:p>
          <a:p>
            <a:pPr marL="180473" indent="-180473">
              <a:spcBef>
                <a:spcPts val="600"/>
              </a:spcBef>
              <a:buSzPct val="100000"/>
              <a:buChar char="•"/>
              <a:defRPr sz="1800">
                <a:solidFill>
                  <a:schemeClr val="accent5">
                    <a:lumOff val="-17019"/>
                  </a:schemeClr>
                </a:solidFill>
                <a:latin typeface="Dosis"/>
                <a:ea typeface="Dosis"/>
                <a:cs typeface="Dosis"/>
                <a:sym typeface="Dosis"/>
              </a:defRPr>
            </a:pPr>
            <a:r>
              <a:t>Students may come up with research questions that require </a:t>
            </a:r>
            <a:r>
              <a:rPr b="1"/>
              <a:t>advanced data wrangling </a:t>
            </a:r>
          </a:p>
          <a:p>
            <a:pPr marL="180473" indent="-180473">
              <a:spcBef>
                <a:spcPts val="600"/>
              </a:spcBef>
              <a:buSzPct val="100000"/>
              <a:buChar char="•"/>
              <a:defRPr sz="1800">
                <a:solidFill>
                  <a:schemeClr val="accent5">
                    <a:lumOff val="-17019"/>
                  </a:schemeClr>
                </a:solidFill>
                <a:latin typeface="Dosis"/>
                <a:ea typeface="Dosis"/>
                <a:cs typeface="Dosis"/>
                <a:sym typeface="Dosis"/>
              </a:defRPr>
            </a:pPr>
            <a:r>
              <a:t>Tech installation challenges may be </a:t>
            </a:r>
            <a:r>
              <a:rPr b="1"/>
              <a:t>different on each machine</a:t>
            </a:r>
            <a:r>
              <a:t>, causing some students to speed through setup </a:t>
            </a:r>
            <a:br/>
            <a:r>
              <a:t>and some to fall behind the group</a:t>
            </a:r>
          </a:p>
          <a:p>
            <a:pPr marL="180473" indent="-180473">
              <a:spcBef>
                <a:spcPts val="600"/>
              </a:spcBef>
              <a:buSzPct val="100000"/>
              <a:buChar char="•"/>
              <a:defRPr sz="1800">
                <a:solidFill>
                  <a:schemeClr val="accent5">
                    <a:lumOff val="-17019"/>
                  </a:schemeClr>
                </a:solidFill>
                <a:latin typeface="Dosis"/>
                <a:ea typeface="Dosis"/>
                <a:cs typeface="Dosis"/>
                <a:sym typeface="Dosis"/>
              </a:defRPr>
            </a:pPr>
            <a:r>
              <a:t>Choose the </a:t>
            </a:r>
            <a:r>
              <a:rPr b="1"/>
              <a:t>level of depth </a:t>
            </a:r>
            <a:r>
              <a:t>for your treatment of model diagnostics wisely</a:t>
            </a:r>
          </a:p>
          <a:p>
            <a:pPr marL="180473" indent="-180473">
              <a:spcBef>
                <a:spcPts val="600"/>
              </a:spcBef>
              <a:buSzPct val="100000"/>
              <a:buChar char="•"/>
              <a:defRPr sz="1800">
                <a:latin typeface="Dosis"/>
                <a:ea typeface="Dosis"/>
                <a:cs typeface="Dosis"/>
                <a:sym typeface="Dosis"/>
              </a:defRPr>
            </a:pPr>
            <a:r>
              <a:t>Make sure you have </a:t>
            </a:r>
            <a:r>
              <a:rPr b="1"/>
              <a:t>examples </a:t>
            </a:r>
            <a:r>
              <a:t>ready to go for any activities where you ask students to </a:t>
            </a:r>
            <a:r>
              <a:rPr b="1"/>
              <a:t>look for resources</a:t>
            </a:r>
          </a:p>
        </p:txBody>
      </p:sp>
      <p:sp>
        <p:nvSpPr>
          <p:cNvPr id="1818" name="Slide 15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15 of 18</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20" name="Google Shape;559;p17"/>
          <p:cNvSpPr txBox="1"/>
          <p:nvPr>
            <p:ph type="title"/>
          </p:nvPr>
        </p:nvSpPr>
        <p:spPr>
          <a:prstGeom prst="rect">
            <a:avLst/>
          </a:prstGeom>
        </p:spPr>
        <p:txBody>
          <a:bodyPr/>
          <a:lstStyle>
            <a:lvl1pPr>
              <a:defRPr b="1" sz="3600"/>
            </a:lvl1pPr>
          </a:lstStyle>
          <a:p>
            <a:pPr/>
            <a:r>
              <a:t>Students Really Enjoyed</a:t>
            </a:r>
          </a:p>
        </p:txBody>
      </p:sp>
      <p:sp>
        <p:nvSpPr>
          <p:cNvPr id="1821" name="Google Shape;588;p20"/>
          <p:cNvSpPr txBox="1"/>
          <p:nvPr/>
        </p:nvSpPr>
        <p:spPr>
          <a:xfrm>
            <a:off x="403108" y="1308874"/>
            <a:ext cx="2685622" cy="361710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marL="180473" indent="-180473">
              <a:spcBef>
                <a:spcPts val="600"/>
              </a:spcBef>
              <a:buSzPct val="100000"/>
              <a:buChar char="•"/>
              <a:defRPr sz="1800">
                <a:latin typeface="Dosis"/>
                <a:ea typeface="Dosis"/>
                <a:cs typeface="Dosis"/>
                <a:sym typeface="Dosis"/>
              </a:defRPr>
            </a:pPr>
            <a:r>
              <a:t>Working through code </a:t>
            </a:r>
            <a:r>
              <a:rPr b="1"/>
              <a:t>examples</a:t>
            </a:r>
            <a:endParaRPr b="1"/>
          </a:p>
          <a:p>
            <a:pPr marL="180473" indent="-180473">
              <a:spcBef>
                <a:spcPts val="600"/>
              </a:spcBef>
              <a:buSzPct val="100000"/>
              <a:buChar char="•"/>
              <a:defRPr sz="1800">
                <a:latin typeface="Dosis"/>
                <a:ea typeface="Dosis"/>
                <a:cs typeface="Dosis"/>
                <a:sym typeface="Dosis"/>
              </a:defRPr>
            </a:pPr>
            <a:r>
              <a:t>The group </a:t>
            </a:r>
            <a:r>
              <a:rPr b="1"/>
              <a:t>project</a:t>
            </a:r>
            <a:endParaRPr b="1"/>
          </a:p>
          <a:p>
            <a:pPr marL="180473" indent="-180473">
              <a:spcBef>
                <a:spcPts val="600"/>
              </a:spcBef>
              <a:buSzPct val="100000"/>
              <a:buChar char="•"/>
              <a:defRPr sz="1800">
                <a:latin typeface="Dosis"/>
                <a:ea typeface="Dosis"/>
                <a:cs typeface="Dosis"/>
                <a:sym typeface="Dosis"/>
              </a:defRPr>
            </a:pPr>
            <a:r>
              <a:t>Learning from </a:t>
            </a:r>
            <a:r>
              <a:rPr b="1"/>
              <a:t>peers</a:t>
            </a:r>
            <a:endParaRPr b="1"/>
          </a:p>
          <a:p>
            <a:pPr marL="180473" indent="-180473">
              <a:spcBef>
                <a:spcPts val="600"/>
              </a:spcBef>
              <a:buSzPct val="100000"/>
              <a:buChar char="•"/>
              <a:defRPr sz="1800">
                <a:latin typeface="Dosis"/>
                <a:ea typeface="Dosis"/>
                <a:cs typeface="Dosis"/>
                <a:sym typeface="Dosis"/>
              </a:defRPr>
            </a:pPr>
            <a:r>
              <a:rPr b="1"/>
              <a:t>Recapping</a:t>
            </a:r>
            <a:r>
              <a:t> each topic</a:t>
            </a:r>
          </a:p>
          <a:p>
            <a:pPr marL="180473" indent="-180473">
              <a:spcBef>
                <a:spcPts val="600"/>
              </a:spcBef>
              <a:buSzPct val="100000"/>
              <a:buChar char="•"/>
              <a:defRPr sz="1800">
                <a:latin typeface="Dosis"/>
                <a:ea typeface="Dosis"/>
                <a:cs typeface="Dosis"/>
                <a:sym typeface="Dosis"/>
              </a:defRPr>
            </a:pPr>
            <a:r>
              <a:t>Support from the </a:t>
            </a:r>
            <a:r>
              <a:rPr b="1"/>
              <a:t>teaching team</a:t>
            </a:r>
            <a:r>
              <a:t> during activity time</a:t>
            </a:r>
          </a:p>
          <a:p>
            <a:pPr marL="180473" indent="-180473">
              <a:spcBef>
                <a:spcPts val="600"/>
              </a:spcBef>
              <a:buSzPct val="100000"/>
              <a:buChar char="•"/>
              <a:defRPr sz="1800">
                <a:latin typeface="Dosis"/>
                <a:ea typeface="Dosis"/>
                <a:cs typeface="Dosis"/>
                <a:sym typeface="Dosis"/>
              </a:defRPr>
            </a:pPr>
            <a:r>
              <a:t>Having </a:t>
            </a:r>
            <a:r>
              <a:rPr b="1"/>
              <a:t>access </a:t>
            </a:r>
            <a:r>
              <a:t>to all course materials</a:t>
            </a:r>
          </a:p>
        </p:txBody>
      </p:sp>
      <p:sp>
        <p:nvSpPr>
          <p:cNvPr id="1822" name="Slide 16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16 of 18</a:t>
            </a:r>
          </a:p>
        </p:txBody>
      </p:sp>
      <p:sp>
        <p:nvSpPr>
          <p:cNvPr id="1823" name="Google Shape;1034;p48"/>
          <p:cNvSpPr/>
          <p:nvPr/>
        </p:nvSpPr>
        <p:spPr>
          <a:xfrm>
            <a:off x="3923005" y="1305494"/>
            <a:ext cx="2685622" cy="279266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892" y="942"/>
                </a:moveTo>
                <a:lnTo>
                  <a:pt x="17981" y="1198"/>
                </a:lnTo>
                <a:lnTo>
                  <a:pt x="18039" y="1427"/>
                </a:lnTo>
                <a:lnTo>
                  <a:pt x="18099" y="1941"/>
                </a:lnTo>
                <a:lnTo>
                  <a:pt x="18159" y="2511"/>
                </a:lnTo>
                <a:lnTo>
                  <a:pt x="18188" y="2797"/>
                </a:lnTo>
                <a:lnTo>
                  <a:pt x="18217" y="2910"/>
                </a:lnTo>
                <a:lnTo>
                  <a:pt x="18306" y="3054"/>
                </a:lnTo>
                <a:lnTo>
                  <a:pt x="18010" y="3339"/>
                </a:lnTo>
                <a:lnTo>
                  <a:pt x="17921" y="3424"/>
                </a:lnTo>
                <a:lnTo>
                  <a:pt x="17861" y="3082"/>
                </a:lnTo>
                <a:lnTo>
                  <a:pt x="17803" y="2767"/>
                </a:lnTo>
                <a:lnTo>
                  <a:pt x="17714" y="2397"/>
                </a:lnTo>
                <a:lnTo>
                  <a:pt x="17565" y="2083"/>
                </a:lnTo>
                <a:lnTo>
                  <a:pt x="17447" y="1740"/>
                </a:lnTo>
                <a:lnTo>
                  <a:pt x="17327" y="1398"/>
                </a:lnTo>
                <a:lnTo>
                  <a:pt x="17892" y="942"/>
                </a:lnTo>
                <a:close/>
                <a:moveTo>
                  <a:pt x="19138" y="3339"/>
                </a:moveTo>
                <a:lnTo>
                  <a:pt x="19998" y="3367"/>
                </a:lnTo>
                <a:lnTo>
                  <a:pt x="20859" y="3482"/>
                </a:lnTo>
                <a:lnTo>
                  <a:pt x="20710" y="3653"/>
                </a:lnTo>
                <a:lnTo>
                  <a:pt x="20681" y="3623"/>
                </a:lnTo>
                <a:lnTo>
                  <a:pt x="20592" y="3567"/>
                </a:lnTo>
                <a:lnTo>
                  <a:pt x="20473" y="3510"/>
                </a:lnTo>
                <a:lnTo>
                  <a:pt x="20236" y="3482"/>
                </a:lnTo>
                <a:lnTo>
                  <a:pt x="19998" y="3452"/>
                </a:lnTo>
                <a:lnTo>
                  <a:pt x="19405" y="3452"/>
                </a:lnTo>
                <a:lnTo>
                  <a:pt x="19049" y="3424"/>
                </a:lnTo>
                <a:lnTo>
                  <a:pt x="19138" y="3339"/>
                </a:lnTo>
                <a:close/>
                <a:moveTo>
                  <a:pt x="17120" y="1541"/>
                </a:moveTo>
                <a:lnTo>
                  <a:pt x="17120" y="1740"/>
                </a:lnTo>
                <a:lnTo>
                  <a:pt x="17149" y="1941"/>
                </a:lnTo>
                <a:lnTo>
                  <a:pt x="17238" y="2369"/>
                </a:lnTo>
                <a:lnTo>
                  <a:pt x="17416" y="3367"/>
                </a:lnTo>
                <a:lnTo>
                  <a:pt x="17447" y="3595"/>
                </a:lnTo>
                <a:lnTo>
                  <a:pt x="17476" y="3795"/>
                </a:lnTo>
                <a:lnTo>
                  <a:pt x="17269" y="3966"/>
                </a:lnTo>
                <a:lnTo>
                  <a:pt x="17238" y="3681"/>
                </a:lnTo>
                <a:lnTo>
                  <a:pt x="17120" y="3367"/>
                </a:lnTo>
                <a:lnTo>
                  <a:pt x="16913" y="2853"/>
                </a:lnTo>
                <a:lnTo>
                  <a:pt x="16764" y="2425"/>
                </a:lnTo>
                <a:lnTo>
                  <a:pt x="16675" y="1997"/>
                </a:lnTo>
                <a:lnTo>
                  <a:pt x="16646" y="1911"/>
                </a:lnTo>
                <a:lnTo>
                  <a:pt x="16704" y="1855"/>
                </a:lnTo>
                <a:lnTo>
                  <a:pt x="17120" y="1541"/>
                </a:lnTo>
                <a:close/>
                <a:moveTo>
                  <a:pt x="16290" y="2226"/>
                </a:moveTo>
                <a:lnTo>
                  <a:pt x="16379" y="2626"/>
                </a:lnTo>
                <a:lnTo>
                  <a:pt x="16526" y="3139"/>
                </a:lnTo>
                <a:lnTo>
                  <a:pt x="16704" y="3623"/>
                </a:lnTo>
                <a:lnTo>
                  <a:pt x="16793" y="3938"/>
                </a:lnTo>
                <a:lnTo>
                  <a:pt x="16853" y="4081"/>
                </a:lnTo>
                <a:lnTo>
                  <a:pt x="16942" y="4223"/>
                </a:lnTo>
                <a:lnTo>
                  <a:pt x="16735" y="4366"/>
                </a:lnTo>
                <a:lnTo>
                  <a:pt x="16704" y="4195"/>
                </a:lnTo>
                <a:lnTo>
                  <a:pt x="16675" y="3995"/>
                </a:lnTo>
                <a:lnTo>
                  <a:pt x="16557" y="3623"/>
                </a:lnTo>
                <a:lnTo>
                  <a:pt x="16497" y="3281"/>
                </a:lnTo>
                <a:lnTo>
                  <a:pt x="16408" y="2968"/>
                </a:lnTo>
                <a:lnTo>
                  <a:pt x="16319" y="2626"/>
                </a:lnTo>
                <a:lnTo>
                  <a:pt x="16141" y="2339"/>
                </a:lnTo>
                <a:lnTo>
                  <a:pt x="16290" y="2226"/>
                </a:lnTo>
                <a:close/>
                <a:moveTo>
                  <a:pt x="18752" y="3738"/>
                </a:moveTo>
                <a:lnTo>
                  <a:pt x="18900" y="3795"/>
                </a:lnTo>
                <a:lnTo>
                  <a:pt x="19078" y="3824"/>
                </a:lnTo>
                <a:lnTo>
                  <a:pt x="19405" y="3852"/>
                </a:lnTo>
                <a:lnTo>
                  <a:pt x="20473" y="3938"/>
                </a:lnTo>
                <a:lnTo>
                  <a:pt x="20087" y="4366"/>
                </a:lnTo>
                <a:lnTo>
                  <a:pt x="20057" y="4280"/>
                </a:lnTo>
                <a:lnTo>
                  <a:pt x="20028" y="4223"/>
                </a:lnTo>
                <a:lnTo>
                  <a:pt x="19968" y="4166"/>
                </a:lnTo>
                <a:lnTo>
                  <a:pt x="19879" y="4137"/>
                </a:lnTo>
                <a:lnTo>
                  <a:pt x="19612" y="4051"/>
                </a:lnTo>
                <a:lnTo>
                  <a:pt x="19286" y="4023"/>
                </a:lnTo>
                <a:lnTo>
                  <a:pt x="18989" y="4023"/>
                </a:lnTo>
                <a:lnTo>
                  <a:pt x="18693" y="4051"/>
                </a:lnTo>
                <a:lnTo>
                  <a:pt x="18395" y="4051"/>
                </a:lnTo>
                <a:lnTo>
                  <a:pt x="18455" y="4023"/>
                </a:lnTo>
                <a:lnTo>
                  <a:pt x="18752" y="3738"/>
                </a:lnTo>
                <a:close/>
                <a:moveTo>
                  <a:pt x="15934" y="2540"/>
                </a:moveTo>
                <a:lnTo>
                  <a:pt x="15992" y="3082"/>
                </a:lnTo>
                <a:lnTo>
                  <a:pt x="16052" y="3567"/>
                </a:lnTo>
                <a:lnTo>
                  <a:pt x="16081" y="3852"/>
                </a:lnTo>
                <a:lnTo>
                  <a:pt x="16112" y="4166"/>
                </a:lnTo>
                <a:lnTo>
                  <a:pt x="16170" y="4338"/>
                </a:lnTo>
                <a:lnTo>
                  <a:pt x="16201" y="4479"/>
                </a:lnTo>
                <a:lnTo>
                  <a:pt x="16290" y="4623"/>
                </a:lnTo>
                <a:lnTo>
                  <a:pt x="16379" y="4708"/>
                </a:lnTo>
                <a:lnTo>
                  <a:pt x="16112" y="4965"/>
                </a:lnTo>
                <a:lnTo>
                  <a:pt x="16023" y="4509"/>
                </a:lnTo>
                <a:lnTo>
                  <a:pt x="15903" y="4081"/>
                </a:lnTo>
                <a:lnTo>
                  <a:pt x="15845" y="3795"/>
                </a:lnTo>
                <a:lnTo>
                  <a:pt x="15756" y="3482"/>
                </a:lnTo>
                <a:lnTo>
                  <a:pt x="15636" y="3167"/>
                </a:lnTo>
                <a:lnTo>
                  <a:pt x="15488" y="2910"/>
                </a:lnTo>
                <a:lnTo>
                  <a:pt x="15696" y="2739"/>
                </a:lnTo>
                <a:lnTo>
                  <a:pt x="15934" y="2540"/>
                </a:lnTo>
                <a:close/>
                <a:moveTo>
                  <a:pt x="17861" y="4451"/>
                </a:moveTo>
                <a:lnTo>
                  <a:pt x="18070" y="4537"/>
                </a:lnTo>
                <a:lnTo>
                  <a:pt x="18306" y="4565"/>
                </a:lnTo>
                <a:lnTo>
                  <a:pt x="18574" y="4594"/>
                </a:lnTo>
                <a:lnTo>
                  <a:pt x="19553" y="4594"/>
                </a:lnTo>
                <a:lnTo>
                  <a:pt x="19731" y="4651"/>
                </a:lnTo>
                <a:lnTo>
                  <a:pt x="19790" y="4651"/>
                </a:lnTo>
                <a:lnTo>
                  <a:pt x="19523" y="4907"/>
                </a:lnTo>
                <a:lnTo>
                  <a:pt x="19434" y="4993"/>
                </a:lnTo>
                <a:lnTo>
                  <a:pt x="19286" y="4937"/>
                </a:lnTo>
                <a:lnTo>
                  <a:pt x="19138" y="4879"/>
                </a:lnTo>
                <a:lnTo>
                  <a:pt x="18782" y="4851"/>
                </a:lnTo>
                <a:lnTo>
                  <a:pt x="18188" y="4851"/>
                </a:lnTo>
                <a:lnTo>
                  <a:pt x="17803" y="4822"/>
                </a:lnTo>
                <a:lnTo>
                  <a:pt x="17387" y="4822"/>
                </a:lnTo>
                <a:lnTo>
                  <a:pt x="17861" y="4451"/>
                </a:lnTo>
                <a:close/>
                <a:moveTo>
                  <a:pt x="17002" y="5164"/>
                </a:moveTo>
                <a:lnTo>
                  <a:pt x="17416" y="5222"/>
                </a:lnTo>
                <a:lnTo>
                  <a:pt x="17861" y="5279"/>
                </a:lnTo>
                <a:lnTo>
                  <a:pt x="18722" y="5336"/>
                </a:lnTo>
                <a:lnTo>
                  <a:pt x="18930" y="5365"/>
                </a:lnTo>
                <a:lnTo>
                  <a:pt x="18693" y="5564"/>
                </a:lnTo>
                <a:lnTo>
                  <a:pt x="18515" y="5764"/>
                </a:lnTo>
                <a:lnTo>
                  <a:pt x="17921" y="5650"/>
                </a:lnTo>
                <a:lnTo>
                  <a:pt x="17298" y="5564"/>
                </a:lnTo>
                <a:lnTo>
                  <a:pt x="16704" y="5479"/>
                </a:lnTo>
                <a:lnTo>
                  <a:pt x="16824" y="5336"/>
                </a:lnTo>
                <a:lnTo>
                  <a:pt x="17002" y="5164"/>
                </a:lnTo>
                <a:close/>
                <a:moveTo>
                  <a:pt x="17950" y="0"/>
                </a:moveTo>
                <a:lnTo>
                  <a:pt x="17892" y="28"/>
                </a:lnTo>
                <a:lnTo>
                  <a:pt x="17803" y="57"/>
                </a:lnTo>
                <a:lnTo>
                  <a:pt x="17743" y="114"/>
                </a:lnTo>
                <a:lnTo>
                  <a:pt x="17358" y="456"/>
                </a:lnTo>
                <a:lnTo>
                  <a:pt x="16942" y="799"/>
                </a:lnTo>
                <a:lnTo>
                  <a:pt x="16112" y="1427"/>
                </a:lnTo>
                <a:lnTo>
                  <a:pt x="15756" y="1712"/>
                </a:lnTo>
                <a:lnTo>
                  <a:pt x="15578" y="1883"/>
                </a:lnTo>
                <a:lnTo>
                  <a:pt x="15399" y="2054"/>
                </a:lnTo>
                <a:lnTo>
                  <a:pt x="15251" y="2254"/>
                </a:lnTo>
                <a:lnTo>
                  <a:pt x="15102" y="2454"/>
                </a:lnTo>
                <a:lnTo>
                  <a:pt x="15043" y="2654"/>
                </a:lnTo>
                <a:lnTo>
                  <a:pt x="15013" y="2882"/>
                </a:lnTo>
                <a:lnTo>
                  <a:pt x="15043" y="2939"/>
                </a:lnTo>
                <a:lnTo>
                  <a:pt x="15013" y="2968"/>
                </a:lnTo>
                <a:lnTo>
                  <a:pt x="15043" y="3253"/>
                </a:lnTo>
                <a:lnTo>
                  <a:pt x="15102" y="3538"/>
                </a:lnTo>
                <a:lnTo>
                  <a:pt x="15251" y="4109"/>
                </a:lnTo>
                <a:lnTo>
                  <a:pt x="15280" y="4451"/>
                </a:lnTo>
                <a:lnTo>
                  <a:pt x="15340" y="4851"/>
                </a:lnTo>
                <a:lnTo>
                  <a:pt x="15399" y="5222"/>
                </a:lnTo>
                <a:lnTo>
                  <a:pt x="15458" y="5393"/>
                </a:lnTo>
                <a:lnTo>
                  <a:pt x="15547" y="5564"/>
                </a:lnTo>
                <a:lnTo>
                  <a:pt x="14984" y="6163"/>
                </a:lnTo>
                <a:lnTo>
                  <a:pt x="14598" y="6591"/>
                </a:lnTo>
                <a:lnTo>
                  <a:pt x="14183" y="6990"/>
                </a:lnTo>
                <a:lnTo>
                  <a:pt x="13322" y="7790"/>
                </a:lnTo>
                <a:lnTo>
                  <a:pt x="12462" y="8560"/>
                </a:lnTo>
                <a:lnTo>
                  <a:pt x="11572" y="9359"/>
                </a:lnTo>
                <a:lnTo>
                  <a:pt x="11127" y="9815"/>
                </a:lnTo>
                <a:lnTo>
                  <a:pt x="10682" y="10272"/>
                </a:lnTo>
                <a:lnTo>
                  <a:pt x="10207" y="10728"/>
                </a:lnTo>
                <a:lnTo>
                  <a:pt x="9762" y="11185"/>
                </a:lnTo>
                <a:lnTo>
                  <a:pt x="9614" y="11128"/>
                </a:lnTo>
                <a:lnTo>
                  <a:pt x="9347" y="11128"/>
                </a:lnTo>
                <a:lnTo>
                  <a:pt x="9228" y="11156"/>
                </a:lnTo>
                <a:lnTo>
                  <a:pt x="9050" y="11185"/>
                </a:lnTo>
                <a:lnTo>
                  <a:pt x="8872" y="11242"/>
                </a:lnTo>
                <a:lnTo>
                  <a:pt x="8723" y="11356"/>
                </a:lnTo>
                <a:lnTo>
                  <a:pt x="8605" y="11527"/>
                </a:lnTo>
                <a:lnTo>
                  <a:pt x="8516" y="11698"/>
                </a:lnTo>
                <a:lnTo>
                  <a:pt x="8456" y="11899"/>
                </a:lnTo>
                <a:lnTo>
                  <a:pt x="8486" y="12098"/>
                </a:lnTo>
                <a:lnTo>
                  <a:pt x="8545" y="12297"/>
                </a:lnTo>
                <a:lnTo>
                  <a:pt x="8664" y="12469"/>
                </a:lnTo>
                <a:lnTo>
                  <a:pt x="8842" y="12612"/>
                </a:lnTo>
                <a:lnTo>
                  <a:pt x="9020" y="12697"/>
                </a:lnTo>
                <a:lnTo>
                  <a:pt x="9228" y="12755"/>
                </a:lnTo>
                <a:lnTo>
                  <a:pt x="9436" y="12783"/>
                </a:lnTo>
                <a:lnTo>
                  <a:pt x="9614" y="12755"/>
                </a:lnTo>
                <a:lnTo>
                  <a:pt x="9762" y="12669"/>
                </a:lnTo>
                <a:lnTo>
                  <a:pt x="9910" y="12584"/>
                </a:lnTo>
                <a:lnTo>
                  <a:pt x="10029" y="12469"/>
                </a:lnTo>
                <a:lnTo>
                  <a:pt x="10118" y="12327"/>
                </a:lnTo>
                <a:lnTo>
                  <a:pt x="10177" y="12184"/>
                </a:lnTo>
                <a:lnTo>
                  <a:pt x="10207" y="12013"/>
                </a:lnTo>
                <a:lnTo>
                  <a:pt x="10207" y="11784"/>
                </a:lnTo>
                <a:lnTo>
                  <a:pt x="10622" y="11413"/>
                </a:lnTo>
                <a:lnTo>
                  <a:pt x="10978" y="11013"/>
                </a:lnTo>
                <a:lnTo>
                  <a:pt x="11334" y="10615"/>
                </a:lnTo>
                <a:lnTo>
                  <a:pt x="11690" y="10272"/>
                </a:lnTo>
                <a:lnTo>
                  <a:pt x="12580" y="9444"/>
                </a:lnTo>
                <a:lnTo>
                  <a:pt x="13470" y="8646"/>
                </a:lnTo>
                <a:lnTo>
                  <a:pt x="14361" y="7846"/>
                </a:lnTo>
                <a:lnTo>
                  <a:pt x="15251" y="7019"/>
                </a:lnTo>
                <a:lnTo>
                  <a:pt x="15725" y="6506"/>
                </a:lnTo>
                <a:lnTo>
                  <a:pt x="16230" y="5964"/>
                </a:lnTo>
                <a:lnTo>
                  <a:pt x="16497" y="6050"/>
                </a:lnTo>
                <a:lnTo>
                  <a:pt x="16764" y="6106"/>
                </a:lnTo>
                <a:lnTo>
                  <a:pt x="17298" y="6192"/>
                </a:lnTo>
                <a:lnTo>
                  <a:pt x="17861" y="6277"/>
                </a:lnTo>
                <a:lnTo>
                  <a:pt x="18395" y="6363"/>
                </a:lnTo>
                <a:lnTo>
                  <a:pt x="18515" y="6363"/>
                </a:lnTo>
                <a:lnTo>
                  <a:pt x="18633" y="6335"/>
                </a:lnTo>
                <a:lnTo>
                  <a:pt x="18722" y="6277"/>
                </a:lnTo>
                <a:lnTo>
                  <a:pt x="18782" y="6192"/>
                </a:lnTo>
                <a:lnTo>
                  <a:pt x="18930" y="6106"/>
                </a:lnTo>
                <a:lnTo>
                  <a:pt x="19108" y="6020"/>
                </a:lnTo>
                <a:lnTo>
                  <a:pt x="19434" y="5793"/>
                </a:lnTo>
                <a:lnTo>
                  <a:pt x="19939" y="5307"/>
                </a:lnTo>
                <a:lnTo>
                  <a:pt x="20354" y="4937"/>
                </a:lnTo>
                <a:lnTo>
                  <a:pt x="20740" y="4537"/>
                </a:lnTo>
                <a:lnTo>
                  <a:pt x="21126" y="4109"/>
                </a:lnTo>
                <a:lnTo>
                  <a:pt x="21482" y="3653"/>
                </a:lnTo>
                <a:lnTo>
                  <a:pt x="21511" y="3595"/>
                </a:lnTo>
                <a:lnTo>
                  <a:pt x="21541" y="3538"/>
                </a:lnTo>
                <a:lnTo>
                  <a:pt x="21511" y="3396"/>
                </a:lnTo>
                <a:lnTo>
                  <a:pt x="21571" y="3253"/>
                </a:lnTo>
                <a:lnTo>
                  <a:pt x="21600" y="3167"/>
                </a:lnTo>
                <a:lnTo>
                  <a:pt x="21571" y="3110"/>
                </a:lnTo>
                <a:lnTo>
                  <a:pt x="21571" y="3024"/>
                </a:lnTo>
                <a:lnTo>
                  <a:pt x="21511" y="2968"/>
                </a:lnTo>
                <a:lnTo>
                  <a:pt x="21452" y="2939"/>
                </a:lnTo>
                <a:lnTo>
                  <a:pt x="21333" y="2910"/>
                </a:lnTo>
                <a:lnTo>
                  <a:pt x="20532" y="2767"/>
                </a:lnTo>
                <a:lnTo>
                  <a:pt x="20087" y="2711"/>
                </a:lnTo>
                <a:lnTo>
                  <a:pt x="19642" y="2682"/>
                </a:lnTo>
                <a:lnTo>
                  <a:pt x="19879" y="2425"/>
                </a:lnTo>
                <a:lnTo>
                  <a:pt x="20147" y="2112"/>
                </a:lnTo>
                <a:lnTo>
                  <a:pt x="20473" y="1855"/>
                </a:lnTo>
                <a:lnTo>
                  <a:pt x="20770" y="1569"/>
                </a:lnTo>
                <a:lnTo>
                  <a:pt x="21066" y="1284"/>
                </a:lnTo>
                <a:lnTo>
                  <a:pt x="21126" y="1198"/>
                </a:lnTo>
                <a:lnTo>
                  <a:pt x="21185" y="1113"/>
                </a:lnTo>
                <a:lnTo>
                  <a:pt x="21185" y="942"/>
                </a:lnTo>
                <a:lnTo>
                  <a:pt x="21126" y="799"/>
                </a:lnTo>
                <a:lnTo>
                  <a:pt x="21037" y="657"/>
                </a:lnTo>
                <a:lnTo>
                  <a:pt x="20918" y="571"/>
                </a:lnTo>
                <a:lnTo>
                  <a:pt x="20740" y="514"/>
                </a:lnTo>
                <a:lnTo>
                  <a:pt x="20681" y="542"/>
                </a:lnTo>
                <a:lnTo>
                  <a:pt x="20592" y="542"/>
                </a:lnTo>
                <a:lnTo>
                  <a:pt x="20532" y="599"/>
                </a:lnTo>
                <a:lnTo>
                  <a:pt x="20443" y="657"/>
                </a:lnTo>
                <a:lnTo>
                  <a:pt x="20206" y="942"/>
                </a:lnTo>
                <a:lnTo>
                  <a:pt x="19939" y="1198"/>
                </a:lnTo>
                <a:lnTo>
                  <a:pt x="19672" y="1455"/>
                </a:lnTo>
                <a:lnTo>
                  <a:pt x="19405" y="1712"/>
                </a:lnTo>
                <a:lnTo>
                  <a:pt x="18900" y="2311"/>
                </a:lnTo>
                <a:lnTo>
                  <a:pt x="18811" y="1684"/>
                </a:lnTo>
                <a:lnTo>
                  <a:pt x="18722" y="1284"/>
                </a:lnTo>
                <a:lnTo>
                  <a:pt x="18633" y="913"/>
                </a:lnTo>
                <a:lnTo>
                  <a:pt x="18515" y="542"/>
                </a:lnTo>
                <a:lnTo>
                  <a:pt x="18426" y="342"/>
                </a:lnTo>
                <a:lnTo>
                  <a:pt x="18306" y="171"/>
                </a:lnTo>
                <a:lnTo>
                  <a:pt x="18248" y="114"/>
                </a:lnTo>
                <a:lnTo>
                  <a:pt x="18188" y="57"/>
                </a:lnTo>
                <a:lnTo>
                  <a:pt x="18039" y="28"/>
                </a:lnTo>
                <a:lnTo>
                  <a:pt x="17950" y="0"/>
                </a:lnTo>
                <a:close/>
                <a:moveTo>
                  <a:pt x="9198" y="7846"/>
                </a:moveTo>
                <a:lnTo>
                  <a:pt x="8783" y="7875"/>
                </a:lnTo>
                <a:lnTo>
                  <a:pt x="8397" y="7961"/>
                </a:lnTo>
                <a:lnTo>
                  <a:pt x="8011" y="8047"/>
                </a:lnTo>
                <a:lnTo>
                  <a:pt x="7626" y="8189"/>
                </a:lnTo>
                <a:lnTo>
                  <a:pt x="7270" y="8332"/>
                </a:lnTo>
                <a:lnTo>
                  <a:pt x="6914" y="8531"/>
                </a:lnTo>
                <a:lnTo>
                  <a:pt x="6587" y="8760"/>
                </a:lnTo>
                <a:lnTo>
                  <a:pt x="6291" y="9045"/>
                </a:lnTo>
                <a:lnTo>
                  <a:pt x="6024" y="9331"/>
                </a:lnTo>
                <a:lnTo>
                  <a:pt x="5786" y="9673"/>
                </a:lnTo>
                <a:lnTo>
                  <a:pt x="5608" y="10044"/>
                </a:lnTo>
                <a:lnTo>
                  <a:pt x="5459" y="10386"/>
                </a:lnTo>
                <a:lnTo>
                  <a:pt x="5341" y="10728"/>
                </a:lnTo>
                <a:lnTo>
                  <a:pt x="5252" y="11071"/>
                </a:lnTo>
                <a:lnTo>
                  <a:pt x="5192" y="11413"/>
                </a:lnTo>
                <a:lnTo>
                  <a:pt x="5163" y="11756"/>
                </a:lnTo>
                <a:lnTo>
                  <a:pt x="5163" y="12098"/>
                </a:lnTo>
                <a:lnTo>
                  <a:pt x="5192" y="12441"/>
                </a:lnTo>
                <a:lnTo>
                  <a:pt x="5252" y="12783"/>
                </a:lnTo>
                <a:lnTo>
                  <a:pt x="5312" y="13125"/>
                </a:lnTo>
                <a:lnTo>
                  <a:pt x="5430" y="13440"/>
                </a:lnTo>
                <a:lnTo>
                  <a:pt x="5548" y="13753"/>
                </a:lnTo>
                <a:lnTo>
                  <a:pt x="5726" y="14067"/>
                </a:lnTo>
                <a:lnTo>
                  <a:pt x="5904" y="14352"/>
                </a:lnTo>
                <a:lnTo>
                  <a:pt x="6113" y="14609"/>
                </a:lnTo>
                <a:lnTo>
                  <a:pt x="6349" y="14866"/>
                </a:lnTo>
                <a:lnTo>
                  <a:pt x="6616" y="15094"/>
                </a:lnTo>
                <a:lnTo>
                  <a:pt x="6914" y="15323"/>
                </a:lnTo>
                <a:lnTo>
                  <a:pt x="7210" y="15494"/>
                </a:lnTo>
                <a:lnTo>
                  <a:pt x="7537" y="15636"/>
                </a:lnTo>
                <a:lnTo>
                  <a:pt x="7893" y="15779"/>
                </a:lnTo>
                <a:lnTo>
                  <a:pt x="8219" y="15865"/>
                </a:lnTo>
                <a:lnTo>
                  <a:pt x="8575" y="15950"/>
                </a:lnTo>
                <a:lnTo>
                  <a:pt x="8931" y="16007"/>
                </a:lnTo>
                <a:lnTo>
                  <a:pt x="9673" y="16007"/>
                </a:lnTo>
                <a:lnTo>
                  <a:pt x="10029" y="15978"/>
                </a:lnTo>
                <a:lnTo>
                  <a:pt x="10415" y="15921"/>
                </a:lnTo>
                <a:lnTo>
                  <a:pt x="10771" y="15836"/>
                </a:lnTo>
                <a:lnTo>
                  <a:pt x="11127" y="15722"/>
                </a:lnTo>
                <a:lnTo>
                  <a:pt x="11454" y="15608"/>
                </a:lnTo>
                <a:lnTo>
                  <a:pt x="11779" y="15437"/>
                </a:lnTo>
                <a:lnTo>
                  <a:pt x="12075" y="15237"/>
                </a:lnTo>
                <a:lnTo>
                  <a:pt x="12373" y="15037"/>
                </a:lnTo>
                <a:lnTo>
                  <a:pt x="12669" y="14780"/>
                </a:lnTo>
                <a:lnTo>
                  <a:pt x="12907" y="14495"/>
                </a:lnTo>
                <a:lnTo>
                  <a:pt x="13144" y="14210"/>
                </a:lnTo>
                <a:lnTo>
                  <a:pt x="13322" y="13868"/>
                </a:lnTo>
                <a:lnTo>
                  <a:pt x="13500" y="13553"/>
                </a:lnTo>
                <a:lnTo>
                  <a:pt x="13648" y="13183"/>
                </a:lnTo>
                <a:lnTo>
                  <a:pt x="13737" y="12840"/>
                </a:lnTo>
                <a:lnTo>
                  <a:pt x="13826" y="12469"/>
                </a:lnTo>
                <a:lnTo>
                  <a:pt x="13886" y="12098"/>
                </a:lnTo>
                <a:lnTo>
                  <a:pt x="13886" y="11698"/>
                </a:lnTo>
                <a:lnTo>
                  <a:pt x="13856" y="11328"/>
                </a:lnTo>
                <a:lnTo>
                  <a:pt x="13797" y="10985"/>
                </a:lnTo>
                <a:lnTo>
                  <a:pt x="13708" y="10615"/>
                </a:lnTo>
                <a:lnTo>
                  <a:pt x="13559" y="10272"/>
                </a:lnTo>
                <a:lnTo>
                  <a:pt x="13381" y="9958"/>
                </a:lnTo>
                <a:lnTo>
                  <a:pt x="12373" y="10900"/>
                </a:lnTo>
                <a:lnTo>
                  <a:pt x="11868" y="11413"/>
                </a:lnTo>
                <a:lnTo>
                  <a:pt x="11750" y="11556"/>
                </a:lnTo>
                <a:lnTo>
                  <a:pt x="11750" y="12013"/>
                </a:lnTo>
                <a:lnTo>
                  <a:pt x="11690" y="12441"/>
                </a:lnTo>
                <a:lnTo>
                  <a:pt x="11632" y="12640"/>
                </a:lnTo>
                <a:lnTo>
                  <a:pt x="11543" y="12840"/>
                </a:lnTo>
                <a:lnTo>
                  <a:pt x="11454" y="13012"/>
                </a:lnTo>
                <a:lnTo>
                  <a:pt x="11334" y="13183"/>
                </a:lnTo>
                <a:lnTo>
                  <a:pt x="11156" y="13325"/>
                </a:lnTo>
                <a:lnTo>
                  <a:pt x="10978" y="13468"/>
                </a:lnTo>
                <a:lnTo>
                  <a:pt x="10830" y="13581"/>
                </a:lnTo>
                <a:lnTo>
                  <a:pt x="10652" y="13667"/>
                </a:lnTo>
                <a:lnTo>
                  <a:pt x="10474" y="13725"/>
                </a:lnTo>
                <a:lnTo>
                  <a:pt x="10296" y="13753"/>
                </a:lnTo>
                <a:lnTo>
                  <a:pt x="9910" y="13810"/>
                </a:lnTo>
                <a:lnTo>
                  <a:pt x="9525" y="13810"/>
                </a:lnTo>
                <a:lnTo>
                  <a:pt x="9109" y="13753"/>
                </a:lnTo>
                <a:lnTo>
                  <a:pt x="8753" y="13639"/>
                </a:lnTo>
                <a:lnTo>
                  <a:pt x="8397" y="13496"/>
                </a:lnTo>
                <a:lnTo>
                  <a:pt x="8100" y="13297"/>
                </a:lnTo>
                <a:lnTo>
                  <a:pt x="7952" y="13153"/>
                </a:lnTo>
                <a:lnTo>
                  <a:pt x="7804" y="13012"/>
                </a:lnTo>
                <a:lnTo>
                  <a:pt x="7715" y="12869"/>
                </a:lnTo>
                <a:lnTo>
                  <a:pt x="7626" y="12725"/>
                </a:lnTo>
                <a:lnTo>
                  <a:pt x="7477" y="12383"/>
                </a:lnTo>
                <a:lnTo>
                  <a:pt x="7388" y="12013"/>
                </a:lnTo>
                <a:lnTo>
                  <a:pt x="7388" y="11642"/>
                </a:lnTo>
                <a:lnTo>
                  <a:pt x="7417" y="11300"/>
                </a:lnTo>
                <a:lnTo>
                  <a:pt x="7537" y="10928"/>
                </a:lnTo>
                <a:lnTo>
                  <a:pt x="7684" y="10615"/>
                </a:lnTo>
                <a:lnTo>
                  <a:pt x="7804" y="10444"/>
                </a:lnTo>
                <a:lnTo>
                  <a:pt x="7922" y="10329"/>
                </a:lnTo>
                <a:lnTo>
                  <a:pt x="8041" y="10187"/>
                </a:lnTo>
                <a:lnTo>
                  <a:pt x="8189" y="10101"/>
                </a:lnTo>
                <a:lnTo>
                  <a:pt x="8516" y="9930"/>
                </a:lnTo>
                <a:lnTo>
                  <a:pt x="8872" y="9815"/>
                </a:lnTo>
                <a:lnTo>
                  <a:pt x="9139" y="9759"/>
                </a:lnTo>
                <a:lnTo>
                  <a:pt x="9376" y="9759"/>
                </a:lnTo>
                <a:lnTo>
                  <a:pt x="9821" y="9815"/>
                </a:lnTo>
                <a:lnTo>
                  <a:pt x="9999" y="9616"/>
                </a:lnTo>
                <a:lnTo>
                  <a:pt x="10444" y="9159"/>
                </a:lnTo>
                <a:lnTo>
                  <a:pt x="10919" y="8702"/>
                </a:lnTo>
                <a:lnTo>
                  <a:pt x="11394" y="8246"/>
                </a:lnTo>
                <a:lnTo>
                  <a:pt x="11334" y="8189"/>
                </a:lnTo>
                <a:lnTo>
                  <a:pt x="11276" y="8160"/>
                </a:lnTo>
                <a:lnTo>
                  <a:pt x="10860" y="8047"/>
                </a:lnTo>
                <a:lnTo>
                  <a:pt x="10444" y="7932"/>
                </a:lnTo>
                <a:lnTo>
                  <a:pt x="10029" y="7875"/>
                </a:lnTo>
                <a:lnTo>
                  <a:pt x="9614" y="7846"/>
                </a:lnTo>
                <a:close/>
                <a:moveTo>
                  <a:pt x="16348" y="18318"/>
                </a:moveTo>
                <a:lnTo>
                  <a:pt x="16468" y="18403"/>
                </a:lnTo>
                <a:lnTo>
                  <a:pt x="16230" y="18604"/>
                </a:lnTo>
                <a:lnTo>
                  <a:pt x="16112" y="18718"/>
                </a:lnTo>
                <a:lnTo>
                  <a:pt x="15992" y="18831"/>
                </a:lnTo>
                <a:lnTo>
                  <a:pt x="15814" y="19088"/>
                </a:lnTo>
                <a:lnTo>
                  <a:pt x="15814" y="19174"/>
                </a:lnTo>
                <a:lnTo>
                  <a:pt x="15845" y="19231"/>
                </a:lnTo>
                <a:lnTo>
                  <a:pt x="15934" y="19259"/>
                </a:lnTo>
                <a:lnTo>
                  <a:pt x="15992" y="19259"/>
                </a:lnTo>
                <a:lnTo>
                  <a:pt x="16023" y="19231"/>
                </a:lnTo>
                <a:lnTo>
                  <a:pt x="16141" y="19146"/>
                </a:lnTo>
                <a:lnTo>
                  <a:pt x="16259" y="19060"/>
                </a:lnTo>
                <a:lnTo>
                  <a:pt x="16526" y="18917"/>
                </a:lnTo>
                <a:lnTo>
                  <a:pt x="16704" y="18803"/>
                </a:lnTo>
                <a:lnTo>
                  <a:pt x="16882" y="18690"/>
                </a:lnTo>
                <a:lnTo>
                  <a:pt x="16971" y="18746"/>
                </a:lnTo>
                <a:lnTo>
                  <a:pt x="16793" y="18917"/>
                </a:lnTo>
                <a:lnTo>
                  <a:pt x="16646" y="19060"/>
                </a:lnTo>
                <a:lnTo>
                  <a:pt x="16526" y="19174"/>
                </a:lnTo>
                <a:lnTo>
                  <a:pt x="16408" y="19345"/>
                </a:lnTo>
                <a:lnTo>
                  <a:pt x="16348" y="19431"/>
                </a:lnTo>
                <a:lnTo>
                  <a:pt x="16319" y="19516"/>
                </a:lnTo>
                <a:lnTo>
                  <a:pt x="16319" y="19574"/>
                </a:lnTo>
                <a:lnTo>
                  <a:pt x="16379" y="19631"/>
                </a:lnTo>
                <a:lnTo>
                  <a:pt x="16526" y="19631"/>
                </a:lnTo>
                <a:lnTo>
                  <a:pt x="16675" y="19546"/>
                </a:lnTo>
                <a:lnTo>
                  <a:pt x="16913" y="19345"/>
                </a:lnTo>
                <a:lnTo>
                  <a:pt x="17238" y="19088"/>
                </a:lnTo>
                <a:lnTo>
                  <a:pt x="17298" y="19032"/>
                </a:lnTo>
                <a:lnTo>
                  <a:pt x="17416" y="19174"/>
                </a:lnTo>
                <a:lnTo>
                  <a:pt x="17031" y="19516"/>
                </a:lnTo>
                <a:lnTo>
                  <a:pt x="16853" y="19773"/>
                </a:lnTo>
                <a:lnTo>
                  <a:pt x="16675" y="20002"/>
                </a:lnTo>
                <a:lnTo>
                  <a:pt x="16675" y="20059"/>
                </a:lnTo>
                <a:lnTo>
                  <a:pt x="16735" y="20059"/>
                </a:lnTo>
                <a:lnTo>
                  <a:pt x="17031" y="19916"/>
                </a:lnTo>
                <a:lnTo>
                  <a:pt x="17327" y="19802"/>
                </a:lnTo>
                <a:lnTo>
                  <a:pt x="17536" y="19687"/>
                </a:lnTo>
                <a:lnTo>
                  <a:pt x="17714" y="19546"/>
                </a:lnTo>
                <a:lnTo>
                  <a:pt x="17803" y="19659"/>
                </a:lnTo>
                <a:lnTo>
                  <a:pt x="17772" y="19687"/>
                </a:lnTo>
                <a:lnTo>
                  <a:pt x="17387" y="19974"/>
                </a:lnTo>
                <a:lnTo>
                  <a:pt x="17209" y="20115"/>
                </a:lnTo>
                <a:lnTo>
                  <a:pt x="17060" y="20287"/>
                </a:lnTo>
                <a:lnTo>
                  <a:pt x="17060" y="20344"/>
                </a:lnTo>
                <a:lnTo>
                  <a:pt x="17091" y="20344"/>
                </a:lnTo>
                <a:lnTo>
                  <a:pt x="17327" y="20287"/>
                </a:lnTo>
                <a:lnTo>
                  <a:pt x="17505" y="20230"/>
                </a:lnTo>
                <a:lnTo>
                  <a:pt x="17743" y="20115"/>
                </a:lnTo>
                <a:lnTo>
                  <a:pt x="17950" y="20002"/>
                </a:lnTo>
                <a:lnTo>
                  <a:pt x="17981" y="20173"/>
                </a:lnTo>
                <a:lnTo>
                  <a:pt x="17832" y="20230"/>
                </a:lnTo>
                <a:lnTo>
                  <a:pt x="17654" y="20287"/>
                </a:lnTo>
                <a:lnTo>
                  <a:pt x="17476" y="20372"/>
                </a:lnTo>
                <a:lnTo>
                  <a:pt x="17387" y="20430"/>
                </a:lnTo>
                <a:lnTo>
                  <a:pt x="17298" y="20487"/>
                </a:lnTo>
                <a:lnTo>
                  <a:pt x="17238" y="20573"/>
                </a:lnTo>
                <a:lnTo>
                  <a:pt x="17269" y="20687"/>
                </a:lnTo>
                <a:lnTo>
                  <a:pt x="17327" y="20744"/>
                </a:lnTo>
                <a:lnTo>
                  <a:pt x="17416" y="20772"/>
                </a:lnTo>
                <a:lnTo>
                  <a:pt x="17594" y="20772"/>
                </a:lnTo>
                <a:lnTo>
                  <a:pt x="17772" y="20715"/>
                </a:lnTo>
                <a:lnTo>
                  <a:pt x="17921" y="20658"/>
                </a:lnTo>
                <a:lnTo>
                  <a:pt x="17921" y="20687"/>
                </a:lnTo>
                <a:lnTo>
                  <a:pt x="17803" y="20800"/>
                </a:lnTo>
                <a:lnTo>
                  <a:pt x="17683" y="20886"/>
                </a:lnTo>
                <a:lnTo>
                  <a:pt x="17565" y="20943"/>
                </a:lnTo>
                <a:lnTo>
                  <a:pt x="17416" y="20971"/>
                </a:lnTo>
                <a:lnTo>
                  <a:pt x="17269" y="21001"/>
                </a:lnTo>
                <a:lnTo>
                  <a:pt x="17120" y="20971"/>
                </a:lnTo>
                <a:lnTo>
                  <a:pt x="16793" y="20915"/>
                </a:lnTo>
                <a:lnTo>
                  <a:pt x="16497" y="20800"/>
                </a:lnTo>
                <a:lnTo>
                  <a:pt x="16170" y="20629"/>
                </a:lnTo>
                <a:lnTo>
                  <a:pt x="15934" y="20487"/>
                </a:lnTo>
                <a:lnTo>
                  <a:pt x="15725" y="20344"/>
                </a:lnTo>
                <a:lnTo>
                  <a:pt x="15518" y="20145"/>
                </a:lnTo>
                <a:lnTo>
                  <a:pt x="15310" y="19916"/>
                </a:lnTo>
                <a:lnTo>
                  <a:pt x="15043" y="19659"/>
                </a:lnTo>
                <a:lnTo>
                  <a:pt x="14924" y="19574"/>
                </a:lnTo>
                <a:lnTo>
                  <a:pt x="14776" y="19546"/>
                </a:lnTo>
                <a:lnTo>
                  <a:pt x="15191" y="19259"/>
                </a:lnTo>
                <a:lnTo>
                  <a:pt x="15607" y="18974"/>
                </a:lnTo>
                <a:lnTo>
                  <a:pt x="15992" y="18660"/>
                </a:lnTo>
                <a:lnTo>
                  <a:pt x="16348" y="18318"/>
                </a:lnTo>
                <a:close/>
                <a:moveTo>
                  <a:pt x="2789" y="18232"/>
                </a:moveTo>
                <a:lnTo>
                  <a:pt x="3145" y="18575"/>
                </a:lnTo>
                <a:lnTo>
                  <a:pt x="3501" y="18861"/>
                </a:lnTo>
                <a:lnTo>
                  <a:pt x="3887" y="19174"/>
                </a:lnTo>
                <a:lnTo>
                  <a:pt x="4273" y="19431"/>
                </a:lnTo>
                <a:lnTo>
                  <a:pt x="4124" y="19659"/>
                </a:lnTo>
                <a:lnTo>
                  <a:pt x="4095" y="19631"/>
                </a:lnTo>
                <a:lnTo>
                  <a:pt x="4035" y="19546"/>
                </a:lnTo>
                <a:lnTo>
                  <a:pt x="3976" y="19488"/>
                </a:lnTo>
                <a:lnTo>
                  <a:pt x="3798" y="19374"/>
                </a:lnTo>
                <a:lnTo>
                  <a:pt x="3590" y="19289"/>
                </a:lnTo>
                <a:lnTo>
                  <a:pt x="3442" y="19174"/>
                </a:lnTo>
                <a:lnTo>
                  <a:pt x="3383" y="19174"/>
                </a:lnTo>
                <a:lnTo>
                  <a:pt x="3383" y="19203"/>
                </a:lnTo>
                <a:lnTo>
                  <a:pt x="3442" y="19374"/>
                </a:lnTo>
                <a:lnTo>
                  <a:pt x="3590" y="19546"/>
                </a:lnTo>
                <a:lnTo>
                  <a:pt x="3620" y="19574"/>
                </a:lnTo>
                <a:lnTo>
                  <a:pt x="3323" y="19402"/>
                </a:lnTo>
                <a:lnTo>
                  <a:pt x="3175" y="19345"/>
                </a:lnTo>
                <a:lnTo>
                  <a:pt x="2997" y="19317"/>
                </a:lnTo>
                <a:lnTo>
                  <a:pt x="2967" y="19317"/>
                </a:lnTo>
                <a:lnTo>
                  <a:pt x="2967" y="19374"/>
                </a:lnTo>
                <a:lnTo>
                  <a:pt x="3026" y="19488"/>
                </a:lnTo>
                <a:lnTo>
                  <a:pt x="3116" y="19574"/>
                </a:lnTo>
                <a:lnTo>
                  <a:pt x="3323" y="19773"/>
                </a:lnTo>
                <a:lnTo>
                  <a:pt x="3531" y="19944"/>
                </a:lnTo>
                <a:lnTo>
                  <a:pt x="3768" y="20087"/>
                </a:lnTo>
                <a:lnTo>
                  <a:pt x="3561" y="20287"/>
                </a:lnTo>
                <a:lnTo>
                  <a:pt x="3501" y="20259"/>
                </a:lnTo>
                <a:lnTo>
                  <a:pt x="3383" y="20173"/>
                </a:lnTo>
                <a:lnTo>
                  <a:pt x="3294" y="20059"/>
                </a:lnTo>
                <a:lnTo>
                  <a:pt x="3175" y="19944"/>
                </a:lnTo>
                <a:lnTo>
                  <a:pt x="3056" y="19859"/>
                </a:lnTo>
                <a:lnTo>
                  <a:pt x="2908" y="19802"/>
                </a:lnTo>
                <a:lnTo>
                  <a:pt x="2848" y="19773"/>
                </a:lnTo>
                <a:lnTo>
                  <a:pt x="2759" y="19802"/>
                </a:lnTo>
                <a:lnTo>
                  <a:pt x="2730" y="19830"/>
                </a:lnTo>
                <a:lnTo>
                  <a:pt x="2730" y="19888"/>
                </a:lnTo>
                <a:lnTo>
                  <a:pt x="2789" y="20002"/>
                </a:lnTo>
                <a:lnTo>
                  <a:pt x="2848" y="20145"/>
                </a:lnTo>
                <a:lnTo>
                  <a:pt x="2967" y="20287"/>
                </a:lnTo>
                <a:lnTo>
                  <a:pt x="3056" y="20430"/>
                </a:lnTo>
                <a:lnTo>
                  <a:pt x="3234" y="20573"/>
                </a:lnTo>
                <a:lnTo>
                  <a:pt x="3086" y="20658"/>
                </a:lnTo>
                <a:lnTo>
                  <a:pt x="2848" y="20543"/>
                </a:lnTo>
                <a:lnTo>
                  <a:pt x="2641" y="20402"/>
                </a:lnTo>
                <a:lnTo>
                  <a:pt x="2522" y="20316"/>
                </a:lnTo>
                <a:lnTo>
                  <a:pt x="2433" y="20287"/>
                </a:lnTo>
                <a:lnTo>
                  <a:pt x="2314" y="20230"/>
                </a:lnTo>
                <a:lnTo>
                  <a:pt x="2167" y="20201"/>
                </a:lnTo>
                <a:lnTo>
                  <a:pt x="2136" y="20230"/>
                </a:lnTo>
                <a:lnTo>
                  <a:pt x="2107" y="20259"/>
                </a:lnTo>
                <a:lnTo>
                  <a:pt x="2167" y="20402"/>
                </a:lnTo>
                <a:lnTo>
                  <a:pt x="2225" y="20543"/>
                </a:lnTo>
                <a:lnTo>
                  <a:pt x="2314" y="20687"/>
                </a:lnTo>
                <a:lnTo>
                  <a:pt x="2433" y="20800"/>
                </a:lnTo>
                <a:lnTo>
                  <a:pt x="2581" y="20943"/>
                </a:lnTo>
                <a:lnTo>
                  <a:pt x="2285" y="20830"/>
                </a:lnTo>
                <a:lnTo>
                  <a:pt x="2047" y="20715"/>
                </a:lnTo>
                <a:lnTo>
                  <a:pt x="1929" y="20658"/>
                </a:lnTo>
                <a:lnTo>
                  <a:pt x="1811" y="20629"/>
                </a:lnTo>
                <a:lnTo>
                  <a:pt x="1751" y="20629"/>
                </a:lnTo>
                <a:lnTo>
                  <a:pt x="1662" y="20687"/>
                </a:lnTo>
                <a:lnTo>
                  <a:pt x="1633" y="20744"/>
                </a:lnTo>
                <a:lnTo>
                  <a:pt x="1633" y="20800"/>
                </a:lnTo>
                <a:lnTo>
                  <a:pt x="1722" y="20943"/>
                </a:lnTo>
                <a:lnTo>
                  <a:pt x="1840" y="21057"/>
                </a:lnTo>
                <a:lnTo>
                  <a:pt x="1662" y="21001"/>
                </a:lnTo>
                <a:lnTo>
                  <a:pt x="1544" y="20915"/>
                </a:lnTo>
                <a:lnTo>
                  <a:pt x="1424" y="20800"/>
                </a:lnTo>
                <a:lnTo>
                  <a:pt x="1335" y="20629"/>
                </a:lnTo>
                <a:lnTo>
                  <a:pt x="1306" y="20430"/>
                </a:lnTo>
                <a:lnTo>
                  <a:pt x="1335" y="20201"/>
                </a:lnTo>
                <a:lnTo>
                  <a:pt x="1395" y="20002"/>
                </a:lnTo>
                <a:lnTo>
                  <a:pt x="1484" y="19802"/>
                </a:lnTo>
                <a:lnTo>
                  <a:pt x="1751" y="19374"/>
                </a:lnTo>
                <a:lnTo>
                  <a:pt x="1989" y="19060"/>
                </a:lnTo>
                <a:lnTo>
                  <a:pt x="2167" y="18831"/>
                </a:lnTo>
                <a:lnTo>
                  <a:pt x="2374" y="18632"/>
                </a:lnTo>
                <a:lnTo>
                  <a:pt x="2581" y="18433"/>
                </a:lnTo>
                <a:lnTo>
                  <a:pt x="2789" y="18232"/>
                </a:lnTo>
                <a:close/>
                <a:moveTo>
                  <a:pt x="9376" y="2739"/>
                </a:moveTo>
                <a:lnTo>
                  <a:pt x="8783" y="2767"/>
                </a:lnTo>
                <a:lnTo>
                  <a:pt x="8189" y="2825"/>
                </a:lnTo>
                <a:lnTo>
                  <a:pt x="7566" y="2910"/>
                </a:lnTo>
                <a:lnTo>
                  <a:pt x="6972" y="3054"/>
                </a:lnTo>
                <a:lnTo>
                  <a:pt x="6409" y="3195"/>
                </a:lnTo>
                <a:lnTo>
                  <a:pt x="5846" y="3396"/>
                </a:lnTo>
                <a:lnTo>
                  <a:pt x="5370" y="3595"/>
                </a:lnTo>
                <a:lnTo>
                  <a:pt x="4896" y="3824"/>
                </a:lnTo>
                <a:lnTo>
                  <a:pt x="4421" y="4081"/>
                </a:lnTo>
                <a:lnTo>
                  <a:pt x="3976" y="4366"/>
                </a:lnTo>
                <a:lnTo>
                  <a:pt x="3531" y="4651"/>
                </a:lnTo>
                <a:lnTo>
                  <a:pt x="3116" y="4993"/>
                </a:lnTo>
                <a:lnTo>
                  <a:pt x="2700" y="5307"/>
                </a:lnTo>
                <a:lnTo>
                  <a:pt x="2345" y="5678"/>
                </a:lnTo>
                <a:lnTo>
                  <a:pt x="2018" y="6020"/>
                </a:lnTo>
                <a:lnTo>
                  <a:pt x="1722" y="6392"/>
                </a:lnTo>
                <a:lnTo>
                  <a:pt x="1484" y="6791"/>
                </a:lnTo>
                <a:lnTo>
                  <a:pt x="1306" y="7219"/>
                </a:lnTo>
                <a:lnTo>
                  <a:pt x="801" y="8332"/>
                </a:lnTo>
                <a:lnTo>
                  <a:pt x="565" y="8903"/>
                </a:lnTo>
                <a:lnTo>
                  <a:pt x="356" y="9473"/>
                </a:lnTo>
                <a:lnTo>
                  <a:pt x="209" y="10044"/>
                </a:lnTo>
                <a:lnTo>
                  <a:pt x="89" y="10615"/>
                </a:lnTo>
                <a:lnTo>
                  <a:pt x="30" y="11214"/>
                </a:lnTo>
                <a:lnTo>
                  <a:pt x="0" y="11813"/>
                </a:lnTo>
                <a:lnTo>
                  <a:pt x="30" y="12412"/>
                </a:lnTo>
                <a:lnTo>
                  <a:pt x="60" y="13012"/>
                </a:lnTo>
                <a:lnTo>
                  <a:pt x="149" y="13611"/>
                </a:lnTo>
                <a:lnTo>
                  <a:pt x="238" y="14181"/>
                </a:lnTo>
                <a:lnTo>
                  <a:pt x="327" y="14694"/>
                </a:lnTo>
                <a:lnTo>
                  <a:pt x="505" y="15180"/>
                </a:lnTo>
                <a:lnTo>
                  <a:pt x="712" y="15665"/>
                </a:lnTo>
                <a:lnTo>
                  <a:pt x="950" y="16092"/>
                </a:lnTo>
                <a:lnTo>
                  <a:pt x="1246" y="16520"/>
                </a:lnTo>
                <a:lnTo>
                  <a:pt x="1573" y="16948"/>
                </a:lnTo>
                <a:lnTo>
                  <a:pt x="1900" y="17348"/>
                </a:lnTo>
                <a:lnTo>
                  <a:pt x="2256" y="17748"/>
                </a:lnTo>
                <a:lnTo>
                  <a:pt x="2433" y="17919"/>
                </a:lnTo>
                <a:lnTo>
                  <a:pt x="2256" y="18033"/>
                </a:lnTo>
                <a:lnTo>
                  <a:pt x="2078" y="18176"/>
                </a:lnTo>
                <a:lnTo>
                  <a:pt x="1929" y="18318"/>
                </a:lnTo>
                <a:lnTo>
                  <a:pt x="1780" y="18489"/>
                </a:lnTo>
                <a:lnTo>
                  <a:pt x="1484" y="18861"/>
                </a:lnTo>
                <a:lnTo>
                  <a:pt x="1277" y="19174"/>
                </a:lnTo>
                <a:lnTo>
                  <a:pt x="1128" y="19402"/>
                </a:lnTo>
                <a:lnTo>
                  <a:pt x="1010" y="19631"/>
                </a:lnTo>
                <a:lnTo>
                  <a:pt x="890" y="19888"/>
                </a:lnTo>
                <a:lnTo>
                  <a:pt x="832" y="20145"/>
                </a:lnTo>
                <a:lnTo>
                  <a:pt x="772" y="20402"/>
                </a:lnTo>
                <a:lnTo>
                  <a:pt x="801" y="20658"/>
                </a:lnTo>
                <a:lnTo>
                  <a:pt x="861" y="20915"/>
                </a:lnTo>
                <a:lnTo>
                  <a:pt x="1010" y="21172"/>
                </a:lnTo>
                <a:lnTo>
                  <a:pt x="1099" y="21286"/>
                </a:lnTo>
                <a:lnTo>
                  <a:pt x="1188" y="21371"/>
                </a:lnTo>
                <a:lnTo>
                  <a:pt x="1395" y="21485"/>
                </a:lnTo>
                <a:lnTo>
                  <a:pt x="1633" y="21571"/>
                </a:lnTo>
                <a:lnTo>
                  <a:pt x="1900" y="21600"/>
                </a:lnTo>
                <a:lnTo>
                  <a:pt x="2167" y="21600"/>
                </a:lnTo>
                <a:lnTo>
                  <a:pt x="2433" y="21543"/>
                </a:lnTo>
                <a:lnTo>
                  <a:pt x="2670" y="21485"/>
                </a:lnTo>
                <a:lnTo>
                  <a:pt x="2908" y="21399"/>
                </a:lnTo>
                <a:lnTo>
                  <a:pt x="3175" y="21258"/>
                </a:lnTo>
                <a:lnTo>
                  <a:pt x="3442" y="21115"/>
                </a:lnTo>
                <a:lnTo>
                  <a:pt x="3709" y="20915"/>
                </a:lnTo>
                <a:lnTo>
                  <a:pt x="3946" y="20715"/>
                </a:lnTo>
                <a:lnTo>
                  <a:pt x="4184" y="20487"/>
                </a:lnTo>
                <a:lnTo>
                  <a:pt x="4391" y="20259"/>
                </a:lnTo>
                <a:lnTo>
                  <a:pt x="4747" y="19745"/>
                </a:lnTo>
                <a:lnTo>
                  <a:pt x="5192" y="20030"/>
                </a:lnTo>
                <a:lnTo>
                  <a:pt x="5668" y="20259"/>
                </a:lnTo>
                <a:lnTo>
                  <a:pt x="5935" y="20402"/>
                </a:lnTo>
                <a:lnTo>
                  <a:pt x="6231" y="20515"/>
                </a:lnTo>
                <a:lnTo>
                  <a:pt x="6527" y="20601"/>
                </a:lnTo>
                <a:lnTo>
                  <a:pt x="6825" y="20687"/>
                </a:lnTo>
                <a:lnTo>
                  <a:pt x="7417" y="20800"/>
                </a:lnTo>
                <a:lnTo>
                  <a:pt x="8041" y="20886"/>
                </a:lnTo>
                <a:lnTo>
                  <a:pt x="8605" y="20971"/>
                </a:lnTo>
                <a:lnTo>
                  <a:pt x="9168" y="21001"/>
                </a:lnTo>
                <a:lnTo>
                  <a:pt x="9762" y="21001"/>
                </a:lnTo>
                <a:lnTo>
                  <a:pt x="10355" y="20943"/>
                </a:lnTo>
                <a:lnTo>
                  <a:pt x="10415" y="20971"/>
                </a:lnTo>
                <a:lnTo>
                  <a:pt x="10474" y="20943"/>
                </a:lnTo>
                <a:lnTo>
                  <a:pt x="10652" y="20886"/>
                </a:lnTo>
                <a:lnTo>
                  <a:pt x="10860" y="20858"/>
                </a:lnTo>
                <a:lnTo>
                  <a:pt x="11245" y="20800"/>
                </a:lnTo>
                <a:lnTo>
                  <a:pt x="11601" y="20744"/>
                </a:lnTo>
                <a:lnTo>
                  <a:pt x="11928" y="20629"/>
                </a:lnTo>
                <a:lnTo>
                  <a:pt x="12580" y="20402"/>
                </a:lnTo>
                <a:lnTo>
                  <a:pt x="13559" y="20087"/>
                </a:lnTo>
                <a:lnTo>
                  <a:pt x="14034" y="19916"/>
                </a:lnTo>
                <a:lnTo>
                  <a:pt x="14509" y="19687"/>
                </a:lnTo>
                <a:lnTo>
                  <a:pt x="14509" y="19717"/>
                </a:lnTo>
                <a:lnTo>
                  <a:pt x="14628" y="19974"/>
                </a:lnTo>
                <a:lnTo>
                  <a:pt x="14776" y="20201"/>
                </a:lnTo>
                <a:lnTo>
                  <a:pt x="14984" y="20458"/>
                </a:lnTo>
                <a:lnTo>
                  <a:pt x="15221" y="20687"/>
                </a:lnTo>
                <a:lnTo>
                  <a:pt x="15488" y="20886"/>
                </a:lnTo>
                <a:lnTo>
                  <a:pt x="15756" y="21057"/>
                </a:lnTo>
                <a:lnTo>
                  <a:pt x="15992" y="21200"/>
                </a:lnTo>
                <a:lnTo>
                  <a:pt x="16259" y="21314"/>
                </a:lnTo>
                <a:lnTo>
                  <a:pt x="16497" y="21399"/>
                </a:lnTo>
                <a:lnTo>
                  <a:pt x="16764" y="21457"/>
                </a:lnTo>
                <a:lnTo>
                  <a:pt x="17060" y="21514"/>
                </a:lnTo>
                <a:lnTo>
                  <a:pt x="17387" y="21514"/>
                </a:lnTo>
                <a:lnTo>
                  <a:pt x="17654" y="21485"/>
                </a:lnTo>
                <a:lnTo>
                  <a:pt x="17950" y="21399"/>
                </a:lnTo>
                <a:lnTo>
                  <a:pt x="18070" y="21314"/>
                </a:lnTo>
                <a:lnTo>
                  <a:pt x="18159" y="21228"/>
                </a:lnTo>
                <a:lnTo>
                  <a:pt x="18277" y="21143"/>
                </a:lnTo>
                <a:lnTo>
                  <a:pt x="18337" y="21029"/>
                </a:lnTo>
                <a:lnTo>
                  <a:pt x="18455" y="20830"/>
                </a:lnTo>
                <a:lnTo>
                  <a:pt x="18484" y="20601"/>
                </a:lnTo>
                <a:lnTo>
                  <a:pt x="18515" y="20372"/>
                </a:lnTo>
                <a:lnTo>
                  <a:pt x="18484" y="20173"/>
                </a:lnTo>
                <a:lnTo>
                  <a:pt x="18426" y="19944"/>
                </a:lnTo>
                <a:lnTo>
                  <a:pt x="18366" y="19745"/>
                </a:lnTo>
                <a:lnTo>
                  <a:pt x="18248" y="19516"/>
                </a:lnTo>
                <a:lnTo>
                  <a:pt x="18128" y="19317"/>
                </a:lnTo>
                <a:lnTo>
                  <a:pt x="17803" y="18917"/>
                </a:lnTo>
                <a:lnTo>
                  <a:pt x="17447" y="18518"/>
                </a:lnTo>
                <a:lnTo>
                  <a:pt x="17060" y="18204"/>
                </a:lnTo>
                <a:lnTo>
                  <a:pt x="16675" y="17919"/>
                </a:lnTo>
                <a:lnTo>
                  <a:pt x="17031" y="17491"/>
                </a:lnTo>
                <a:lnTo>
                  <a:pt x="17358" y="17063"/>
                </a:lnTo>
                <a:lnTo>
                  <a:pt x="17654" y="16578"/>
                </a:lnTo>
                <a:lnTo>
                  <a:pt x="17892" y="16121"/>
                </a:lnTo>
                <a:lnTo>
                  <a:pt x="18188" y="15522"/>
                </a:lnTo>
                <a:lnTo>
                  <a:pt x="18426" y="14866"/>
                </a:lnTo>
                <a:lnTo>
                  <a:pt x="18604" y="14210"/>
                </a:lnTo>
                <a:lnTo>
                  <a:pt x="18752" y="13525"/>
                </a:lnTo>
                <a:lnTo>
                  <a:pt x="18871" y="12840"/>
                </a:lnTo>
                <a:lnTo>
                  <a:pt x="18930" y="12156"/>
                </a:lnTo>
                <a:lnTo>
                  <a:pt x="18960" y="11471"/>
                </a:lnTo>
                <a:lnTo>
                  <a:pt x="18960" y="10814"/>
                </a:lnTo>
                <a:lnTo>
                  <a:pt x="18930" y="10529"/>
                </a:lnTo>
                <a:lnTo>
                  <a:pt x="18871" y="10243"/>
                </a:lnTo>
                <a:lnTo>
                  <a:pt x="18722" y="9673"/>
                </a:lnTo>
                <a:lnTo>
                  <a:pt x="18544" y="9130"/>
                </a:lnTo>
                <a:lnTo>
                  <a:pt x="18337" y="8617"/>
                </a:lnTo>
                <a:lnTo>
                  <a:pt x="18128" y="8103"/>
                </a:lnTo>
                <a:lnTo>
                  <a:pt x="18039" y="7846"/>
                </a:lnTo>
                <a:lnTo>
                  <a:pt x="17921" y="7589"/>
                </a:lnTo>
                <a:lnTo>
                  <a:pt x="17772" y="7362"/>
                </a:lnTo>
                <a:lnTo>
                  <a:pt x="17594" y="7161"/>
                </a:lnTo>
                <a:lnTo>
                  <a:pt x="17536" y="7161"/>
                </a:lnTo>
                <a:lnTo>
                  <a:pt x="17060" y="7076"/>
                </a:lnTo>
                <a:lnTo>
                  <a:pt x="16557" y="6990"/>
                </a:lnTo>
                <a:lnTo>
                  <a:pt x="15903" y="7647"/>
                </a:lnTo>
                <a:lnTo>
                  <a:pt x="15191" y="8332"/>
                </a:lnTo>
                <a:lnTo>
                  <a:pt x="15340" y="8445"/>
                </a:lnTo>
                <a:lnTo>
                  <a:pt x="15488" y="8588"/>
                </a:lnTo>
                <a:lnTo>
                  <a:pt x="15607" y="8760"/>
                </a:lnTo>
                <a:lnTo>
                  <a:pt x="15696" y="8931"/>
                </a:lnTo>
                <a:lnTo>
                  <a:pt x="15874" y="9331"/>
                </a:lnTo>
                <a:lnTo>
                  <a:pt x="16023" y="9673"/>
                </a:lnTo>
                <a:lnTo>
                  <a:pt x="16112" y="9930"/>
                </a:lnTo>
                <a:lnTo>
                  <a:pt x="16201" y="10187"/>
                </a:lnTo>
                <a:lnTo>
                  <a:pt x="16319" y="10757"/>
                </a:lnTo>
                <a:lnTo>
                  <a:pt x="16348" y="11356"/>
                </a:lnTo>
                <a:lnTo>
                  <a:pt x="16348" y="11899"/>
                </a:lnTo>
                <a:lnTo>
                  <a:pt x="16319" y="12412"/>
                </a:lnTo>
                <a:lnTo>
                  <a:pt x="16230" y="12926"/>
                </a:lnTo>
                <a:lnTo>
                  <a:pt x="16081" y="13410"/>
                </a:lnTo>
                <a:lnTo>
                  <a:pt x="15903" y="13896"/>
                </a:lnTo>
                <a:lnTo>
                  <a:pt x="15696" y="14381"/>
                </a:lnTo>
                <a:lnTo>
                  <a:pt x="15458" y="14837"/>
                </a:lnTo>
                <a:lnTo>
                  <a:pt x="15191" y="15265"/>
                </a:lnTo>
                <a:lnTo>
                  <a:pt x="14924" y="15693"/>
                </a:lnTo>
                <a:lnTo>
                  <a:pt x="14539" y="16121"/>
                </a:lnTo>
                <a:lnTo>
                  <a:pt x="14123" y="16520"/>
                </a:lnTo>
                <a:lnTo>
                  <a:pt x="13678" y="16863"/>
                </a:lnTo>
                <a:lnTo>
                  <a:pt x="13203" y="17177"/>
                </a:lnTo>
                <a:lnTo>
                  <a:pt x="12699" y="17434"/>
                </a:lnTo>
                <a:lnTo>
                  <a:pt x="12164" y="17662"/>
                </a:lnTo>
                <a:lnTo>
                  <a:pt x="11632" y="17890"/>
                </a:lnTo>
                <a:lnTo>
                  <a:pt x="11098" y="18090"/>
                </a:lnTo>
                <a:lnTo>
                  <a:pt x="10741" y="18204"/>
                </a:lnTo>
                <a:lnTo>
                  <a:pt x="10385" y="18290"/>
                </a:lnTo>
                <a:lnTo>
                  <a:pt x="10029" y="18347"/>
                </a:lnTo>
                <a:lnTo>
                  <a:pt x="9703" y="18375"/>
                </a:lnTo>
                <a:lnTo>
                  <a:pt x="9020" y="18375"/>
                </a:lnTo>
                <a:lnTo>
                  <a:pt x="8694" y="18347"/>
                </a:lnTo>
                <a:lnTo>
                  <a:pt x="8367" y="18290"/>
                </a:lnTo>
                <a:lnTo>
                  <a:pt x="8041" y="18232"/>
                </a:lnTo>
                <a:lnTo>
                  <a:pt x="7715" y="18147"/>
                </a:lnTo>
                <a:lnTo>
                  <a:pt x="7092" y="17919"/>
                </a:lnTo>
                <a:lnTo>
                  <a:pt x="6438" y="17662"/>
                </a:lnTo>
                <a:lnTo>
                  <a:pt x="5815" y="17320"/>
                </a:lnTo>
                <a:lnTo>
                  <a:pt x="4896" y="16777"/>
                </a:lnTo>
                <a:lnTo>
                  <a:pt x="4778" y="16721"/>
                </a:lnTo>
                <a:lnTo>
                  <a:pt x="4658" y="16606"/>
                </a:lnTo>
                <a:lnTo>
                  <a:pt x="4480" y="16406"/>
                </a:lnTo>
                <a:lnTo>
                  <a:pt x="4124" y="15950"/>
                </a:lnTo>
                <a:lnTo>
                  <a:pt x="3739" y="15437"/>
                </a:lnTo>
                <a:lnTo>
                  <a:pt x="3383" y="14923"/>
                </a:lnTo>
                <a:lnTo>
                  <a:pt x="3234" y="14638"/>
                </a:lnTo>
                <a:lnTo>
                  <a:pt x="3116" y="14352"/>
                </a:lnTo>
                <a:lnTo>
                  <a:pt x="2997" y="14039"/>
                </a:lnTo>
                <a:lnTo>
                  <a:pt x="2878" y="13753"/>
                </a:lnTo>
                <a:lnTo>
                  <a:pt x="2759" y="13183"/>
                </a:lnTo>
                <a:lnTo>
                  <a:pt x="2700" y="12584"/>
                </a:lnTo>
                <a:lnTo>
                  <a:pt x="2700" y="11984"/>
                </a:lnTo>
                <a:lnTo>
                  <a:pt x="2730" y="11356"/>
                </a:lnTo>
                <a:lnTo>
                  <a:pt x="2848" y="10728"/>
                </a:lnTo>
                <a:lnTo>
                  <a:pt x="2967" y="10157"/>
                </a:lnTo>
                <a:lnTo>
                  <a:pt x="3175" y="9558"/>
                </a:lnTo>
                <a:lnTo>
                  <a:pt x="3383" y="9045"/>
                </a:lnTo>
                <a:lnTo>
                  <a:pt x="3620" y="8588"/>
                </a:lnTo>
                <a:lnTo>
                  <a:pt x="3887" y="8160"/>
                </a:lnTo>
                <a:lnTo>
                  <a:pt x="4184" y="7761"/>
                </a:lnTo>
                <a:lnTo>
                  <a:pt x="4510" y="7390"/>
                </a:lnTo>
                <a:lnTo>
                  <a:pt x="4896" y="7048"/>
                </a:lnTo>
                <a:lnTo>
                  <a:pt x="5281" y="6733"/>
                </a:lnTo>
                <a:lnTo>
                  <a:pt x="5668" y="6448"/>
                </a:lnTo>
                <a:lnTo>
                  <a:pt x="6113" y="6192"/>
                </a:lnTo>
                <a:lnTo>
                  <a:pt x="6558" y="5964"/>
                </a:lnTo>
                <a:lnTo>
                  <a:pt x="7032" y="5764"/>
                </a:lnTo>
                <a:lnTo>
                  <a:pt x="7506" y="5622"/>
                </a:lnTo>
                <a:lnTo>
                  <a:pt x="8011" y="5479"/>
                </a:lnTo>
                <a:lnTo>
                  <a:pt x="8516" y="5393"/>
                </a:lnTo>
                <a:lnTo>
                  <a:pt x="9020" y="5336"/>
                </a:lnTo>
                <a:lnTo>
                  <a:pt x="9525" y="5307"/>
                </a:lnTo>
                <a:lnTo>
                  <a:pt x="10029" y="5307"/>
                </a:lnTo>
                <a:lnTo>
                  <a:pt x="10504" y="5365"/>
                </a:lnTo>
                <a:lnTo>
                  <a:pt x="10949" y="5421"/>
                </a:lnTo>
                <a:lnTo>
                  <a:pt x="11394" y="5507"/>
                </a:lnTo>
                <a:lnTo>
                  <a:pt x="11810" y="5622"/>
                </a:lnTo>
                <a:lnTo>
                  <a:pt x="12253" y="5793"/>
                </a:lnTo>
                <a:lnTo>
                  <a:pt x="12669" y="5964"/>
                </a:lnTo>
                <a:lnTo>
                  <a:pt x="13055" y="6192"/>
                </a:lnTo>
                <a:lnTo>
                  <a:pt x="13411" y="6448"/>
                </a:lnTo>
                <a:lnTo>
                  <a:pt x="13856" y="6020"/>
                </a:lnTo>
                <a:lnTo>
                  <a:pt x="14272" y="5564"/>
                </a:lnTo>
                <a:lnTo>
                  <a:pt x="14479" y="5365"/>
                </a:lnTo>
                <a:lnTo>
                  <a:pt x="14390" y="4993"/>
                </a:lnTo>
                <a:lnTo>
                  <a:pt x="14361" y="4623"/>
                </a:lnTo>
                <a:lnTo>
                  <a:pt x="14301" y="4280"/>
                </a:lnTo>
                <a:lnTo>
                  <a:pt x="14242" y="3966"/>
                </a:lnTo>
                <a:lnTo>
                  <a:pt x="13619" y="3567"/>
                </a:lnTo>
                <a:lnTo>
                  <a:pt x="13322" y="3367"/>
                </a:lnTo>
                <a:lnTo>
                  <a:pt x="12966" y="3225"/>
                </a:lnTo>
                <a:lnTo>
                  <a:pt x="12373" y="3024"/>
                </a:lnTo>
                <a:lnTo>
                  <a:pt x="11810" y="2882"/>
                </a:lnTo>
                <a:lnTo>
                  <a:pt x="11187" y="2797"/>
                </a:lnTo>
                <a:lnTo>
                  <a:pt x="10593" y="2739"/>
                </a:lnTo>
                <a:close/>
              </a:path>
            </a:pathLst>
          </a:custGeom>
          <a:solidFill>
            <a:srgbClr val="6D9EEB"/>
          </a:solidFill>
          <a:ln w="12700">
            <a:miter lim="400000"/>
          </a:ln>
        </p:spPr>
        <p:txBody>
          <a:bodyPr lIns="0" tIns="0" rIns="0" bIns="0" anchor="ctr"/>
          <a:lstStyle/>
          <a:p>
            <a:pPr>
              <a:defRPr>
                <a:solidFill>
                  <a:srgbClr val="6D9EEB"/>
                </a:solidFill>
              </a:defRPr>
            </a:pP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25" name="Google Shape;559;p17"/>
          <p:cNvSpPr txBox="1"/>
          <p:nvPr>
            <p:ph type="title"/>
          </p:nvPr>
        </p:nvSpPr>
        <p:spPr>
          <a:prstGeom prst="rect">
            <a:avLst/>
          </a:prstGeom>
        </p:spPr>
        <p:txBody>
          <a:bodyPr/>
          <a:lstStyle>
            <a:lvl1pPr>
              <a:defRPr b="1" sz="3600"/>
            </a:lvl1pPr>
          </a:lstStyle>
          <a:p>
            <a:pPr/>
            <a:r>
              <a:t>Takeaways</a:t>
            </a:r>
          </a:p>
        </p:txBody>
      </p:sp>
      <p:sp>
        <p:nvSpPr>
          <p:cNvPr id="1826" name="Google Shape;588;p20"/>
          <p:cNvSpPr txBox="1"/>
          <p:nvPr/>
        </p:nvSpPr>
        <p:spPr>
          <a:xfrm>
            <a:off x="403108" y="1308874"/>
            <a:ext cx="6718931" cy="361710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marL="180473" indent="-180473">
              <a:spcBef>
                <a:spcPts val="600"/>
              </a:spcBef>
              <a:buSzPct val="100000"/>
              <a:buChar char="•"/>
              <a:defRPr sz="1800">
                <a:latin typeface="Dosis"/>
                <a:ea typeface="Dosis"/>
                <a:cs typeface="Dosis"/>
                <a:sym typeface="Dosis"/>
              </a:defRPr>
            </a:pPr>
            <a:r>
              <a:t>Giving </a:t>
            </a:r>
            <a:r>
              <a:rPr b="1"/>
              <a:t>open-ended instructions</a:t>
            </a:r>
            <a:r>
              <a:t> but having examples in your back pocket gives new statistics students the </a:t>
            </a:r>
            <a:r>
              <a:rPr b="1"/>
              <a:t>flexibility</a:t>
            </a:r>
            <a:r>
              <a:t> to explore the things that interest them most</a:t>
            </a:r>
          </a:p>
          <a:p>
            <a:pPr>
              <a:spcBef>
                <a:spcPts val="600"/>
              </a:spcBef>
              <a:defRPr sz="1800">
                <a:latin typeface="Dosis"/>
                <a:ea typeface="Dosis"/>
                <a:cs typeface="Dosis"/>
                <a:sym typeface="Dosis"/>
              </a:defRPr>
            </a:pPr>
          </a:p>
        </p:txBody>
      </p:sp>
      <p:sp>
        <p:nvSpPr>
          <p:cNvPr id="1827" name="Slide 17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17 of 18</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29" name="Google Shape;559;p17"/>
          <p:cNvSpPr txBox="1"/>
          <p:nvPr>
            <p:ph type="title"/>
          </p:nvPr>
        </p:nvSpPr>
        <p:spPr>
          <a:prstGeom prst="rect">
            <a:avLst/>
          </a:prstGeom>
        </p:spPr>
        <p:txBody>
          <a:bodyPr/>
          <a:lstStyle>
            <a:lvl1pPr>
              <a:defRPr b="1" sz="3600"/>
            </a:lvl1pPr>
          </a:lstStyle>
          <a:p>
            <a:pPr/>
            <a:r>
              <a:t>Takeaways</a:t>
            </a:r>
          </a:p>
        </p:txBody>
      </p:sp>
      <p:sp>
        <p:nvSpPr>
          <p:cNvPr id="1830" name="Google Shape;588;p20"/>
          <p:cNvSpPr txBox="1"/>
          <p:nvPr/>
        </p:nvSpPr>
        <p:spPr>
          <a:xfrm>
            <a:off x="403108" y="1308874"/>
            <a:ext cx="6718931" cy="361710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marL="180473" indent="-180473">
              <a:spcBef>
                <a:spcPts val="600"/>
              </a:spcBef>
              <a:buSzPct val="100000"/>
              <a:buChar char="•"/>
              <a:defRPr sz="1800">
                <a:solidFill>
                  <a:schemeClr val="accent5">
                    <a:lumOff val="-17019"/>
                  </a:schemeClr>
                </a:solidFill>
                <a:latin typeface="Dosis"/>
                <a:ea typeface="Dosis"/>
                <a:cs typeface="Dosis"/>
                <a:sym typeface="Dosis"/>
              </a:defRPr>
            </a:pPr>
            <a:r>
              <a:t>Giving </a:t>
            </a:r>
            <a:r>
              <a:rPr b="1"/>
              <a:t>open-ended instructions</a:t>
            </a:r>
            <a:r>
              <a:t> but having examples in your back pocket gives new statistics students the </a:t>
            </a:r>
            <a:r>
              <a:rPr b="1"/>
              <a:t>flexibility</a:t>
            </a:r>
            <a:r>
              <a:t> to explore the things that interest them most</a:t>
            </a:r>
          </a:p>
          <a:p>
            <a:pPr marL="180473" indent="-180473">
              <a:spcBef>
                <a:spcPts val="600"/>
              </a:spcBef>
              <a:buSzPct val="100000"/>
              <a:buChar char="•"/>
              <a:defRPr sz="1800">
                <a:latin typeface="Dosis"/>
                <a:ea typeface="Dosis"/>
                <a:cs typeface="Dosis"/>
                <a:sym typeface="Dosis"/>
              </a:defRPr>
            </a:pPr>
            <a:r>
              <a:t>Providing space for students to </a:t>
            </a:r>
            <a:r>
              <a:rPr b="1"/>
              <a:t>apply definitions </a:t>
            </a:r>
            <a:r>
              <a:t>and abstract concepts to </a:t>
            </a:r>
            <a:r>
              <a:rPr b="1"/>
              <a:t>their own interests</a:t>
            </a:r>
            <a:r>
              <a:t> sparks thoughtful discussion</a:t>
            </a:r>
          </a:p>
        </p:txBody>
      </p:sp>
      <p:sp>
        <p:nvSpPr>
          <p:cNvPr id="1831" name="Slide 17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17 of 18</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33" name="Google Shape;559;p17"/>
          <p:cNvSpPr txBox="1"/>
          <p:nvPr>
            <p:ph type="title"/>
          </p:nvPr>
        </p:nvSpPr>
        <p:spPr>
          <a:prstGeom prst="rect">
            <a:avLst/>
          </a:prstGeom>
        </p:spPr>
        <p:txBody>
          <a:bodyPr/>
          <a:lstStyle>
            <a:lvl1pPr>
              <a:defRPr b="1" sz="3600"/>
            </a:lvl1pPr>
          </a:lstStyle>
          <a:p>
            <a:pPr/>
            <a:r>
              <a:t>Takeaways</a:t>
            </a:r>
          </a:p>
        </p:txBody>
      </p:sp>
      <p:sp>
        <p:nvSpPr>
          <p:cNvPr id="1834" name="Google Shape;588;p20"/>
          <p:cNvSpPr txBox="1"/>
          <p:nvPr/>
        </p:nvSpPr>
        <p:spPr>
          <a:xfrm>
            <a:off x="403108" y="1308874"/>
            <a:ext cx="6718931" cy="361710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marL="180473" indent="-180473">
              <a:spcBef>
                <a:spcPts val="600"/>
              </a:spcBef>
              <a:buSzPct val="100000"/>
              <a:buChar char="•"/>
              <a:defRPr sz="1800">
                <a:solidFill>
                  <a:schemeClr val="accent5">
                    <a:lumOff val="-17019"/>
                  </a:schemeClr>
                </a:solidFill>
                <a:latin typeface="Dosis"/>
                <a:ea typeface="Dosis"/>
                <a:cs typeface="Dosis"/>
                <a:sym typeface="Dosis"/>
              </a:defRPr>
            </a:pPr>
            <a:r>
              <a:t>Giving </a:t>
            </a:r>
            <a:r>
              <a:rPr b="1"/>
              <a:t>open-ended instructions</a:t>
            </a:r>
            <a:r>
              <a:t> but having examples in your back pocket gives new statistics students the </a:t>
            </a:r>
            <a:r>
              <a:rPr b="1"/>
              <a:t>flexibility</a:t>
            </a:r>
            <a:r>
              <a:t> to explore the things that interest them most</a:t>
            </a:r>
          </a:p>
          <a:p>
            <a:pPr marL="180473" indent="-180473">
              <a:spcBef>
                <a:spcPts val="600"/>
              </a:spcBef>
              <a:buSzPct val="100000"/>
              <a:buChar char="•"/>
              <a:defRPr sz="1800">
                <a:solidFill>
                  <a:schemeClr val="accent5">
                    <a:lumOff val="-17019"/>
                  </a:schemeClr>
                </a:solidFill>
                <a:latin typeface="Dosis"/>
                <a:ea typeface="Dosis"/>
                <a:cs typeface="Dosis"/>
                <a:sym typeface="Dosis"/>
              </a:defRPr>
            </a:pPr>
            <a:r>
              <a:t>Providing space for students to </a:t>
            </a:r>
            <a:r>
              <a:rPr b="1"/>
              <a:t>apply definitions </a:t>
            </a:r>
            <a:r>
              <a:t>and abstract concepts to </a:t>
            </a:r>
            <a:r>
              <a:rPr b="1"/>
              <a:t>their own interests</a:t>
            </a:r>
            <a:r>
              <a:t> sparks thoughtful discussion</a:t>
            </a:r>
          </a:p>
          <a:p>
            <a:pPr marL="180473" indent="-180473">
              <a:spcBef>
                <a:spcPts val="600"/>
              </a:spcBef>
              <a:buSzPct val="100000"/>
              <a:buChar char="•"/>
              <a:defRPr sz="1800">
                <a:latin typeface="Dosis"/>
                <a:ea typeface="Dosis"/>
                <a:cs typeface="Dosis"/>
                <a:sym typeface="Dosis"/>
              </a:defRPr>
            </a:pPr>
            <a:r>
              <a:t>Starting with the data landscape before jumping straight into coding builds </a:t>
            </a:r>
            <a:r>
              <a:rPr b="1"/>
              <a:t>student confidence</a:t>
            </a:r>
          </a:p>
          <a:p>
            <a:pPr>
              <a:spcBef>
                <a:spcPts val="600"/>
              </a:spcBef>
              <a:defRPr sz="1800">
                <a:latin typeface="Dosis"/>
                <a:ea typeface="Dosis"/>
                <a:cs typeface="Dosis"/>
                <a:sym typeface="Dosis"/>
              </a:defRPr>
            </a:pPr>
          </a:p>
        </p:txBody>
      </p:sp>
      <p:sp>
        <p:nvSpPr>
          <p:cNvPr id="1835" name="Slide 17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17 of 18</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37" name="Google Shape;559;p17"/>
          <p:cNvSpPr txBox="1"/>
          <p:nvPr>
            <p:ph type="title"/>
          </p:nvPr>
        </p:nvSpPr>
        <p:spPr>
          <a:prstGeom prst="rect">
            <a:avLst/>
          </a:prstGeom>
        </p:spPr>
        <p:txBody>
          <a:bodyPr/>
          <a:lstStyle>
            <a:lvl1pPr>
              <a:defRPr b="1" sz="3600"/>
            </a:lvl1pPr>
          </a:lstStyle>
          <a:p>
            <a:pPr/>
            <a:r>
              <a:t>Takeaways</a:t>
            </a:r>
          </a:p>
        </p:txBody>
      </p:sp>
      <p:sp>
        <p:nvSpPr>
          <p:cNvPr id="1838" name="Google Shape;588;p20"/>
          <p:cNvSpPr txBox="1"/>
          <p:nvPr/>
        </p:nvSpPr>
        <p:spPr>
          <a:xfrm>
            <a:off x="403108" y="1308874"/>
            <a:ext cx="6718931" cy="3617102"/>
          </a:xfrm>
          <a:prstGeom prst="rect">
            <a:avLst/>
          </a:prstGeom>
          <a:ln w="12700">
            <a:miter lim="400000"/>
          </a:ln>
          <a:extLst>
            <a:ext uri="{C572A759-6A51-4108-AA02-DFA0A04FC94B}">
              <ma14:wrappingTextBoxFlag xmlns:ma14="http://schemas.microsoft.com/office/mac/drawingml/2011/main" val="1"/>
            </a:ext>
          </a:extLst>
        </p:spPr>
        <p:txBody>
          <a:bodyPr lIns="91424" tIns="91424" rIns="91424" bIns="91424">
            <a:normAutofit fontScale="100000" lnSpcReduction="0"/>
          </a:bodyPr>
          <a:lstStyle/>
          <a:p>
            <a:pPr marL="180473" indent="-180473">
              <a:spcBef>
                <a:spcPts val="600"/>
              </a:spcBef>
              <a:buSzPct val="100000"/>
              <a:buChar char="•"/>
              <a:defRPr sz="1800">
                <a:solidFill>
                  <a:schemeClr val="accent5">
                    <a:lumOff val="-17019"/>
                  </a:schemeClr>
                </a:solidFill>
                <a:latin typeface="Dosis"/>
                <a:ea typeface="Dosis"/>
                <a:cs typeface="Dosis"/>
                <a:sym typeface="Dosis"/>
              </a:defRPr>
            </a:pPr>
            <a:r>
              <a:t>Giving </a:t>
            </a:r>
            <a:r>
              <a:rPr b="1"/>
              <a:t>open-ended instructions</a:t>
            </a:r>
            <a:r>
              <a:t> but having examples in your back pocket gives new statistics students the </a:t>
            </a:r>
            <a:r>
              <a:rPr b="1"/>
              <a:t>flexibility</a:t>
            </a:r>
            <a:r>
              <a:t> to explore the things that interest them most</a:t>
            </a:r>
          </a:p>
          <a:p>
            <a:pPr marL="180473" indent="-180473">
              <a:spcBef>
                <a:spcPts val="600"/>
              </a:spcBef>
              <a:buSzPct val="100000"/>
              <a:buChar char="•"/>
              <a:defRPr sz="1800">
                <a:solidFill>
                  <a:schemeClr val="accent5">
                    <a:lumOff val="-17019"/>
                  </a:schemeClr>
                </a:solidFill>
                <a:latin typeface="Dosis"/>
                <a:ea typeface="Dosis"/>
                <a:cs typeface="Dosis"/>
                <a:sym typeface="Dosis"/>
              </a:defRPr>
            </a:pPr>
            <a:r>
              <a:t>Providing space for students to </a:t>
            </a:r>
            <a:r>
              <a:rPr b="1"/>
              <a:t>apply definitions </a:t>
            </a:r>
            <a:r>
              <a:t>and abstract concepts to </a:t>
            </a:r>
            <a:r>
              <a:rPr b="1"/>
              <a:t>their own interests</a:t>
            </a:r>
            <a:r>
              <a:t> sparks thoughtful discussion</a:t>
            </a:r>
          </a:p>
          <a:p>
            <a:pPr marL="180473" indent="-180473">
              <a:spcBef>
                <a:spcPts val="600"/>
              </a:spcBef>
              <a:buSzPct val="100000"/>
              <a:buChar char="•"/>
              <a:defRPr sz="1800">
                <a:solidFill>
                  <a:schemeClr val="accent5">
                    <a:lumOff val="-17019"/>
                  </a:schemeClr>
                </a:solidFill>
                <a:latin typeface="Dosis"/>
                <a:ea typeface="Dosis"/>
                <a:cs typeface="Dosis"/>
                <a:sym typeface="Dosis"/>
              </a:defRPr>
            </a:pPr>
            <a:r>
              <a:t>Starting with the data landscape before jumping straight into coding builds </a:t>
            </a:r>
            <a:r>
              <a:rPr b="1"/>
              <a:t>student confidence</a:t>
            </a:r>
          </a:p>
          <a:p>
            <a:pPr marL="180473" indent="-180473">
              <a:spcBef>
                <a:spcPts val="600"/>
              </a:spcBef>
              <a:buSzPct val="100000"/>
              <a:buChar char="•"/>
              <a:defRPr sz="1800">
                <a:latin typeface="Dosis"/>
                <a:ea typeface="Dosis"/>
                <a:cs typeface="Dosis"/>
                <a:sym typeface="Dosis"/>
              </a:defRPr>
            </a:pPr>
            <a:r>
              <a:t>Vetting </a:t>
            </a:r>
            <a:r>
              <a:rPr b="1"/>
              <a:t>interim pieces of a larger project</a:t>
            </a:r>
            <a:r>
              <a:t> earlier can save you headaches later</a:t>
            </a:r>
          </a:p>
        </p:txBody>
      </p:sp>
      <p:sp>
        <p:nvSpPr>
          <p:cNvPr id="1839" name="Slide 17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17 of 18</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41" name="Google Shape;752;p34"/>
          <p:cNvSpPr txBox="1"/>
          <p:nvPr>
            <p:ph type="title" idx="4294967295"/>
          </p:nvPr>
        </p:nvSpPr>
        <p:spPr>
          <a:xfrm>
            <a:off x="3657038" y="1073100"/>
            <a:ext cx="3229201" cy="1159801"/>
          </a:xfrm>
          <a:prstGeom prst="rect">
            <a:avLst/>
          </a:prstGeom>
        </p:spPr>
        <p:txBody>
          <a:bodyPr>
            <a:normAutofit fontScale="100000" lnSpcReduction="0"/>
          </a:bodyPr>
          <a:lstStyle>
            <a:lvl1pPr defTabSz="841247">
              <a:defRPr sz="5520"/>
            </a:lvl1pPr>
          </a:lstStyle>
          <a:p>
            <a:pPr/>
            <a:r>
              <a:t>THANKS!</a:t>
            </a:r>
          </a:p>
        </p:txBody>
      </p:sp>
      <p:sp>
        <p:nvSpPr>
          <p:cNvPr id="1842" name="Google Shape;753;p34"/>
          <p:cNvSpPr txBox="1"/>
          <p:nvPr>
            <p:ph type="body" sz="half" idx="4294967295"/>
          </p:nvPr>
        </p:nvSpPr>
        <p:spPr>
          <a:xfrm>
            <a:off x="3657038" y="2119104"/>
            <a:ext cx="3861819" cy="2461501"/>
          </a:xfrm>
          <a:prstGeom prst="rect">
            <a:avLst/>
          </a:prstGeom>
        </p:spPr>
        <p:txBody>
          <a:bodyPr>
            <a:normAutofit fontScale="100000" lnSpcReduction="0"/>
          </a:bodyPr>
          <a:lstStyle>
            <a:lvl1pPr marL="0" indent="0">
              <a:buSzTx/>
              <a:buNone/>
              <a:defRPr b="1" sz="3600"/>
            </a:lvl1pPr>
          </a:lstStyle>
          <a:p>
            <a:pPr/>
            <a:r>
              <a:t>Any questions?</a:t>
            </a:r>
          </a:p>
        </p:txBody>
      </p:sp>
      <p:sp>
        <p:nvSpPr>
          <p:cNvPr id="1843" name="Google Shape;754;p34"/>
          <p:cNvSpPr/>
          <p:nvPr/>
        </p:nvSpPr>
        <p:spPr>
          <a:xfrm>
            <a:off x="2257756" y="1402727"/>
            <a:ext cx="1180041" cy="108990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58" y="8302"/>
                </a:moveTo>
                <a:lnTo>
                  <a:pt x="1283" y="8666"/>
                </a:lnTo>
                <a:lnTo>
                  <a:pt x="1070" y="9031"/>
                </a:lnTo>
                <a:lnTo>
                  <a:pt x="948" y="9195"/>
                </a:lnTo>
                <a:lnTo>
                  <a:pt x="917" y="8733"/>
                </a:lnTo>
                <a:lnTo>
                  <a:pt x="856" y="8302"/>
                </a:lnTo>
                <a:close/>
                <a:moveTo>
                  <a:pt x="4003" y="8401"/>
                </a:moveTo>
                <a:lnTo>
                  <a:pt x="4919" y="8435"/>
                </a:lnTo>
                <a:lnTo>
                  <a:pt x="4736" y="8600"/>
                </a:lnTo>
                <a:lnTo>
                  <a:pt x="4553" y="8832"/>
                </a:lnTo>
                <a:lnTo>
                  <a:pt x="4246" y="9262"/>
                </a:lnTo>
                <a:lnTo>
                  <a:pt x="4063" y="9527"/>
                </a:lnTo>
                <a:lnTo>
                  <a:pt x="3911" y="9428"/>
                </a:lnTo>
                <a:lnTo>
                  <a:pt x="3728" y="9394"/>
                </a:lnTo>
                <a:lnTo>
                  <a:pt x="3636" y="9361"/>
                </a:lnTo>
                <a:lnTo>
                  <a:pt x="3513" y="9328"/>
                </a:lnTo>
                <a:lnTo>
                  <a:pt x="3421" y="9328"/>
                </a:lnTo>
                <a:lnTo>
                  <a:pt x="3728" y="8897"/>
                </a:lnTo>
                <a:lnTo>
                  <a:pt x="4003" y="8468"/>
                </a:lnTo>
                <a:lnTo>
                  <a:pt x="4003" y="8401"/>
                </a:lnTo>
                <a:close/>
                <a:moveTo>
                  <a:pt x="5163" y="8435"/>
                </a:moveTo>
                <a:lnTo>
                  <a:pt x="5103" y="8666"/>
                </a:lnTo>
                <a:lnTo>
                  <a:pt x="5071" y="8897"/>
                </a:lnTo>
                <a:lnTo>
                  <a:pt x="5071" y="9328"/>
                </a:lnTo>
                <a:lnTo>
                  <a:pt x="5011" y="10056"/>
                </a:lnTo>
                <a:lnTo>
                  <a:pt x="4766" y="10353"/>
                </a:lnTo>
                <a:lnTo>
                  <a:pt x="4553" y="10684"/>
                </a:lnTo>
                <a:lnTo>
                  <a:pt x="4583" y="10485"/>
                </a:lnTo>
                <a:lnTo>
                  <a:pt x="4583" y="10287"/>
                </a:lnTo>
                <a:lnTo>
                  <a:pt x="4553" y="10122"/>
                </a:lnTo>
                <a:lnTo>
                  <a:pt x="4491" y="9956"/>
                </a:lnTo>
                <a:lnTo>
                  <a:pt x="4400" y="9791"/>
                </a:lnTo>
                <a:lnTo>
                  <a:pt x="4796" y="9130"/>
                </a:lnTo>
                <a:lnTo>
                  <a:pt x="4980" y="8798"/>
                </a:lnTo>
                <a:lnTo>
                  <a:pt x="5133" y="8435"/>
                </a:lnTo>
                <a:close/>
                <a:moveTo>
                  <a:pt x="3391" y="9924"/>
                </a:moveTo>
                <a:lnTo>
                  <a:pt x="3453" y="9956"/>
                </a:lnTo>
                <a:lnTo>
                  <a:pt x="3545" y="9956"/>
                </a:lnTo>
                <a:lnTo>
                  <a:pt x="3728" y="10023"/>
                </a:lnTo>
                <a:lnTo>
                  <a:pt x="3880" y="10122"/>
                </a:lnTo>
                <a:lnTo>
                  <a:pt x="3971" y="10287"/>
                </a:lnTo>
                <a:lnTo>
                  <a:pt x="4003" y="10453"/>
                </a:lnTo>
                <a:lnTo>
                  <a:pt x="4003" y="10651"/>
                </a:lnTo>
                <a:lnTo>
                  <a:pt x="3941" y="10850"/>
                </a:lnTo>
                <a:lnTo>
                  <a:pt x="3820" y="11015"/>
                </a:lnTo>
                <a:lnTo>
                  <a:pt x="3666" y="11147"/>
                </a:lnTo>
                <a:lnTo>
                  <a:pt x="3575" y="11180"/>
                </a:lnTo>
                <a:lnTo>
                  <a:pt x="3483" y="11214"/>
                </a:lnTo>
                <a:lnTo>
                  <a:pt x="3361" y="11180"/>
                </a:lnTo>
                <a:lnTo>
                  <a:pt x="3270" y="11147"/>
                </a:lnTo>
                <a:lnTo>
                  <a:pt x="3178" y="11081"/>
                </a:lnTo>
                <a:lnTo>
                  <a:pt x="3116" y="10981"/>
                </a:lnTo>
                <a:lnTo>
                  <a:pt x="3055" y="10916"/>
                </a:lnTo>
                <a:lnTo>
                  <a:pt x="3025" y="10817"/>
                </a:lnTo>
                <a:lnTo>
                  <a:pt x="2995" y="10651"/>
                </a:lnTo>
                <a:lnTo>
                  <a:pt x="2995" y="10485"/>
                </a:lnTo>
                <a:lnTo>
                  <a:pt x="3055" y="10321"/>
                </a:lnTo>
                <a:lnTo>
                  <a:pt x="3116" y="10188"/>
                </a:lnTo>
                <a:lnTo>
                  <a:pt x="3238" y="10023"/>
                </a:lnTo>
                <a:lnTo>
                  <a:pt x="3391" y="9924"/>
                </a:lnTo>
                <a:close/>
                <a:moveTo>
                  <a:pt x="1986" y="8336"/>
                </a:moveTo>
                <a:lnTo>
                  <a:pt x="2383" y="8369"/>
                </a:lnTo>
                <a:lnTo>
                  <a:pt x="2811" y="8369"/>
                </a:lnTo>
                <a:lnTo>
                  <a:pt x="3820" y="8401"/>
                </a:lnTo>
                <a:lnTo>
                  <a:pt x="3545" y="8567"/>
                </a:lnTo>
                <a:lnTo>
                  <a:pt x="3300" y="8798"/>
                </a:lnTo>
                <a:lnTo>
                  <a:pt x="3086" y="9096"/>
                </a:lnTo>
                <a:lnTo>
                  <a:pt x="2872" y="9394"/>
                </a:lnTo>
                <a:lnTo>
                  <a:pt x="2505" y="10056"/>
                </a:lnTo>
                <a:lnTo>
                  <a:pt x="2170" y="10651"/>
                </a:lnTo>
                <a:lnTo>
                  <a:pt x="1865" y="11180"/>
                </a:lnTo>
                <a:lnTo>
                  <a:pt x="1498" y="11743"/>
                </a:lnTo>
                <a:lnTo>
                  <a:pt x="1161" y="12306"/>
                </a:lnTo>
                <a:lnTo>
                  <a:pt x="825" y="12867"/>
                </a:lnTo>
                <a:lnTo>
                  <a:pt x="795" y="11743"/>
                </a:lnTo>
                <a:lnTo>
                  <a:pt x="948" y="11644"/>
                </a:lnTo>
                <a:lnTo>
                  <a:pt x="1070" y="11512"/>
                </a:lnTo>
                <a:lnTo>
                  <a:pt x="1315" y="11180"/>
                </a:lnTo>
                <a:lnTo>
                  <a:pt x="1498" y="10850"/>
                </a:lnTo>
                <a:lnTo>
                  <a:pt x="1650" y="10485"/>
                </a:lnTo>
                <a:lnTo>
                  <a:pt x="1803" y="10254"/>
                </a:lnTo>
                <a:lnTo>
                  <a:pt x="1986" y="9989"/>
                </a:lnTo>
                <a:lnTo>
                  <a:pt x="2353" y="9493"/>
                </a:lnTo>
                <a:lnTo>
                  <a:pt x="2505" y="9229"/>
                </a:lnTo>
                <a:lnTo>
                  <a:pt x="2688" y="8997"/>
                </a:lnTo>
                <a:lnTo>
                  <a:pt x="2811" y="8733"/>
                </a:lnTo>
                <a:lnTo>
                  <a:pt x="2903" y="8435"/>
                </a:lnTo>
                <a:lnTo>
                  <a:pt x="2903" y="8401"/>
                </a:lnTo>
                <a:lnTo>
                  <a:pt x="2872" y="8401"/>
                </a:lnTo>
                <a:lnTo>
                  <a:pt x="2658" y="8535"/>
                </a:lnTo>
                <a:lnTo>
                  <a:pt x="2475" y="8699"/>
                </a:lnTo>
                <a:lnTo>
                  <a:pt x="2291" y="8897"/>
                </a:lnTo>
                <a:lnTo>
                  <a:pt x="2138" y="9096"/>
                </a:lnTo>
                <a:lnTo>
                  <a:pt x="1833" y="9527"/>
                </a:lnTo>
                <a:lnTo>
                  <a:pt x="1528" y="9956"/>
                </a:lnTo>
                <a:lnTo>
                  <a:pt x="1161" y="10485"/>
                </a:lnTo>
                <a:lnTo>
                  <a:pt x="825" y="11081"/>
                </a:lnTo>
                <a:lnTo>
                  <a:pt x="825" y="11048"/>
                </a:lnTo>
                <a:lnTo>
                  <a:pt x="917" y="10056"/>
                </a:lnTo>
                <a:lnTo>
                  <a:pt x="1040" y="9890"/>
                </a:lnTo>
                <a:lnTo>
                  <a:pt x="1131" y="9691"/>
                </a:lnTo>
                <a:lnTo>
                  <a:pt x="1315" y="9361"/>
                </a:lnTo>
                <a:lnTo>
                  <a:pt x="1681" y="8865"/>
                </a:lnTo>
                <a:lnTo>
                  <a:pt x="1833" y="8600"/>
                </a:lnTo>
                <a:lnTo>
                  <a:pt x="1986" y="8336"/>
                </a:lnTo>
                <a:close/>
                <a:moveTo>
                  <a:pt x="2475" y="10850"/>
                </a:moveTo>
                <a:lnTo>
                  <a:pt x="2505" y="11015"/>
                </a:lnTo>
                <a:lnTo>
                  <a:pt x="2566" y="11180"/>
                </a:lnTo>
                <a:lnTo>
                  <a:pt x="2658" y="11313"/>
                </a:lnTo>
                <a:lnTo>
                  <a:pt x="2750" y="11412"/>
                </a:lnTo>
                <a:lnTo>
                  <a:pt x="1925" y="12735"/>
                </a:lnTo>
                <a:lnTo>
                  <a:pt x="856" y="14487"/>
                </a:lnTo>
                <a:lnTo>
                  <a:pt x="856" y="14289"/>
                </a:lnTo>
                <a:lnTo>
                  <a:pt x="825" y="13760"/>
                </a:lnTo>
                <a:lnTo>
                  <a:pt x="1558" y="12437"/>
                </a:lnTo>
                <a:lnTo>
                  <a:pt x="2322" y="11147"/>
                </a:lnTo>
                <a:lnTo>
                  <a:pt x="2475" y="10850"/>
                </a:lnTo>
                <a:close/>
                <a:moveTo>
                  <a:pt x="4003" y="11644"/>
                </a:moveTo>
                <a:lnTo>
                  <a:pt x="2903" y="13495"/>
                </a:lnTo>
                <a:lnTo>
                  <a:pt x="1803" y="15281"/>
                </a:lnTo>
                <a:lnTo>
                  <a:pt x="1315" y="15976"/>
                </a:lnTo>
                <a:lnTo>
                  <a:pt x="1040" y="16308"/>
                </a:lnTo>
                <a:lnTo>
                  <a:pt x="825" y="16671"/>
                </a:lnTo>
                <a:lnTo>
                  <a:pt x="825" y="15281"/>
                </a:lnTo>
                <a:lnTo>
                  <a:pt x="1223" y="14653"/>
                </a:lnTo>
                <a:lnTo>
                  <a:pt x="2413" y="12735"/>
                </a:lnTo>
                <a:lnTo>
                  <a:pt x="3086" y="11676"/>
                </a:lnTo>
                <a:lnTo>
                  <a:pt x="3238" y="11743"/>
                </a:lnTo>
                <a:lnTo>
                  <a:pt x="3421" y="11775"/>
                </a:lnTo>
                <a:lnTo>
                  <a:pt x="3605" y="11775"/>
                </a:lnTo>
                <a:lnTo>
                  <a:pt x="3758" y="11743"/>
                </a:lnTo>
                <a:lnTo>
                  <a:pt x="3880" y="11710"/>
                </a:lnTo>
                <a:lnTo>
                  <a:pt x="4003" y="11644"/>
                </a:lnTo>
                <a:close/>
                <a:moveTo>
                  <a:pt x="5011" y="10585"/>
                </a:moveTo>
                <a:lnTo>
                  <a:pt x="5011" y="12008"/>
                </a:lnTo>
                <a:lnTo>
                  <a:pt x="4796" y="12206"/>
                </a:lnTo>
                <a:lnTo>
                  <a:pt x="4583" y="12470"/>
                </a:lnTo>
                <a:lnTo>
                  <a:pt x="4216" y="13033"/>
                </a:lnTo>
                <a:lnTo>
                  <a:pt x="3545" y="14058"/>
                </a:lnTo>
                <a:lnTo>
                  <a:pt x="3208" y="14554"/>
                </a:lnTo>
                <a:lnTo>
                  <a:pt x="2872" y="15083"/>
                </a:lnTo>
                <a:lnTo>
                  <a:pt x="1803" y="16506"/>
                </a:lnTo>
                <a:lnTo>
                  <a:pt x="1283" y="17201"/>
                </a:lnTo>
                <a:lnTo>
                  <a:pt x="795" y="17928"/>
                </a:lnTo>
                <a:lnTo>
                  <a:pt x="795" y="17365"/>
                </a:lnTo>
                <a:lnTo>
                  <a:pt x="948" y="17201"/>
                </a:lnTo>
                <a:lnTo>
                  <a:pt x="1100" y="17035"/>
                </a:lnTo>
                <a:lnTo>
                  <a:pt x="1406" y="16671"/>
                </a:lnTo>
                <a:lnTo>
                  <a:pt x="1895" y="15877"/>
                </a:lnTo>
                <a:lnTo>
                  <a:pt x="2536" y="14918"/>
                </a:lnTo>
                <a:lnTo>
                  <a:pt x="3147" y="13926"/>
                </a:lnTo>
                <a:lnTo>
                  <a:pt x="3758" y="12900"/>
                </a:lnTo>
                <a:lnTo>
                  <a:pt x="4338" y="11875"/>
                </a:lnTo>
                <a:lnTo>
                  <a:pt x="4675" y="11247"/>
                </a:lnTo>
                <a:lnTo>
                  <a:pt x="4858" y="10916"/>
                </a:lnTo>
                <a:lnTo>
                  <a:pt x="5011" y="10585"/>
                </a:lnTo>
                <a:close/>
                <a:moveTo>
                  <a:pt x="5071" y="19119"/>
                </a:moveTo>
                <a:lnTo>
                  <a:pt x="5071" y="19615"/>
                </a:lnTo>
                <a:lnTo>
                  <a:pt x="4796" y="19615"/>
                </a:lnTo>
                <a:lnTo>
                  <a:pt x="5041" y="19152"/>
                </a:lnTo>
                <a:lnTo>
                  <a:pt x="5071" y="19119"/>
                </a:lnTo>
                <a:close/>
                <a:moveTo>
                  <a:pt x="5071" y="17564"/>
                </a:moveTo>
                <a:lnTo>
                  <a:pt x="5071" y="18424"/>
                </a:lnTo>
                <a:lnTo>
                  <a:pt x="4919" y="18655"/>
                </a:lnTo>
                <a:lnTo>
                  <a:pt x="4796" y="18854"/>
                </a:lnTo>
                <a:lnTo>
                  <a:pt x="4491" y="19350"/>
                </a:lnTo>
                <a:lnTo>
                  <a:pt x="4308" y="19648"/>
                </a:lnTo>
                <a:lnTo>
                  <a:pt x="3758" y="19648"/>
                </a:lnTo>
                <a:lnTo>
                  <a:pt x="4308" y="18755"/>
                </a:lnTo>
                <a:lnTo>
                  <a:pt x="4705" y="18159"/>
                </a:lnTo>
                <a:lnTo>
                  <a:pt x="5071" y="17564"/>
                </a:lnTo>
                <a:close/>
                <a:moveTo>
                  <a:pt x="5071" y="16075"/>
                </a:moveTo>
                <a:lnTo>
                  <a:pt x="5071" y="16968"/>
                </a:lnTo>
                <a:lnTo>
                  <a:pt x="4828" y="17234"/>
                </a:lnTo>
                <a:lnTo>
                  <a:pt x="4583" y="17499"/>
                </a:lnTo>
                <a:lnTo>
                  <a:pt x="4186" y="18094"/>
                </a:lnTo>
                <a:lnTo>
                  <a:pt x="3636" y="18888"/>
                </a:lnTo>
                <a:lnTo>
                  <a:pt x="3361" y="19285"/>
                </a:lnTo>
                <a:lnTo>
                  <a:pt x="3116" y="19714"/>
                </a:lnTo>
                <a:lnTo>
                  <a:pt x="2903" y="19714"/>
                </a:lnTo>
                <a:lnTo>
                  <a:pt x="3055" y="19483"/>
                </a:lnTo>
                <a:lnTo>
                  <a:pt x="3208" y="19251"/>
                </a:lnTo>
                <a:lnTo>
                  <a:pt x="3605" y="18556"/>
                </a:lnTo>
                <a:lnTo>
                  <a:pt x="4003" y="17829"/>
                </a:lnTo>
                <a:lnTo>
                  <a:pt x="4400" y="17102"/>
                </a:lnTo>
                <a:lnTo>
                  <a:pt x="4828" y="16407"/>
                </a:lnTo>
                <a:lnTo>
                  <a:pt x="5071" y="16075"/>
                </a:lnTo>
                <a:close/>
                <a:moveTo>
                  <a:pt x="5041" y="14124"/>
                </a:moveTo>
                <a:lnTo>
                  <a:pt x="5041" y="15249"/>
                </a:lnTo>
                <a:lnTo>
                  <a:pt x="5071" y="15447"/>
                </a:lnTo>
                <a:lnTo>
                  <a:pt x="4858" y="15613"/>
                </a:lnTo>
                <a:lnTo>
                  <a:pt x="4675" y="15844"/>
                </a:lnTo>
                <a:lnTo>
                  <a:pt x="4491" y="16075"/>
                </a:lnTo>
                <a:lnTo>
                  <a:pt x="4338" y="16340"/>
                </a:lnTo>
                <a:lnTo>
                  <a:pt x="4063" y="16837"/>
                </a:lnTo>
                <a:lnTo>
                  <a:pt x="3820" y="17266"/>
                </a:lnTo>
                <a:lnTo>
                  <a:pt x="3421" y="17995"/>
                </a:lnTo>
                <a:lnTo>
                  <a:pt x="3025" y="18722"/>
                </a:lnTo>
                <a:lnTo>
                  <a:pt x="2841" y="18987"/>
                </a:lnTo>
                <a:lnTo>
                  <a:pt x="2658" y="19218"/>
                </a:lnTo>
                <a:lnTo>
                  <a:pt x="2475" y="19483"/>
                </a:lnTo>
                <a:lnTo>
                  <a:pt x="2322" y="19747"/>
                </a:lnTo>
                <a:lnTo>
                  <a:pt x="1315" y="19846"/>
                </a:lnTo>
                <a:lnTo>
                  <a:pt x="1833" y="19152"/>
                </a:lnTo>
                <a:lnTo>
                  <a:pt x="2291" y="18424"/>
                </a:lnTo>
                <a:lnTo>
                  <a:pt x="2780" y="17697"/>
                </a:lnTo>
                <a:lnTo>
                  <a:pt x="3270" y="17002"/>
                </a:lnTo>
                <a:lnTo>
                  <a:pt x="3545" y="16638"/>
                </a:lnTo>
                <a:lnTo>
                  <a:pt x="3788" y="16274"/>
                </a:lnTo>
                <a:lnTo>
                  <a:pt x="4246" y="15480"/>
                </a:lnTo>
                <a:lnTo>
                  <a:pt x="4675" y="14819"/>
                </a:lnTo>
                <a:lnTo>
                  <a:pt x="4858" y="14455"/>
                </a:lnTo>
                <a:lnTo>
                  <a:pt x="5041" y="14124"/>
                </a:lnTo>
                <a:close/>
                <a:moveTo>
                  <a:pt x="5041" y="12602"/>
                </a:moveTo>
                <a:lnTo>
                  <a:pt x="5041" y="13793"/>
                </a:lnTo>
                <a:lnTo>
                  <a:pt x="4888" y="13892"/>
                </a:lnTo>
                <a:lnTo>
                  <a:pt x="4766" y="14025"/>
                </a:lnTo>
                <a:lnTo>
                  <a:pt x="4553" y="14289"/>
                </a:lnTo>
                <a:lnTo>
                  <a:pt x="4338" y="14587"/>
                </a:lnTo>
                <a:lnTo>
                  <a:pt x="4125" y="14918"/>
                </a:lnTo>
                <a:lnTo>
                  <a:pt x="3575" y="15812"/>
                </a:lnTo>
                <a:lnTo>
                  <a:pt x="3300" y="16274"/>
                </a:lnTo>
                <a:lnTo>
                  <a:pt x="2995" y="16705"/>
                </a:lnTo>
                <a:lnTo>
                  <a:pt x="2445" y="17499"/>
                </a:lnTo>
                <a:lnTo>
                  <a:pt x="1895" y="18325"/>
                </a:lnTo>
                <a:lnTo>
                  <a:pt x="1345" y="19119"/>
                </a:lnTo>
                <a:lnTo>
                  <a:pt x="1040" y="19483"/>
                </a:lnTo>
                <a:lnTo>
                  <a:pt x="733" y="19880"/>
                </a:lnTo>
                <a:lnTo>
                  <a:pt x="765" y="19615"/>
                </a:lnTo>
                <a:lnTo>
                  <a:pt x="765" y="18888"/>
                </a:lnTo>
                <a:lnTo>
                  <a:pt x="1406" y="17961"/>
                </a:lnTo>
                <a:lnTo>
                  <a:pt x="2048" y="17068"/>
                </a:lnTo>
                <a:lnTo>
                  <a:pt x="3361" y="15281"/>
                </a:lnTo>
                <a:lnTo>
                  <a:pt x="3880" y="14487"/>
                </a:lnTo>
                <a:lnTo>
                  <a:pt x="4369" y="13661"/>
                </a:lnTo>
                <a:lnTo>
                  <a:pt x="4705" y="13132"/>
                </a:lnTo>
                <a:lnTo>
                  <a:pt x="5041" y="12602"/>
                </a:lnTo>
                <a:close/>
                <a:moveTo>
                  <a:pt x="12984" y="662"/>
                </a:moveTo>
                <a:lnTo>
                  <a:pt x="13229" y="695"/>
                </a:lnTo>
                <a:lnTo>
                  <a:pt x="13504" y="727"/>
                </a:lnTo>
                <a:lnTo>
                  <a:pt x="13749" y="794"/>
                </a:lnTo>
                <a:lnTo>
                  <a:pt x="13901" y="827"/>
                </a:lnTo>
                <a:lnTo>
                  <a:pt x="14024" y="893"/>
                </a:lnTo>
                <a:lnTo>
                  <a:pt x="14146" y="992"/>
                </a:lnTo>
                <a:lnTo>
                  <a:pt x="14237" y="1124"/>
                </a:lnTo>
                <a:lnTo>
                  <a:pt x="14421" y="1357"/>
                </a:lnTo>
                <a:lnTo>
                  <a:pt x="14542" y="1653"/>
                </a:lnTo>
                <a:lnTo>
                  <a:pt x="14634" y="1951"/>
                </a:lnTo>
                <a:lnTo>
                  <a:pt x="14695" y="2282"/>
                </a:lnTo>
                <a:lnTo>
                  <a:pt x="14726" y="2613"/>
                </a:lnTo>
                <a:lnTo>
                  <a:pt x="14726" y="3241"/>
                </a:lnTo>
                <a:lnTo>
                  <a:pt x="14665" y="3870"/>
                </a:lnTo>
                <a:lnTo>
                  <a:pt x="14542" y="4498"/>
                </a:lnTo>
                <a:lnTo>
                  <a:pt x="14390" y="5126"/>
                </a:lnTo>
                <a:lnTo>
                  <a:pt x="14207" y="5722"/>
                </a:lnTo>
                <a:lnTo>
                  <a:pt x="13779" y="6947"/>
                </a:lnTo>
                <a:lnTo>
                  <a:pt x="13565" y="7542"/>
                </a:lnTo>
                <a:lnTo>
                  <a:pt x="13382" y="8138"/>
                </a:lnTo>
                <a:lnTo>
                  <a:pt x="13382" y="8401"/>
                </a:lnTo>
                <a:lnTo>
                  <a:pt x="13474" y="8501"/>
                </a:lnTo>
                <a:lnTo>
                  <a:pt x="13534" y="8567"/>
                </a:lnTo>
                <a:lnTo>
                  <a:pt x="13657" y="8600"/>
                </a:lnTo>
                <a:lnTo>
                  <a:pt x="13749" y="8600"/>
                </a:lnTo>
                <a:lnTo>
                  <a:pt x="13871" y="8567"/>
                </a:lnTo>
                <a:lnTo>
                  <a:pt x="13962" y="8535"/>
                </a:lnTo>
                <a:lnTo>
                  <a:pt x="14299" y="8567"/>
                </a:lnTo>
                <a:lnTo>
                  <a:pt x="14634" y="8600"/>
                </a:lnTo>
                <a:lnTo>
                  <a:pt x="15337" y="8634"/>
                </a:lnTo>
                <a:lnTo>
                  <a:pt x="16040" y="8600"/>
                </a:lnTo>
                <a:lnTo>
                  <a:pt x="16712" y="8600"/>
                </a:lnTo>
                <a:lnTo>
                  <a:pt x="17262" y="8634"/>
                </a:lnTo>
                <a:lnTo>
                  <a:pt x="17842" y="8733"/>
                </a:lnTo>
                <a:lnTo>
                  <a:pt x="18423" y="8832"/>
                </a:lnTo>
                <a:lnTo>
                  <a:pt x="18973" y="8964"/>
                </a:lnTo>
                <a:lnTo>
                  <a:pt x="19432" y="9063"/>
                </a:lnTo>
                <a:lnTo>
                  <a:pt x="19890" y="9229"/>
                </a:lnTo>
                <a:lnTo>
                  <a:pt x="20103" y="9361"/>
                </a:lnTo>
                <a:lnTo>
                  <a:pt x="20287" y="9460"/>
                </a:lnTo>
                <a:lnTo>
                  <a:pt x="20500" y="9626"/>
                </a:lnTo>
                <a:lnTo>
                  <a:pt x="20653" y="9791"/>
                </a:lnTo>
                <a:lnTo>
                  <a:pt x="20775" y="9924"/>
                </a:lnTo>
                <a:lnTo>
                  <a:pt x="20867" y="10056"/>
                </a:lnTo>
                <a:lnTo>
                  <a:pt x="20898" y="10222"/>
                </a:lnTo>
                <a:lnTo>
                  <a:pt x="20928" y="10386"/>
                </a:lnTo>
                <a:lnTo>
                  <a:pt x="20958" y="10552"/>
                </a:lnTo>
                <a:lnTo>
                  <a:pt x="20928" y="10718"/>
                </a:lnTo>
                <a:lnTo>
                  <a:pt x="20898" y="10916"/>
                </a:lnTo>
                <a:lnTo>
                  <a:pt x="20837" y="11081"/>
                </a:lnTo>
                <a:lnTo>
                  <a:pt x="20683" y="11378"/>
                </a:lnTo>
                <a:lnTo>
                  <a:pt x="20470" y="11644"/>
                </a:lnTo>
                <a:lnTo>
                  <a:pt x="20348" y="11775"/>
                </a:lnTo>
                <a:lnTo>
                  <a:pt x="20225" y="11875"/>
                </a:lnTo>
                <a:lnTo>
                  <a:pt x="20073" y="11941"/>
                </a:lnTo>
                <a:lnTo>
                  <a:pt x="19950" y="12008"/>
                </a:lnTo>
                <a:lnTo>
                  <a:pt x="19828" y="12073"/>
                </a:lnTo>
                <a:lnTo>
                  <a:pt x="19737" y="12172"/>
                </a:lnTo>
                <a:lnTo>
                  <a:pt x="19707" y="12306"/>
                </a:lnTo>
                <a:lnTo>
                  <a:pt x="19767" y="12569"/>
                </a:lnTo>
                <a:lnTo>
                  <a:pt x="19858" y="12636"/>
                </a:lnTo>
                <a:lnTo>
                  <a:pt x="19982" y="12701"/>
                </a:lnTo>
                <a:lnTo>
                  <a:pt x="20133" y="12701"/>
                </a:lnTo>
                <a:lnTo>
                  <a:pt x="20287" y="12636"/>
                </a:lnTo>
                <a:lnTo>
                  <a:pt x="20440" y="12768"/>
                </a:lnTo>
                <a:lnTo>
                  <a:pt x="20562" y="12900"/>
                </a:lnTo>
                <a:lnTo>
                  <a:pt x="20623" y="13098"/>
                </a:lnTo>
                <a:lnTo>
                  <a:pt x="20683" y="13297"/>
                </a:lnTo>
                <a:lnTo>
                  <a:pt x="20683" y="13529"/>
                </a:lnTo>
                <a:lnTo>
                  <a:pt x="20653" y="13760"/>
                </a:lnTo>
                <a:lnTo>
                  <a:pt x="20562" y="14157"/>
                </a:lnTo>
                <a:lnTo>
                  <a:pt x="20470" y="14422"/>
                </a:lnTo>
                <a:lnTo>
                  <a:pt x="20348" y="14621"/>
                </a:lnTo>
                <a:lnTo>
                  <a:pt x="20195" y="14819"/>
                </a:lnTo>
                <a:lnTo>
                  <a:pt x="20012" y="14984"/>
                </a:lnTo>
                <a:lnTo>
                  <a:pt x="19767" y="15150"/>
                </a:lnTo>
                <a:lnTo>
                  <a:pt x="19675" y="15216"/>
                </a:lnTo>
                <a:lnTo>
                  <a:pt x="19615" y="15381"/>
                </a:lnTo>
                <a:lnTo>
                  <a:pt x="19615" y="15480"/>
                </a:lnTo>
                <a:lnTo>
                  <a:pt x="19675" y="15613"/>
                </a:lnTo>
                <a:lnTo>
                  <a:pt x="19737" y="15646"/>
                </a:lnTo>
                <a:lnTo>
                  <a:pt x="19828" y="15712"/>
                </a:lnTo>
                <a:lnTo>
                  <a:pt x="19950" y="15745"/>
                </a:lnTo>
                <a:lnTo>
                  <a:pt x="20042" y="15976"/>
                </a:lnTo>
                <a:lnTo>
                  <a:pt x="20073" y="16208"/>
                </a:lnTo>
                <a:lnTo>
                  <a:pt x="20103" y="16407"/>
                </a:lnTo>
                <a:lnTo>
                  <a:pt x="20073" y="16869"/>
                </a:lnTo>
                <a:lnTo>
                  <a:pt x="20042" y="17234"/>
                </a:lnTo>
                <a:lnTo>
                  <a:pt x="19982" y="17432"/>
                </a:lnTo>
                <a:lnTo>
                  <a:pt x="19920" y="17663"/>
                </a:lnTo>
                <a:lnTo>
                  <a:pt x="19828" y="17862"/>
                </a:lnTo>
                <a:lnTo>
                  <a:pt x="19737" y="18027"/>
                </a:lnTo>
                <a:lnTo>
                  <a:pt x="19615" y="18127"/>
                </a:lnTo>
                <a:lnTo>
                  <a:pt x="19523" y="18159"/>
                </a:lnTo>
                <a:lnTo>
                  <a:pt x="19462" y="18159"/>
                </a:lnTo>
                <a:lnTo>
                  <a:pt x="19340" y="18193"/>
                </a:lnTo>
                <a:lnTo>
                  <a:pt x="19248" y="18259"/>
                </a:lnTo>
                <a:lnTo>
                  <a:pt x="19187" y="18358"/>
                </a:lnTo>
                <a:lnTo>
                  <a:pt x="19157" y="18457"/>
                </a:lnTo>
                <a:lnTo>
                  <a:pt x="19157" y="18590"/>
                </a:lnTo>
                <a:lnTo>
                  <a:pt x="19187" y="18689"/>
                </a:lnTo>
                <a:lnTo>
                  <a:pt x="19278" y="18755"/>
                </a:lnTo>
                <a:lnTo>
                  <a:pt x="19370" y="18821"/>
                </a:lnTo>
                <a:lnTo>
                  <a:pt x="19492" y="18821"/>
                </a:lnTo>
                <a:lnTo>
                  <a:pt x="19553" y="19152"/>
                </a:lnTo>
                <a:lnTo>
                  <a:pt x="19615" y="19516"/>
                </a:lnTo>
                <a:lnTo>
                  <a:pt x="19615" y="19846"/>
                </a:lnTo>
                <a:lnTo>
                  <a:pt x="19584" y="20012"/>
                </a:lnTo>
                <a:lnTo>
                  <a:pt x="19523" y="20211"/>
                </a:lnTo>
                <a:lnTo>
                  <a:pt x="19432" y="20343"/>
                </a:lnTo>
                <a:lnTo>
                  <a:pt x="19340" y="20476"/>
                </a:lnTo>
                <a:lnTo>
                  <a:pt x="19217" y="20575"/>
                </a:lnTo>
                <a:lnTo>
                  <a:pt x="19095" y="20640"/>
                </a:lnTo>
                <a:lnTo>
                  <a:pt x="19157" y="20277"/>
                </a:lnTo>
                <a:lnTo>
                  <a:pt x="19248" y="19880"/>
                </a:lnTo>
                <a:lnTo>
                  <a:pt x="19248" y="19781"/>
                </a:lnTo>
                <a:lnTo>
                  <a:pt x="19187" y="19747"/>
                </a:lnTo>
                <a:lnTo>
                  <a:pt x="19095" y="19714"/>
                </a:lnTo>
                <a:lnTo>
                  <a:pt x="19034" y="19781"/>
                </a:lnTo>
                <a:lnTo>
                  <a:pt x="18850" y="20277"/>
                </a:lnTo>
                <a:lnTo>
                  <a:pt x="18790" y="20508"/>
                </a:lnTo>
                <a:lnTo>
                  <a:pt x="18790" y="20773"/>
                </a:lnTo>
                <a:lnTo>
                  <a:pt x="18392" y="20873"/>
                </a:lnTo>
                <a:lnTo>
                  <a:pt x="18484" y="20442"/>
                </a:lnTo>
                <a:lnTo>
                  <a:pt x="18607" y="19946"/>
                </a:lnTo>
                <a:lnTo>
                  <a:pt x="18667" y="19449"/>
                </a:lnTo>
                <a:lnTo>
                  <a:pt x="18667" y="19417"/>
                </a:lnTo>
                <a:lnTo>
                  <a:pt x="18637" y="19350"/>
                </a:lnTo>
                <a:lnTo>
                  <a:pt x="18575" y="19318"/>
                </a:lnTo>
                <a:lnTo>
                  <a:pt x="18484" y="19350"/>
                </a:lnTo>
                <a:lnTo>
                  <a:pt x="18423" y="19384"/>
                </a:lnTo>
                <a:lnTo>
                  <a:pt x="18423" y="19417"/>
                </a:lnTo>
                <a:lnTo>
                  <a:pt x="18270" y="19880"/>
                </a:lnTo>
                <a:lnTo>
                  <a:pt x="18148" y="20343"/>
                </a:lnTo>
                <a:lnTo>
                  <a:pt x="18025" y="20640"/>
                </a:lnTo>
                <a:lnTo>
                  <a:pt x="17995" y="20806"/>
                </a:lnTo>
                <a:lnTo>
                  <a:pt x="17995" y="20938"/>
                </a:lnTo>
                <a:lnTo>
                  <a:pt x="17659" y="20972"/>
                </a:lnTo>
                <a:lnTo>
                  <a:pt x="17690" y="20905"/>
                </a:lnTo>
                <a:lnTo>
                  <a:pt x="17690" y="20839"/>
                </a:lnTo>
                <a:lnTo>
                  <a:pt x="17720" y="20476"/>
                </a:lnTo>
                <a:lnTo>
                  <a:pt x="17782" y="20079"/>
                </a:lnTo>
                <a:lnTo>
                  <a:pt x="17873" y="19714"/>
                </a:lnTo>
                <a:lnTo>
                  <a:pt x="18025" y="19384"/>
                </a:lnTo>
                <a:lnTo>
                  <a:pt x="18025" y="19318"/>
                </a:lnTo>
                <a:lnTo>
                  <a:pt x="17995" y="19251"/>
                </a:lnTo>
                <a:lnTo>
                  <a:pt x="17934" y="19218"/>
                </a:lnTo>
                <a:lnTo>
                  <a:pt x="17873" y="19251"/>
                </a:lnTo>
                <a:lnTo>
                  <a:pt x="17659" y="19615"/>
                </a:lnTo>
                <a:lnTo>
                  <a:pt x="17475" y="20012"/>
                </a:lnTo>
                <a:lnTo>
                  <a:pt x="17384" y="20211"/>
                </a:lnTo>
                <a:lnTo>
                  <a:pt x="17323" y="20608"/>
                </a:lnTo>
                <a:lnTo>
                  <a:pt x="17323" y="20839"/>
                </a:lnTo>
                <a:lnTo>
                  <a:pt x="17384" y="20972"/>
                </a:lnTo>
                <a:lnTo>
                  <a:pt x="16804" y="20972"/>
                </a:lnTo>
                <a:lnTo>
                  <a:pt x="16865" y="20674"/>
                </a:lnTo>
                <a:lnTo>
                  <a:pt x="16895" y="20377"/>
                </a:lnTo>
                <a:lnTo>
                  <a:pt x="16957" y="20079"/>
                </a:lnTo>
                <a:lnTo>
                  <a:pt x="17048" y="19781"/>
                </a:lnTo>
                <a:lnTo>
                  <a:pt x="17262" y="19186"/>
                </a:lnTo>
                <a:lnTo>
                  <a:pt x="17262" y="19119"/>
                </a:lnTo>
                <a:lnTo>
                  <a:pt x="17200" y="19052"/>
                </a:lnTo>
                <a:lnTo>
                  <a:pt x="17140" y="19052"/>
                </a:lnTo>
                <a:lnTo>
                  <a:pt x="17079" y="19119"/>
                </a:lnTo>
                <a:lnTo>
                  <a:pt x="16895" y="19384"/>
                </a:lnTo>
                <a:lnTo>
                  <a:pt x="16742" y="19648"/>
                </a:lnTo>
                <a:lnTo>
                  <a:pt x="16620" y="19946"/>
                </a:lnTo>
                <a:lnTo>
                  <a:pt x="16499" y="20277"/>
                </a:lnTo>
                <a:lnTo>
                  <a:pt x="16407" y="20575"/>
                </a:lnTo>
                <a:lnTo>
                  <a:pt x="16375" y="20773"/>
                </a:lnTo>
                <a:lnTo>
                  <a:pt x="16375" y="20938"/>
                </a:lnTo>
                <a:lnTo>
                  <a:pt x="15765" y="20839"/>
                </a:lnTo>
                <a:lnTo>
                  <a:pt x="15826" y="20442"/>
                </a:lnTo>
                <a:lnTo>
                  <a:pt x="15917" y="20045"/>
                </a:lnTo>
                <a:lnTo>
                  <a:pt x="16040" y="19682"/>
                </a:lnTo>
                <a:lnTo>
                  <a:pt x="16224" y="19318"/>
                </a:lnTo>
                <a:lnTo>
                  <a:pt x="16224" y="19251"/>
                </a:lnTo>
                <a:lnTo>
                  <a:pt x="16192" y="19186"/>
                </a:lnTo>
                <a:lnTo>
                  <a:pt x="16070" y="19186"/>
                </a:lnTo>
                <a:lnTo>
                  <a:pt x="15949" y="19350"/>
                </a:lnTo>
                <a:lnTo>
                  <a:pt x="15826" y="19516"/>
                </a:lnTo>
                <a:lnTo>
                  <a:pt x="15704" y="19682"/>
                </a:lnTo>
                <a:lnTo>
                  <a:pt x="15582" y="19913"/>
                </a:lnTo>
                <a:lnTo>
                  <a:pt x="15490" y="20111"/>
                </a:lnTo>
                <a:lnTo>
                  <a:pt x="15429" y="20343"/>
                </a:lnTo>
                <a:lnTo>
                  <a:pt x="15367" y="20575"/>
                </a:lnTo>
                <a:lnTo>
                  <a:pt x="15367" y="20773"/>
                </a:lnTo>
                <a:lnTo>
                  <a:pt x="14817" y="20707"/>
                </a:lnTo>
                <a:lnTo>
                  <a:pt x="14757" y="20674"/>
                </a:lnTo>
                <a:lnTo>
                  <a:pt x="14909" y="20310"/>
                </a:lnTo>
                <a:lnTo>
                  <a:pt x="15001" y="19946"/>
                </a:lnTo>
                <a:lnTo>
                  <a:pt x="15215" y="19186"/>
                </a:lnTo>
                <a:lnTo>
                  <a:pt x="15215" y="19119"/>
                </a:lnTo>
                <a:lnTo>
                  <a:pt x="15184" y="19119"/>
                </a:lnTo>
                <a:lnTo>
                  <a:pt x="15154" y="19152"/>
                </a:lnTo>
                <a:lnTo>
                  <a:pt x="14909" y="19516"/>
                </a:lnTo>
                <a:lnTo>
                  <a:pt x="14665" y="19846"/>
                </a:lnTo>
                <a:lnTo>
                  <a:pt x="14451" y="20211"/>
                </a:lnTo>
                <a:lnTo>
                  <a:pt x="14267" y="20575"/>
                </a:lnTo>
                <a:lnTo>
                  <a:pt x="14267" y="20608"/>
                </a:lnTo>
                <a:lnTo>
                  <a:pt x="13779" y="20508"/>
                </a:lnTo>
                <a:lnTo>
                  <a:pt x="13932" y="20377"/>
                </a:lnTo>
                <a:lnTo>
                  <a:pt x="14024" y="20211"/>
                </a:lnTo>
                <a:lnTo>
                  <a:pt x="14176" y="19846"/>
                </a:lnTo>
                <a:lnTo>
                  <a:pt x="14634" y="18854"/>
                </a:lnTo>
                <a:lnTo>
                  <a:pt x="14665" y="18821"/>
                </a:lnTo>
                <a:lnTo>
                  <a:pt x="14665" y="18789"/>
                </a:lnTo>
                <a:lnTo>
                  <a:pt x="14604" y="18722"/>
                </a:lnTo>
                <a:lnTo>
                  <a:pt x="14512" y="18722"/>
                </a:lnTo>
                <a:lnTo>
                  <a:pt x="14482" y="18755"/>
                </a:lnTo>
                <a:lnTo>
                  <a:pt x="13992" y="19583"/>
                </a:lnTo>
                <a:lnTo>
                  <a:pt x="13779" y="20012"/>
                </a:lnTo>
                <a:lnTo>
                  <a:pt x="13687" y="20211"/>
                </a:lnTo>
                <a:lnTo>
                  <a:pt x="13657" y="20310"/>
                </a:lnTo>
                <a:lnTo>
                  <a:pt x="13657" y="20442"/>
                </a:lnTo>
                <a:lnTo>
                  <a:pt x="13687" y="20476"/>
                </a:lnTo>
                <a:lnTo>
                  <a:pt x="12984" y="20310"/>
                </a:lnTo>
                <a:lnTo>
                  <a:pt x="13167" y="19880"/>
                </a:lnTo>
                <a:lnTo>
                  <a:pt x="13351" y="19483"/>
                </a:lnTo>
                <a:lnTo>
                  <a:pt x="13565" y="19086"/>
                </a:lnTo>
                <a:lnTo>
                  <a:pt x="13809" y="18722"/>
                </a:lnTo>
                <a:lnTo>
                  <a:pt x="13840" y="18655"/>
                </a:lnTo>
                <a:lnTo>
                  <a:pt x="13809" y="18623"/>
                </a:lnTo>
                <a:lnTo>
                  <a:pt x="13749" y="18590"/>
                </a:lnTo>
                <a:lnTo>
                  <a:pt x="13687" y="18623"/>
                </a:lnTo>
                <a:lnTo>
                  <a:pt x="13382" y="18953"/>
                </a:lnTo>
                <a:lnTo>
                  <a:pt x="13076" y="19318"/>
                </a:lnTo>
                <a:lnTo>
                  <a:pt x="12954" y="19516"/>
                </a:lnTo>
                <a:lnTo>
                  <a:pt x="12832" y="19714"/>
                </a:lnTo>
                <a:lnTo>
                  <a:pt x="12741" y="19946"/>
                </a:lnTo>
                <a:lnTo>
                  <a:pt x="12679" y="20178"/>
                </a:lnTo>
                <a:lnTo>
                  <a:pt x="12679" y="20243"/>
                </a:lnTo>
                <a:lnTo>
                  <a:pt x="12191" y="20079"/>
                </a:lnTo>
                <a:lnTo>
                  <a:pt x="12251" y="19814"/>
                </a:lnTo>
                <a:lnTo>
                  <a:pt x="12342" y="19549"/>
                </a:lnTo>
                <a:lnTo>
                  <a:pt x="12557" y="18987"/>
                </a:lnTo>
                <a:lnTo>
                  <a:pt x="12741" y="18392"/>
                </a:lnTo>
                <a:lnTo>
                  <a:pt x="12741" y="18358"/>
                </a:lnTo>
                <a:lnTo>
                  <a:pt x="12709" y="18392"/>
                </a:lnTo>
                <a:lnTo>
                  <a:pt x="12404" y="18921"/>
                </a:lnTo>
                <a:lnTo>
                  <a:pt x="12099" y="19449"/>
                </a:lnTo>
                <a:lnTo>
                  <a:pt x="11977" y="19714"/>
                </a:lnTo>
                <a:lnTo>
                  <a:pt x="11885" y="19980"/>
                </a:lnTo>
                <a:lnTo>
                  <a:pt x="11182" y="19747"/>
                </a:lnTo>
                <a:lnTo>
                  <a:pt x="11274" y="19615"/>
                </a:lnTo>
                <a:lnTo>
                  <a:pt x="11336" y="19449"/>
                </a:lnTo>
                <a:lnTo>
                  <a:pt x="11487" y="19152"/>
                </a:lnTo>
                <a:lnTo>
                  <a:pt x="11732" y="18655"/>
                </a:lnTo>
                <a:lnTo>
                  <a:pt x="11824" y="18424"/>
                </a:lnTo>
                <a:lnTo>
                  <a:pt x="11916" y="18159"/>
                </a:lnTo>
                <a:lnTo>
                  <a:pt x="11916" y="18094"/>
                </a:lnTo>
                <a:lnTo>
                  <a:pt x="11854" y="18060"/>
                </a:lnTo>
                <a:lnTo>
                  <a:pt x="11794" y="18027"/>
                </a:lnTo>
                <a:lnTo>
                  <a:pt x="11762" y="18094"/>
                </a:lnTo>
                <a:lnTo>
                  <a:pt x="11610" y="18325"/>
                </a:lnTo>
                <a:lnTo>
                  <a:pt x="11487" y="18524"/>
                </a:lnTo>
                <a:lnTo>
                  <a:pt x="11182" y="18953"/>
                </a:lnTo>
                <a:lnTo>
                  <a:pt x="10969" y="19251"/>
                </a:lnTo>
                <a:lnTo>
                  <a:pt x="10877" y="19417"/>
                </a:lnTo>
                <a:lnTo>
                  <a:pt x="10846" y="19615"/>
                </a:lnTo>
                <a:lnTo>
                  <a:pt x="10571" y="19483"/>
                </a:lnTo>
                <a:lnTo>
                  <a:pt x="10663" y="19119"/>
                </a:lnTo>
                <a:lnTo>
                  <a:pt x="10724" y="18821"/>
                </a:lnTo>
                <a:lnTo>
                  <a:pt x="10937" y="18193"/>
                </a:lnTo>
                <a:lnTo>
                  <a:pt x="11091" y="17896"/>
                </a:lnTo>
                <a:lnTo>
                  <a:pt x="11244" y="17598"/>
                </a:lnTo>
                <a:lnTo>
                  <a:pt x="11244" y="17531"/>
                </a:lnTo>
                <a:lnTo>
                  <a:pt x="11212" y="17465"/>
                </a:lnTo>
                <a:lnTo>
                  <a:pt x="11152" y="17465"/>
                </a:lnTo>
                <a:lnTo>
                  <a:pt x="11091" y="17499"/>
                </a:lnTo>
                <a:lnTo>
                  <a:pt x="10907" y="17796"/>
                </a:lnTo>
                <a:lnTo>
                  <a:pt x="10754" y="18060"/>
                </a:lnTo>
                <a:lnTo>
                  <a:pt x="10602" y="18358"/>
                </a:lnTo>
                <a:lnTo>
                  <a:pt x="10449" y="18689"/>
                </a:lnTo>
                <a:lnTo>
                  <a:pt x="10327" y="18987"/>
                </a:lnTo>
                <a:lnTo>
                  <a:pt x="10266" y="19152"/>
                </a:lnTo>
                <a:lnTo>
                  <a:pt x="10236" y="19318"/>
                </a:lnTo>
                <a:lnTo>
                  <a:pt x="9746" y="19086"/>
                </a:lnTo>
                <a:lnTo>
                  <a:pt x="9929" y="18524"/>
                </a:lnTo>
                <a:lnTo>
                  <a:pt x="10174" y="17961"/>
                </a:lnTo>
                <a:lnTo>
                  <a:pt x="10449" y="17399"/>
                </a:lnTo>
                <a:lnTo>
                  <a:pt x="10449" y="17333"/>
                </a:lnTo>
                <a:lnTo>
                  <a:pt x="10419" y="17300"/>
                </a:lnTo>
                <a:lnTo>
                  <a:pt x="10357" y="17300"/>
                </a:lnTo>
                <a:lnTo>
                  <a:pt x="9929" y="17862"/>
                </a:lnTo>
                <a:lnTo>
                  <a:pt x="9746" y="18127"/>
                </a:lnTo>
                <a:lnTo>
                  <a:pt x="9563" y="18457"/>
                </a:lnTo>
                <a:lnTo>
                  <a:pt x="9471" y="18623"/>
                </a:lnTo>
                <a:lnTo>
                  <a:pt x="9379" y="18854"/>
                </a:lnTo>
                <a:lnTo>
                  <a:pt x="8952" y="18623"/>
                </a:lnTo>
                <a:lnTo>
                  <a:pt x="9013" y="18226"/>
                </a:lnTo>
                <a:lnTo>
                  <a:pt x="9166" y="17896"/>
                </a:lnTo>
                <a:lnTo>
                  <a:pt x="9411" y="17333"/>
                </a:lnTo>
                <a:lnTo>
                  <a:pt x="9654" y="16737"/>
                </a:lnTo>
                <a:lnTo>
                  <a:pt x="9654" y="16705"/>
                </a:lnTo>
                <a:lnTo>
                  <a:pt x="9624" y="16671"/>
                </a:lnTo>
                <a:lnTo>
                  <a:pt x="9594" y="16671"/>
                </a:lnTo>
                <a:lnTo>
                  <a:pt x="9563" y="16705"/>
                </a:lnTo>
                <a:lnTo>
                  <a:pt x="9288" y="17102"/>
                </a:lnTo>
                <a:lnTo>
                  <a:pt x="9013" y="17499"/>
                </a:lnTo>
                <a:lnTo>
                  <a:pt x="8891" y="17730"/>
                </a:lnTo>
                <a:lnTo>
                  <a:pt x="8799" y="17928"/>
                </a:lnTo>
                <a:lnTo>
                  <a:pt x="8708" y="18159"/>
                </a:lnTo>
                <a:lnTo>
                  <a:pt x="8646" y="18392"/>
                </a:lnTo>
                <a:lnTo>
                  <a:pt x="8249" y="18127"/>
                </a:lnTo>
                <a:lnTo>
                  <a:pt x="8402" y="17730"/>
                </a:lnTo>
                <a:lnTo>
                  <a:pt x="8554" y="17333"/>
                </a:lnTo>
                <a:lnTo>
                  <a:pt x="8921" y="16605"/>
                </a:lnTo>
                <a:lnTo>
                  <a:pt x="8952" y="16571"/>
                </a:lnTo>
                <a:lnTo>
                  <a:pt x="8921" y="16539"/>
                </a:lnTo>
                <a:lnTo>
                  <a:pt x="8861" y="16539"/>
                </a:lnTo>
                <a:lnTo>
                  <a:pt x="8586" y="16837"/>
                </a:lnTo>
                <a:lnTo>
                  <a:pt x="8311" y="17167"/>
                </a:lnTo>
                <a:lnTo>
                  <a:pt x="8096" y="17531"/>
                </a:lnTo>
                <a:lnTo>
                  <a:pt x="7944" y="17896"/>
                </a:lnTo>
                <a:lnTo>
                  <a:pt x="7852" y="17896"/>
                </a:lnTo>
                <a:lnTo>
                  <a:pt x="7761" y="17928"/>
                </a:lnTo>
                <a:lnTo>
                  <a:pt x="7699" y="17995"/>
                </a:lnTo>
                <a:lnTo>
                  <a:pt x="7638" y="18060"/>
                </a:lnTo>
                <a:lnTo>
                  <a:pt x="7454" y="17995"/>
                </a:lnTo>
                <a:lnTo>
                  <a:pt x="7271" y="17961"/>
                </a:lnTo>
                <a:lnTo>
                  <a:pt x="7303" y="17862"/>
                </a:lnTo>
                <a:lnTo>
                  <a:pt x="7608" y="17201"/>
                </a:lnTo>
                <a:lnTo>
                  <a:pt x="7852" y="16671"/>
                </a:lnTo>
                <a:lnTo>
                  <a:pt x="7974" y="16373"/>
                </a:lnTo>
                <a:lnTo>
                  <a:pt x="8066" y="16109"/>
                </a:lnTo>
                <a:lnTo>
                  <a:pt x="8066" y="16075"/>
                </a:lnTo>
                <a:lnTo>
                  <a:pt x="8036" y="16043"/>
                </a:lnTo>
                <a:lnTo>
                  <a:pt x="8004" y="16043"/>
                </a:lnTo>
                <a:lnTo>
                  <a:pt x="7974" y="16075"/>
                </a:lnTo>
                <a:lnTo>
                  <a:pt x="7669" y="16506"/>
                </a:lnTo>
                <a:lnTo>
                  <a:pt x="7363" y="16936"/>
                </a:lnTo>
                <a:lnTo>
                  <a:pt x="7211" y="17201"/>
                </a:lnTo>
                <a:lnTo>
                  <a:pt x="7058" y="17432"/>
                </a:lnTo>
                <a:lnTo>
                  <a:pt x="6966" y="17697"/>
                </a:lnTo>
                <a:lnTo>
                  <a:pt x="6874" y="17961"/>
                </a:lnTo>
                <a:lnTo>
                  <a:pt x="6844" y="17961"/>
                </a:lnTo>
                <a:lnTo>
                  <a:pt x="6508" y="17928"/>
                </a:lnTo>
                <a:lnTo>
                  <a:pt x="6141" y="17961"/>
                </a:lnTo>
                <a:lnTo>
                  <a:pt x="6324" y="17564"/>
                </a:lnTo>
                <a:lnTo>
                  <a:pt x="6721" y="16869"/>
                </a:lnTo>
                <a:lnTo>
                  <a:pt x="6844" y="16638"/>
                </a:lnTo>
                <a:lnTo>
                  <a:pt x="6936" y="16407"/>
                </a:lnTo>
                <a:lnTo>
                  <a:pt x="6966" y="16274"/>
                </a:lnTo>
                <a:lnTo>
                  <a:pt x="6966" y="16175"/>
                </a:lnTo>
                <a:lnTo>
                  <a:pt x="6936" y="16043"/>
                </a:lnTo>
                <a:lnTo>
                  <a:pt x="6874" y="15943"/>
                </a:lnTo>
                <a:lnTo>
                  <a:pt x="6844" y="15943"/>
                </a:lnTo>
                <a:lnTo>
                  <a:pt x="6844" y="15976"/>
                </a:lnTo>
                <a:lnTo>
                  <a:pt x="6813" y="16043"/>
                </a:lnTo>
                <a:lnTo>
                  <a:pt x="6753" y="16142"/>
                </a:lnTo>
                <a:lnTo>
                  <a:pt x="6630" y="16308"/>
                </a:lnTo>
                <a:lnTo>
                  <a:pt x="6263" y="16903"/>
                </a:lnTo>
                <a:lnTo>
                  <a:pt x="5958" y="17399"/>
                </a:lnTo>
                <a:lnTo>
                  <a:pt x="5805" y="17697"/>
                </a:lnTo>
                <a:lnTo>
                  <a:pt x="5774" y="17862"/>
                </a:lnTo>
                <a:lnTo>
                  <a:pt x="5774" y="18027"/>
                </a:lnTo>
                <a:lnTo>
                  <a:pt x="5744" y="18027"/>
                </a:lnTo>
                <a:lnTo>
                  <a:pt x="5713" y="16043"/>
                </a:lnTo>
                <a:lnTo>
                  <a:pt x="5713" y="14323"/>
                </a:lnTo>
                <a:lnTo>
                  <a:pt x="5683" y="12602"/>
                </a:lnTo>
                <a:lnTo>
                  <a:pt x="5621" y="11412"/>
                </a:lnTo>
                <a:lnTo>
                  <a:pt x="5621" y="10222"/>
                </a:lnTo>
                <a:lnTo>
                  <a:pt x="5591" y="9691"/>
                </a:lnTo>
                <a:lnTo>
                  <a:pt x="5591" y="8964"/>
                </a:lnTo>
                <a:lnTo>
                  <a:pt x="5836" y="8997"/>
                </a:lnTo>
                <a:lnTo>
                  <a:pt x="6049" y="8997"/>
                </a:lnTo>
                <a:lnTo>
                  <a:pt x="6508" y="8964"/>
                </a:lnTo>
                <a:lnTo>
                  <a:pt x="7271" y="8964"/>
                </a:lnTo>
                <a:lnTo>
                  <a:pt x="7546" y="8931"/>
                </a:lnTo>
                <a:lnTo>
                  <a:pt x="7669" y="8865"/>
                </a:lnTo>
                <a:lnTo>
                  <a:pt x="7729" y="8766"/>
                </a:lnTo>
                <a:lnTo>
                  <a:pt x="8219" y="8468"/>
                </a:lnTo>
                <a:lnTo>
                  <a:pt x="8708" y="8104"/>
                </a:lnTo>
                <a:lnTo>
                  <a:pt x="9166" y="7674"/>
                </a:lnTo>
                <a:lnTo>
                  <a:pt x="9624" y="7244"/>
                </a:lnTo>
                <a:lnTo>
                  <a:pt x="10052" y="6781"/>
                </a:lnTo>
                <a:lnTo>
                  <a:pt x="10449" y="6317"/>
                </a:lnTo>
                <a:lnTo>
                  <a:pt x="11212" y="5359"/>
                </a:lnTo>
                <a:lnTo>
                  <a:pt x="11304" y="5260"/>
                </a:lnTo>
                <a:lnTo>
                  <a:pt x="11304" y="5027"/>
                </a:lnTo>
                <a:lnTo>
                  <a:pt x="11274" y="4928"/>
                </a:lnTo>
                <a:lnTo>
                  <a:pt x="11457" y="4697"/>
                </a:lnTo>
                <a:lnTo>
                  <a:pt x="11610" y="4466"/>
                </a:lnTo>
                <a:lnTo>
                  <a:pt x="11946" y="3903"/>
                </a:lnTo>
                <a:lnTo>
                  <a:pt x="12191" y="3307"/>
                </a:lnTo>
                <a:lnTo>
                  <a:pt x="12374" y="2745"/>
                </a:lnTo>
                <a:lnTo>
                  <a:pt x="12649" y="1720"/>
                </a:lnTo>
                <a:lnTo>
                  <a:pt x="12801" y="1191"/>
                </a:lnTo>
                <a:lnTo>
                  <a:pt x="12984" y="695"/>
                </a:lnTo>
                <a:lnTo>
                  <a:pt x="12984" y="662"/>
                </a:lnTo>
                <a:close/>
                <a:moveTo>
                  <a:pt x="13229" y="0"/>
                </a:moveTo>
                <a:lnTo>
                  <a:pt x="13015" y="33"/>
                </a:lnTo>
                <a:lnTo>
                  <a:pt x="12801" y="99"/>
                </a:lnTo>
                <a:lnTo>
                  <a:pt x="12617" y="231"/>
                </a:lnTo>
                <a:lnTo>
                  <a:pt x="12587" y="265"/>
                </a:lnTo>
                <a:lnTo>
                  <a:pt x="12496" y="330"/>
                </a:lnTo>
                <a:lnTo>
                  <a:pt x="12434" y="397"/>
                </a:lnTo>
                <a:lnTo>
                  <a:pt x="12282" y="563"/>
                </a:lnTo>
                <a:lnTo>
                  <a:pt x="12191" y="794"/>
                </a:lnTo>
                <a:lnTo>
                  <a:pt x="12099" y="1059"/>
                </a:lnTo>
                <a:lnTo>
                  <a:pt x="11977" y="1588"/>
                </a:lnTo>
                <a:lnTo>
                  <a:pt x="11885" y="2050"/>
                </a:lnTo>
                <a:lnTo>
                  <a:pt x="11702" y="2679"/>
                </a:lnTo>
                <a:lnTo>
                  <a:pt x="11610" y="3010"/>
                </a:lnTo>
                <a:lnTo>
                  <a:pt x="11487" y="3340"/>
                </a:lnTo>
                <a:lnTo>
                  <a:pt x="11304" y="3704"/>
                </a:lnTo>
                <a:lnTo>
                  <a:pt x="11091" y="4069"/>
                </a:lnTo>
                <a:lnTo>
                  <a:pt x="10877" y="4466"/>
                </a:lnTo>
                <a:lnTo>
                  <a:pt x="10816" y="4630"/>
                </a:lnTo>
                <a:lnTo>
                  <a:pt x="10754" y="4863"/>
                </a:lnTo>
                <a:lnTo>
                  <a:pt x="9196" y="6615"/>
                </a:lnTo>
                <a:lnTo>
                  <a:pt x="8402" y="7476"/>
                </a:lnTo>
                <a:lnTo>
                  <a:pt x="7578" y="8302"/>
                </a:lnTo>
                <a:lnTo>
                  <a:pt x="7454" y="8269"/>
                </a:lnTo>
                <a:lnTo>
                  <a:pt x="6936" y="8269"/>
                </a:lnTo>
                <a:lnTo>
                  <a:pt x="6416" y="8336"/>
                </a:lnTo>
                <a:lnTo>
                  <a:pt x="6111" y="8336"/>
                </a:lnTo>
                <a:lnTo>
                  <a:pt x="5774" y="8369"/>
                </a:lnTo>
                <a:lnTo>
                  <a:pt x="5805" y="8336"/>
                </a:lnTo>
                <a:lnTo>
                  <a:pt x="5805" y="8269"/>
                </a:lnTo>
                <a:lnTo>
                  <a:pt x="5774" y="8138"/>
                </a:lnTo>
                <a:lnTo>
                  <a:pt x="5683" y="8038"/>
                </a:lnTo>
                <a:lnTo>
                  <a:pt x="5591" y="8004"/>
                </a:lnTo>
                <a:lnTo>
                  <a:pt x="5530" y="7905"/>
                </a:lnTo>
                <a:lnTo>
                  <a:pt x="5438" y="7840"/>
                </a:lnTo>
                <a:lnTo>
                  <a:pt x="5163" y="7707"/>
                </a:lnTo>
                <a:lnTo>
                  <a:pt x="4858" y="7641"/>
                </a:lnTo>
                <a:lnTo>
                  <a:pt x="4553" y="7607"/>
                </a:lnTo>
                <a:lnTo>
                  <a:pt x="3605" y="7607"/>
                </a:lnTo>
                <a:lnTo>
                  <a:pt x="2995" y="7674"/>
                </a:lnTo>
                <a:lnTo>
                  <a:pt x="2720" y="7674"/>
                </a:lnTo>
                <a:lnTo>
                  <a:pt x="2413" y="7641"/>
                </a:lnTo>
                <a:lnTo>
                  <a:pt x="1773" y="7607"/>
                </a:lnTo>
                <a:lnTo>
                  <a:pt x="1436" y="7607"/>
                </a:lnTo>
                <a:lnTo>
                  <a:pt x="1131" y="7641"/>
                </a:lnTo>
                <a:lnTo>
                  <a:pt x="856" y="7707"/>
                </a:lnTo>
                <a:lnTo>
                  <a:pt x="581" y="7872"/>
                </a:lnTo>
                <a:lnTo>
                  <a:pt x="458" y="7872"/>
                </a:lnTo>
                <a:lnTo>
                  <a:pt x="398" y="7939"/>
                </a:lnTo>
                <a:lnTo>
                  <a:pt x="367" y="8004"/>
                </a:lnTo>
                <a:lnTo>
                  <a:pt x="306" y="8336"/>
                </a:lnTo>
                <a:lnTo>
                  <a:pt x="275" y="8699"/>
                </a:lnTo>
                <a:lnTo>
                  <a:pt x="275" y="9394"/>
                </a:lnTo>
                <a:lnTo>
                  <a:pt x="245" y="10088"/>
                </a:lnTo>
                <a:lnTo>
                  <a:pt x="215" y="10783"/>
                </a:lnTo>
                <a:lnTo>
                  <a:pt x="183" y="11544"/>
                </a:lnTo>
                <a:lnTo>
                  <a:pt x="183" y="13760"/>
                </a:lnTo>
                <a:lnTo>
                  <a:pt x="215" y="14554"/>
                </a:lnTo>
                <a:lnTo>
                  <a:pt x="215" y="15315"/>
                </a:lnTo>
                <a:lnTo>
                  <a:pt x="153" y="16837"/>
                </a:lnTo>
                <a:lnTo>
                  <a:pt x="123" y="18392"/>
                </a:lnTo>
                <a:lnTo>
                  <a:pt x="123" y="19251"/>
                </a:lnTo>
                <a:lnTo>
                  <a:pt x="92" y="19682"/>
                </a:lnTo>
                <a:lnTo>
                  <a:pt x="31" y="20111"/>
                </a:lnTo>
                <a:lnTo>
                  <a:pt x="0" y="20211"/>
                </a:lnTo>
                <a:lnTo>
                  <a:pt x="31" y="20343"/>
                </a:lnTo>
                <a:lnTo>
                  <a:pt x="92" y="20409"/>
                </a:lnTo>
                <a:lnTo>
                  <a:pt x="153" y="20476"/>
                </a:lnTo>
                <a:lnTo>
                  <a:pt x="336" y="20541"/>
                </a:lnTo>
                <a:lnTo>
                  <a:pt x="428" y="20508"/>
                </a:lnTo>
                <a:lnTo>
                  <a:pt x="520" y="20442"/>
                </a:lnTo>
                <a:lnTo>
                  <a:pt x="581" y="20508"/>
                </a:lnTo>
                <a:lnTo>
                  <a:pt x="673" y="20541"/>
                </a:lnTo>
                <a:lnTo>
                  <a:pt x="1253" y="20575"/>
                </a:lnTo>
                <a:lnTo>
                  <a:pt x="1833" y="20575"/>
                </a:lnTo>
                <a:lnTo>
                  <a:pt x="2413" y="20541"/>
                </a:lnTo>
                <a:lnTo>
                  <a:pt x="2995" y="20508"/>
                </a:lnTo>
                <a:lnTo>
                  <a:pt x="3116" y="20508"/>
                </a:lnTo>
                <a:lnTo>
                  <a:pt x="4155" y="20409"/>
                </a:lnTo>
                <a:lnTo>
                  <a:pt x="4675" y="20377"/>
                </a:lnTo>
                <a:lnTo>
                  <a:pt x="5163" y="20343"/>
                </a:lnTo>
                <a:lnTo>
                  <a:pt x="5194" y="20343"/>
                </a:lnTo>
                <a:lnTo>
                  <a:pt x="5255" y="20377"/>
                </a:lnTo>
                <a:lnTo>
                  <a:pt x="5316" y="20409"/>
                </a:lnTo>
                <a:lnTo>
                  <a:pt x="5469" y="20409"/>
                </a:lnTo>
                <a:lnTo>
                  <a:pt x="5591" y="20310"/>
                </a:lnTo>
                <a:lnTo>
                  <a:pt x="5653" y="20277"/>
                </a:lnTo>
                <a:lnTo>
                  <a:pt x="5683" y="20211"/>
                </a:lnTo>
                <a:lnTo>
                  <a:pt x="5744" y="20045"/>
                </a:lnTo>
                <a:lnTo>
                  <a:pt x="5774" y="19846"/>
                </a:lnTo>
                <a:lnTo>
                  <a:pt x="5774" y="19119"/>
                </a:lnTo>
                <a:lnTo>
                  <a:pt x="5744" y="18755"/>
                </a:lnTo>
                <a:lnTo>
                  <a:pt x="5774" y="18722"/>
                </a:lnTo>
                <a:lnTo>
                  <a:pt x="6324" y="18655"/>
                </a:lnTo>
                <a:lnTo>
                  <a:pt x="6844" y="18590"/>
                </a:lnTo>
                <a:lnTo>
                  <a:pt x="7271" y="18623"/>
                </a:lnTo>
                <a:lnTo>
                  <a:pt x="7516" y="18590"/>
                </a:lnTo>
                <a:lnTo>
                  <a:pt x="7699" y="18524"/>
                </a:lnTo>
                <a:lnTo>
                  <a:pt x="7729" y="18556"/>
                </a:lnTo>
                <a:lnTo>
                  <a:pt x="8188" y="18888"/>
                </a:lnTo>
                <a:lnTo>
                  <a:pt x="8646" y="19218"/>
                </a:lnTo>
                <a:lnTo>
                  <a:pt x="9136" y="19516"/>
                </a:lnTo>
                <a:lnTo>
                  <a:pt x="9624" y="19781"/>
                </a:lnTo>
                <a:lnTo>
                  <a:pt x="10113" y="20012"/>
                </a:lnTo>
                <a:lnTo>
                  <a:pt x="10602" y="20243"/>
                </a:lnTo>
                <a:lnTo>
                  <a:pt x="11091" y="20442"/>
                </a:lnTo>
                <a:lnTo>
                  <a:pt x="11610" y="20608"/>
                </a:lnTo>
                <a:lnTo>
                  <a:pt x="12649" y="20938"/>
                </a:lnTo>
                <a:lnTo>
                  <a:pt x="13717" y="21170"/>
                </a:lnTo>
                <a:lnTo>
                  <a:pt x="14787" y="21335"/>
                </a:lnTo>
                <a:lnTo>
                  <a:pt x="15887" y="21501"/>
                </a:lnTo>
                <a:lnTo>
                  <a:pt x="16712" y="21567"/>
                </a:lnTo>
                <a:lnTo>
                  <a:pt x="17140" y="21600"/>
                </a:lnTo>
                <a:lnTo>
                  <a:pt x="17598" y="21567"/>
                </a:lnTo>
                <a:lnTo>
                  <a:pt x="18025" y="21567"/>
                </a:lnTo>
                <a:lnTo>
                  <a:pt x="18453" y="21468"/>
                </a:lnTo>
                <a:lnTo>
                  <a:pt x="18850" y="21369"/>
                </a:lnTo>
                <a:lnTo>
                  <a:pt x="19248" y="21203"/>
                </a:lnTo>
                <a:lnTo>
                  <a:pt x="19432" y="21104"/>
                </a:lnTo>
                <a:lnTo>
                  <a:pt x="19584" y="21005"/>
                </a:lnTo>
                <a:lnTo>
                  <a:pt x="19737" y="20873"/>
                </a:lnTo>
                <a:lnTo>
                  <a:pt x="19828" y="20739"/>
                </a:lnTo>
                <a:lnTo>
                  <a:pt x="19920" y="20608"/>
                </a:lnTo>
                <a:lnTo>
                  <a:pt x="19982" y="20442"/>
                </a:lnTo>
                <a:lnTo>
                  <a:pt x="20042" y="20310"/>
                </a:lnTo>
                <a:lnTo>
                  <a:pt x="20073" y="20144"/>
                </a:lnTo>
                <a:lnTo>
                  <a:pt x="20103" y="19781"/>
                </a:lnTo>
                <a:lnTo>
                  <a:pt x="20073" y="19417"/>
                </a:lnTo>
                <a:lnTo>
                  <a:pt x="20012" y="19052"/>
                </a:lnTo>
                <a:lnTo>
                  <a:pt x="19920" y="18689"/>
                </a:lnTo>
                <a:lnTo>
                  <a:pt x="20073" y="18556"/>
                </a:lnTo>
                <a:lnTo>
                  <a:pt x="20195" y="18392"/>
                </a:lnTo>
                <a:lnTo>
                  <a:pt x="20317" y="18226"/>
                </a:lnTo>
                <a:lnTo>
                  <a:pt x="20408" y="18027"/>
                </a:lnTo>
                <a:lnTo>
                  <a:pt x="20562" y="17598"/>
                </a:lnTo>
                <a:lnTo>
                  <a:pt x="20623" y="17201"/>
                </a:lnTo>
                <a:lnTo>
                  <a:pt x="20653" y="16869"/>
                </a:lnTo>
                <a:lnTo>
                  <a:pt x="20653" y="16407"/>
                </a:lnTo>
                <a:lnTo>
                  <a:pt x="20623" y="16142"/>
                </a:lnTo>
                <a:lnTo>
                  <a:pt x="20592" y="15877"/>
                </a:lnTo>
                <a:lnTo>
                  <a:pt x="20531" y="15678"/>
                </a:lnTo>
                <a:lnTo>
                  <a:pt x="20440" y="15480"/>
                </a:lnTo>
                <a:lnTo>
                  <a:pt x="20623" y="15315"/>
                </a:lnTo>
                <a:lnTo>
                  <a:pt x="20775" y="15083"/>
                </a:lnTo>
                <a:lnTo>
                  <a:pt x="20928" y="14852"/>
                </a:lnTo>
                <a:lnTo>
                  <a:pt x="21050" y="14621"/>
                </a:lnTo>
                <a:lnTo>
                  <a:pt x="21142" y="14356"/>
                </a:lnTo>
                <a:lnTo>
                  <a:pt x="21203" y="14058"/>
                </a:lnTo>
                <a:lnTo>
                  <a:pt x="21233" y="13793"/>
                </a:lnTo>
                <a:lnTo>
                  <a:pt x="21265" y="13529"/>
                </a:lnTo>
                <a:lnTo>
                  <a:pt x="21233" y="13264"/>
                </a:lnTo>
                <a:lnTo>
                  <a:pt x="21142" y="12934"/>
                </a:lnTo>
                <a:lnTo>
                  <a:pt x="20990" y="12602"/>
                </a:lnTo>
                <a:lnTo>
                  <a:pt x="20806" y="12306"/>
                </a:lnTo>
                <a:lnTo>
                  <a:pt x="20990" y="12140"/>
                </a:lnTo>
                <a:lnTo>
                  <a:pt x="21142" y="11941"/>
                </a:lnTo>
                <a:lnTo>
                  <a:pt x="21265" y="11710"/>
                </a:lnTo>
                <a:lnTo>
                  <a:pt x="21387" y="11478"/>
                </a:lnTo>
                <a:lnTo>
                  <a:pt x="21478" y="11247"/>
                </a:lnTo>
                <a:lnTo>
                  <a:pt x="21540" y="10981"/>
                </a:lnTo>
                <a:lnTo>
                  <a:pt x="21570" y="10718"/>
                </a:lnTo>
                <a:lnTo>
                  <a:pt x="21600" y="10453"/>
                </a:lnTo>
                <a:lnTo>
                  <a:pt x="21570" y="10122"/>
                </a:lnTo>
                <a:lnTo>
                  <a:pt x="21478" y="9857"/>
                </a:lnTo>
                <a:lnTo>
                  <a:pt x="21356" y="9592"/>
                </a:lnTo>
                <a:lnTo>
                  <a:pt x="21203" y="9361"/>
                </a:lnTo>
                <a:lnTo>
                  <a:pt x="20990" y="9163"/>
                </a:lnTo>
                <a:lnTo>
                  <a:pt x="20775" y="8997"/>
                </a:lnTo>
                <a:lnTo>
                  <a:pt x="20531" y="8832"/>
                </a:lnTo>
                <a:lnTo>
                  <a:pt x="20287" y="8699"/>
                </a:lnTo>
                <a:lnTo>
                  <a:pt x="20012" y="8567"/>
                </a:lnTo>
                <a:lnTo>
                  <a:pt x="19737" y="8435"/>
                </a:lnTo>
                <a:lnTo>
                  <a:pt x="19125" y="8269"/>
                </a:lnTo>
                <a:lnTo>
                  <a:pt x="18515" y="8138"/>
                </a:lnTo>
                <a:lnTo>
                  <a:pt x="17904" y="8071"/>
                </a:lnTo>
                <a:lnTo>
                  <a:pt x="17384" y="8004"/>
                </a:lnTo>
                <a:lnTo>
                  <a:pt x="16865" y="7972"/>
                </a:lnTo>
                <a:lnTo>
                  <a:pt x="15826" y="7939"/>
                </a:lnTo>
                <a:lnTo>
                  <a:pt x="14574" y="7939"/>
                </a:lnTo>
                <a:lnTo>
                  <a:pt x="14146" y="7972"/>
                </a:lnTo>
                <a:lnTo>
                  <a:pt x="14390" y="7277"/>
                </a:lnTo>
                <a:lnTo>
                  <a:pt x="14634" y="6582"/>
                </a:lnTo>
                <a:lnTo>
                  <a:pt x="14849" y="5855"/>
                </a:lnTo>
                <a:lnTo>
                  <a:pt x="15062" y="5160"/>
                </a:lnTo>
                <a:lnTo>
                  <a:pt x="15245" y="4432"/>
                </a:lnTo>
                <a:lnTo>
                  <a:pt x="15367" y="3704"/>
                </a:lnTo>
                <a:lnTo>
                  <a:pt x="15399" y="3340"/>
                </a:lnTo>
                <a:lnTo>
                  <a:pt x="15399" y="2977"/>
                </a:lnTo>
                <a:lnTo>
                  <a:pt x="15367" y="2580"/>
                </a:lnTo>
                <a:lnTo>
                  <a:pt x="15337" y="2216"/>
                </a:lnTo>
                <a:lnTo>
                  <a:pt x="15276" y="1918"/>
                </a:lnTo>
                <a:lnTo>
                  <a:pt x="15215" y="1653"/>
                </a:lnTo>
                <a:lnTo>
                  <a:pt x="15124" y="1389"/>
                </a:lnTo>
                <a:lnTo>
                  <a:pt x="15032" y="1158"/>
                </a:lnTo>
                <a:lnTo>
                  <a:pt x="14879" y="926"/>
                </a:lnTo>
                <a:lnTo>
                  <a:pt x="14726" y="695"/>
                </a:lnTo>
                <a:lnTo>
                  <a:pt x="14542" y="496"/>
                </a:lnTo>
                <a:lnTo>
                  <a:pt x="14329" y="298"/>
                </a:lnTo>
                <a:lnTo>
                  <a:pt x="14146" y="198"/>
                </a:lnTo>
                <a:lnTo>
                  <a:pt x="13962" y="99"/>
                </a:lnTo>
                <a:lnTo>
                  <a:pt x="13717" y="33"/>
                </a:lnTo>
                <a:lnTo>
                  <a:pt x="13474" y="0"/>
                </a:lnTo>
                <a:close/>
              </a:path>
            </a:pathLst>
          </a:custGeom>
          <a:solidFill>
            <a:schemeClr val="accent1"/>
          </a:solidFill>
          <a:ln w="12700">
            <a:miter lim="400000"/>
          </a:ln>
        </p:spPr>
        <p:txBody>
          <a:bodyPr lIns="0" tIns="0" rIns="0" bIns="0" anchor="ctr"/>
          <a:lstStyle/>
          <a:p>
            <a:pPr>
              <a:defRPr>
                <a:solidFill>
                  <a:schemeClr val="accent1"/>
                </a:solidFill>
              </a:defRPr>
            </a:pPr>
          </a:p>
        </p:txBody>
      </p:sp>
      <p:sp>
        <p:nvSpPr>
          <p:cNvPr id="1844" name="Slide 18 of 18"/>
          <p:cNvSpPr/>
          <p:nvPr/>
        </p:nvSpPr>
        <p:spPr>
          <a:xfrm>
            <a:off x="7571093" y="4741786"/>
            <a:ext cx="1539908" cy="322551"/>
          </a:xfrm>
          <a:prstGeom prst="roundRect">
            <a:avLst>
              <a:gd name="adj" fmla="val 50000"/>
            </a:avLst>
          </a:prstGeom>
          <a:solidFill>
            <a:schemeClr val="accent3"/>
          </a:solidFill>
          <a:ln w="38100">
            <a:solidFill>
              <a:srgbClr val="FFFFFF"/>
            </a:solidFill>
          </a:ln>
          <a:effectLst>
            <a:outerShdw sx="100000" sy="100000" kx="0" ky="0" algn="b" rotWithShape="0" blurRad="38100" dist="20000" dir="5400000">
              <a:srgbClr val="000000">
                <a:alpha val="38000"/>
              </a:srgbClr>
            </a:outerShdw>
          </a:effectLst>
          <a:extLst>
            <a:ext uri="{C572A759-6A51-4108-AA02-DFA0A04FC94B}">
              <ma14:wrappingTextBoxFlag xmlns:ma14="http://schemas.microsoft.com/office/mac/drawingml/2011/main" val="1"/>
            </a:ext>
          </a:extLst>
        </p:spPr>
        <p:txBody>
          <a:bodyPr lIns="0" tIns="0" rIns="0" bIns="0" anchor="ctr"/>
          <a:lstStyle>
            <a:lvl1pPr algn="ctr">
              <a:defRPr>
                <a:solidFill>
                  <a:srgbClr val="FFFFFF"/>
                </a:solidFill>
              </a:defRPr>
            </a:lvl1pPr>
          </a:lstStyle>
          <a:p>
            <a:pPr/>
            <a:r>
              <a:t>Slide 18 of 18</a:t>
            </a:r>
          </a:p>
        </p:txBody>
      </p:sp>
      <p:sp>
        <p:nvSpPr>
          <p:cNvPr id="1845" name="📧      ashley.e.mullan@vanderbilt.edu…"/>
          <p:cNvSpPr txBox="1"/>
          <p:nvPr/>
        </p:nvSpPr>
        <p:spPr>
          <a:xfrm>
            <a:off x="2202448" y="3395096"/>
            <a:ext cx="4820967" cy="7366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lvl="3">
              <a:defRPr sz="2000">
                <a:latin typeface="Dosis"/>
                <a:ea typeface="Dosis"/>
                <a:cs typeface="Dosis"/>
                <a:sym typeface="Dosis"/>
              </a:defRPr>
            </a:pPr>
            <a:r>
              <a:t>📧      </a:t>
            </a:r>
            <a:r>
              <a:rPr u="sng">
                <a:solidFill>
                  <a:schemeClr val="accent1"/>
                </a:solidFill>
                <a:uFill>
                  <a:solidFill>
                    <a:schemeClr val="accent1"/>
                  </a:solidFill>
                </a:uFill>
                <a:hlinkClick r:id="rId2" invalidUrl="" action="" tgtFrame="" tooltip="" history="1" highlightClick="0" endSnd="0"/>
              </a:rPr>
              <a:t>ashley.e.mullan@vanderbilt.edu</a:t>
            </a:r>
            <a:r>
              <a:t> </a:t>
            </a:r>
          </a:p>
          <a:p>
            <a:pPr>
              <a:defRPr sz="2000">
                <a:latin typeface="Dosis"/>
                <a:ea typeface="Dosis"/>
                <a:cs typeface="Dosis"/>
                <a:sym typeface="Dosis"/>
              </a:defRPr>
            </a:pPr>
            <a:r>
              <a:t>💻      </a:t>
            </a:r>
            <a:r>
              <a:rPr u="sng">
                <a:solidFill>
                  <a:schemeClr val="accent1"/>
                </a:solidFill>
                <a:uFill>
                  <a:solidFill>
                    <a:schemeClr val="accent1"/>
                  </a:solidFill>
                </a:uFill>
                <a:hlinkClick r:id="rId3" invalidUrl="" action="" tgtFrame="" tooltip="" history="1" highlightClick="0" endSnd="0"/>
              </a:rPr>
              <a:t>ashleymullan.github.io</a:t>
            </a:r>
          </a:p>
        </p:txBody>
      </p:sp>
    </p:spTree>
  </p:cSld>
  <p:clrMapOvr>
    <a:masterClrMapping/>
  </p:clrMapOvr>
  <mc:AlternateContent xmlns:mc="http://schemas.openxmlformats.org/markup-compatibility/2006">
    <mc:Choice xmlns:p14="http://schemas.microsoft.com/office/powerpoint/2010/main" Requires="p14">
      <p:transition spd="med" advClick="1" p14:dur="1000">
        <p:fade thruBlk="1"/>
      </p:transition>
    </mc:Choice>
    <mc:Fallback>
      <p:transition spd="med">
        <p:fade/>
      </p:transition>
    </mc:Fallback>
  </mc:AlternateContent>
</p:sld>
</file>

<file path=ppt/theme/theme1.xml><?xml version="1.0" encoding="utf-8"?>
<a:theme xmlns:a="http://schemas.openxmlformats.org/drawingml/2006/main" xmlns:r="http://schemas.openxmlformats.org/officeDocument/2006/relationships" name="Friar template">
  <a:themeElements>
    <a:clrScheme name="Friar template">
      <a:dk1>
        <a:srgbClr val="3D4965"/>
      </a:dk1>
      <a:lt1>
        <a:srgbClr val="FFFFFF"/>
      </a:lt1>
      <a:dk2>
        <a:srgbClr val="A7A7A7"/>
      </a:dk2>
      <a:lt2>
        <a:srgbClr val="535353"/>
      </a:lt2>
      <a:accent1>
        <a:srgbClr val="3C78D8"/>
      </a:accent1>
      <a:accent2>
        <a:srgbClr val="89ABE6"/>
      </a:accent2>
      <a:accent3>
        <a:srgbClr val="8EA3C3"/>
      </a:accent3>
      <a:accent4>
        <a:srgbClr val="EFEFEF"/>
      </a:accent4>
      <a:accent5>
        <a:srgbClr val="D9D9D9"/>
      </a:accent5>
      <a:accent6>
        <a:srgbClr val="C9DAF8"/>
      </a:accent6>
      <a:hlink>
        <a:srgbClr val="0000FF"/>
      </a:hlink>
      <a:folHlink>
        <a:srgbClr val="FF00FF"/>
      </a:folHlink>
    </a:clrScheme>
    <a:fontScheme name="Friar template">
      <a:majorFont>
        <a:latin typeface="Helvetica"/>
        <a:ea typeface="Helvetica"/>
        <a:cs typeface="Helvetica"/>
      </a:majorFont>
      <a:minorFont>
        <a:latin typeface="Arial"/>
        <a:ea typeface="Arial"/>
        <a:cs typeface="Arial"/>
      </a:minorFont>
    </a:fontScheme>
    <a:fmtScheme name="Friar templa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3D4965"/>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3D4965"/>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Friar template">
  <a:themeElements>
    <a:clrScheme name="Friar template">
      <a:dk1>
        <a:srgbClr val="000000"/>
      </a:dk1>
      <a:lt1>
        <a:srgbClr val="FFFFFF"/>
      </a:lt1>
      <a:dk2>
        <a:srgbClr val="A7A7A7"/>
      </a:dk2>
      <a:lt2>
        <a:srgbClr val="535353"/>
      </a:lt2>
      <a:accent1>
        <a:srgbClr val="3C78D8"/>
      </a:accent1>
      <a:accent2>
        <a:srgbClr val="89ABE6"/>
      </a:accent2>
      <a:accent3>
        <a:srgbClr val="8EA3C3"/>
      </a:accent3>
      <a:accent4>
        <a:srgbClr val="EFEFEF"/>
      </a:accent4>
      <a:accent5>
        <a:srgbClr val="D9D9D9"/>
      </a:accent5>
      <a:accent6>
        <a:srgbClr val="C9DAF8"/>
      </a:accent6>
      <a:hlink>
        <a:srgbClr val="0000FF"/>
      </a:hlink>
      <a:folHlink>
        <a:srgbClr val="FF00FF"/>
      </a:folHlink>
    </a:clrScheme>
    <a:fontScheme name="Friar template">
      <a:majorFont>
        <a:latin typeface="Helvetica"/>
        <a:ea typeface="Helvetica"/>
        <a:cs typeface="Helvetica"/>
      </a:majorFont>
      <a:minorFont>
        <a:latin typeface="Arial"/>
        <a:ea typeface="Arial"/>
        <a:cs typeface="Arial"/>
      </a:minorFont>
    </a:fontScheme>
    <a:fmtScheme name="Friar templa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3D4965"/>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0" tIns="0" rIns="0" bIns="0"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400" u="none" kumimoji="0" normalizeH="0">
            <a:ln>
              <a:noFill/>
            </a:ln>
            <a:solidFill>
              <a:srgbClr val="3D4965"/>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